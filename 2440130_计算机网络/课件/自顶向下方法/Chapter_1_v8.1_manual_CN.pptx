
<file path=[Content_Types].xml><?xml version="1.0" encoding="utf-8"?>
<Types xmlns="http://schemas.openxmlformats.org/package/2006/content-types">
  <Default Extension="jpeg" ContentType="image/jpeg"/>
  <Default Extension="JPG" ContentType="image/.jpg"/>
  <Default Extension="vml" ContentType="application/vnd.openxmlformats-officedocument.vmlDrawing"/>
  <Default Extension="bin" ContentType="application/vnd.openxmlformats-officedocument.oleObject"/>
  <Default Extension="png" ContentType="image/png"/>
  <Default Extension="emf" ContentType="image/x-emf"/>
  <Default Extension="wmf" ContentType="image/x-wmf"/>
  <Default Extension="rels" ContentType="application/vnd.openxmlformats-package.relationships+xml"/>
  <Default Extension="xml" ContentType="application/xml"/>
  <Override PartName="/docProps/app.xml" ContentType="application/vnd.openxmlformats-officedocument.extended-properties+xml"/>
  <Override PartName="/docProps/core.xml" ContentType="application/vnd.openxmlformats-package.core-properties+xml"/>
  <Override PartName="/docProps/custom.xml" ContentType="application/vnd.openxmlformats-officedocument.custom-properties+xml"/>
  <Override PartName="/ppt/notesMasters/notesMaster1.xml" ContentType="application/vnd.openxmlformats-officedocument.presentationml.notesMaster+xml"/>
  <Override PartName="/ppt/notesSlides/notesSlide1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notesSlides/notesSlide54.xml" ContentType="application/vnd.openxmlformats-officedocument.presentationml.notesSlide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ppt/notesSlides/notesSlide59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60.xml" ContentType="application/vnd.openxmlformats-officedocument.presentationml.notesSlide+xml"/>
  <Override PartName="/ppt/notesSlides/notesSlide61.xml" ContentType="application/vnd.openxmlformats-officedocument.presentationml.notesSlide+xml"/>
  <Override PartName="/ppt/notesSlides/notesSlide62.xml" ContentType="application/vnd.openxmlformats-officedocument.presentationml.notesSlide+xml"/>
  <Override PartName="/ppt/notesSlides/notesSlide63.xml" ContentType="application/vnd.openxmlformats-officedocument.presentationml.notesSlide+xml"/>
  <Override PartName="/ppt/notesSlides/notesSlide64.xml" ContentType="application/vnd.openxmlformats-officedocument.presentationml.notesSlide+xml"/>
  <Override PartName="/ppt/notesSlides/notesSlide65.xml" ContentType="application/vnd.openxmlformats-officedocument.presentationml.notesSlide+xml"/>
  <Override PartName="/ppt/notesSlides/notesSlide66.xml" ContentType="application/vnd.openxmlformats-officedocument.presentationml.notesSlide+xml"/>
  <Override PartName="/ppt/notesSlides/notesSlide67.xml" ContentType="application/vnd.openxmlformats-officedocument.presentationml.notesSlide+xml"/>
  <Override PartName="/ppt/notesSlides/notesSlide68.xml" ContentType="application/vnd.openxmlformats-officedocument.presentationml.notesSlide+xml"/>
  <Override PartName="/ppt/notesSlides/notesSlide69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70.xml" ContentType="application/vnd.openxmlformats-officedocument.presentationml.notesSlide+xml"/>
  <Override PartName="/ppt/notesSlides/notesSlide71.xml" ContentType="application/vnd.openxmlformats-officedocument.presentationml.notesSlide+xml"/>
  <Override PartName="/ppt/notesSlides/notesSlide72.xml" ContentType="application/vnd.openxmlformats-officedocument.presentationml.notesSlide+xml"/>
  <Override PartName="/ppt/notesSlides/notesSlide73.xml" ContentType="application/vnd.openxmlformats-officedocument.presentationml.notesSlide+xml"/>
  <Override PartName="/ppt/notesSlides/notesSlide74.xml" ContentType="application/vnd.openxmlformats-officedocument.presentationml.notesSlide+xml"/>
  <Override PartName="/ppt/notesSlides/notesSlide75.xml" ContentType="application/vnd.openxmlformats-officedocument.presentationml.notesSlide+xml"/>
  <Override PartName="/ppt/notesSlides/notesSlide76.xml" ContentType="application/vnd.openxmlformats-officedocument.presentationml.notesSlide+xml"/>
  <Override PartName="/ppt/notesSlides/notesSlide77.xml" ContentType="application/vnd.openxmlformats-officedocument.presentationml.notesSlide+xml"/>
  <Override PartName="/ppt/notesSlides/notesSlide78.xml" ContentType="application/vnd.openxmlformats-officedocument.presentationml.notesSlide+xml"/>
  <Override PartName="/ppt/notesSlides/notesSlide79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80.xml" ContentType="application/vnd.openxmlformats-officedocument.presentationml.notesSlide+xml"/>
  <Override PartName="/ppt/notesSlides/notesSlide81.xml" ContentType="application/vnd.openxmlformats-officedocument.presentationml.notesSlide+xml"/>
  <Override PartName="/ppt/notesSlides/notesSlide82.xml" ContentType="application/vnd.openxmlformats-officedocument.presentationml.notesSlide+xml"/>
  <Override PartName="/ppt/notesSlides/notesSlide83.xml" ContentType="application/vnd.openxmlformats-officedocument.presentationml.notesSlide+xml"/>
  <Override PartName="/ppt/notesSlides/notesSlide9.xml" ContentType="application/vnd.openxmlformats-officedocument.presentationml.notesSlide+xml"/>
  <Override PartName="/ppt/presProps.xml" ContentType="application/vnd.openxmlformats-officedocument.presentationml.presProps+xml"/>
  <Override PartName="/ppt/presentation.xml" ContentType="application/vnd.openxmlformats-officedocument.presentationml.presentation.main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9.xml" ContentType="application/vnd.openxmlformats-officedocument.presentationml.slide+xml"/>
  <Override PartName="/ppt/tableStyles.xml" ContentType="application/vnd.openxmlformats-officedocument.presentationml.tableStyles+xml"/>
  <Override PartName="/ppt/theme/theme1.xml" ContentType="application/vnd.openxmlformats-officedocument.theme+xml"/>
  <Override PartName="/ppt/theme/theme2.xml" ContentType="application/vnd.openxmlformats-officedocument.theme+xml"/>
  <Override PartName="/ppt/viewProps.xml" ContentType="application/vnd.openxmlformats-officedocument.presentationml.viewProps+xml"/>
</Types>
</file>

<file path=_rels/.rels><?xml version="1.0" encoding="UTF-8" standalone="yes"?>
<Relationships xmlns="http://schemas.openxmlformats.org/package/2006/relationships"><Relationship Id="rId1" Type="http://schemas.openxmlformats.org/officeDocument/2006/relationships/officeDocument" Target="ppt/presentation.xml"/><Relationship Id="rId4" Type="http://schemas.openxmlformats.org/package/2006/relationships/metadata/thumbnail" Target="docProps/thumbnail.jpeg"/><Relationship Id="rId3" Type="http://schemas.openxmlformats.org/package/2006/relationships/metadata/core-properties" Target="docProps/core.xml"/><Relationship Id="rId2" Type="http://schemas.openxmlformats.org/officeDocument/2006/relationships/extended-properties" Target="docProps/app.xml"/><Relationship Id="rId5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autoCompressPictures="0">
  <p:sldMasterIdLst>
    <p:sldMasterId id="2147483648" r:id="rId1"/>
  </p:sldMasterIdLst>
  <p:notesMasterIdLst>
    <p:notesMasterId r:id="rId6"/>
  </p:notesMasterIdLst>
  <p:sldIdLst>
    <p:sldId id="1218" r:id="rId3"/>
    <p:sldId id="1219" r:id="rId4"/>
    <p:sldId id="960" r:id="rId5"/>
    <p:sldId id="956" r:id="rId7"/>
    <p:sldId id="957" r:id="rId8"/>
    <p:sldId id="958" r:id="rId9"/>
    <p:sldId id="959" r:id="rId10"/>
    <p:sldId id="961" r:id="rId11"/>
    <p:sldId id="962" r:id="rId12"/>
    <p:sldId id="963" r:id="rId13"/>
    <p:sldId id="964" r:id="rId14"/>
    <p:sldId id="965" r:id="rId15"/>
    <p:sldId id="966" r:id="rId16"/>
    <p:sldId id="967" r:id="rId17"/>
    <p:sldId id="969" r:id="rId18"/>
    <p:sldId id="970" r:id="rId19"/>
    <p:sldId id="974" r:id="rId20"/>
    <p:sldId id="973" r:id="rId21"/>
    <p:sldId id="981" r:id="rId22"/>
    <p:sldId id="976" r:id="rId23"/>
    <p:sldId id="975" r:id="rId24"/>
    <p:sldId id="1195" r:id="rId25"/>
    <p:sldId id="977" r:id="rId26"/>
    <p:sldId id="978" r:id="rId27"/>
    <p:sldId id="979" r:id="rId28"/>
    <p:sldId id="980" r:id="rId29"/>
    <p:sldId id="968" r:id="rId30"/>
    <p:sldId id="982" r:id="rId31"/>
    <p:sldId id="985" r:id="rId32"/>
    <p:sldId id="1201" r:id="rId33"/>
    <p:sldId id="1202" r:id="rId34"/>
    <p:sldId id="983" r:id="rId35"/>
    <p:sldId id="1193" r:id="rId36"/>
    <p:sldId id="1194" r:id="rId37"/>
    <p:sldId id="986" r:id="rId38"/>
    <p:sldId id="987" r:id="rId39"/>
    <p:sldId id="988" r:id="rId40"/>
    <p:sldId id="989" r:id="rId41"/>
    <p:sldId id="991" r:id="rId42"/>
    <p:sldId id="992" r:id="rId43"/>
    <p:sldId id="995" r:id="rId44"/>
    <p:sldId id="994" r:id="rId45"/>
    <p:sldId id="996" r:id="rId46"/>
    <p:sldId id="997" r:id="rId47"/>
    <p:sldId id="998" r:id="rId48"/>
    <p:sldId id="999" r:id="rId49"/>
    <p:sldId id="1000" r:id="rId50"/>
    <p:sldId id="1002" r:id="rId51"/>
    <p:sldId id="1003" r:id="rId52"/>
    <p:sldId id="1004" r:id="rId53"/>
    <p:sldId id="1005" r:id="rId54"/>
    <p:sldId id="1006" r:id="rId55"/>
    <p:sldId id="1007" r:id="rId56"/>
    <p:sldId id="1008" r:id="rId57"/>
    <p:sldId id="1009" r:id="rId58"/>
    <p:sldId id="1010" r:id="rId59"/>
    <p:sldId id="1011" r:id="rId60"/>
    <p:sldId id="1012" r:id="rId61"/>
    <p:sldId id="1013" r:id="rId62"/>
    <p:sldId id="1014" r:id="rId63"/>
    <p:sldId id="1015" r:id="rId64"/>
    <p:sldId id="1217" r:id="rId65"/>
    <p:sldId id="1017" r:id="rId66"/>
    <p:sldId id="1021" r:id="rId67"/>
    <p:sldId id="1022" r:id="rId68"/>
    <p:sldId id="1020" r:id="rId69"/>
    <p:sldId id="1206" r:id="rId70"/>
    <p:sldId id="1023" r:id="rId71"/>
    <p:sldId id="1025" r:id="rId72"/>
    <p:sldId id="1026" r:id="rId73"/>
    <p:sldId id="1027" r:id="rId74"/>
    <p:sldId id="1028" r:id="rId75"/>
    <p:sldId id="1029" r:id="rId76"/>
    <p:sldId id="1208" r:id="rId77"/>
    <p:sldId id="1209" r:id="rId78"/>
    <p:sldId id="1216" r:id="rId79"/>
    <p:sldId id="1212" r:id="rId80"/>
    <p:sldId id="1030" r:id="rId81"/>
    <p:sldId id="1031" r:id="rId82"/>
    <p:sldId id="1032" r:id="rId83"/>
    <p:sldId id="1033" r:id="rId84"/>
    <p:sldId id="1034" r:id="rId85"/>
    <p:sldId id="1036" r:id="rId86"/>
    <p:sldId id="1035" r:id="rId87"/>
    <p:sldId id="1037" r:id="rId88"/>
    <p:sldId id="1038" r:id="rId89"/>
    <p:sldId id="1040" r:id="rId90"/>
    <p:sldId id="1039" r:id="rId91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96" userDrawn="1">
          <p15:clr>
            <a:srgbClr val="A4A3A4"/>
          </p15:clr>
        </p15:guide>
        <p15:guide id="2" pos="0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0432FF"/>
    <a:srgbClr val="0000A8"/>
    <a:srgbClr val="3C6CDF"/>
    <a:srgbClr val="9CDFF9"/>
    <a:srgbClr val="B8C2C9"/>
    <a:srgbClr val="D6DCE0"/>
    <a:srgbClr val="0000A3"/>
    <a:srgbClr val="010086"/>
    <a:srgbClr val="01008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25565"/>
    <p:restoredTop sz="82594"/>
  </p:normalViewPr>
  <p:slideViewPr>
    <p:cSldViewPr snapToGrid="0" snapToObjects="1" showGuides="1">
      <p:cViewPr varScale="1">
        <p:scale>
          <a:sx n="88" d="100"/>
          <a:sy n="88" d="100"/>
        </p:scale>
        <p:origin x="184" y="1016"/>
      </p:cViewPr>
      <p:guideLst>
        <p:guide orient="horz" pos="96"/>
        <p:guide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94" Type="http://schemas.openxmlformats.org/officeDocument/2006/relationships/tableStyles" Target="tableStyles.xml"/><Relationship Id="rId93" Type="http://schemas.openxmlformats.org/officeDocument/2006/relationships/viewProps" Target="viewProps.xml"/><Relationship Id="rId92" Type="http://schemas.openxmlformats.org/officeDocument/2006/relationships/presProps" Target="presProps.xml"/><Relationship Id="rId91" Type="http://schemas.openxmlformats.org/officeDocument/2006/relationships/slide" Target="slides/slide88.xml"/><Relationship Id="rId90" Type="http://schemas.openxmlformats.org/officeDocument/2006/relationships/slide" Target="slides/slide87.xml"/><Relationship Id="rId9" Type="http://schemas.openxmlformats.org/officeDocument/2006/relationships/slide" Target="slides/slide6.xml"/><Relationship Id="rId89" Type="http://schemas.openxmlformats.org/officeDocument/2006/relationships/slide" Target="slides/slide86.xml"/><Relationship Id="rId88" Type="http://schemas.openxmlformats.org/officeDocument/2006/relationships/slide" Target="slides/slide85.xml"/><Relationship Id="rId87" Type="http://schemas.openxmlformats.org/officeDocument/2006/relationships/slide" Target="slides/slide84.xml"/><Relationship Id="rId86" Type="http://schemas.openxmlformats.org/officeDocument/2006/relationships/slide" Target="slides/slide83.xml"/><Relationship Id="rId85" Type="http://schemas.openxmlformats.org/officeDocument/2006/relationships/slide" Target="slides/slide82.xml"/><Relationship Id="rId84" Type="http://schemas.openxmlformats.org/officeDocument/2006/relationships/slide" Target="slides/slide81.xml"/><Relationship Id="rId83" Type="http://schemas.openxmlformats.org/officeDocument/2006/relationships/slide" Target="slides/slide80.xml"/><Relationship Id="rId82" Type="http://schemas.openxmlformats.org/officeDocument/2006/relationships/slide" Target="slides/slide79.xml"/><Relationship Id="rId81" Type="http://schemas.openxmlformats.org/officeDocument/2006/relationships/slide" Target="slides/slide78.xml"/><Relationship Id="rId80" Type="http://schemas.openxmlformats.org/officeDocument/2006/relationships/slide" Target="slides/slide77.xml"/><Relationship Id="rId8" Type="http://schemas.openxmlformats.org/officeDocument/2006/relationships/slide" Target="slides/slide5.xml"/><Relationship Id="rId79" Type="http://schemas.openxmlformats.org/officeDocument/2006/relationships/slide" Target="slides/slide76.xml"/><Relationship Id="rId78" Type="http://schemas.openxmlformats.org/officeDocument/2006/relationships/slide" Target="slides/slide75.xml"/><Relationship Id="rId77" Type="http://schemas.openxmlformats.org/officeDocument/2006/relationships/slide" Target="slides/slide74.xml"/><Relationship Id="rId76" Type="http://schemas.openxmlformats.org/officeDocument/2006/relationships/slide" Target="slides/slide73.xml"/><Relationship Id="rId75" Type="http://schemas.openxmlformats.org/officeDocument/2006/relationships/slide" Target="slides/slide72.xml"/><Relationship Id="rId74" Type="http://schemas.openxmlformats.org/officeDocument/2006/relationships/slide" Target="slides/slide71.xml"/><Relationship Id="rId73" Type="http://schemas.openxmlformats.org/officeDocument/2006/relationships/slide" Target="slides/slide70.xml"/><Relationship Id="rId72" Type="http://schemas.openxmlformats.org/officeDocument/2006/relationships/slide" Target="slides/slide69.xml"/><Relationship Id="rId71" Type="http://schemas.openxmlformats.org/officeDocument/2006/relationships/slide" Target="slides/slide68.xml"/><Relationship Id="rId70" Type="http://schemas.openxmlformats.org/officeDocument/2006/relationships/slide" Target="slides/slide67.xml"/><Relationship Id="rId7" Type="http://schemas.openxmlformats.org/officeDocument/2006/relationships/slide" Target="slides/slide4.xml"/><Relationship Id="rId69" Type="http://schemas.openxmlformats.org/officeDocument/2006/relationships/slide" Target="slides/slide66.xml"/><Relationship Id="rId68" Type="http://schemas.openxmlformats.org/officeDocument/2006/relationships/slide" Target="slides/slide65.xml"/><Relationship Id="rId67" Type="http://schemas.openxmlformats.org/officeDocument/2006/relationships/slide" Target="slides/slide64.xml"/><Relationship Id="rId66" Type="http://schemas.openxmlformats.org/officeDocument/2006/relationships/slide" Target="slides/slide63.xml"/><Relationship Id="rId65" Type="http://schemas.openxmlformats.org/officeDocument/2006/relationships/slide" Target="slides/slide62.xml"/><Relationship Id="rId64" Type="http://schemas.openxmlformats.org/officeDocument/2006/relationships/slide" Target="slides/slide61.xml"/><Relationship Id="rId63" Type="http://schemas.openxmlformats.org/officeDocument/2006/relationships/slide" Target="slides/slide60.xml"/><Relationship Id="rId62" Type="http://schemas.openxmlformats.org/officeDocument/2006/relationships/slide" Target="slides/slide59.xml"/><Relationship Id="rId61" Type="http://schemas.openxmlformats.org/officeDocument/2006/relationships/slide" Target="slides/slide58.xml"/><Relationship Id="rId60" Type="http://schemas.openxmlformats.org/officeDocument/2006/relationships/slide" Target="slides/slide57.xml"/><Relationship Id="rId6" Type="http://schemas.openxmlformats.org/officeDocument/2006/relationships/notesMaster" Target="notesMasters/notesMaster1.xml"/><Relationship Id="rId59" Type="http://schemas.openxmlformats.org/officeDocument/2006/relationships/slide" Target="slides/slide56.xml"/><Relationship Id="rId58" Type="http://schemas.openxmlformats.org/officeDocument/2006/relationships/slide" Target="slides/slide55.xml"/><Relationship Id="rId57" Type="http://schemas.openxmlformats.org/officeDocument/2006/relationships/slide" Target="slides/slide54.xml"/><Relationship Id="rId56" Type="http://schemas.openxmlformats.org/officeDocument/2006/relationships/slide" Target="slides/slide53.xml"/><Relationship Id="rId55" Type="http://schemas.openxmlformats.org/officeDocument/2006/relationships/slide" Target="slides/slide52.xml"/><Relationship Id="rId54" Type="http://schemas.openxmlformats.org/officeDocument/2006/relationships/slide" Target="slides/slide51.xml"/><Relationship Id="rId53" Type="http://schemas.openxmlformats.org/officeDocument/2006/relationships/slide" Target="slides/slide50.xml"/><Relationship Id="rId52" Type="http://schemas.openxmlformats.org/officeDocument/2006/relationships/slide" Target="slides/slide49.xml"/><Relationship Id="rId51" Type="http://schemas.openxmlformats.org/officeDocument/2006/relationships/slide" Target="slides/slide48.xml"/><Relationship Id="rId50" Type="http://schemas.openxmlformats.org/officeDocument/2006/relationships/slide" Target="slides/slide47.xml"/><Relationship Id="rId5" Type="http://schemas.openxmlformats.org/officeDocument/2006/relationships/slide" Target="slides/slide3.xml"/><Relationship Id="rId49" Type="http://schemas.openxmlformats.org/officeDocument/2006/relationships/slide" Target="slides/slide46.xml"/><Relationship Id="rId48" Type="http://schemas.openxmlformats.org/officeDocument/2006/relationships/slide" Target="slides/slide45.xml"/><Relationship Id="rId47" Type="http://schemas.openxmlformats.org/officeDocument/2006/relationships/slide" Target="slides/slide44.xml"/><Relationship Id="rId46" Type="http://schemas.openxmlformats.org/officeDocument/2006/relationships/slide" Target="slides/slide43.xml"/><Relationship Id="rId45" Type="http://schemas.openxmlformats.org/officeDocument/2006/relationships/slide" Target="slides/slide42.xml"/><Relationship Id="rId44" Type="http://schemas.openxmlformats.org/officeDocument/2006/relationships/slide" Target="slides/slide41.xml"/><Relationship Id="rId43" Type="http://schemas.openxmlformats.org/officeDocument/2006/relationships/slide" Target="slides/slide40.xml"/><Relationship Id="rId42" Type="http://schemas.openxmlformats.org/officeDocument/2006/relationships/slide" Target="slides/slide39.xml"/><Relationship Id="rId41" Type="http://schemas.openxmlformats.org/officeDocument/2006/relationships/slide" Target="slides/slide38.xml"/><Relationship Id="rId40" Type="http://schemas.openxmlformats.org/officeDocument/2006/relationships/slide" Target="slides/slide37.xml"/><Relationship Id="rId4" Type="http://schemas.openxmlformats.org/officeDocument/2006/relationships/slide" Target="slides/slide2.xml"/><Relationship Id="rId39" Type="http://schemas.openxmlformats.org/officeDocument/2006/relationships/slide" Target="slides/slide36.xml"/><Relationship Id="rId38" Type="http://schemas.openxmlformats.org/officeDocument/2006/relationships/slide" Target="slides/slide35.xml"/><Relationship Id="rId37" Type="http://schemas.openxmlformats.org/officeDocument/2006/relationships/slide" Target="slides/slide34.xml"/><Relationship Id="rId36" Type="http://schemas.openxmlformats.org/officeDocument/2006/relationships/slide" Target="slides/slide33.xml"/><Relationship Id="rId35" Type="http://schemas.openxmlformats.org/officeDocument/2006/relationships/slide" Target="slides/slide32.xml"/><Relationship Id="rId34" Type="http://schemas.openxmlformats.org/officeDocument/2006/relationships/slide" Target="slides/slide31.xml"/><Relationship Id="rId33" Type="http://schemas.openxmlformats.org/officeDocument/2006/relationships/slide" Target="slides/slide30.xml"/><Relationship Id="rId32" Type="http://schemas.openxmlformats.org/officeDocument/2006/relationships/slide" Target="slides/slide29.xml"/><Relationship Id="rId31" Type="http://schemas.openxmlformats.org/officeDocument/2006/relationships/slide" Target="slides/slide28.xml"/><Relationship Id="rId30" Type="http://schemas.openxmlformats.org/officeDocument/2006/relationships/slide" Target="slides/slide27.xml"/><Relationship Id="rId3" Type="http://schemas.openxmlformats.org/officeDocument/2006/relationships/slide" Target="slides/slide1.xml"/><Relationship Id="rId29" Type="http://schemas.openxmlformats.org/officeDocument/2006/relationships/slide" Target="slides/slide26.xml"/><Relationship Id="rId28" Type="http://schemas.openxmlformats.org/officeDocument/2006/relationships/slide" Target="slides/slide25.xml"/><Relationship Id="rId27" Type="http://schemas.openxmlformats.org/officeDocument/2006/relationships/slide" Target="slides/slide24.xml"/><Relationship Id="rId26" Type="http://schemas.openxmlformats.org/officeDocument/2006/relationships/slide" Target="slides/slide23.xml"/><Relationship Id="rId25" Type="http://schemas.openxmlformats.org/officeDocument/2006/relationships/slide" Target="slides/slide22.xml"/><Relationship Id="rId24" Type="http://schemas.openxmlformats.org/officeDocument/2006/relationships/slide" Target="slides/slide21.xml"/><Relationship Id="rId23" Type="http://schemas.openxmlformats.org/officeDocument/2006/relationships/slide" Target="slides/slide20.xml"/><Relationship Id="rId22" Type="http://schemas.openxmlformats.org/officeDocument/2006/relationships/slide" Target="slides/slide19.xml"/><Relationship Id="rId21" Type="http://schemas.openxmlformats.org/officeDocument/2006/relationships/slide" Target="slides/slide18.xml"/><Relationship Id="rId20" Type="http://schemas.openxmlformats.org/officeDocument/2006/relationships/slide" Target="slides/slide17.xml"/><Relationship Id="rId2" Type="http://schemas.openxmlformats.org/officeDocument/2006/relationships/theme" Target="theme/theme1.xml"/><Relationship Id="rId19" Type="http://schemas.openxmlformats.org/officeDocument/2006/relationships/slide" Target="slides/slide16.xml"/><Relationship Id="rId18" Type="http://schemas.openxmlformats.org/officeDocument/2006/relationships/slide" Target="slides/slide15.xml"/><Relationship Id="rId17" Type="http://schemas.openxmlformats.org/officeDocument/2006/relationships/slide" Target="slides/slide14.xml"/><Relationship Id="rId16" Type="http://schemas.openxmlformats.org/officeDocument/2006/relationships/slide" Target="slides/slide13.xml"/><Relationship Id="rId15" Type="http://schemas.openxmlformats.org/officeDocument/2006/relationships/slide" Target="slides/slide12.xml"/><Relationship Id="rId14" Type="http://schemas.openxmlformats.org/officeDocument/2006/relationships/slide" Target="slides/slide11.xml"/><Relationship Id="rId13" Type="http://schemas.openxmlformats.org/officeDocument/2006/relationships/slide" Target="slides/slide10.xml"/><Relationship Id="rId12" Type="http://schemas.openxmlformats.org/officeDocument/2006/relationships/slide" Target="slides/slide9.xml"/><Relationship Id="rId11" Type="http://schemas.openxmlformats.org/officeDocument/2006/relationships/slide" Target="slides/slide8.xml"/><Relationship Id="rId10" Type="http://schemas.openxmlformats.org/officeDocument/2006/relationships/slide" Target="slides/slide7.xml"/><Relationship Id="rId1" Type="http://schemas.openxmlformats.org/officeDocument/2006/relationships/slideMaster" Target="slideMasters/slideMaster1.xml"/></Relationships>
</file>

<file path=ppt/drawings/_rels/vmlDrawing1.vml.rels><?xml version="1.0" encoding="UTF-8" standalone="yes"?>
<Relationships xmlns="http://schemas.openxmlformats.org/package/2006/relationships"><Relationship Id="rId1" Type="http://schemas.openxmlformats.org/officeDocument/2006/relationships/image" Target="../media/image32.png"/></Relationships>
</file>

<file path=ppt/drawings/_rels/vmlDrawing2.vml.rels><?xml version="1.0" encoding="UTF-8" standalone="yes"?>
<Relationships xmlns="http://schemas.openxmlformats.org/package/2006/relationships"><Relationship Id="rId1" Type="http://schemas.openxmlformats.org/officeDocument/2006/relationships/image" Target="../media/image50.wmf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D153024D-5FCD-D142-BBE1-7B391F60AD88}" type="datetimeFigureOut">
              <a:rPr lang="en-US" smtClean="0"/>
            </a:fld>
            <a:endParaRPr lang="en-US" dirty="0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 dirty="0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  <a:endParaRPr lang="en-US"/>
          </a:p>
          <a:p>
            <a:pPr lvl="1"/>
            <a:r>
              <a:rPr lang="en-US"/>
              <a:t>Second level</a:t>
            </a:r>
            <a:endParaRPr lang="en-US"/>
          </a:p>
          <a:p>
            <a:pPr lvl="2"/>
            <a:r>
              <a:rPr lang="en-US"/>
              <a:t>Third level</a:t>
            </a:r>
            <a:endParaRPr lang="en-US"/>
          </a:p>
          <a:p>
            <a:pPr lvl="3"/>
            <a:r>
              <a:rPr lang="en-US"/>
              <a:t>Fourth level</a:t>
            </a:r>
            <a:endParaRPr lang="en-US"/>
          </a:p>
          <a:p>
            <a:pPr lvl="4"/>
            <a:r>
              <a:rPr lang="en-US"/>
              <a:t>Fifth level</a:t>
            </a:r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3D91EEAC-CFEF-9647-876F-EABC6B8338D7}" type="slidenum">
              <a:rPr lang="en-US" smtClean="0"/>
            </a:fld>
            <a:endParaRPr lang="en-US" dirty="0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3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4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5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9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0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2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3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4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5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6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7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8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9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0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2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3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4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5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6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7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8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9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30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3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32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33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34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35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36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37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38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39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40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4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42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43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44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45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46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47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48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49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50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5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52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53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54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55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56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57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58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59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60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61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62.xml"/></Relationships>
</file>

<file path=ppt/notesSlides/_rels/notesSlide58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63.xml"/></Relationships>
</file>

<file path=ppt/notesSlides/_rels/notesSlide59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64.xml"/></Relationships>
</file>

<file path=ppt/notesSlides/_rels/notesSlide60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65.xml"/></Relationships>
</file>

<file path=ppt/notesSlides/_rels/notesSlide61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66.xml"/></Relationships>
</file>

<file path=ppt/notesSlides/_rels/notesSlide62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67.xml"/></Relationships>
</file>

<file path=ppt/notesSlides/_rels/notesSlide63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68.xml"/></Relationships>
</file>

<file path=ppt/notesSlides/_rels/notesSlide64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69.xml"/></Relationships>
</file>

<file path=ppt/notesSlides/_rels/notesSlide65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70.xml"/></Relationships>
</file>

<file path=ppt/notesSlides/_rels/notesSlide66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71.xml"/></Relationships>
</file>

<file path=ppt/notesSlides/_rels/notesSlide67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72.xml"/></Relationships>
</file>

<file path=ppt/notesSlides/_rels/notesSlide68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73.xml"/></Relationships>
</file>

<file path=ppt/notesSlides/_rels/notesSlide69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74.xml"/></Relationships>
</file>

<file path=ppt/notesSlides/_rels/notesSlide70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75.xml"/></Relationships>
</file>

<file path=ppt/notesSlides/_rels/notesSlide71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76.xml"/></Relationships>
</file>

<file path=ppt/notesSlides/_rels/notesSlide72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77.xml"/></Relationships>
</file>

<file path=ppt/notesSlides/_rels/notesSlide73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78.xml"/></Relationships>
</file>

<file path=ppt/notesSlides/_rels/notesSlide74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79.xml"/></Relationships>
</file>

<file path=ppt/notesSlides/_rels/notesSlide75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80.xml"/></Relationships>
</file>

<file path=ppt/notesSlides/_rels/notesSlide76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81.xml"/></Relationships>
</file>

<file path=ppt/notesSlides/_rels/notesSlide77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82.xml"/></Relationships>
</file>

<file path=ppt/notesSlides/_rels/notesSlide78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83.xml"/></Relationships>
</file>

<file path=ppt/notesSlides/_rels/notesSlide79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84.xml"/></Relationships>
</file>

<file path=ppt/notesSlides/_rels/notesSlide80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85.xml"/></Relationships>
</file>

<file path=ppt/notesSlides/_rels/notesSlide81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86.xml"/></Relationships>
</file>

<file path=ppt/notesSlides/_rels/notesSlide82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87.xml"/></Relationships>
</file>

<file path=ppt/notesSlides/_rels/notesSlide83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88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Version History</a:t>
            </a:r>
            <a:endParaRPr lang="en-US" dirty="0"/>
          </a:p>
          <a:p>
            <a:endParaRPr lang="en-US" dirty="0"/>
          </a:p>
          <a:p>
            <a:r>
              <a:rPr lang="en-US" dirty="0"/>
              <a:t>7.2 (January 2020)</a:t>
            </a:r>
            <a:endParaRPr lang="en-US" dirty="0"/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All slides reformatted for 16:9 aspect ratio</a:t>
            </a:r>
            <a:endParaRPr lang="en-US" dirty="0"/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Use of Calibri font, rather that Gill Sans MT</a:t>
            </a:r>
            <a:endParaRPr lang="en-US" dirty="0"/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Updated slide content for 2020 link technologies and applications</a:t>
            </a:r>
            <a:endParaRPr lang="en-US" dirty="0"/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Add more animation throughout</a:t>
            </a:r>
            <a:endParaRPr lang="en-US" dirty="0"/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New Master slide </a:t>
            </a:r>
            <a:endParaRPr lang="en-US" dirty="0"/>
          </a:p>
          <a:p>
            <a:pPr marL="0" indent="0">
              <a:buFont typeface="Arial" panose="020B0604020202020204" pitchFamily="34" charset="0"/>
              <a:buNone/>
            </a:pPr>
            <a:r>
              <a:rPr lang="en-US" dirty="0"/>
              <a:t>Feb. 2020 (8.0)</a:t>
            </a:r>
            <a:endParaRPr lang="en-US" dirty="0"/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a few updates suggest by Catherine Rosenberg (thanks!)</a:t>
            </a:r>
            <a:endParaRPr lang="en-US" dirty="0"/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titles in a lighter font</a:t>
            </a:r>
            <a:endParaRPr lang="en-US" dirty="0"/>
          </a:p>
          <a:p>
            <a:pPr marL="0" indent="0">
              <a:buFontTx/>
              <a:buNone/>
            </a:pPr>
            <a:r>
              <a:rPr lang="en-US" dirty="0"/>
              <a:t>Sept 2020 (8.1)</a:t>
            </a:r>
            <a:endParaRPr lang="en-US" dirty="0"/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Added ~7 new slides, in particular: data center slide; routing versus forwarding; security line of defense; several on encapsulation and layers (this section is a lot better now).  Other relative minor changes throughout</a:t>
            </a:r>
            <a:endParaRPr lang="en-US" dirty="0"/>
          </a:p>
          <a:p>
            <a:pPr marL="171450" indent="-171450">
              <a:buFont typeface="Arial" panose="020B0604020202020204" pitchFamily="34" charset="0"/>
              <a:buChar char="•"/>
            </a:pP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</a:fld>
            <a:endParaRPr lang="en-US" dirty="0"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</a:fld>
            <a:endParaRPr lang="en-US" dirty="0"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</a:fld>
            <a:endParaRPr lang="en-US" dirty="0"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</a:fld>
            <a:endParaRPr lang="en-US" dirty="0"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Explain important points</a:t>
            </a:r>
            <a:endParaRPr lang="en-US" dirty="0"/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b="1" dirty="0"/>
              <a:t>distributed</a:t>
            </a:r>
            <a:r>
              <a:rPr lang="en-US" dirty="0"/>
              <a:t> entities, exchanging messages (governed by protocols)</a:t>
            </a:r>
            <a:endParaRPr lang="en-US" dirty="0"/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Time going down</a:t>
            </a:r>
            <a:endParaRPr lang="en-US" dirty="0"/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go over definition of protocol (showing format, order of messages sent and received, and actions taken)</a:t>
            </a:r>
            <a:endParaRPr lang="en-US" dirty="0"/>
          </a:p>
          <a:p>
            <a:pPr marL="0" indent="0">
              <a:buFont typeface="Arial" panose="020B0604020202020204" pitchFamily="34" charset="0"/>
              <a:buNone/>
            </a:pPr>
            <a:r>
              <a:rPr lang="en-US" dirty="0"/>
              <a:t>We’ll see these kinds of diagrams a lot</a:t>
            </a:r>
            <a:endParaRPr lang="en-US" dirty="0"/>
          </a:p>
          <a:p>
            <a:pPr marL="171450" indent="-171450">
              <a:buFont typeface="Arial" panose="020B0604020202020204" pitchFamily="34" charset="0"/>
              <a:buChar char="•"/>
            </a:pP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</a:fld>
            <a:endParaRPr lang="en-US" dirty="0"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</a:fld>
            <a:endParaRPr lang="en-US" dirty="0"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</a:fld>
            <a:endParaRPr lang="en-US" dirty="0"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F824D04E-AA50-BC46-9B31-7DE1CAAAA3B9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F824D04E-AA50-BC46-9B31-7DE1CAAAA3B9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</a:fld>
            <a:endParaRPr lang="en-US" dirty="0"/>
          </a:p>
        </p:txBody>
      </p:sp>
    </p:spTree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Segue: from performance to security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</a:fld>
            <a:endParaRPr lang="en-US" dirty="0"/>
          </a:p>
        </p:txBody>
      </p:sp>
    </p:spTree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</a:fld>
            <a:endParaRPr lang="en-US" dirty="0"/>
          </a:p>
        </p:txBody>
      </p:sp>
    </p:spTree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</a:fld>
            <a:endParaRPr lang="en-US" dirty="0"/>
          </a:p>
        </p:txBody>
      </p:sp>
    </p:spTree>
  </p:cSld>
  <p:clrMapOvr>
    <a:masterClrMapping/>
  </p:clrMapOvr>
</p:notes>
</file>

<file path=ppt/notesSlides/notesSlide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6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6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6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6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6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7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7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7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7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7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</a:fld>
            <a:endParaRPr lang="en-US" dirty="0"/>
          </a:p>
        </p:txBody>
      </p:sp>
    </p:spTree>
  </p:cSld>
  <p:clrMapOvr>
    <a:masterClrMapping/>
  </p:clrMapOvr>
</p:notes>
</file>

<file path=ppt/notesSlides/notesSlide7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7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7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7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7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8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</a:fld>
            <a:endParaRPr lang="en-US" dirty="0"/>
          </a:p>
        </p:txBody>
      </p:sp>
    </p:spTree>
  </p:cSld>
  <p:clrMapOvr>
    <a:masterClrMapping/>
  </p:clrMapOvr>
</p:notes>
</file>

<file path=ppt/notesSlides/notesSlide8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</a:fld>
            <a:endParaRPr lang="en-US" dirty="0"/>
          </a:p>
        </p:txBody>
      </p:sp>
    </p:spTree>
  </p:cSld>
  <p:clrMapOvr>
    <a:masterClrMapping/>
  </p:clrMapOvr>
</p:notes>
</file>

<file path=ppt/notesSlides/notesSlide8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</a:fld>
            <a:endParaRPr lang="en-US" dirty="0"/>
          </a:p>
        </p:txBody>
      </p:sp>
    </p:spTree>
  </p:cSld>
  <p:clrMapOvr>
    <a:masterClrMapping/>
  </p:clrMapOvr>
</p:notes>
</file>

<file path=ppt/notesSlides/notesSlide8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</a:fld>
            <a:endParaRPr lang="en-US" dirty="0"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en-US"/>
          </a:p>
        </p:txBody>
      </p:sp>
      <p:sp>
        <p:nvSpPr>
          <p:cNvPr id="10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</a:fld>
            <a:endParaRPr lang="en-US" dirty="0"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838200" y="1724027"/>
            <a:ext cx="10515600" cy="4351338"/>
          </a:xfr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  <a:endParaRPr lang="en-US" dirty="0"/>
          </a:p>
          <a:p>
            <a:pPr lvl="1"/>
            <a:r>
              <a:rPr lang="en-US" dirty="0"/>
              <a:t>Second level</a:t>
            </a:r>
            <a:endParaRPr lang="en-US" dirty="0"/>
          </a:p>
          <a:p>
            <a:pPr lvl="2"/>
            <a:r>
              <a:rPr lang="en-US" dirty="0"/>
              <a:t>Third level</a:t>
            </a:r>
            <a:endParaRPr lang="en-US" dirty="0"/>
          </a:p>
          <a:p>
            <a:pPr lvl="3"/>
            <a:r>
              <a:rPr lang="en-US" dirty="0"/>
              <a:t>Fourth level</a:t>
            </a:r>
            <a:endParaRPr lang="en-US" dirty="0"/>
          </a:p>
          <a:p>
            <a:pPr lvl="4"/>
            <a:r>
              <a:rPr lang="en-US" dirty="0"/>
              <a:t>Fifth level</a:t>
            </a:r>
            <a:endParaRPr lang="en-US" dirty="0"/>
          </a:p>
        </p:txBody>
      </p:sp>
      <p:sp>
        <p:nvSpPr>
          <p:cNvPr id="8" name="Title 7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  <a:endParaRPr lang="en-US" dirty="0"/>
          </a:p>
        </p:txBody>
      </p:sp>
      <p:sp>
        <p:nvSpPr>
          <p:cNvPr id="10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</a:fld>
            <a:endParaRPr lang="en-US" dirty="0"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  <a:endParaRPr lang="en-US"/>
          </a:p>
          <a:p>
            <a:pPr lvl="1"/>
            <a:r>
              <a:rPr lang="en-US"/>
              <a:t>Second level</a:t>
            </a:r>
            <a:endParaRPr lang="en-US"/>
          </a:p>
          <a:p>
            <a:pPr lvl="2"/>
            <a:r>
              <a:rPr lang="en-US"/>
              <a:t>Third level</a:t>
            </a:r>
            <a:endParaRPr lang="en-US"/>
          </a:p>
          <a:p>
            <a:pPr lvl="3"/>
            <a:r>
              <a:rPr lang="en-US"/>
              <a:t>Fourth level</a:t>
            </a:r>
            <a:endParaRPr lang="en-US"/>
          </a:p>
          <a:p>
            <a:pPr lvl="4"/>
            <a:r>
              <a:rPr lang="en-US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  <a:endParaRPr lang="en-US"/>
          </a:p>
          <a:p>
            <a:pPr lvl="1"/>
            <a:r>
              <a:rPr lang="en-US"/>
              <a:t>Second level</a:t>
            </a:r>
            <a:endParaRPr lang="en-US"/>
          </a:p>
          <a:p>
            <a:pPr lvl="2"/>
            <a:r>
              <a:rPr lang="en-US"/>
              <a:t>Third level</a:t>
            </a:r>
            <a:endParaRPr lang="en-US"/>
          </a:p>
          <a:p>
            <a:pPr lvl="3"/>
            <a:r>
              <a:rPr lang="en-US"/>
              <a:t>Fourth level</a:t>
            </a:r>
            <a:endParaRPr lang="en-US"/>
          </a:p>
          <a:p>
            <a:pPr lvl="4"/>
            <a:r>
              <a:rPr lang="en-US"/>
              <a:t>Fifth level</a:t>
            </a:r>
            <a:endParaRPr lang="en-US"/>
          </a:p>
        </p:txBody>
      </p:sp>
      <p:sp>
        <p:nvSpPr>
          <p:cNvPr id="10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</a:fld>
            <a:endParaRPr lang="en-US" dirty="0"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  <a:endParaRPr lang="en-US" dirty="0"/>
          </a:p>
        </p:txBody>
      </p:sp>
      <p:sp>
        <p:nvSpPr>
          <p:cNvPr id="8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</a:fld>
            <a:endParaRPr lang="en-US" dirty="0"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5" Type="http://schemas.openxmlformats.org/officeDocument/2006/relationships/theme" Target="../theme/theme1.xml"/><Relationship Id="rId4" Type="http://schemas.openxmlformats.org/officeDocument/2006/relationships/slideLayout" Target="../slideLayouts/slideLayout4.xml"/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dirty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dirty="0"/>
              <a:t>Click to edit Master text styles</a:t>
            </a:r>
            <a:endParaRPr lang="en-US" dirty="0"/>
          </a:p>
          <a:p>
            <a:pPr lvl="1"/>
            <a:r>
              <a:rPr lang="en-US" dirty="0"/>
              <a:t>Second level</a:t>
            </a:r>
            <a:endParaRPr lang="en-US" dirty="0"/>
          </a:p>
          <a:p>
            <a:pPr lvl="2"/>
            <a:r>
              <a:rPr lang="en-US" dirty="0"/>
              <a:t>Third level</a:t>
            </a:r>
            <a:endParaRPr lang="en-US" dirty="0"/>
          </a:p>
          <a:p>
            <a:pPr lvl="3"/>
            <a:r>
              <a:rPr lang="en-US" dirty="0"/>
              <a:t>Fourth level</a:t>
            </a:r>
            <a:endParaRPr lang="en-US" dirty="0"/>
          </a:p>
          <a:p>
            <a:pPr lvl="4"/>
            <a:r>
              <a:rPr lang="en-US" dirty="0"/>
              <a:t>Fifth level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</a:fld>
            <a:endParaRPr lang="en-US" dirty="0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000" b="1" kern="1200">
          <a:solidFill>
            <a:srgbClr val="0000A3"/>
          </a:solidFill>
          <a:latin typeface="+mn-lt"/>
          <a:ea typeface="+mj-ea"/>
          <a:cs typeface="+mj-cs"/>
        </a:defRPr>
      </a:lvl1pPr>
    </p:titleStyle>
    <p:bodyStyle>
      <a:lvl1pPr marL="352425" indent="-222250" algn="l" defTabSz="914400" rtl="0" eaLnBrk="1" latinLnBrk="0" hangingPunct="1">
        <a:lnSpc>
          <a:spcPct val="90000"/>
        </a:lnSpc>
        <a:spcBef>
          <a:spcPts val="1000"/>
        </a:spcBef>
        <a:buClr>
          <a:srgbClr val="0000A3"/>
        </a:buClr>
        <a:buFont typeface="Wingdings" panose="05000000000000000000" pitchFamily="2" charset="2"/>
        <a:buChar char="§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95325" indent="-231775" algn="l" defTabSz="914400" rtl="0" eaLnBrk="1" latinLnBrk="0" hangingPunct="1">
        <a:lnSpc>
          <a:spcPct val="90000"/>
        </a:lnSpc>
        <a:spcBef>
          <a:spcPts val="500"/>
        </a:spcBef>
        <a:buClr>
          <a:srgbClr val="0000A8"/>
        </a:buClr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.xml"/><Relationship Id="rId2" Type="http://schemas.openxmlformats.org/officeDocument/2006/relationships/image" Target="../media/image2.png"/><Relationship Id="rId1" Type="http://schemas.openxmlformats.org/officeDocument/2006/relationships/image" Target="../media/image1.png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.xml"/><Relationship Id="rId2" Type="http://schemas.openxmlformats.org/officeDocument/2006/relationships/slideLayout" Target="../slideLayouts/slideLayout4.xml"/><Relationship Id="rId1" Type="http://schemas.openxmlformats.org/officeDocument/2006/relationships/image" Target="../media/image3.jpeg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.xml"/><Relationship Id="rId2" Type="http://schemas.openxmlformats.org/officeDocument/2006/relationships/slideLayout" Target="../slideLayouts/slideLayout3.xml"/><Relationship Id="rId1" Type="http://schemas.openxmlformats.org/officeDocument/2006/relationships/image" Target="../media/image4.jpeg"/></Relationships>
</file>

<file path=ppt/slides/_rels/slide5.xml.rels><?xml version="1.0" encoding="UTF-8" standalone="yes"?>
<Relationships xmlns="http://schemas.openxmlformats.org/package/2006/relationships"><Relationship Id="rId9" Type="http://schemas.openxmlformats.org/officeDocument/2006/relationships/image" Target="../media/image13.png"/><Relationship Id="rId8" Type="http://schemas.openxmlformats.org/officeDocument/2006/relationships/image" Target="../media/image12.png"/><Relationship Id="rId7" Type="http://schemas.openxmlformats.org/officeDocument/2006/relationships/image" Target="../media/image11.png"/><Relationship Id="rId6" Type="http://schemas.openxmlformats.org/officeDocument/2006/relationships/image" Target="../media/image10.png"/><Relationship Id="rId5" Type="http://schemas.openxmlformats.org/officeDocument/2006/relationships/image" Target="../media/image9.png"/><Relationship Id="rId4" Type="http://schemas.openxmlformats.org/officeDocument/2006/relationships/image" Target="../media/image8.jpeg"/><Relationship Id="rId3" Type="http://schemas.openxmlformats.org/officeDocument/2006/relationships/image" Target="../media/image7.png"/><Relationship Id="rId24" Type="http://schemas.openxmlformats.org/officeDocument/2006/relationships/notesSlide" Target="../notesSlides/notesSlide3.xml"/><Relationship Id="rId23" Type="http://schemas.openxmlformats.org/officeDocument/2006/relationships/slideLayout" Target="../slideLayouts/slideLayout3.xml"/><Relationship Id="rId22" Type="http://schemas.openxmlformats.org/officeDocument/2006/relationships/image" Target="../media/image26.png"/><Relationship Id="rId21" Type="http://schemas.openxmlformats.org/officeDocument/2006/relationships/image" Target="../media/image25.png"/><Relationship Id="rId20" Type="http://schemas.openxmlformats.org/officeDocument/2006/relationships/image" Target="../media/image24.png"/><Relationship Id="rId2" Type="http://schemas.openxmlformats.org/officeDocument/2006/relationships/image" Target="../media/image6.png"/><Relationship Id="rId19" Type="http://schemas.openxmlformats.org/officeDocument/2006/relationships/image" Target="../media/image23.png"/><Relationship Id="rId18" Type="http://schemas.openxmlformats.org/officeDocument/2006/relationships/image" Target="../media/image22.png"/><Relationship Id="rId17" Type="http://schemas.openxmlformats.org/officeDocument/2006/relationships/image" Target="../media/image21.png"/><Relationship Id="rId16" Type="http://schemas.openxmlformats.org/officeDocument/2006/relationships/image" Target="../media/image20.png"/><Relationship Id="rId15" Type="http://schemas.openxmlformats.org/officeDocument/2006/relationships/image" Target="../media/image19.png"/><Relationship Id="rId14" Type="http://schemas.openxmlformats.org/officeDocument/2006/relationships/image" Target="../media/image18.png"/><Relationship Id="rId13" Type="http://schemas.openxmlformats.org/officeDocument/2006/relationships/image" Target="../media/image17.png"/><Relationship Id="rId12" Type="http://schemas.openxmlformats.org/officeDocument/2006/relationships/image" Target="../media/image16.png"/><Relationship Id="rId11" Type="http://schemas.openxmlformats.org/officeDocument/2006/relationships/image" Target="../media/image15.png"/><Relationship Id="rId10" Type="http://schemas.openxmlformats.org/officeDocument/2006/relationships/image" Target="../media/image14.png"/><Relationship Id="rId1" Type="http://schemas.openxmlformats.org/officeDocument/2006/relationships/image" Target="../media/image5.png"/></Relationships>
</file>

<file path=ppt/slides/_rels/slide6.xml.rels><?xml version="1.0" encoding="UTF-8" standalone="yes"?>
<Relationships xmlns="http://schemas.openxmlformats.org/package/2006/relationships"><Relationship Id="rId9" Type="http://schemas.openxmlformats.org/officeDocument/2006/relationships/image" Target="../media/image34.png"/><Relationship Id="rId8" Type="http://schemas.openxmlformats.org/officeDocument/2006/relationships/image" Target="../media/image33.emf"/><Relationship Id="rId7" Type="http://schemas.openxmlformats.org/officeDocument/2006/relationships/image" Target="../media/image32.png"/><Relationship Id="rId6" Type="http://schemas.openxmlformats.org/officeDocument/2006/relationships/oleObject" Target="../embeddings/oleObject1.bin"/><Relationship Id="rId5" Type="http://schemas.openxmlformats.org/officeDocument/2006/relationships/image" Target="../media/image31.jpeg"/><Relationship Id="rId4" Type="http://schemas.openxmlformats.org/officeDocument/2006/relationships/image" Target="../media/image30.png"/><Relationship Id="rId3" Type="http://schemas.openxmlformats.org/officeDocument/2006/relationships/image" Target="../media/image29.png"/><Relationship Id="rId20" Type="http://schemas.openxmlformats.org/officeDocument/2006/relationships/vmlDrawing" Target="../drawings/vmlDrawing1.vml"/><Relationship Id="rId2" Type="http://schemas.openxmlformats.org/officeDocument/2006/relationships/image" Target="../media/image28.jpeg"/><Relationship Id="rId19" Type="http://schemas.openxmlformats.org/officeDocument/2006/relationships/slideLayout" Target="../slideLayouts/slideLayout4.xml"/><Relationship Id="rId18" Type="http://schemas.openxmlformats.org/officeDocument/2006/relationships/image" Target="../media/image43.png"/><Relationship Id="rId17" Type="http://schemas.openxmlformats.org/officeDocument/2006/relationships/image" Target="../media/image42.png"/><Relationship Id="rId16" Type="http://schemas.openxmlformats.org/officeDocument/2006/relationships/image" Target="../media/image41.png"/><Relationship Id="rId15" Type="http://schemas.openxmlformats.org/officeDocument/2006/relationships/image" Target="../media/image40.png"/><Relationship Id="rId14" Type="http://schemas.openxmlformats.org/officeDocument/2006/relationships/image" Target="../media/image39.png"/><Relationship Id="rId13" Type="http://schemas.openxmlformats.org/officeDocument/2006/relationships/image" Target="../media/image38.png"/><Relationship Id="rId12" Type="http://schemas.openxmlformats.org/officeDocument/2006/relationships/image" Target="../media/image37.jpeg"/><Relationship Id="rId11" Type="http://schemas.openxmlformats.org/officeDocument/2006/relationships/image" Target="../media/image36.jpeg"/><Relationship Id="rId10" Type="http://schemas.openxmlformats.org/officeDocument/2006/relationships/image" Target="../media/image35.png"/><Relationship Id="rId1" Type="http://schemas.openxmlformats.org/officeDocument/2006/relationships/image" Target="../media/image27.png"/></Relationships>
</file>

<file path=ppt/slides/_rels/slide7.xml.rels><?xml version="1.0" encoding="UTF-8" standalone="yes"?>
<Relationships xmlns="http://schemas.openxmlformats.org/package/2006/relationships"><Relationship Id="rId9" Type="http://schemas.openxmlformats.org/officeDocument/2006/relationships/image" Target="../media/image18.png"/><Relationship Id="rId8" Type="http://schemas.openxmlformats.org/officeDocument/2006/relationships/image" Target="../media/image23.png"/><Relationship Id="rId7" Type="http://schemas.openxmlformats.org/officeDocument/2006/relationships/image" Target="../media/image22.png"/><Relationship Id="rId6" Type="http://schemas.openxmlformats.org/officeDocument/2006/relationships/image" Target="../media/image19.png"/><Relationship Id="rId5" Type="http://schemas.openxmlformats.org/officeDocument/2006/relationships/image" Target="../media/image13.png"/><Relationship Id="rId4" Type="http://schemas.openxmlformats.org/officeDocument/2006/relationships/image" Target="../media/image12.png"/><Relationship Id="rId3" Type="http://schemas.openxmlformats.org/officeDocument/2006/relationships/image" Target="../media/image5.png"/><Relationship Id="rId22" Type="http://schemas.openxmlformats.org/officeDocument/2006/relationships/slideLayout" Target="../slideLayouts/slideLayout2.xml"/><Relationship Id="rId21" Type="http://schemas.openxmlformats.org/officeDocument/2006/relationships/image" Target="../media/image6.png"/><Relationship Id="rId20" Type="http://schemas.openxmlformats.org/officeDocument/2006/relationships/image" Target="../media/image11.png"/><Relationship Id="rId2" Type="http://schemas.openxmlformats.org/officeDocument/2006/relationships/image" Target="../media/image7.png"/><Relationship Id="rId19" Type="http://schemas.openxmlformats.org/officeDocument/2006/relationships/image" Target="../media/image10.png"/><Relationship Id="rId18" Type="http://schemas.openxmlformats.org/officeDocument/2006/relationships/image" Target="../media/image9.png"/><Relationship Id="rId17" Type="http://schemas.openxmlformats.org/officeDocument/2006/relationships/image" Target="../media/image17.png"/><Relationship Id="rId16" Type="http://schemas.openxmlformats.org/officeDocument/2006/relationships/image" Target="../media/image16.png"/><Relationship Id="rId15" Type="http://schemas.openxmlformats.org/officeDocument/2006/relationships/image" Target="../media/image14.png"/><Relationship Id="rId14" Type="http://schemas.openxmlformats.org/officeDocument/2006/relationships/image" Target="../media/image26.png"/><Relationship Id="rId13" Type="http://schemas.openxmlformats.org/officeDocument/2006/relationships/image" Target="../media/image25.png"/><Relationship Id="rId12" Type="http://schemas.openxmlformats.org/officeDocument/2006/relationships/image" Target="../media/image24.png"/><Relationship Id="rId11" Type="http://schemas.openxmlformats.org/officeDocument/2006/relationships/image" Target="../media/image15.png"/><Relationship Id="rId10" Type="http://schemas.openxmlformats.org/officeDocument/2006/relationships/image" Target="../media/image20.png"/><Relationship Id="rId1" Type="http://schemas.openxmlformats.org/officeDocument/2006/relationships/image" Target="../media/image21.png"/></Relationships>
</file>

<file path=ppt/slides/_rels/slide8.xml.rels><?xml version="1.0" encoding="UTF-8" standalone="yes"?>
<Relationships xmlns="http://schemas.openxmlformats.org/package/2006/relationships"><Relationship Id="rId9" Type="http://schemas.openxmlformats.org/officeDocument/2006/relationships/image" Target="../media/image18.png"/><Relationship Id="rId8" Type="http://schemas.openxmlformats.org/officeDocument/2006/relationships/image" Target="../media/image23.png"/><Relationship Id="rId7" Type="http://schemas.openxmlformats.org/officeDocument/2006/relationships/image" Target="../media/image22.png"/><Relationship Id="rId6" Type="http://schemas.openxmlformats.org/officeDocument/2006/relationships/image" Target="../media/image19.png"/><Relationship Id="rId5" Type="http://schemas.openxmlformats.org/officeDocument/2006/relationships/image" Target="../media/image13.png"/><Relationship Id="rId4" Type="http://schemas.openxmlformats.org/officeDocument/2006/relationships/image" Target="../media/image12.png"/><Relationship Id="rId3" Type="http://schemas.openxmlformats.org/officeDocument/2006/relationships/image" Target="../media/image5.png"/><Relationship Id="rId22" Type="http://schemas.openxmlformats.org/officeDocument/2006/relationships/slideLayout" Target="../slideLayouts/slideLayout2.xml"/><Relationship Id="rId21" Type="http://schemas.openxmlformats.org/officeDocument/2006/relationships/image" Target="../media/image6.png"/><Relationship Id="rId20" Type="http://schemas.openxmlformats.org/officeDocument/2006/relationships/image" Target="../media/image11.png"/><Relationship Id="rId2" Type="http://schemas.openxmlformats.org/officeDocument/2006/relationships/image" Target="../media/image7.png"/><Relationship Id="rId19" Type="http://schemas.openxmlformats.org/officeDocument/2006/relationships/image" Target="../media/image10.png"/><Relationship Id="rId18" Type="http://schemas.openxmlformats.org/officeDocument/2006/relationships/image" Target="../media/image9.png"/><Relationship Id="rId17" Type="http://schemas.openxmlformats.org/officeDocument/2006/relationships/image" Target="../media/image17.png"/><Relationship Id="rId16" Type="http://schemas.openxmlformats.org/officeDocument/2006/relationships/image" Target="../media/image16.png"/><Relationship Id="rId15" Type="http://schemas.openxmlformats.org/officeDocument/2006/relationships/image" Target="../media/image14.png"/><Relationship Id="rId14" Type="http://schemas.openxmlformats.org/officeDocument/2006/relationships/image" Target="../media/image26.png"/><Relationship Id="rId13" Type="http://schemas.openxmlformats.org/officeDocument/2006/relationships/image" Target="../media/image25.png"/><Relationship Id="rId12" Type="http://schemas.openxmlformats.org/officeDocument/2006/relationships/image" Target="../media/image24.png"/><Relationship Id="rId11" Type="http://schemas.openxmlformats.org/officeDocument/2006/relationships/image" Target="../media/image15.png"/><Relationship Id="rId10" Type="http://schemas.openxmlformats.org/officeDocument/2006/relationships/image" Target="../media/image20.png"/><Relationship Id="rId1" Type="http://schemas.openxmlformats.org/officeDocument/2006/relationships/image" Target="../media/image21.png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.xml"/></Relationships>
</file>

<file path=ppt/slides/_rels/slide10.xml.rels><?xml version="1.0" encoding="UTF-8" standalone="yes"?>
<Relationships xmlns="http://schemas.openxmlformats.org/package/2006/relationships"><Relationship Id="rId5" Type="http://schemas.openxmlformats.org/officeDocument/2006/relationships/notesSlide" Target="../notesSlides/notesSlide5.xml"/><Relationship Id="rId4" Type="http://schemas.openxmlformats.org/officeDocument/2006/relationships/slideLayout" Target="../slideLayouts/slideLayout2.xml"/><Relationship Id="rId3" Type="http://schemas.openxmlformats.org/officeDocument/2006/relationships/image" Target="../media/image46.png"/><Relationship Id="rId2" Type="http://schemas.openxmlformats.org/officeDocument/2006/relationships/image" Target="../media/image45.png"/><Relationship Id="rId1" Type="http://schemas.openxmlformats.org/officeDocument/2006/relationships/image" Target="../media/image44.png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6.xml"/><Relationship Id="rId2" Type="http://schemas.openxmlformats.org/officeDocument/2006/relationships/slideLayout" Target="../slideLayouts/slideLayout3.xml"/><Relationship Id="rId1" Type="http://schemas.openxmlformats.org/officeDocument/2006/relationships/image" Target="../media/image4.jpeg"/></Relationships>
</file>

<file path=ppt/slides/_rels/slide12.xml.rels><?xml version="1.0" encoding="UTF-8" standalone="yes"?>
<Relationships xmlns="http://schemas.openxmlformats.org/package/2006/relationships"><Relationship Id="rId9" Type="http://schemas.openxmlformats.org/officeDocument/2006/relationships/image" Target="../media/image23.png"/><Relationship Id="rId8" Type="http://schemas.openxmlformats.org/officeDocument/2006/relationships/image" Target="../media/image22.png"/><Relationship Id="rId7" Type="http://schemas.openxmlformats.org/officeDocument/2006/relationships/image" Target="../media/image19.png"/><Relationship Id="rId6" Type="http://schemas.openxmlformats.org/officeDocument/2006/relationships/image" Target="../media/image13.png"/><Relationship Id="rId5" Type="http://schemas.openxmlformats.org/officeDocument/2006/relationships/image" Target="../media/image12.png"/><Relationship Id="rId4" Type="http://schemas.openxmlformats.org/officeDocument/2006/relationships/image" Target="../media/image6.png"/><Relationship Id="rId3" Type="http://schemas.openxmlformats.org/officeDocument/2006/relationships/image" Target="../media/image5.png"/><Relationship Id="rId23" Type="http://schemas.openxmlformats.org/officeDocument/2006/relationships/notesSlide" Target="../notesSlides/notesSlide7.xml"/><Relationship Id="rId22" Type="http://schemas.openxmlformats.org/officeDocument/2006/relationships/slideLayout" Target="../slideLayouts/slideLayout3.xml"/><Relationship Id="rId21" Type="http://schemas.openxmlformats.org/officeDocument/2006/relationships/image" Target="../media/image11.png"/><Relationship Id="rId20" Type="http://schemas.openxmlformats.org/officeDocument/2006/relationships/image" Target="../media/image10.png"/><Relationship Id="rId2" Type="http://schemas.openxmlformats.org/officeDocument/2006/relationships/image" Target="../media/image7.png"/><Relationship Id="rId19" Type="http://schemas.openxmlformats.org/officeDocument/2006/relationships/image" Target="../media/image9.png"/><Relationship Id="rId18" Type="http://schemas.openxmlformats.org/officeDocument/2006/relationships/image" Target="../media/image17.png"/><Relationship Id="rId17" Type="http://schemas.openxmlformats.org/officeDocument/2006/relationships/image" Target="../media/image16.png"/><Relationship Id="rId16" Type="http://schemas.openxmlformats.org/officeDocument/2006/relationships/image" Target="../media/image14.png"/><Relationship Id="rId15" Type="http://schemas.openxmlformats.org/officeDocument/2006/relationships/image" Target="../media/image26.png"/><Relationship Id="rId14" Type="http://schemas.openxmlformats.org/officeDocument/2006/relationships/image" Target="../media/image25.png"/><Relationship Id="rId13" Type="http://schemas.openxmlformats.org/officeDocument/2006/relationships/image" Target="../media/image24.png"/><Relationship Id="rId12" Type="http://schemas.openxmlformats.org/officeDocument/2006/relationships/image" Target="../media/image15.png"/><Relationship Id="rId11" Type="http://schemas.openxmlformats.org/officeDocument/2006/relationships/image" Target="../media/image20.png"/><Relationship Id="rId10" Type="http://schemas.openxmlformats.org/officeDocument/2006/relationships/image" Target="../media/image18.png"/><Relationship Id="rId1" Type="http://schemas.openxmlformats.org/officeDocument/2006/relationships/image" Target="../media/image21.png"/></Relationships>
</file>

<file path=ppt/slides/_rels/slide13.xml.rels><?xml version="1.0" encoding="UTF-8" standalone="yes"?>
<Relationships xmlns="http://schemas.openxmlformats.org/package/2006/relationships"><Relationship Id="rId9" Type="http://schemas.openxmlformats.org/officeDocument/2006/relationships/image" Target="../media/image14.png"/><Relationship Id="rId8" Type="http://schemas.openxmlformats.org/officeDocument/2006/relationships/image" Target="../media/image26.png"/><Relationship Id="rId7" Type="http://schemas.openxmlformats.org/officeDocument/2006/relationships/image" Target="../media/image25.png"/><Relationship Id="rId6" Type="http://schemas.openxmlformats.org/officeDocument/2006/relationships/image" Target="../media/image24.png"/><Relationship Id="rId5" Type="http://schemas.openxmlformats.org/officeDocument/2006/relationships/image" Target="../media/image20.png"/><Relationship Id="rId4" Type="http://schemas.openxmlformats.org/officeDocument/2006/relationships/image" Target="../media/image18.png"/><Relationship Id="rId3" Type="http://schemas.openxmlformats.org/officeDocument/2006/relationships/image" Target="../media/image23.png"/><Relationship Id="rId23" Type="http://schemas.openxmlformats.org/officeDocument/2006/relationships/notesSlide" Target="../notesSlides/notesSlide8.xml"/><Relationship Id="rId22" Type="http://schemas.openxmlformats.org/officeDocument/2006/relationships/slideLayout" Target="../slideLayouts/slideLayout3.xml"/><Relationship Id="rId21" Type="http://schemas.openxmlformats.org/officeDocument/2006/relationships/image" Target="../media/image9.png"/><Relationship Id="rId20" Type="http://schemas.openxmlformats.org/officeDocument/2006/relationships/image" Target="../media/image7.png"/><Relationship Id="rId2" Type="http://schemas.openxmlformats.org/officeDocument/2006/relationships/image" Target="../media/image22.png"/><Relationship Id="rId19" Type="http://schemas.openxmlformats.org/officeDocument/2006/relationships/image" Target="../media/image16.png"/><Relationship Id="rId18" Type="http://schemas.openxmlformats.org/officeDocument/2006/relationships/image" Target="../media/image15.png"/><Relationship Id="rId17" Type="http://schemas.openxmlformats.org/officeDocument/2006/relationships/image" Target="../media/image21.png"/><Relationship Id="rId16" Type="http://schemas.openxmlformats.org/officeDocument/2006/relationships/image" Target="../media/image6.png"/><Relationship Id="rId15" Type="http://schemas.openxmlformats.org/officeDocument/2006/relationships/image" Target="../media/image19.png"/><Relationship Id="rId14" Type="http://schemas.openxmlformats.org/officeDocument/2006/relationships/image" Target="../media/image13.png"/><Relationship Id="rId13" Type="http://schemas.openxmlformats.org/officeDocument/2006/relationships/image" Target="../media/image5.png"/><Relationship Id="rId12" Type="http://schemas.openxmlformats.org/officeDocument/2006/relationships/image" Target="../media/image11.png"/><Relationship Id="rId11" Type="http://schemas.openxmlformats.org/officeDocument/2006/relationships/image" Target="../media/image10.png"/><Relationship Id="rId10" Type="http://schemas.openxmlformats.org/officeDocument/2006/relationships/image" Target="../media/image17.png"/><Relationship Id="rId1" Type="http://schemas.openxmlformats.org/officeDocument/2006/relationships/image" Target="../media/image12.png"/></Relationships>
</file>

<file path=ppt/slides/_rels/slide14.xml.rels><?xml version="1.0" encoding="UTF-8" standalone="yes"?>
<Relationships xmlns="http://schemas.openxmlformats.org/package/2006/relationships"><Relationship Id="rId9" Type="http://schemas.openxmlformats.org/officeDocument/2006/relationships/image" Target="../media/image14.png"/><Relationship Id="rId8" Type="http://schemas.openxmlformats.org/officeDocument/2006/relationships/image" Target="../media/image26.png"/><Relationship Id="rId7" Type="http://schemas.openxmlformats.org/officeDocument/2006/relationships/image" Target="../media/image25.png"/><Relationship Id="rId6" Type="http://schemas.openxmlformats.org/officeDocument/2006/relationships/image" Target="../media/image24.png"/><Relationship Id="rId5" Type="http://schemas.openxmlformats.org/officeDocument/2006/relationships/image" Target="../media/image20.png"/><Relationship Id="rId4" Type="http://schemas.openxmlformats.org/officeDocument/2006/relationships/image" Target="../media/image18.png"/><Relationship Id="rId3" Type="http://schemas.openxmlformats.org/officeDocument/2006/relationships/image" Target="../media/image23.png"/><Relationship Id="rId23" Type="http://schemas.openxmlformats.org/officeDocument/2006/relationships/notesSlide" Target="../notesSlides/notesSlide9.xml"/><Relationship Id="rId22" Type="http://schemas.openxmlformats.org/officeDocument/2006/relationships/slideLayout" Target="../slideLayouts/slideLayout3.xml"/><Relationship Id="rId21" Type="http://schemas.openxmlformats.org/officeDocument/2006/relationships/image" Target="../media/image9.png"/><Relationship Id="rId20" Type="http://schemas.openxmlformats.org/officeDocument/2006/relationships/image" Target="../media/image7.png"/><Relationship Id="rId2" Type="http://schemas.openxmlformats.org/officeDocument/2006/relationships/image" Target="../media/image22.png"/><Relationship Id="rId19" Type="http://schemas.openxmlformats.org/officeDocument/2006/relationships/image" Target="../media/image16.png"/><Relationship Id="rId18" Type="http://schemas.openxmlformats.org/officeDocument/2006/relationships/image" Target="../media/image15.png"/><Relationship Id="rId17" Type="http://schemas.openxmlformats.org/officeDocument/2006/relationships/image" Target="../media/image21.png"/><Relationship Id="rId16" Type="http://schemas.openxmlformats.org/officeDocument/2006/relationships/image" Target="../media/image6.png"/><Relationship Id="rId15" Type="http://schemas.openxmlformats.org/officeDocument/2006/relationships/image" Target="../media/image19.png"/><Relationship Id="rId14" Type="http://schemas.openxmlformats.org/officeDocument/2006/relationships/image" Target="../media/image13.png"/><Relationship Id="rId13" Type="http://schemas.openxmlformats.org/officeDocument/2006/relationships/image" Target="../media/image5.png"/><Relationship Id="rId12" Type="http://schemas.openxmlformats.org/officeDocument/2006/relationships/image" Target="../media/image11.png"/><Relationship Id="rId11" Type="http://schemas.openxmlformats.org/officeDocument/2006/relationships/image" Target="../media/image10.png"/><Relationship Id="rId10" Type="http://schemas.openxmlformats.org/officeDocument/2006/relationships/image" Target="../media/image17.png"/><Relationship Id="rId1" Type="http://schemas.openxmlformats.org/officeDocument/2006/relationships/image" Target="../media/image12.png"/></Relationships>
</file>

<file path=ppt/slides/_rels/slide15.xml.rels><?xml version="1.0" encoding="UTF-8" standalone="yes"?>
<Relationships xmlns="http://schemas.openxmlformats.org/package/2006/relationships"><Relationship Id="rId9" Type="http://schemas.openxmlformats.org/officeDocument/2006/relationships/image" Target="../media/image14.png"/><Relationship Id="rId8" Type="http://schemas.openxmlformats.org/officeDocument/2006/relationships/image" Target="../media/image26.png"/><Relationship Id="rId7" Type="http://schemas.openxmlformats.org/officeDocument/2006/relationships/image" Target="../media/image25.png"/><Relationship Id="rId6" Type="http://schemas.openxmlformats.org/officeDocument/2006/relationships/image" Target="../media/image24.png"/><Relationship Id="rId5" Type="http://schemas.openxmlformats.org/officeDocument/2006/relationships/image" Target="../media/image20.png"/><Relationship Id="rId4" Type="http://schemas.openxmlformats.org/officeDocument/2006/relationships/image" Target="../media/image18.png"/><Relationship Id="rId3" Type="http://schemas.openxmlformats.org/officeDocument/2006/relationships/image" Target="../media/image23.png"/><Relationship Id="rId23" Type="http://schemas.openxmlformats.org/officeDocument/2006/relationships/notesSlide" Target="../notesSlides/notesSlide10.xml"/><Relationship Id="rId22" Type="http://schemas.openxmlformats.org/officeDocument/2006/relationships/slideLayout" Target="../slideLayouts/slideLayout3.xml"/><Relationship Id="rId21" Type="http://schemas.openxmlformats.org/officeDocument/2006/relationships/image" Target="../media/image9.png"/><Relationship Id="rId20" Type="http://schemas.openxmlformats.org/officeDocument/2006/relationships/image" Target="../media/image7.png"/><Relationship Id="rId2" Type="http://schemas.openxmlformats.org/officeDocument/2006/relationships/image" Target="../media/image22.png"/><Relationship Id="rId19" Type="http://schemas.openxmlformats.org/officeDocument/2006/relationships/image" Target="../media/image16.png"/><Relationship Id="rId18" Type="http://schemas.openxmlformats.org/officeDocument/2006/relationships/image" Target="../media/image15.png"/><Relationship Id="rId17" Type="http://schemas.openxmlformats.org/officeDocument/2006/relationships/image" Target="../media/image21.png"/><Relationship Id="rId16" Type="http://schemas.openxmlformats.org/officeDocument/2006/relationships/image" Target="../media/image6.png"/><Relationship Id="rId15" Type="http://schemas.openxmlformats.org/officeDocument/2006/relationships/image" Target="../media/image19.png"/><Relationship Id="rId14" Type="http://schemas.openxmlformats.org/officeDocument/2006/relationships/image" Target="../media/image13.png"/><Relationship Id="rId13" Type="http://schemas.openxmlformats.org/officeDocument/2006/relationships/image" Target="../media/image5.png"/><Relationship Id="rId12" Type="http://schemas.openxmlformats.org/officeDocument/2006/relationships/image" Target="../media/image11.png"/><Relationship Id="rId11" Type="http://schemas.openxmlformats.org/officeDocument/2006/relationships/image" Target="../media/image10.png"/><Relationship Id="rId10" Type="http://schemas.openxmlformats.org/officeDocument/2006/relationships/image" Target="../media/image17.png"/><Relationship Id="rId1" Type="http://schemas.openxmlformats.org/officeDocument/2006/relationships/image" Target="../media/image12.png"/></Relationships>
</file>

<file path=ppt/slides/_rels/slide16.xml.rels><?xml version="1.0" encoding="UTF-8" standalone="yes"?>
<Relationships xmlns="http://schemas.openxmlformats.org/package/2006/relationships"><Relationship Id="rId6" Type="http://schemas.openxmlformats.org/officeDocument/2006/relationships/notesSlide" Target="../notesSlides/notesSlide11.xml"/><Relationship Id="rId5" Type="http://schemas.openxmlformats.org/officeDocument/2006/relationships/slideLayout" Target="../slideLayouts/slideLayout3.xml"/><Relationship Id="rId4" Type="http://schemas.openxmlformats.org/officeDocument/2006/relationships/image" Target="../media/image46.png"/><Relationship Id="rId3" Type="http://schemas.openxmlformats.org/officeDocument/2006/relationships/image" Target="../media/image49.png"/><Relationship Id="rId2" Type="http://schemas.openxmlformats.org/officeDocument/2006/relationships/image" Target="../media/image48.png"/><Relationship Id="rId1" Type="http://schemas.openxmlformats.org/officeDocument/2006/relationships/image" Target="../media/image47.png"/></Relationships>
</file>

<file path=ppt/slides/_rels/slide17.xml.rels><?xml version="1.0" encoding="UTF-8" standalone="yes"?>
<Relationships xmlns="http://schemas.openxmlformats.org/package/2006/relationships"><Relationship Id="rId6" Type="http://schemas.openxmlformats.org/officeDocument/2006/relationships/notesSlide" Target="../notesSlides/notesSlide12.xml"/><Relationship Id="rId5" Type="http://schemas.openxmlformats.org/officeDocument/2006/relationships/slideLayout" Target="../slideLayouts/slideLayout3.xml"/><Relationship Id="rId4" Type="http://schemas.openxmlformats.org/officeDocument/2006/relationships/image" Target="../media/image46.png"/><Relationship Id="rId3" Type="http://schemas.openxmlformats.org/officeDocument/2006/relationships/image" Target="../media/image49.png"/><Relationship Id="rId2" Type="http://schemas.openxmlformats.org/officeDocument/2006/relationships/image" Target="../media/image48.png"/><Relationship Id="rId1" Type="http://schemas.openxmlformats.org/officeDocument/2006/relationships/image" Target="../media/image47.png"/></Relationships>
</file>

<file path=ppt/slides/_rels/slide18.xml.rels><?xml version="1.0" encoding="UTF-8" standalone="yes"?>
<Relationships xmlns="http://schemas.openxmlformats.org/package/2006/relationships"><Relationship Id="rId6" Type="http://schemas.openxmlformats.org/officeDocument/2006/relationships/notesSlide" Target="../notesSlides/notesSlide13.xml"/><Relationship Id="rId5" Type="http://schemas.openxmlformats.org/officeDocument/2006/relationships/vmlDrawing" Target="../drawings/vmlDrawing2.vml"/><Relationship Id="rId4" Type="http://schemas.openxmlformats.org/officeDocument/2006/relationships/slideLayout" Target="../slideLayouts/slideLayout3.xml"/><Relationship Id="rId3" Type="http://schemas.openxmlformats.org/officeDocument/2006/relationships/image" Target="../media/image46.png"/><Relationship Id="rId2" Type="http://schemas.openxmlformats.org/officeDocument/2006/relationships/image" Target="../media/image50.wmf"/><Relationship Id="rId1" Type="http://schemas.openxmlformats.org/officeDocument/2006/relationships/oleObject" Target="../embeddings/oleObject2.bin"/></Relationships>
</file>

<file path=ppt/slides/_rels/slide19.xml.rels><?xml version="1.0" encoding="UTF-8" standalone="yes"?>
<Relationships xmlns="http://schemas.openxmlformats.org/package/2006/relationships"><Relationship Id="rId9" Type="http://schemas.openxmlformats.org/officeDocument/2006/relationships/image" Target="../media/image57.png"/><Relationship Id="rId8" Type="http://schemas.openxmlformats.org/officeDocument/2006/relationships/image" Target="../media/image56.png"/><Relationship Id="rId7" Type="http://schemas.openxmlformats.org/officeDocument/2006/relationships/image" Target="../media/image46.png"/><Relationship Id="rId6" Type="http://schemas.openxmlformats.org/officeDocument/2006/relationships/image" Target="../media/image55.png"/><Relationship Id="rId5" Type="http://schemas.openxmlformats.org/officeDocument/2006/relationships/image" Target="../media/image54.png"/><Relationship Id="rId4" Type="http://schemas.openxmlformats.org/officeDocument/2006/relationships/image" Target="../media/image53.png"/><Relationship Id="rId3" Type="http://schemas.openxmlformats.org/officeDocument/2006/relationships/image" Target="../media/image52.png"/><Relationship Id="rId2" Type="http://schemas.openxmlformats.org/officeDocument/2006/relationships/image" Target="../media/image51.png"/><Relationship Id="rId11" Type="http://schemas.openxmlformats.org/officeDocument/2006/relationships/notesSlide" Target="../notesSlides/notesSlide14.xml"/><Relationship Id="rId10" Type="http://schemas.openxmlformats.org/officeDocument/2006/relationships/slideLayout" Target="../slideLayouts/slideLayout3.xml"/><Relationship Id="rId1" Type="http://schemas.openxmlformats.org/officeDocument/2006/relationships/image" Target="../media/image6.png"/></Relationships>
</file>

<file path=ppt/slides/_rels/slide20.xml.rels><?xml version="1.0" encoding="UTF-8" standalone="yes"?>
<Relationships xmlns="http://schemas.openxmlformats.org/package/2006/relationships"><Relationship Id="rId9" Type="http://schemas.openxmlformats.org/officeDocument/2006/relationships/image" Target="../media/image62.png"/><Relationship Id="rId8" Type="http://schemas.openxmlformats.org/officeDocument/2006/relationships/image" Target="../media/image61.png"/><Relationship Id="rId7" Type="http://schemas.openxmlformats.org/officeDocument/2006/relationships/image" Target="../media/image57.png"/><Relationship Id="rId6" Type="http://schemas.openxmlformats.org/officeDocument/2006/relationships/image" Target="../media/image56.png"/><Relationship Id="rId5" Type="http://schemas.openxmlformats.org/officeDocument/2006/relationships/image" Target="../media/image60.png"/><Relationship Id="rId4" Type="http://schemas.openxmlformats.org/officeDocument/2006/relationships/image" Target="../media/image59.png"/><Relationship Id="rId3" Type="http://schemas.openxmlformats.org/officeDocument/2006/relationships/image" Target="../media/image58.png"/><Relationship Id="rId2" Type="http://schemas.openxmlformats.org/officeDocument/2006/relationships/image" Target="../media/image51.png"/><Relationship Id="rId16" Type="http://schemas.openxmlformats.org/officeDocument/2006/relationships/notesSlide" Target="../notesSlides/notesSlide15.xml"/><Relationship Id="rId15" Type="http://schemas.openxmlformats.org/officeDocument/2006/relationships/slideLayout" Target="../slideLayouts/slideLayout3.xml"/><Relationship Id="rId14" Type="http://schemas.openxmlformats.org/officeDocument/2006/relationships/image" Target="../media/image66.png"/><Relationship Id="rId13" Type="http://schemas.openxmlformats.org/officeDocument/2006/relationships/image" Target="../media/image65.png"/><Relationship Id="rId12" Type="http://schemas.openxmlformats.org/officeDocument/2006/relationships/image" Target="../media/image64.png"/><Relationship Id="rId11" Type="http://schemas.openxmlformats.org/officeDocument/2006/relationships/image" Target="../media/image5.png"/><Relationship Id="rId10" Type="http://schemas.openxmlformats.org/officeDocument/2006/relationships/image" Target="../media/image63.png"/><Relationship Id="rId1" Type="http://schemas.openxmlformats.org/officeDocument/2006/relationships/image" Target="../media/image6.png"/></Relationships>
</file>

<file path=ppt/slides/_rels/slide21.xml.rels><?xml version="1.0" encoding="UTF-8" standalone="yes"?>
<Relationships xmlns="http://schemas.openxmlformats.org/package/2006/relationships"><Relationship Id="rId9" Type="http://schemas.openxmlformats.org/officeDocument/2006/relationships/image" Target="../media/image73.png"/><Relationship Id="rId8" Type="http://schemas.openxmlformats.org/officeDocument/2006/relationships/image" Target="../media/image72.png"/><Relationship Id="rId7" Type="http://schemas.openxmlformats.org/officeDocument/2006/relationships/image" Target="../media/image71.png"/><Relationship Id="rId6" Type="http://schemas.openxmlformats.org/officeDocument/2006/relationships/image" Target="../media/image70.png"/><Relationship Id="rId5" Type="http://schemas.openxmlformats.org/officeDocument/2006/relationships/image" Target="../media/image69.png"/><Relationship Id="rId4" Type="http://schemas.openxmlformats.org/officeDocument/2006/relationships/image" Target="../media/image68.png"/><Relationship Id="rId3" Type="http://schemas.openxmlformats.org/officeDocument/2006/relationships/image" Target="../media/image67.png"/><Relationship Id="rId2" Type="http://schemas.openxmlformats.org/officeDocument/2006/relationships/image" Target="../media/image51.png"/><Relationship Id="rId14" Type="http://schemas.openxmlformats.org/officeDocument/2006/relationships/notesSlide" Target="../notesSlides/notesSlide16.xml"/><Relationship Id="rId13" Type="http://schemas.openxmlformats.org/officeDocument/2006/relationships/slideLayout" Target="../slideLayouts/slideLayout3.xml"/><Relationship Id="rId12" Type="http://schemas.openxmlformats.org/officeDocument/2006/relationships/image" Target="../media/image46.png"/><Relationship Id="rId11" Type="http://schemas.openxmlformats.org/officeDocument/2006/relationships/image" Target="../media/image75.png"/><Relationship Id="rId10" Type="http://schemas.openxmlformats.org/officeDocument/2006/relationships/image" Target="../media/image74.png"/><Relationship Id="rId1" Type="http://schemas.openxmlformats.org/officeDocument/2006/relationships/image" Target="../media/image6.png"/></Relationships>
</file>

<file path=ppt/slides/_rels/slide22.xml.rels><?xml version="1.0" encoding="UTF-8" standalone="yes"?>
<Relationships xmlns="http://schemas.openxmlformats.org/package/2006/relationships"><Relationship Id="rId9" Type="http://schemas.openxmlformats.org/officeDocument/2006/relationships/image" Target="../media/image14.png"/><Relationship Id="rId8" Type="http://schemas.openxmlformats.org/officeDocument/2006/relationships/image" Target="../media/image26.png"/><Relationship Id="rId7" Type="http://schemas.openxmlformats.org/officeDocument/2006/relationships/image" Target="../media/image25.png"/><Relationship Id="rId6" Type="http://schemas.openxmlformats.org/officeDocument/2006/relationships/image" Target="../media/image24.png"/><Relationship Id="rId5" Type="http://schemas.openxmlformats.org/officeDocument/2006/relationships/image" Target="../media/image20.png"/><Relationship Id="rId4" Type="http://schemas.openxmlformats.org/officeDocument/2006/relationships/image" Target="../media/image18.png"/><Relationship Id="rId3" Type="http://schemas.openxmlformats.org/officeDocument/2006/relationships/image" Target="../media/image23.png"/><Relationship Id="rId24" Type="http://schemas.openxmlformats.org/officeDocument/2006/relationships/notesSlide" Target="../notesSlides/notesSlide17.xml"/><Relationship Id="rId23" Type="http://schemas.openxmlformats.org/officeDocument/2006/relationships/slideLayout" Target="../slideLayouts/slideLayout3.xml"/><Relationship Id="rId22" Type="http://schemas.openxmlformats.org/officeDocument/2006/relationships/image" Target="../media/image76.png"/><Relationship Id="rId21" Type="http://schemas.openxmlformats.org/officeDocument/2006/relationships/image" Target="../media/image16.png"/><Relationship Id="rId20" Type="http://schemas.openxmlformats.org/officeDocument/2006/relationships/image" Target="../media/image9.png"/><Relationship Id="rId2" Type="http://schemas.openxmlformats.org/officeDocument/2006/relationships/image" Target="../media/image22.png"/><Relationship Id="rId19" Type="http://schemas.openxmlformats.org/officeDocument/2006/relationships/image" Target="../media/image7.png"/><Relationship Id="rId18" Type="http://schemas.openxmlformats.org/officeDocument/2006/relationships/image" Target="../media/image15.png"/><Relationship Id="rId17" Type="http://schemas.openxmlformats.org/officeDocument/2006/relationships/image" Target="../media/image21.png"/><Relationship Id="rId16" Type="http://schemas.openxmlformats.org/officeDocument/2006/relationships/image" Target="../media/image6.png"/><Relationship Id="rId15" Type="http://schemas.openxmlformats.org/officeDocument/2006/relationships/image" Target="../media/image19.png"/><Relationship Id="rId14" Type="http://schemas.openxmlformats.org/officeDocument/2006/relationships/image" Target="../media/image13.png"/><Relationship Id="rId13" Type="http://schemas.openxmlformats.org/officeDocument/2006/relationships/image" Target="../media/image5.png"/><Relationship Id="rId12" Type="http://schemas.openxmlformats.org/officeDocument/2006/relationships/image" Target="../media/image11.png"/><Relationship Id="rId11" Type="http://schemas.openxmlformats.org/officeDocument/2006/relationships/image" Target="../media/image10.png"/><Relationship Id="rId10" Type="http://schemas.openxmlformats.org/officeDocument/2006/relationships/image" Target="../media/image17.png"/><Relationship Id="rId1" Type="http://schemas.openxmlformats.org/officeDocument/2006/relationships/image" Target="../media/image12.png"/></Relationships>
</file>

<file path=ppt/slides/_rels/slide23.xml.rels><?xml version="1.0" encoding="UTF-8" standalone="yes"?>
<Relationships xmlns="http://schemas.openxmlformats.org/package/2006/relationships"><Relationship Id="rId4" Type="http://schemas.openxmlformats.org/officeDocument/2006/relationships/notesSlide" Target="../notesSlides/notesSlide18.xml"/><Relationship Id="rId3" Type="http://schemas.openxmlformats.org/officeDocument/2006/relationships/slideLayout" Target="../slideLayouts/slideLayout3.xml"/><Relationship Id="rId2" Type="http://schemas.openxmlformats.org/officeDocument/2006/relationships/image" Target="../media/image78.emf"/><Relationship Id="rId1" Type="http://schemas.openxmlformats.org/officeDocument/2006/relationships/image" Target="../media/image77.png"/></Relationships>
</file>

<file path=ppt/slides/_rels/slide24.xml.rels><?xml version="1.0" encoding="UTF-8" standalone="yes"?>
<Relationships xmlns="http://schemas.openxmlformats.org/package/2006/relationships"><Relationship Id="rId4" Type="http://schemas.openxmlformats.org/officeDocument/2006/relationships/notesSlide" Target="../notesSlides/notesSlide19.xml"/><Relationship Id="rId3" Type="http://schemas.openxmlformats.org/officeDocument/2006/relationships/slideLayout" Target="../slideLayouts/slideLayout3.xml"/><Relationship Id="rId2" Type="http://schemas.openxmlformats.org/officeDocument/2006/relationships/image" Target="../media/image80.jpeg"/><Relationship Id="rId1" Type="http://schemas.openxmlformats.org/officeDocument/2006/relationships/image" Target="../media/image79.jpeg"/></Relationships>
</file>

<file path=ppt/slides/_rels/slide25.xml.rels><?xml version="1.0" encoding="UTF-8" standalone="yes"?>
<Relationships xmlns="http://schemas.openxmlformats.org/package/2006/relationships"><Relationship Id="rId4" Type="http://schemas.openxmlformats.org/officeDocument/2006/relationships/notesSlide" Target="../notesSlides/notesSlide20.xml"/><Relationship Id="rId3" Type="http://schemas.openxmlformats.org/officeDocument/2006/relationships/slideLayout" Target="../slideLayouts/slideLayout3.xml"/><Relationship Id="rId2" Type="http://schemas.openxmlformats.org/officeDocument/2006/relationships/image" Target="../media/image82.png"/><Relationship Id="rId1" Type="http://schemas.openxmlformats.org/officeDocument/2006/relationships/image" Target="../media/image81.png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3.xml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2.xml"/><Relationship Id="rId2" Type="http://schemas.openxmlformats.org/officeDocument/2006/relationships/slideLayout" Target="../slideLayouts/slideLayout3.xml"/><Relationship Id="rId1" Type="http://schemas.openxmlformats.org/officeDocument/2006/relationships/image" Target="../media/image4.jpeg"/></Relationships>
</file>

<file path=ppt/slides/_rels/slide28.xml.rels><?xml version="1.0" encoding="UTF-8" standalone="yes"?>
<Relationships xmlns="http://schemas.openxmlformats.org/package/2006/relationships"><Relationship Id="rId9" Type="http://schemas.openxmlformats.org/officeDocument/2006/relationships/image" Target="../media/image14.png"/><Relationship Id="rId8" Type="http://schemas.openxmlformats.org/officeDocument/2006/relationships/image" Target="../media/image26.png"/><Relationship Id="rId7" Type="http://schemas.openxmlformats.org/officeDocument/2006/relationships/image" Target="../media/image25.png"/><Relationship Id="rId6" Type="http://schemas.openxmlformats.org/officeDocument/2006/relationships/image" Target="../media/image24.png"/><Relationship Id="rId5" Type="http://schemas.openxmlformats.org/officeDocument/2006/relationships/image" Target="../media/image20.png"/><Relationship Id="rId4" Type="http://schemas.openxmlformats.org/officeDocument/2006/relationships/image" Target="../media/image18.png"/><Relationship Id="rId3" Type="http://schemas.openxmlformats.org/officeDocument/2006/relationships/image" Target="../media/image23.png"/><Relationship Id="rId23" Type="http://schemas.openxmlformats.org/officeDocument/2006/relationships/notesSlide" Target="../notesSlides/notesSlide23.xml"/><Relationship Id="rId22" Type="http://schemas.openxmlformats.org/officeDocument/2006/relationships/slideLayout" Target="../slideLayouts/slideLayout3.xml"/><Relationship Id="rId21" Type="http://schemas.openxmlformats.org/officeDocument/2006/relationships/image" Target="../media/image9.png"/><Relationship Id="rId20" Type="http://schemas.openxmlformats.org/officeDocument/2006/relationships/image" Target="../media/image7.png"/><Relationship Id="rId2" Type="http://schemas.openxmlformats.org/officeDocument/2006/relationships/image" Target="../media/image22.png"/><Relationship Id="rId19" Type="http://schemas.openxmlformats.org/officeDocument/2006/relationships/image" Target="../media/image16.png"/><Relationship Id="rId18" Type="http://schemas.openxmlformats.org/officeDocument/2006/relationships/image" Target="../media/image15.png"/><Relationship Id="rId17" Type="http://schemas.openxmlformats.org/officeDocument/2006/relationships/image" Target="../media/image21.png"/><Relationship Id="rId16" Type="http://schemas.openxmlformats.org/officeDocument/2006/relationships/image" Target="../media/image6.png"/><Relationship Id="rId15" Type="http://schemas.openxmlformats.org/officeDocument/2006/relationships/image" Target="../media/image19.png"/><Relationship Id="rId14" Type="http://schemas.openxmlformats.org/officeDocument/2006/relationships/image" Target="../media/image13.png"/><Relationship Id="rId13" Type="http://schemas.openxmlformats.org/officeDocument/2006/relationships/image" Target="../media/image5.png"/><Relationship Id="rId12" Type="http://schemas.openxmlformats.org/officeDocument/2006/relationships/image" Target="../media/image11.png"/><Relationship Id="rId11" Type="http://schemas.openxmlformats.org/officeDocument/2006/relationships/image" Target="../media/image10.png"/><Relationship Id="rId10" Type="http://schemas.openxmlformats.org/officeDocument/2006/relationships/image" Target="../media/image17.png"/><Relationship Id="rId1" Type="http://schemas.openxmlformats.org/officeDocument/2006/relationships/image" Target="../media/image12.png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3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5.xml"/><Relationship Id="rId2" Type="http://schemas.openxmlformats.org/officeDocument/2006/relationships/slideLayout" Target="../slideLayouts/slideLayout4.xml"/><Relationship Id="rId1" Type="http://schemas.openxmlformats.org/officeDocument/2006/relationships/image" Target="../media/image83.png"/></Relationships>
</file>

<file path=ppt/slides/_rels/slide31.xml.rels><?xml version="1.0" encoding="UTF-8" standalone="yes"?>
<Relationships xmlns="http://schemas.openxmlformats.org/package/2006/relationships"><Relationship Id="rId5" Type="http://schemas.openxmlformats.org/officeDocument/2006/relationships/notesSlide" Target="../notesSlides/notesSlide26.xml"/><Relationship Id="rId4" Type="http://schemas.openxmlformats.org/officeDocument/2006/relationships/slideLayout" Target="../slideLayouts/slideLayout4.xml"/><Relationship Id="rId3" Type="http://schemas.openxmlformats.org/officeDocument/2006/relationships/image" Target="../media/image85.png"/><Relationship Id="rId2" Type="http://schemas.openxmlformats.org/officeDocument/2006/relationships/image" Target="../media/image84.jpeg"/><Relationship Id="rId1" Type="http://schemas.openxmlformats.org/officeDocument/2006/relationships/image" Target="../media/image83.png"/></Relationships>
</file>

<file path=ppt/slides/_rels/slide32.xml.rels><?xml version="1.0" encoding="UTF-8" standalone="yes"?>
<Relationships xmlns="http://schemas.openxmlformats.org/package/2006/relationships"><Relationship Id="rId7" Type="http://schemas.openxmlformats.org/officeDocument/2006/relationships/notesSlide" Target="../notesSlides/notesSlide27.xml"/><Relationship Id="rId6" Type="http://schemas.openxmlformats.org/officeDocument/2006/relationships/slideLayout" Target="../slideLayouts/slideLayout3.xml"/><Relationship Id="rId5" Type="http://schemas.openxmlformats.org/officeDocument/2006/relationships/image" Target="../media/image46.png"/><Relationship Id="rId4" Type="http://schemas.openxmlformats.org/officeDocument/2006/relationships/image" Target="../media/image78.emf"/><Relationship Id="rId3" Type="http://schemas.openxmlformats.org/officeDocument/2006/relationships/image" Target="../media/image88.png"/><Relationship Id="rId2" Type="http://schemas.openxmlformats.org/officeDocument/2006/relationships/image" Target="../media/image87.png"/><Relationship Id="rId1" Type="http://schemas.openxmlformats.org/officeDocument/2006/relationships/image" Target="../media/image86.png"/></Relationships>
</file>

<file path=ppt/slides/_rels/slide33.xml.rels><?xml version="1.0" encoding="UTF-8" standalone="yes"?>
<Relationships xmlns="http://schemas.openxmlformats.org/package/2006/relationships"><Relationship Id="rId6" Type="http://schemas.openxmlformats.org/officeDocument/2006/relationships/notesSlide" Target="../notesSlides/notesSlide28.xml"/><Relationship Id="rId5" Type="http://schemas.openxmlformats.org/officeDocument/2006/relationships/slideLayout" Target="../slideLayouts/slideLayout3.xml"/><Relationship Id="rId4" Type="http://schemas.openxmlformats.org/officeDocument/2006/relationships/image" Target="../media/image91.png"/><Relationship Id="rId3" Type="http://schemas.openxmlformats.org/officeDocument/2006/relationships/image" Target="../media/image90.png"/><Relationship Id="rId2" Type="http://schemas.openxmlformats.org/officeDocument/2006/relationships/image" Target="../media/image89.png"/><Relationship Id="rId1" Type="http://schemas.openxmlformats.org/officeDocument/2006/relationships/image" Target="../media/image46.png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9.xml"/><Relationship Id="rId2" Type="http://schemas.openxmlformats.org/officeDocument/2006/relationships/slideLayout" Target="../slideLayouts/slideLayout3.xml"/><Relationship Id="rId1" Type="http://schemas.openxmlformats.org/officeDocument/2006/relationships/image" Target="../media/image46.png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30.xml"/><Relationship Id="rId2" Type="http://schemas.openxmlformats.org/officeDocument/2006/relationships/slideLayout" Target="../slideLayouts/slideLayout3.xml"/><Relationship Id="rId1" Type="http://schemas.openxmlformats.org/officeDocument/2006/relationships/image" Target="../media/image46.png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3.xml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32.xml"/><Relationship Id="rId2" Type="http://schemas.openxmlformats.org/officeDocument/2006/relationships/slideLayout" Target="../slideLayouts/slideLayout3.xml"/><Relationship Id="rId1" Type="http://schemas.openxmlformats.org/officeDocument/2006/relationships/image" Target="../media/image46.png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3.xml"/></Relationships>
</file>

<file path=ppt/slides/_rels/slide39.xml.rels><?xml version="1.0" encoding="UTF-8" standalone="yes"?>
<Relationships xmlns="http://schemas.openxmlformats.org/package/2006/relationships"><Relationship Id="rId9" Type="http://schemas.openxmlformats.org/officeDocument/2006/relationships/image" Target="../media/image14.png"/><Relationship Id="rId8" Type="http://schemas.openxmlformats.org/officeDocument/2006/relationships/image" Target="../media/image26.png"/><Relationship Id="rId7" Type="http://schemas.openxmlformats.org/officeDocument/2006/relationships/image" Target="../media/image25.png"/><Relationship Id="rId6" Type="http://schemas.openxmlformats.org/officeDocument/2006/relationships/image" Target="../media/image24.png"/><Relationship Id="rId5" Type="http://schemas.openxmlformats.org/officeDocument/2006/relationships/image" Target="../media/image20.png"/><Relationship Id="rId4" Type="http://schemas.openxmlformats.org/officeDocument/2006/relationships/image" Target="../media/image18.png"/><Relationship Id="rId3" Type="http://schemas.openxmlformats.org/officeDocument/2006/relationships/image" Target="../media/image23.png"/><Relationship Id="rId23" Type="http://schemas.openxmlformats.org/officeDocument/2006/relationships/notesSlide" Target="../notesSlides/notesSlide34.xml"/><Relationship Id="rId22" Type="http://schemas.openxmlformats.org/officeDocument/2006/relationships/slideLayout" Target="../slideLayouts/slideLayout3.xml"/><Relationship Id="rId21" Type="http://schemas.openxmlformats.org/officeDocument/2006/relationships/image" Target="../media/image9.png"/><Relationship Id="rId20" Type="http://schemas.openxmlformats.org/officeDocument/2006/relationships/image" Target="../media/image7.png"/><Relationship Id="rId2" Type="http://schemas.openxmlformats.org/officeDocument/2006/relationships/image" Target="../media/image22.png"/><Relationship Id="rId19" Type="http://schemas.openxmlformats.org/officeDocument/2006/relationships/image" Target="../media/image16.png"/><Relationship Id="rId18" Type="http://schemas.openxmlformats.org/officeDocument/2006/relationships/image" Target="../media/image15.png"/><Relationship Id="rId17" Type="http://schemas.openxmlformats.org/officeDocument/2006/relationships/image" Target="../media/image21.png"/><Relationship Id="rId16" Type="http://schemas.openxmlformats.org/officeDocument/2006/relationships/image" Target="../media/image6.png"/><Relationship Id="rId15" Type="http://schemas.openxmlformats.org/officeDocument/2006/relationships/image" Target="../media/image19.png"/><Relationship Id="rId14" Type="http://schemas.openxmlformats.org/officeDocument/2006/relationships/image" Target="../media/image13.png"/><Relationship Id="rId13" Type="http://schemas.openxmlformats.org/officeDocument/2006/relationships/image" Target="../media/image5.png"/><Relationship Id="rId12" Type="http://schemas.openxmlformats.org/officeDocument/2006/relationships/image" Target="../media/image11.png"/><Relationship Id="rId11" Type="http://schemas.openxmlformats.org/officeDocument/2006/relationships/image" Target="../media/image10.png"/><Relationship Id="rId10" Type="http://schemas.openxmlformats.org/officeDocument/2006/relationships/image" Target="../media/image17.png"/><Relationship Id="rId1" Type="http://schemas.openxmlformats.org/officeDocument/2006/relationships/image" Target="../media/image12.png"/></Relationships>
</file>

<file path=ppt/slides/_rels/slide4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3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3.xml"/></Relationships>
</file>

<file path=ppt/slides/_rels/slide4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3.xml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3.xml"/></Relationships>
</file>

<file path=ppt/slides/_rels/slide4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3.xml"/></Relationships>
</file>

<file path=ppt/slides/_rels/slide4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3.xml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41.xml"/><Relationship Id="rId2" Type="http://schemas.openxmlformats.org/officeDocument/2006/relationships/slideLayout" Target="../slideLayouts/slideLayout3.xml"/><Relationship Id="rId1" Type="http://schemas.openxmlformats.org/officeDocument/2006/relationships/image" Target="../media/image16.png"/></Relationships>
</file>

<file path=ppt/slides/_rels/slide4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3.xml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43.xml"/><Relationship Id="rId2" Type="http://schemas.openxmlformats.org/officeDocument/2006/relationships/slideLayout" Target="../slideLayouts/slideLayout3.xml"/><Relationship Id="rId1" Type="http://schemas.openxmlformats.org/officeDocument/2006/relationships/image" Target="../media/image4.jpeg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44.xml"/><Relationship Id="rId2" Type="http://schemas.openxmlformats.org/officeDocument/2006/relationships/slideLayout" Target="../slideLayouts/slideLayout3.xml"/><Relationship Id="rId1" Type="http://schemas.openxmlformats.org/officeDocument/2006/relationships/image" Target="../media/image46.png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45.xml"/><Relationship Id="rId2" Type="http://schemas.openxmlformats.org/officeDocument/2006/relationships/slideLayout" Target="../slideLayouts/slideLayout3.xml"/><Relationship Id="rId1" Type="http://schemas.openxmlformats.org/officeDocument/2006/relationships/image" Target="../media/image46.png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46.xml"/><Relationship Id="rId2" Type="http://schemas.openxmlformats.org/officeDocument/2006/relationships/slideLayout" Target="../slideLayouts/slideLayout3.xml"/><Relationship Id="rId1" Type="http://schemas.openxmlformats.org/officeDocument/2006/relationships/image" Target="../media/image46.png"/></Relationships>
</file>

<file path=ppt/slides/_rels/slide52.xml.rels><?xml version="1.0" encoding="UTF-8" standalone="yes"?>
<Relationships xmlns="http://schemas.openxmlformats.org/package/2006/relationships"><Relationship Id="rId4" Type="http://schemas.openxmlformats.org/officeDocument/2006/relationships/notesSlide" Target="../notesSlides/notesSlide47.xml"/><Relationship Id="rId3" Type="http://schemas.openxmlformats.org/officeDocument/2006/relationships/slideLayout" Target="../slideLayouts/slideLayout3.xml"/><Relationship Id="rId2" Type="http://schemas.openxmlformats.org/officeDocument/2006/relationships/image" Target="../media/image93.png"/><Relationship Id="rId1" Type="http://schemas.openxmlformats.org/officeDocument/2006/relationships/image" Target="../media/image92.png"/></Relationships>
</file>

<file path=ppt/slides/_rels/slide53.xml.rels><?xml version="1.0" encoding="UTF-8" standalone="yes"?>
<Relationships xmlns="http://schemas.openxmlformats.org/package/2006/relationships"><Relationship Id="rId4" Type="http://schemas.openxmlformats.org/officeDocument/2006/relationships/notesSlide" Target="../notesSlides/notesSlide48.xml"/><Relationship Id="rId3" Type="http://schemas.openxmlformats.org/officeDocument/2006/relationships/slideLayout" Target="../slideLayouts/slideLayout3.xml"/><Relationship Id="rId2" Type="http://schemas.openxmlformats.org/officeDocument/2006/relationships/image" Target="../media/image92.png"/><Relationship Id="rId1" Type="http://schemas.openxmlformats.org/officeDocument/2006/relationships/image" Target="../media/image94.wmf"/></Relationships>
</file>

<file path=ppt/slides/_rels/slide54.xml.rels><?xml version="1.0" encoding="UTF-8" standalone="yes"?>
<Relationships xmlns="http://schemas.openxmlformats.org/package/2006/relationships"><Relationship Id="rId4" Type="http://schemas.openxmlformats.org/officeDocument/2006/relationships/notesSlide" Target="../notesSlides/notesSlide49.xml"/><Relationship Id="rId3" Type="http://schemas.openxmlformats.org/officeDocument/2006/relationships/slideLayout" Target="../slideLayouts/slideLayout3.xml"/><Relationship Id="rId2" Type="http://schemas.openxmlformats.org/officeDocument/2006/relationships/image" Target="../media/image96.png"/><Relationship Id="rId1" Type="http://schemas.openxmlformats.org/officeDocument/2006/relationships/image" Target="../media/image95.png"/></Relationships>
</file>

<file path=ppt/slides/_rels/slide55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50.xml"/><Relationship Id="rId2" Type="http://schemas.openxmlformats.org/officeDocument/2006/relationships/slideLayout" Target="../slideLayouts/slideLayout3.xml"/><Relationship Id="rId1" Type="http://schemas.openxmlformats.org/officeDocument/2006/relationships/image" Target="../media/image46.png"/></Relationships>
</file>

<file path=ppt/slides/_rels/slide5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1.xml"/><Relationship Id="rId1" Type="http://schemas.openxmlformats.org/officeDocument/2006/relationships/slideLayout" Target="../slideLayouts/slideLayout3.xml"/></Relationships>
</file>

<file path=ppt/slides/_rels/slide57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52.xml"/><Relationship Id="rId2" Type="http://schemas.openxmlformats.org/officeDocument/2006/relationships/slideLayout" Target="../slideLayouts/slideLayout3.xml"/><Relationship Id="rId1" Type="http://schemas.openxmlformats.org/officeDocument/2006/relationships/image" Target="../media/image46.png"/></Relationships>
</file>

<file path=ppt/slides/_rels/slide58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53.xml"/><Relationship Id="rId2" Type="http://schemas.openxmlformats.org/officeDocument/2006/relationships/slideLayout" Target="../slideLayouts/slideLayout3.xml"/><Relationship Id="rId1" Type="http://schemas.openxmlformats.org/officeDocument/2006/relationships/image" Target="../media/image46.png"/></Relationships>
</file>

<file path=ppt/slides/_rels/slide59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54.xml"/><Relationship Id="rId2" Type="http://schemas.openxmlformats.org/officeDocument/2006/relationships/slideLayout" Target="../slideLayouts/slideLayout3.xml"/><Relationship Id="rId1" Type="http://schemas.openxmlformats.org/officeDocument/2006/relationships/image" Target="../media/image46.png"/></Relationships>
</file>

<file path=ppt/slides/_rels/slide60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55.xml"/><Relationship Id="rId2" Type="http://schemas.openxmlformats.org/officeDocument/2006/relationships/slideLayout" Target="../slideLayouts/slideLayout3.xml"/><Relationship Id="rId1" Type="http://schemas.openxmlformats.org/officeDocument/2006/relationships/image" Target="../media/image46.png"/></Relationships>
</file>

<file path=ppt/slides/_rels/slide61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56.xml"/><Relationship Id="rId2" Type="http://schemas.openxmlformats.org/officeDocument/2006/relationships/slideLayout" Target="../slideLayouts/slideLayout3.xml"/><Relationship Id="rId1" Type="http://schemas.openxmlformats.org/officeDocument/2006/relationships/image" Target="../media/image4.jpeg"/></Relationships>
</file>

<file path=ppt/slides/_rels/slide6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7.xml"/><Relationship Id="rId1" Type="http://schemas.openxmlformats.org/officeDocument/2006/relationships/slideLayout" Target="../slideLayouts/slideLayout3.xml"/></Relationships>
</file>

<file path=ppt/slides/_rels/slide6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8.xml"/><Relationship Id="rId1" Type="http://schemas.openxmlformats.org/officeDocument/2006/relationships/slideLayout" Target="../slideLayouts/slideLayout3.xml"/></Relationships>
</file>

<file path=ppt/slides/_rels/slide64.xml.rels><?xml version="1.0" encoding="UTF-8" standalone="yes"?>
<Relationships xmlns="http://schemas.openxmlformats.org/package/2006/relationships"><Relationship Id="rId5" Type="http://schemas.openxmlformats.org/officeDocument/2006/relationships/notesSlide" Target="../notesSlides/notesSlide59.xml"/><Relationship Id="rId4" Type="http://schemas.openxmlformats.org/officeDocument/2006/relationships/slideLayout" Target="../slideLayouts/slideLayout3.xml"/><Relationship Id="rId3" Type="http://schemas.openxmlformats.org/officeDocument/2006/relationships/image" Target="../media/image98.jpeg"/><Relationship Id="rId2" Type="http://schemas.openxmlformats.org/officeDocument/2006/relationships/image" Target="../media/image97.wmf"/><Relationship Id="rId1" Type="http://schemas.openxmlformats.org/officeDocument/2006/relationships/image" Target="../media/image46.png"/></Relationships>
</file>

<file path=ppt/slides/_rels/slide65.xml.rels><?xml version="1.0" encoding="UTF-8" standalone="yes"?>
<Relationships xmlns="http://schemas.openxmlformats.org/package/2006/relationships"><Relationship Id="rId4" Type="http://schemas.openxmlformats.org/officeDocument/2006/relationships/notesSlide" Target="../notesSlides/notesSlide60.xml"/><Relationship Id="rId3" Type="http://schemas.openxmlformats.org/officeDocument/2006/relationships/slideLayout" Target="../slideLayouts/slideLayout3.xml"/><Relationship Id="rId2" Type="http://schemas.openxmlformats.org/officeDocument/2006/relationships/image" Target="../media/image97.wmf"/><Relationship Id="rId1" Type="http://schemas.openxmlformats.org/officeDocument/2006/relationships/image" Target="../media/image46.png"/></Relationships>
</file>

<file path=ppt/slides/_rels/slide66.xml.rels><?xml version="1.0" encoding="UTF-8" standalone="yes"?>
<Relationships xmlns="http://schemas.openxmlformats.org/package/2006/relationships"><Relationship Id="rId4" Type="http://schemas.openxmlformats.org/officeDocument/2006/relationships/notesSlide" Target="../notesSlides/notesSlide61.xml"/><Relationship Id="rId3" Type="http://schemas.openxmlformats.org/officeDocument/2006/relationships/slideLayout" Target="../slideLayouts/slideLayout3.xml"/><Relationship Id="rId2" Type="http://schemas.openxmlformats.org/officeDocument/2006/relationships/image" Target="../media/image97.wmf"/><Relationship Id="rId1" Type="http://schemas.openxmlformats.org/officeDocument/2006/relationships/image" Target="../media/image46.png"/></Relationships>
</file>

<file path=ppt/slides/_rels/slide6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2.xml"/><Relationship Id="rId1" Type="http://schemas.openxmlformats.org/officeDocument/2006/relationships/slideLayout" Target="../slideLayouts/slideLayout3.xml"/></Relationships>
</file>

<file path=ppt/slides/_rels/slide68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63.xml"/><Relationship Id="rId2" Type="http://schemas.openxmlformats.org/officeDocument/2006/relationships/slideLayout" Target="../slideLayouts/slideLayout3.xml"/><Relationship Id="rId1" Type="http://schemas.openxmlformats.org/officeDocument/2006/relationships/image" Target="../media/image4.jpeg"/></Relationships>
</file>

<file path=ppt/slides/_rels/slide6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4.xml"/><Relationship Id="rId1" Type="http://schemas.openxmlformats.org/officeDocument/2006/relationships/slideLayout" Target="../slideLayouts/slideLayout3.xml"/></Relationships>
</file>

<file path=ppt/slides/_rels/slide70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65.xml"/><Relationship Id="rId2" Type="http://schemas.openxmlformats.org/officeDocument/2006/relationships/slideLayout" Target="../slideLayouts/slideLayout3.xml"/><Relationship Id="rId1" Type="http://schemas.openxmlformats.org/officeDocument/2006/relationships/image" Target="../media/image99.wmf"/></Relationships>
</file>

<file path=ppt/slides/_rels/slide7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6.xml"/><Relationship Id="rId1" Type="http://schemas.openxmlformats.org/officeDocument/2006/relationships/slideLayout" Target="../slideLayouts/slideLayout3.xml"/></Relationships>
</file>

<file path=ppt/slides/_rels/slide7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7.xml"/><Relationship Id="rId1" Type="http://schemas.openxmlformats.org/officeDocument/2006/relationships/slideLayout" Target="../slideLayouts/slideLayout3.xml"/></Relationships>
</file>

<file path=ppt/slides/_rels/slide7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8.xml"/><Relationship Id="rId1" Type="http://schemas.openxmlformats.org/officeDocument/2006/relationships/slideLayout" Target="../slideLayouts/slideLayout3.xml"/></Relationships>
</file>

<file path=ppt/slides/_rels/slide74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69.xml"/><Relationship Id="rId2" Type="http://schemas.openxmlformats.org/officeDocument/2006/relationships/slideLayout" Target="../slideLayouts/slideLayout3.xml"/><Relationship Id="rId1" Type="http://schemas.openxmlformats.org/officeDocument/2006/relationships/image" Target="../media/image46.png"/></Relationships>
</file>

<file path=ppt/slides/_rels/slide75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70.xml"/><Relationship Id="rId2" Type="http://schemas.openxmlformats.org/officeDocument/2006/relationships/slideLayout" Target="../slideLayouts/slideLayout3.xml"/><Relationship Id="rId1" Type="http://schemas.openxmlformats.org/officeDocument/2006/relationships/image" Target="../media/image46.png"/></Relationships>
</file>

<file path=ppt/slides/_rels/slide76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71.xml"/><Relationship Id="rId2" Type="http://schemas.openxmlformats.org/officeDocument/2006/relationships/slideLayout" Target="../slideLayouts/slideLayout3.xml"/><Relationship Id="rId1" Type="http://schemas.openxmlformats.org/officeDocument/2006/relationships/image" Target="../media/image46.png"/></Relationships>
</file>

<file path=ppt/slides/_rels/slide77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72.xml"/><Relationship Id="rId2" Type="http://schemas.openxmlformats.org/officeDocument/2006/relationships/slideLayout" Target="../slideLayouts/slideLayout3.xml"/><Relationship Id="rId1" Type="http://schemas.openxmlformats.org/officeDocument/2006/relationships/image" Target="../media/image46.png"/></Relationships>
</file>

<file path=ppt/slides/_rels/slide78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73.xml"/><Relationship Id="rId2" Type="http://schemas.openxmlformats.org/officeDocument/2006/relationships/slideLayout" Target="../slideLayouts/slideLayout3.xml"/><Relationship Id="rId1" Type="http://schemas.openxmlformats.org/officeDocument/2006/relationships/image" Target="../media/image46.png"/></Relationships>
</file>

<file path=ppt/slides/_rels/slide79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74.xml"/><Relationship Id="rId2" Type="http://schemas.openxmlformats.org/officeDocument/2006/relationships/slideLayout" Target="../slideLayouts/slideLayout3.xml"/><Relationship Id="rId1" Type="http://schemas.openxmlformats.org/officeDocument/2006/relationships/image" Target="../media/image4.jpeg"/></Relationships>
</file>

<file path=ppt/slides/_rels/slide80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75.xml"/><Relationship Id="rId2" Type="http://schemas.openxmlformats.org/officeDocument/2006/relationships/slideLayout" Target="../slideLayouts/slideLayout3.xml"/><Relationship Id="rId1" Type="http://schemas.openxmlformats.org/officeDocument/2006/relationships/image" Target="../media/image100.png"/></Relationships>
</file>

<file path=ppt/slides/_rels/slide8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6.xml"/><Relationship Id="rId1" Type="http://schemas.openxmlformats.org/officeDocument/2006/relationships/slideLayout" Target="../slideLayouts/slideLayout3.xml"/></Relationships>
</file>

<file path=ppt/slides/_rels/slide82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77.xml"/><Relationship Id="rId2" Type="http://schemas.openxmlformats.org/officeDocument/2006/relationships/slideLayout" Target="../slideLayouts/slideLayout3.xml"/><Relationship Id="rId1" Type="http://schemas.openxmlformats.org/officeDocument/2006/relationships/image" Target="../media/image101.png"/></Relationships>
</file>

<file path=ppt/slides/_rels/slide8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8.xml"/><Relationship Id="rId1" Type="http://schemas.openxmlformats.org/officeDocument/2006/relationships/slideLayout" Target="../slideLayouts/slideLayout3.xml"/></Relationships>
</file>

<file path=ppt/slides/_rels/slide8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9.xml"/><Relationship Id="rId1" Type="http://schemas.openxmlformats.org/officeDocument/2006/relationships/slideLayout" Target="../slideLayouts/slideLayout3.xml"/></Relationships>
</file>

<file path=ppt/slides/_rels/slide8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0.xml"/><Relationship Id="rId1" Type="http://schemas.openxmlformats.org/officeDocument/2006/relationships/slideLayout" Target="../slideLayouts/slideLayout3.xml"/></Relationships>
</file>

<file path=ppt/slides/_rels/slide8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1.xml"/><Relationship Id="rId1" Type="http://schemas.openxmlformats.org/officeDocument/2006/relationships/slideLayout" Target="../slideLayouts/slideLayout3.xml"/></Relationships>
</file>

<file path=ppt/slides/_rels/slide8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2.xml"/><Relationship Id="rId1" Type="http://schemas.openxmlformats.org/officeDocument/2006/relationships/slideLayout" Target="../slideLayouts/slideLayout3.xml"/></Relationships>
</file>

<file path=ppt/slides/_rels/slide88.xml.rels><?xml version="1.0" encoding="UTF-8" standalone="yes"?>
<Relationships xmlns="http://schemas.openxmlformats.org/package/2006/relationships"><Relationship Id="rId7" Type="http://schemas.openxmlformats.org/officeDocument/2006/relationships/notesSlide" Target="../notesSlides/notesSlide83.xml"/><Relationship Id="rId6" Type="http://schemas.openxmlformats.org/officeDocument/2006/relationships/slideLayout" Target="../slideLayouts/slideLayout3.xml"/><Relationship Id="rId5" Type="http://schemas.openxmlformats.org/officeDocument/2006/relationships/image" Target="../media/image46.png"/><Relationship Id="rId4" Type="http://schemas.openxmlformats.org/officeDocument/2006/relationships/image" Target="../media/image104.png"/><Relationship Id="rId3" Type="http://schemas.openxmlformats.org/officeDocument/2006/relationships/image" Target="../media/image103.png"/><Relationship Id="rId2" Type="http://schemas.openxmlformats.org/officeDocument/2006/relationships/image" Target="../media/image6.png"/><Relationship Id="rId1" Type="http://schemas.openxmlformats.org/officeDocument/2006/relationships/image" Target="../media/image102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tint val="95000"/>
            <a:satMod val="17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7580728" y="1737701"/>
            <a:ext cx="4087306" cy="2889114"/>
          </a:xfrm>
        </p:spPr>
        <p:txBody>
          <a:bodyPr anchor="b">
            <a:normAutofit/>
          </a:bodyPr>
          <a:lstStyle/>
          <a:p>
            <a:pPr>
              <a:lnSpc>
                <a:spcPct val="150000"/>
              </a:lnSpc>
            </a:pPr>
            <a:r>
              <a:rPr kumimoji="1" lang="zh-CN" altLang="en-US" sz="54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计算机网络</a:t>
            </a:r>
            <a:br>
              <a:rPr kumimoji="1" lang="en-US" altLang="zh-CN" sz="54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r>
              <a:rPr kumimoji="1" lang="zh-CN" altLang="en-US" sz="54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刘秀龙</a:t>
            </a:r>
            <a:endParaRPr kumimoji="1" lang="zh-CN" altLang="en-US" sz="54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" name="Freeform: Shape 18"/>
          <p:cNvSpPr>
            <a:spLocks noGrp="1" noRot="1" noChangeAspect="1" noMove="1" noResize="1" noEditPoints="1" noAdjustHandles="1" noChangeArrowheads="1" noChangeShapeType="1" noTextEdit="1"/>
          </p:cNvSpPr>
          <p:nvPr/>
        </p:nvSpPr>
        <p:spPr>
          <a:xfrm flipH="1" flipV="1">
            <a:off x="1" y="0"/>
            <a:ext cx="7188051" cy="6858000"/>
          </a:xfrm>
          <a:custGeom>
            <a:avLst/>
            <a:gdLst>
              <a:gd name="connsiteX0" fmla="*/ 7188051 w 7188051"/>
              <a:gd name="connsiteY0" fmla="*/ 6858000 h 6858000"/>
              <a:gd name="connsiteX1" fmla="*/ 108694 w 7188051"/>
              <a:gd name="connsiteY1" fmla="*/ 6858000 h 6858000"/>
              <a:gd name="connsiteX2" fmla="*/ 79127 w 7188051"/>
              <a:gd name="connsiteY2" fmla="*/ 6681235 h 6858000"/>
              <a:gd name="connsiteX3" fmla="*/ 0 w 7188051"/>
              <a:gd name="connsiteY3" fmla="*/ 5565888 h 6858000"/>
              <a:gd name="connsiteX4" fmla="*/ 2190696 w 7188051"/>
              <a:gd name="connsiteY4" fmla="*/ 145339 h 6858000"/>
              <a:gd name="connsiteX5" fmla="*/ 2339431 w 7188051"/>
              <a:gd name="connsiteY5" fmla="*/ 0 h 6858000"/>
              <a:gd name="connsiteX6" fmla="*/ 7188051 w 7188051"/>
              <a:gd name="connsiteY6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188051" h="6858000">
                <a:moveTo>
                  <a:pt x="7188051" y="6858000"/>
                </a:moveTo>
                <a:lnTo>
                  <a:pt x="108694" y="6858000"/>
                </a:lnTo>
                <a:lnTo>
                  <a:pt x="79127" y="6681235"/>
                </a:lnTo>
                <a:cubicBezTo>
                  <a:pt x="26981" y="6316967"/>
                  <a:pt x="0" y="5944579"/>
                  <a:pt x="0" y="5565888"/>
                </a:cubicBezTo>
                <a:cubicBezTo>
                  <a:pt x="0" y="3459953"/>
                  <a:pt x="834428" y="1548908"/>
                  <a:pt x="2190696" y="145339"/>
                </a:cubicBezTo>
                <a:lnTo>
                  <a:pt x="2339431" y="0"/>
                </a:lnTo>
                <a:lnTo>
                  <a:pt x="7188051" y="0"/>
                </a:lnTo>
                <a:close/>
              </a:path>
            </a:pathLst>
          </a:custGeom>
          <a:solidFill>
            <a:schemeClr val="tx1">
              <a:alpha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4"/>
          </p:nvPr>
        </p:nvSpPr>
        <p:spPr>
          <a:xfrm>
            <a:off x="11003280" y="603504"/>
            <a:ext cx="548640" cy="548640"/>
          </a:xfrm>
          <a:prstGeom prst="ellipse">
            <a:avLst/>
          </a:prstGeom>
          <a:solidFill>
            <a:srgbClr val="7F7F7F"/>
          </a:solidFill>
        </p:spPr>
        <p:txBody>
          <a:bodyPr anchor="ctr">
            <a:normAutofit/>
          </a:bodyPr>
          <a:lstStyle/>
          <a:p>
            <a:pPr algn="ctr">
              <a:lnSpc>
                <a:spcPct val="90000"/>
              </a:lnSpc>
              <a:spcAft>
                <a:spcPts val="600"/>
              </a:spcAft>
            </a:pPr>
            <a:r>
              <a:rPr lang="en-US" sz="600">
                <a:solidFill>
                  <a:srgbClr val="FFFFFF"/>
                </a:solidFill>
              </a:rPr>
              <a:t>引言：1-</a:t>
            </a:r>
            <a:fld id="{C4204591-24BD-A542-B9D5-F8D8A88D2FEE}" type="slidenum">
              <a:rPr lang="en-US" sz="600">
                <a:solidFill>
                  <a:srgbClr val="FFFFFF"/>
                </a:solidFill>
              </a:rPr>
            </a:fld>
            <a:endParaRPr lang="en-US" sz="600">
              <a:solidFill>
                <a:srgbClr val="FFFFFF"/>
              </a:solidFill>
            </a:endParaRPr>
          </a:p>
        </p:txBody>
      </p:sp>
      <p:pic>
        <p:nvPicPr>
          <p:cNvPr id="9" name="图片 8"/>
          <p:cNvPicPr>
            <a:picLocks noChangeAspect="1"/>
          </p:cNvPicPr>
          <p:nvPr/>
        </p:nvPicPr>
        <p:blipFill>
          <a:blip r:embed="rId1"/>
          <a:srcRect l="7153" t="25343" r="6723" b="17735"/>
          <a:stretch>
            <a:fillRect/>
          </a:stretch>
        </p:blipFill>
        <p:spPr>
          <a:xfrm>
            <a:off x="3028950" y="429260"/>
            <a:ext cx="3240000" cy="3070777"/>
          </a:xfrm>
          <a:prstGeom prst="rect">
            <a:avLst/>
          </a:prstGeom>
        </p:spPr>
      </p:pic>
      <p:sp>
        <p:nvSpPr>
          <p:cNvPr id="8" name="Rectangle 3"/>
          <p:cNvSpPr>
            <a:spLocks noChangeArrowheads="1"/>
          </p:cNvSpPr>
          <p:nvPr/>
        </p:nvSpPr>
        <p:spPr bwMode="auto">
          <a:xfrm>
            <a:off x="454025" y="944245"/>
            <a:ext cx="3305175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lnSpc>
                <a:spcPct val="85000"/>
              </a:lnSpc>
            </a:pPr>
            <a:r>
              <a:rPr lang="zh-CN" altLang="en-US" sz="5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微信群</a:t>
            </a:r>
            <a:endParaRPr lang="zh-CN" altLang="en-US" sz="5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Rectangle 3"/>
          <p:cNvSpPr>
            <a:spLocks noChangeArrowheads="1"/>
          </p:cNvSpPr>
          <p:nvPr/>
        </p:nvSpPr>
        <p:spPr bwMode="auto">
          <a:xfrm>
            <a:off x="454025" y="4057650"/>
            <a:ext cx="255270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lnSpc>
                <a:spcPct val="85000"/>
              </a:lnSpc>
            </a:pPr>
            <a:r>
              <a:rPr lang="zh-CN" altLang="en-US" sz="5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智慧树</a:t>
            </a:r>
            <a:endParaRPr lang="zh-CN" altLang="en-US" sz="5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12" name="图片 11"/>
          <p:cNvPicPr>
            <a:picLocks noChangeAspect="1"/>
          </p:cNvPicPr>
          <p:nvPr/>
        </p:nvPicPr>
        <p:blipFill>
          <a:blip r:embed="rId2"/>
          <a:srcRect l="2746" r="2767" b="32546"/>
          <a:stretch>
            <a:fillRect/>
          </a:stretch>
        </p:blipFill>
        <p:spPr>
          <a:xfrm>
            <a:off x="3028950" y="3551555"/>
            <a:ext cx="3240000" cy="3050953"/>
          </a:xfrm>
          <a:prstGeom prst="rect">
            <a:avLst/>
          </a:prstGeom>
        </p:spPr>
      </p:pic>
    </p:spTree>
  </p:cSld>
  <p:clrMapOvr>
    <a:overrideClrMapping bg1="dk1" tx1="lt1" bg2="dk2" tx2="lt2" accent1="accent1" accent2="accent2" accent3="accent3" accent4="accent4" accent5="accent5" accent6="accent6" hlink="hlink" folHlink="folHlink"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框 7"/>
          <p:cNvSpPr txBox="1"/>
          <p:nvPr/>
        </p:nvSpPr>
        <p:spPr>
          <a:xfrm>
            <a:off x="1190171" y="671064"/>
            <a:ext cx="6096000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zh-CN" altLang="zh-CN" sz="3600" b="1" dirty="0">
                <a:effectLst/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考核与评价方式及标准</a:t>
            </a:r>
            <a:r>
              <a:rPr lang="zh-CN" altLang="zh-CN" sz="3600" b="1" dirty="0">
                <a:effectLst/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endParaRPr lang="zh-CN" altLang="en-US" sz="3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" name="文本框 1"/>
          <p:cNvSpPr txBox="1"/>
          <p:nvPr/>
        </p:nvSpPr>
        <p:spPr>
          <a:xfrm>
            <a:off x="914400" y="1423035"/>
            <a:ext cx="10563225" cy="3969385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p>
            <a:pPr>
              <a:lnSpc>
                <a:spcPct val="150000"/>
              </a:lnSpc>
            </a:pPr>
            <a:r>
              <a:rPr lang="en-US" altLang="zh-CN" sz="2800" b="1">
                <a:latin typeface="宋体" panose="02010600030101010101" pitchFamily="2" charset="-122"/>
                <a:ea typeface="宋体" panose="02010600030101010101" pitchFamily="2" charset="-122"/>
                <a:cs typeface="宋体" panose="02010600030101010101" pitchFamily="2" charset="-122"/>
              </a:rPr>
              <a:t>1. </a:t>
            </a:r>
            <a:r>
              <a:rPr lang="zh-CN" altLang="en-US" sz="2800" b="1">
                <a:latin typeface="宋体" panose="02010600030101010101" pitchFamily="2" charset="-122"/>
                <a:ea typeface="宋体" panose="02010600030101010101" pitchFamily="2" charset="-122"/>
                <a:cs typeface="宋体" panose="02010600030101010101" pitchFamily="2" charset="-122"/>
              </a:rPr>
              <a:t>考核与评价内容、方法、成绩比例的简要说明。</a:t>
            </a:r>
            <a:endParaRPr lang="zh-CN" altLang="en-US" sz="2800" b="1">
              <a:latin typeface="宋体" panose="02010600030101010101" pitchFamily="2" charset="-122"/>
              <a:ea typeface="宋体" panose="02010600030101010101" pitchFamily="2" charset="-122"/>
              <a:cs typeface="宋体" panose="02010600030101010101" pitchFamily="2" charset="-122"/>
            </a:endParaRPr>
          </a:p>
          <a:p>
            <a:pPr>
              <a:lnSpc>
                <a:spcPct val="150000"/>
              </a:lnSpc>
            </a:pPr>
            <a:r>
              <a:rPr lang="zh-CN" altLang="en-US" sz="2800" b="1">
                <a:latin typeface="宋体" panose="02010600030101010101" pitchFamily="2" charset="-122"/>
                <a:ea typeface="宋体" panose="02010600030101010101" pitchFamily="2" charset="-122"/>
                <a:cs typeface="宋体" panose="02010600030101010101" pitchFamily="2" charset="-122"/>
              </a:rPr>
              <a:t>平时表现占</a:t>
            </a:r>
            <a:r>
              <a:rPr lang="en-US" altLang="zh-CN" sz="2800" b="1">
                <a:solidFill>
                  <a:srgbClr val="FF0000"/>
                </a:solidFill>
                <a:latin typeface="宋体" panose="02010600030101010101" pitchFamily="2" charset="-122"/>
                <a:ea typeface="宋体" panose="02010600030101010101" pitchFamily="2" charset="-122"/>
                <a:cs typeface="宋体" panose="02010600030101010101" pitchFamily="2" charset="-122"/>
              </a:rPr>
              <a:t>10%</a:t>
            </a:r>
            <a:r>
              <a:rPr lang="zh-CN" altLang="en-US" sz="2800" b="1">
                <a:latin typeface="宋体" panose="02010600030101010101" pitchFamily="2" charset="-122"/>
                <a:ea typeface="宋体" panose="02010600030101010101" pitchFamily="2" charset="-122"/>
                <a:cs typeface="宋体" panose="02010600030101010101" pitchFamily="2" charset="-122"/>
              </a:rPr>
              <a:t>：包括：课后作业（占</a:t>
            </a:r>
            <a:r>
              <a:rPr lang="en-US" altLang="zh-CN" sz="2800" b="1">
                <a:latin typeface="宋体" panose="02010600030101010101" pitchFamily="2" charset="-122"/>
                <a:ea typeface="宋体" panose="02010600030101010101" pitchFamily="2" charset="-122"/>
                <a:cs typeface="宋体" panose="02010600030101010101" pitchFamily="2" charset="-122"/>
              </a:rPr>
              <a:t>7%</a:t>
            </a:r>
            <a:r>
              <a:rPr lang="zh-CN" altLang="en-US" sz="2800" b="1">
                <a:latin typeface="宋体" panose="02010600030101010101" pitchFamily="2" charset="-122"/>
                <a:ea typeface="宋体" panose="02010600030101010101" pitchFamily="2" charset="-122"/>
                <a:cs typeface="宋体" panose="02010600030101010101" pitchFamily="2" charset="-122"/>
              </a:rPr>
              <a:t>）、随堂测试（</a:t>
            </a:r>
            <a:r>
              <a:rPr lang="en-US" altLang="zh-CN" sz="2800" b="1">
                <a:latin typeface="宋体" panose="02010600030101010101" pitchFamily="2" charset="-122"/>
                <a:ea typeface="宋体" panose="02010600030101010101" pitchFamily="2" charset="-122"/>
                <a:cs typeface="宋体" panose="02010600030101010101" pitchFamily="2" charset="-122"/>
              </a:rPr>
              <a:t>3%</a:t>
            </a:r>
            <a:r>
              <a:rPr lang="zh-CN" altLang="en-US" sz="2800" b="1">
                <a:latin typeface="宋体" panose="02010600030101010101" pitchFamily="2" charset="-122"/>
                <a:ea typeface="宋体" panose="02010600030101010101" pitchFamily="2" charset="-122"/>
                <a:cs typeface="宋体" panose="02010600030101010101" pitchFamily="2" charset="-122"/>
              </a:rPr>
              <a:t>）。</a:t>
            </a:r>
            <a:endParaRPr lang="zh-CN" altLang="en-US" sz="2800" b="1">
              <a:latin typeface="宋体" panose="02010600030101010101" pitchFamily="2" charset="-122"/>
              <a:ea typeface="宋体" panose="02010600030101010101" pitchFamily="2" charset="-122"/>
              <a:cs typeface="宋体" panose="02010600030101010101" pitchFamily="2" charset="-122"/>
            </a:endParaRPr>
          </a:p>
          <a:p>
            <a:pPr>
              <a:lnSpc>
                <a:spcPct val="150000"/>
              </a:lnSpc>
            </a:pPr>
            <a:r>
              <a:rPr lang="zh-CN" altLang="en-US" sz="2800" b="1">
                <a:latin typeface="宋体" panose="02010600030101010101" pitchFamily="2" charset="-122"/>
                <a:ea typeface="宋体" panose="02010600030101010101" pitchFamily="2" charset="-122"/>
                <a:cs typeface="宋体" panose="02010600030101010101" pitchFamily="2" charset="-122"/>
              </a:rPr>
              <a:t>课程实验占</a:t>
            </a:r>
            <a:r>
              <a:rPr lang="en-US" altLang="zh-CN" sz="2800" b="1">
                <a:solidFill>
                  <a:srgbClr val="FF0000"/>
                </a:solidFill>
                <a:latin typeface="宋体" panose="02010600030101010101" pitchFamily="2" charset="-122"/>
                <a:ea typeface="宋体" panose="02010600030101010101" pitchFamily="2" charset="-122"/>
                <a:cs typeface="宋体" panose="02010600030101010101" pitchFamily="2" charset="-122"/>
              </a:rPr>
              <a:t>5%</a:t>
            </a:r>
            <a:r>
              <a:rPr lang="zh-CN" altLang="en-US" sz="2800" b="1">
                <a:latin typeface="宋体" panose="02010600030101010101" pitchFamily="2" charset="-122"/>
                <a:ea typeface="宋体" panose="02010600030101010101" pitchFamily="2" charset="-122"/>
                <a:cs typeface="宋体" panose="02010600030101010101" pitchFamily="2" charset="-122"/>
              </a:rPr>
              <a:t>：包括</a:t>
            </a:r>
            <a:r>
              <a:rPr lang="en-US" altLang="zh-CN" sz="2800" b="1">
                <a:latin typeface="宋体" panose="02010600030101010101" pitchFamily="2" charset="-122"/>
                <a:ea typeface="宋体" panose="02010600030101010101" pitchFamily="2" charset="-122"/>
                <a:cs typeface="宋体" panose="02010600030101010101" pitchFamily="2" charset="-122"/>
              </a:rPr>
              <a:t>Wireshark</a:t>
            </a:r>
            <a:r>
              <a:rPr lang="zh-CN" altLang="en-US" sz="2800" b="1">
                <a:latin typeface="宋体" panose="02010600030101010101" pitchFamily="2" charset="-122"/>
                <a:ea typeface="宋体" panose="02010600030101010101" pitchFamily="2" charset="-122"/>
                <a:cs typeface="宋体" panose="02010600030101010101" pitchFamily="2" charset="-122"/>
              </a:rPr>
              <a:t>实验（</a:t>
            </a:r>
            <a:r>
              <a:rPr lang="en-US" altLang="zh-CN" sz="2800" b="1">
                <a:latin typeface="宋体" panose="02010600030101010101" pitchFamily="2" charset="-122"/>
                <a:ea typeface="宋体" panose="02010600030101010101" pitchFamily="2" charset="-122"/>
                <a:cs typeface="宋体" panose="02010600030101010101" pitchFamily="2" charset="-122"/>
              </a:rPr>
              <a:t>5%</a:t>
            </a:r>
            <a:r>
              <a:rPr lang="zh-CN" altLang="en-US" sz="2800" b="1">
                <a:latin typeface="宋体" panose="02010600030101010101" pitchFamily="2" charset="-122"/>
                <a:ea typeface="宋体" panose="02010600030101010101" pitchFamily="2" charset="-122"/>
                <a:cs typeface="宋体" panose="02010600030101010101" pitchFamily="2" charset="-122"/>
              </a:rPr>
              <a:t>）；。</a:t>
            </a:r>
            <a:endParaRPr lang="zh-CN" altLang="en-US" sz="2800" b="1">
              <a:latin typeface="宋体" panose="02010600030101010101" pitchFamily="2" charset="-122"/>
              <a:ea typeface="宋体" panose="02010600030101010101" pitchFamily="2" charset="-122"/>
              <a:cs typeface="宋体" panose="02010600030101010101" pitchFamily="2" charset="-122"/>
            </a:endParaRPr>
          </a:p>
          <a:p>
            <a:pPr>
              <a:lnSpc>
                <a:spcPct val="150000"/>
              </a:lnSpc>
            </a:pPr>
            <a:r>
              <a:rPr lang="zh-CN" altLang="en-US" sz="2800" b="1">
                <a:latin typeface="宋体" panose="02010600030101010101" pitchFamily="2" charset="-122"/>
                <a:ea typeface="宋体" panose="02010600030101010101" pitchFamily="2" charset="-122"/>
                <a:cs typeface="宋体" panose="02010600030101010101" pitchFamily="2" charset="-122"/>
              </a:rPr>
              <a:t>课程设计占</a:t>
            </a:r>
            <a:r>
              <a:rPr lang="en-US" altLang="zh-CN" sz="2800" b="1">
                <a:solidFill>
                  <a:srgbClr val="FF0000"/>
                </a:solidFill>
                <a:latin typeface="宋体" panose="02010600030101010101" pitchFamily="2" charset="-122"/>
                <a:ea typeface="宋体" panose="02010600030101010101" pitchFamily="2" charset="-122"/>
                <a:cs typeface="宋体" panose="02010600030101010101" pitchFamily="2" charset="-122"/>
              </a:rPr>
              <a:t>25%</a:t>
            </a:r>
            <a:r>
              <a:rPr lang="zh-CN" altLang="en-US" sz="2800" b="1">
                <a:latin typeface="宋体" panose="02010600030101010101" pitchFamily="2" charset="-122"/>
                <a:ea typeface="宋体" panose="02010600030101010101" pitchFamily="2" charset="-122"/>
                <a:cs typeface="宋体" panose="02010600030101010101" pitchFamily="2" charset="-122"/>
              </a:rPr>
              <a:t>：其中设计（</a:t>
            </a:r>
            <a:r>
              <a:rPr lang="en-US" altLang="zh-CN" sz="2800" b="1">
                <a:latin typeface="宋体" panose="02010600030101010101" pitchFamily="2" charset="-122"/>
                <a:ea typeface="宋体" panose="02010600030101010101" pitchFamily="2" charset="-122"/>
                <a:cs typeface="宋体" panose="02010600030101010101" pitchFamily="2" charset="-122"/>
              </a:rPr>
              <a:t>1</a:t>
            </a:r>
            <a:r>
              <a:rPr lang="zh-CN" altLang="en-US" sz="2800" b="1">
                <a:latin typeface="宋体" panose="02010600030101010101" pitchFamily="2" charset="-122"/>
                <a:ea typeface="宋体" panose="02010600030101010101" pitchFamily="2" charset="-122"/>
                <a:cs typeface="宋体" panose="02010600030101010101" pitchFamily="2" charset="-122"/>
              </a:rPr>
              <a:t>）</a:t>
            </a:r>
            <a:r>
              <a:rPr lang="en-US" altLang="zh-CN" sz="2800" b="1">
                <a:latin typeface="宋体" panose="02010600030101010101" pitchFamily="2" charset="-122"/>
                <a:ea typeface="宋体" panose="02010600030101010101" pitchFamily="2" charset="-122"/>
                <a:cs typeface="宋体" panose="02010600030101010101" pitchFamily="2" charset="-122"/>
              </a:rPr>
              <a:t>socket programming</a:t>
            </a:r>
            <a:r>
              <a:rPr lang="zh-CN" altLang="en-US" sz="2800" b="1">
                <a:latin typeface="宋体" panose="02010600030101010101" pitchFamily="2" charset="-122"/>
                <a:ea typeface="宋体" panose="02010600030101010101" pitchFamily="2" charset="-122"/>
                <a:cs typeface="宋体" panose="02010600030101010101" pitchFamily="2" charset="-122"/>
              </a:rPr>
              <a:t>占</a:t>
            </a:r>
            <a:r>
              <a:rPr lang="en-US" altLang="zh-CN" sz="2800" b="1">
                <a:latin typeface="宋体" panose="02010600030101010101" pitchFamily="2" charset="-122"/>
                <a:ea typeface="宋体" panose="02010600030101010101" pitchFamily="2" charset="-122"/>
                <a:cs typeface="宋体" panose="02010600030101010101" pitchFamily="2" charset="-122"/>
              </a:rPr>
              <a:t>25%,</a:t>
            </a:r>
            <a:r>
              <a:rPr lang="zh-CN" altLang="en-US" sz="2800" b="1">
                <a:latin typeface="宋体" panose="02010600030101010101" pitchFamily="2" charset="-122"/>
                <a:ea typeface="宋体" panose="02010600030101010101" pitchFamily="2" charset="-122"/>
                <a:cs typeface="宋体" panose="02010600030101010101" pitchFamily="2" charset="-122"/>
              </a:rPr>
              <a:t>包括进度报告、设计说明书和验收等。</a:t>
            </a:r>
            <a:endParaRPr lang="zh-CN" altLang="en-US" sz="2800" b="1">
              <a:latin typeface="宋体" panose="02010600030101010101" pitchFamily="2" charset="-122"/>
              <a:ea typeface="宋体" panose="02010600030101010101" pitchFamily="2" charset="-122"/>
              <a:cs typeface="宋体" panose="02010600030101010101" pitchFamily="2" charset="-122"/>
            </a:endParaRPr>
          </a:p>
          <a:p>
            <a:pPr>
              <a:lnSpc>
                <a:spcPct val="150000"/>
              </a:lnSpc>
            </a:pPr>
            <a:r>
              <a:rPr lang="zh-CN" altLang="en-US" sz="2800" b="1">
                <a:latin typeface="宋体" panose="02010600030101010101" pitchFamily="2" charset="-122"/>
                <a:ea typeface="宋体" panose="02010600030101010101" pitchFamily="2" charset="-122"/>
                <a:cs typeface="宋体" panose="02010600030101010101" pitchFamily="2" charset="-122"/>
              </a:rPr>
              <a:t>结课考试占</a:t>
            </a:r>
            <a:r>
              <a:rPr lang="en-US" altLang="zh-CN" sz="2800" b="1">
                <a:solidFill>
                  <a:srgbClr val="FF0000"/>
                </a:solidFill>
                <a:latin typeface="宋体" panose="02010600030101010101" pitchFamily="2" charset="-122"/>
                <a:ea typeface="宋体" panose="02010600030101010101" pitchFamily="2" charset="-122"/>
                <a:cs typeface="宋体" panose="02010600030101010101" pitchFamily="2" charset="-122"/>
              </a:rPr>
              <a:t>60%</a:t>
            </a:r>
            <a:r>
              <a:rPr lang="zh-CN" altLang="en-US" sz="2800" b="1">
                <a:latin typeface="宋体" panose="02010600030101010101" pitchFamily="2" charset="-122"/>
                <a:ea typeface="宋体" panose="02010600030101010101" pitchFamily="2" charset="-122"/>
                <a:cs typeface="宋体" panose="02010600030101010101" pitchFamily="2" charset="-122"/>
              </a:rPr>
              <a:t>：闭卷考试。</a:t>
            </a:r>
            <a:endParaRPr lang="zh-CN" altLang="en-US" sz="2800" b="1">
              <a:latin typeface="宋体" panose="02010600030101010101" pitchFamily="2" charset="-122"/>
              <a:ea typeface="宋体" panose="02010600030101010101" pitchFamily="2" charset="-122"/>
              <a:cs typeface="宋体" panose="02010600030101010101" pitchFamily="2" charset="-122"/>
            </a:endParaRP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lide Number Placeholder 2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引言：1-</a:t>
            </a:r>
            <a:fld id="{C4204591-24BD-A542-B9D5-F8D8A88D2FEE}" type="slidenum">
              <a:rPr lang="en-US" smtClean="0"/>
            </a:fld>
            <a:endParaRPr lang="en-US" dirty="0"/>
          </a:p>
        </p:txBody>
      </p:sp>
      <p:sp>
        <p:nvSpPr>
          <p:cNvPr id="6" name="Rectangle 3"/>
          <p:cNvSpPr>
            <a:spLocks noChangeArrowheads="1"/>
          </p:cNvSpPr>
          <p:nvPr/>
        </p:nvSpPr>
        <p:spPr bwMode="auto">
          <a:xfrm>
            <a:off x="1325035" y="561975"/>
            <a:ext cx="4487863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lnSpc>
                <a:spcPct val="85000"/>
              </a:lnSpc>
            </a:pPr>
            <a:r>
              <a:rPr lang="en-US" altLang="en-US" sz="5400" b="1" dirty="0">
                <a:solidFill>
                  <a:srgbClr val="000099"/>
                </a:solidFill>
                <a:latin typeface="+mj-lt"/>
              </a:rPr>
              <a:t>第 1 章 引言</a:t>
            </a:r>
            <a:br>
              <a:rPr lang="en-US" altLang="en-US" sz="6000" b="1" dirty="0">
                <a:solidFill>
                  <a:srgbClr val="000099"/>
                </a:solidFill>
                <a:latin typeface="+mj-lt"/>
              </a:rPr>
            </a:br>
            <a:r>
              <a:rPr lang="en-US" altLang="en-US" sz="5400" b="1" dirty="0">
                <a:solidFill>
                  <a:srgbClr val="000099"/>
                </a:solidFill>
                <a:latin typeface="+mj-lt"/>
              </a:rPr>
              <a:t/>
            </a:r>
            <a:endParaRPr lang="en-US" altLang="en-US" sz="5400" b="1" dirty="0">
              <a:solidFill>
                <a:srgbClr val="000099"/>
              </a:solidFill>
              <a:latin typeface="+mj-lt"/>
            </a:endParaRPr>
          </a:p>
        </p:txBody>
      </p:sp>
      <p:sp>
        <p:nvSpPr>
          <p:cNvPr id="7" name="Text Box 6"/>
          <p:cNvSpPr txBox="1">
            <a:spLocks noChangeArrowheads="1"/>
          </p:cNvSpPr>
          <p:nvPr/>
        </p:nvSpPr>
        <p:spPr bwMode="auto">
          <a:xfrm>
            <a:off x="1350014" y="2647662"/>
            <a:ext cx="5378450" cy="16296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800" dirty="0">
                <a:latin typeface="+mn-lt"/>
              </a:rPr>
              <a:t>关于使用这些 PowerPoint 幻灯片的说明：</a:t>
            </a:r>
            <a:endParaRPr lang="en-US" altLang="en-US" sz="1800" dirty="0">
              <a:latin typeface="+mn-lt"/>
            </a:endParaRPr>
          </a:p>
          <a:p>
            <a:r>
              <a:rPr lang="en-US" altLang="en-US" sz="1400" dirty="0">
                <a:latin typeface="+mn-lt"/>
              </a:rPr>
              <a:t>我们将这些幻灯片免费提供给所有人（教师、学生、读者）使用。它们采用 PowerPoint 格式，因此你可以看到动画，也可以按需要添加、修改、删除幻灯片（包括本页）及其中内容。这些材料显然凝结了我们大量工作。作为使用回报，我们只提出以下要求：</a:t>
            </a:r>
            <a:r>
              <a:rPr lang="en-US" altLang="ja-JP" sz="1400" dirty="0">
                <a:latin typeface="+mn-lt"/>
              </a:rPr>
              <a:t/>
            </a:r>
            <a:r>
              <a:rPr lang="en-US" altLang="ja-JP" sz="1400" i="1" dirty="0">
                <a:latin typeface="+mn-lt"/>
              </a:rPr>
              <a:t/>
            </a:r>
            <a:r>
              <a:rPr lang="en-US" altLang="ja-JP" sz="1400" dirty="0">
                <a:latin typeface="+mn-lt"/>
              </a:rPr>
              <a:t/>
            </a:r>
            <a:endParaRPr lang="en-US" altLang="ja-JP" sz="1400" dirty="0">
              <a:latin typeface="+mn-lt"/>
            </a:endParaRPr>
          </a:p>
          <a:p>
            <a:pPr>
              <a:lnSpc>
                <a:spcPct val="85000"/>
              </a:lnSpc>
            </a:pPr>
            <a:endParaRPr lang="en-US" altLang="en-US" sz="1400" dirty="0"/>
          </a:p>
        </p:txBody>
      </p:sp>
      <p:sp>
        <p:nvSpPr>
          <p:cNvPr id="8" name="Text Box 7"/>
          <p:cNvSpPr txBox="1">
            <a:spLocks noChangeArrowheads="1"/>
          </p:cNvSpPr>
          <p:nvPr/>
        </p:nvSpPr>
        <p:spPr bwMode="auto">
          <a:xfrm>
            <a:off x="1325035" y="3894603"/>
            <a:ext cx="5378450" cy="263617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173355" indent="-173355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85000"/>
              </a:lnSpc>
            </a:pPr>
            <a:endParaRPr lang="en-US" altLang="en-US" sz="1400" dirty="0">
              <a:latin typeface="Gill Sans MT" panose="020B0502020104020203" pitchFamily="34" charset="77"/>
            </a:endParaRPr>
          </a:p>
          <a:p>
            <a:pPr marL="290830" indent="-168275">
              <a:buClr>
                <a:srgbClr val="0000A8"/>
              </a:buClr>
              <a:buSzPct val="75000"/>
              <a:buFont typeface="Wingdings" panose="05000000000000000000" pitchFamily="2" charset="2"/>
              <a:buChar char="§"/>
            </a:pPr>
            <a:r>
              <a:rPr lang="en-US" altLang="en-US" sz="1400" dirty="0">
                <a:latin typeface="+mn-lt"/>
                <a:cs typeface="Calibri" panose="020F0502020204030204" pitchFamily="34" charset="0"/>
              </a:rPr>
              <a:t>如果你使用这些幻灯片（例如用于课堂），请说明其来源（毕竟，我们也希望大家使用我们的教材！）</a:t>
            </a:r>
            <a:r>
              <a:rPr lang="en-US" altLang="ja-JP" sz="1400" dirty="0">
                <a:latin typeface="+mn-lt"/>
                <a:cs typeface="Calibri" panose="020F0502020204030204" pitchFamily="34" charset="0"/>
              </a:rPr>
              <a:t/>
            </a:r>
            <a:endParaRPr lang="en-US" altLang="ja-JP" sz="1400" dirty="0">
              <a:latin typeface="+mn-lt"/>
              <a:cs typeface="Calibri" panose="020F0502020204030204" pitchFamily="34" charset="0"/>
            </a:endParaRPr>
          </a:p>
          <a:p>
            <a:pPr marL="290830" indent="-168275">
              <a:buClr>
                <a:srgbClr val="0000A8"/>
              </a:buClr>
              <a:buSzPct val="75000"/>
              <a:buFont typeface="Wingdings" panose="05000000000000000000" pitchFamily="2" charset="2"/>
              <a:buChar char="§"/>
            </a:pPr>
            <a:r>
              <a:rPr lang="en-US" altLang="en-US" sz="1400" dirty="0">
                <a:latin typeface="+mn-lt"/>
                <a:cs typeface="Calibri" panose="020F0502020204030204" pitchFamily="34" charset="0"/>
              </a:rPr>
              <a:t>如果你在网站上发布任何幻灯片，请注明它们改编自（或可能完全相同于）我们的幻灯片，并注明我们对这些材料拥有版权。</a:t>
            </a:r>
            <a:endParaRPr lang="en-US" altLang="en-US" sz="1400" dirty="0">
              <a:latin typeface="+mn-lt"/>
              <a:cs typeface="Calibri" panose="020F0502020204030204" pitchFamily="34" charset="0"/>
            </a:endParaRPr>
          </a:p>
          <a:p>
            <a:pPr>
              <a:lnSpc>
                <a:spcPct val="85000"/>
              </a:lnSpc>
              <a:buClr>
                <a:schemeClr val="accent2"/>
              </a:buClr>
              <a:buFont typeface="Wingdings" panose="05000000000000000000" pitchFamily="2" charset="2"/>
              <a:buNone/>
            </a:pPr>
            <a:endParaRPr lang="en-US" altLang="en-US" sz="1400" dirty="0">
              <a:latin typeface="+mn-lt"/>
            </a:endParaRPr>
          </a:p>
          <a:p>
            <a:pPr marL="15875" indent="0">
              <a:lnSpc>
                <a:spcPct val="85000"/>
              </a:lnSpc>
              <a:buClr>
                <a:schemeClr val="accent2"/>
              </a:buClr>
              <a:buFont typeface="Wingdings" panose="05000000000000000000" pitchFamily="2" charset="2"/>
              <a:buNone/>
            </a:pPr>
            <a:r>
              <a:rPr lang="en-US" altLang="en-US" sz="1400" dirty="0">
                <a:latin typeface="+mn-lt"/>
              </a:rPr>
              <a:t>修订历史请参见本页的幻灯片备注。 </a:t>
            </a:r>
            <a:endParaRPr lang="en-US" altLang="en-US" sz="1400" dirty="0">
              <a:latin typeface="+mn-lt"/>
            </a:endParaRPr>
          </a:p>
          <a:p>
            <a:pPr marL="15875" indent="0">
              <a:lnSpc>
                <a:spcPct val="85000"/>
              </a:lnSpc>
              <a:buClr>
                <a:schemeClr val="accent2"/>
              </a:buClr>
              <a:buFont typeface="Wingdings" panose="05000000000000000000" pitchFamily="2" charset="2"/>
              <a:buNone/>
            </a:pPr>
            <a:endParaRPr lang="en-US" altLang="en-US" sz="1400" dirty="0">
              <a:latin typeface="+mn-lt"/>
            </a:endParaRPr>
          </a:p>
          <a:p>
            <a:pPr marL="15875" indent="0">
              <a:lnSpc>
                <a:spcPct val="85000"/>
              </a:lnSpc>
              <a:buClr>
                <a:schemeClr val="accent2"/>
              </a:buClr>
              <a:buFont typeface="Wingdings" panose="05000000000000000000" pitchFamily="2" charset="2"/>
              <a:buNone/>
            </a:pPr>
            <a:r>
              <a:rPr lang="en-US" altLang="en-US" sz="1400" dirty="0">
                <a:latin typeface="+mn-lt"/>
              </a:rPr>
              <a:t>感谢使用，祝学习愉快！JFK/KWR</a:t>
            </a:r>
            <a:endParaRPr lang="en-US" altLang="en-US" sz="1400" dirty="0">
              <a:latin typeface="+mn-lt"/>
            </a:endParaRPr>
          </a:p>
          <a:p>
            <a:pPr>
              <a:lnSpc>
                <a:spcPct val="85000"/>
              </a:lnSpc>
            </a:pPr>
            <a:endParaRPr lang="en-US" altLang="en-US" sz="1400" dirty="0">
              <a:latin typeface="+mn-lt"/>
            </a:endParaRPr>
          </a:p>
          <a:p>
            <a:pPr>
              <a:lnSpc>
                <a:spcPct val="85000"/>
              </a:lnSpc>
            </a:pPr>
            <a:r>
              <a:rPr lang="en-US" altLang="en-US" sz="1400" dirty="0">
                <a:latin typeface="+mn-lt"/>
              </a:rPr>
              <a:t>     所有材料版权 1996-2020</a:t>
            </a:r>
            <a:endParaRPr lang="en-US" altLang="en-US" sz="1400" dirty="0">
              <a:latin typeface="+mn-lt"/>
            </a:endParaRPr>
          </a:p>
          <a:p>
            <a:pPr>
              <a:lnSpc>
                <a:spcPct val="85000"/>
              </a:lnSpc>
            </a:pPr>
            <a:r>
              <a:rPr lang="en-US" altLang="en-US" sz="1400" dirty="0">
                <a:latin typeface="+mn-lt"/>
              </a:rPr>
              <a:t>     J.F. Kurose 和 K.W. Ross，保留所有权利</a:t>
            </a:r>
            <a:endParaRPr lang="en-US" altLang="en-US" sz="1200" dirty="0">
              <a:latin typeface="+mn-lt"/>
            </a:endParaRPr>
          </a:p>
        </p:txBody>
      </p:sp>
      <p:sp>
        <p:nvSpPr>
          <p:cNvPr id="9" name="Rectangle 8"/>
          <p:cNvSpPr>
            <a:spLocks noChangeArrowheads="1"/>
          </p:cNvSpPr>
          <p:nvPr/>
        </p:nvSpPr>
        <p:spPr bwMode="auto">
          <a:xfrm>
            <a:off x="7981312" y="4289908"/>
            <a:ext cx="3981504" cy="286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lnSpc>
                <a:spcPct val="85000"/>
              </a:lnSpc>
            </a:pPr>
            <a:r>
              <a:rPr lang="en-US" altLang="en-US" sz="2800" i="1" dirty="0">
                <a:solidFill>
                  <a:srgbClr val="0000A3"/>
                </a:solidFill>
                <a:latin typeface="+mn-lt"/>
              </a:rPr>
              <a:t>《计算机网络：自顶向下方法》第 8 版 Jim Kurose、Keith Ross，Pearson，2020</a:t>
            </a:r>
            <a:br>
              <a:rPr lang="en-US" altLang="en-US" sz="2800" dirty="0">
                <a:solidFill>
                  <a:srgbClr val="008000"/>
                </a:solidFill>
                <a:latin typeface="+mn-lt"/>
              </a:rPr>
            </a:br>
            <a:r>
              <a:rPr lang="en-US" altLang="en-US" sz="1800" dirty="0">
                <a:latin typeface="+mn-lt"/>
              </a:rPr>
              <a:t/>
            </a:r>
            <a:r>
              <a:rPr lang="en-US" altLang="en-US" sz="1800" baseline="30000" dirty="0">
                <a:latin typeface="+mn-lt"/>
              </a:rPr>
              <a:t/>
            </a:r>
            <a:r>
              <a:rPr lang="en-US" altLang="en-US" sz="1800" dirty="0">
                <a:latin typeface="+mn-lt"/>
              </a:rPr>
              <a:t/>
            </a:r>
            <a:br>
              <a:rPr lang="en-US" altLang="en-US" sz="1800" dirty="0">
                <a:latin typeface="+mn-lt"/>
              </a:rPr>
            </a:br>
            <a:r>
              <a:rPr lang="en-US" altLang="en-US" sz="1800" dirty="0">
                <a:latin typeface="+mn-lt"/>
              </a:rPr>
              <a:t/>
            </a:r>
            <a:br>
              <a:rPr lang="en-US" altLang="en-US" sz="1800" dirty="0">
                <a:latin typeface="+mn-lt"/>
              </a:rPr>
            </a:br>
            <a:r>
              <a:rPr lang="en-US" altLang="en-US" sz="1800" dirty="0">
                <a:latin typeface="+mn-lt"/>
              </a:rPr>
              <a:t/>
            </a:r>
            <a:endParaRPr lang="en-US" altLang="en-US" sz="2000" dirty="0">
              <a:latin typeface="+mn-lt"/>
            </a:endParaRPr>
          </a:p>
        </p:txBody>
      </p:sp>
      <p:pic>
        <p:nvPicPr>
          <p:cNvPr id="10" name="Picture 9" descr="A picture containing outdoor, water, bridge, building&#10;&#10;Description automatically generated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8135257" y="887185"/>
            <a:ext cx="3040743" cy="3800929"/>
          </a:xfrm>
          <a:prstGeom prst="rect">
            <a:avLst/>
          </a:prstGeom>
        </p:spPr>
      </p:pic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/>
          <a:lstStyle/>
          <a:p>
            <a:r>
              <a:rPr lang="en-US" altLang="en-US" dirty="0">
                <a:latin typeface="+mj-lt"/>
                <a:cs typeface="Calibri" panose="020F0502020204030204" pitchFamily="34" charset="0"/>
              </a:rPr>
              <a:t>第 1 章：引言</a:t>
            </a:r>
            <a:endParaRPr lang="en-US" dirty="0">
              <a:latin typeface="+mj-lt"/>
            </a:endParaRPr>
          </a:p>
        </p:txBody>
      </p:sp>
      <p:sp>
        <p:nvSpPr>
          <p:cNvPr id="4" name="Content Placeholder 3"/>
          <p:cNvSpPr>
            <a:spLocks noGrp="1"/>
          </p:cNvSpPr>
          <p:nvPr>
            <p:ph sz="half" idx="1"/>
          </p:nvPr>
        </p:nvSpPr>
        <p:spPr>
          <a:xfrm>
            <a:off x="786816" y="1375384"/>
            <a:ext cx="4842088" cy="4351338"/>
          </a:xfrm>
        </p:spPr>
        <p:txBody>
          <a:bodyPr>
            <a:noAutofit/>
          </a:bodyPr>
          <a:lstStyle/>
          <a:p>
            <a:pPr>
              <a:buNone/>
            </a:pPr>
            <a:r>
              <a:rPr lang="en-US" altLang="en-US" sz="3200" i="1" dirty="0">
                <a:solidFill>
                  <a:srgbClr val="CC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本章目标： </a:t>
            </a:r>
            <a:r>
              <a:rPr lang="en-US" altLang="en-US" sz="3200" i="1" dirty="0">
                <a:latin typeface="Calibri" panose="020F0502020204030204" pitchFamily="34" charset="0"/>
                <a:cs typeface="Calibri" panose="020F0502020204030204" pitchFamily="34" charset="0"/>
              </a:rPr>
              <a:t/>
            </a:r>
            <a:endParaRPr lang="en-US" altLang="en-US" sz="3200" i="1" dirty="0"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marL="342900" indent="-225425">
              <a:spcBef>
                <a:spcPts val="600"/>
              </a:spcBef>
            </a:pPr>
            <a:r>
              <a:rPr lang="en-US" altLang="en-US" dirty="0">
                <a:latin typeface="Calibri" panose="020F0502020204030204" pitchFamily="34" charset="0"/>
                <a:cs typeface="Calibri" panose="020F0502020204030204" pitchFamily="34" charset="0"/>
              </a:rPr>
              <a:t>建立直观认识和总体图景，熟悉基本术语</a:t>
            </a:r>
            <a:r>
              <a:rPr lang="en-US" altLang="ja-JP" dirty="0">
                <a:latin typeface="Calibri" panose="020F0502020204030204" pitchFamily="34" charset="0"/>
                <a:cs typeface="Calibri" panose="020F0502020204030204" pitchFamily="34" charset="0"/>
              </a:rPr>
              <a:t/>
            </a:r>
            <a:endParaRPr lang="en-US" altLang="ja-JP" dirty="0"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marL="800100" lvl="1" indent="-225425">
              <a:spcBef>
                <a:spcPts val="600"/>
              </a:spcBef>
            </a:pPr>
            <a:r>
              <a:rPr lang="en-US" alt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更深入的原理和细节将在课程后续部分展开</a:t>
            </a:r>
            <a:r>
              <a:rPr lang="en-US" altLang="en-US" sz="2800" i="1" dirty="0">
                <a:latin typeface="Calibri" panose="020F0502020204030204" pitchFamily="34" charset="0"/>
                <a:cs typeface="Calibri" panose="020F0502020204030204" pitchFamily="34" charset="0"/>
              </a:rPr>
              <a:t/>
            </a:r>
            <a:r>
              <a:rPr lang="en-US" alt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/>
            </a:r>
            <a:endParaRPr lang="en-US" altLang="en-US" sz="2800" dirty="0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9" name="Rectangle 4"/>
          <p:cNvSpPr>
            <a:spLocks noGrp="1" noChangeArrowheads="1"/>
          </p:cNvSpPr>
          <p:nvPr>
            <p:ph sz="half" idx="2"/>
          </p:nvPr>
        </p:nvSpPr>
        <p:spPr>
          <a:xfrm>
            <a:off x="5968416" y="1422888"/>
            <a:ext cx="5994400" cy="4799013"/>
          </a:xfrm>
        </p:spPr>
        <p:txBody>
          <a:bodyPr>
            <a:normAutofit lnSpcReduction="10000"/>
          </a:bodyPr>
          <a:lstStyle/>
          <a:p>
            <a:pPr eaLnBrk="1" hangingPunct="1">
              <a:buFont typeface="Wingdings" panose="05000000000000000000" pitchFamily="2" charset="2"/>
              <a:buNone/>
            </a:pPr>
            <a:r>
              <a:rPr lang="en-US" altLang="en-US" sz="3200" i="1" dirty="0">
                <a:solidFill>
                  <a:srgbClr val="CC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概览/路线图：</a:t>
            </a:r>
            <a:endParaRPr lang="en-US" altLang="en-US" sz="3200" i="1" dirty="0">
              <a:solidFill>
                <a:srgbClr val="CC0000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marL="403225" indent="-285750" eaLnBrk="1" hangingPunct="1">
              <a:spcBef>
                <a:spcPts val="800"/>
              </a:spcBef>
            </a:pPr>
            <a:r>
              <a:rPr lang="en-US" altLang="en-US" sz="2600" dirty="0">
                <a:latin typeface="Calibri" panose="020F0502020204030204" pitchFamily="34" charset="0"/>
                <a:cs typeface="Calibri" panose="020F0502020204030204" pitchFamily="34" charset="0"/>
              </a:rPr>
              <a:t>什么是互联网？什么是协议？</a:t>
            </a:r>
            <a:r>
              <a:rPr lang="en-US" altLang="en-US" sz="2600" i="1" dirty="0">
                <a:latin typeface="Calibri" panose="020F0502020204030204" pitchFamily="34" charset="0"/>
                <a:cs typeface="Calibri" panose="020F0502020204030204" pitchFamily="34" charset="0"/>
              </a:rPr>
              <a:t/>
            </a:r>
            <a:r>
              <a:rPr lang="en-US" altLang="ja-JP" sz="2600" dirty="0">
                <a:latin typeface="Calibri" panose="020F0502020204030204" pitchFamily="34" charset="0"/>
                <a:cs typeface="Calibri" panose="020F0502020204030204" pitchFamily="34" charset="0"/>
              </a:rPr>
              <a:t/>
            </a:r>
            <a:r>
              <a:rPr lang="en-US" altLang="en-US" sz="2600" dirty="0">
                <a:latin typeface="Calibri" panose="020F0502020204030204" pitchFamily="34" charset="0"/>
                <a:cs typeface="Calibri" panose="020F0502020204030204" pitchFamily="34" charset="0"/>
              </a:rPr>
              <a:t/>
            </a:r>
            <a:r>
              <a:rPr lang="en-US" altLang="en-US" sz="2600" i="1" dirty="0">
                <a:latin typeface="Calibri" panose="020F0502020204030204" pitchFamily="34" charset="0"/>
                <a:cs typeface="Calibri" panose="020F0502020204030204" pitchFamily="34" charset="0"/>
              </a:rPr>
              <a:t/>
            </a:r>
            <a:r>
              <a:rPr lang="en-US" altLang="ja-JP" sz="2600" dirty="0">
                <a:latin typeface="Calibri" panose="020F0502020204030204" pitchFamily="34" charset="0"/>
                <a:cs typeface="Calibri" panose="020F0502020204030204" pitchFamily="34" charset="0"/>
              </a:rPr>
              <a:t/>
            </a:r>
            <a:endParaRPr lang="en-US" altLang="ja-JP" sz="2600" dirty="0"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marL="403225" indent="-285750" eaLnBrk="1" hangingPunct="1">
              <a:spcBef>
                <a:spcPts val="800"/>
              </a:spcBef>
            </a:pPr>
            <a:r>
              <a:rPr lang="en-US" altLang="en-US" sz="2600" dirty="0">
                <a:solidFill>
                  <a:srgbClr val="0000A8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网络边缘：主机、接入网、物理媒体</a:t>
            </a:r>
            <a:r>
              <a:rPr lang="en-US" altLang="en-US" sz="2600" dirty="0">
                <a:latin typeface="Calibri" panose="020F0502020204030204" pitchFamily="34" charset="0"/>
                <a:cs typeface="Calibri" panose="020F0502020204030204" pitchFamily="34" charset="0"/>
              </a:rPr>
              <a:t/>
            </a:r>
            <a:endParaRPr lang="en-US" altLang="en-US" sz="2600" dirty="0"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marL="403225" indent="-285750" eaLnBrk="1" hangingPunct="1">
              <a:spcBef>
                <a:spcPts val="800"/>
              </a:spcBef>
            </a:pPr>
            <a:r>
              <a:rPr lang="en-US" altLang="en-US" sz="2600" dirty="0">
                <a:solidFill>
                  <a:srgbClr val="0000A8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网络核心：分组/电路交换、互联网结构</a:t>
            </a:r>
            <a:r>
              <a:rPr lang="en-US" altLang="en-US" sz="2600" dirty="0">
                <a:latin typeface="Calibri" panose="020F0502020204030204" pitchFamily="34" charset="0"/>
                <a:cs typeface="Calibri" panose="020F0502020204030204" pitchFamily="34" charset="0"/>
              </a:rPr>
              <a:t/>
            </a:r>
            <a:endParaRPr lang="en-US" altLang="en-US" sz="2600" dirty="0"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marL="403225" indent="-285750" eaLnBrk="1" hangingPunct="1">
              <a:spcBef>
                <a:spcPts val="800"/>
              </a:spcBef>
            </a:pPr>
            <a:r>
              <a:rPr lang="en-US" altLang="en-US" sz="2600" dirty="0">
                <a:solidFill>
                  <a:srgbClr val="0000A8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性能：丢失、时延、吞吐量</a:t>
            </a:r>
            <a:r>
              <a:rPr lang="en-US" altLang="en-US" sz="2600" dirty="0">
                <a:latin typeface="Calibri" panose="020F0502020204030204" pitchFamily="34" charset="0"/>
                <a:cs typeface="Calibri" panose="020F0502020204030204" pitchFamily="34" charset="0"/>
              </a:rPr>
              <a:t/>
            </a:r>
            <a:endParaRPr lang="en-US" altLang="en-US" sz="2600" dirty="0"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marL="403225" indent="-285750" eaLnBrk="1" hangingPunct="1">
              <a:spcBef>
                <a:spcPts val="800"/>
              </a:spcBef>
            </a:pPr>
            <a:r>
              <a:rPr lang="en-US" altLang="en-US" sz="2600" dirty="0">
                <a:latin typeface="Calibri" panose="020F0502020204030204" pitchFamily="34" charset="0"/>
                <a:cs typeface="Calibri" panose="020F0502020204030204" pitchFamily="34" charset="0"/>
              </a:rPr>
              <a:t>协议分层、服务模型</a:t>
            </a:r>
            <a:endParaRPr lang="en-US" altLang="en-US" sz="2600" dirty="0"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marL="403225" indent="-285750" eaLnBrk="1" hangingPunct="1">
              <a:spcBef>
                <a:spcPts val="800"/>
              </a:spcBef>
            </a:pPr>
            <a:r>
              <a:rPr lang="en-US" altLang="en-US" sz="2600" dirty="0">
                <a:latin typeface="Calibri" panose="020F0502020204030204" pitchFamily="34" charset="0"/>
                <a:cs typeface="Calibri" panose="020F0502020204030204" pitchFamily="34" charset="0"/>
              </a:rPr>
              <a:t>安全</a:t>
            </a:r>
            <a:endParaRPr lang="en-US" altLang="en-US" sz="2600" dirty="0"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marL="403225" indent="-285750" eaLnBrk="1" hangingPunct="1">
              <a:spcBef>
                <a:spcPts val="800"/>
              </a:spcBef>
            </a:pPr>
            <a:r>
              <a:rPr lang="en-US" altLang="en-US" sz="2600" dirty="0">
                <a:latin typeface="Calibri" panose="020F0502020204030204" pitchFamily="34" charset="0"/>
                <a:cs typeface="Calibri" panose="020F0502020204030204" pitchFamily="34" charset="0"/>
              </a:rPr>
              <a:t>历史</a:t>
            </a:r>
            <a:endParaRPr lang="en-US" altLang="en-US" sz="2600" dirty="0"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eaLnBrk="1" hangingPunct="1">
              <a:buFont typeface="Wingdings" panose="05000000000000000000" pitchFamily="2" charset="2"/>
              <a:buNone/>
            </a:pPr>
            <a:endParaRPr lang="en-US" altLang="en-US" sz="2400" dirty="0"/>
          </a:p>
        </p:txBody>
      </p:sp>
      <p:pic>
        <p:nvPicPr>
          <p:cNvPr id="8" name="Picture 7" descr="Kurose&amp;Ross 8th ed cover picture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1121833" y="4034454"/>
            <a:ext cx="2745129" cy="2058847"/>
          </a:xfrm>
          <a:prstGeom prst="rect">
            <a:avLst/>
          </a:prstGeom>
        </p:spPr>
      </p:pic>
      <p:sp>
        <p:nvSpPr>
          <p:cNvPr id="6" name="Slide Number Placeholder 2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引言：1-</a:t>
            </a:r>
            <a:fld id="{C4204591-24BD-A542-B9D5-F8D8A88D2FEE}" type="slidenum">
              <a:rPr lang="en-US" smtClean="0"/>
            </a:fld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9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9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2" dur="500"/>
                                        <p:tgtEl>
                                          <p:spTgt spid="9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build="p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/>
          <p:cNvSpPr txBox="1"/>
          <p:nvPr/>
        </p:nvSpPr>
        <p:spPr>
          <a:xfrm>
            <a:off x="9190439" y="3479610"/>
            <a:ext cx="1364989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dirty="0"/>
              <a:t>互联网</a:t>
            </a:r>
            <a:endParaRPr lang="en-US" sz="2800" dirty="0"/>
          </a:p>
        </p:txBody>
      </p:sp>
      <p:sp>
        <p:nvSpPr>
          <p:cNvPr id="5" name="Rectangle 4"/>
          <p:cNvSpPr/>
          <p:nvPr/>
        </p:nvSpPr>
        <p:spPr>
          <a:xfrm>
            <a:off x="9250302" y="3526527"/>
            <a:ext cx="1558255" cy="53898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98691" y="229037"/>
            <a:ext cx="10515600" cy="894622"/>
          </a:xfrm>
        </p:spPr>
        <p:txBody>
          <a:bodyPr/>
          <a:lstStyle/>
          <a:p>
            <a:r>
              <a:rPr lang="en-US" altLang="ja-JP" dirty="0"/>
              <a:t>互联网：“具体构件”视角</a:t>
            </a:r>
            <a:endParaRPr lang="en-US" dirty="0"/>
          </a:p>
        </p:txBody>
      </p:sp>
      <p:grpSp>
        <p:nvGrpSpPr>
          <p:cNvPr id="801" name="Group 800"/>
          <p:cNvGrpSpPr/>
          <p:nvPr/>
        </p:nvGrpSpPr>
        <p:grpSpPr>
          <a:xfrm>
            <a:off x="7205350" y="1488461"/>
            <a:ext cx="4525460" cy="4859961"/>
            <a:chOff x="7268561" y="1458365"/>
            <a:chExt cx="4525460" cy="4859961"/>
          </a:xfrm>
        </p:grpSpPr>
        <p:sp>
          <p:nvSpPr>
            <p:cNvPr id="371" name="Freeform 370"/>
            <p:cNvSpPr/>
            <p:nvPr/>
          </p:nvSpPr>
          <p:spPr>
            <a:xfrm>
              <a:off x="9048399" y="3035682"/>
              <a:ext cx="1124807" cy="1337915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-1" fmla="*/ 434989 w 1537226"/>
                <a:gd name="connsiteY0-2" fmla="*/ 253346 h 1763594"/>
                <a:gd name="connsiteX1-3" fmla="*/ 488 w 1537226"/>
                <a:gd name="connsiteY1-4" fmla="*/ 921706 h 1763594"/>
                <a:gd name="connsiteX2-5" fmla="*/ 368142 w 1537226"/>
                <a:gd name="connsiteY2-6" fmla="*/ 1489812 h 1763594"/>
                <a:gd name="connsiteX3-7" fmla="*/ 1187008 w 1537226"/>
                <a:gd name="connsiteY3-8" fmla="*/ 1757156 h 1763594"/>
                <a:gd name="connsiteX4-9" fmla="*/ 1521239 w 1537226"/>
                <a:gd name="connsiteY4-10" fmla="*/ 1239177 h 1763594"/>
                <a:gd name="connsiteX5-11" fmla="*/ 1468998 w 1537226"/>
                <a:gd name="connsiteY5-12" fmla="*/ 654362 h 1763594"/>
                <a:gd name="connsiteX6-13" fmla="*/ 1337412 w 1537226"/>
                <a:gd name="connsiteY6-14" fmla="*/ 136383 h 1763594"/>
                <a:gd name="connsiteX7-15" fmla="*/ 1086739 w 1537226"/>
                <a:gd name="connsiteY7-16" fmla="*/ 2711 h 1763594"/>
                <a:gd name="connsiteX8-17" fmla="*/ 434989 w 1537226"/>
                <a:gd name="connsiteY8-18" fmla="*/ 253346 h 1763594"/>
                <a:gd name="connsiteX0-19" fmla="*/ 434989 w 1537226"/>
                <a:gd name="connsiteY0-20" fmla="*/ 253346 h 1763594"/>
                <a:gd name="connsiteX1-21" fmla="*/ 488 w 1537226"/>
                <a:gd name="connsiteY1-22" fmla="*/ 921706 h 1763594"/>
                <a:gd name="connsiteX2-23" fmla="*/ 368142 w 1537226"/>
                <a:gd name="connsiteY2-24" fmla="*/ 1489812 h 1763594"/>
                <a:gd name="connsiteX3-25" fmla="*/ 1187008 w 1537226"/>
                <a:gd name="connsiteY3-26" fmla="*/ 1757156 h 1763594"/>
                <a:gd name="connsiteX4-27" fmla="*/ 1521239 w 1537226"/>
                <a:gd name="connsiteY4-28" fmla="*/ 1239177 h 1763594"/>
                <a:gd name="connsiteX5-29" fmla="*/ 1468998 w 1537226"/>
                <a:gd name="connsiteY5-30" fmla="*/ 654362 h 1763594"/>
                <a:gd name="connsiteX6-31" fmla="*/ 1337412 w 1537226"/>
                <a:gd name="connsiteY6-32" fmla="*/ 136383 h 1763594"/>
                <a:gd name="connsiteX7-33" fmla="*/ 839572 w 1537226"/>
                <a:gd name="connsiteY7-34" fmla="*/ 2711 h 1763594"/>
                <a:gd name="connsiteX8-35" fmla="*/ 434989 w 1537226"/>
                <a:gd name="connsiteY8-36" fmla="*/ 253346 h 1763594"/>
                <a:gd name="connsiteX0-37" fmla="*/ 360357 w 1536743"/>
                <a:gd name="connsiteY0-38" fmla="*/ 534641 h 1782088"/>
                <a:gd name="connsiteX1-39" fmla="*/ 5 w 1536743"/>
                <a:gd name="connsiteY1-40" fmla="*/ 940200 h 1782088"/>
                <a:gd name="connsiteX2-41" fmla="*/ 367659 w 1536743"/>
                <a:gd name="connsiteY2-42" fmla="*/ 1508306 h 1782088"/>
                <a:gd name="connsiteX3-43" fmla="*/ 1186525 w 1536743"/>
                <a:gd name="connsiteY3-44" fmla="*/ 1775650 h 1782088"/>
                <a:gd name="connsiteX4-45" fmla="*/ 1520756 w 1536743"/>
                <a:gd name="connsiteY4-46" fmla="*/ 1257671 h 1782088"/>
                <a:gd name="connsiteX5-47" fmla="*/ 1468515 w 1536743"/>
                <a:gd name="connsiteY5-48" fmla="*/ 672856 h 1782088"/>
                <a:gd name="connsiteX6-49" fmla="*/ 1336929 w 1536743"/>
                <a:gd name="connsiteY6-50" fmla="*/ 154877 h 1782088"/>
                <a:gd name="connsiteX7-51" fmla="*/ 839089 w 1536743"/>
                <a:gd name="connsiteY7-52" fmla="*/ 21205 h 1782088"/>
                <a:gd name="connsiteX8-53" fmla="*/ 360357 w 1536743"/>
                <a:gd name="connsiteY8-54" fmla="*/ 534641 h 1782088"/>
                <a:gd name="connsiteX0-55" fmla="*/ 360355 w 1536741"/>
                <a:gd name="connsiteY0-56" fmla="*/ 534641 h 1782088"/>
                <a:gd name="connsiteX1-57" fmla="*/ 3 w 1536741"/>
                <a:gd name="connsiteY1-58" fmla="*/ 940200 h 1782088"/>
                <a:gd name="connsiteX2-59" fmla="*/ 367657 w 1536741"/>
                <a:gd name="connsiteY2-60" fmla="*/ 1508306 h 1782088"/>
                <a:gd name="connsiteX3-61" fmla="*/ 1186523 w 1536741"/>
                <a:gd name="connsiteY3-62" fmla="*/ 1775650 h 1782088"/>
                <a:gd name="connsiteX4-63" fmla="*/ 1520754 w 1536741"/>
                <a:gd name="connsiteY4-64" fmla="*/ 1257671 h 1782088"/>
                <a:gd name="connsiteX5-65" fmla="*/ 1468513 w 1536741"/>
                <a:gd name="connsiteY5-66" fmla="*/ 672856 h 1782088"/>
                <a:gd name="connsiteX6-67" fmla="*/ 1336927 w 1536741"/>
                <a:gd name="connsiteY6-68" fmla="*/ 154877 h 1782088"/>
                <a:gd name="connsiteX7-69" fmla="*/ 839087 w 1536741"/>
                <a:gd name="connsiteY7-70" fmla="*/ 21205 h 1782088"/>
                <a:gd name="connsiteX8-71" fmla="*/ 360355 w 1536741"/>
                <a:gd name="connsiteY8-72" fmla="*/ 534641 h 1782088"/>
                <a:gd name="connsiteX0-73" fmla="*/ 382604 w 1558990"/>
                <a:gd name="connsiteY0-74" fmla="*/ 534641 h 1810599"/>
                <a:gd name="connsiteX1-75" fmla="*/ 22252 w 1558990"/>
                <a:gd name="connsiteY1-76" fmla="*/ 940200 h 1810599"/>
                <a:gd name="connsiteX2-77" fmla="*/ 167457 w 1558990"/>
                <a:gd name="connsiteY2-78" fmla="*/ 1672556 h 1810599"/>
                <a:gd name="connsiteX3-79" fmla="*/ 1208772 w 1558990"/>
                <a:gd name="connsiteY3-80" fmla="*/ 1775650 h 1810599"/>
                <a:gd name="connsiteX4-81" fmla="*/ 1543003 w 1558990"/>
                <a:gd name="connsiteY4-82" fmla="*/ 1257671 h 1810599"/>
                <a:gd name="connsiteX5-83" fmla="*/ 1490762 w 1558990"/>
                <a:gd name="connsiteY5-84" fmla="*/ 672856 h 1810599"/>
                <a:gd name="connsiteX6-85" fmla="*/ 1359176 w 1558990"/>
                <a:gd name="connsiteY6-86" fmla="*/ 154877 h 1810599"/>
                <a:gd name="connsiteX7-87" fmla="*/ 861336 w 1558990"/>
                <a:gd name="connsiteY7-88" fmla="*/ 21205 h 1810599"/>
                <a:gd name="connsiteX8-89" fmla="*/ 382604 w 1558990"/>
                <a:gd name="connsiteY8-90" fmla="*/ 534641 h 1810599"/>
                <a:gd name="connsiteX0-91" fmla="*/ 393458 w 1593840"/>
                <a:gd name="connsiteY0-92" fmla="*/ 534641 h 1793264"/>
                <a:gd name="connsiteX1-93" fmla="*/ 33106 w 1593840"/>
                <a:gd name="connsiteY1-94" fmla="*/ 940200 h 1793264"/>
                <a:gd name="connsiteX2-95" fmla="*/ 178311 w 1593840"/>
                <a:gd name="connsiteY2-96" fmla="*/ 1672556 h 1793264"/>
                <a:gd name="connsiteX3-97" fmla="*/ 1464139 w 1593840"/>
                <a:gd name="connsiteY3-98" fmla="*/ 1752440 h 1793264"/>
                <a:gd name="connsiteX4-99" fmla="*/ 1553857 w 1593840"/>
                <a:gd name="connsiteY4-100" fmla="*/ 1257671 h 1793264"/>
                <a:gd name="connsiteX5-101" fmla="*/ 1501616 w 1593840"/>
                <a:gd name="connsiteY5-102" fmla="*/ 672856 h 1793264"/>
                <a:gd name="connsiteX6-103" fmla="*/ 1370030 w 1593840"/>
                <a:gd name="connsiteY6-104" fmla="*/ 154877 h 1793264"/>
                <a:gd name="connsiteX7-105" fmla="*/ 872190 w 1593840"/>
                <a:gd name="connsiteY7-106" fmla="*/ 21205 h 1793264"/>
                <a:gd name="connsiteX8-107" fmla="*/ 393458 w 1593840"/>
                <a:gd name="connsiteY8-108" fmla="*/ 534641 h 1793264"/>
                <a:gd name="connsiteX0-109" fmla="*/ 393458 w 1566550"/>
                <a:gd name="connsiteY0-110" fmla="*/ 534641 h 1840341"/>
                <a:gd name="connsiteX1-111" fmla="*/ 33106 w 1566550"/>
                <a:gd name="connsiteY1-112" fmla="*/ 940200 h 1840341"/>
                <a:gd name="connsiteX2-113" fmla="*/ 178311 w 1566550"/>
                <a:gd name="connsiteY2-114" fmla="*/ 1672556 h 1840341"/>
                <a:gd name="connsiteX3-115" fmla="*/ 1464139 w 1566550"/>
                <a:gd name="connsiteY3-116" fmla="*/ 1752440 h 1840341"/>
                <a:gd name="connsiteX4-117" fmla="*/ 1553857 w 1566550"/>
                <a:gd name="connsiteY4-118" fmla="*/ 1257671 h 1840341"/>
                <a:gd name="connsiteX5-119" fmla="*/ 1501616 w 1566550"/>
                <a:gd name="connsiteY5-120" fmla="*/ 672856 h 1840341"/>
                <a:gd name="connsiteX6-121" fmla="*/ 1370030 w 1566550"/>
                <a:gd name="connsiteY6-122" fmla="*/ 154877 h 1840341"/>
                <a:gd name="connsiteX7-123" fmla="*/ 872190 w 1566550"/>
                <a:gd name="connsiteY7-124" fmla="*/ 21205 h 1840341"/>
                <a:gd name="connsiteX8-125" fmla="*/ 393458 w 1566550"/>
                <a:gd name="connsiteY8-126" fmla="*/ 534641 h 1840341"/>
                <a:gd name="connsiteX0-127" fmla="*/ 393458 w 1555557"/>
                <a:gd name="connsiteY0-128" fmla="*/ 534641 h 1787187"/>
                <a:gd name="connsiteX1-129" fmla="*/ 33106 w 1555557"/>
                <a:gd name="connsiteY1-130" fmla="*/ 940200 h 1787187"/>
                <a:gd name="connsiteX2-131" fmla="*/ 178311 w 1555557"/>
                <a:gd name="connsiteY2-132" fmla="*/ 1672556 h 1787187"/>
                <a:gd name="connsiteX3-133" fmla="*/ 1464139 w 1555557"/>
                <a:gd name="connsiteY3-134" fmla="*/ 1752440 h 1787187"/>
                <a:gd name="connsiteX4-135" fmla="*/ 1553857 w 1555557"/>
                <a:gd name="connsiteY4-136" fmla="*/ 1257671 h 1787187"/>
                <a:gd name="connsiteX5-137" fmla="*/ 1501616 w 1555557"/>
                <a:gd name="connsiteY5-138" fmla="*/ 672856 h 1787187"/>
                <a:gd name="connsiteX6-139" fmla="*/ 1370030 w 1555557"/>
                <a:gd name="connsiteY6-140" fmla="*/ 154877 h 1787187"/>
                <a:gd name="connsiteX7-141" fmla="*/ 872190 w 1555557"/>
                <a:gd name="connsiteY7-142" fmla="*/ 21205 h 1787187"/>
                <a:gd name="connsiteX8-143" fmla="*/ 393458 w 1555557"/>
                <a:gd name="connsiteY8-144" fmla="*/ 534641 h 1787187"/>
                <a:gd name="connsiteX0-145" fmla="*/ 401126 w 1664928"/>
                <a:gd name="connsiteY0-146" fmla="*/ 534641 h 1783934"/>
                <a:gd name="connsiteX1-147" fmla="*/ 40774 w 1664928"/>
                <a:gd name="connsiteY1-148" fmla="*/ 940200 h 1783934"/>
                <a:gd name="connsiteX2-149" fmla="*/ 185979 w 1664928"/>
                <a:gd name="connsiteY2-150" fmla="*/ 1672556 h 1783934"/>
                <a:gd name="connsiteX3-151" fmla="*/ 1618513 w 1664928"/>
                <a:gd name="connsiteY3-152" fmla="*/ 1747798 h 1783934"/>
                <a:gd name="connsiteX4-153" fmla="*/ 1561525 w 1664928"/>
                <a:gd name="connsiteY4-154" fmla="*/ 1257671 h 1783934"/>
                <a:gd name="connsiteX5-155" fmla="*/ 1509284 w 1664928"/>
                <a:gd name="connsiteY5-156" fmla="*/ 672856 h 1783934"/>
                <a:gd name="connsiteX6-157" fmla="*/ 1377698 w 1664928"/>
                <a:gd name="connsiteY6-158" fmla="*/ 154877 h 1783934"/>
                <a:gd name="connsiteX7-159" fmla="*/ 879858 w 1664928"/>
                <a:gd name="connsiteY7-160" fmla="*/ 21205 h 1783934"/>
                <a:gd name="connsiteX8-161" fmla="*/ 401126 w 1664928"/>
                <a:gd name="connsiteY8-162" fmla="*/ 534641 h 1783934"/>
                <a:gd name="connsiteX0-163" fmla="*/ 408119 w 1718774"/>
                <a:gd name="connsiteY0-164" fmla="*/ 534641 h 1826522"/>
                <a:gd name="connsiteX1-165" fmla="*/ 47767 w 1718774"/>
                <a:gd name="connsiteY1-166" fmla="*/ 940200 h 1826522"/>
                <a:gd name="connsiteX2-167" fmla="*/ 179001 w 1718774"/>
                <a:gd name="connsiteY2-168" fmla="*/ 1742186 h 1826522"/>
                <a:gd name="connsiteX3-169" fmla="*/ 1625506 w 1718774"/>
                <a:gd name="connsiteY3-170" fmla="*/ 1747798 h 1826522"/>
                <a:gd name="connsiteX4-171" fmla="*/ 1568518 w 1718774"/>
                <a:gd name="connsiteY4-172" fmla="*/ 1257671 h 1826522"/>
                <a:gd name="connsiteX5-173" fmla="*/ 1516277 w 1718774"/>
                <a:gd name="connsiteY5-174" fmla="*/ 672856 h 1826522"/>
                <a:gd name="connsiteX6-175" fmla="*/ 1384691 w 1718774"/>
                <a:gd name="connsiteY6-176" fmla="*/ 154877 h 1826522"/>
                <a:gd name="connsiteX7-177" fmla="*/ 886851 w 1718774"/>
                <a:gd name="connsiteY7-178" fmla="*/ 21205 h 1826522"/>
                <a:gd name="connsiteX8-179" fmla="*/ 408119 w 1718774"/>
                <a:gd name="connsiteY8-180" fmla="*/ 534641 h 1826522"/>
                <a:gd name="connsiteX0-181" fmla="*/ 477759 w 1796623"/>
                <a:gd name="connsiteY0-182" fmla="*/ 534641 h 1818043"/>
                <a:gd name="connsiteX1-183" fmla="*/ 117407 w 1796623"/>
                <a:gd name="connsiteY1-184" fmla="*/ 940200 h 1818043"/>
                <a:gd name="connsiteX2-185" fmla="*/ 136864 w 1796623"/>
                <a:gd name="connsiteY2-186" fmla="*/ 1728260 h 1818043"/>
                <a:gd name="connsiteX3-187" fmla="*/ 1695146 w 1796623"/>
                <a:gd name="connsiteY3-188" fmla="*/ 1747798 h 1818043"/>
                <a:gd name="connsiteX4-189" fmla="*/ 1638158 w 1796623"/>
                <a:gd name="connsiteY4-190" fmla="*/ 1257671 h 1818043"/>
                <a:gd name="connsiteX5-191" fmla="*/ 1585917 w 1796623"/>
                <a:gd name="connsiteY5-192" fmla="*/ 672856 h 1818043"/>
                <a:gd name="connsiteX6-193" fmla="*/ 1454331 w 1796623"/>
                <a:gd name="connsiteY6-194" fmla="*/ 154877 h 1818043"/>
                <a:gd name="connsiteX7-195" fmla="*/ 956491 w 1796623"/>
                <a:gd name="connsiteY7-196" fmla="*/ 21205 h 1818043"/>
                <a:gd name="connsiteX8-197" fmla="*/ 477759 w 1796623"/>
                <a:gd name="connsiteY8-198" fmla="*/ 534641 h 1818043"/>
                <a:gd name="connsiteX0-199" fmla="*/ 396783 w 1688820"/>
                <a:gd name="connsiteY0-200" fmla="*/ 534641 h 1815615"/>
                <a:gd name="connsiteX1-201" fmla="*/ 36431 w 1688820"/>
                <a:gd name="connsiteY1-202" fmla="*/ 940200 h 1815615"/>
                <a:gd name="connsiteX2-203" fmla="*/ 55888 w 1688820"/>
                <a:gd name="connsiteY2-204" fmla="*/ 1728260 h 1815615"/>
                <a:gd name="connsiteX3-205" fmla="*/ 421834 w 1688820"/>
                <a:gd name="connsiteY3-206" fmla="*/ 1798118 h 1815615"/>
                <a:gd name="connsiteX4-207" fmla="*/ 1614170 w 1688820"/>
                <a:gd name="connsiteY4-208" fmla="*/ 1747798 h 1815615"/>
                <a:gd name="connsiteX5-209" fmla="*/ 1557182 w 1688820"/>
                <a:gd name="connsiteY5-210" fmla="*/ 1257671 h 1815615"/>
                <a:gd name="connsiteX6-211" fmla="*/ 1504941 w 1688820"/>
                <a:gd name="connsiteY6-212" fmla="*/ 672856 h 1815615"/>
                <a:gd name="connsiteX7-213" fmla="*/ 1373355 w 1688820"/>
                <a:gd name="connsiteY7-214" fmla="*/ 154877 h 1815615"/>
                <a:gd name="connsiteX8-215" fmla="*/ 875515 w 1688820"/>
                <a:gd name="connsiteY8-216" fmla="*/ 21205 h 1815615"/>
                <a:gd name="connsiteX9" fmla="*/ 396783 w 1688820"/>
                <a:gd name="connsiteY9" fmla="*/ 534641 h 1815615"/>
                <a:gd name="connsiteX0-217" fmla="*/ 394951 w 1689541"/>
                <a:gd name="connsiteY0-218" fmla="*/ 534641 h 1877271"/>
                <a:gd name="connsiteX1-219" fmla="*/ 34599 w 1689541"/>
                <a:gd name="connsiteY1-220" fmla="*/ 940200 h 1877271"/>
                <a:gd name="connsiteX2-221" fmla="*/ 54056 w 1689541"/>
                <a:gd name="connsiteY2-222" fmla="*/ 1728260 h 1877271"/>
                <a:gd name="connsiteX3-223" fmla="*/ 385071 w 1689541"/>
                <a:gd name="connsiteY3-224" fmla="*/ 1877032 h 1877271"/>
                <a:gd name="connsiteX4-225" fmla="*/ 1612338 w 1689541"/>
                <a:gd name="connsiteY4-226" fmla="*/ 1747798 h 1877271"/>
                <a:gd name="connsiteX5-227" fmla="*/ 1555350 w 1689541"/>
                <a:gd name="connsiteY5-228" fmla="*/ 1257671 h 1877271"/>
                <a:gd name="connsiteX6-229" fmla="*/ 1503109 w 1689541"/>
                <a:gd name="connsiteY6-230" fmla="*/ 672856 h 1877271"/>
                <a:gd name="connsiteX7-231" fmla="*/ 1371523 w 1689541"/>
                <a:gd name="connsiteY7-232" fmla="*/ 154877 h 1877271"/>
                <a:gd name="connsiteX8-233" fmla="*/ 873683 w 1689541"/>
                <a:gd name="connsiteY8-234" fmla="*/ 21205 h 1877271"/>
                <a:gd name="connsiteX9-235" fmla="*/ 394951 w 1689541"/>
                <a:gd name="connsiteY9-236" fmla="*/ 534641 h 1877271"/>
                <a:gd name="connsiteX0-237" fmla="*/ 394949 w 1689541"/>
                <a:gd name="connsiteY0-238" fmla="*/ 534641 h 1877032"/>
                <a:gd name="connsiteX1-239" fmla="*/ 34597 w 1689541"/>
                <a:gd name="connsiteY1-240" fmla="*/ 940200 h 1877032"/>
                <a:gd name="connsiteX2-241" fmla="*/ 54054 w 1689541"/>
                <a:gd name="connsiteY2-242" fmla="*/ 1728260 h 1877032"/>
                <a:gd name="connsiteX3-243" fmla="*/ 385069 w 1689541"/>
                <a:gd name="connsiteY3-244" fmla="*/ 1877032 h 1877032"/>
                <a:gd name="connsiteX4-245" fmla="*/ 1612336 w 1689541"/>
                <a:gd name="connsiteY4-246" fmla="*/ 1747798 h 1877032"/>
                <a:gd name="connsiteX5-247" fmla="*/ 1555348 w 1689541"/>
                <a:gd name="connsiteY5-248" fmla="*/ 1257671 h 1877032"/>
                <a:gd name="connsiteX6-249" fmla="*/ 1503107 w 1689541"/>
                <a:gd name="connsiteY6-250" fmla="*/ 672856 h 1877032"/>
                <a:gd name="connsiteX7-251" fmla="*/ 1371521 w 1689541"/>
                <a:gd name="connsiteY7-252" fmla="*/ 154877 h 1877032"/>
                <a:gd name="connsiteX8-253" fmla="*/ 873681 w 1689541"/>
                <a:gd name="connsiteY8-254" fmla="*/ 21205 h 1877032"/>
                <a:gd name="connsiteX9-255" fmla="*/ 394949 w 1689541"/>
                <a:gd name="connsiteY9-256" fmla="*/ 534641 h 1877032"/>
                <a:gd name="connsiteX0-257" fmla="*/ 394949 w 1683795"/>
                <a:gd name="connsiteY0-258" fmla="*/ 534641 h 1877032"/>
                <a:gd name="connsiteX1-259" fmla="*/ 34597 w 1683795"/>
                <a:gd name="connsiteY1-260" fmla="*/ 940200 h 1877032"/>
                <a:gd name="connsiteX2-261" fmla="*/ 54054 w 1683795"/>
                <a:gd name="connsiteY2-262" fmla="*/ 1728260 h 1877032"/>
                <a:gd name="connsiteX3-263" fmla="*/ 385069 w 1683795"/>
                <a:gd name="connsiteY3-264" fmla="*/ 1877032 h 1877032"/>
                <a:gd name="connsiteX4-265" fmla="*/ 1605349 w 1683795"/>
                <a:gd name="connsiteY4-266" fmla="*/ 1798860 h 1877032"/>
                <a:gd name="connsiteX5-267" fmla="*/ 1555348 w 1683795"/>
                <a:gd name="connsiteY5-268" fmla="*/ 1257671 h 1877032"/>
                <a:gd name="connsiteX6-269" fmla="*/ 1503107 w 1683795"/>
                <a:gd name="connsiteY6-270" fmla="*/ 672856 h 1877032"/>
                <a:gd name="connsiteX7-271" fmla="*/ 1371521 w 1683795"/>
                <a:gd name="connsiteY7-272" fmla="*/ 154877 h 1877032"/>
                <a:gd name="connsiteX8-273" fmla="*/ 873681 w 1683795"/>
                <a:gd name="connsiteY8-274" fmla="*/ 21205 h 1877032"/>
                <a:gd name="connsiteX9-275" fmla="*/ 394949 w 1683795"/>
                <a:gd name="connsiteY9-276" fmla="*/ 534641 h 1877032"/>
                <a:gd name="connsiteX0-277" fmla="*/ 394949 w 1720794"/>
                <a:gd name="connsiteY0-278" fmla="*/ 534641 h 1877032"/>
                <a:gd name="connsiteX1-279" fmla="*/ 34597 w 1720794"/>
                <a:gd name="connsiteY1-280" fmla="*/ 940200 h 1877032"/>
                <a:gd name="connsiteX2-281" fmla="*/ 54054 w 1720794"/>
                <a:gd name="connsiteY2-282" fmla="*/ 1728260 h 1877032"/>
                <a:gd name="connsiteX3-283" fmla="*/ 385069 w 1720794"/>
                <a:gd name="connsiteY3-284" fmla="*/ 1877032 h 1877032"/>
                <a:gd name="connsiteX4-285" fmla="*/ 1605349 w 1720794"/>
                <a:gd name="connsiteY4-286" fmla="*/ 1798860 h 1877032"/>
                <a:gd name="connsiteX5-287" fmla="*/ 1555348 w 1720794"/>
                <a:gd name="connsiteY5-288" fmla="*/ 1257671 h 1877032"/>
                <a:gd name="connsiteX6-289" fmla="*/ 1503107 w 1720794"/>
                <a:gd name="connsiteY6-290" fmla="*/ 672856 h 1877032"/>
                <a:gd name="connsiteX7-291" fmla="*/ 1371521 w 1720794"/>
                <a:gd name="connsiteY7-292" fmla="*/ 154877 h 1877032"/>
                <a:gd name="connsiteX8-293" fmla="*/ 873681 w 1720794"/>
                <a:gd name="connsiteY8-294" fmla="*/ 21205 h 1877032"/>
                <a:gd name="connsiteX9-295" fmla="*/ 394949 w 1720794"/>
                <a:gd name="connsiteY9-296" fmla="*/ 534641 h 1877032"/>
                <a:gd name="connsiteX0-297" fmla="*/ 394949 w 1720794"/>
                <a:gd name="connsiteY0-298" fmla="*/ 534641 h 1877032"/>
                <a:gd name="connsiteX1-299" fmla="*/ 34597 w 1720794"/>
                <a:gd name="connsiteY1-300" fmla="*/ 940200 h 1877032"/>
                <a:gd name="connsiteX2-301" fmla="*/ 54054 w 1720794"/>
                <a:gd name="connsiteY2-302" fmla="*/ 1728260 h 1877032"/>
                <a:gd name="connsiteX3-303" fmla="*/ 385069 w 1720794"/>
                <a:gd name="connsiteY3-304" fmla="*/ 1877032 h 1877032"/>
                <a:gd name="connsiteX4-305" fmla="*/ 1605349 w 1720794"/>
                <a:gd name="connsiteY4-306" fmla="*/ 1798860 h 1877032"/>
                <a:gd name="connsiteX5-307" fmla="*/ 1555348 w 1720794"/>
                <a:gd name="connsiteY5-308" fmla="*/ 1257671 h 1877032"/>
                <a:gd name="connsiteX6-309" fmla="*/ 1503107 w 1720794"/>
                <a:gd name="connsiteY6-310" fmla="*/ 672856 h 1877032"/>
                <a:gd name="connsiteX7-311" fmla="*/ 1371521 w 1720794"/>
                <a:gd name="connsiteY7-312" fmla="*/ 154877 h 1877032"/>
                <a:gd name="connsiteX8-313" fmla="*/ 873681 w 1720794"/>
                <a:gd name="connsiteY8-314" fmla="*/ 21205 h 1877032"/>
                <a:gd name="connsiteX9-315" fmla="*/ 394949 w 1720794"/>
                <a:gd name="connsiteY9-316" fmla="*/ 534641 h 1877032"/>
                <a:gd name="connsiteX0-317" fmla="*/ 394949 w 1671512"/>
                <a:gd name="connsiteY0-318" fmla="*/ 534641 h 1877032"/>
                <a:gd name="connsiteX1-319" fmla="*/ 34597 w 1671512"/>
                <a:gd name="connsiteY1-320" fmla="*/ 940200 h 1877032"/>
                <a:gd name="connsiteX2-321" fmla="*/ 54054 w 1671512"/>
                <a:gd name="connsiteY2-322" fmla="*/ 1728260 h 1877032"/>
                <a:gd name="connsiteX3-323" fmla="*/ 385069 w 1671512"/>
                <a:gd name="connsiteY3-324" fmla="*/ 1877032 h 1877032"/>
                <a:gd name="connsiteX4-325" fmla="*/ 1605349 w 1671512"/>
                <a:gd name="connsiteY4-326" fmla="*/ 1798860 h 1877032"/>
                <a:gd name="connsiteX5-327" fmla="*/ 1555348 w 1671512"/>
                <a:gd name="connsiteY5-328" fmla="*/ 1257671 h 1877032"/>
                <a:gd name="connsiteX6-329" fmla="*/ 1503107 w 1671512"/>
                <a:gd name="connsiteY6-330" fmla="*/ 672856 h 1877032"/>
                <a:gd name="connsiteX7-331" fmla="*/ 1371521 w 1671512"/>
                <a:gd name="connsiteY7-332" fmla="*/ 154877 h 1877032"/>
                <a:gd name="connsiteX8-333" fmla="*/ 873681 w 1671512"/>
                <a:gd name="connsiteY8-334" fmla="*/ 21205 h 1877032"/>
                <a:gd name="connsiteX9-335" fmla="*/ 394949 w 1671512"/>
                <a:gd name="connsiteY9-336" fmla="*/ 534641 h 1877032"/>
                <a:gd name="connsiteX0-337" fmla="*/ 394949 w 1677296"/>
                <a:gd name="connsiteY0-338" fmla="*/ 534641 h 1877032"/>
                <a:gd name="connsiteX1-339" fmla="*/ 34597 w 1677296"/>
                <a:gd name="connsiteY1-340" fmla="*/ 940200 h 1877032"/>
                <a:gd name="connsiteX2-341" fmla="*/ 54054 w 1677296"/>
                <a:gd name="connsiteY2-342" fmla="*/ 1728260 h 1877032"/>
                <a:gd name="connsiteX3-343" fmla="*/ 385069 w 1677296"/>
                <a:gd name="connsiteY3-344" fmla="*/ 1877032 h 1877032"/>
                <a:gd name="connsiteX4-345" fmla="*/ 1612334 w 1677296"/>
                <a:gd name="connsiteY4-346" fmla="*/ 1840637 h 1877032"/>
                <a:gd name="connsiteX5-347" fmla="*/ 1555348 w 1677296"/>
                <a:gd name="connsiteY5-348" fmla="*/ 1257671 h 1877032"/>
                <a:gd name="connsiteX6-349" fmla="*/ 1503107 w 1677296"/>
                <a:gd name="connsiteY6-350" fmla="*/ 672856 h 1877032"/>
                <a:gd name="connsiteX7-351" fmla="*/ 1371521 w 1677296"/>
                <a:gd name="connsiteY7-352" fmla="*/ 154877 h 1877032"/>
                <a:gd name="connsiteX8-353" fmla="*/ 873681 w 1677296"/>
                <a:gd name="connsiteY8-354" fmla="*/ 21205 h 1877032"/>
                <a:gd name="connsiteX9-355" fmla="*/ 394949 w 1677296"/>
                <a:gd name="connsiteY9-356" fmla="*/ 534641 h 1877032"/>
                <a:gd name="connsiteX0-357" fmla="*/ 394949 w 1677298"/>
                <a:gd name="connsiteY0-358" fmla="*/ 534641 h 1877032"/>
                <a:gd name="connsiteX1-359" fmla="*/ 34597 w 1677298"/>
                <a:gd name="connsiteY1-360" fmla="*/ 940200 h 1877032"/>
                <a:gd name="connsiteX2-361" fmla="*/ 54054 w 1677298"/>
                <a:gd name="connsiteY2-362" fmla="*/ 1728260 h 1877032"/>
                <a:gd name="connsiteX3-363" fmla="*/ 385069 w 1677298"/>
                <a:gd name="connsiteY3-364" fmla="*/ 1877032 h 1877032"/>
                <a:gd name="connsiteX4-365" fmla="*/ 1612334 w 1677298"/>
                <a:gd name="connsiteY4-366" fmla="*/ 1840637 h 1877032"/>
                <a:gd name="connsiteX5-367" fmla="*/ 1555348 w 1677298"/>
                <a:gd name="connsiteY5-368" fmla="*/ 1257671 h 1877032"/>
                <a:gd name="connsiteX6-369" fmla="*/ 1503107 w 1677298"/>
                <a:gd name="connsiteY6-370" fmla="*/ 672856 h 1877032"/>
                <a:gd name="connsiteX7-371" fmla="*/ 1371521 w 1677298"/>
                <a:gd name="connsiteY7-372" fmla="*/ 154877 h 1877032"/>
                <a:gd name="connsiteX8-373" fmla="*/ 873681 w 1677298"/>
                <a:gd name="connsiteY8-374" fmla="*/ 21205 h 1877032"/>
                <a:gd name="connsiteX9-375" fmla="*/ 394949 w 1677298"/>
                <a:gd name="connsiteY9-376" fmla="*/ 534641 h 1877032"/>
                <a:gd name="connsiteX0-377" fmla="*/ 394949 w 1677296"/>
                <a:gd name="connsiteY0-378" fmla="*/ 534641 h 1904936"/>
                <a:gd name="connsiteX1-379" fmla="*/ 34597 w 1677296"/>
                <a:gd name="connsiteY1-380" fmla="*/ 940200 h 1904936"/>
                <a:gd name="connsiteX2-381" fmla="*/ 54054 w 1677296"/>
                <a:gd name="connsiteY2-382" fmla="*/ 1728260 h 1904936"/>
                <a:gd name="connsiteX3-383" fmla="*/ 385069 w 1677296"/>
                <a:gd name="connsiteY3-384" fmla="*/ 1877032 h 1904936"/>
                <a:gd name="connsiteX4-385" fmla="*/ 1612334 w 1677296"/>
                <a:gd name="connsiteY4-386" fmla="*/ 1840637 h 1904936"/>
                <a:gd name="connsiteX5-387" fmla="*/ 1555348 w 1677296"/>
                <a:gd name="connsiteY5-388" fmla="*/ 1257671 h 1904936"/>
                <a:gd name="connsiteX6-389" fmla="*/ 1503107 w 1677296"/>
                <a:gd name="connsiteY6-390" fmla="*/ 672856 h 1904936"/>
                <a:gd name="connsiteX7-391" fmla="*/ 1371521 w 1677296"/>
                <a:gd name="connsiteY7-392" fmla="*/ 154877 h 1904936"/>
                <a:gd name="connsiteX8-393" fmla="*/ 873681 w 1677296"/>
                <a:gd name="connsiteY8-394" fmla="*/ 21205 h 1904936"/>
                <a:gd name="connsiteX9-395" fmla="*/ 394949 w 1677296"/>
                <a:gd name="connsiteY9-396" fmla="*/ 534641 h 1904936"/>
                <a:gd name="connsiteX0-397" fmla="*/ 461539 w 1743887"/>
                <a:gd name="connsiteY0-398" fmla="*/ 534641 h 1904936"/>
                <a:gd name="connsiteX1-399" fmla="*/ 101187 w 1743887"/>
                <a:gd name="connsiteY1-400" fmla="*/ 940200 h 1904936"/>
                <a:gd name="connsiteX2-401" fmla="*/ 22840 w 1743887"/>
                <a:gd name="connsiteY2-402" fmla="*/ 1737812 h 1904936"/>
                <a:gd name="connsiteX3-403" fmla="*/ 451659 w 1743887"/>
                <a:gd name="connsiteY3-404" fmla="*/ 1877032 h 1904936"/>
                <a:gd name="connsiteX4-405" fmla="*/ 1678924 w 1743887"/>
                <a:gd name="connsiteY4-406" fmla="*/ 1840637 h 1904936"/>
                <a:gd name="connsiteX5-407" fmla="*/ 1621938 w 1743887"/>
                <a:gd name="connsiteY5-408" fmla="*/ 1257671 h 1904936"/>
                <a:gd name="connsiteX6-409" fmla="*/ 1569697 w 1743887"/>
                <a:gd name="connsiteY6-410" fmla="*/ 672856 h 1904936"/>
                <a:gd name="connsiteX7-411" fmla="*/ 1438111 w 1743887"/>
                <a:gd name="connsiteY7-412" fmla="*/ 154877 h 1904936"/>
                <a:gd name="connsiteX8-413" fmla="*/ 940271 w 1743887"/>
                <a:gd name="connsiteY8-414" fmla="*/ 21205 h 1904936"/>
                <a:gd name="connsiteX9-415" fmla="*/ 461539 w 1743887"/>
                <a:gd name="connsiteY9-416" fmla="*/ 534641 h 1904936"/>
                <a:gd name="connsiteX0-417" fmla="*/ 452050 w 1756359"/>
                <a:gd name="connsiteY0-418" fmla="*/ 534641 h 1891359"/>
                <a:gd name="connsiteX1-419" fmla="*/ 91698 w 1756359"/>
                <a:gd name="connsiteY1-420" fmla="*/ 940200 h 1891359"/>
                <a:gd name="connsiteX2-421" fmla="*/ 13351 w 1756359"/>
                <a:gd name="connsiteY2-422" fmla="*/ 1737812 h 1891359"/>
                <a:gd name="connsiteX3-423" fmla="*/ 309435 w 1756359"/>
                <a:gd name="connsiteY3-424" fmla="*/ 1891359 h 1891359"/>
                <a:gd name="connsiteX4-425" fmla="*/ 1669435 w 1756359"/>
                <a:gd name="connsiteY4-426" fmla="*/ 1840637 h 1891359"/>
                <a:gd name="connsiteX5-427" fmla="*/ 1612449 w 1756359"/>
                <a:gd name="connsiteY5-428" fmla="*/ 1257671 h 1891359"/>
                <a:gd name="connsiteX6-429" fmla="*/ 1560208 w 1756359"/>
                <a:gd name="connsiteY6-430" fmla="*/ 672856 h 1891359"/>
                <a:gd name="connsiteX7-431" fmla="*/ 1428622 w 1756359"/>
                <a:gd name="connsiteY7-432" fmla="*/ 154877 h 1891359"/>
                <a:gd name="connsiteX8-433" fmla="*/ 930782 w 1756359"/>
                <a:gd name="connsiteY8-434" fmla="*/ 21205 h 1891359"/>
                <a:gd name="connsiteX9-435" fmla="*/ 452050 w 1756359"/>
                <a:gd name="connsiteY9-436" fmla="*/ 534641 h 1891359"/>
                <a:gd name="connsiteX0-437" fmla="*/ 452050 w 1756257"/>
                <a:gd name="connsiteY0-438" fmla="*/ 534641 h 1891359"/>
                <a:gd name="connsiteX1-439" fmla="*/ 91698 w 1756257"/>
                <a:gd name="connsiteY1-440" fmla="*/ 940200 h 1891359"/>
                <a:gd name="connsiteX2-441" fmla="*/ 13351 w 1756257"/>
                <a:gd name="connsiteY2-442" fmla="*/ 1737812 h 1891359"/>
                <a:gd name="connsiteX3-443" fmla="*/ 309435 w 1756257"/>
                <a:gd name="connsiteY3-444" fmla="*/ 1891359 h 1891359"/>
                <a:gd name="connsiteX4-445" fmla="*/ 1669435 w 1756257"/>
                <a:gd name="connsiteY4-446" fmla="*/ 1840637 h 1891359"/>
                <a:gd name="connsiteX5-447" fmla="*/ 1612449 w 1756257"/>
                <a:gd name="connsiteY5-448" fmla="*/ 1257671 h 1891359"/>
                <a:gd name="connsiteX6-449" fmla="*/ 1563496 w 1756257"/>
                <a:gd name="connsiteY6-450" fmla="*/ 959631 h 1891359"/>
                <a:gd name="connsiteX7-451" fmla="*/ 1560208 w 1756257"/>
                <a:gd name="connsiteY7-452" fmla="*/ 672856 h 1891359"/>
                <a:gd name="connsiteX8-453" fmla="*/ 1428622 w 1756257"/>
                <a:gd name="connsiteY8-454" fmla="*/ 154877 h 1891359"/>
                <a:gd name="connsiteX9-455" fmla="*/ 930782 w 1756257"/>
                <a:gd name="connsiteY9-456" fmla="*/ 21205 h 1891359"/>
                <a:gd name="connsiteX10" fmla="*/ 452050 w 1756257"/>
                <a:gd name="connsiteY10" fmla="*/ 534641 h 1891359"/>
                <a:gd name="connsiteX0-457" fmla="*/ 452050 w 1764590"/>
                <a:gd name="connsiteY0-458" fmla="*/ 534641 h 1891359"/>
                <a:gd name="connsiteX1-459" fmla="*/ 91698 w 1764590"/>
                <a:gd name="connsiteY1-460" fmla="*/ 940200 h 1891359"/>
                <a:gd name="connsiteX2-461" fmla="*/ 13351 w 1764590"/>
                <a:gd name="connsiteY2-462" fmla="*/ 1737812 h 1891359"/>
                <a:gd name="connsiteX3-463" fmla="*/ 309435 w 1764590"/>
                <a:gd name="connsiteY3-464" fmla="*/ 1891359 h 1891359"/>
                <a:gd name="connsiteX4-465" fmla="*/ 1669435 w 1764590"/>
                <a:gd name="connsiteY4-466" fmla="*/ 1840637 h 1891359"/>
                <a:gd name="connsiteX5-467" fmla="*/ 1612449 w 1764590"/>
                <a:gd name="connsiteY5-468" fmla="*/ 1257671 h 1891359"/>
                <a:gd name="connsiteX6-469" fmla="*/ 1309780 w 1764590"/>
                <a:gd name="connsiteY6-470" fmla="*/ 1046341 h 1891359"/>
                <a:gd name="connsiteX7-471" fmla="*/ 1560208 w 1764590"/>
                <a:gd name="connsiteY7-472" fmla="*/ 672856 h 1891359"/>
                <a:gd name="connsiteX8-473" fmla="*/ 1428622 w 1764590"/>
                <a:gd name="connsiteY8-474" fmla="*/ 154877 h 1891359"/>
                <a:gd name="connsiteX9-475" fmla="*/ 930782 w 1764590"/>
                <a:gd name="connsiteY9-476" fmla="*/ 21205 h 1891359"/>
                <a:gd name="connsiteX10-477" fmla="*/ 452050 w 1764590"/>
                <a:gd name="connsiteY10-478" fmla="*/ 534641 h 1891359"/>
                <a:gd name="connsiteX0-479" fmla="*/ 452050 w 1764592"/>
                <a:gd name="connsiteY0-480" fmla="*/ 534641 h 1891359"/>
                <a:gd name="connsiteX1-481" fmla="*/ 91698 w 1764592"/>
                <a:gd name="connsiteY1-482" fmla="*/ 940200 h 1891359"/>
                <a:gd name="connsiteX2-483" fmla="*/ 13351 w 1764592"/>
                <a:gd name="connsiteY2-484" fmla="*/ 1737812 h 1891359"/>
                <a:gd name="connsiteX3-485" fmla="*/ 309435 w 1764592"/>
                <a:gd name="connsiteY3-486" fmla="*/ 1891359 h 1891359"/>
                <a:gd name="connsiteX4-487" fmla="*/ 1669435 w 1764592"/>
                <a:gd name="connsiteY4-488" fmla="*/ 1840637 h 1891359"/>
                <a:gd name="connsiteX5-489" fmla="*/ 1612449 w 1764592"/>
                <a:gd name="connsiteY5-490" fmla="*/ 1257671 h 1891359"/>
                <a:gd name="connsiteX6-491" fmla="*/ 1309780 w 1764592"/>
                <a:gd name="connsiteY6-492" fmla="*/ 1046341 h 1891359"/>
                <a:gd name="connsiteX7-493" fmla="*/ 1560208 w 1764592"/>
                <a:gd name="connsiteY7-494" fmla="*/ 672856 h 1891359"/>
                <a:gd name="connsiteX8-495" fmla="*/ 1428622 w 1764592"/>
                <a:gd name="connsiteY8-496" fmla="*/ 154877 h 1891359"/>
                <a:gd name="connsiteX9-497" fmla="*/ 930782 w 1764592"/>
                <a:gd name="connsiteY9-498" fmla="*/ 21205 h 1891359"/>
                <a:gd name="connsiteX10-499" fmla="*/ 452050 w 1764592"/>
                <a:gd name="connsiteY10-500" fmla="*/ 534641 h 1891359"/>
                <a:gd name="connsiteX0-501" fmla="*/ 452050 w 1764590"/>
                <a:gd name="connsiteY0-502" fmla="*/ 534641 h 1891359"/>
                <a:gd name="connsiteX1-503" fmla="*/ 91698 w 1764590"/>
                <a:gd name="connsiteY1-504" fmla="*/ 940200 h 1891359"/>
                <a:gd name="connsiteX2-505" fmla="*/ 13351 w 1764590"/>
                <a:gd name="connsiteY2-506" fmla="*/ 1737812 h 1891359"/>
                <a:gd name="connsiteX3-507" fmla="*/ 309435 w 1764590"/>
                <a:gd name="connsiteY3-508" fmla="*/ 1891359 h 1891359"/>
                <a:gd name="connsiteX4-509" fmla="*/ 1669435 w 1764590"/>
                <a:gd name="connsiteY4-510" fmla="*/ 1840637 h 1891359"/>
                <a:gd name="connsiteX5-511" fmla="*/ 1612449 w 1764590"/>
                <a:gd name="connsiteY5-512" fmla="*/ 1257671 h 1891359"/>
                <a:gd name="connsiteX6-513" fmla="*/ 1309780 w 1764590"/>
                <a:gd name="connsiteY6-514" fmla="*/ 1046341 h 1891359"/>
                <a:gd name="connsiteX7-515" fmla="*/ 1560208 w 1764590"/>
                <a:gd name="connsiteY7-516" fmla="*/ 672856 h 1891359"/>
                <a:gd name="connsiteX8-517" fmla="*/ 1428622 w 1764590"/>
                <a:gd name="connsiteY8-518" fmla="*/ 154877 h 1891359"/>
                <a:gd name="connsiteX9-519" fmla="*/ 930782 w 1764590"/>
                <a:gd name="connsiteY9-520" fmla="*/ 21205 h 1891359"/>
                <a:gd name="connsiteX10-521" fmla="*/ 452050 w 1764590"/>
                <a:gd name="connsiteY10-522" fmla="*/ 534641 h 1891359"/>
                <a:gd name="connsiteX0-523" fmla="*/ 452050 w 1792731"/>
                <a:gd name="connsiteY0-524" fmla="*/ 534641 h 1891359"/>
                <a:gd name="connsiteX1-525" fmla="*/ 91698 w 1792731"/>
                <a:gd name="connsiteY1-526" fmla="*/ 940200 h 1891359"/>
                <a:gd name="connsiteX2-527" fmla="*/ 13351 w 1792731"/>
                <a:gd name="connsiteY2-528" fmla="*/ 1737812 h 1891359"/>
                <a:gd name="connsiteX3-529" fmla="*/ 309435 w 1792731"/>
                <a:gd name="connsiteY3-530" fmla="*/ 1891359 h 1891359"/>
                <a:gd name="connsiteX4-531" fmla="*/ 1669435 w 1792731"/>
                <a:gd name="connsiteY4-532" fmla="*/ 1840637 h 1891359"/>
                <a:gd name="connsiteX5-533" fmla="*/ 1688563 w 1792731"/>
                <a:gd name="connsiteY5-534" fmla="*/ 1292355 h 1891359"/>
                <a:gd name="connsiteX6-535" fmla="*/ 1309780 w 1792731"/>
                <a:gd name="connsiteY6-536" fmla="*/ 1046341 h 1891359"/>
                <a:gd name="connsiteX7-537" fmla="*/ 1560208 w 1792731"/>
                <a:gd name="connsiteY7-538" fmla="*/ 672856 h 1891359"/>
                <a:gd name="connsiteX8-539" fmla="*/ 1428622 w 1792731"/>
                <a:gd name="connsiteY8-540" fmla="*/ 154877 h 1891359"/>
                <a:gd name="connsiteX9-541" fmla="*/ 930782 w 1792731"/>
                <a:gd name="connsiteY9-542" fmla="*/ 21205 h 1891359"/>
                <a:gd name="connsiteX10-543" fmla="*/ 452050 w 1792731"/>
                <a:gd name="connsiteY10-544" fmla="*/ 534641 h 1891359"/>
                <a:gd name="connsiteX0-545" fmla="*/ 452050 w 1814809"/>
                <a:gd name="connsiteY0-546" fmla="*/ 534641 h 1891359"/>
                <a:gd name="connsiteX1-547" fmla="*/ 91698 w 1814809"/>
                <a:gd name="connsiteY1-548" fmla="*/ 940200 h 1891359"/>
                <a:gd name="connsiteX2-549" fmla="*/ 13351 w 1814809"/>
                <a:gd name="connsiteY2-550" fmla="*/ 1737812 h 1891359"/>
                <a:gd name="connsiteX3-551" fmla="*/ 309435 w 1814809"/>
                <a:gd name="connsiteY3-552" fmla="*/ 1891359 h 1891359"/>
                <a:gd name="connsiteX4-553" fmla="*/ 1669435 w 1814809"/>
                <a:gd name="connsiteY4-554" fmla="*/ 1840637 h 1891359"/>
                <a:gd name="connsiteX5-555" fmla="*/ 1688563 w 1814809"/>
                <a:gd name="connsiteY5-556" fmla="*/ 1292355 h 1891359"/>
                <a:gd name="connsiteX6-557" fmla="*/ 1309780 w 1814809"/>
                <a:gd name="connsiteY6-558" fmla="*/ 1046341 h 1891359"/>
                <a:gd name="connsiteX7-559" fmla="*/ 1560208 w 1814809"/>
                <a:gd name="connsiteY7-560" fmla="*/ 672856 h 1891359"/>
                <a:gd name="connsiteX8-561" fmla="*/ 1428622 w 1814809"/>
                <a:gd name="connsiteY8-562" fmla="*/ 154877 h 1891359"/>
                <a:gd name="connsiteX9-563" fmla="*/ 930782 w 1814809"/>
                <a:gd name="connsiteY9-564" fmla="*/ 21205 h 1891359"/>
                <a:gd name="connsiteX10-565" fmla="*/ 452050 w 1814809"/>
                <a:gd name="connsiteY10-566" fmla="*/ 534641 h 1891359"/>
                <a:gd name="connsiteX0-567" fmla="*/ 452050 w 1814809"/>
                <a:gd name="connsiteY0-568" fmla="*/ 534641 h 1891359"/>
                <a:gd name="connsiteX1-569" fmla="*/ 91698 w 1814809"/>
                <a:gd name="connsiteY1-570" fmla="*/ 940200 h 1891359"/>
                <a:gd name="connsiteX2-571" fmla="*/ 13351 w 1814809"/>
                <a:gd name="connsiteY2-572" fmla="*/ 1737812 h 1891359"/>
                <a:gd name="connsiteX3-573" fmla="*/ 309435 w 1814809"/>
                <a:gd name="connsiteY3-574" fmla="*/ 1891359 h 1891359"/>
                <a:gd name="connsiteX4-575" fmla="*/ 1669435 w 1814809"/>
                <a:gd name="connsiteY4-576" fmla="*/ 1840637 h 1891359"/>
                <a:gd name="connsiteX5-577" fmla="*/ 1688563 w 1814809"/>
                <a:gd name="connsiteY5-578" fmla="*/ 1292355 h 1891359"/>
                <a:gd name="connsiteX6-579" fmla="*/ 1309780 w 1814809"/>
                <a:gd name="connsiteY6-580" fmla="*/ 1046341 h 1891359"/>
                <a:gd name="connsiteX7-581" fmla="*/ 1619996 w 1814809"/>
                <a:gd name="connsiteY7-582" fmla="*/ 526399 h 1891359"/>
                <a:gd name="connsiteX8-583" fmla="*/ 1428622 w 1814809"/>
                <a:gd name="connsiteY8-584" fmla="*/ 154877 h 1891359"/>
                <a:gd name="connsiteX9-585" fmla="*/ 930782 w 1814809"/>
                <a:gd name="connsiteY9-586" fmla="*/ 21205 h 1891359"/>
                <a:gd name="connsiteX10-587" fmla="*/ 452050 w 1814809"/>
                <a:gd name="connsiteY10-588" fmla="*/ 534641 h 1891359"/>
                <a:gd name="connsiteX0-589" fmla="*/ 452050 w 1814809"/>
                <a:gd name="connsiteY0-590" fmla="*/ 542872 h 1899590"/>
                <a:gd name="connsiteX1-591" fmla="*/ 91698 w 1814809"/>
                <a:gd name="connsiteY1-592" fmla="*/ 948431 h 1899590"/>
                <a:gd name="connsiteX2-593" fmla="*/ 13351 w 1814809"/>
                <a:gd name="connsiteY2-594" fmla="*/ 1746043 h 1899590"/>
                <a:gd name="connsiteX3-595" fmla="*/ 309435 w 1814809"/>
                <a:gd name="connsiteY3-596" fmla="*/ 1899590 h 1899590"/>
                <a:gd name="connsiteX4-597" fmla="*/ 1669435 w 1814809"/>
                <a:gd name="connsiteY4-598" fmla="*/ 1848868 h 1899590"/>
                <a:gd name="connsiteX5-599" fmla="*/ 1688563 w 1814809"/>
                <a:gd name="connsiteY5-600" fmla="*/ 1300586 h 1899590"/>
                <a:gd name="connsiteX6-601" fmla="*/ 1309780 w 1814809"/>
                <a:gd name="connsiteY6-602" fmla="*/ 1054572 h 1899590"/>
                <a:gd name="connsiteX7-603" fmla="*/ 1619996 w 1814809"/>
                <a:gd name="connsiteY7-604" fmla="*/ 534630 h 1899590"/>
                <a:gd name="connsiteX8-605" fmla="*/ 1488411 w 1814809"/>
                <a:gd name="connsiteY8-606" fmla="*/ 129049 h 1899590"/>
                <a:gd name="connsiteX9-607" fmla="*/ 930782 w 1814809"/>
                <a:gd name="connsiteY9-608" fmla="*/ 29436 h 1899590"/>
                <a:gd name="connsiteX10-609" fmla="*/ 452050 w 1814809"/>
                <a:gd name="connsiteY10-610" fmla="*/ 542872 h 1899590"/>
                <a:gd name="connsiteX0-611" fmla="*/ 452050 w 1814809"/>
                <a:gd name="connsiteY0-612" fmla="*/ 540513 h 1897231"/>
                <a:gd name="connsiteX1-613" fmla="*/ 91698 w 1814809"/>
                <a:gd name="connsiteY1-614" fmla="*/ 946072 h 1897231"/>
                <a:gd name="connsiteX2-615" fmla="*/ 13351 w 1814809"/>
                <a:gd name="connsiteY2-616" fmla="*/ 1743684 h 1897231"/>
                <a:gd name="connsiteX3-617" fmla="*/ 309435 w 1814809"/>
                <a:gd name="connsiteY3-618" fmla="*/ 1897231 h 1897231"/>
                <a:gd name="connsiteX4-619" fmla="*/ 1669435 w 1814809"/>
                <a:gd name="connsiteY4-620" fmla="*/ 1846509 h 1897231"/>
                <a:gd name="connsiteX5-621" fmla="*/ 1688563 w 1814809"/>
                <a:gd name="connsiteY5-622" fmla="*/ 1298227 h 1897231"/>
                <a:gd name="connsiteX6-623" fmla="*/ 1309780 w 1814809"/>
                <a:gd name="connsiteY6-624" fmla="*/ 1052213 h 1897231"/>
                <a:gd name="connsiteX7-625" fmla="*/ 1619996 w 1814809"/>
                <a:gd name="connsiteY7-626" fmla="*/ 532271 h 1897231"/>
                <a:gd name="connsiteX8-627" fmla="*/ 1488411 w 1814809"/>
                <a:gd name="connsiteY8-628" fmla="*/ 126690 h 1897231"/>
                <a:gd name="connsiteX9-629" fmla="*/ 930782 w 1814809"/>
                <a:gd name="connsiteY9-630" fmla="*/ 27077 h 1897231"/>
                <a:gd name="connsiteX10-631" fmla="*/ 452050 w 1814809"/>
                <a:gd name="connsiteY10-632" fmla="*/ 540513 h 1897231"/>
                <a:gd name="connsiteX0-633" fmla="*/ 452050 w 1814809"/>
                <a:gd name="connsiteY0-634" fmla="*/ 540513 h 1897231"/>
                <a:gd name="connsiteX1-635" fmla="*/ 91698 w 1814809"/>
                <a:gd name="connsiteY1-636" fmla="*/ 946072 h 1897231"/>
                <a:gd name="connsiteX2-637" fmla="*/ 13351 w 1814809"/>
                <a:gd name="connsiteY2-638" fmla="*/ 1743684 h 1897231"/>
                <a:gd name="connsiteX3-639" fmla="*/ 309435 w 1814809"/>
                <a:gd name="connsiteY3-640" fmla="*/ 1897231 h 1897231"/>
                <a:gd name="connsiteX4-641" fmla="*/ 1669435 w 1814809"/>
                <a:gd name="connsiteY4-642" fmla="*/ 1846509 h 1897231"/>
                <a:gd name="connsiteX5-643" fmla="*/ 1688563 w 1814809"/>
                <a:gd name="connsiteY5-644" fmla="*/ 1298227 h 1897231"/>
                <a:gd name="connsiteX6-645" fmla="*/ 1309780 w 1814809"/>
                <a:gd name="connsiteY6-646" fmla="*/ 1052213 h 1897231"/>
                <a:gd name="connsiteX7-647" fmla="*/ 1619996 w 1814809"/>
                <a:gd name="connsiteY7-648" fmla="*/ 532271 h 1897231"/>
                <a:gd name="connsiteX8-649" fmla="*/ 1488411 w 1814809"/>
                <a:gd name="connsiteY8-650" fmla="*/ 126690 h 1897231"/>
                <a:gd name="connsiteX9-651" fmla="*/ 930782 w 1814809"/>
                <a:gd name="connsiteY9-652" fmla="*/ 27077 h 1897231"/>
                <a:gd name="connsiteX10-653" fmla="*/ 452050 w 1814809"/>
                <a:gd name="connsiteY10-654" fmla="*/ 540513 h 1897231"/>
                <a:gd name="connsiteX0-655" fmla="*/ 288567 w 1811701"/>
                <a:gd name="connsiteY0-656" fmla="*/ 555674 h 1898251"/>
                <a:gd name="connsiteX1-657" fmla="*/ 88590 w 1811701"/>
                <a:gd name="connsiteY1-658" fmla="*/ 947092 h 1898251"/>
                <a:gd name="connsiteX2-659" fmla="*/ 10243 w 1811701"/>
                <a:gd name="connsiteY2-660" fmla="*/ 1744704 h 1898251"/>
                <a:gd name="connsiteX3-661" fmla="*/ 306327 w 1811701"/>
                <a:gd name="connsiteY3-662" fmla="*/ 1898251 h 1898251"/>
                <a:gd name="connsiteX4-663" fmla="*/ 1666327 w 1811701"/>
                <a:gd name="connsiteY4-664" fmla="*/ 1847529 h 1898251"/>
                <a:gd name="connsiteX5-665" fmla="*/ 1685455 w 1811701"/>
                <a:gd name="connsiteY5-666" fmla="*/ 1299247 h 1898251"/>
                <a:gd name="connsiteX6-667" fmla="*/ 1306672 w 1811701"/>
                <a:gd name="connsiteY6-668" fmla="*/ 1053233 h 1898251"/>
                <a:gd name="connsiteX7-669" fmla="*/ 1616888 w 1811701"/>
                <a:gd name="connsiteY7-670" fmla="*/ 533291 h 1898251"/>
                <a:gd name="connsiteX8-671" fmla="*/ 1485303 w 1811701"/>
                <a:gd name="connsiteY8-672" fmla="*/ 127710 h 1898251"/>
                <a:gd name="connsiteX9-673" fmla="*/ 927674 w 1811701"/>
                <a:gd name="connsiteY9-674" fmla="*/ 28097 h 1898251"/>
                <a:gd name="connsiteX10-675" fmla="*/ 288567 w 1811701"/>
                <a:gd name="connsiteY10-676" fmla="*/ 555674 h 1898251"/>
                <a:gd name="connsiteX0-677" fmla="*/ 288567 w 1811701"/>
                <a:gd name="connsiteY0-678" fmla="*/ 479828 h 1822405"/>
                <a:gd name="connsiteX1-679" fmla="*/ 88590 w 1811701"/>
                <a:gd name="connsiteY1-680" fmla="*/ 871246 h 1822405"/>
                <a:gd name="connsiteX2-681" fmla="*/ 10243 w 1811701"/>
                <a:gd name="connsiteY2-682" fmla="*/ 1668858 h 1822405"/>
                <a:gd name="connsiteX3-683" fmla="*/ 306327 w 1811701"/>
                <a:gd name="connsiteY3-684" fmla="*/ 1822405 h 1822405"/>
                <a:gd name="connsiteX4-685" fmla="*/ 1666327 w 1811701"/>
                <a:gd name="connsiteY4-686" fmla="*/ 1771683 h 1822405"/>
                <a:gd name="connsiteX5-687" fmla="*/ 1685455 w 1811701"/>
                <a:gd name="connsiteY5-688" fmla="*/ 1223401 h 1822405"/>
                <a:gd name="connsiteX6-689" fmla="*/ 1306672 w 1811701"/>
                <a:gd name="connsiteY6-690" fmla="*/ 977387 h 1822405"/>
                <a:gd name="connsiteX7-691" fmla="*/ 1616888 w 1811701"/>
                <a:gd name="connsiteY7-692" fmla="*/ 457445 h 1822405"/>
                <a:gd name="connsiteX8-693" fmla="*/ 1485303 w 1811701"/>
                <a:gd name="connsiteY8-694" fmla="*/ 51864 h 1822405"/>
                <a:gd name="connsiteX9-695" fmla="*/ 895599 w 1811701"/>
                <a:gd name="connsiteY9-696" fmla="*/ 79530 h 1822405"/>
                <a:gd name="connsiteX10-697" fmla="*/ 288567 w 1811701"/>
                <a:gd name="connsiteY10-698" fmla="*/ 479828 h 1822405"/>
                <a:gd name="connsiteX0-699" fmla="*/ 288567 w 1811701"/>
                <a:gd name="connsiteY0-700" fmla="*/ 419258 h 1761835"/>
                <a:gd name="connsiteX1-701" fmla="*/ 88590 w 1811701"/>
                <a:gd name="connsiteY1-702" fmla="*/ 810676 h 1761835"/>
                <a:gd name="connsiteX2-703" fmla="*/ 10243 w 1811701"/>
                <a:gd name="connsiteY2-704" fmla="*/ 1608288 h 1761835"/>
                <a:gd name="connsiteX3-705" fmla="*/ 306327 w 1811701"/>
                <a:gd name="connsiteY3-706" fmla="*/ 1761835 h 1761835"/>
                <a:gd name="connsiteX4-707" fmla="*/ 1666327 w 1811701"/>
                <a:gd name="connsiteY4-708" fmla="*/ 1711113 h 1761835"/>
                <a:gd name="connsiteX5-709" fmla="*/ 1685455 w 1811701"/>
                <a:gd name="connsiteY5-710" fmla="*/ 1162831 h 1761835"/>
                <a:gd name="connsiteX6-711" fmla="*/ 1306672 w 1811701"/>
                <a:gd name="connsiteY6-712" fmla="*/ 916817 h 1761835"/>
                <a:gd name="connsiteX7-713" fmla="*/ 1616888 w 1811701"/>
                <a:gd name="connsiteY7-714" fmla="*/ 396875 h 1761835"/>
                <a:gd name="connsiteX8-715" fmla="*/ 1373040 w 1811701"/>
                <a:gd name="connsiteY8-716" fmla="*/ 118574 h 1761835"/>
                <a:gd name="connsiteX9-717" fmla="*/ 895599 w 1811701"/>
                <a:gd name="connsiteY9-718" fmla="*/ 18960 h 1761835"/>
                <a:gd name="connsiteX10-719" fmla="*/ 288567 w 1811701"/>
                <a:gd name="connsiteY10-720" fmla="*/ 419258 h 1761835"/>
                <a:gd name="connsiteX0-721" fmla="*/ 288567 w 1811701"/>
                <a:gd name="connsiteY0-722" fmla="*/ 419258 h 1761835"/>
                <a:gd name="connsiteX1-723" fmla="*/ 88590 w 1811701"/>
                <a:gd name="connsiteY1-724" fmla="*/ 810676 h 1761835"/>
                <a:gd name="connsiteX2-725" fmla="*/ 10243 w 1811701"/>
                <a:gd name="connsiteY2-726" fmla="*/ 1608288 h 1761835"/>
                <a:gd name="connsiteX3-727" fmla="*/ 306327 w 1811701"/>
                <a:gd name="connsiteY3-728" fmla="*/ 1761835 h 1761835"/>
                <a:gd name="connsiteX4-729" fmla="*/ 1666327 w 1811701"/>
                <a:gd name="connsiteY4-730" fmla="*/ 1711113 h 1761835"/>
                <a:gd name="connsiteX5-731" fmla="*/ 1685455 w 1811701"/>
                <a:gd name="connsiteY5-732" fmla="*/ 1162831 h 1761835"/>
                <a:gd name="connsiteX6-733" fmla="*/ 1306672 w 1811701"/>
                <a:gd name="connsiteY6-734" fmla="*/ 916817 h 1761835"/>
                <a:gd name="connsiteX7-735" fmla="*/ 1584814 w 1811701"/>
                <a:gd name="connsiteY7-736" fmla="*/ 510012 h 1761835"/>
                <a:gd name="connsiteX8-737" fmla="*/ 1373040 w 1811701"/>
                <a:gd name="connsiteY8-738" fmla="*/ 118574 h 1761835"/>
                <a:gd name="connsiteX9-739" fmla="*/ 895599 w 1811701"/>
                <a:gd name="connsiteY9-740" fmla="*/ 18960 h 1761835"/>
                <a:gd name="connsiteX10-741" fmla="*/ 288567 w 1811701"/>
                <a:gd name="connsiteY10-742" fmla="*/ 419258 h 1761835"/>
                <a:gd name="connsiteX0-743" fmla="*/ 288567 w 1770444"/>
                <a:gd name="connsiteY0-744" fmla="*/ 419258 h 1761835"/>
                <a:gd name="connsiteX1-745" fmla="*/ 88590 w 1770444"/>
                <a:gd name="connsiteY1-746" fmla="*/ 810676 h 1761835"/>
                <a:gd name="connsiteX2-747" fmla="*/ 10243 w 1770444"/>
                <a:gd name="connsiteY2-748" fmla="*/ 1608288 h 1761835"/>
                <a:gd name="connsiteX3-749" fmla="*/ 306327 w 1770444"/>
                <a:gd name="connsiteY3-750" fmla="*/ 1761835 h 1761835"/>
                <a:gd name="connsiteX4-751" fmla="*/ 1666327 w 1770444"/>
                <a:gd name="connsiteY4-752" fmla="*/ 1711113 h 1761835"/>
                <a:gd name="connsiteX5-753" fmla="*/ 1589229 w 1770444"/>
                <a:gd name="connsiteY5-754" fmla="*/ 1176973 h 1761835"/>
                <a:gd name="connsiteX6-755" fmla="*/ 1306672 w 1770444"/>
                <a:gd name="connsiteY6-756" fmla="*/ 916817 h 1761835"/>
                <a:gd name="connsiteX7-757" fmla="*/ 1584814 w 1770444"/>
                <a:gd name="connsiteY7-758" fmla="*/ 510012 h 1761835"/>
                <a:gd name="connsiteX8-759" fmla="*/ 1373040 w 1770444"/>
                <a:gd name="connsiteY8-760" fmla="*/ 118574 h 1761835"/>
                <a:gd name="connsiteX9-761" fmla="*/ 895599 w 1770444"/>
                <a:gd name="connsiteY9-762" fmla="*/ 18960 h 1761835"/>
                <a:gd name="connsiteX10-763" fmla="*/ 288567 w 1770444"/>
                <a:gd name="connsiteY10-764" fmla="*/ 419258 h 1761835"/>
                <a:gd name="connsiteX0-765" fmla="*/ 288567 w 1592514"/>
                <a:gd name="connsiteY0-766" fmla="*/ 419258 h 1863058"/>
                <a:gd name="connsiteX1-767" fmla="*/ 88590 w 1592514"/>
                <a:gd name="connsiteY1-768" fmla="*/ 810676 h 1863058"/>
                <a:gd name="connsiteX2-769" fmla="*/ 10243 w 1592514"/>
                <a:gd name="connsiteY2-770" fmla="*/ 1608288 h 1863058"/>
                <a:gd name="connsiteX3-771" fmla="*/ 306327 w 1592514"/>
                <a:gd name="connsiteY3-772" fmla="*/ 1761835 h 1863058"/>
                <a:gd name="connsiteX4-773" fmla="*/ 1377650 w 1592514"/>
                <a:gd name="connsiteY4-774" fmla="*/ 1838393 h 1863058"/>
                <a:gd name="connsiteX5-775" fmla="*/ 1589229 w 1592514"/>
                <a:gd name="connsiteY5-776" fmla="*/ 1176973 h 1863058"/>
                <a:gd name="connsiteX6-777" fmla="*/ 1306672 w 1592514"/>
                <a:gd name="connsiteY6-778" fmla="*/ 916817 h 1863058"/>
                <a:gd name="connsiteX7-779" fmla="*/ 1584814 w 1592514"/>
                <a:gd name="connsiteY7-780" fmla="*/ 510012 h 1863058"/>
                <a:gd name="connsiteX8-781" fmla="*/ 1373040 w 1592514"/>
                <a:gd name="connsiteY8-782" fmla="*/ 118574 h 1863058"/>
                <a:gd name="connsiteX9-783" fmla="*/ 895599 w 1592514"/>
                <a:gd name="connsiteY9-784" fmla="*/ 18960 h 1863058"/>
                <a:gd name="connsiteX10-785" fmla="*/ 288567 w 1592514"/>
                <a:gd name="connsiteY10-786" fmla="*/ 419258 h 1863058"/>
                <a:gd name="connsiteX0-787" fmla="*/ 421322 w 1594935"/>
                <a:gd name="connsiteY0-788" fmla="*/ 616342 h 1876292"/>
                <a:gd name="connsiteX1-789" fmla="*/ 91011 w 1594935"/>
                <a:gd name="connsiteY1-790" fmla="*/ 823910 h 1876292"/>
                <a:gd name="connsiteX2-791" fmla="*/ 12664 w 1594935"/>
                <a:gd name="connsiteY2-792" fmla="*/ 1621522 h 1876292"/>
                <a:gd name="connsiteX3-793" fmla="*/ 308748 w 1594935"/>
                <a:gd name="connsiteY3-794" fmla="*/ 1775069 h 1876292"/>
                <a:gd name="connsiteX4-795" fmla="*/ 1380071 w 1594935"/>
                <a:gd name="connsiteY4-796" fmla="*/ 1851627 h 1876292"/>
                <a:gd name="connsiteX5-797" fmla="*/ 1591650 w 1594935"/>
                <a:gd name="connsiteY5-798" fmla="*/ 1190207 h 1876292"/>
                <a:gd name="connsiteX6-799" fmla="*/ 1309093 w 1594935"/>
                <a:gd name="connsiteY6-800" fmla="*/ 930051 h 1876292"/>
                <a:gd name="connsiteX7-801" fmla="*/ 1587235 w 1594935"/>
                <a:gd name="connsiteY7-802" fmla="*/ 523246 h 1876292"/>
                <a:gd name="connsiteX8-803" fmla="*/ 1375461 w 1594935"/>
                <a:gd name="connsiteY8-804" fmla="*/ 131808 h 1876292"/>
                <a:gd name="connsiteX9-805" fmla="*/ 898020 w 1594935"/>
                <a:gd name="connsiteY9-806" fmla="*/ 32194 h 1876292"/>
                <a:gd name="connsiteX10-807" fmla="*/ 421322 w 1594935"/>
                <a:gd name="connsiteY10-808" fmla="*/ 616342 h 1876292"/>
                <a:gd name="connsiteX0-809" fmla="*/ 413257 w 1586870"/>
                <a:gd name="connsiteY0-810" fmla="*/ 616342 h 1876292"/>
                <a:gd name="connsiteX1-811" fmla="*/ 140873 w 1586870"/>
                <a:gd name="connsiteY1-812" fmla="*/ 993617 h 1876292"/>
                <a:gd name="connsiteX2-813" fmla="*/ 4599 w 1586870"/>
                <a:gd name="connsiteY2-814" fmla="*/ 1621522 h 1876292"/>
                <a:gd name="connsiteX3-815" fmla="*/ 300683 w 1586870"/>
                <a:gd name="connsiteY3-816" fmla="*/ 1775069 h 1876292"/>
                <a:gd name="connsiteX4-817" fmla="*/ 1372006 w 1586870"/>
                <a:gd name="connsiteY4-818" fmla="*/ 1851627 h 1876292"/>
                <a:gd name="connsiteX5-819" fmla="*/ 1583585 w 1586870"/>
                <a:gd name="connsiteY5-820" fmla="*/ 1190207 h 1876292"/>
                <a:gd name="connsiteX6-821" fmla="*/ 1301028 w 1586870"/>
                <a:gd name="connsiteY6-822" fmla="*/ 930051 h 1876292"/>
                <a:gd name="connsiteX7-823" fmla="*/ 1579170 w 1586870"/>
                <a:gd name="connsiteY7-824" fmla="*/ 523246 h 1876292"/>
                <a:gd name="connsiteX8-825" fmla="*/ 1367396 w 1586870"/>
                <a:gd name="connsiteY8-826" fmla="*/ 131808 h 1876292"/>
                <a:gd name="connsiteX9-827" fmla="*/ 889955 w 1586870"/>
                <a:gd name="connsiteY9-828" fmla="*/ 32194 h 1876292"/>
                <a:gd name="connsiteX10-829" fmla="*/ 413257 w 1586870"/>
                <a:gd name="connsiteY10-830" fmla="*/ 616342 h 1876292"/>
                <a:gd name="connsiteX0-831" fmla="*/ 284962 w 1458575"/>
                <a:gd name="connsiteY0-832" fmla="*/ 616342 h 1908017"/>
                <a:gd name="connsiteX1-833" fmla="*/ 12578 w 1458575"/>
                <a:gd name="connsiteY1-834" fmla="*/ 993617 h 1908017"/>
                <a:gd name="connsiteX2-835" fmla="*/ 172388 w 1458575"/>
                <a:gd name="connsiteY2-836" fmla="*/ 1775069 h 1908017"/>
                <a:gd name="connsiteX3-837" fmla="*/ 1243711 w 1458575"/>
                <a:gd name="connsiteY3-838" fmla="*/ 1851627 h 1908017"/>
                <a:gd name="connsiteX4-839" fmla="*/ 1455290 w 1458575"/>
                <a:gd name="connsiteY4-840" fmla="*/ 1190207 h 1908017"/>
                <a:gd name="connsiteX5-841" fmla="*/ 1172733 w 1458575"/>
                <a:gd name="connsiteY5-842" fmla="*/ 930051 h 1908017"/>
                <a:gd name="connsiteX6-843" fmla="*/ 1450875 w 1458575"/>
                <a:gd name="connsiteY6-844" fmla="*/ 523246 h 1908017"/>
                <a:gd name="connsiteX7-845" fmla="*/ 1239101 w 1458575"/>
                <a:gd name="connsiteY7-846" fmla="*/ 131808 h 1908017"/>
                <a:gd name="connsiteX8-847" fmla="*/ 761660 w 1458575"/>
                <a:gd name="connsiteY8-848" fmla="*/ 32194 h 1908017"/>
                <a:gd name="connsiteX9-849" fmla="*/ 284962 w 1458575"/>
                <a:gd name="connsiteY9-850" fmla="*/ 616342 h 1908017"/>
                <a:gd name="connsiteX0-851" fmla="*/ 343858 w 1519131"/>
                <a:gd name="connsiteY0-852" fmla="*/ 616342 h 1885036"/>
                <a:gd name="connsiteX1-853" fmla="*/ 71474 w 1519131"/>
                <a:gd name="connsiteY1-854" fmla="*/ 993617 h 1885036"/>
                <a:gd name="connsiteX2-855" fmla="*/ 115432 w 1519131"/>
                <a:gd name="connsiteY2-856" fmla="*/ 1704358 h 1885036"/>
                <a:gd name="connsiteX3-857" fmla="*/ 1302607 w 1519131"/>
                <a:gd name="connsiteY3-858" fmla="*/ 1851627 h 1885036"/>
                <a:gd name="connsiteX4-859" fmla="*/ 1514186 w 1519131"/>
                <a:gd name="connsiteY4-860" fmla="*/ 1190207 h 1885036"/>
                <a:gd name="connsiteX5-861" fmla="*/ 1231629 w 1519131"/>
                <a:gd name="connsiteY5-862" fmla="*/ 930051 h 1885036"/>
                <a:gd name="connsiteX6-863" fmla="*/ 1509771 w 1519131"/>
                <a:gd name="connsiteY6-864" fmla="*/ 523246 h 1885036"/>
                <a:gd name="connsiteX7-865" fmla="*/ 1297997 w 1519131"/>
                <a:gd name="connsiteY7-866" fmla="*/ 131808 h 1885036"/>
                <a:gd name="connsiteX8-867" fmla="*/ 820556 w 1519131"/>
                <a:gd name="connsiteY8-868" fmla="*/ 32194 h 1885036"/>
                <a:gd name="connsiteX9-869" fmla="*/ 343858 w 1519131"/>
                <a:gd name="connsiteY9-870" fmla="*/ 616342 h 1885036"/>
                <a:gd name="connsiteX0-871" fmla="*/ 343858 w 1549812"/>
                <a:gd name="connsiteY0-872" fmla="*/ 616342 h 1800235"/>
                <a:gd name="connsiteX1-873" fmla="*/ 71474 w 1549812"/>
                <a:gd name="connsiteY1-874" fmla="*/ 993617 h 1800235"/>
                <a:gd name="connsiteX2-875" fmla="*/ 115432 w 1549812"/>
                <a:gd name="connsiteY2-876" fmla="*/ 1704358 h 1800235"/>
                <a:gd name="connsiteX3-877" fmla="*/ 1389496 w 1549812"/>
                <a:gd name="connsiteY3-878" fmla="*/ 1724347 h 1800235"/>
                <a:gd name="connsiteX4-879" fmla="*/ 1514186 w 1549812"/>
                <a:gd name="connsiteY4-880" fmla="*/ 1190207 h 1800235"/>
                <a:gd name="connsiteX5-881" fmla="*/ 1231629 w 1549812"/>
                <a:gd name="connsiteY5-882" fmla="*/ 930051 h 1800235"/>
                <a:gd name="connsiteX6-883" fmla="*/ 1509771 w 1549812"/>
                <a:gd name="connsiteY6-884" fmla="*/ 523246 h 1800235"/>
                <a:gd name="connsiteX7-885" fmla="*/ 1297997 w 1549812"/>
                <a:gd name="connsiteY7-886" fmla="*/ 131808 h 1800235"/>
                <a:gd name="connsiteX8-887" fmla="*/ 820556 w 1549812"/>
                <a:gd name="connsiteY8-888" fmla="*/ 32194 h 1800235"/>
                <a:gd name="connsiteX9-889" fmla="*/ 343858 w 1549812"/>
                <a:gd name="connsiteY9-890" fmla="*/ 616342 h 1800235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  <a:cxn ang="0">
                  <a:pos x="connsiteX7-15" y="connsiteY7-16"/>
                </a:cxn>
                <a:cxn ang="0">
                  <a:pos x="connsiteX8-17" y="connsiteY8-18"/>
                </a:cxn>
                <a:cxn ang="0">
                  <a:pos x="connsiteX9-235" y="connsiteY9-236"/>
                </a:cxn>
              </a:cxnLst>
              <a:rect l="l" t="t" r="r" b="b"/>
              <a:pathLst>
                <a:path w="1549812" h="1800235">
                  <a:moveTo>
                    <a:pt x="343858" y="616342"/>
                  </a:moveTo>
                  <a:cubicBezTo>
                    <a:pt x="219011" y="776579"/>
                    <a:pt x="109545" y="812281"/>
                    <a:pt x="71474" y="993617"/>
                  </a:cubicBezTo>
                  <a:cubicBezTo>
                    <a:pt x="33403" y="1174953"/>
                    <a:pt x="-89757" y="1561356"/>
                    <a:pt x="115432" y="1704358"/>
                  </a:cubicBezTo>
                  <a:cubicBezTo>
                    <a:pt x="320621" y="1847360"/>
                    <a:pt x="1156371" y="1810039"/>
                    <a:pt x="1389496" y="1724347"/>
                  </a:cubicBezTo>
                  <a:cubicBezTo>
                    <a:pt x="1622621" y="1638655"/>
                    <a:pt x="1540497" y="1322590"/>
                    <a:pt x="1514186" y="1190207"/>
                  </a:cubicBezTo>
                  <a:cubicBezTo>
                    <a:pt x="1487875" y="1057824"/>
                    <a:pt x="1240336" y="1148914"/>
                    <a:pt x="1231629" y="930051"/>
                  </a:cubicBezTo>
                  <a:cubicBezTo>
                    <a:pt x="1248292" y="693847"/>
                    <a:pt x="1498710" y="656286"/>
                    <a:pt x="1509771" y="523246"/>
                  </a:cubicBezTo>
                  <a:cubicBezTo>
                    <a:pt x="1520832" y="390206"/>
                    <a:pt x="1431655" y="305130"/>
                    <a:pt x="1297997" y="131808"/>
                  </a:cubicBezTo>
                  <a:cubicBezTo>
                    <a:pt x="1189251" y="36824"/>
                    <a:pt x="979579" y="-48562"/>
                    <a:pt x="820556" y="32194"/>
                  </a:cubicBezTo>
                  <a:cubicBezTo>
                    <a:pt x="661533" y="112950"/>
                    <a:pt x="468705" y="456105"/>
                    <a:pt x="343858" y="616342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13" name="Freeform 417"/>
            <p:cNvSpPr/>
            <p:nvPr/>
          </p:nvSpPr>
          <p:spPr bwMode="auto">
            <a:xfrm>
              <a:off x="7337287" y="1795939"/>
              <a:ext cx="1736725" cy="1317704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14" name="Group 418"/>
            <p:cNvGrpSpPr/>
            <p:nvPr/>
          </p:nvGrpSpPr>
          <p:grpSpPr bwMode="auto">
            <a:xfrm>
              <a:off x="7268561" y="3259155"/>
              <a:ext cx="1458912" cy="933450"/>
              <a:chOff x="2889" y="1631"/>
              <a:chExt cx="980" cy="743"/>
            </a:xfrm>
          </p:grpSpPr>
          <p:sp>
            <p:nvSpPr>
              <p:cNvPr id="369" name="Rectangle 419"/>
              <p:cNvSpPr>
                <a:spLocks noChangeArrowheads="1"/>
              </p:cNvSpPr>
              <p:nvPr/>
            </p:nvSpPr>
            <p:spPr bwMode="auto">
              <a:xfrm>
                <a:off x="3046" y="1841"/>
                <a:ext cx="663" cy="533"/>
              </a:xfrm>
              <a:prstGeom prst="rect">
                <a:avLst/>
              </a:prstGeom>
              <a:solidFill>
                <a:srgbClr val="9CDF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370" name="AutoShape 420"/>
              <p:cNvSpPr>
                <a:spLocks noChangeArrowheads="1"/>
              </p:cNvSpPr>
              <p:nvPr/>
            </p:nvSpPr>
            <p:spPr bwMode="auto">
              <a:xfrm>
                <a:off x="2889" y="1631"/>
                <a:ext cx="980" cy="253"/>
              </a:xfrm>
              <a:prstGeom prst="triangle">
                <a:avLst>
                  <a:gd name="adj" fmla="val 50000"/>
                </a:avLst>
              </a:prstGeom>
              <a:solidFill>
                <a:srgbClr val="9CDF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solidFill>
                    <a:srgbClr val="00CCFF"/>
                  </a:solidFill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" name="Freeform 427"/>
            <p:cNvSpPr/>
            <p:nvPr/>
          </p:nvSpPr>
          <p:spPr bwMode="auto">
            <a:xfrm>
              <a:off x="7775612" y="4653038"/>
              <a:ext cx="3079750" cy="1665288"/>
            </a:xfrm>
            <a:custGeom>
              <a:avLst/>
              <a:gdLst>
                <a:gd name="T0" fmla="*/ 2147483646 w 1940"/>
                <a:gd name="T1" fmla="*/ 2147483646 h 1049"/>
                <a:gd name="T2" fmla="*/ 2147483646 w 1940"/>
                <a:gd name="T3" fmla="*/ 2147483646 h 1049"/>
                <a:gd name="T4" fmla="*/ 2147483646 w 1940"/>
                <a:gd name="T5" fmla="*/ 2147483646 h 1049"/>
                <a:gd name="T6" fmla="*/ 2147483646 w 1940"/>
                <a:gd name="T7" fmla="*/ 2147483646 h 1049"/>
                <a:gd name="T8" fmla="*/ 2147483646 w 1940"/>
                <a:gd name="T9" fmla="*/ 2147483646 h 1049"/>
                <a:gd name="T10" fmla="*/ 2147483646 w 1940"/>
                <a:gd name="T11" fmla="*/ 2147483646 h 1049"/>
                <a:gd name="T12" fmla="*/ 2147483646 w 1940"/>
                <a:gd name="T13" fmla="*/ 2147483646 h 1049"/>
                <a:gd name="T14" fmla="*/ 2147483646 w 1940"/>
                <a:gd name="T15" fmla="*/ 2147483646 h 1049"/>
                <a:gd name="T16" fmla="*/ 2147483646 w 1940"/>
                <a:gd name="T17" fmla="*/ 2147483646 h 1049"/>
                <a:gd name="T18" fmla="*/ 2147483646 w 1940"/>
                <a:gd name="T19" fmla="*/ 2147483646 h 1049"/>
                <a:gd name="T20" fmla="*/ 2147483646 w 1940"/>
                <a:gd name="T21" fmla="*/ 2147483646 h 1049"/>
                <a:gd name="T22" fmla="*/ 2147483646 w 1940"/>
                <a:gd name="T23" fmla="*/ 2147483646 h 1049"/>
                <a:gd name="T24" fmla="*/ 2147483646 w 1940"/>
                <a:gd name="T25" fmla="*/ 2147483646 h 1049"/>
                <a:gd name="T26" fmla="*/ 2147483646 w 1940"/>
                <a:gd name="T27" fmla="*/ 2147483646 h 1049"/>
                <a:gd name="T28" fmla="*/ 2147483646 w 1940"/>
                <a:gd name="T29" fmla="*/ 2147483646 h 1049"/>
                <a:gd name="T30" fmla="*/ 2147483646 w 1940"/>
                <a:gd name="T31" fmla="*/ 2147483646 h 10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940"/>
                <a:gd name="T49" fmla="*/ 0 h 1049"/>
                <a:gd name="T50" fmla="*/ 1940 w 1940"/>
                <a:gd name="T51" fmla="*/ 1049 h 1049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940" h="1049">
                  <a:moveTo>
                    <a:pt x="952" y="26"/>
                  </a:moveTo>
                  <a:cubicBezTo>
                    <a:pt x="867" y="45"/>
                    <a:pt x="832" y="118"/>
                    <a:pt x="755" y="125"/>
                  </a:cubicBezTo>
                  <a:cubicBezTo>
                    <a:pt x="678" y="132"/>
                    <a:pt x="587" y="72"/>
                    <a:pt x="488" y="68"/>
                  </a:cubicBezTo>
                  <a:cubicBezTo>
                    <a:pt x="389" y="64"/>
                    <a:pt x="237" y="48"/>
                    <a:pt x="158" y="101"/>
                  </a:cubicBezTo>
                  <a:cubicBezTo>
                    <a:pt x="79" y="154"/>
                    <a:pt x="28" y="298"/>
                    <a:pt x="14" y="389"/>
                  </a:cubicBezTo>
                  <a:cubicBezTo>
                    <a:pt x="0" y="480"/>
                    <a:pt x="25" y="595"/>
                    <a:pt x="71" y="648"/>
                  </a:cubicBezTo>
                  <a:cubicBezTo>
                    <a:pt x="117" y="701"/>
                    <a:pt x="205" y="665"/>
                    <a:pt x="288" y="706"/>
                  </a:cubicBezTo>
                  <a:cubicBezTo>
                    <a:pt x="371" y="747"/>
                    <a:pt x="450" y="842"/>
                    <a:pt x="568" y="893"/>
                  </a:cubicBezTo>
                  <a:cubicBezTo>
                    <a:pt x="686" y="944"/>
                    <a:pt x="852" y="991"/>
                    <a:pt x="996" y="1014"/>
                  </a:cubicBezTo>
                  <a:cubicBezTo>
                    <a:pt x="1140" y="1036"/>
                    <a:pt x="1309" y="1049"/>
                    <a:pt x="1433" y="1031"/>
                  </a:cubicBezTo>
                  <a:cubicBezTo>
                    <a:pt x="1557" y="1012"/>
                    <a:pt x="1657" y="960"/>
                    <a:pt x="1739" y="907"/>
                  </a:cubicBezTo>
                  <a:cubicBezTo>
                    <a:pt x="1821" y="855"/>
                    <a:pt x="1906" y="824"/>
                    <a:pt x="1923" y="714"/>
                  </a:cubicBezTo>
                  <a:cubicBezTo>
                    <a:pt x="1940" y="604"/>
                    <a:pt x="1898" y="350"/>
                    <a:pt x="1839" y="251"/>
                  </a:cubicBezTo>
                  <a:cubicBezTo>
                    <a:pt x="1780" y="151"/>
                    <a:pt x="1662" y="153"/>
                    <a:pt x="1566" y="114"/>
                  </a:cubicBezTo>
                  <a:cubicBezTo>
                    <a:pt x="1470" y="76"/>
                    <a:pt x="1365" y="30"/>
                    <a:pt x="1263" y="15"/>
                  </a:cubicBezTo>
                  <a:cubicBezTo>
                    <a:pt x="1161" y="0"/>
                    <a:pt x="1037" y="8"/>
                    <a:pt x="952" y="26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6" name="Text Box 580"/>
            <p:cNvSpPr txBox="1">
              <a:spLocks noChangeArrowheads="1"/>
            </p:cNvSpPr>
            <p:nvPr/>
          </p:nvSpPr>
          <p:spPr bwMode="auto">
            <a:xfrm>
              <a:off x="7742485" y="1458365"/>
              <a:ext cx="1339406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 dirty="0">
                  <a:latin typeface="+mn-lt"/>
                </a:rPr>
                <a:t>移动网络</a:t>
              </a:r>
              <a:endParaRPr lang="en-US" altLang="en-US" sz="1400" dirty="0">
                <a:latin typeface="+mn-lt"/>
              </a:endParaRPr>
            </a:p>
          </p:txBody>
        </p:sp>
        <p:sp>
          <p:nvSpPr>
            <p:cNvPr id="69" name="Text Box 580"/>
            <p:cNvSpPr txBox="1">
              <a:spLocks noChangeArrowheads="1"/>
            </p:cNvSpPr>
            <p:nvPr/>
          </p:nvSpPr>
          <p:spPr bwMode="auto">
            <a:xfrm>
              <a:off x="7394046" y="4161826"/>
              <a:ext cx="1955646" cy="2689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 dirty="0">
                  <a:latin typeface="+mn-lt"/>
                </a:rPr>
                <a:t>家庭网络</a:t>
              </a:r>
              <a:endParaRPr lang="en-US" altLang="en-US" sz="1400" dirty="0">
                <a:latin typeface="+mn-lt"/>
              </a:endParaRPr>
            </a:p>
          </p:txBody>
        </p:sp>
        <p:sp>
          <p:nvSpPr>
            <p:cNvPr id="70" name="Text Box 580"/>
            <p:cNvSpPr txBox="1">
              <a:spLocks noChangeArrowheads="1"/>
            </p:cNvSpPr>
            <p:nvPr/>
          </p:nvSpPr>
          <p:spPr bwMode="auto">
            <a:xfrm>
              <a:off x="7370119" y="5749679"/>
              <a:ext cx="1195135" cy="441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 dirty="0">
                  <a:latin typeface="+mn-lt"/>
                </a:rPr>
                <a:t>企业</a:t>
              </a:r>
              <a:endParaRPr lang="en-US" altLang="en-US" sz="1400" dirty="0">
                <a:latin typeface="+mn-lt"/>
              </a:endParaRPr>
            </a:p>
            <a:p>
              <a:pPr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 dirty="0">
                  <a:latin typeface="+mn-lt"/>
                </a:rPr>
                <a:t>          网络</a:t>
              </a:r>
              <a:endParaRPr lang="en-US" altLang="en-US" sz="1400" dirty="0">
                <a:latin typeface="+mn-lt"/>
              </a:endParaRPr>
            </a:p>
          </p:txBody>
        </p:sp>
        <p:sp>
          <p:nvSpPr>
            <p:cNvPr id="372" name="Freeform 371"/>
            <p:cNvSpPr/>
            <p:nvPr/>
          </p:nvSpPr>
          <p:spPr>
            <a:xfrm>
              <a:off x="10285357" y="3149444"/>
              <a:ext cx="1273167" cy="1935748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-1" fmla="*/ 434989 w 1537226"/>
                <a:gd name="connsiteY0-2" fmla="*/ 253346 h 1763594"/>
                <a:gd name="connsiteX1-3" fmla="*/ 488 w 1537226"/>
                <a:gd name="connsiteY1-4" fmla="*/ 921706 h 1763594"/>
                <a:gd name="connsiteX2-5" fmla="*/ 368142 w 1537226"/>
                <a:gd name="connsiteY2-6" fmla="*/ 1489812 h 1763594"/>
                <a:gd name="connsiteX3-7" fmla="*/ 1187008 w 1537226"/>
                <a:gd name="connsiteY3-8" fmla="*/ 1757156 h 1763594"/>
                <a:gd name="connsiteX4-9" fmla="*/ 1521239 w 1537226"/>
                <a:gd name="connsiteY4-10" fmla="*/ 1239177 h 1763594"/>
                <a:gd name="connsiteX5-11" fmla="*/ 1468998 w 1537226"/>
                <a:gd name="connsiteY5-12" fmla="*/ 654362 h 1763594"/>
                <a:gd name="connsiteX6-13" fmla="*/ 1337412 w 1537226"/>
                <a:gd name="connsiteY6-14" fmla="*/ 136383 h 1763594"/>
                <a:gd name="connsiteX7-15" fmla="*/ 1086739 w 1537226"/>
                <a:gd name="connsiteY7-16" fmla="*/ 2711 h 1763594"/>
                <a:gd name="connsiteX8-17" fmla="*/ 434989 w 1537226"/>
                <a:gd name="connsiteY8-18" fmla="*/ 253346 h 1763594"/>
                <a:gd name="connsiteX0-19" fmla="*/ 434989 w 1537226"/>
                <a:gd name="connsiteY0-20" fmla="*/ 253346 h 1763594"/>
                <a:gd name="connsiteX1-21" fmla="*/ 488 w 1537226"/>
                <a:gd name="connsiteY1-22" fmla="*/ 921706 h 1763594"/>
                <a:gd name="connsiteX2-23" fmla="*/ 368142 w 1537226"/>
                <a:gd name="connsiteY2-24" fmla="*/ 1489812 h 1763594"/>
                <a:gd name="connsiteX3-25" fmla="*/ 1187008 w 1537226"/>
                <a:gd name="connsiteY3-26" fmla="*/ 1757156 h 1763594"/>
                <a:gd name="connsiteX4-27" fmla="*/ 1521239 w 1537226"/>
                <a:gd name="connsiteY4-28" fmla="*/ 1239177 h 1763594"/>
                <a:gd name="connsiteX5-29" fmla="*/ 1468998 w 1537226"/>
                <a:gd name="connsiteY5-30" fmla="*/ 654362 h 1763594"/>
                <a:gd name="connsiteX6-31" fmla="*/ 1337412 w 1537226"/>
                <a:gd name="connsiteY6-32" fmla="*/ 136383 h 1763594"/>
                <a:gd name="connsiteX7-33" fmla="*/ 839572 w 1537226"/>
                <a:gd name="connsiteY7-34" fmla="*/ 2711 h 1763594"/>
                <a:gd name="connsiteX8-35" fmla="*/ 434989 w 1537226"/>
                <a:gd name="connsiteY8-36" fmla="*/ 253346 h 1763594"/>
                <a:gd name="connsiteX0-37" fmla="*/ 360357 w 1536743"/>
                <a:gd name="connsiteY0-38" fmla="*/ 534641 h 1782088"/>
                <a:gd name="connsiteX1-39" fmla="*/ 5 w 1536743"/>
                <a:gd name="connsiteY1-40" fmla="*/ 940200 h 1782088"/>
                <a:gd name="connsiteX2-41" fmla="*/ 367659 w 1536743"/>
                <a:gd name="connsiteY2-42" fmla="*/ 1508306 h 1782088"/>
                <a:gd name="connsiteX3-43" fmla="*/ 1186525 w 1536743"/>
                <a:gd name="connsiteY3-44" fmla="*/ 1775650 h 1782088"/>
                <a:gd name="connsiteX4-45" fmla="*/ 1520756 w 1536743"/>
                <a:gd name="connsiteY4-46" fmla="*/ 1257671 h 1782088"/>
                <a:gd name="connsiteX5-47" fmla="*/ 1468515 w 1536743"/>
                <a:gd name="connsiteY5-48" fmla="*/ 672856 h 1782088"/>
                <a:gd name="connsiteX6-49" fmla="*/ 1336929 w 1536743"/>
                <a:gd name="connsiteY6-50" fmla="*/ 154877 h 1782088"/>
                <a:gd name="connsiteX7-51" fmla="*/ 839089 w 1536743"/>
                <a:gd name="connsiteY7-52" fmla="*/ 21205 h 1782088"/>
                <a:gd name="connsiteX8-53" fmla="*/ 360357 w 1536743"/>
                <a:gd name="connsiteY8-54" fmla="*/ 534641 h 1782088"/>
                <a:gd name="connsiteX0-55" fmla="*/ 360355 w 1536741"/>
                <a:gd name="connsiteY0-56" fmla="*/ 534641 h 1782088"/>
                <a:gd name="connsiteX1-57" fmla="*/ 3 w 1536741"/>
                <a:gd name="connsiteY1-58" fmla="*/ 940200 h 1782088"/>
                <a:gd name="connsiteX2-59" fmla="*/ 367657 w 1536741"/>
                <a:gd name="connsiteY2-60" fmla="*/ 1508306 h 1782088"/>
                <a:gd name="connsiteX3-61" fmla="*/ 1186523 w 1536741"/>
                <a:gd name="connsiteY3-62" fmla="*/ 1775650 h 1782088"/>
                <a:gd name="connsiteX4-63" fmla="*/ 1520754 w 1536741"/>
                <a:gd name="connsiteY4-64" fmla="*/ 1257671 h 1782088"/>
                <a:gd name="connsiteX5-65" fmla="*/ 1468513 w 1536741"/>
                <a:gd name="connsiteY5-66" fmla="*/ 672856 h 1782088"/>
                <a:gd name="connsiteX6-67" fmla="*/ 1336927 w 1536741"/>
                <a:gd name="connsiteY6-68" fmla="*/ 154877 h 1782088"/>
                <a:gd name="connsiteX7-69" fmla="*/ 839087 w 1536741"/>
                <a:gd name="connsiteY7-70" fmla="*/ 21205 h 1782088"/>
                <a:gd name="connsiteX8-71" fmla="*/ 360355 w 1536741"/>
                <a:gd name="connsiteY8-72" fmla="*/ 534641 h 1782088"/>
                <a:gd name="connsiteX0-73" fmla="*/ 360355 w 1534770"/>
                <a:gd name="connsiteY0-74" fmla="*/ 553225 h 1800672"/>
                <a:gd name="connsiteX1-75" fmla="*/ 3 w 1534770"/>
                <a:gd name="connsiteY1-76" fmla="*/ 958784 h 1800672"/>
                <a:gd name="connsiteX2-77" fmla="*/ 367657 w 1534770"/>
                <a:gd name="connsiteY2-78" fmla="*/ 1526890 h 1800672"/>
                <a:gd name="connsiteX3-79" fmla="*/ 1186523 w 1534770"/>
                <a:gd name="connsiteY3-80" fmla="*/ 1794234 h 1800672"/>
                <a:gd name="connsiteX4-81" fmla="*/ 1520754 w 1534770"/>
                <a:gd name="connsiteY4-82" fmla="*/ 1276255 h 1800672"/>
                <a:gd name="connsiteX5-83" fmla="*/ 1468513 w 1534770"/>
                <a:gd name="connsiteY5-84" fmla="*/ 691440 h 1800672"/>
                <a:gd name="connsiteX6-85" fmla="*/ 1435794 w 1534770"/>
                <a:gd name="connsiteY6-86" fmla="*/ 107761 h 1800672"/>
                <a:gd name="connsiteX7-87" fmla="*/ 839087 w 1534770"/>
                <a:gd name="connsiteY7-88" fmla="*/ 39789 h 1800672"/>
                <a:gd name="connsiteX8-89" fmla="*/ 360355 w 1534770"/>
                <a:gd name="connsiteY8-90" fmla="*/ 553225 h 1800672"/>
                <a:gd name="connsiteX0-91" fmla="*/ 360355 w 1580585"/>
                <a:gd name="connsiteY0-92" fmla="*/ 553225 h 1880420"/>
                <a:gd name="connsiteX1-93" fmla="*/ 3 w 1580585"/>
                <a:gd name="connsiteY1-94" fmla="*/ 958784 h 1880420"/>
                <a:gd name="connsiteX2-95" fmla="*/ 367657 w 1580585"/>
                <a:gd name="connsiteY2-96" fmla="*/ 1526890 h 1880420"/>
                <a:gd name="connsiteX3-97" fmla="*/ 1186523 w 1580585"/>
                <a:gd name="connsiteY3-98" fmla="*/ 1794234 h 1880420"/>
                <a:gd name="connsiteX4-99" fmla="*/ 1570188 w 1580585"/>
                <a:gd name="connsiteY4-100" fmla="*/ 1785433 h 1880420"/>
                <a:gd name="connsiteX5-101" fmla="*/ 1468513 w 1580585"/>
                <a:gd name="connsiteY5-102" fmla="*/ 691440 h 1880420"/>
                <a:gd name="connsiteX6-103" fmla="*/ 1435794 w 1580585"/>
                <a:gd name="connsiteY6-104" fmla="*/ 107761 h 1880420"/>
                <a:gd name="connsiteX7-105" fmla="*/ 839087 w 1580585"/>
                <a:gd name="connsiteY7-106" fmla="*/ 39789 h 1880420"/>
                <a:gd name="connsiteX8-107" fmla="*/ 360355 w 1580585"/>
                <a:gd name="connsiteY8-108" fmla="*/ 553225 h 1880420"/>
                <a:gd name="connsiteX0-109" fmla="*/ 316588 w 1580732"/>
                <a:gd name="connsiteY0-110" fmla="*/ 359285 h 1867156"/>
                <a:gd name="connsiteX1-111" fmla="*/ 150 w 1580732"/>
                <a:gd name="connsiteY1-112" fmla="*/ 945520 h 1867156"/>
                <a:gd name="connsiteX2-113" fmla="*/ 367804 w 1580732"/>
                <a:gd name="connsiteY2-114" fmla="*/ 1513626 h 1867156"/>
                <a:gd name="connsiteX3-115" fmla="*/ 1186670 w 1580732"/>
                <a:gd name="connsiteY3-116" fmla="*/ 1780970 h 1867156"/>
                <a:gd name="connsiteX4-117" fmla="*/ 1570335 w 1580732"/>
                <a:gd name="connsiteY4-118" fmla="*/ 1772169 h 1867156"/>
                <a:gd name="connsiteX5-119" fmla="*/ 1468660 w 1580732"/>
                <a:gd name="connsiteY5-120" fmla="*/ 678176 h 1867156"/>
                <a:gd name="connsiteX6-121" fmla="*/ 1435941 w 1580732"/>
                <a:gd name="connsiteY6-122" fmla="*/ 94497 h 1867156"/>
                <a:gd name="connsiteX7-123" fmla="*/ 839234 w 1580732"/>
                <a:gd name="connsiteY7-124" fmla="*/ 26525 h 1867156"/>
                <a:gd name="connsiteX8-125" fmla="*/ 316588 w 1580732"/>
                <a:gd name="connsiteY8-126" fmla="*/ 359285 h 1867156"/>
                <a:gd name="connsiteX0-127" fmla="*/ 163575 w 1427719"/>
                <a:gd name="connsiteY0-128" fmla="*/ 359285 h 1867156"/>
                <a:gd name="connsiteX1-129" fmla="*/ 836 w 1427719"/>
                <a:gd name="connsiteY1-130" fmla="*/ 1076921 h 1867156"/>
                <a:gd name="connsiteX2-131" fmla="*/ 214791 w 1427719"/>
                <a:gd name="connsiteY2-132" fmla="*/ 1513626 h 1867156"/>
                <a:gd name="connsiteX3-133" fmla="*/ 1033657 w 1427719"/>
                <a:gd name="connsiteY3-134" fmla="*/ 1780970 h 1867156"/>
                <a:gd name="connsiteX4-135" fmla="*/ 1417322 w 1427719"/>
                <a:gd name="connsiteY4-136" fmla="*/ 1772169 h 1867156"/>
                <a:gd name="connsiteX5-137" fmla="*/ 1315647 w 1427719"/>
                <a:gd name="connsiteY5-138" fmla="*/ 678176 h 1867156"/>
                <a:gd name="connsiteX6-139" fmla="*/ 1282928 w 1427719"/>
                <a:gd name="connsiteY6-140" fmla="*/ 94497 h 1867156"/>
                <a:gd name="connsiteX7-141" fmla="*/ 686221 w 1427719"/>
                <a:gd name="connsiteY7-142" fmla="*/ 26525 h 1867156"/>
                <a:gd name="connsiteX8-143" fmla="*/ 163575 w 1427719"/>
                <a:gd name="connsiteY8-144" fmla="*/ 359285 h 1867156"/>
                <a:gd name="connsiteX0-145" fmla="*/ 163575 w 1426632"/>
                <a:gd name="connsiteY0-146" fmla="*/ 394322 h 1902193"/>
                <a:gd name="connsiteX1-147" fmla="*/ 836 w 1426632"/>
                <a:gd name="connsiteY1-148" fmla="*/ 1111958 h 1902193"/>
                <a:gd name="connsiteX2-149" fmla="*/ 214791 w 1426632"/>
                <a:gd name="connsiteY2-150" fmla="*/ 1548663 h 1902193"/>
                <a:gd name="connsiteX3-151" fmla="*/ 1033657 w 1426632"/>
                <a:gd name="connsiteY3-152" fmla="*/ 1816007 h 1902193"/>
                <a:gd name="connsiteX4-153" fmla="*/ 1417322 w 1426632"/>
                <a:gd name="connsiteY4-154" fmla="*/ 1807206 h 1902193"/>
                <a:gd name="connsiteX5-155" fmla="*/ 1315647 w 1426632"/>
                <a:gd name="connsiteY5-156" fmla="*/ 713213 h 1902193"/>
                <a:gd name="connsiteX6-157" fmla="*/ 1401843 w 1426632"/>
                <a:gd name="connsiteY6-158" fmla="*/ 63834 h 1902193"/>
                <a:gd name="connsiteX7-159" fmla="*/ 686221 w 1426632"/>
                <a:gd name="connsiteY7-160" fmla="*/ 61562 h 1902193"/>
                <a:gd name="connsiteX8-161" fmla="*/ 163575 w 1426632"/>
                <a:gd name="connsiteY8-162" fmla="*/ 394322 h 1902193"/>
                <a:gd name="connsiteX0-163" fmla="*/ 163575 w 1435249"/>
                <a:gd name="connsiteY0-164" fmla="*/ 394322 h 1885560"/>
                <a:gd name="connsiteX1-165" fmla="*/ 836 w 1435249"/>
                <a:gd name="connsiteY1-166" fmla="*/ 1111958 h 1885560"/>
                <a:gd name="connsiteX2-167" fmla="*/ 214791 w 1435249"/>
                <a:gd name="connsiteY2-168" fmla="*/ 1548663 h 1885560"/>
                <a:gd name="connsiteX3-169" fmla="*/ 1033657 w 1435249"/>
                <a:gd name="connsiteY3-170" fmla="*/ 1816007 h 1885560"/>
                <a:gd name="connsiteX4-171" fmla="*/ 1417322 w 1435249"/>
                <a:gd name="connsiteY4-172" fmla="*/ 1807206 h 1885560"/>
                <a:gd name="connsiteX5-173" fmla="*/ 1375103 w 1435249"/>
                <a:gd name="connsiteY5-174" fmla="*/ 943164 h 1885560"/>
                <a:gd name="connsiteX6-175" fmla="*/ 1401843 w 1435249"/>
                <a:gd name="connsiteY6-176" fmla="*/ 63834 h 1885560"/>
                <a:gd name="connsiteX7-177" fmla="*/ 686221 w 1435249"/>
                <a:gd name="connsiteY7-178" fmla="*/ 61562 h 1885560"/>
                <a:gd name="connsiteX8-179" fmla="*/ 163575 w 1435249"/>
                <a:gd name="connsiteY8-180" fmla="*/ 394322 h 1885560"/>
                <a:gd name="connsiteX0-181" fmla="*/ 128947 w 1438213"/>
                <a:gd name="connsiteY0-182" fmla="*/ 345176 h 1883146"/>
                <a:gd name="connsiteX1-183" fmla="*/ 3802 w 1438213"/>
                <a:gd name="connsiteY1-184" fmla="*/ 1109544 h 1883146"/>
                <a:gd name="connsiteX2-185" fmla="*/ 217757 w 1438213"/>
                <a:gd name="connsiteY2-186" fmla="*/ 1546249 h 1883146"/>
                <a:gd name="connsiteX3-187" fmla="*/ 1036623 w 1438213"/>
                <a:gd name="connsiteY3-188" fmla="*/ 1813593 h 1883146"/>
                <a:gd name="connsiteX4-189" fmla="*/ 1420288 w 1438213"/>
                <a:gd name="connsiteY4-190" fmla="*/ 1804792 h 1883146"/>
                <a:gd name="connsiteX5-191" fmla="*/ 1378069 w 1438213"/>
                <a:gd name="connsiteY5-192" fmla="*/ 940750 h 1883146"/>
                <a:gd name="connsiteX6-193" fmla="*/ 1404809 w 1438213"/>
                <a:gd name="connsiteY6-194" fmla="*/ 61420 h 1883146"/>
                <a:gd name="connsiteX7-195" fmla="*/ 689187 w 1438213"/>
                <a:gd name="connsiteY7-196" fmla="*/ 59148 h 1883146"/>
                <a:gd name="connsiteX8-197" fmla="*/ 128947 w 1438213"/>
                <a:gd name="connsiteY8-198" fmla="*/ 345176 h 1883146"/>
                <a:gd name="connsiteX0-199" fmla="*/ 126587 w 1435854"/>
                <a:gd name="connsiteY0-200" fmla="*/ 353278 h 1891248"/>
                <a:gd name="connsiteX1-201" fmla="*/ 1442 w 1435854"/>
                <a:gd name="connsiteY1-202" fmla="*/ 1117646 h 1891248"/>
                <a:gd name="connsiteX2-203" fmla="*/ 215397 w 1435854"/>
                <a:gd name="connsiteY2-204" fmla="*/ 1554351 h 1891248"/>
                <a:gd name="connsiteX3-205" fmla="*/ 1034263 w 1435854"/>
                <a:gd name="connsiteY3-206" fmla="*/ 1821695 h 1891248"/>
                <a:gd name="connsiteX4-207" fmla="*/ 1417928 w 1435854"/>
                <a:gd name="connsiteY4-208" fmla="*/ 1812894 h 1891248"/>
                <a:gd name="connsiteX5-209" fmla="*/ 1375709 w 1435854"/>
                <a:gd name="connsiteY5-210" fmla="*/ 948852 h 1891248"/>
                <a:gd name="connsiteX6-211" fmla="*/ 1402449 w 1435854"/>
                <a:gd name="connsiteY6-212" fmla="*/ 69522 h 1891248"/>
                <a:gd name="connsiteX7-213" fmla="*/ 221605 w 1435854"/>
                <a:gd name="connsiteY7-214" fmla="*/ 47778 h 1891248"/>
                <a:gd name="connsiteX8-215" fmla="*/ 126587 w 1435854"/>
                <a:gd name="connsiteY8-216" fmla="*/ 353278 h 1891248"/>
                <a:gd name="connsiteX0-217" fmla="*/ 35803 w 1453152"/>
                <a:gd name="connsiteY0-218" fmla="*/ 439993 h 1896181"/>
                <a:gd name="connsiteX1-219" fmla="*/ 18740 w 1453152"/>
                <a:gd name="connsiteY1-220" fmla="*/ 1122579 h 1896181"/>
                <a:gd name="connsiteX2-221" fmla="*/ 232695 w 1453152"/>
                <a:gd name="connsiteY2-222" fmla="*/ 1559284 h 1896181"/>
                <a:gd name="connsiteX3-223" fmla="*/ 1051561 w 1453152"/>
                <a:gd name="connsiteY3-224" fmla="*/ 1826628 h 1896181"/>
                <a:gd name="connsiteX4-225" fmla="*/ 1435226 w 1453152"/>
                <a:gd name="connsiteY4-226" fmla="*/ 1817827 h 1896181"/>
                <a:gd name="connsiteX5-227" fmla="*/ 1393007 w 1453152"/>
                <a:gd name="connsiteY5-228" fmla="*/ 953785 h 1896181"/>
                <a:gd name="connsiteX6-229" fmla="*/ 1419747 w 1453152"/>
                <a:gd name="connsiteY6-230" fmla="*/ 74455 h 1896181"/>
                <a:gd name="connsiteX7-231" fmla="*/ 238903 w 1453152"/>
                <a:gd name="connsiteY7-232" fmla="*/ 52711 h 1896181"/>
                <a:gd name="connsiteX8-233" fmla="*/ 35803 w 1453152"/>
                <a:gd name="connsiteY8-234" fmla="*/ 439993 h 1896181"/>
                <a:gd name="connsiteX0-235" fmla="*/ 35803 w 1447873"/>
                <a:gd name="connsiteY0-236" fmla="*/ 439993 h 1952840"/>
                <a:gd name="connsiteX1-237" fmla="*/ 18740 w 1447873"/>
                <a:gd name="connsiteY1-238" fmla="*/ 1122579 h 1952840"/>
                <a:gd name="connsiteX2-239" fmla="*/ 232695 w 1447873"/>
                <a:gd name="connsiteY2-240" fmla="*/ 1559284 h 1952840"/>
                <a:gd name="connsiteX3-241" fmla="*/ 1130848 w 1447873"/>
                <a:gd name="connsiteY3-242" fmla="*/ 1925181 h 1952840"/>
                <a:gd name="connsiteX4-243" fmla="*/ 1435226 w 1447873"/>
                <a:gd name="connsiteY4-244" fmla="*/ 1817827 h 1952840"/>
                <a:gd name="connsiteX5-245" fmla="*/ 1393007 w 1447873"/>
                <a:gd name="connsiteY5-246" fmla="*/ 953785 h 1952840"/>
                <a:gd name="connsiteX6-247" fmla="*/ 1419747 w 1447873"/>
                <a:gd name="connsiteY6-248" fmla="*/ 74455 h 1952840"/>
                <a:gd name="connsiteX7-249" fmla="*/ 238903 w 1447873"/>
                <a:gd name="connsiteY7-250" fmla="*/ 52711 h 1952840"/>
                <a:gd name="connsiteX8-251" fmla="*/ 35803 w 1447873"/>
                <a:gd name="connsiteY8-252" fmla="*/ 439993 h 1952840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  <a:cxn ang="0">
                  <a:pos x="connsiteX7-15" y="connsiteY7-16"/>
                </a:cxn>
                <a:cxn ang="0">
                  <a:pos x="connsiteX8-17" y="connsiteY8-18"/>
                </a:cxn>
              </a:cxnLst>
              <a:rect l="l" t="t" r="r" b="b"/>
              <a:pathLst>
                <a:path w="1447873" h="1952840">
                  <a:moveTo>
                    <a:pt x="35803" y="439993"/>
                  </a:moveTo>
                  <a:cubicBezTo>
                    <a:pt x="-891" y="618304"/>
                    <a:pt x="-14075" y="936031"/>
                    <a:pt x="18740" y="1122579"/>
                  </a:cubicBezTo>
                  <a:cubicBezTo>
                    <a:pt x="51555" y="1309127"/>
                    <a:pt x="47344" y="1425517"/>
                    <a:pt x="232695" y="1559284"/>
                  </a:cubicBezTo>
                  <a:cubicBezTo>
                    <a:pt x="418046" y="1693051"/>
                    <a:pt x="930426" y="1882091"/>
                    <a:pt x="1130848" y="1925181"/>
                  </a:cubicBezTo>
                  <a:cubicBezTo>
                    <a:pt x="1331270" y="1968271"/>
                    <a:pt x="1391533" y="1979726"/>
                    <a:pt x="1435226" y="1817827"/>
                  </a:cubicBezTo>
                  <a:cubicBezTo>
                    <a:pt x="1478919" y="1655928"/>
                    <a:pt x="1395587" y="1244347"/>
                    <a:pt x="1393007" y="953785"/>
                  </a:cubicBezTo>
                  <a:cubicBezTo>
                    <a:pt x="1390427" y="663223"/>
                    <a:pt x="1458740" y="183063"/>
                    <a:pt x="1419747" y="74455"/>
                  </a:cubicBezTo>
                  <a:cubicBezTo>
                    <a:pt x="1380754" y="-34153"/>
                    <a:pt x="469560" y="-8212"/>
                    <a:pt x="238903" y="52711"/>
                  </a:cubicBezTo>
                  <a:cubicBezTo>
                    <a:pt x="8246" y="113634"/>
                    <a:pt x="72497" y="261682"/>
                    <a:pt x="35803" y="439993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9CDFF9"/>
                </a:gs>
                <a:gs pos="100000">
                  <a:schemeClr val="bg1"/>
                </a:gs>
                <a:gs pos="59000">
                  <a:schemeClr val="accent5">
                    <a:lumMod val="20000"/>
                    <a:lumOff val="80000"/>
                  </a:schemeClr>
                </a:gs>
              </a:gsLst>
              <a:lin ang="0" scaled="1"/>
              <a:tileRect/>
            </a:gra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algn="ctr"/>
              <a:endParaRPr lang="en-US" dirty="0"/>
            </a:p>
          </p:txBody>
        </p:sp>
        <p:grpSp>
          <p:nvGrpSpPr>
            <p:cNvPr id="374" name="Group 373"/>
            <p:cNvGrpSpPr/>
            <p:nvPr/>
          </p:nvGrpSpPr>
          <p:grpSpPr>
            <a:xfrm>
              <a:off x="10900911" y="3897954"/>
              <a:ext cx="687393" cy="721548"/>
              <a:chOff x="5203089" y="1751190"/>
              <a:chExt cx="858331" cy="662414"/>
            </a:xfrm>
          </p:grpSpPr>
          <p:sp>
            <p:nvSpPr>
              <p:cNvPr id="382" name="Freeform 381"/>
              <p:cNvSpPr/>
              <p:nvPr/>
            </p:nvSpPr>
            <p:spPr>
              <a:xfrm>
                <a:off x="5536769" y="1751190"/>
                <a:ext cx="524651" cy="662124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  <a:gd name="connsiteX0-1" fmla="*/ 3618 w 651290"/>
                  <a:gd name="connsiteY0-2" fmla="*/ 593378 h 593378"/>
                  <a:gd name="connsiteX1-3" fmla="*/ 0 w 651290"/>
                  <a:gd name="connsiteY1-4" fmla="*/ 242416 h 593378"/>
                  <a:gd name="connsiteX2-5" fmla="*/ 423338 w 651290"/>
                  <a:gd name="connsiteY2-6" fmla="*/ 101308 h 593378"/>
                  <a:gd name="connsiteX3-7" fmla="*/ 647672 w 651290"/>
                  <a:gd name="connsiteY3-8" fmla="*/ 0 h 593378"/>
                  <a:gd name="connsiteX4-9" fmla="*/ 651290 w 651290"/>
                  <a:gd name="connsiteY4-10" fmla="*/ 593378 h 593378"/>
                  <a:gd name="connsiteX5-11" fmla="*/ 3618 w 651290"/>
                  <a:gd name="connsiteY5-12" fmla="*/ 593378 h 593378"/>
                  <a:gd name="connsiteX0-13" fmla="*/ 3618 w 651290"/>
                  <a:gd name="connsiteY0-14" fmla="*/ 662124 h 662124"/>
                  <a:gd name="connsiteX1-15" fmla="*/ 0 w 651290"/>
                  <a:gd name="connsiteY1-16" fmla="*/ 311162 h 662124"/>
                  <a:gd name="connsiteX2-17" fmla="*/ 376300 w 651290"/>
                  <a:gd name="connsiteY2-18" fmla="*/ 0 h 662124"/>
                  <a:gd name="connsiteX3-19" fmla="*/ 647672 w 651290"/>
                  <a:gd name="connsiteY3-20" fmla="*/ 68746 h 662124"/>
                  <a:gd name="connsiteX4-21" fmla="*/ 651290 w 651290"/>
                  <a:gd name="connsiteY4-22" fmla="*/ 662124 h 662124"/>
                  <a:gd name="connsiteX5-23" fmla="*/ 3618 w 651290"/>
                  <a:gd name="connsiteY5-24" fmla="*/ 662124 h 662124"/>
                  <a:gd name="connsiteX0-25" fmla="*/ 0 w 647672"/>
                  <a:gd name="connsiteY0-26" fmla="*/ 662124 h 662124"/>
                  <a:gd name="connsiteX1-27" fmla="*/ 123021 w 647672"/>
                  <a:gd name="connsiteY1-28" fmla="*/ 83217 h 662124"/>
                  <a:gd name="connsiteX2-29" fmla="*/ 372682 w 647672"/>
                  <a:gd name="connsiteY2-30" fmla="*/ 0 h 662124"/>
                  <a:gd name="connsiteX3-31" fmla="*/ 644054 w 647672"/>
                  <a:gd name="connsiteY3-32" fmla="*/ 68746 h 662124"/>
                  <a:gd name="connsiteX4-33" fmla="*/ 647672 w 647672"/>
                  <a:gd name="connsiteY4-34" fmla="*/ 662124 h 662124"/>
                  <a:gd name="connsiteX5-35" fmla="*/ 0 w 647672"/>
                  <a:gd name="connsiteY5-36" fmla="*/ 662124 h 662124"/>
                  <a:gd name="connsiteX0-37" fmla="*/ 7238 w 524651"/>
                  <a:gd name="connsiteY0-38" fmla="*/ 669360 h 669360"/>
                  <a:gd name="connsiteX1-39" fmla="*/ 0 w 524651"/>
                  <a:gd name="connsiteY1-40" fmla="*/ 83217 h 669360"/>
                  <a:gd name="connsiteX2-41" fmla="*/ 249661 w 524651"/>
                  <a:gd name="connsiteY2-42" fmla="*/ 0 h 669360"/>
                  <a:gd name="connsiteX3-43" fmla="*/ 521033 w 524651"/>
                  <a:gd name="connsiteY3-44" fmla="*/ 68746 h 669360"/>
                  <a:gd name="connsiteX4-45" fmla="*/ 524651 w 524651"/>
                  <a:gd name="connsiteY4-46" fmla="*/ 662124 h 669360"/>
                  <a:gd name="connsiteX5-47" fmla="*/ 7238 w 524651"/>
                  <a:gd name="connsiteY5-48" fmla="*/ 669360 h 669360"/>
                  <a:gd name="connsiteX0-49" fmla="*/ 438 w 528706"/>
                  <a:gd name="connsiteY0-50" fmla="*/ 665742 h 665742"/>
                  <a:gd name="connsiteX1-51" fmla="*/ 4055 w 528706"/>
                  <a:gd name="connsiteY1-52" fmla="*/ 83217 h 665742"/>
                  <a:gd name="connsiteX2-53" fmla="*/ 253716 w 528706"/>
                  <a:gd name="connsiteY2-54" fmla="*/ 0 h 665742"/>
                  <a:gd name="connsiteX3-55" fmla="*/ 525088 w 528706"/>
                  <a:gd name="connsiteY3-56" fmla="*/ 68746 h 665742"/>
                  <a:gd name="connsiteX4-57" fmla="*/ 528706 w 528706"/>
                  <a:gd name="connsiteY4-58" fmla="*/ 662124 h 665742"/>
                  <a:gd name="connsiteX5-59" fmla="*/ 438 w 528706"/>
                  <a:gd name="connsiteY5-60" fmla="*/ 665742 h 665742"/>
                  <a:gd name="connsiteX0-61" fmla="*/ 155 w 546514"/>
                  <a:gd name="connsiteY0-62" fmla="*/ 662124 h 662124"/>
                  <a:gd name="connsiteX1-63" fmla="*/ 21863 w 546514"/>
                  <a:gd name="connsiteY1-64" fmla="*/ 83217 h 662124"/>
                  <a:gd name="connsiteX2-65" fmla="*/ 271524 w 546514"/>
                  <a:gd name="connsiteY2-66" fmla="*/ 0 h 662124"/>
                  <a:gd name="connsiteX3-67" fmla="*/ 542896 w 546514"/>
                  <a:gd name="connsiteY3-68" fmla="*/ 68746 h 662124"/>
                  <a:gd name="connsiteX4-69" fmla="*/ 546514 w 546514"/>
                  <a:gd name="connsiteY4-70" fmla="*/ 662124 h 662124"/>
                  <a:gd name="connsiteX5-71" fmla="*/ 155 w 546514"/>
                  <a:gd name="connsiteY5-72" fmla="*/ 662124 h 662124"/>
                  <a:gd name="connsiteX0-73" fmla="*/ 10856 w 524651"/>
                  <a:gd name="connsiteY0-74" fmla="*/ 658506 h 662124"/>
                  <a:gd name="connsiteX1-75" fmla="*/ 0 w 524651"/>
                  <a:gd name="connsiteY1-76" fmla="*/ 83217 h 662124"/>
                  <a:gd name="connsiteX2-77" fmla="*/ 249661 w 524651"/>
                  <a:gd name="connsiteY2-78" fmla="*/ 0 h 662124"/>
                  <a:gd name="connsiteX3-79" fmla="*/ 521033 w 524651"/>
                  <a:gd name="connsiteY3-80" fmla="*/ 68746 h 662124"/>
                  <a:gd name="connsiteX4-81" fmla="*/ 524651 w 524651"/>
                  <a:gd name="connsiteY4-82" fmla="*/ 662124 h 662124"/>
                  <a:gd name="connsiteX5-83" fmla="*/ 10856 w 524651"/>
                  <a:gd name="connsiteY5-84" fmla="*/ 658506 h 662124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</a:cxnLst>
                <a:rect l="l" t="t" r="r" b="b"/>
                <a:pathLst>
                  <a:path w="524651" h="662124">
                    <a:moveTo>
                      <a:pt x="10856" y="658506"/>
                    </a:moveTo>
                    <a:cubicBezTo>
                      <a:pt x="8443" y="463125"/>
                      <a:pt x="2413" y="278598"/>
                      <a:pt x="0" y="83217"/>
                    </a:cubicBezTo>
                    <a:lnTo>
                      <a:pt x="249661" y="0"/>
                    </a:lnTo>
                    <a:lnTo>
                      <a:pt x="521033" y="68746"/>
                    </a:lnTo>
                    <a:lnTo>
                      <a:pt x="524651" y="662124"/>
                    </a:lnTo>
                    <a:lnTo>
                      <a:pt x="10856" y="658506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noAutofit/>
              </a:bodyPr>
              <a:lstStyle/>
              <a:p>
                <a:pPr algn="ctr"/>
                <a:endParaRPr lang="en-US" dirty="0"/>
              </a:p>
            </p:txBody>
          </p:sp>
          <p:sp>
            <p:nvSpPr>
              <p:cNvPr id="383" name="Freeform 382"/>
              <p:cNvSpPr/>
              <p:nvPr/>
            </p:nvSpPr>
            <p:spPr>
              <a:xfrm>
                <a:off x="5203089" y="1921244"/>
                <a:ext cx="651290" cy="492070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51290" h="492070">
                    <a:moveTo>
                      <a:pt x="3618" y="492070"/>
                    </a:moveTo>
                    <a:lnTo>
                      <a:pt x="0" y="141108"/>
                    </a:lnTo>
                    <a:lnTo>
                      <a:pt x="423338" y="0"/>
                    </a:lnTo>
                    <a:lnTo>
                      <a:pt x="647672" y="57891"/>
                    </a:lnTo>
                    <a:lnTo>
                      <a:pt x="651290" y="492070"/>
                    </a:lnTo>
                    <a:lnTo>
                      <a:pt x="3618" y="492070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3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noAutofit/>
              </a:bodyPr>
              <a:lstStyle/>
              <a:p>
                <a:pPr algn="ctr"/>
                <a:endParaRPr lang="en-US" dirty="0"/>
              </a:p>
            </p:txBody>
          </p:sp>
          <p:cxnSp>
            <p:nvCxnSpPr>
              <p:cNvPr id="384" name="Straight Connector 383"/>
              <p:cNvCxnSpPr/>
              <p:nvPr/>
            </p:nvCxnSpPr>
            <p:spPr>
              <a:xfrm flipV="1">
                <a:off x="5270526" y="2029553"/>
                <a:ext cx="295249" cy="73468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5" name="Straight Connector 384"/>
              <p:cNvCxnSpPr/>
              <p:nvPr/>
            </p:nvCxnSpPr>
            <p:spPr>
              <a:xfrm flipV="1">
                <a:off x="5275406" y="2261710"/>
                <a:ext cx="290369" cy="1675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6" name="Straight Connector 385"/>
              <p:cNvCxnSpPr/>
              <p:nvPr/>
            </p:nvCxnSpPr>
            <p:spPr>
              <a:xfrm flipV="1">
                <a:off x="5275406" y="2151772"/>
                <a:ext cx="290369" cy="4840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7" name="Straight Connector 386"/>
              <p:cNvCxnSpPr/>
              <p:nvPr/>
            </p:nvCxnSpPr>
            <p:spPr>
              <a:xfrm>
                <a:off x="5270094" y="2354086"/>
                <a:ext cx="295681" cy="0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8" name="Straight Connector 387"/>
              <p:cNvCxnSpPr/>
              <p:nvPr/>
            </p:nvCxnSpPr>
            <p:spPr>
              <a:xfrm flipV="1">
                <a:off x="5950242" y="1866900"/>
                <a:ext cx="0" cy="465273"/>
              </a:xfrm>
              <a:prstGeom prst="line">
                <a:avLst/>
              </a:prstGeom>
              <a:ln w="44450">
                <a:solidFill>
                  <a:schemeClr val="bg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9" name="Straight Connector 388"/>
              <p:cNvCxnSpPr/>
              <p:nvPr/>
            </p:nvCxnSpPr>
            <p:spPr>
              <a:xfrm>
                <a:off x="5628589" y="1936750"/>
                <a:ext cx="0" cy="476854"/>
              </a:xfrm>
              <a:prstGeom prst="line">
                <a:avLst/>
              </a:prstGeom>
              <a:ln w="15875">
                <a:solidFill>
                  <a:srgbClr val="0000A8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91" name="Group 390"/>
            <p:cNvGrpSpPr/>
            <p:nvPr/>
          </p:nvGrpSpPr>
          <p:grpSpPr>
            <a:xfrm>
              <a:off x="10834382" y="3164075"/>
              <a:ext cx="594613" cy="648336"/>
              <a:chOff x="5203089" y="1751190"/>
              <a:chExt cx="858331" cy="662414"/>
            </a:xfrm>
          </p:grpSpPr>
          <p:sp>
            <p:nvSpPr>
              <p:cNvPr id="399" name="Freeform 398"/>
              <p:cNvSpPr/>
              <p:nvPr/>
            </p:nvSpPr>
            <p:spPr>
              <a:xfrm>
                <a:off x="5536769" y="1751190"/>
                <a:ext cx="524651" cy="662124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  <a:gd name="connsiteX0-1" fmla="*/ 3618 w 651290"/>
                  <a:gd name="connsiteY0-2" fmla="*/ 593378 h 593378"/>
                  <a:gd name="connsiteX1-3" fmla="*/ 0 w 651290"/>
                  <a:gd name="connsiteY1-4" fmla="*/ 242416 h 593378"/>
                  <a:gd name="connsiteX2-5" fmla="*/ 423338 w 651290"/>
                  <a:gd name="connsiteY2-6" fmla="*/ 101308 h 593378"/>
                  <a:gd name="connsiteX3-7" fmla="*/ 647672 w 651290"/>
                  <a:gd name="connsiteY3-8" fmla="*/ 0 h 593378"/>
                  <a:gd name="connsiteX4-9" fmla="*/ 651290 w 651290"/>
                  <a:gd name="connsiteY4-10" fmla="*/ 593378 h 593378"/>
                  <a:gd name="connsiteX5-11" fmla="*/ 3618 w 651290"/>
                  <a:gd name="connsiteY5-12" fmla="*/ 593378 h 593378"/>
                  <a:gd name="connsiteX0-13" fmla="*/ 3618 w 651290"/>
                  <a:gd name="connsiteY0-14" fmla="*/ 662124 h 662124"/>
                  <a:gd name="connsiteX1-15" fmla="*/ 0 w 651290"/>
                  <a:gd name="connsiteY1-16" fmla="*/ 311162 h 662124"/>
                  <a:gd name="connsiteX2-17" fmla="*/ 376300 w 651290"/>
                  <a:gd name="connsiteY2-18" fmla="*/ 0 h 662124"/>
                  <a:gd name="connsiteX3-19" fmla="*/ 647672 w 651290"/>
                  <a:gd name="connsiteY3-20" fmla="*/ 68746 h 662124"/>
                  <a:gd name="connsiteX4-21" fmla="*/ 651290 w 651290"/>
                  <a:gd name="connsiteY4-22" fmla="*/ 662124 h 662124"/>
                  <a:gd name="connsiteX5-23" fmla="*/ 3618 w 651290"/>
                  <a:gd name="connsiteY5-24" fmla="*/ 662124 h 662124"/>
                  <a:gd name="connsiteX0-25" fmla="*/ 0 w 647672"/>
                  <a:gd name="connsiteY0-26" fmla="*/ 662124 h 662124"/>
                  <a:gd name="connsiteX1-27" fmla="*/ 123021 w 647672"/>
                  <a:gd name="connsiteY1-28" fmla="*/ 83217 h 662124"/>
                  <a:gd name="connsiteX2-29" fmla="*/ 372682 w 647672"/>
                  <a:gd name="connsiteY2-30" fmla="*/ 0 h 662124"/>
                  <a:gd name="connsiteX3-31" fmla="*/ 644054 w 647672"/>
                  <a:gd name="connsiteY3-32" fmla="*/ 68746 h 662124"/>
                  <a:gd name="connsiteX4-33" fmla="*/ 647672 w 647672"/>
                  <a:gd name="connsiteY4-34" fmla="*/ 662124 h 662124"/>
                  <a:gd name="connsiteX5-35" fmla="*/ 0 w 647672"/>
                  <a:gd name="connsiteY5-36" fmla="*/ 662124 h 662124"/>
                  <a:gd name="connsiteX0-37" fmla="*/ 7238 w 524651"/>
                  <a:gd name="connsiteY0-38" fmla="*/ 669360 h 669360"/>
                  <a:gd name="connsiteX1-39" fmla="*/ 0 w 524651"/>
                  <a:gd name="connsiteY1-40" fmla="*/ 83217 h 669360"/>
                  <a:gd name="connsiteX2-41" fmla="*/ 249661 w 524651"/>
                  <a:gd name="connsiteY2-42" fmla="*/ 0 h 669360"/>
                  <a:gd name="connsiteX3-43" fmla="*/ 521033 w 524651"/>
                  <a:gd name="connsiteY3-44" fmla="*/ 68746 h 669360"/>
                  <a:gd name="connsiteX4-45" fmla="*/ 524651 w 524651"/>
                  <a:gd name="connsiteY4-46" fmla="*/ 662124 h 669360"/>
                  <a:gd name="connsiteX5-47" fmla="*/ 7238 w 524651"/>
                  <a:gd name="connsiteY5-48" fmla="*/ 669360 h 669360"/>
                  <a:gd name="connsiteX0-49" fmla="*/ 438 w 528706"/>
                  <a:gd name="connsiteY0-50" fmla="*/ 665742 h 665742"/>
                  <a:gd name="connsiteX1-51" fmla="*/ 4055 w 528706"/>
                  <a:gd name="connsiteY1-52" fmla="*/ 83217 h 665742"/>
                  <a:gd name="connsiteX2-53" fmla="*/ 253716 w 528706"/>
                  <a:gd name="connsiteY2-54" fmla="*/ 0 h 665742"/>
                  <a:gd name="connsiteX3-55" fmla="*/ 525088 w 528706"/>
                  <a:gd name="connsiteY3-56" fmla="*/ 68746 h 665742"/>
                  <a:gd name="connsiteX4-57" fmla="*/ 528706 w 528706"/>
                  <a:gd name="connsiteY4-58" fmla="*/ 662124 h 665742"/>
                  <a:gd name="connsiteX5-59" fmla="*/ 438 w 528706"/>
                  <a:gd name="connsiteY5-60" fmla="*/ 665742 h 665742"/>
                  <a:gd name="connsiteX0-61" fmla="*/ 155 w 546514"/>
                  <a:gd name="connsiteY0-62" fmla="*/ 662124 h 662124"/>
                  <a:gd name="connsiteX1-63" fmla="*/ 21863 w 546514"/>
                  <a:gd name="connsiteY1-64" fmla="*/ 83217 h 662124"/>
                  <a:gd name="connsiteX2-65" fmla="*/ 271524 w 546514"/>
                  <a:gd name="connsiteY2-66" fmla="*/ 0 h 662124"/>
                  <a:gd name="connsiteX3-67" fmla="*/ 542896 w 546514"/>
                  <a:gd name="connsiteY3-68" fmla="*/ 68746 h 662124"/>
                  <a:gd name="connsiteX4-69" fmla="*/ 546514 w 546514"/>
                  <a:gd name="connsiteY4-70" fmla="*/ 662124 h 662124"/>
                  <a:gd name="connsiteX5-71" fmla="*/ 155 w 546514"/>
                  <a:gd name="connsiteY5-72" fmla="*/ 662124 h 662124"/>
                  <a:gd name="connsiteX0-73" fmla="*/ 10856 w 524651"/>
                  <a:gd name="connsiteY0-74" fmla="*/ 658506 h 662124"/>
                  <a:gd name="connsiteX1-75" fmla="*/ 0 w 524651"/>
                  <a:gd name="connsiteY1-76" fmla="*/ 83217 h 662124"/>
                  <a:gd name="connsiteX2-77" fmla="*/ 249661 w 524651"/>
                  <a:gd name="connsiteY2-78" fmla="*/ 0 h 662124"/>
                  <a:gd name="connsiteX3-79" fmla="*/ 521033 w 524651"/>
                  <a:gd name="connsiteY3-80" fmla="*/ 68746 h 662124"/>
                  <a:gd name="connsiteX4-81" fmla="*/ 524651 w 524651"/>
                  <a:gd name="connsiteY4-82" fmla="*/ 662124 h 662124"/>
                  <a:gd name="connsiteX5-83" fmla="*/ 10856 w 524651"/>
                  <a:gd name="connsiteY5-84" fmla="*/ 658506 h 662124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</a:cxnLst>
                <a:rect l="l" t="t" r="r" b="b"/>
                <a:pathLst>
                  <a:path w="524651" h="662124">
                    <a:moveTo>
                      <a:pt x="10856" y="658506"/>
                    </a:moveTo>
                    <a:cubicBezTo>
                      <a:pt x="8443" y="463125"/>
                      <a:pt x="2413" y="278598"/>
                      <a:pt x="0" y="83217"/>
                    </a:cubicBezTo>
                    <a:lnTo>
                      <a:pt x="249661" y="0"/>
                    </a:lnTo>
                    <a:lnTo>
                      <a:pt x="521033" y="68746"/>
                    </a:lnTo>
                    <a:lnTo>
                      <a:pt x="524651" y="662124"/>
                    </a:lnTo>
                    <a:lnTo>
                      <a:pt x="10856" y="658506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noAutofit/>
              </a:bodyPr>
              <a:lstStyle/>
              <a:p>
                <a:pPr algn="ctr"/>
                <a:endParaRPr lang="en-US" dirty="0"/>
              </a:p>
            </p:txBody>
          </p:sp>
          <p:sp>
            <p:nvSpPr>
              <p:cNvPr id="400" name="Freeform 399"/>
              <p:cNvSpPr/>
              <p:nvPr/>
            </p:nvSpPr>
            <p:spPr>
              <a:xfrm>
                <a:off x="5203089" y="1921244"/>
                <a:ext cx="651290" cy="492070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51290" h="492070">
                    <a:moveTo>
                      <a:pt x="3618" y="492070"/>
                    </a:moveTo>
                    <a:lnTo>
                      <a:pt x="0" y="141108"/>
                    </a:lnTo>
                    <a:lnTo>
                      <a:pt x="423338" y="0"/>
                    </a:lnTo>
                    <a:lnTo>
                      <a:pt x="647672" y="57891"/>
                    </a:lnTo>
                    <a:lnTo>
                      <a:pt x="651290" y="492070"/>
                    </a:lnTo>
                    <a:lnTo>
                      <a:pt x="3618" y="492070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3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noAutofit/>
              </a:bodyPr>
              <a:lstStyle/>
              <a:p>
                <a:pPr algn="ctr"/>
                <a:endParaRPr lang="en-US" dirty="0"/>
              </a:p>
            </p:txBody>
          </p:sp>
          <p:cxnSp>
            <p:nvCxnSpPr>
              <p:cNvPr id="401" name="Straight Connector 400"/>
              <p:cNvCxnSpPr/>
              <p:nvPr/>
            </p:nvCxnSpPr>
            <p:spPr>
              <a:xfrm flipV="1">
                <a:off x="5270526" y="2029553"/>
                <a:ext cx="295249" cy="73468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2" name="Straight Connector 401"/>
              <p:cNvCxnSpPr/>
              <p:nvPr/>
            </p:nvCxnSpPr>
            <p:spPr>
              <a:xfrm flipV="1">
                <a:off x="5275406" y="2261710"/>
                <a:ext cx="290369" cy="1675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3" name="Straight Connector 402"/>
              <p:cNvCxnSpPr/>
              <p:nvPr/>
            </p:nvCxnSpPr>
            <p:spPr>
              <a:xfrm flipV="1">
                <a:off x="5275406" y="2151772"/>
                <a:ext cx="290369" cy="4840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4" name="Straight Connector 403"/>
              <p:cNvCxnSpPr/>
              <p:nvPr/>
            </p:nvCxnSpPr>
            <p:spPr>
              <a:xfrm>
                <a:off x="5270094" y="2354086"/>
                <a:ext cx="295681" cy="0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5" name="Straight Connector 404"/>
              <p:cNvCxnSpPr/>
              <p:nvPr/>
            </p:nvCxnSpPr>
            <p:spPr>
              <a:xfrm flipV="1">
                <a:off x="5950242" y="1866900"/>
                <a:ext cx="0" cy="465273"/>
              </a:xfrm>
              <a:prstGeom prst="line">
                <a:avLst/>
              </a:prstGeom>
              <a:ln w="44450">
                <a:solidFill>
                  <a:schemeClr val="bg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6" name="Straight Connector 405"/>
              <p:cNvCxnSpPr/>
              <p:nvPr/>
            </p:nvCxnSpPr>
            <p:spPr>
              <a:xfrm>
                <a:off x="5628589" y="1936750"/>
                <a:ext cx="0" cy="476854"/>
              </a:xfrm>
              <a:prstGeom prst="line">
                <a:avLst/>
              </a:prstGeom>
              <a:ln w="15875">
                <a:solidFill>
                  <a:srgbClr val="0000A8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562" name="Freeform 561"/>
            <p:cNvSpPr/>
            <p:nvPr/>
          </p:nvSpPr>
          <p:spPr>
            <a:xfrm>
              <a:off x="9604024" y="1751946"/>
              <a:ext cx="1497864" cy="1386455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-1" fmla="*/ 434989 w 1537226"/>
                <a:gd name="connsiteY0-2" fmla="*/ 253346 h 1763594"/>
                <a:gd name="connsiteX1-3" fmla="*/ 488 w 1537226"/>
                <a:gd name="connsiteY1-4" fmla="*/ 921706 h 1763594"/>
                <a:gd name="connsiteX2-5" fmla="*/ 368142 w 1537226"/>
                <a:gd name="connsiteY2-6" fmla="*/ 1489812 h 1763594"/>
                <a:gd name="connsiteX3-7" fmla="*/ 1187008 w 1537226"/>
                <a:gd name="connsiteY3-8" fmla="*/ 1757156 h 1763594"/>
                <a:gd name="connsiteX4-9" fmla="*/ 1521239 w 1537226"/>
                <a:gd name="connsiteY4-10" fmla="*/ 1239177 h 1763594"/>
                <a:gd name="connsiteX5-11" fmla="*/ 1468998 w 1537226"/>
                <a:gd name="connsiteY5-12" fmla="*/ 654362 h 1763594"/>
                <a:gd name="connsiteX6-13" fmla="*/ 1337412 w 1537226"/>
                <a:gd name="connsiteY6-14" fmla="*/ 136383 h 1763594"/>
                <a:gd name="connsiteX7-15" fmla="*/ 1086739 w 1537226"/>
                <a:gd name="connsiteY7-16" fmla="*/ 2711 h 1763594"/>
                <a:gd name="connsiteX8-17" fmla="*/ 434989 w 1537226"/>
                <a:gd name="connsiteY8-18" fmla="*/ 253346 h 1763594"/>
                <a:gd name="connsiteX0-19" fmla="*/ 434989 w 1537226"/>
                <a:gd name="connsiteY0-20" fmla="*/ 253346 h 1763594"/>
                <a:gd name="connsiteX1-21" fmla="*/ 488 w 1537226"/>
                <a:gd name="connsiteY1-22" fmla="*/ 921706 h 1763594"/>
                <a:gd name="connsiteX2-23" fmla="*/ 368142 w 1537226"/>
                <a:gd name="connsiteY2-24" fmla="*/ 1489812 h 1763594"/>
                <a:gd name="connsiteX3-25" fmla="*/ 1187008 w 1537226"/>
                <a:gd name="connsiteY3-26" fmla="*/ 1757156 h 1763594"/>
                <a:gd name="connsiteX4-27" fmla="*/ 1521239 w 1537226"/>
                <a:gd name="connsiteY4-28" fmla="*/ 1239177 h 1763594"/>
                <a:gd name="connsiteX5-29" fmla="*/ 1468998 w 1537226"/>
                <a:gd name="connsiteY5-30" fmla="*/ 654362 h 1763594"/>
                <a:gd name="connsiteX6-31" fmla="*/ 1337412 w 1537226"/>
                <a:gd name="connsiteY6-32" fmla="*/ 136383 h 1763594"/>
                <a:gd name="connsiteX7-33" fmla="*/ 839572 w 1537226"/>
                <a:gd name="connsiteY7-34" fmla="*/ 2711 h 1763594"/>
                <a:gd name="connsiteX8-35" fmla="*/ 434989 w 1537226"/>
                <a:gd name="connsiteY8-36" fmla="*/ 253346 h 1763594"/>
                <a:gd name="connsiteX0-37" fmla="*/ 360357 w 1536743"/>
                <a:gd name="connsiteY0-38" fmla="*/ 534641 h 1782088"/>
                <a:gd name="connsiteX1-39" fmla="*/ 5 w 1536743"/>
                <a:gd name="connsiteY1-40" fmla="*/ 940200 h 1782088"/>
                <a:gd name="connsiteX2-41" fmla="*/ 367659 w 1536743"/>
                <a:gd name="connsiteY2-42" fmla="*/ 1508306 h 1782088"/>
                <a:gd name="connsiteX3-43" fmla="*/ 1186525 w 1536743"/>
                <a:gd name="connsiteY3-44" fmla="*/ 1775650 h 1782088"/>
                <a:gd name="connsiteX4-45" fmla="*/ 1520756 w 1536743"/>
                <a:gd name="connsiteY4-46" fmla="*/ 1257671 h 1782088"/>
                <a:gd name="connsiteX5-47" fmla="*/ 1468515 w 1536743"/>
                <a:gd name="connsiteY5-48" fmla="*/ 672856 h 1782088"/>
                <a:gd name="connsiteX6-49" fmla="*/ 1336929 w 1536743"/>
                <a:gd name="connsiteY6-50" fmla="*/ 154877 h 1782088"/>
                <a:gd name="connsiteX7-51" fmla="*/ 839089 w 1536743"/>
                <a:gd name="connsiteY7-52" fmla="*/ 21205 h 1782088"/>
                <a:gd name="connsiteX8-53" fmla="*/ 360357 w 1536743"/>
                <a:gd name="connsiteY8-54" fmla="*/ 534641 h 1782088"/>
                <a:gd name="connsiteX0-55" fmla="*/ 360355 w 1536741"/>
                <a:gd name="connsiteY0-56" fmla="*/ 534641 h 1782088"/>
                <a:gd name="connsiteX1-57" fmla="*/ 3 w 1536741"/>
                <a:gd name="connsiteY1-58" fmla="*/ 940200 h 1782088"/>
                <a:gd name="connsiteX2-59" fmla="*/ 367657 w 1536741"/>
                <a:gd name="connsiteY2-60" fmla="*/ 1508306 h 1782088"/>
                <a:gd name="connsiteX3-61" fmla="*/ 1186523 w 1536741"/>
                <a:gd name="connsiteY3-62" fmla="*/ 1775650 h 1782088"/>
                <a:gd name="connsiteX4-63" fmla="*/ 1520754 w 1536741"/>
                <a:gd name="connsiteY4-64" fmla="*/ 1257671 h 1782088"/>
                <a:gd name="connsiteX5-65" fmla="*/ 1468513 w 1536741"/>
                <a:gd name="connsiteY5-66" fmla="*/ 672856 h 1782088"/>
                <a:gd name="connsiteX6-67" fmla="*/ 1336927 w 1536741"/>
                <a:gd name="connsiteY6-68" fmla="*/ 154877 h 1782088"/>
                <a:gd name="connsiteX7-69" fmla="*/ 839087 w 1536741"/>
                <a:gd name="connsiteY7-70" fmla="*/ 21205 h 1782088"/>
                <a:gd name="connsiteX8-71" fmla="*/ 360355 w 1536741"/>
                <a:gd name="connsiteY8-72" fmla="*/ 534641 h 1782088"/>
                <a:gd name="connsiteX0-73" fmla="*/ 360355 w 1494463"/>
                <a:gd name="connsiteY0-74" fmla="*/ 534641 h 1775651"/>
                <a:gd name="connsiteX1-75" fmla="*/ 3 w 1494463"/>
                <a:gd name="connsiteY1-76" fmla="*/ 940200 h 1775651"/>
                <a:gd name="connsiteX2-77" fmla="*/ 367657 w 1494463"/>
                <a:gd name="connsiteY2-78" fmla="*/ 1508306 h 1775651"/>
                <a:gd name="connsiteX3-79" fmla="*/ 1186523 w 1494463"/>
                <a:gd name="connsiteY3-80" fmla="*/ 1775650 h 1775651"/>
                <a:gd name="connsiteX4-81" fmla="*/ 1467465 w 1494463"/>
                <a:gd name="connsiteY4-82" fmla="*/ 1510813 h 1775651"/>
                <a:gd name="connsiteX5-83" fmla="*/ 1468513 w 1494463"/>
                <a:gd name="connsiteY5-84" fmla="*/ 672856 h 1775651"/>
                <a:gd name="connsiteX6-85" fmla="*/ 1336927 w 1494463"/>
                <a:gd name="connsiteY6-86" fmla="*/ 154877 h 1775651"/>
                <a:gd name="connsiteX7-87" fmla="*/ 839087 w 1494463"/>
                <a:gd name="connsiteY7-88" fmla="*/ 21205 h 1775651"/>
                <a:gd name="connsiteX8-89" fmla="*/ 360355 w 1494463"/>
                <a:gd name="connsiteY8-90" fmla="*/ 534641 h 1775651"/>
                <a:gd name="connsiteX0-91" fmla="*/ 360355 w 1491064"/>
                <a:gd name="connsiteY0-92" fmla="*/ 552327 h 1793337"/>
                <a:gd name="connsiteX1-93" fmla="*/ 3 w 1491064"/>
                <a:gd name="connsiteY1-94" fmla="*/ 957886 h 1793337"/>
                <a:gd name="connsiteX2-95" fmla="*/ 367657 w 1491064"/>
                <a:gd name="connsiteY2-96" fmla="*/ 1525992 h 1793337"/>
                <a:gd name="connsiteX3-97" fmla="*/ 1186523 w 1491064"/>
                <a:gd name="connsiteY3-98" fmla="*/ 1793336 h 1793337"/>
                <a:gd name="connsiteX4-99" fmla="*/ 1467465 w 1491064"/>
                <a:gd name="connsiteY4-100" fmla="*/ 1528499 h 1793337"/>
                <a:gd name="connsiteX5-101" fmla="*/ 1468513 w 1491064"/>
                <a:gd name="connsiteY5-102" fmla="*/ 690542 h 1793337"/>
                <a:gd name="connsiteX6-103" fmla="*/ 1407977 w 1491064"/>
                <a:gd name="connsiteY6-104" fmla="*/ 109278 h 1793337"/>
                <a:gd name="connsiteX7-105" fmla="*/ 839087 w 1491064"/>
                <a:gd name="connsiteY7-106" fmla="*/ 38891 h 1793337"/>
                <a:gd name="connsiteX8-107" fmla="*/ 360355 w 1491064"/>
                <a:gd name="connsiteY8-108" fmla="*/ 552327 h 1793337"/>
                <a:gd name="connsiteX0-109" fmla="*/ 360355 w 1502818"/>
                <a:gd name="connsiteY0-110" fmla="*/ 552327 h 1612281"/>
                <a:gd name="connsiteX1-111" fmla="*/ 3 w 1502818"/>
                <a:gd name="connsiteY1-112" fmla="*/ 957886 h 1612281"/>
                <a:gd name="connsiteX2-113" fmla="*/ 367657 w 1502818"/>
                <a:gd name="connsiteY2-114" fmla="*/ 1525992 h 1612281"/>
                <a:gd name="connsiteX3-115" fmla="*/ 1026659 w 1502818"/>
                <a:gd name="connsiteY3-116" fmla="*/ 1582385 h 1612281"/>
                <a:gd name="connsiteX4-117" fmla="*/ 1467465 w 1502818"/>
                <a:gd name="connsiteY4-118" fmla="*/ 1528499 h 1612281"/>
                <a:gd name="connsiteX5-119" fmla="*/ 1468513 w 1502818"/>
                <a:gd name="connsiteY5-120" fmla="*/ 690542 h 1612281"/>
                <a:gd name="connsiteX6-121" fmla="*/ 1407977 w 1502818"/>
                <a:gd name="connsiteY6-122" fmla="*/ 109278 h 1612281"/>
                <a:gd name="connsiteX7-123" fmla="*/ 839087 w 1502818"/>
                <a:gd name="connsiteY7-124" fmla="*/ 38891 h 1612281"/>
                <a:gd name="connsiteX8-125" fmla="*/ 360355 w 1502818"/>
                <a:gd name="connsiteY8-126" fmla="*/ 552327 h 1612281"/>
                <a:gd name="connsiteX0-127" fmla="*/ 360384 w 1502847"/>
                <a:gd name="connsiteY0-128" fmla="*/ 552327 h 1803602"/>
                <a:gd name="connsiteX1-129" fmla="*/ 32 w 1502847"/>
                <a:gd name="connsiteY1-130" fmla="*/ 957886 h 1803602"/>
                <a:gd name="connsiteX2-131" fmla="*/ 385448 w 1502847"/>
                <a:gd name="connsiteY2-132" fmla="*/ 1779134 h 1803602"/>
                <a:gd name="connsiteX3-133" fmla="*/ 1026688 w 1502847"/>
                <a:gd name="connsiteY3-134" fmla="*/ 1582385 h 1803602"/>
                <a:gd name="connsiteX4-135" fmla="*/ 1467494 w 1502847"/>
                <a:gd name="connsiteY4-136" fmla="*/ 1528499 h 1803602"/>
                <a:gd name="connsiteX5-137" fmla="*/ 1468542 w 1502847"/>
                <a:gd name="connsiteY5-138" fmla="*/ 690542 h 1803602"/>
                <a:gd name="connsiteX6-139" fmla="*/ 1408006 w 1502847"/>
                <a:gd name="connsiteY6-140" fmla="*/ 109278 h 1803602"/>
                <a:gd name="connsiteX7-141" fmla="*/ 839116 w 1502847"/>
                <a:gd name="connsiteY7-142" fmla="*/ 38891 h 1803602"/>
                <a:gd name="connsiteX8-143" fmla="*/ 360384 w 1502847"/>
                <a:gd name="connsiteY8-144" fmla="*/ 552327 h 1803602"/>
                <a:gd name="connsiteX0-145" fmla="*/ 360384 w 1502847"/>
                <a:gd name="connsiteY0-146" fmla="*/ 552327 h 1826319"/>
                <a:gd name="connsiteX1-147" fmla="*/ 32 w 1502847"/>
                <a:gd name="connsiteY1-148" fmla="*/ 957886 h 1826319"/>
                <a:gd name="connsiteX2-149" fmla="*/ 385448 w 1502847"/>
                <a:gd name="connsiteY2-150" fmla="*/ 1779134 h 1826319"/>
                <a:gd name="connsiteX3-151" fmla="*/ 1026688 w 1502847"/>
                <a:gd name="connsiteY3-152" fmla="*/ 1582385 h 1826319"/>
                <a:gd name="connsiteX4-153" fmla="*/ 1467494 w 1502847"/>
                <a:gd name="connsiteY4-154" fmla="*/ 1528499 h 1826319"/>
                <a:gd name="connsiteX5-155" fmla="*/ 1468542 w 1502847"/>
                <a:gd name="connsiteY5-156" fmla="*/ 690542 h 1826319"/>
                <a:gd name="connsiteX6-157" fmla="*/ 1408006 w 1502847"/>
                <a:gd name="connsiteY6-158" fmla="*/ 109278 h 1826319"/>
                <a:gd name="connsiteX7-159" fmla="*/ 839116 w 1502847"/>
                <a:gd name="connsiteY7-160" fmla="*/ 38891 h 1826319"/>
                <a:gd name="connsiteX8-161" fmla="*/ 360384 w 1502847"/>
                <a:gd name="connsiteY8-162" fmla="*/ 552327 h 1826319"/>
                <a:gd name="connsiteX0-163" fmla="*/ 289852 w 1503366"/>
                <a:gd name="connsiteY0-164" fmla="*/ 461730 h 1820101"/>
                <a:gd name="connsiteX1-165" fmla="*/ 551 w 1503366"/>
                <a:gd name="connsiteY1-166" fmla="*/ 951668 h 1820101"/>
                <a:gd name="connsiteX2-167" fmla="*/ 385967 w 1503366"/>
                <a:gd name="connsiteY2-168" fmla="*/ 1772916 h 1820101"/>
                <a:gd name="connsiteX3-169" fmla="*/ 1027207 w 1503366"/>
                <a:gd name="connsiteY3-170" fmla="*/ 1576167 h 1820101"/>
                <a:gd name="connsiteX4-171" fmla="*/ 1468013 w 1503366"/>
                <a:gd name="connsiteY4-172" fmla="*/ 1522281 h 1820101"/>
                <a:gd name="connsiteX5-173" fmla="*/ 1469061 w 1503366"/>
                <a:gd name="connsiteY5-174" fmla="*/ 684324 h 1820101"/>
                <a:gd name="connsiteX6-175" fmla="*/ 1408525 w 1503366"/>
                <a:gd name="connsiteY6-176" fmla="*/ 103060 h 1820101"/>
                <a:gd name="connsiteX7-177" fmla="*/ 839635 w 1503366"/>
                <a:gd name="connsiteY7-178" fmla="*/ 32673 h 1820101"/>
                <a:gd name="connsiteX8-179" fmla="*/ 289852 w 1503366"/>
                <a:gd name="connsiteY8-180" fmla="*/ 461730 h 1820101"/>
                <a:gd name="connsiteX0-181" fmla="*/ 293376 w 1506890"/>
                <a:gd name="connsiteY0-182" fmla="*/ 461730 h 1820101"/>
                <a:gd name="connsiteX1-183" fmla="*/ 4075 w 1506890"/>
                <a:gd name="connsiteY1-184" fmla="*/ 951668 h 1820101"/>
                <a:gd name="connsiteX2-185" fmla="*/ 389491 w 1506890"/>
                <a:gd name="connsiteY2-186" fmla="*/ 1772916 h 1820101"/>
                <a:gd name="connsiteX3-187" fmla="*/ 1030731 w 1506890"/>
                <a:gd name="connsiteY3-188" fmla="*/ 1576167 h 1820101"/>
                <a:gd name="connsiteX4-189" fmla="*/ 1471537 w 1506890"/>
                <a:gd name="connsiteY4-190" fmla="*/ 1522281 h 1820101"/>
                <a:gd name="connsiteX5-191" fmla="*/ 1472585 w 1506890"/>
                <a:gd name="connsiteY5-192" fmla="*/ 684324 h 1820101"/>
                <a:gd name="connsiteX6-193" fmla="*/ 1412049 w 1506890"/>
                <a:gd name="connsiteY6-194" fmla="*/ 103060 h 1820101"/>
                <a:gd name="connsiteX7-195" fmla="*/ 843159 w 1506890"/>
                <a:gd name="connsiteY7-196" fmla="*/ 32673 h 1820101"/>
                <a:gd name="connsiteX8-197" fmla="*/ 293376 w 1506890"/>
                <a:gd name="connsiteY8-198" fmla="*/ 461730 h 1820101"/>
                <a:gd name="connsiteX0-199" fmla="*/ 203955 w 1545103"/>
                <a:gd name="connsiteY0-200" fmla="*/ 206126 h 1802639"/>
                <a:gd name="connsiteX1-201" fmla="*/ 42288 w 1545103"/>
                <a:gd name="connsiteY1-202" fmla="*/ 934206 h 1802639"/>
                <a:gd name="connsiteX2-203" fmla="*/ 427704 w 1545103"/>
                <a:gd name="connsiteY2-204" fmla="*/ 1755454 h 1802639"/>
                <a:gd name="connsiteX3-205" fmla="*/ 1068944 w 1545103"/>
                <a:gd name="connsiteY3-206" fmla="*/ 1558705 h 1802639"/>
                <a:gd name="connsiteX4-207" fmla="*/ 1509750 w 1545103"/>
                <a:gd name="connsiteY4-208" fmla="*/ 1504819 h 1802639"/>
                <a:gd name="connsiteX5-209" fmla="*/ 1510798 w 1545103"/>
                <a:gd name="connsiteY5-210" fmla="*/ 666862 h 1802639"/>
                <a:gd name="connsiteX6-211" fmla="*/ 1450262 w 1545103"/>
                <a:gd name="connsiteY6-212" fmla="*/ 85598 h 1802639"/>
                <a:gd name="connsiteX7-213" fmla="*/ 881372 w 1545103"/>
                <a:gd name="connsiteY7-214" fmla="*/ 15211 h 1802639"/>
                <a:gd name="connsiteX8-215" fmla="*/ 203955 w 1545103"/>
                <a:gd name="connsiteY8-216" fmla="*/ 206126 h 1802639"/>
                <a:gd name="connsiteX0-217" fmla="*/ 147252 w 1634267"/>
                <a:gd name="connsiteY0-218" fmla="*/ 113266 h 1796376"/>
                <a:gd name="connsiteX1-219" fmla="*/ 131452 w 1634267"/>
                <a:gd name="connsiteY1-220" fmla="*/ 927943 h 1796376"/>
                <a:gd name="connsiteX2-221" fmla="*/ 516868 w 1634267"/>
                <a:gd name="connsiteY2-222" fmla="*/ 1749191 h 1796376"/>
                <a:gd name="connsiteX3-223" fmla="*/ 1158108 w 1634267"/>
                <a:gd name="connsiteY3-224" fmla="*/ 1552442 h 1796376"/>
                <a:gd name="connsiteX4-225" fmla="*/ 1598914 w 1634267"/>
                <a:gd name="connsiteY4-226" fmla="*/ 1498556 h 1796376"/>
                <a:gd name="connsiteX5-227" fmla="*/ 1599962 w 1634267"/>
                <a:gd name="connsiteY5-228" fmla="*/ 660599 h 1796376"/>
                <a:gd name="connsiteX6-229" fmla="*/ 1539426 w 1634267"/>
                <a:gd name="connsiteY6-230" fmla="*/ 79335 h 1796376"/>
                <a:gd name="connsiteX7-231" fmla="*/ 970536 w 1634267"/>
                <a:gd name="connsiteY7-232" fmla="*/ 8948 h 1796376"/>
                <a:gd name="connsiteX8-233" fmla="*/ 147252 w 1634267"/>
                <a:gd name="connsiteY8-234" fmla="*/ 113266 h 179637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  <a:cxn ang="0">
                  <a:pos x="connsiteX7-15" y="connsiteY7-16"/>
                </a:cxn>
                <a:cxn ang="0">
                  <a:pos x="connsiteX8-17" y="connsiteY8-18"/>
                </a:cxn>
              </a:cxnLst>
              <a:rect l="l" t="t" r="r" b="b"/>
              <a:pathLst>
                <a:path w="1634267" h="1796376">
                  <a:moveTo>
                    <a:pt x="147252" y="113266"/>
                  </a:moveTo>
                  <a:cubicBezTo>
                    <a:pt x="-139307" y="245497"/>
                    <a:pt x="69849" y="655289"/>
                    <a:pt x="131452" y="927943"/>
                  </a:cubicBezTo>
                  <a:cubicBezTo>
                    <a:pt x="193055" y="1200597"/>
                    <a:pt x="345759" y="1645108"/>
                    <a:pt x="516868" y="1749191"/>
                  </a:cubicBezTo>
                  <a:cubicBezTo>
                    <a:pt x="687977" y="1853274"/>
                    <a:pt x="1013294" y="1784070"/>
                    <a:pt x="1158108" y="1552442"/>
                  </a:cubicBezTo>
                  <a:cubicBezTo>
                    <a:pt x="1302922" y="1320814"/>
                    <a:pt x="1525272" y="1647197"/>
                    <a:pt x="1598914" y="1498556"/>
                  </a:cubicBezTo>
                  <a:cubicBezTo>
                    <a:pt x="1672556" y="1349916"/>
                    <a:pt x="1609877" y="897136"/>
                    <a:pt x="1599962" y="660599"/>
                  </a:cubicBezTo>
                  <a:cubicBezTo>
                    <a:pt x="1590047" y="424062"/>
                    <a:pt x="1578419" y="187943"/>
                    <a:pt x="1539426" y="79335"/>
                  </a:cubicBezTo>
                  <a:cubicBezTo>
                    <a:pt x="1500433" y="-29273"/>
                    <a:pt x="1202565" y="3293"/>
                    <a:pt x="970536" y="8948"/>
                  </a:cubicBezTo>
                  <a:cubicBezTo>
                    <a:pt x="738507" y="14603"/>
                    <a:pt x="433811" y="-18965"/>
                    <a:pt x="147252" y="113266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9CDFF9"/>
                </a:gs>
                <a:gs pos="100000">
                  <a:schemeClr val="bg1"/>
                </a:gs>
                <a:gs pos="57000">
                  <a:schemeClr val="accent5">
                    <a:lumMod val="20000"/>
                    <a:lumOff val="80000"/>
                  </a:schemeClr>
                </a:gs>
              </a:gsLst>
              <a:lin ang="0" scaled="1"/>
              <a:tileRect/>
            </a:gra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573" name="TextBox 572"/>
            <p:cNvSpPr txBox="1"/>
            <p:nvPr/>
          </p:nvSpPr>
          <p:spPr>
            <a:xfrm>
              <a:off x="9490412" y="1821099"/>
              <a:ext cx="1725088" cy="2862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sz="1400" dirty="0"/>
                <a:t>全国或全球 ISP</a:t>
              </a:r>
              <a:endParaRPr lang="en-US" sz="1400" dirty="0"/>
            </a:p>
          </p:txBody>
        </p:sp>
        <p:sp>
          <p:nvSpPr>
            <p:cNvPr id="655" name="Rectangle 654"/>
            <p:cNvSpPr/>
            <p:nvPr/>
          </p:nvSpPr>
          <p:spPr>
            <a:xfrm>
              <a:off x="9342279" y="3647812"/>
              <a:ext cx="305749" cy="197847"/>
            </a:xfrm>
            <a:prstGeom prst="rect">
              <a:avLst/>
            </a:prstGeom>
            <a:solidFill>
              <a:srgbClr val="9CDFF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53" name="TextBox 652"/>
            <p:cNvSpPr txBox="1"/>
            <p:nvPr/>
          </p:nvSpPr>
          <p:spPr>
            <a:xfrm>
              <a:off x="8829373" y="3417823"/>
              <a:ext cx="1040639" cy="4801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sz="1400" dirty="0"/>
                <a:t>本地或区域 ISP</a:t>
              </a:r>
              <a:endParaRPr lang="en-US" sz="1400" dirty="0"/>
            </a:p>
          </p:txBody>
        </p:sp>
        <p:sp>
          <p:nvSpPr>
            <p:cNvPr id="657" name="TextBox 656"/>
            <p:cNvSpPr txBox="1"/>
            <p:nvPr/>
          </p:nvSpPr>
          <p:spPr>
            <a:xfrm>
              <a:off x="10980978" y="4647841"/>
              <a:ext cx="813043" cy="3831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sz="1050" dirty="0"/>
                <a:t>数据中心 </a:t>
              </a:r>
              <a:endParaRPr lang="en-US" sz="1050" dirty="0"/>
            </a:p>
            <a:p>
              <a:pPr>
                <a:lnSpc>
                  <a:spcPct val="90000"/>
                </a:lnSpc>
              </a:pPr>
              <a:r>
                <a:rPr lang="en-US" sz="1050" dirty="0"/>
                <a:t>网络</a:t>
              </a:r>
              <a:endParaRPr lang="en-US" sz="1050" dirty="0"/>
            </a:p>
          </p:txBody>
        </p:sp>
        <p:sp>
          <p:nvSpPr>
            <p:cNvPr id="658" name="TextBox 657"/>
            <p:cNvSpPr txBox="1"/>
            <p:nvPr/>
          </p:nvSpPr>
          <p:spPr>
            <a:xfrm>
              <a:off x="10126229" y="4198152"/>
              <a:ext cx="843051" cy="6740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sz="1400" dirty="0"/>
                <a:t>内容 </a:t>
              </a:r>
              <a:endParaRPr lang="en-US" sz="1400" dirty="0"/>
            </a:p>
            <a:p>
              <a:pPr>
                <a:lnSpc>
                  <a:spcPct val="90000"/>
                </a:lnSpc>
              </a:pPr>
              <a:r>
                <a:rPr lang="en-US" sz="1400" dirty="0"/>
                <a:t>提供商 </a:t>
              </a:r>
              <a:endParaRPr lang="en-US" sz="1400" dirty="0"/>
            </a:p>
            <a:p>
              <a:pPr>
                <a:lnSpc>
                  <a:spcPct val="90000"/>
                </a:lnSpc>
              </a:pPr>
              <a:r>
                <a:rPr lang="en-US" sz="1400" dirty="0"/>
                <a:t>网络</a:t>
              </a:r>
              <a:endParaRPr lang="en-US" sz="1000" dirty="0"/>
            </a:p>
          </p:txBody>
        </p:sp>
      </p:grpSp>
      <p:grpSp>
        <p:nvGrpSpPr>
          <p:cNvPr id="1030" name="Group 1029"/>
          <p:cNvGrpSpPr/>
          <p:nvPr/>
        </p:nvGrpSpPr>
        <p:grpSpPr>
          <a:xfrm>
            <a:off x="1297913" y="3134990"/>
            <a:ext cx="5623201" cy="1305077"/>
            <a:chOff x="1297913" y="3209940"/>
            <a:chExt cx="5623201" cy="1305077"/>
          </a:xfrm>
        </p:grpSpPr>
        <p:sp>
          <p:nvSpPr>
            <p:cNvPr id="666" name="Content Placeholder 2"/>
            <p:cNvSpPr txBox="1"/>
            <p:nvPr/>
          </p:nvSpPr>
          <p:spPr>
            <a:xfrm>
              <a:off x="3142962" y="3209940"/>
              <a:ext cx="3778152" cy="1305077"/>
            </a:xfrm>
            <a:prstGeom prst="rect">
              <a:avLst/>
            </a:prstGeom>
          </p:spPr>
          <p:txBody>
            <a:bodyPr>
              <a:normAutofit/>
            </a:bodyPr>
            <a:lstStyle>
              <a:lvl1pPr marL="347345" indent="-347345" algn="l" defTabSz="914400" rtl="0" eaLnBrk="1" latinLnBrk="0" hangingPunct="1">
                <a:lnSpc>
                  <a:spcPct val="90000"/>
                </a:lnSpc>
                <a:spcBef>
                  <a:spcPts val="670"/>
                </a:spcBef>
                <a:buClr>
                  <a:srgbClr val="002E8A"/>
                </a:buClr>
                <a:buSzPct val="100000"/>
                <a:buFont typeface="Wingdings" panose="05000000000000000000" pitchFamily="2" charset="2"/>
                <a:buChar char="§"/>
                <a:defRPr sz="2800" kern="1200">
                  <a:solidFill>
                    <a:schemeClr val="tx1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1pPr>
              <a:lvl2pPr marL="740410" indent="-283210" algn="l" defTabSz="914400" rtl="0" eaLnBrk="1" latinLnBrk="0" hangingPunct="1">
                <a:lnSpc>
                  <a:spcPct val="90000"/>
                </a:lnSpc>
                <a:spcBef>
                  <a:spcPts val="530"/>
                </a:spcBef>
                <a:buClr>
                  <a:srgbClr val="C00000"/>
                </a:buClr>
                <a:buSzPct val="100000"/>
                <a:buFont typeface="Wingdings" panose="05000000000000000000" pitchFamily="2" charset="2"/>
                <a:buChar char="§"/>
                <a:defRPr sz="2400" kern="1200">
                  <a:solidFill>
                    <a:srgbClr val="0070C0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chemeClr val="accent2">
                    <a:lumMod val="75000"/>
                  </a:schemeClr>
                </a:buClr>
                <a:buSzPct val="100000"/>
                <a:buFont typeface="Wingdings" panose="05000000000000000000" pitchFamily="2" charset="2"/>
                <a:buChar char="§"/>
                <a:defRPr sz="2200" kern="1200">
                  <a:solidFill>
                    <a:schemeClr val="accent2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70C0"/>
                </a:buClr>
                <a:buSzPct val="100000"/>
                <a:buFont typeface="Wingdings" panose="05000000000000000000" pitchFamily="2" charset="2"/>
                <a:buChar char="§"/>
                <a:defRPr sz="2000" kern="1200">
                  <a:solidFill>
                    <a:srgbClr val="7030A0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A27242"/>
                </a:buClr>
                <a:buSzPct val="100000"/>
                <a:buFont typeface="Wingdings" panose="05000000000000000000" pitchFamily="2" charset="2"/>
                <a:buChar char="§"/>
                <a:defRPr sz="1800" kern="1200">
                  <a:solidFill>
                    <a:schemeClr val="accent6">
                      <a:lumMod val="50000"/>
                    </a:schemeClr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600" kern="1200" baseline="0">
                  <a:solidFill>
                    <a:schemeClr val="accent4">
                      <a:lumMod val="50000"/>
                    </a:schemeClr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6985" indent="0">
                <a:buNone/>
              </a:pPr>
              <a:r>
                <a:rPr lang="en-US" altLang="en-US" sz="2400" i="1" dirty="0">
                  <a:solidFill>
                    <a:srgbClr val="C00000"/>
                  </a:solidFill>
                  <a:latin typeface="+mn-lt"/>
                </a:rPr>
                <a:t>分组交换设备：转发分组（数据块）</a:t>
              </a:r>
              <a:r>
                <a:rPr lang="en-US" altLang="en-US" sz="2400" dirty="0">
                  <a:latin typeface="+mn-lt"/>
                </a:rPr>
                <a:t/>
              </a:r>
              <a:endParaRPr lang="en-US" altLang="en-US" sz="2400" dirty="0">
                <a:latin typeface="+mn-lt"/>
              </a:endParaRPr>
            </a:p>
            <a:p>
              <a:pPr marL="346075" lvl="1" indent="-231775">
                <a:buClr>
                  <a:srgbClr val="0000A8"/>
                </a:buClr>
              </a:pPr>
              <a:r>
                <a:rPr lang="en-US" altLang="en-US" sz="2000" i="1" dirty="0">
                  <a:solidFill>
                    <a:schemeClr val="tx1"/>
                  </a:solidFill>
                  <a:latin typeface="+mn-lt"/>
                </a:rPr>
                <a:t>路由器、交换机</a:t>
              </a:r>
              <a:r>
                <a:rPr lang="en-US" altLang="en-US" sz="2000" dirty="0">
                  <a:solidFill>
                    <a:schemeClr val="tx1"/>
                  </a:solidFill>
                  <a:latin typeface="+mn-lt"/>
                </a:rPr>
                <a:t/>
              </a:r>
              <a:r>
                <a:rPr lang="en-US" altLang="en-US" sz="2000" i="1" dirty="0">
                  <a:solidFill>
                    <a:schemeClr val="tx1"/>
                  </a:solidFill>
                  <a:latin typeface="+mn-lt"/>
                </a:rPr>
                <a:t/>
              </a:r>
              <a:endParaRPr lang="en-US" dirty="0">
                <a:solidFill>
                  <a:schemeClr val="tx1"/>
                </a:solidFill>
                <a:latin typeface="+mn-lt"/>
              </a:endParaRPr>
            </a:p>
          </p:txBody>
        </p:sp>
        <p:grpSp>
          <p:nvGrpSpPr>
            <p:cNvPr id="1029" name="Group 1028"/>
            <p:cNvGrpSpPr/>
            <p:nvPr/>
          </p:nvGrpSpPr>
          <p:grpSpPr>
            <a:xfrm>
              <a:off x="1297913" y="3389820"/>
              <a:ext cx="1370315" cy="390629"/>
              <a:chOff x="1220207" y="3379800"/>
              <a:chExt cx="1448022" cy="400649"/>
            </a:xfrm>
          </p:grpSpPr>
          <p:grpSp>
            <p:nvGrpSpPr>
              <p:cNvPr id="745" name="Group 744"/>
              <p:cNvGrpSpPr/>
              <p:nvPr/>
            </p:nvGrpSpPr>
            <p:grpSpPr>
              <a:xfrm>
                <a:off x="1220207" y="3403733"/>
                <a:ext cx="608897" cy="339238"/>
                <a:chOff x="7493876" y="2774731"/>
                <a:chExt cx="1481958" cy="894622"/>
              </a:xfrm>
            </p:grpSpPr>
            <p:sp>
              <p:nvSpPr>
                <p:cNvPr id="746" name="Freeform 745"/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-1" fmla="*/ 8187558 w 8187558"/>
                    <a:gd name="connsiteY0-2" fmla="*/ 0 h 2617076"/>
                    <a:gd name="connsiteX1-3" fmla="*/ 8187558 w 8187558"/>
                    <a:gd name="connsiteY1-4" fmla="*/ 1271752 h 2617076"/>
                    <a:gd name="connsiteX2-5" fmla="*/ 4025462 w 8187558"/>
                    <a:gd name="connsiteY2-6" fmla="*/ 2617076 h 2617076"/>
                    <a:gd name="connsiteX3-7" fmla="*/ 0 w 8187558"/>
                    <a:gd name="connsiteY3-8" fmla="*/ 1229711 h 2617076"/>
                    <a:gd name="connsiteX4-9" fmla="*/ 31531 w 8187558"/>
                    <a:gd name="connsiteY4-10" fmla="*/ 147145 h 2617076"/>
                    <a:gd name="connsiteX5-11" fmla="*/ 4046482 w 8187558"/>
                    <a:gd name="connsiteY5-12" fmla="*/ 1576552 h 2617076"/>
                    <a:gd name="connsiteX6-13" fmla="*/ 8187558 w 8187558"/>
                    <a:gd name="connsiteY6-14" fmla="*/ 0 h 2617076"/>
                    <a:gd name="connsiteX0-15" fmla="*/ 8187558 w 8187558"/>
                    <a:gd name="connsiteY0-16" fmla="*/ 0 h 2617076"/>
                    <a:gd name="connsiteX1-17" fmla="*/ 8187558 w 8187558"/>
                    <a:gd name="connsiteY1-18" fmla="*/ 1271752 h 2617076"/>
                    <a:gd name="connsiteX2-19" fmla="*/ 4025462 w 8187558"/>
                    <a:gd name="connsiteY2-20" fmla="*/ 2617076 h 2617076"/>
                    <a:gd name="connsiteX3-21" fmla="*/ 0 w 8187558"/>
                    <a:gd name="connsiteY3-22" fmla="*/ 1229711 h 2617076"/>
                    <a:gd name="connsiteX4-23" fmla="*/ 31531 w 8187558"/>
                    <a:gd name="connsiteY4-24" fmla="*/ 147145 h 2617076"/>
                    <a:gd name="connsiteX5-25" fmla="*/ 4046482 w 8187558"/>
                    <a:gd name="connsiteY5-26" fmla="*/ 1576552 h 2617076"/>
                    <a:gd name="connsiteX6-27" fmla="*/ 8187558 w 8187558"/>
                    <a:gd name="connsiteY6-28" fmla="*/ 0 h 2617076"/>
                    <a:gd name="connsiteX0-29" fmla="*/ 8187558 w 8187558"/>
                    <a:gd name="connsiteY0-30" fmla="*/ 0 h 2617076"/>
                    <a:gd name="connsiteX1-31" fmla="*/ 8187558 w 8187558"/>
                    <a:gd name="connsiteY1-32" fmla="*/ 1271752 h 2617076"/>
                    <a:gd name="connsiteX2-33" fmla="*/ 4025462 w 8187558"/>
                    <a:gd name="connsiteY2-34" fmla="*/ 2617076 h 2617076"/>
                    <a:gd name="connsiteX3-35" fmla="*/ 0 w 8187558"/>
                    <a:gd name="connsiteY3-36" fmla="*/ 1229711 h 2617076"/>
                    <a:gd name="connsiteX4-37" fmla="*/ 31531 w 8187558"/>
                    <a:gd name="connsiteY4-38" fmla="*/ 147145 h 2617076"/>
                    <a:gd name="connsiteX5-39" fmla="*/ 4046482 w 8187558"/>
                    <a:gd name="connsiteY5-40" fmla="*/ 1576552 h 2617076"/>
                    <a:gd name="connsiteX6-41" fmla="*/ 8187558 w 8187558"/>
                    <a:gd name="connsiteY6-42" fmla="*/ 0 h 2617076"/>
                    <a:gd name="connsiteX0-43" fmla="*/ 8187558 w 8187558"/>
                    <a:gd name="connsiteY0-44" fmla="*/ 0 h 2617076"/>
                    <a:gd name="connsiteX1-45" fmla="*/ 8187558 w 8187558"/>
                    <a:gd name="connsiteY1-46" fmla="*/ 1271752 h 2617076"/>
                    <a:gd name="connsiteX2-47" fmla="*/ 4025462 w 8187558"/>
                    <a:gd name="connsiteY2-48" fmla="*/ 2617076 h 2617076"/>
                    <a:gd name="connsiteX3-49" fmla="*/ 0 w 8187558"/>
                    <a:gd name="connsiteY3-50" fmla="*/ 1229711 h 2617076"/>
                    <a:gd name="connsiteX4-51" fmla="*/ 31531 w 8187558"/>
                    <a:gd name="connsiteY4-52" fmla="*/ 147145 h 2617076"/>
                    <a:gd name="connsiteX5-53" fmla="*/ 4046482 w 8187558"/>
                    <a:gd name="connsiteY5-54" fmla="*/ 1576552 h 2617076"/>
                    <a:gd name="connsiteX6-55" fmla="*/ 8187558 w 8187558"/>
                    <a:gd name="connsiteY6-56" fmla="*/ 0 h 2617076"/>
                    <a:gd name="connsiteX0-57" fmla="*/ 8187558 w 8187558"/>
                    <a:gd name="connsiteY0-58" fmla="*/ 0 h 2617076"/>
                    <a:gd name="connsiteX1-59" fmla="*/ 8187558 w 8187558"/>
                    <a:gd name="connsiteY1-60" fmla="*/ 1271752 h 2617076"/>
                    <a:gd name="connsiteX2-61" fmla="*/ 4025462 w 8187558"/>
                    <a:gd name="connsiteY2-62" fmla="*/ 2617076 h 2617076"/>
                    <a:gd name="connsiteX3-63" fmla="*/ 0 w 8187558"/>
                    <a:gd name="connsiteY3-64" fmla="*/ 1229711 h 2617076"/>
                    <a:gd name="connsiteX4-65" fmla="*/ 31531 w 8187558"/>
                    <a:gd name="connsiteY4-66" fmla="*/ 147145 h 2617076"/>
                    <a:gd name="connsiteX5-67" fmla="*/ 4046482 w 8187558"/>
                    <a:gd name="connsiteY5-68" fmla="*/ 1576552 h 2617076"/>
                    <a:gd name="connsiteX6-69" fmla="*/ 8187558 w 8187558"/>
                    <a:gd name="connsiteY6-70" fmla="*/ 0 h 2617076"/>
                    <a:gd name="connsiteX0-71" fmla="*/ 8187558 w 8187558"/>
                    <a:gd name="connsiteY0-72" fmla="*/ 0 h 2617076"/>
                    <a:gd name="connsiteX1-73" fmla="*/ 8187558 w 8187558"/>
                    <a:gd name="connsiteY1-74" fmla="*/ 1271752 h 2617076"/>
                    <a:gd name="connsiteX2-75" fmla="*/ 4025462 w 8187558"/>
                    <a:gd name="connsiteY2-76" fmla="*/ 2617076 h 2617076"/>
                    <a:gd name="connsiteX3-77" fmla="*/ 0 w 8187558"/>
                    <a:gd name="connsiteY3-78" fmla="*/ 1229711 h 2617076"/>
                    <a:gd name="connsiteX4-79" fmla="*/ 31531 w 8187558"/>
                    <a:gd name="connsiteY4-80" fmla="*/ 147145 h 2617076"/>
                    <a:gd name="connsiteX5-81" fmla="*/ 4046482 w 8187558"/>
                    <a:gd name="connsiteY5-82" fmla="*/ 1576552 h 2617076"/>
                    <a:gd name="connsiteX6-83" fmla="*/ 8187558 w 8187558"/>
                    <a:gd name="connsiteY6-84" fmla="*/ 0 h 2617076"/>
                    <a:gd name="connsiteX0-85" fmla="*/ 8187558 w 8187558"/>
                    <a:gd name="connsiteY0-86" fmla="*/ 0 h 2638097"/>
                    <a:gd name="connsiteX1-87" fmla="*/ 8187558 w 8187558"/>
                    <a:gd name="connsiteY1-88" fmla="*/ 1271752 h 2638097"/>
                    <a:gd name="connsiteX2-89" fmla="*/ 4099035 w 8187558"/>
                    <a:gd name="connsiteY2-90" fmla="*/ 2638097 h 2638097"/>
                    <a:gd name="connsiteX3-91" fmla="*/ 0 w 8187558"/>
                    <a:gd name="connsiteY3-92" fmla="*/ 1229711 h 2638097"/>
                    <a:gd name="connsiteX4-93" fmla="*/ 31531 w 8187558"/>
                    <a:gd name="connsiteY4-94" fmla="*/ 147145 h 2638097"/>
                    <a:gd name="connsiteX5-95" fmla="*/ 4046482 w 8187558"/>
                    <a:gd name="connsiteY5-96" fmla="*/ 1576552 h 2638097"/>
                    <a:gd name="connsiteX6-97" fmla="*/ 8187558 w 8187558"/>
                    <a:gd name="connsiteY6-98" fmla="*/ 0 h 2638097"/>
                    <a:gd name="connsiteX0-99" fmla="*/ 8187558 w 8187558"/>
                    <a:gd name="connsiteY0-100" fmla="*/ 0 h 2638097"/>
                    <a:gd name="connsiteX1-101" fmla="*/ 8187558 w 8187558"/>
                    <a:gd name="connsiteY1-102" fmla="*/ 1271752 h 2638097"/>
                    <a:gd name="connsiteX2-103" fmla="*/ 4099035 w 8187558"/>
                    <a:gd name="connsiteY2-104" fmla="*/ 2638097 h 2638097"/>
                    <a:gd name="connsiteX3-105" fmla="*/ 0 w 8187558"/>
                    <a:gd name="connsiteY3-106" fmla="*/ 1229711 h 2638097"/>
                    <a:gd name="connsiteX4-107" fmla="*/ 31531 w 8187558"/>
                    <a:gd name="connsiteY4-108" fmla="*/ 147145 h 2638097"/>
                    <a:gd name="connsiteX5-109" fmla="*/ 4046482 w 8187558"/>
                    <a:gd name="connsiteY5-110" fmla="*/ 1576552 h 2638097"/>
                    <a:gd name="connsiteX6-111" fmla="*/ 8187558 w 8187558"/>
                    <a:gd name="connsiteY6-112" fmla="*/ 0 h 2638097"/>
                    <a:gd name="connsiteX0-113" fmla="*/ 8187558 w 8187558"/>
                    <a:gd name="connsiteY0-114" fmla="*/ 0 h 2638097"/>
                    <a:gd name="connsiteX1-115" fmla="*/ 8187558 w 8187558"/>
                    <a:gd name="connsiteY1-116" fmla="*/ 1271752 h 2638097"/>
                    <a:gd name="connsiteX2-117" fmla="*/ 4099035 w 8187558"/>
                    <a:gd name="connsiteY2-118" fmla="*/ 2638097 h 2638097"/>
                    <a:gd name="connsiteX3-119" fmla="*/ 0 w 8187558"/>
                    <a:gd name="connsiteY3-120" fmla="*/ 1229711 h 2638097"/>
                    <a:gd name="connsiteX4-121" fmla="*/ 31531 w 8187558"/>
                    <a:gd name="connsiteY4-122" fmla="*/ 147145 h 2638097"/>
                    <a:gd name="connsiteX5-123" fmla="*/ 4046482 w 8187558"/>
                    <a:gd name="connsiteY5-124" fmla="*/ 1576552 h 2638097"/>
                    <a:gd name="connsiteX6-125" fmla="*/ 8187558 w 8187558"/>
                    <a:gd name="connsiteY6-126" fmla="*/ 0 h 2638097"/>
                    <a:gd name="connsiteX0-127" fmla="*/ 8187558 w 8187558"/>
                    <a:gd name="connsiteY0-128" fmla="*/ 0 h 2638097"/>
                    <a:gd name="connsiteX1-129" fmla="*/ 8187558 w 8187558"/>
                    <a:gd name="connsiteY1-130" fmla="*/ 1271752 h 2638097"/>
                    <a:gd name="connsiteX2-131" fmla="*/ 4099035 w 8187558"/>
                    <a:gd name="connsiteY2-132" fmla="*/ 2638097 h 2638097"/>
                    <a:gd name="connsiteX3-133" fmla="*/ 0 w 8187558"/>
                    <a:gd name="connsiteY3-134" fmla="*/ 1229711 h 2638097"/>
                    <a:gd name="connsiteX4-135" fmla="*/ 31531 w 8187558"/>
                    <a:gd name="connsiteY4-136" fmla="*/ 147145 h 2638097"/>
                    <a:gd name="connsiteX5-137" fmla="*/ 4046482 w 8187558"/>
                    <a:gd name="connsiteY5-138" fmla="*/ 1576552 h 2638097"/>
                    <a:gd name="connsiteX6-139" fmla="*/ 8187558 w 8187558"/>
                    <a:gd name="connsiteY6-140" fmla="*/ 0 h 2638097"/>
                    <a:gd name="connsiteX0-141" fmla="*/ 8187558 w 8187558"/>
                    <a:gd name="connsiteY0-142" fmla="*/ 0 h 2638097"/>
                    <a:gd name="connsiteX1-143" fmla="*/ 8187558 w 8187558"/>
                    <a:gd name="connsiteY1-144" fmla="*/ 1271752 h 2638097"/>
                    <a:gd name="connsiteX2-145" fmla="*/ 4099035 w 8187558"/>
                    <a:gd name="connsiteY2-146" fmla="*/ 2638097 h 2638097"/>
                    <a:gd name="connsiteX3-147" fmla="*/ 0 w 8187558"/>
                    <a:gd name="connsiteY3-148" fmla="*/ 1229711 h 2638097"/>
                    <a:gd name="connsiteX4-149" fmla="*/ 31531 w 8187558"/>
                    <a:gd name="connsiteY4-150" fmla="*/ 147145 h 2638097"/>
                    <a:gd name="connsiteX5-151" fmla="*/ 4088524 w 8187558"/>
                    <a:gd name="connsiteY5-152" fmla="*/ 1597573 h 2638097"/>
                    <a:gd name="connsiteX6-153" fmla="*/ 8187558 w 8187558"/>
                    <a:gd name="connsiteY6-154" fmla="*/ 0 h 2638097"/>
                    <a:gd name="connsiteX0-155" fmla="*/ 8187558 w 8187558"/>
                    <a:gd name="connsiteY0-156" fmla="*/ 0 h 2638097"/>
                    <a:gd name="connsiteX1-157" fmla="*/ 8187558 w 8187558"/>
                    <a:gd name="connsiteY1-158" fmla="*/ 1271752 h 2638097"/>
                    <a:gd name="connsiteX2-159" fmla="*/ 4099035 w 8187558"/>
                    <a:gd name="connsiteY2-160" fmla="*/ 2638097 h 2638097"/>
                    <a:gd name="connsiteX3-161" fmla="*/ 0 w 8187558"/>
                    <a:gd name="connsiteY3-162" fmla="*/ 1229711 h 2638097"/>
                    <a:gd name="connsiteX4-163" fmla="*/ 31531 w 8187558"/>
                    <a:gd name="connsiteY4-164" fmla="*/ 147145 h 2638097"/>
                    <a:gd name="connsiteX5-165" fmla="*/ 4088524 w 8187558"/>
                    <a:gd name="connsiteY5-166" fmla="*/ 1597573 h 2638097"/>
                    <a:gd name="connsiteX6-167" fmla="*/ 8187558 w 8187558"/>
                    <a:gd name="connsiteY6-168" fmla="*/ 0 h 2638097"/>
                    <a:gd name="connsiteX0-169" fmla="*/ 8187558 w 8187558"/>
                    <a:gd name="connsiteY0-170" fmla="*/ 0 h 2638097"/>
                    <a:gd name="connsiteX1-171" fmla="*/ 8187558 w 8187558"/>
                    <a:gd name="connsiteY1-172" fmla="*/ 1271752 h 2638097"/>
                    <a:gd name="connsiteX2-173" fmla="*/ 4099035 w 8187558"/>
                    <a:gd name="connsiteY2-174" fmla="*/ 2638097 h 2638097"/>
                    <a:gd name="connsiteX3-175" fmla="*/ 0 w 8187558"/>
                    <a:gd name="connsiteY3-176" fmla="*/ 1229711 h 2638097"/>
                    <a:gd name="connsiteX4-177" fmla="*/ 31531 w 8187558"/>
                    <a:gd name="connsiteY4-178" fmla="*/ 147145 h 2638097"/>
                    <a:gd name="connsiteX5-179" fmla="*/ 4099035 w 8187558"/>
                    <a:gd name="connsiteY5-180" fmla="*/ 1566042 h 2638097"/>
                    <a:gd name="connsiteX6-181" fmla="*/ 8187558 w 8187558"/>
                    <a:gd name="connsiteY6-182" fmla="*/ 0 h 2638097"/>
                    <a:gd name="connsiteX0-183" fmla="*/ 8187558 w 8187558"/>
                    <a:gd name="connsiteY0-184" fmla="*/ 0 h 2638097"/>
                    <a:gd name="connsiteX1-185" fmla="*/ 8187558 w 8187558"/>
                    <a:gd name="connsiteY1-186" fmla="*/ 1271752 h 2638097"/>
                    <a:gd name="connsiteX2-187" fmla="*/ 4099035 w 8187558"/>
                    <a:gd name="connsiteY2-188" fmla="*/ 2638097 h 2638097"/>
                    <a:gd name="connsiteX3-189" fmla="*/ 0 w 8187558"/>
                    <a:gd name="connsiteY3-190" fmla="*/ 1229711 h 2638097"/>
                    <a:gd name="connsiteX4-191" fmla="*/ 31531 w 8187558"/>
                    <a:gd name="connsiteY4-192" fmla="*/ 147145 h 2638097"/>
                    <a:gd name="connsiteX5-193" fmla="*/ 4099035 w 8187558"/>
                    <a:gd name="connsiteY5-194" fmla="*/ 1566042 h 2638097"/>
                    <a:gd name="connsiteX6-195" fmla="*/ 8187558 w 8187558"/>
                    <a:gd name="connsiteY6-196" fmla="*/ 0 h 2638097"/>
                    <a:gd name="connsiteX0-197" fmla="*/ 8187558 w 8187558"/>
                    <a:gd name="connsiteY0-198" fmla="*/ 0 h 2638097"/>
                    <a:gd name="connsiteX1-199" fmla="*/ 8187558 w 8187558"/>
                    <a:gd name="connsiteY1-200" fmla="*/ 1271752 h 2638097"/>
                    <a:gd name="connsiteX2-201" fmla="*/ 4099035 w 8187558"/>
                    <a:gd name="connsiteY2-202" fmla="*/ 2638097 h 2638097"/>
                    <a:gd name="connsiteX3-203" fmla="*/ 0 w 8187558"/>
                    <a:gd name="connsiteY3-204" fmla="*/ 1229711 h 2638097"/>
                    <a:gd name="connsiteX4-205" fmla="*/ 31531 w 8187558"/>
                    <a:gd name="connsiteY4-206" fmla="*/ 147145 h 2638097"/>
                    <a:gd name="connsiteX5-207" fmla="*/ 4099035 w 8187558"/>
                    <a:gd name="connsiteY5-208" fmla="*/ 1566042 h 2638097"/>
                    <a:gd name="connsiteX6-209" fmla="*/ 8187558 w 8187558"/>
                    <a:gd name="connsiteY6-210" fmla="*/ 0 h 2638097"/>
                    <a:gd name="connsiteX0-211" fmla="*/ 8187558 w 8187558"/>
                    <a:gd name="connsiteY0-212" fmla="*/ 0 h 2638097"/>
                    <a:gd name="connsiteX1-213" fmla="*/ 8187558 w 8187558"/>
                    <a:gd name="connsiteY1-214" fmla="*/ 1271752 h 2638097"/>
                    <a:gd name="connsiteX2-215" fmla="*/ 4099035 w 8187558"/>
                    <a:gd name="connsiteY2-216" fmla="*/ 2638097 h 2638097"/>
                    <a:gd name="connsiteX3-217" fmla="*/ 0 w 8187558"/>
                    <a:gd name="connsiteY3-218" fmla="*/ 1229711 h 2638097"/>
                    <a:gd name="connsiteX4-219" fmla="*/ 31531 w 8187558"/>
                    <a:gd name="connsiteY4-220" fmla="*/ 147145 h 2638097"/>
                    <a:gd name="connsiteX5-221" fmla="*/ 4099035 w 8187558"/>
                    <a:gd name="connsiteY5-222" fmla="*/ 1566042 h 2638097"/>
                    <a:gd name="connsiteX6-223" fmla="*/ 8187558 w 8187558"/>
                    <a:gd name="connsiteY6-224" fmla="*/ 0 h 2638097"/>
                    <a:gd name="connsiteX0-225" fmla="*/ 8187558 w 8187558"/>
                    <a:gd name="connsiteY0-226" fmla="*/ 0 h 2638097"/>
                    <a:gd name="connsiteX1-227" fmla="*/ 8187558 w 8187558"/>
                    <a:gd name="connsiteY1-228" fmla="*/ 1271752 h 2638097"/>
                    <a:gd name="connsiteX2-229" fmla="*/ 4099035 w 8187558"/>
                    <a:gd name="connsiteY2-230" fmla="*/ 2638097 h 2638097"/>
                    <a:gd name="connsiteX3-231" fmla="*/ 0 w 8187558"/>
                    <a:gd name="connsiteY3-232" fmla="*/ 1229711 h 2638097"/>
                    <a:gd name="connsiteX4-233" fmla="*/ 31531 w 8187558"/>
                    <a:gd name="connsiteY4-234" fmla="*/ 147145 h 2638097"/>
                    <a:gd name="connsiteX5-235" fmla="*/ 4099035 w 8187558"/>
                    <a:gd name="connsiteY5-236" fmla="*/ 1566042 h 2638097"/>
                    <a:gd name="connsiteX6-237" fmla="*/ 8187558 w 8187558"/>
                    <a:gd name="connsiteY6-238" fmla="*/ 0 h 2638097"/>
                    <a:gd name="connsiteX0-239" fmla="*/ 8187558 w 8187558"/>
                    <a:gd name="connsiteY0-240" fmla="*/ 0 h 2638097"/>
                    <a:gd name="connsiteX1-241" fmla="*/ 8187558 w 8187558"/>
                    <a:gd name="connsiteY1-242" fmla="*/ 1271752 h 2638097"/>
                    <a:gd name="connsiteX2-243" fmla="*/ 4099035 w 8187558"/>
                    <a:gd name="connsiteY2-244" fmla="*/ 2638097 h 2638097"/>
                    <a:gd name="connsiteX3-245" fmla="*/ 0 w 8187558"/>
                    <a:gd name="connsiteY3-246" fmla="*/ 1229711 h 2638097"/>
                    <a:gd name="connsiteX4-247" fmla="*/ 31531 w 8187558"/>
                    <a:gd name="connsiteY4-248" fmla="*/ 147145 h 2638097"/>
                    <a:gd name="connsiteX5-249" fmla="*/ 4099035 w 8187558"/>
                    <a:gd name="connsiteY5-250" fmla="*/ 1566042 h 2638097"/>
                    <a:gd name="connsiteX6-251" fmla="*/ 8187558 w 8187558"/>
                    <a:gd name="connsiteY6-252" fmla="*/ 0 h 2638097"/>
                    <a:gd name="connsiteX0-253" fmla="*/ 8187558 w 8187558"/>
                    <a:gd name="connsiteY0-254" fmla="*/ 0 h 2638097"/>
                    <a:gd name="connsiteX1-255" fmla="*/ 8187558 w 8187558"/>
                    <a:gd name="connsiteY1-256" fmla="*/ 1271752 h 2638097"/>
                    <a:gd name="connsiteX2-257" fmla="*/ 4099035 w 8187558"/>
                    <a:gd name="connsiteY2-258" fmla="*/ 2638097 h 2638097"/>
                    <a:gd name="connsiteX3-259" fmla="*/ 0 w 8187558"/>
                    <a:gd name="connsiteY3-260" fmla="*/ 1229711 h 2638097"/>
                    <a:gd name="connsiteX4-261" fmla="*/ 31531 w 8187558"/>
                    <a:gd name="connsiteY4-262" fmla="*/ 147145 h 2638097"/>
                    <a:gd name="connsiteX5-263" fmla="*/ 4099035 w 8187558"/>
                    <a:gd name="connsiteY5-264" fmla="*/ 1566042 h 2638097"/>
                    <a:gd name="connsiteX6-265" fmla="*/ 8187558 w 8187558"/>
                    <a:gd name="connsiteY6-266" fmla="*/ 0 h 2638097"/>
                    <a:gd name="connsiteX0-267" fmla="*/ 8187558 w 8187558"/>
                    <a:gd name="connsiteY0-268" fmla="*/ 0 h 2638097"/>
                    <a:gd name="connsiteX1-269" fmla="*/ 8187558 w 8187558"/>
                    <a:gd name="connsiteY1-270" fmla="*/ 1271752 h 2638097"/>
                    <a:gd name="connsiteX2-271" fmla="*/ 4099035 w 8187558"/>
                    <a:gd name="connsiteY2-272" fmla="*/ 2638097 h 2638097"/>
                    <a:gd name="connsiteX3-273" fmla="*/ 0 w 8187558"/>
                    <a:gd name="connsiteY3-274" fmla="*/ 1229711 h 2638097"/>
                    <a:gd name="connsiteX4-275" fmla="*/ 31531 w 8187558"/>
                    <a:gd name="connsiteY4-276" fmla="*/ 147145 h 2638097"/>
                    <a:gd name="connsiteX5-277" fmla="*/ 4099035 w 8187558"/>
                    <a:gd name="connsiteY5-278" fmla="*/ 1566042 h 2638097"/>
                    <a:gd name="connsiteX6-279" fmla="*/ 8187558 w 8187558"/>
                    <a:gd name="connsiteY6-280" fmla="*/ 0 h 2638097"/>
                    <a:gd name="connsiteX0-281" fmla="*/ 8187558 w 8187558"/>
                    <a:gd name="connsiteY0-282" fmla="*/ 0 h 2638097"/>
                    <a:gd name="connsiteX1-283" fmla="*/ 8187558 w 8187558"/>
                    <a:gd name="connsiteY1-284" fmla="*/ 1271752 h 2638097"/>
                    <a:gd name="connsiteX2-285" fmla="*/ 4099035 w 8187558"/>
                    <a:gd name="connsiteY2-286" fmla="*/ 2638097 h 2638097"/>
                    <a:gd name="connsiteX3-287" fmla="*/ 0 w 8187558"/>
                    <a:gd name="connsiteY3-288" fmla="*/ 1229711 h 2638097"/>
                    <a:gd name="connsiteX4-289" fmla="*/ 31531 w 8187558"/>
                    <a:gd name="connsiteY4-290" fmla="*/ 147145 h 2638097"/>
                    <a:gd name="connsiteX5-291" fmla="*/ 4099035 w 8187558"/>
                    <a:gd name="connsiteY5-292" fmla="*/ 1566042 h 2638097"/>
                    <a:gd name="connsiteX6-293" fmla="*/ 8187558 w 8187558"/>
                    <a:gd name="connsiteY6-294" fmla="*/ 0 h 2638097"/>
                    <a:gd name="connsiteX0-295" fmla="*/ 8176538 w 8176538"/>
                    <a:gd name="connsiteY0-296" fmla="*/ 0 h 2638097"/>
                    <a:gd name="connsiteX1-297" fmla="*/ 8176538 w 8176538"/>
                    <a:gd name="connsiteY1-298" fmla="*/ 1271752 h 2638097"/>
                    <a:gd name="connsiteX2-299" fmla="*/ 4088015 w 8176538"/>
                    <a:gd name="connsiteY2-300" fmla="*/ 2638097 h 2638097"/>
                    <a:gd name="connsiteX3-301" fmla="*/ 0 w 8176538"/>
                    <a:gd name="connsiteY3-302" fmla="*/ 1269888 h 2638097"/>
                    <a:gd name="connsiteX4-303" fmla="*/ 20511 w 8176538"/>
                    <a:gd name="connsiteY4-304" fmla="*/ 147145 h 2638097"/>
                    <a:gd name="connsiteX5-305" fmla="*/ 4088015 w 8176538"/>
                    <a:gd name="connsiteY5-306" fmla="*/ 1566042 h 2638097"/>
                    <a:gd name="connsiteX6-307" fmla="*/ 8176538 w 8176538"/>
                    <a:gd name="connsiteY6-308" fmla="*/ 0 h 2638097"/>
                    <a:gd name="connsiteX0-309" fmla="*/ 8176538 w 8176538"/>
                    <a:gd name="connsiteY0-310" fmla="*/ 0 h 2772020"/>
                    <a:gd name="connsiteX1-311" fmla="*/ 8176538 w 8176538"/>
                    <a:gd name="connsiteY1-312" fmla="*/ 1271752 h 2772020"/>
                    <a:gd name="connsiteX2-313" fmla="*/ 4099034 w 8176538"/>
                    <a:gd name="connsiteY2-314" fmla="*/ 2772020 h 2772020"/>
                    <a:gd name="connsiteX3-315" fmla="*/ 0 w 8176538"/>
                    <a:gd name="connsiteY3-316" fmla="*/ 1269888 h 2772020"/>
                    <a:gd name="connsiteX4-317" fmla="*/ 20511 w 8176538"/>
                    <a:gd name="connsiteY4-318" fmla="*/ 147145 h 2772020"/>
                    <a:gd name="connsiteX5-319" fmla="*/ 4088015 w 8176538"/>
                    <a:gd name="connsiteY5-320" fmla="*/ 1566042 h 2772020"/>
                    <a:gd name="connsiteX6-321" fmla="*/ 8176538 w 8176538"/>
                    <a:gd name="connsiteY6-322" fmla="*/ 0 h 2772020"/>
                    <a:gd name="connsiteX0-323" fmla="*/ 8176538 w 8176538"/>
                    <a:gd name="connsiteY0-324" fmla="*/ 0 h 2772339"/>
                    <a:gd name="connsiteX1-325" fmla="*/ 8176538 w 8176538"/>
                    <a:gd name="connsiteY1-326" fmla="*/ 1378890 h 2772339"/>
                    <a:gd name="connsiteX2-327" fmla="*/ 4099034 w 8176538"/>
                    <a:gd name="connsiteY2-328" fmla="*/ 2772020 h 2772339"/>
                    <a:gd name="connsiteX3-329" fmla="*/ 0 w 8176538"/>
                    <a:gd name="connsiteY3-330" fmla="*/ 1269888 h 2772339"/>
                    <a:gd name="connsiteX4-331" fmla="*/ 20511 w 8176538"/>
                    <a:gd name="connsiteY4-332" fmla="*/ 147145 h 2772339"/>
                    <a:gd name="connsiteX5-333" fmla="*/ 4088015 w 8176538"/>
                    <a:gd name="connsiteY5-334" fmla="*/ 1566042 h 2772339"/>
                    <a:gd name="connsiteX6-335" fmla="*/ 8176538 w 8176538"/>
                    <a:gd name="connsiteY6-336" fmla="*/ 0 h 2772339"/>
                    <a:gd name="connsiteX0-337" fmla="*/ 8176538 w 8176538"/>
                    <a:gd name="connsiteY0-338" fmla="*/ 0 h 2825888"/>
                    <a:gd name="connsiteX1-339" fmla="*/ 8176538 w 8176538"/>
                    <a:gd name="connsiteY1-340" fmla="*/ 1378890 h 2825888"/>
                    <a:gd name="connsiteX2-341" fmla="*/ 4099034 w 8176538"/>
                    <a:gd name="connsiteY2-342" fmla="*/ 2825590 h 2825888"/>
                    <a:gd name="connsiteX3-343" fmla="*/ 0 w 8176538"/>
                    <a:gd name="connsiteY3-344" fmla="*/ 1269888 h 2825888"/>
                    <a:gd name="connsiteX4-345" fmla="*/ 20511 w 8176538"/>
                    <a:gd name="connsiteY4-346" fmla="*/ 147145 h 2825888"/>
                    <a:gd name="connsiteX5-347" fmla="*/ 4088015 w 8176538"/>
                    <a:gd name="connsiteY5-348" fmla="*/ 1566042 h 2825888"/>
                    <a:gd name="connsiteX6-349" fmla="*/ 8176538 w 8176538"/>
                    <a:gd name="connsiteY6-350" fmla="*/ 0 h 2825888"/>
                    <a:gd name="connsiteX0-351" fmla="*/ 8165518 w 8165518"/>
                    <a:gd name="connsiteY0-352" fmla="*/ 0 h 2825606"/>
                    <a:gd name="connsiteX1-353" fmla="*/ 8165518 w 8165518"/>
                    <a:gd name="connsiteY1-354" fmla="*/ 1378890 h 2825606"/>
                    <a:gd name="connsiteX2-355" fmla="*/ 4088014 w 8165518"/>
                    <a:gd name="connsiteY2-356" fmla="*/ 2825590 h 2825606"/>
                    <a:gd name="connsiteX3-357" fmla="*/ 0 w 8165518"/>
                    <a:gd name="connsiteY3-358" fmla="*/ 1403811 h 2825606"/>
                    <a:gd name="connsiteX4-359" fmla="*/ 9491 w 8165518"/>
                    <a:gd name="connsiteY4-360" fmla="*/ 147145 h 2825606"/>
                    <a:gd name="connsiteX5-361" fmla="*/ 4076995 w 8165518"/>
                    <a:gd name="connsiteY5-362" fmla="*/ 1566042 h 2825606"/>
                    <a:gd name="connsiteX6-363" fmla="*/ 8165518 w 8165518"/>
                    <a:gd name="connsiteY6-364" fmla="*/ 0 h 2825606"/>
                    <a:gd name="connsiteX0-365" fmla="*/ 8165518 w 8165518"/>
                    <a:gd name="connsiteY0-366" fmla="*/ 0 h 2879174"/>
                    <a:gd name="connsiteX1-367" fmla="*/ 8165518 w 8165518"/>
                    <a:gd name="connsiteY1-368" fmla="*/ 1378890 h 2879174"/>
                    <a:gd name="connsiteX2-369" fmla="*/ 4132092 w 8165518"/>
                    <a:gd name="connsiteY2-370" fmla="*/ 2879159 h 2879174"/>
                    <a:gd name="connsiteX3-371" fmla="*/ 0 w 8165518"/>
                    <a:gd name="connsiteY3-372" fmla="*/ 1403811 h 2879174"/>
                    <a:gd name="connsiteX4-373" fmla="*/ 9491 w 8165518"/>
                    <a:gd name="connsiteY4-374" fmla="*/ 147145 h 2879174"/>
                    <a:gd name="connsiteX5-375" fmla="*/ 4076995 w 8165518"/>
                    <a:gd name="connsiteY5-376" fmla="*/ 1566042 h 2879174"/>
                    <a:gd name="connsiteX6-377" fmla="*/ 8165518 w 8165518"/>
                    <a:gd name="connsiteY6-378" fmla="*/ 0 h 2879174"/>
                    <a:gd name="connsiteX0-379" fmla="*/ 8165518 w 8176537"/>
                    <a:gd name="connsiteY0-380" fmla="*/ 0 h 2879410"/>
                    <a:gd name="connsiteX1-381" fmla="*/ 8176537 w 8176537"/>
                    <a:gd name="connsiteY1-382" fmla="*/ 1499420 h 2879410"/>
                    <a:gd name="connsiteX2-383" fmla="*/ 4132092 w 8176537"/>
                    <a:gd name="connsiteY2-384" fmla="*/ 2879159 h 2879410"/>
                    <a:gd name="connsiteX3-385" fmla="*/ 0 w 8176537"/>
                    <a:gd name="connsiteY3-386" fmla="*/ 1403811 h 2879410"/>
                    <a:gd name="connsiteX4-387" fmla="*/ 9491 w 8176537"/>
                    <a:gd name="connsiteY4-388" fmla="*/ 147145 h 2879410"/>
                    <a:gd name="connsiteX5-389" fmla="*/ 4076995 w 8176537"/>
                    <a:gd name="connsiteY5-390" fmla="*/ 1566042 h 2879410"/>
                    <a:gd name="connsiteX6-391" fmla="*/ 8165518 w 8176537"/>
                    <a:gd name="connsiteY6-392" fmla="*/ 0 h 2879410"/>
                    <a:gd name="connsiteX0-393" fmla="*/ 8165518 w 8176537"/>
                    <a:gd name="connsiteY0-394" fmla="*/ 0 h 2879262"/>
                    <a:gd name="connsiteX1-395" fmla="*/ 8176537 w 8176537"/>
                    <a:gd name="connsiteY1-396" fmla="*/ 1499420 h 2879262"/>
                    <a:gd name="connsiteX2-397" fmla="*/ 4132092 w 8176537"/>
                    <a:gd name="connsiteY2-398" fmla="*/ 2879159 h 2879262"/>
                    <a:gd name="connsiteX3-399" fmla="*/ 0 w 8176537"/>
                    <a:gd name="connsiteY3-400" fmla="*/ 1403811 h 2879262"/>
                    <a:gd name="connsiteX4-401" fmla="*/ 9491 w 8176537"/>
                    <a:gd name="connsiteY4-402" fmla="*/ 147145 h 2879262"/>
                    <a:gd name="connsiteX5-403" fmla="*/ 4076995 w 8176537"/>
                    <a:gd name="connsiteY5-404" fmla="*/ 1566042 h 2879262"/>
                    <a:gd name="connsiteX6-405" fmla="*/ 8165518 w 8176537"/>
                    <a:gd name="connsiteY6-406" fmla="*/ 0 h 2879262"/>
                    <a:gd name="connsiteX0-407" fmla="*/ 8165518 w 8176537"/>
                    <a:gd name="connsiteY0-408" fmla="*/ 0 h 2879163"/>
                    <a:gd name="connsiteX1-409" fmla="*/ 8176537 w 8176537"/>
                    <a:gd name="connsiteY1-410" fmla="*/ 1499420 h 2879163"/>
                    <a:gd name="connsiteX2-411" fmla="*/ 4132092 w 8176537"/>
                    <a:gd name="connsiteY2-412" fmla="*/ 2879159 h 2879163"/>
                    <a:gd name="connsiteX3-413" fmla="*/ 0 w 8176537"/>
                    <a:gd name="connsiteY3-414" fmla="*/ 1510948 h 2879163"/>
                    <a:gd name="connsiteX4-415" fmla="*/ 9491 w 8176537"/>
                    <a:gd name="connsiteY4-416" fmla="*/ 147145 h 2879163"/>
                    <a:gd name="connsiteX5-417" fmla="*/ 4076995 w 8176537"/>
                    <a:gd name="connsiteY5-418" fmla="*/ 1566042 h 2879163"/>
                    <a:gd name="connsiteX6-419" fmla="*/ 8165518 w 8176537"/>
                    <a:gd name="connsiteY6-420" fmla="*/ 0 h 2879163"/>
                    <a:gd name="connsiteX0-421" fmla="*/ 8165518 w 8198577"/>
                    <a:gd name="connsiteY0-422" fmla="*/ 0 h 2879451"/>
                    <a:gd name="connsiteX1-423" fmla="*/ 8198577 w 8198577"/>
                    <a:gd name="connsiteY1-424" fmla="*/ 1606558 h 2879451"/>
                    <a:gd name="connsiteX2-425" fmla="*/ 4132092 w 8198577"/>
                    <a:gd name="connsiteY2-426" fmla="*/ 2879159 h 2879451"/>
                    <a:gd name="connsiteX3-427" fmla="*/ 0 w 8198577"/>
                    <a:gd name="connsiteY3-428" fmla="*/ 1510948 h 2879451"/>
                    <a:gd name="connsiteX4-429" fmla="*/ 9491 w 8198577"/>
                    <a:gd name="connsiteY4-430" fmla="*/ 147145 h 2879451"/>
                    <a:gd name="connsiteX5-431" fmla="*/ 4076995 w 8198577"/>
                    <a:gd name="connsiteY5-432" fmla="*/ 1566042 h 2879451"/>
                    <a:gd name="connsiteX6-433" fmla="*/ 8165518 w 8198577"/>
                    <a:gd name="connsiteY6-434" fmla="*/ 0 h 2879451"/>
                    <a:gd name="connsiteX0-435" fmla="*/ 8165518 w 8165518"/>
                    <a:gd name="connsiteY0-436" fmla="*/ 0 h 2880066"/>
                    <a:gd name="connsiteX1-437" fmla="*/ 8165518 w 8165518"/>
                    <a:gd name="connsiteY1-438" fmla="*/ 1673520 h 2880066"/>
                    <a:gd name="connsiteX2-439" fmla="*/ 4132092 w 8165518"/>
                    <a:gd name="connsiteY2-440" fmla="*/ 2879159 h 2880066"/>
                    <a:gd name="connsiteX3-441" fmla="*/ 0 w 8165518"/>
                    <a:gd name="connsiteY3-442" fmla="*/ 1510948 h 2880066"/>
                    <a:gd name="connsiteX4-443" fmla="*/ 9491 w 8165518"/>
                    <a:gd name="connsiteY4-444" fmla="*/ 147145 h 2880066"/>
                    <a:gd name="connsiteX5-445" fmla="*/ 4076995 w 8165518"/>
                    <a:gd name="connsiteY5-446" fmla="*/ 1566042 h 2880066"/>
                    <a:gd name="connsiteX6-447" fmla="*/ 8165518 w 8165518"/>
                    <a:gd name="connsiteY6-448" fmla="*/ 0 h 2880066"/>
                    <a:gd name="connsiteX0-449" fmla="*/ 8156794 w 8156794"/>
                    <a:gd name="connsiteY0-450" fmla="*/ 0 h 2879270"/>
                    <a:gd name="connsiteX1-451" fmla="*/ 8156794 w 8156794"/>
                    <a:gd name="connsiteY1-452" fmla="*/ 1673520 h 2879270"/>
                    <a:gd name="connsiteX2-453" fmla="*/ 4123368 w 8156794"/>
                    <a:gd name="connsiteY2-454" fmla="*/ 2879159 h 2879270"/>
                    <a:gd name="connsiteX3-455" fmla="*/ 2295 w 8156794"/>
                    <a:gd name="connsiteY3-456" fmla="*/ 1618086 h 2879270"/>
                    <a:gd name="connsiteX4-457" fmla="*/ 767 w 8156794"/>
                    <a:gd name="connsiteY4-458" fmla="*/ 147145 h 2879270"/>
                    <a:gd name="connsiteX5-459" fmla="*/ 4068271 w 8156794"/>
                    <a:gd name="connsiteY5-460" fmla="*/ 1566042 h 2879270"/>
                    <a:gd name="connsiteX6-461" fmla="*/ 8156794 w 8156794"/>
                    <a:gd name="connsiteY6-462" fmla="*/ 0 h 2879270"/>
                    <a:gd name="connsiteX0-463" fmla="*/ 8156794 w 8156794"/>
                    <a:gd name="connsiteY0-464" fmla="*/ 0 h 2973000"/>
                    <a:gd name="connsiteX1-465" fmla="*/ 8156794 w 8156794"/>
                    <a:gd name="connsiteY1-466" fmla="*/ 1673520 h 2973000"/>
                    <a:gd name="connsiteX2-467" fmla="*/ 4134388 w 8156794"/>
                    <a:gd name="connsiteY2-468" fmla="*/ 2972904 h 2973000"/>
                    <a:gd name="connsiteX3-469" fmla="*/ 2295 w 8156794"/>
                    <a:gd name="connsiteY3-470" fmla="*/ 1618086 h 2973000"/>
                    <a:gd name="connsiteX4-471" fmla="*/ 767 w 8156794"/>
                    <a:gd name="connsiteY4-472" fmla="*/ 147145 h 2973000"/>
                    <a:gd name="connsiteX5-473" fmla="*/ 4068271 w 8156794"/>
                    <a:gd name="connsiteY5-474" fmla="*/ 1566042 h 2973000"/>
                    <a:gd name="connsiteX6-475" fmla="*/ 8156794 w 8156794"/>
                    <a:gd name="connsiteY6-476" fmla="*/ 0 h 2973000"/>
                    <a:gd name="connsiteX0-477" fmla="*/ 8156794 w 8156794"/>
                    <a:gd name="connsiteY0-478" fmla="*/ 0 h 2973000"/>
                    <a:gd name="connsiteX1-479" fmla="*/ 8156794 w 8156794"/>
                    <a:gd name="connsiteY1-480" fmla="*/ 1673520 h 2973000"/>
                    <a:gd name="connsiteX2-481" fmla="*/ 4134388 w 8156794"/>
                    <a:gd name="connsiteY2-482" fmla="*/ 2972904 h 2973000"/>
                    <a:gd name="connsiteX3-483" fmla="*/ 2295 w 8156794"/>
                    <a:gd name="connsiteY3-484" fmla="*/ 1618086 h 2973000"/>
                    <a:gd name="connsiteX4-485" fmla="*/ 767 w 8156794"/>
                    <a:gd name="connsiteY4-486" fmla="*/ 147145 h 2973000"/>
                    <a:gd name="connsiteX5-487" fmla="*/ 4068271 w 8156794"/>
                    <a:gd name="connsiteY5-488" fmla="*/ 1566042 h 2973000"/>
                    <a:gd name="connsiteX6-489" fmla="*/ 8156794 w 8156794"/>
                    <a:gd name="connsiteY6-490" fmla="*/ 0 h 2973000"/>
                    <a:gd name="connsiteX0-491" fmla="*/ 8156794 w 8156794"/>
                    <a:gd name="connsiteY0-492" fmla="*/ 0 h 2973000"/>
                    <a:gd name="connsiteX1-493" fmla="*/ 8156794 w 8156794"/>
                    <a:gd name="connsiteY1-494" fmla="*/ 1673520 h 2973000"/>
                    <a:gd name="connsiteX2-495" fmla="*/ 4134388 w 8156794"/>
                    <a:gd name="connsiteY2-496" fmla="*/ 2972904 h 2973000"/>
                    <a:gd name="connsiteX3-497" fmla="*/ 2295 w 8156794"/>
                    <a:gd name="connsiteY3-498" fmla="*/ 1618086 h 2973000"/>
                    <a:gd name="connsiteX4-499" fmla="*/ 767 w 8156794"/>
                    <a:gd name="connsiteY4-500" fmla="*/ 147145 h 2973000"/>
                    <a:gd name="connsiteX5-501" fmla="*/ 4068271 w 8156794"/>
                    <a:gd name="connsiteY5-502" fmla="*/ 1566042 h 2973000"/>
                    <a:gd name="connsiteX6-503" fmla="*/ 8156794 w 8156794"/>
                    <a:gd name="connsiteY6-504" fmla="*/ 0 h 2973000"/>
                    <a:gd name="connsiteX0-505" fmla="*/ 8156794 w 8156794"/>
                    <a:gd name="connsiteY0-506" fmla="*/ 0 h 2973020"/>
                    <a:gd name="connsiteX1-507" fmla="*/ 8156794 w 8156794"/>
                    <a:gd name="connsiteY1-508" fmla="*/ 1673520 h 2973020"/>
                    <a:gd name="connsiteX2-509" fmla="*/ 4134388 w 8156794"/>
                    <a:gd name="connsiteY2-510" fmla="*/ 2972904 h 2973020"/>
                    <a:gd name="connsiteX3-511" fmla="*/ 2295 w 8156794"/>
                    <a:gd name="connsiteY3-512" fmla="*/ 1618086 h 2973020"/>
                    <a:gd name="connsiteX4-513" fmla="*/ 767 w 8156794"/>
                    <a:gd name="connsiteY4-514" fmla="*/ 147145 h 2973020"/>
                    <a:gd name="connsiteX5-515" fmla="*/ 4068271 w 8156794"/>
                    <a:gd name="connsiteY5-516" fmla="*/ 1566042 h 2973020"/>
                    <a:gd name="connsiteX6-517" fmla="*/ 8156794 w 8156794"/>
                    <a:gd name="connsiteY6-518" fmla="*/ 0 h 2973020"/>
                    <a:gd name="connsiteX0-519" fmla="*/ 8156794 w 8156794"/>
                    <a:gd name="connsiteY0-520" fmla="*/ 0 h 2973021"/>
                    <a:gd name="connsiteX1-521" fmla="*/ 8156794 w 8156794"/>
                    <a:gd name="connsiteY1-522" fmla="*/ 1673520 h 2973021"/>
                    <a:gd name="connsiteX2-523" fmla="*/ 4134388 w 8156794"/>
                    <a:gd name="connsiteY2-524" fmla="*/ 2972904 h 2973021"/>
                    <a:gd name="connsiteX3-525" fmla="*/ 2295 w 8156794"/>
                    <a:gd name="connsiteY3-526" fmla="*/ 1618086 h 2973021"/>
                    <a:gd name="connsiteX4-527" fmla="*/ 767 w 8156794"/>
                    <a:gd name="connsiteY4-528" fmla="*/ 147145 h 2973021"/>
                    <a:gd name="connsiteX5-529" fmla="*/ 4068271 w 8156794"/>
                    <a:gd name="connsiteY5-530" fmla="*/ 1566042 h 2973021"/>
                    <a:gd name="connsiteX6-531" fmla="*/ 8156794 w 8156794"/>
                    <a:gd name="connsiteY6-532" fmla="*/ 0 h 2973021"/>
                    <a:gd name="connsiteX0-533" fmla="*/ 8156794 w 8156794"/>
                    <a:gd name="connsiteY0-534" fmla="*/ 0 h 2973021"/>
                    <a:gd name="connsiteX1-535" fmla="*/ 8156794 w 8156794"/>
                    <a:gd name="connsiteY1-536" fmla="*/ 1673520 h 2973021"/>
                    <a:gd name="connsiteX2-537" fmla="*/ 4134388 w 8156794"/>
                    <a:gd name="connsiteY2-538" fmla="*/ 2972904 h 2973021"/>
                    <a:gd name="connsiteX3-539" fmla="*/ 2295 w 8156794"/>
                    <a:gd name="connsiteY3-540" fmla="*/ 1618086 h 2973021"/>
                    <a:gd name="connsiteX4-541" fmla="*/ 767 w 8156794"/>
                    <a:gd name="connsiteY4-542" fmla="*/ 147145 h 2973021"/>
                    <a:gd name="connsiteX5-543" fmla="*/ 4068271 w 8156794"/>
                    <a:gd name="connsiteY5-544" fmla="*/ 1566042 h 2973021"/>
                    <a:gd name="connsiteX6-545" fmla="*/ 8156794 w 8156794"/>
                    <a:gd name="connsiteY6-546" fmla="*/ 0 h 2973021"/>
                    <a:gd name="connsiteX0-547" fmla="*/ 8156794 w 8156794"/>
                    <a:gd name="connsiteY0-548" fmla="*/ 0 h 2973021"/>
                    <a:gd name="connsiteX1-549" fmla="*/ 8156794 w 8156794"/>
                    <a:gd name="connsiteY1-550" fmla="*/ 1673520 h 2973021"/>
                    <a:gd name="connsiteX2-551" fmla="*/ 4134388 w 8156794"/>
                    <a:gd name="connsiteY2-552" fmla="*/ 2972904 h 2973021"/>
                    <a:gd name="connsiteX3-553" fmla="*/ 2295 w 8156794"/>
                    <a:gd name="connsiteY3-554" fmla="*/ 1618086 h 2973021"/>
                    <a:gd name="connsiteX4-555" fmla="*/ 767 w 8156794"/>
                    <a:gd name="connsiteY4-556" fmla="*/ 147145 h 2973021"/>
                    <a:gd name="connsiteX5-557" fmla="*/ 4068271 w 8156794"/>
                    <a:gd name="connsiteY5-558" fmla="*/ 1566042 h 2973021"/>
                    <a:gd name="connsiteX6-559" fmla="*/ 8156794 w 8156794"/>
                    <a:gd name="connsiteY6-560" fmla="*/ 0 h 2973021"/>
                    <a:gd name="connsiteX0-561" fmla="*/ 8156794 w 8156794"/>
                    <a:gd name="connsiteY0-562" fmla="*/ 0 h 2973021"/>
                    <a:gd name="connsiteX1-563" fmla="*/ 8156794 w 8156794"/>
                    <a:gd name="connsiteY1-564" fmla="*/ 1673520 h 2973021"/>
                    <a:gd name="connsiteX2-565" fmla="*/ 4134388 w 8156794"/>
                    <a:gd name="connsiteY2-566" fmla="*/ 2972904 h 2973021"/>
                    <a:gd name="connsiteX3-567" fmla="*/ 2295 w 8156794"/>
                    <a:gd name="connsiteY3-568" fmla="*/ 1618086 h 2973021"/>
                    <a:gd name="connsiteX4-569" fmla="*/ 767 w 8156794"/>
                    <a:gd name="connsiteY4-570" fmla="*/ 147145 h 2973021"/>
                    <a:gd name="connsiteX5-571" fmla="*/ 4068271 w 8156794"/>
                    <a:gd name="connsiteY5-572" fmla="*/ 1566042 h 2973021"/>
                    <a:gd name="connsiteX6-573" fmla="*/ 8156794 w 8156794"/>
                    <a:gd name="connsiteY6-574" fmla="*/ 0 h 2973021"/>
                    <a:gd name="connsiteX0-575" fmla="*/ 8156794 w 8156794"/>
                    <a:gd name="connsiteY0-576" fmla="*/ 0 h 2973141"/>
                    <a:gd name="connsiteX1-577" fmla="*/ 8156794 w 8156794"/>
                    <a:gd name="connsiteY1-578" fmla="*/ 1673520 h 2973141"/>
                    <a:gd name="connsiteX2-579" fmla="*/ 4134388 w 8156794"/>
                    <a:gd name="connsiteY2-580" fmla="*/ 2972904 h 2973141"/>
                    <a:gd name="connsiteX3-581" fmla="*/ 2295 w 8156794"/>
                    <a:gd name="connsiteY3-582" fmla="*/ 1618086 h 2973141"/>
                    <a:gd name="connsiteX4-583" fmla="*/ 767 w 8156794"/>
                    <a:gd name="connsiteY4-584" fmla="*/ 147145 h 2973141"/>
                    <a:gd name="connsiteX5-585" fmla="*/ 4068271 w 8156794"/>
                    <a:gd name="connsiteY5-586" fmla="*/ 1566042 h 2973141"/>
                    <a:gd name="connsiteX6-587" fmla="*/ 8156794 w 8156794"/>
                    <a:gd name="connsiteY6-588" fmla="*/ 0 h 2973141"/>
                    <a:gd name="connsiteX0-589" fmla="*/ 8156794 w 8156794"/>
                    <a:gd name="connsiteY0-590" fmla="*/ 0 h 3066827"/>
                    <a:gd name="connsiteX1-591" fmla="*/ 8156794 w 8156794"/>
                    <a:gd name="connsiteY1-592" fmla="*/ 1673520 h 3066827"/>
                    <a:gd name="connsiteX2-593" fmla="*/ 4123353 w 8156794"/>
                    <a:gd name="connsiteY2-594" fmla="*/ 3066650 h 3066827"/>
                    <a:gd name="connsiteX3-595" fmla="*/ 2295 w 8156794"/>
                    <a:gd name="connsiteY3-596" fmla="*/ 1618086 h 3066827"/>
                    <a:gd name="connsiteX4-597" fmla="*/ 767 w 8156794"/>
                    <a:gd name="connsiteY4-598" fmla="*/ 147145 h 3066827"/>
                    <a:gd name="connsiteX5-599" fmla="*/ 4068271 w 8156794"/>
                    <a:gd name="connsiteY5-600" fmla="*/ 1566042 h 3066827"/>
                    <a:gd name="connsiteX6-601" fmla="*/ 8156794 w 8156794"/>
                    <a:gd name="connsiteY6-602" fmla="*/ 0 h 3066827"/>
                    <a:gd name="connsiteX0-603" fmla="*/ 8123689 w 8156794"/>
                    <a:gd name="connsiteY0-604" fmla="*/ 0 h 2999866"/>
                    <a:gd name="connsiteX1-605" fmla="*/ 8156794 w 8156794"/>
                    <a:gd name="connsiteY1-606" fmla="*/ 1606559 h 2999866"/>
                    <a:gd name="connsiteX2-607" fmla="*/ 4123353 w 8156794"/>
                    <a:gd name="connsiteY2-608" fmla="*/ 2999689 h 2999866"/>
                    <a:gd name="connsiteX3-609" fmla="*/ 2295 w 8156794"/>
                    <a:gd name="connsiteY3-610" fmla="*/ 1551125 h 2999866"/>
                    <a:gd name="connsiteX4-611" fmla="*/ 767 w 8156794"/>
                    <a:gd name="connsiteY4-612" fmla="*/ 80184 h 2999866"/>
                    <a:gd name="connsiteX5-613" fmla="*/ 4068271 w 8156794"/>
                    <a:gd name="connsiteY5-614" fmla="*/ 1499081 h 2999866"/>
                    <a:gd name="connsiteX6-615" fmla="*/ 8123689 w 8156794"/>
                    <a:gd name="connsiteY6-616" fmla="*/ 0 h 2999866"/>
                    <a:gd name="connsiteX0-617" fmla="*/ 8167828 w 8167828"/>
                    <a:gd name="connsiteY0-618" fmla="*/ 0 h 3026651"/>
                    <a:gd name="connsiteX1-619" fmla="*/ 8156794 w 8167828"/>
                    <a:gd name="connsiteY1-620" fmla="*/ 1633344 h 3026651"/>
                    <a:gd name="connsiteX2-621" fmla="*/ 4123353 w 8167828"/>
                    <a:gd name="connsiteY2-622" fmla="*/ 3026474 h 3026651"/>
                    <a:gd name="connsiteX3-623" fmla="*/ 2295 w 8167828"/>
                    <a:gd name="connsiteY3-624" fmla="*/ 1577910 h 3026651"/>
                    <a:gd name="connsiteX4-625" fmla="*/ 767 w 8167828"/>
                    <a:gd name="connsiteY4-626" fmla="*/ 106969 h 3026651"/>
                    <a:gd name="connsiteX5-627" fmla="*/ 4068271 w 8167828"/>
                    <a:gd name="connsiteY5-628" fmla="*/ 1525866 h 3026651"/>
                    <a:gd name="connsiteX6-629" fmla="*/ 8167828 w 8167828"/>
                    <a:gd name="connsiteY6-630" fmla="*/ 0 h 3026651"/>
                    <a:gd name="connsiteX0-631" fmla="*/ 8167828 w 8167828"/>
                    <a:gd name="connsiteY0-632" fmla="*/ 0 h 3027228"/>
                    <a:gd name="connsiteX1-633" fmla="*/ 8145760 w 8167828"/>
                    <a:gd name="connsiteY1-634" fmla="*/ 1686913 h 3027228"/>
                    <a:gd name="connsiteX2-635" fmla="*/ 4123353 w 8167828"/>
                    <a:gd name="connsiteY2-636" fmla="*/ 3026474 h 3027228"/>
                    <a:gd name="connsiteX3-637" fmla="*/ 2295 w 8167828"/>
                    <a:gd name="connsiteY3-638" fmla="*/ 1577910 h 3027228"/>
                    <a:gd name="connsiteX4-639" fmla="*/ 767 w 8167828"/>
                    <a:gd name="connsiteY4-640" fmla="*/ 106969 h 3027228"/>
                    <a:gd name="connsiteX5-641" fmla="*/ 4068271 w 8167828"/>
                    <a:gd name="connsiteY5-642" fmla="*/ 1525866 h 3027228"/>
                    <a:gd name="connsiteX6-643" fmla="*/ 8167828 w 8167828"/>
                    <a:gd name="connsiteY6-644" fmla="*/ 0 h 3027228"/>
                    <a:gd name="connsiteX0-645" fmla="*/ 8156794 w 8156794"/>
                    <a:gd name="connsiteY0-646" fmla="*/ 0 h 2933483"/>
                    <a:gd name="connsiteX1-647" fmla="*/ 8145760 w 8156794"/>
                    <a:gd name="connsiteY1-648" fmla="*/ 1593168 h 2933483"/>
                    <a:gd name="connsiteX2-649" fmla="*/ 4123353 w 8156794"/>
                    <a:gd name="connsiteY2-650" fmla="*/ 2932729 h 2933483"/>
                    <a:gd name="connsiteX3-651" fmla="*/ 2295 w 8156794"/>
                    <a:gd name="connsiteY3-652" fmla="*/ 1484165 h 2933483"/>
                    <a:gd name="connsiteX4-653" fmla="*/ 767 w 8156794"/>
                    <a:gd name="connsiteY4-654" fmla="*/ 13224 h 2933483"/>
                    <a:gd name="connsiteX5-655" fmla="*/ 4068271 w 8156794"/>
                    <a:gd name="connsiteY5-656" fmla="*/ 1432121 h 2933483"/>
                    <a:gd name="connsiteX6-657" fmla="*/ 8156794 w 8156794"/>
                    <a:gd name="connsiteY6-658" fmla="*/ 0 h 2933483"/>
                    <a:gd name="connsiteX0-659" fmla="*/ 8156794 w 8156794"/>
                    <a:gd name="connsiteY0-660" fmla="*/ 0 h 2933483"/>
                    <a:gd name="connsiteX1-661" fmla="*/ 8145760 w 8156794"/>
                    <a:gd name="connsiteY1-662" fmla="*/ 1593168 h 2933483"/>
                    <a:gd name="connsiteX2-663" fmla="*/ 4123353 w 8156794"/>
                    <a:gd name="connsiteY2-664" fmla="*/ 2932729 h 2933483"/>
                    <a:gd name="connsiteX3-665" fmla="*/ 2295 w 8156794"/>
                    <a:gd name="connsiteY3-666" fmla="*/ 1484165 h 2933483"/>
                    <a:gd name="connsiteX4-667" fmla="*/ 767 w 8156794"/>
                    <a:gd name="connsiteY4-668" fmla="*/ 13224 h 2933483"/>
                    <a:gd name="connsiteX5-669" fmla="*/ 4068271 w 8156794"/>
                    <a:gd name="connsiteY5-670" fmla="*/ 1432121 h 2933483"/>
                    <a:gd name="connsiteX6-671" fmla="*/ 8156794 w 8156794"/>
                    <a:gd name="connsiteY6-672" fmla="*/ 0 h 2933483"/>
                    <a:gd name="connsiteX0-673" fmla="*/ 8123689 w 8145760"/>
                    <a:gd name="connsiteY0-674" fmla="*/ 13560 h 2920259"/>
                    <a:gd name="connsiteX1-675" fmla="*/ 8145760 w 8145760"/>
                    <a:gd name="connsiteY1-676" fmla="*/ 1579944 h 2920259"/>
                    <a:gd name="connsiteX2-677" fmla="*/ 4123353 w 8145760"/>
                    <a:gd name="connsiteY2-678" fmla="*/ 2919505 h 2920259"/>
                    <a:gd name="connsiteX3-679" fmla="*/ 2295 w 8145760"/>
                    <a:gd name="connsiteY3-680" fmla="*/ 1470941 h 2920259"/>
                    <a:gd name="connsiteX4-681" fmla="*/ 767 w 8145760"/>
                    <a:gd name="connsiteY4-682" fmla="*/ 0 h 2920259"/>
                    <a:gd name="connsiteX5-683" fmla="*/ 4068271 w 8145760"/>
                    <a:gd name="connsiteY5-684" fmla="*/ 1418897 h 2920259"/>
                    <a:gd name="connsiteX6-685" fmla="*/ 8123689 w 8145760"/>
                    <a:gd name="connsiteY6-686" fmla="*/ 13560 h 2920259"/>
                    <a:gd name="connsiteX0-687" fmla="*/ 8178863 w 8178863"/>
                    <a:gd name="connsiteY0-688" fmla="*/ 26952 h 2920259"/>
                    <a:gd name="connsiteX1-689" fmla="*/ 8145760 w 8178863"/>
                    <a:gd name="connsiteY1-690" fmla="*/ 1579944 h 2920259"/>
                    <a:gd name="connsiteX2-691" fmla="*/ 4123353 w 8178863"/>
                    <a:gd name="connsiteY2-692" fmla="*/ 2919505 h 2920259"/>
                    <a:gd name="connsiteX3-693" fmla="*/ 2295 w 8178863"/>
                    <a:gd name="connsiteY3-694" fmla="*/ 1470941 h 2920259"/>
                    <a:gd name="connsiteX4-695" fmla="*/ 767 w 8178863"/>
                    <a:gd name="connsiteY4-696" fmla="*/ 0 h 2920259"/>
                    <a:gd name="connsiteX5-697" fmla="*/ 4068271 w 8178863"/>
                    <a:gd name="connsiteY5-698" fmla="*/ 1418897 h 2920259"/>
                    <a:gd name="connsiteX6-699" fmla="*/ 8178863 w 8178863"/>
                    <a:gd name="connsiteY6-700" fmla="*/ 26952 h 2920259"/>
                    <a:gd name="connsiteX0-701" fmla="*/ 8167827 w 8167827"/>
                    <a:gd name="connsiteY0-702" fmla="*/ 40343 h 2920259"/>
                    <a:gd name="connsiteX1-703" fmla="*/ 8145760 w 8167827"/>
                    <a:gd name="connsiteY1-704" fmla="*/ 1579944 h 2920259"/>
                    <a:gd name="connsiteX2-705" fmla="*/ 4123353 w 8167827"/>
                    <a:gd name="connsiteY2-706" fmla="*/ 2919505 h 2920259"/>
                    <a:gd name="connsiteX3-707" fmla="*/ 2295 w 8167827"/>
                    <a:gd name="connsiteY3-708" fmla="*/ 1470941 h 2920259"/>
                    <a:gd name="connsiteX4-709" fmla="*/ 767 w 8167827"/>
                    <a:gd name="connsiteY4-710" fmla="*/ 0 h 2920259"/>
                    <a:gd name="connsiteX5-711" fmla="*/ 4068271 w 8167827"/>
                    <a:gd name="connsiteY5-712" fmla="*/ 1418897 h 2920259"/>
                    <a:gd name="connsiteX6-713" fmla="*/ 8167827 w 8167827"/>
                    <a:gd name="connsiteY6-714" fmla="*/ 40343 h 2920259"/>
                    <a:gd name="connsiteX0-715" fmla="*/ 8123687 w 8145760"/>
                    <a:gd name="connsiteY0-716" fmla="*/ 53735 h 2920259"/>
                    <a:gd name="connsiteX1-717" fmla="*/ 8145760 w 8145760"/>
                    <a:gd name="connsiteY1-718" fmla="*/ 1579944 h 2920259"/>
                    <a:gd name="connsiteX2-719" fmla="*/ 4123353 w 8145760"/>
                    <a:gd name="connsiteY2-720" fmla="*/ 2919505 h 2920259"/>
                    <a:gd name="connsiteX3-721" fmla="*/ 2295 w 8145760"/>
                    <a:gd name="connsiteY3-722" fmla="*/ 1470941 h 2920259"/>
                    <a:gd name="connsiteX4-723" fmla="*/ 767 w 8145760"/>
                    <a:gd name="connsiteY4-724" fmla="*/ 0 h 2920259"/>
                    <a:gd name="connsiteX5-725" fmla="*/ 4068271 w 8145760"/>
                    <a:gd name="connsiteY5-726" fmla="*/ 1418897 h 2920259"/>
                    <a:gd name="connsiteX6-727" fmla="*/ 8123687 w 8145760"/>
                    <a:gd name="connsiteY6-728" fmla="*/ 53735 h 2920259"/>
                    <a:gd name="connsiteX0-729" fmla="*/ 8161918 w 8161918"/>
                    <a:gd name="connsiteY0-730" fmla="*/ 0 h 2943855"/>
                    <a:gd name="connsiteX1-731" fmla="*/ 8145760 w 8161918"/>
                    <a:gd name="connsiteY1-732" fmla="*/ 1603540 h 2943855"/>
                    <a:gd name="connsiteX2-733" fmla="*/ 4123353 w 8161918"/>
                    <a:gd name="connsiteY2-734" fmla="*/ 2943101 h 2943855"/>
                    <a:gd name="connsiteX3-735" fmla="*/ 2295 w 8161918"/>
                    <a:gd name="connsiteY3-736" fmla="*/ 1494537 h 2943855"/>
                    <a:gd name="connsiteX4-737" fmla="*/ 767 w 8161918"/>
                    <a:gd name="connsiteY4-738" fmla="*/ 23596 h 2943855"/>
                    <a:gd name="connsiteX5-739" fmla="*/ 4068271 w 8161918"/>
                    <a:gd name="connsiteY5-740" fmla="*/ 1442493 h 2943855"/>
                    <a:gd name="connsiteX6-741" fmla="*/ 8161918 w 8161918"/>
                    <a:gd name="connsiteY6-742" fmla="*/ 0 h 2943855"/>
                    <a:gd name="connsiteX0-743" fmla="*/ 8144926 w 8145760"/>
                    <a:gd name="connsiteY0-744" fmla="*/ 43424 h 2920259"/>
                    <a:gd name="connsiteX1-745" fmla="*/ 8145760 w 8145760"/>
                    <a:gd name="connsiteY1-746" fmla="*/ 1579944 h 2920259"/>
                    <a:gd name="connsiteX2-747" fmla="*/ 4123353 w 8145760"/>
                    <a:gd name="connsiteY2-748" fmla="*/ 2919505 h 2920259"/>
                    <a:gd name="connsiteX3-749" fmla="*/ 2295 w 8145760"/>
                    <a:gd name="connsiteY3-750" fmla="*/ 1470941 h 2920259"/>
                    <a:gd name="connsiteX4-751" fmla="*/ 767 w 8145760"/>
                    <a:gd name="connsiteY4-752" fmla="*/ 0 h 2920259"/>
                    <a:gd name="connsiteX5-753" fmla="*/ 4068271 w 8145760"/>
                    <a:gd name="connsiteY5-754" fmla="*/ 1418897 h 2920259"/>
                    <a:gd name="connsiteX6-755" fmla="*/ 8144926 w 8145760"/>
                    <a:gd name="connsiteY6-756" fmla="*/ 43424 h 2920259"/>
                    <a:gd name="connsiteX0-757" fmla="*/ 8161918 w 8161918"/>
                    <a:gd name="connsiteY0-758" fmla="*/ 0 h 2959321"/>
                    <a:gd name="connsiteX1-759" fmla="*/ 8145760 w 8161918"/>
                    <a:gd name="connsiteY1-760" fmla="*/ 1619006 h 2959321"/>
                    <a:gd name="connsiteX2-761" fmla="*/ 4123353 w 8161918"/>
                    <a:gd name="connsiteY2-762" fmla="*/ 2958567 h 2959321"/>
                    <a:gd name="connsiteX3-763" fmla="*/ 2295 w 8161918"/>
                    <a:gd name="connsiteY3-764" fmla="*/ 1510003 h 2959321"/>
                    <a:gd name="connsiteX4-765" fmla="*/ 767 w 8161918"/>
                    <a:gd name="connsiteY4-766" fmla="*/ 39062 h 2959321"/>
                    <a:gd name="connsiteX5-767" fmla="*/ 4068271 w 8161918"/>
                    <a:gd name="connsiteY5-768" fmla="*/ 1457959 h 2959321"/>
                    <a:gd name="connsiteX6-769" fmla="*/ 8161918 w 8161918"/>
                    <a:gd name="connsiteY6-770" fmla="*/ 0 h 2959321"/>
                    <a:gd name="connsiteX0-771" fmla="*/ 8161918 w 8162752"/>
                    <a:gd name="connsiteY0-772" fmla="*/ 0 h 2959488"/>
                    <a:gd name="connsiteX1-773" fmla="*/ 8162752 w 8162752"/>
                    <a:gd name="connsiteY1-774" fmla="*/ 1629317 h 2959488"/>
                    <a:gd name="connsiteX2-775" fmla="*/ 4123353 w 8162752"/>
                    <a:gd name="connsiteY2-776" fmla="*/ 2958567 h 2959488"/>
                    <a:gd name="connsiteX3-777" fmla="*/ 2295 w 8162752"/>
                    <a:gd name="connsiteY3-778" fmla="*/ 1510003 h 2959488"/>
                    <a:gd name="connsiteX4-779" fmla="*/ 767 w 8162752"/>
                    <a:gd name="connsiteY4-780" fmla="*/ 39062 h 2959488"/>
                    <a:gd name="connsiteX5-781" fmla="*/ 4068271 w 8162752"/>
                    <a:gd name="connsiteY5-782" fmla="*/ 1457959 h 2959488"/>
                    <a:gd name="connsiteX6-783" fmla="*/ 8161918 w 8162752"/>
                    <a:gd name="connsiteY6-784" fmla="*/ 0 h 2959488"/>
                    <a:gd name="connsiteX0-785" fmla="*/ 8165930 w 8166764"/>
                    <a:gd name="connsiteY0-786" fmla="*/ 7337 h 2966825"/>
                    <a:gd name="connsiteX1-787" fmla="*/ 8166764 w 8166764"/>
                    <a:gd name="connsiteY1-788" fmla="*/ 1636654 h 2966825"/>
                    <a:gd name="connsiteX2-789" fmla="*/ 4127365 w 8166764"/>
                    <a:gd name="connsiteY2-790" fmla="*/ 2965904 h 2966825"/>
                    <a:gd name="connsiteX3-791" fmla="*/ 6307 w 8166764"/>
                    <a:gd name="connsiteY3-792" fmla="*/ 1517340 h 2966825"/>
                    <a:gd name="connsiteX4-793" fmla="*/ 532 w 8166764"/>
                    <a:gd name="connsiteY4-794" fmla="*/ 0 h 2966825"/>
                    <a:gd name="connsiteX5-795" fmla="*/ 4072283 w 8166764"/>
                    <a:gd name="connsiteY5-796" fmla="*/ 1465296 h 2966825"/>
                    <a:gd name="connsiteX6-797" fmla="*/ 8165930 w 8166764"/>
                    <a:gd name="connsiteY6-798" fmla="*/ 7337 h 2966825"/>
                    <a:gd name="connsiteX0-799" fmla="*/ 8168119 w 8168953"/>
                    <a:gd name="connsiteY0-800" fmla="*/ 7337 h 2966682"/>
                    <a:gd name="connsiteX1-801" fmla="*/ 8168953 w 8168953"/>
                    <a:gd name="connsiteY1-802" fmla="*/ 1636654 h 2966682"/>
                    <a:gd name="connsiteX2-803" fmla="*/ 4129554 w 8168953"/>
                    <a:gd name="connsiteY2-804" fmla="*/ 2965904 h 2966682"/>
                    <a:gd name="connsiteX3-805" fmla="*/ 0 w 8168953"/>
                    <a:gd name="connsiteY3-806" fmla="*/ 1527651 h 2966682"/>
                    <a:gd name="connsiteX4-807" fmla="*/ 2721 w 8168953"/>
                    <a:gd name="connsiteY4-808" fmla="*/ 0 h 2966682"/>
                    <a:gd name="connsiteX5-809" fmla="*/ 4074472 w 8168953"/>
                    <a:gd name="connsiteY5-810" fmla="*/ 1465296 h 2966682"/>
                    <a:gd name="connsiteX6-811" fmla="*/ 8168119 w 8168953"/>
                    <a:gd name="connsiteY6-812" fmla="*/ 7337 h 2966682"/>
                    <a:gd name="connsiteX0-813" fmla="*/ 8168119 w 8168953"/>
                    <a:gd name="connsiteY0-814" fmla="*/ 7337 h 3100377"/>
                    <a:gd name="connsiteX1-815" fmla="*/ 8168953 w 8168953"/>
                    <a:gd name="connsiteY1-816" fmla="*/ 1636654 h 3100377"/>
                    <a:gd name="connsiteX2-817" fmla="*/ 4118520 w 8168953"/>
                    <a:gd name="connsiteY2-818" fmla="*/ 3099826 h 3100377"/>
                    <a:gd name="connsiteX3-819" fmla="*/ 0 w 8168953"/>
                    <a:gd name="connsiteY3-820" fmla="*/ 1527651 h 3100377"/>
                    <a:gd name="connsiteX4-821" fmla="*/ 2721 w 8168953"/>
                    <a:gd name="connsiteY4-822" fmla="*/ 0 h 3100377"/>
                    <a:gd name="connsiteX5-823" fmla="*/ 4074472 w 8168953"/>
                    <a:gd name="connsiteY5-824" fmla="*/ 1465296 h 3100377"/>
                    <a:gd name="connsiteX6-825" fmla="*/ 8168119 w 8168953"/>
                    <a:gd name="connsiteY6-826" fmla="*/ 7337 h 3100377"/>
                    <a:gd name="connsiteX0-827" fmla="*/ 8168119 w 8168953"/>
                    <a:gd name="connsiteY0-828" fmla="*/ 7337 h 3100429"/>
                    <a:gd name="connsiteX1-829" fmla="*/ 8168953 w 8168953"/>
                    <a:gd name="connsiteY1-830" fmla="*/ 1636654 h 3100429"/>
                    <a:gd name="connsiteX2-831" fmla="*/ 4118520 w 8168953"/>
                    <a:gd name="connsiteY2-832" fmla="*/ 3099826 h 3100429"/>
                    <a:gd name="connsiteX3-833" fmla="*/ 0 w 8168953"/>
                    <a:gd name="connsiteY3-834" fmla="*/ 1527651 h 3100429"/>
                    <a:gd name="connsiteX4-835" fmla="*/ 2721 w 8168953"/>
                    <a:gd name="connsiteY4-836" fmla="*/ 0 h 3100429"/>
                    <a:gd name="connsiteX5-837" fmla="*/ 4074472 w 8168953"/>
                    <a:gd name="connsiteY5-838" fmla="*/ 1465296 h 3100429"/>
                    <a:gd name="connsiteX6-839" fmla="*/ 8168119 w 8168953"/>
                    <a:gd name="connsiteY6-840" fmla="*/ 7337 h 3100429"/>
                    <a:gd name="connsiteX0-841" fmla="*/ 8165849 w 8166683"/>
                    <a:gd name="connsiteY0-842" fmla="*/ 7337 h 3099826"/>
                    <a:gd name="connsiteX1-843" fmla="*/ 8166683 w 8166683"/>
                    <a:gd name="connsiteY1-844" fmla="*/ 1636654 h 3099826"/>
                    <a:gd name="connsiteX2-845" fmla="*/ 4116250 w 8166683"/>
                    <a:gd name="connsiteY2-846" fmla="*/ 3099826 h 3099826"/>
                    <a:gd name="connsiteX3-847" fmla="*/ 8764 w 8166683"/>
                    <a:gd name="connsiteY3-848" fmla="*/ 1634789 h 3099826"/>
                    <a:gd name="connsiteX4-849" fmla="*/ 451 w 8166683"/>
                    <a:gd name="connsiteY4-850" fmla="*/ 0 h 3099826"/>
                    <a:gd name="connsiteX5-851" fmla="*/ 4072202 w 8166683"/>
                    <a:gd name="connsiteY5-852" fmla="*/ 1465296 h 3099826"/>
                    <a:gd name="connsiteX6-853" fmla="*/ 8165849 w 8166683"/>
                    <a:gd name="connsiteY6-854" fmla="*/ 7337 h 3099826"/>
                    <a:gd name="connsiteX0-855" fmla="*/ 8165849 w 8166683"/>
                    <a:gd name="connsiteY0-856" fmla="*/ 7337 h 3099826"/>
                    <a:gd name="connsiteX1-857" fmla="*/ 8166683 w 8166683"/>
                    <a:gd name="connsiteY1-858" fmla="*/ 1636654 h 3099826"/>
                    <a:gd name="connsiteX2-859" fmla="*/ 4116250 w 8166683"/>
                    <a:gd name="connsiteY2-860" fmla="*/ 3099826 h 3099826"/>
                    <a:gd name="connsiteX3-861" fmla="*/ 8764 w 8166683"/>
                    <a:gd name="connsiteY3-862" fmla="*/ 1634789 h 3099826"/>
                    <a:gd name="connsiteX4-863" fmla="*/ 451 w 8166683"/>
                    <a:gd name="connsiteY4-864" fmla="*/ 0 h 3099826"/>
                    <a:gd name="connsiteX5-865" fmla="*/ 4072202 w 8166683"/>
                    <a:gd name="connsiteY5-866" fmla="*/ 1465296 h 3099826"/>
                    <a:gd name="connsiteX6-867" fmla="*/ 8165849 w 8166683"/>
                    <a:gd name="connsiteY6-868" fmla="*/ 7337 h 3099826"/>
                    <a:gd name="connsiteX0-869" fmla="*/ 8165849 w 8166683"/>
                    <a:gd name="connsiteY0-870" fmla="*/ 7337 h 3099826"/>
                    <a:gd name="connsiteX1-871" fmla="*/ 8166683 w 8166683"/>
                    <a:gd name="connsiteY1-872" fmla="*/ 1636654 h 3099826"/>
                    <a:gd name="connsiteX2-873" fmla="*/ 4116250 w 8166683"/>
                    <a:gd name="connsiteY2-874" fmla="*/ 3099826 h 3099826"/>
                    <a:gd name="connsiteX3-875" fmla="*/ 8764 w 8166683"/>
                    <a:gd name="connsiteY3-876" fmla="*/ 1634789 h 3099826"/>
                    <a:gd name="connsiteX4-877" fmla="*/ 451 w 8166683"/>
                    <a:gd name="connsiteY4-878" fmla="*/ 0 h 3099826"/>
                    <a:gd name="connsiteX5-879" fmla="*/ 4061168 w 8166683"/>
                    <a:gd name="connsiteY5-880" fmla="*/ 1438511 h 3099826"/>
                    <a:gd name="connsiteX6-881" fmla="*/ 8165849 w 8166683"/>
                    <a:gd name="connsiteY6-882" fmla="*/ 7337 h 3099826"/>
                    <a:gd name="connsiteX0-883" fmla="*/ 8165849 w 8166683"/>
                    <a:gd name="connsiteY0-884" fmla="*/ 7337 h 3099826"/>
                    <a:gd name="connsiteX1-885" fmla="*/ 8166683 w 8166683"/>
                    <a:gd name="connsiteY1-886" fmla="*/ 1636654 h 3099826"/>
                    <a:gd name="connsiteX2-887" fmla="*/ 4116250 w 8166683"/>
                    <a:gd name="connsiteY2-888" fmla="*/ 3099826 h 3099826"/>
                    <a:gd name="connsiteX3-889" fmla="*/ 8764 w 8166683"/>
                    <a:gd name="connsiteY3-890" fmla="*/ 1634789 h 3099826"/>
                    <a:gd name="connsiteX4-891" fmla="*/ 451 w 8166683"/>
                    <a:gd name="connsiteY4-892" fmla="*/ 0 h 3099826"/>
                    <a:gd name="connsiteX5-893" fmla="*/ 4061168 w 8166683"/>
                    <a:gd name="connsiteY5-894" fmla="*/ 1438511 h 3099826"/>
                    <a:gd name="connsiteX6-895" fmla="*/ 8165849 w 8166683"/>
                    <a:gd name="connsiteY6-896" fmla="*/ 7337 h 309982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dirty="0"/>
                    <a:t>                   </a:t>
                  </a:r>
                  <a:endParaRPr lang="en-US" dirty="0"/>
                </a:p>
              </p:txBody>
            </p:sp>
            <p:sp>
              <p:nvSpPr>
                <p:cNvPr id="747" name="Oval 746"/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dirty="0"/>
                    <a:t>              </a:t>
                  </a:r>
                  <a:endParaRPr lang="en-US" dirty="0"/>
                </a:p>
              </p:txBody>
            </p:sp>
            <p:grpSp>
              <p:nvGrpSpPr>
                <p:cNvPr id="748" name="Group 747"/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749" name="Freeform 748"/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-1" fmla="*/ 3725333 w 4641485"/>
                      <a:gd name="connsiteY0-2" fmla="*/ 0 h 1049866"/>
                      <a:gd name="connsiteX1-3" fmla="*/ 4641485 w 4641485"/>
                      <a:gd name="connsiteY1-4" fmla="*/ 239402 h 1049866"/>
                      <a:gd name="connsiteX2-5" fmla="*/ 3962400 w 4641485"/>
                      <a:gd name="connsiteY2-6" fmla="*/ 541866 h 1049866"/>
                      <a:gd name="connsiteX3-7" fmla="*/ 3742267 w 4641485"/>
                      <a:gd name="connsiteY3-8" fmla="*/ 457200 h 1049866"/>
                      <a:gd name="connsiteX4-9" fmla="*/ 2269067 w 4641485"/>
                      <a:gd name="connsiteY4-10" fmla="*/ 1049866 h 1049866"/>
                      <a:gd name="connsiteX5-11" fmla="*/ 880533 w 4641485"/>
                      <a:gd name="connsiteY5-12" fmla="*/ 457200 h 1049866"/>
                      <a:gd name="connsiteX6-13" fmla="*/ 592667 w 4641485"/>
                      <a:gd name="connsiteY6-14" fmla="*/ 541866 h 1049866"/>
                      <a:gd name="connsiteX7-15" fmla="*/ 0 w 4641485"/>
                      <a:gd name="connsiteY7-16" fmla="*/ 254000 h 1049866"/>
                      <a:gd name="connsiteX8-17" fmla="*/ 880533 w 4641485"/>
                      <a:gd name="connsiteY8-18" fmla="*/ 16933 h 1049866"/>
                      <a:gd name="connsiteX9-19" fmla="*/ 2302933 w 4641485"/>
                      <a:gd name="connsiteY9-20" fmla="*/ 626533 h 1049866"/>
                      <a:gd name="connsiteX10-21" fmla="*/ 3725333 w 4641485"/>
                      <a:gd name="connsiteY10-22" fmla="*/ 0 h 1049866"/>
                      <a:gd name="connsiteX0-23" fmla="*/ 3756864 w 4673016"/>
                      <a:gd name="connsiteY0-24" fmla="*/ 0 h 1049866"/>
                      <a:gd name="connsiteX1-25" fmla="*/ 4673016 w 4673016"/>
                      <a:gd name="connsiteY1-26" fmla="*/ 239402 h 1049866"/>
                      <a:gd name="connsiteX2-27" fmla="*/ 3993931 w 4673016"/>
                      <a:gd name="connsiteY2-28" fmla="*/ 541866 h 1049866"/>
                      <a:gd name="connsiteX3-29" fmla="*/ 3773798 w 4673016"/>
                      <a:gd name="connsiteY3-30" fmla="*/ 457200 h 1049866"/>
                      <a:gd name="connsiteX4-31" fmla="*/ 2300598 w 4673016"/>
                      <a:gd name="connsiteY4-32" fmla="*/ 1049866 h 1049866"/>
                      <a:gd name="connsiteX5-33" fmla="*/ 912064 w 4673016"/>
                      <a:gd name="connsiteY5-34" fmla="*/ 457200 h 1049866"/>
                      <a:gd name="connsiteX6-35" fmla="*/ 624198 w 4673016"/>
                      <a:gd name="connsiteY6-36" fmla="*/ 541866 h 1049866"/>
                      <a:gd name="connsiteX7-37" fmla="*/ 0 w 4673016"/>
                      <a:gd name="connsiteY7-38" fmla="*/ 232979 h 1049866"/>
                      <a:gd name="connsiteX8-39" fmla="*/ 912064 w 4673016"/>
                      <a:gd name="connsiteY8-40" fmla="*/ 16933 h 1049866"/>
                      <a:gd name="connsiteX9-41" fmla="*/ 2334464 w 4673016"/>
                      <a:gd name="connsiteY9-42" fmla="*/ 626533 h 1049866"/>
                      <a:gd name="connsiteX10-43" fmla="*/ 3756864 w 4673016"/>
                      <a:gd name="connsiteY10-44" fmla="*/ 0 h 1049866"/>
                      <a:gd name="connsiteX0-45" fmla="*/ 3756864 w 4673016"/>
                      <a:gd name="connsiteY0-46" fmla="*/ 0 h 1049866"/>
                      <a:gd name="connsiteX1-47" fmla="*/ 4673016 w 4673016"/>
                      <a:gd name="connsiteY1-48" fmla="*/ 239402 h 1049866"/>
                      <a:gd name="connsiteX2-49" fmla="*/ 3993931 w 4673016"/>
                      <a:gd name="connsiteY2-50" fmla="*/ 541866 h 1049866"/>
                      <a:gd name="connsiteX3-51" fmla="*/ 3784308 w 4673016"/>
                      <a:gd name="connsiteY3-52" fmla="*/ 404648 h 1049866"/>
                      <a:gd name="connsiteX4-53" fmla="*/ 2300598 w 4673016"/>
                      <a:gd name="connsiteY4-54" fmla="*/ 1049866 h 1049866"/>
                      <a:gd name="connsiteX5-55" fmla="*/ 912064 w 4673016"/>
                      <a:gd name="connsiteY5-56" fmla="*/ 457200 h 1049866"/>
                      <a:gd name="connsiteX6-57" fmla="*/ 624198 w 4673016"/>
                      <a:gd name="connsiteY6-58" fmla="*/ 541866 h 1049866"/>
                      <a:gd name="connsiteX7-59" fmla="*/ 0 w 4673016"/>
                      <a:gd name="connsiteY7-60" fmla="*/ 232979 h 1049866"/>
                      <a:gd name="connsiteX8-61" fmla="*/ 912064 w 4673016"/>
                      <a:gd name="connsiteY8-62" fmla="*/ 16933 h 1049866"/>
                      <a:gd name="connsiteX9-63" fmla="*/ 2334464 w 4673016"/>
                      <a:gd name="connsiteY9-64" fmla="*/ 626533 h 1049866"/>
                      <a:gd name="connsiteX10-65" fmla="*/ 3756864 w 4673016"/>
                      <a:gd name="connsiteY10-66" fmla="*/ 0 h 1049866"/>
                      <a:gd name="connsiteX0-67" fmla="*/ 3756864 w 4673016"/>
                      <a:gd name="connsiteY0-68" fmla="*/ 0 h 1049866"/>
                      <a:gd name="connsiteX1-69" fmla="*/ 4673016 w 4673016"/>
                      <a:gd name="connsiteY1-70" fmla="*/ 239402 h 1049866"/>
                      <a:gd name="connsiteX2-71" fmla="*/ 3993931 w 4673016"/>
                      <a:gd name="connsiteY2-72" fmla="*/ 541866 h 1049866"/>
                      <a:gd name="connsiteX3-73" fmla="*/ 3794818 w 4673016"/>
                      <a:gd name="connsiteY3-74" fmla="*/ 436179 h 1049866"/>
                      <a:gd name="connsiteX4-75" fmla="*/ 2300598 w 4673016"/>
                      <a:gd name="connsiteY4-76" fmla="*/ 1049866 h 1049866"/>
                      <a:gd name="connsiteX5-77" fmla="*/ 912064 w 4673016"/>
                      <a:gd name="connsiteY5-78" fmla="*/ 457200 h 1049866"/>
                      <a:gd name="connsiteX6-79" fmla="*/ 624198 w 4673016"/>
                      <a:gd name="connsiteY6-80" fmla="*/ 541866 h 1049866"/>
                      <a:gd name="connsiteX7-81" fmla="*/ 0 w 4673016"/>
                      <a:gd name="connsiteY7-82" fmla="*/ 232979 h 1049866"/>
                      <a:gd name="connsiteX8-83" fmla="*/ 912064 w 4673016"/>
                      <a:gd name="connsiteY8-84" fmla="*/ 16933 h 1049866"/>
                      <a:gd name="connsiteX9-85" fmla="*/ 2334464 w 4673016"/>
                      <a:gd name="connsiteY9-86" fmla="*/ 626533 h 1049866"/>
                      <a:gd name="connsiteX10-87" fmla="*/ 3756864 w 4673016"/>
                      <a:gd name="connsiteY10-88" fmla="*/ 0 h 1049866"/>
                      <a:gd name="connsiteX0-89" fmla="*/ 3756864 w 4673016"/>
                      <a:gd name="connsiteY0-90" fmla="*/ 0 h 1049866"/>
                      <a:gd name="connsiteX1-91" fmla="*/ 4673016 w 4673016"/>
                      <a:gd name="connsiteY1-92" fmla="*/ 239402 h 1049866"/>
                      <a:gd name="connsiteX2-93" fmla="*/ 3993931 w 4673016"/>
                      <a:gd name="connsiteY2-94" fmla="*/ 541866 h 1049866"/>
                      <a:gd name="connsiteX3-95" fmla="*/ 3794818 w 4673016"/>
                      <a:gd name="connsiteY3-96" fmla="*/ 436179 h 1049866"/>
                      <a:gd name="connsiteX4-97" fmla="*/ 2300598 w 4673016"/>
                      <a:gd name="connsiteY4-98" fmla="*/ 1049866 h 1049866"/>
                      <a:gd name="connsiteX5-99" fmla="*/ 912064 w 4673016"/>
                      <a:gd name="connsiteY5-100" fmla="*/ 457200 h 1049866"/>
                      <a:gd name="connsiteX6-101" fmla="*/ 624198 w 4673016"/>
                      <a:gd name="connsiteY6-102" fmla="*/ 541866 h 1049866"/>
                      <a:gd name="connsiteX7-103" fmla="*/ 0 w 4673016"/>
                      <a:gd name="connsiteY7-104" fmla="*/ 232979 h 1049866"/>
                      <a:gd name="connsiteX8-105" fmla="*/ 912064 w 4673016"/>
                      <a:gd name="connsiteY8-106" fmla="*/ 16933 h 1049866"/>
                      <a:gd name="connsiteX9-107" fmla="*/ 2323954 w 4673016"/>
                      <a:gd name="connsiteY9-108" fmla="*/ 616023 h 1049866"/>
                      <a:gd name="connsiteX10-109" fmla="*/ 3756864 w 4673016"/>
                      <a:gd name="connsiteY10-110" fmla="*/ 0 h 1049866"/>
                      <a:gd name="connsiteX0-111" fmla="*/ 3756864 w 4673016"/>
                      <a:gd name="connsiteY0-112" fmla="*/ 0 h 1049866"/>
                      <a:gd name="connsiteX1-113" fmla="*/ 4673016 w 4673016"/>
                      <a:gd name="connsiteY1-114" fmla="*/ 239402 h 1049866"/>
                      <a:gd name="connsiteX2-115" fmla="*/ 3993931 w 4673016"/>
                      <a:gd name="connsiteY2-116" fmla="*/ 541866 h 1049866"/>
                      <a:gd name="connsiteX3-117" fmla="*/ 3794818 w 4673016"/>
                      <a:gd name="connsiteY3-118" fmla="*/ 436179 h 1049866"/>
                      <a:gd name="connsiteX4-119" fmla="*/ 2300598 w 4673016"/>
                      <a:gd name="connsiteY4-120" fmla="*/ 1049866 h 1049866"/>
                      <a:gd name="connsiteX5-121" fmla="*/ 912064 w 4673016"/>
                      <a:gd name="connsiteY5-122" fmla="*/ 457200 h 1049866"/>
                      <a:gd name="connsiteX6-123" fmla="*/ 624198 w 4673016"/>
                      <a:gd name="connsiteY6-124" fmla="*/ 541866 h 1049866"/>
                      <a:gd name="connsiteX7-125" fmla="*/ 0 w 4673016"/>
                      <a:gd name="connsiteY7-126" fmla="*/ 275021 h 1049866"/>
                      <a:gd name="connsiteX8-127" fmla="*/ 912064 w 4673016"/>
                      <a:gd name="connsiteY8-128" fmla="*/ 16933 h 1049866"/>
                      <a:gd name="connsiteX9-129" fmla="*/ 2323954 w 4673016"/>
                      <a:gd name="connsiteY9-130" fmla="*/ 616023 h 1049866"/>
                      <a:gd name="connsiteX10-131" fmla="*/ 3756864 w 4673016"/>
                      <a:gd name="connsiteY10-132" fmla="*/ 0 h 1049866"/>
                      <a:gd name="connsiteX0-133" fmla="*/ 3756864 w 4673016"/>
                      <a:gd name="connsiteY0-134" fmla="*/ 0 h 1049866"/>
                      <a:gd name="connsiteX1-135" fmla="*/ 4673016 w 4673016"/>
                      <a:gd name="connsiteY1-136" fmla="*/ 239402 h 1049866"/>
                      <a:gd name="connsiteX2-137" fmla="*/ 3993931 w 4673016"/>
                      <a:gd name="connsiteY2-138" fmla="*/ 541866 h 1049866"/>
                      <a:gd name="connsiteX3-139" fmla="*/ 3815839 w 4673016"/>
                      <a:gd name="connsiteY3-140" fmla="*/ 467710 h 1049866"/>
                      <a:gd name="connsiteX4-141" fmla="*/ 2300598 w 4673016"/>
                      <a:gd name="connsiteY4-142" fmla="*/ 1049866 h 1049866"/>
                      <a:gd name="connsiteX5-143" fmla="*/ 912064 w 4673016"/>
                      <a:gd name="connsiteY5-144" fmla="*/ 457200 h 1049866"/>
                      <a:gd name="connsiteX6-145" fmla="*/ 624198 w 4673016"/>
                      <a:gd name="connsiteY6-146" fmla="*/ 541866 h 1049866"/>
                      <a:gd name="connsiteX7-147" fmla="*/ 0 w 4673016"/>
                      <a:gd name="connsiteY7-148" fmla="*/ 275021 h 1049866"/>
                      <a:gd name="connsiteX8-149" fmla="*/ 912064 w 4673016"/>
                      <a:gd name="connsiteY8-150" fmla="*/ 16933 h 1049866"/>
                      <a:gd name="connsiteX9-151" fmla="*/ 2323954 w 4673016"/>
                      <a:gd name="connsiteY9-152" fmla="*/ 616023 h 1049866"/>
                      <a:gd name="connsiteX10-153" fmla="*/ 3756864 w 4673016"/>
                      <a:gd name="connsiteY10-154" fmla="*/ 0 h 104986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50" name="Freeform 749"/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51" name="Freeform 750"/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52" name="Freeform 751"/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-1" fmla="*/ 168165 w 3731172"/>
                      <a:gd name="connsiteY0-2" fmla="*/ 73572 h 1418896"/>
                      <a:gd name="connsiteX1-3" fmla="*/ 451945 w 3731172"/>
                      <a:gd name="connsiteY1-4" fmla="*/ 0 h 1418896"/>
                      <a:gd name="connsiteX2-5" fmla="*/ 1881352 w 3731172"/>
                      <a:gd name="connsiteY2-6" fmla="*/ 599089 h 1418896"/>
                      <a:gd name="connsiteX3-7" fmla="*/ 3363310 w 3731172"/>
                      <a:gd name="connsiteY3-8" fmla="*/ 0 h 1418896"/>
                      <a:gd name="connsiteX4-9" fmla="*/ 3584027 w 3731172"/>
                      <a:gd name="connsiteY4-10" fmla="*/ 73572 h 1418896"/>
                      <a:gd name="connsiteX5-11" fmla="*/ 2627586 w 3731172"/>
                      <a:gd name="connsiteY5-12" fmla="*/ 441434 h 1418896"/>
                      <a:gd name="connsiteX6-13" fmla="*/ 2596055 w 3731172"/>
                      <a:gd name="connsiteY6-14" fmla="*/ 914400 h 1418896"/>
                      <a:gd name="connsiteX7-15" fmla="*/ 3731172 w 3731172"/>
                      <a:gd name="connsiteY7-16" fmla="*/ 1345324 h 1418896"/>
                      <a:gd name="connsiteX8-17" fmla="*/ 3447393 w 3731172"/>
                      <a:gd name="connsiteY8-18" fmla="*/ 1408386 h 1418896"/>
                      <a:gd name="connsiteX9-19" fmla="*/ 1870841 w 3731172"/>
                      <a:gd name="connsiteY9-20" fmla="*/ 746234 h 1418896"/>
                      <a:gd name="connsiteX10-21" fmla="*/ 262758 w 3731172"/>
                      <a:gd name="connsiteY10-22" fmla="*/ 1418896 h 1418896"/>
                      <a:gd name="connsiteX11-23" fmla="*/ 0 w 3731172"/>
                      <a:gd name="connsiteY11-24" fmla="*/ 1324303 h 1418896"/>
                      <a:gd name="connsiteX12-25" fmla="*/ 1145627 w 3731172"/>
                      <a:gd name="connsiteY12-26" fmla="*/ 882869 h 1418896"/>
                      <a:gd name="connsiteX13-27" fmla="*/ 1114096 w 3731172"/>
                      <a:gd name="connsiteY13-28" fmla="*/ 409903 h 1418896"/>
                      <a:gd name="connsiteX14-29" fmla="*/ 441434 w 3731172"/>
                      <a:gd name="connsiteY14-30" fmla="*/ 10510 h 1418896"/>
                      <a:gd name="connsiteX15-31" fmla="*/ 441434 w 3731172"/>
                      <a:gd name="connsiteY15-32" fmla="*/ 10510 h 1418896"/>
                      <a:gd name="connsiteX0-33" fmla="*/ 168165 w 3731172"/>
                      <a:gd name="connsiteY0-34" fmla="*/ 73572 h 1418896"/>
                      <a:gd name="connsiteX1-35" fmla="*/ 451945 w 3731172"/>
                      <a:gd name="connsiteY1-36" fmla="*/ 0 h 1418896"/>
                      <a:gd name="connsiteX2-37" fmla="*/ 1881352 w 3731172"/>
                      <a:gd name="connsiteY2-38" fmla="*/ 599089 h 1418896"/>
                      <a:gd name="connsiteX3-39" fmla="*/ 3363310 w 3731172"/>
                      <a:gd name="connsiteY3-40" fmla="*/ 0 h 1418896"/>
                      <a:gd name="connsiteX4-41" fmla="*/ 3584027 w 3731172"/>
                      <a:gd name="connsiteY4-42" fmla="*/ 73572 h 1418896"/>
                      <a:gd name="connsiteX5-43" fmla="*/ 2627586 w 3731172"/>
                      <a:gd name="connsiteY5-44" fmla="*/ 441434 h 1418896"/>
                      <a:gd name="connsiteX6-45" fmla="*/ 2596055 w 3731172"/>
                      <a:gd name="connsiteY6-46" fmla="*/ 914400 h 1418896"/>
                      <a:gd name="connsiteX7-47" fmla="*/ 3731172 w 3731172"/>
                      <a:gd name="connsiteY7-48" fmla="*/ 1345324 h 1418896"/>
                      <a:gd name="connsiteX8-49" fmla="*/ 3447393 w 3731172"/>
                      <a:gd name="connsiteY8-50" fmla="*/ 1408386 h 1418896"/>
                      <a:gd name="connsiteX9-51" fmla="*/ 1870841 w 3731172"/>
                      <a:gd name="connsiteY9-52" fmla="*/ 746234 h 1418896"/>
                      <a:gd name="connsiteX10-53" fmla="*/ 262758 w 3731172"/>
                      <a:gd name="connsiteY10-54" fmla="*/ 1418896 h 1418896"/>
                      <a:gd name="connsiteX11-55" fmla="*/ 0 w 3731172"/>
                      <a:gd name="connsiteY11-56" fmla="*/ 1324303 h 1418896"/>
                      <a:gd name="connsiteX12-57" fmla="*/ 1145627 w 3731172"/>
                      <a:gd name="connsiteY12-58" fmla="*/ 882869 h 1418896"/>
                      <a:gd name="connsiteX13-59" fmla="*/ 1114096 w 3731172"/>
                      <a:gd name="connsiteY13-60" fmla="*/ 409903 h 1418896"/>
                      <a:gd name="connsiteX14-61" fmla="*/ 441434 w 3731172"/>
                      <a:gd name="connsiteY14-62" fmla="*/ 10510 h 1418896"/>
                      <a:gd name="connsiteX0-63" fmla="*/ 168165 w 3731172"/>
                      <a:gd name="connsiteY0-64" fmla="*/ 73572 h 1418896"/>
                      <a:gd name="connsiteX1-65" fmla="*/ 451945 w 3731172"/>
                      <a:gd name="connsiteY1-66" fmla="*/ 0 h 1418896"/>
                      <a:gd name="connsiteX2-67" fmla="*/ 1881352 w 3731172"/>
                      <a:gd name="connsiteY2-68" fmla="*/ 599089 h 1418896"/>
                      <a:gd name="connsiteX3-69" fmla="*/ 3363310 w 3731172"/>
                      <a:gd name="connsiteY3-70" fmla="*/ 0 h 1418896"/>
                      <a:gd name="connsiteX4-71" fmla="*/ 3584027 w 3731172"/>
                      <a:gd name="connsiteY4-72" fmla="*/ 73572 h 1418896"/>
                      <a:gd name="connsiteX5-73" fmla="*/ 2627586 w 3731172"/>
                      <a:gd name="connsiteY5-74" fmla="*/ 441434 h 1418896"/>
                      <a:gd name="connsiteX6-75" fmla="*/ 2596055 w 3731172"/>
                      <a:gd name="connsiteY6-76" fmla="*/ 914400 h 1418896"/>
                      <a:gd name="connsiteX7-77" fmla="*/ 3731172 w 3731172"/>
                      <a:gd name="connsiteY7-78" fmla="*/ 1345324 h 1418896"/>
                      <a:gd name="connsiteX8-79" fmla="*/ 3447393 w 3731172"/>
                      <a:gd name="connsiteY8-80" fmla="*/ 1408386 h 1418896"/>
                      <a:gd name="connsiteX9-81" fmla="*/ 1870841 w 3731172"/>
                      <a:gd name="connsiteY9-82" fmla="*/ 746234 h 1418896"/>
                      <a:gd name="connsiteX10-83" fmla="*/ 262758 w 3731172"/>
                      <a:gd name="connsiteY10-84" fmla="*/ 1418896 h 1418896"/>
                      <a:gd name="connsiteX11-85" fmla="*/ 0 w 3731172"/>
                      <a:gd name="connsiteY11-86" fmla="*/ 1324303 h 1418896"/>
                      <a:gd name="connsiteX12-87" fmla="*/ 1145627 w 3731172"/>
                      <a:gd name="connsiteY12-88" fmla="*/ 882869 h 1418896"/>
                      <a:gd name="connsiteX13-89" fmla="*/ 1114096 w 3731172"/>
                      <a:gd name="connsiteY13-90" fmla="*/ 409903 h 1418896"/>
                      <a:gd name="connsiteX14-91" fmla="*/ 357351 w 3731172"/>
                      <a:gd name="connsiteY14-92" fmla="*/ 115613 h 1418896"/>
                      <a:gd name="connsiteX0-93" fmla="*/ 168165 w 3731172"/>
                      <a:gd name="connsiteY0-94" fmla="*/ 73572 h 1418896"/>
                      <a:gd name="connsiteX1-95" fmla="*/ 451945 w 3731172"/>
                      <a:gd name="connsiteY1-96" fmla="*/ 0 h 1418896"/>
                      <a:gd name="connsiteX2-97" fmla="*/ 1881352 w 3731172"/>
                      <a:gd name="connsiteY2-98" fmla="*/ 599089 h 1418896"/>
                      <a:gd name="connsiteX3-99" fmla="*/ 3363310 w 3731172"/>
                      <a:gd name="connsiteY3-100" fmla="*/ 0 h 1418896"/>
                      <a:gd name="connsiteX4-101" fmla="*/ 3584027 w 3731172"/>
                      <a:gd name="connsiteY4-102" fmla="*/ 73572 h 1418896"/>
                      <a:gd name="connsiteX5-103" fmla="*/ 2627586 w 3731172"/>
                      <a:gd name="connsiteY5-104" fmla="*/ 441434 h 1418896"/>
                      <a:gd name="connsiteX6-105" fmla="*/ 2596055 w 3731172"/>
                      <a:gd name="connsiteY6-106" fmla="*/ 914400 h 1418896"/>
                      <a:gd name="connsiteX7-107" fmla="*/ 3731172 w 3731172"/>
                      <a:gd name="connsiteY7-108" fmla="*/ 1345324 h 1418896"/>
                      <a:gd name="connsiteX8-109" fmla="*/ 3447393 w 3731172"/>
                      <a:gd name="connsiteY8-110" fmla="*/ 1408386 h 1418896"/>
                      <a:gd name="connsiteX9-111" fmla="*/ 1870841 w 3731172"/>
                      <a:gd name="connsiteY9-112" fmla="*/ 746234 h 1418896"/>
                      <a:gd name="connsiteX10-113" fmla="*/ 262758 w 3731172"/>
                      <a:gd name="connsiteY10-114" fmla="*/ 1418896 h 1418896"/>
                      <a:gd name="connsiteX11-115" fmla="*/ 0 w 3731172"/>
                      <a:gd name="connsiteY11-116" fmla="*/ 1324303 h 1418896"/>
                      <a:gd name="connsiteX12-117" fmla="*/ 1145627 w 3731172"/>
                      <a:gd name="connsiteY12-118" fmla="*/ 882869 h 1418896"/>
                      <a:gd name="connsiteX13-119" fmla="*/ 1114096 w 3731172"/>
                      <a:gd name="connsiteY13-120" fmla="*/ 409903 h 1418896"/>
                      <a:gd name="connsiteX14-121" fmla="*/ 147144 w 3731172"/>
                      <a:gd name="connsiteY14-122" fmla="*/ 63061 h 1418896"/>
                      <a:gd name="connsiteX0-123" fmla="*/ 168165 w 3731172"/>
                      <a:gd name="connsiteY0-124" fmla="*/ 73572 h 1418896"/>
                      <a:gd name="connsiteX1-125" fmla="*/ 451945 w 3731172"/>
                      <a:gd name="connsiteY1-126" fmla="*/ 0 h 1418896"/>
                      <a:gd name="connsiteX2-127" fmla="*/ 1881352 w 3731172"/>
                      <a:gd name="connsiteY2-128" fmla="*/ 599089 h 1418896"/>
                      <a:gd name="connsiteX3-129" fmla="*/ 3363310 w 3731172"/>
                      <a:gd name="connsiteY3-130" fmla="*/ 0 h 1418896"/>
                      <a:gd name="connsiteX4-131" fmla="*/ 3584027 w 3731172"/>
                      <a:gd name="connsiteY4-132" fmla="*/ 73572 h 1418896"/>
                      <a:gd name="connsiteX5-133" fmla="*/ 2627586 w 3731172"/>
                      <a:gd name="connsiteY5-134" fmla="*/ 441434 h 1418896"/>
                      <a:gd name="connsiteX6-135" fmla="*/ 2596055 w 3731172"/>
                      <a:gd name="connsiteY6-136" fmla="*/ 914400 h 1418896"/>
                      <a:gd name="connsiteX7-137" fmla="*/ 3731172 w 3731172"/>
                      <a:gd name="connsiteY7-138" fmla="*/ 1345324 h 1418896"/>
                      <a:gd name="connsiteX8-139" fmla="*/ 3447393 w 3731172"/>
                      <a:gd name="connsiteY8-140" fmla="*/ 1408386 h 1418896"/>
                      <a:gd name="connsiteX9-141" fmla="*/ 1870841 w 3731172"/>
                      <a:gd name="connsiteY9-142" fmla="*/ 746234 h 1418896"/>
                      <a:gd name="connsiteX10-143" fmla="*/ 262758 w 3731172"/>
                      <a:gd name="connsiteY10-144" fmla="*/ 1418896 h 1418896"/>
                      <a:gd name="connsiteX11-145" fmla="*/ 0 w 3731172"/>
                      <a:gd name="connsiteY11-146" fmla="*/ 1324303 h 1418896"/>
                      <a:gd name="connsiteX12-147" fmla="*/ 1145627 w 3731172"/>
                      <a:gd name="connsiteY12-148" fmla="*/ 882869 h 1418896"/>
                      <a:gd name="connsiteX13-149" fmla="*/ 1114096 w 3731172"/>
                      <a:gd name="connsiteY13-150" fmla="*/ 420413 h 1418896"/>
                      <a:gd name="connsiteX14-151" fmla="*/ 147144 w 3731172"/>
                      <a:gd name="connsiteY14-152" fmla="*/ 63061 h 1418896"/>
                      <a:gd name="connsiteX0-153" fmla="*/ 168165 w 3731172"/>
                      <a:gd name="connsiteY0-154" fmla="*/ 73572 h 1418896"/>
                      <a:gd name="connsiteX1-155" fmla="*/ 451945 w 3731172"/>
                      <a:gd name="connsiteY1-156" fmla="*/ 0 h 1418896"/>
                      <a:gd name="connsiteX2-157" fmla="*/ 1881352 w 3731172"/>
                      <a:gd name="connsiteY2-158" fmla="*/ 599089 h 1418896"/>
                      <a:gd name="connsiteX3-159" fmla="*/ 3363310 w 3731172"/>
                      <a:gd name="connsiteY3-160" fmla="*/ 0 h 1418896"/>
                      <a:gd name="connsiteX4-161" fmla="*/ 3584027 w 3731172"/>
                      <a:gd name="connsiteY4-162" fmla="*/ 73572 h 1418896"/>
                      <a:gd name="connsiteX5-163" fmla="*/ 2627586 w 3731172"/>
                      <a:gd name="connsiteY5-164" fmla="*/ 441434 h 1418896"/>
                      <a:gd name="connsiteX6-165" fmla="*/ 2596055 w 3731172"/>
                      <a:gd name="connsiteY6-166" fmla="*/ 914400 h 1418896"/>
                      <a:gd name="connsiteX7-167" fmla="*/ 3731172 w 3731172"/>
                      <a:gd name="connsiteY7-168" fmla="*/ 1345324 h 1418896"/>
                      <a:gd name="connsiteX8-169" fmla="*/ 3447393 w 3731172"/>
                      <a:gd name="connsiteY8-170" fmla="*/ 1408386 h 1418896"/>
                      <a:gd name="connsiteX9-171" fmla="*/ 1870841 w 3731172"/>
                      <a:gd name="connsiteY9-172" fmla="*/ 746234 h 1418896"/>
                      <a:gd name="connsiteX10-173" fmla="*/ 262758 w 3731172"/>
                      <a:gd name="connsiteY10-174" fmla="*/ 1418896 h 1418896"/>
                      <a:gd name="connsiteX11-175" fmla="*/ 0 w 3731172"/>
                      <a:gd name="connsiteY11-176" fmla="*/ 1324303 h 1418896"/>
                      <a:gd name="connsiteX12-177" fmla="*/ 1145627 w 3731172"/>
                      <a:gd name="connsiteY12-178" fmla="*/ 882869 h 1418896"/>
                      <a:gd name="connsiteX13-179" fmla="*/ 1114096 w 3731172"/>
                      <a:gd name="connsiteY13-180" fmla="*/ 420413 h 1418896"/>
                      <a:gd name="connsiteX14-181" fmla="*/ 189185 w 3731172"/>
                      <a:gd name="connsiteY14-182" fmla="*/ 84081 h 1418896"/>
                      <a:gd name="connsiteX0-183" fmla="*/ 168165 w 3731172"/>
                      <a:gd name="connsiteY0-184" fmla="*/ 73572 h 1418896"/>
                      <a:gd name="connsiteX1-185" fmla="*/ 451945 w 3731172"/>
                      <a:gd name="connsiteY1-186" fmla="*/ 0 h 1418896"/>
                      <a:gd name="connsiteX2-187" fmla="*/ 1881352 w 3731172"/>
                      <a:gd name="connsiteY2-188" fmla="*/ 599089 h 1418896"/>
                      <a:gd name="connsiteX3-189" fmla="*/ 3363310 w 3731172"/>
                      <a:gd name="connsiteY3-190" fmla="*/ 0 h 1418896"/>
                      <a:gd name="connsiteX4-191" fmla="*/ 3584027 w 3731172"/>
                      <a:gd name="connsiteY4-192" fmla="*/ 73572 h 1418896"/>
                      <a:gd name="connsiteX5-193" fmla="*/ 2627586 w 3731172"/>
                      <a:gd name="connsiteY5-194" fmla="*/ 441434 h 1418896"/>
                      <a:gd name="connsiteX6-195" fmla="*/ 2596055 w 3731172"/>
                      <a:gd name="connsiteY6-196" fmla="*/ 914400 h 1418896"/>
                      <a:gd name="connsiteX7-197" fmla="*/ 3731172 w 3731172"/>
                      <a:gd name="connsiteY7-198" fmla="*/ 1345324 h 1418896"/>
                      <a:gd name="connsiteX8-199" fmla="*/ 3447393 w 3731172"/>
                      <a:gd name="connsiteY8-200" fmla="*/ 1408386 h 1418896"/>
                      <a:gd name="connsiteX9-201" fmla="*/ 1870841 w 3731172"/>
                      <a:gd name="connsiteY9-202" fmla="*/ 746234 h 1418896"/>
                      <a:gd name="connsiteX10-203" fmla="*/ 262758 w 3731172"/>
                      <a:gd name="connsiteY10-204" fmla="*/ 1418896 h 1418896"/>
                      <a:gd name="connsiteX11-205" fmla="*/ 0 w 3731172"/>
                      <a:gd name="connsiteY11-206" fmla="*/ 1324303 h 1418896"/>
                      <a:gd name="connsiteX12-207" fmla="*/ 1145627 w 3731172"/>
                      <a:gd name="connsiteY12-208" fmla="*/ 882869 h 1418896"/>
                      <a:gd name="connsiteX13-209" fmla="*/ 1114096 w 3731172"/>
                      <a:gd name="connsiteY13-210" fmla="*/ 420413 h 1418896"/>
                      <a:gd name="connsiteX14-211" fmla="*/ 189185 w 3731172"/>
                      <a:gd name="connsiteY14-212" fmla="*/ 84081 h 1418896"/>
                      <a:gd name="connsiteX15-213" fmla="*/ 168165 w 3731172"/>
                      <a:gd name="connsiteY15-214" fmla="*/ 73572 h 1418896"/>
                      <a:gd name="connsiteX0-215" fmla="*/ 168165 w 3731172"/>
                      <a:gd name="connsiteY0-216" fmla="*/ 73572 h 1418896"/>
                      <a:gd name="connsiteX1-217" fmla="*/ 451945 w 3731172"/>
                      <a:gd name="connsiteY1-218" fmla="*/ 0 h 1418896"/>
                      <a:gd name="connsiteX2-219" fmla="*/ 1881352 w 3731172"/>
                      <a:gd name="connsiteY2-220" fmla="*/ 599089 h 1418896"/>
                      <a:gd name="connsiteX3-221" fmla="*/ 3363310 w 3731172"/>
                      <a:gd name="connsiteY3-222" fmla="*/ 0 h 1418896"/>
                      <a:gd name="connsiteX4-223" fmla="*/ 3584027 w 3731172"/>
                      <a:gd name="connsiteY4-224" fmla="*/ 73572 h 1418896"/>
                      <a:gd name="connsiteX5-225" fmla="*/ 2627586 w 3731172"/>
                      <a:gd name="connsiteY5-226" fmla="*/ 441434 h 1418896"/>
                      <a:gd name="connsiteX6-227" fmla="*/ 2596055 w 3731172"/>
                      <a:gd name="connsiteY6-228" fmla="*/ 914400 h 1418896"/>
                      <a:gd name="connsiteX7-229" fmla="*/ 3731172 w 3731172"/>
                      <a:gd name="connsiteY7-230" fmla="*/ 1345324 h 1418896"/>
                      <a:gd name="connsiteX8-231" fmla="*/ 3447393 w 3731172"/>
                      <a:gd name="connsiteY8-232" fmla="*/ 1408386 h 1418896"/>
                      <a:gd name="connsiteX9-233" fmla="*/ 1870841 w 3731172"/>
                      <a:gd name="connsiteY9-234" fmla="*/ 746234 h 1418896"/>
                      <a:gd name="connsiteX10-235" fmla="*/ 262758 w 3731172"/>
                      <a:gd name="connsiteY10-236" fmla="*/ 1418896 h 1418896"/>
                      <a:gd name="connsiteX11-237" fmla="*/ 0 w 3731172"/>
                      <a:gd name="connsiteY11-238" fmla="*/ 1324303 h 1418896"/>
                      <a:gd name="connsiteX12-239" fmla="*/ 1145627 w 3731172"/>
                      <a:gd name="connsiteY12-240" fmla="*/ 882869 h 1418896"/>
                      <a:gd name="connsiteX13-241" fmla="*/ 1156137 w 3731172"/>
                      <a:gd name="connsiteY13-242" fmla="*/ 441434 h 1418896"/>
                      <a:gd name="connsiteX14-243" fmla="*/ 189185 w 3731172"/>
                      <a:gd name="connsiteY14-244" fmla="*/ 84081 h 1418896"/>
                      <a:gd name="connsiteX15-245" fmla="*/ 168165 w 3731172"/>
                      <a:gd name="connsiteY15-246" fmla="*/ 73572 h 1418896"/>
                      <a:gd name="connsiteX0-247" fmla="*/ 168165 w 3731172"/>
                      <a:gd name="connsiteY0-248" fmla="*/ 73572 h 1418896"/>
                      <a:gd name="connsiteX1-249" fmla="*/ 451945 w 3731172"/>
                      <a:gd name="connsiteY1-250" fmla="*/ 0 h 1418896"/>
                      <a:gd name="connsiteX2-251" fmla="*/ 1881352 w 3731172"/>
                      <a:gd name="connsiteY2-252" fmla="*/ 599089 h 1418896"/>
                      <a:gd name="connsiteX3-253" fmla="*/ 3363310 w 3731172"/>
                      <a:gd name="connsiteY3-254" fmla="*/ 0 h 1418896"/>
                      <a:gd name="connsiteX4-255" fmla="*/ 3584027 w 3731172"/>
                      <a:gd name="connsiteY4-256" fmla="*/ 73572 h 1418896"/>
                      <a:gd name="connsiteX5-257" fmla="*/ 2627586 w 3731172"/>
                      <a:gd name="connsiteY5-258" fmla="*/ 441434 h 1418896"/>
                      <a:gd name="connsiteX6-259" fmla="*/ 2596055 w 3731172"/>
                      <a:gd name="connsiteY6-260" fmla="*/ 914400 h 1418896"/>
                      <a:gd name="connsiteX7-261" fmla="*/ 3731172 w 3731172"/>
                      <a:gd name="connsiteY7-262" fmla="*/ 1345324 h 1418896"/>
                      <a:gd name="connsiteX8-263" fmla="*/ 3447393 w 3731172"/>
                      <a:gd name="connsiteY8-264" fmla="*/ 1408386 h 1418896"/>
                      <a:gd name="connsiteX9-265" fmla="*/ 1870841 w 3731172"/>
                      <a:gd name="connsiteY9-266" fmla="*/ 746234 h 1418896"/>
                      <a:gd name="connsiteX10-267" fmla="*/ 262758 w 3731172"/>
                      <a:gd name="connsiteY10-268" fmla="*/ 1418896 h 1418896"/>
                      <a:gd name="connsiteX11-269" fmla="*/ 0 w 3731172"/>
                      <a:gd name="connsiteY11-270" fmla="*/ 1324303 h 1418896"/>
                      <a:gd name="connsiteX12-271" fmla="*/ 1145627 w 3731172"/>
                      <a:gd name="connsiteY12-272" fmla="*/ 882869 h 1418896"/>
                      <a:gd name="connsiteX13-273" fmla="*/ 1145626 w 3731172"/>
                      <a:gd name="connsiteY13-274" fmla="*/ 451945 h 1418896"/>
                      <a:gd name="connsiteX14-275" fmla="*/ 189185 w 3731172"/>
                      <a:gd name="connsiteY14-276" fmla="*/ 84081 h 1418896"/>
                      <a:gd name="connsiteX15-277" fmla="*/ 168165 w 3731172"/>
                      <a:gd name="connsiteY15-278" fmla="*/ 73572 h 1418896"/>
                      <a:gd name="connsiteX0-279" fmla="*/ 168165 w 3731172"/>
                      <a:gd name="connsiteY0-280" fmla="*/ 73572 h 1418896"/>
                      <a:gd name="connsiteX1-281" fmla="*/ 451945 w 3731172"/>
                      <a:gd name="connsiteY1-282" fmla="*/ 0 h 1418896"/>
                      <a:gd name="connsiteX2-283" fmla="*/ 1881352 w 3731172"/>
                      <a:gd name="connsiteY2-284" fmla="*/ 599089 h 1418896"/>
                      <a:gd name="connsiteX3-285" fmla="*/ 3363310 w 3731172"/>
                      <a:gd name="connsiteY3-286" fmla="*/ 0 h 1418896"/>
                      <a:gd name="connsiteX4-287" fmla="*/ 3584027 w 3731172"/>
                      <a:gd name="connsiteY4-288" fmla="*/ 73572 h 1418896"/>
                      <a:gd name="connsiteX5-289" fmla="*/ 2627586 w 3731172"/>
                      <a:gd name="connsiteY5-290" fmla="*/ 441434 h 1418896"/>
                      <a:gd name="connsiteX6-291" fmla="*/ 2596055 w 3731172"/>
                      <a:gd name="connsiteY6-292" fmla="*/ 914400 h 1418896"/>
                      <a:gd name="connsiteX7-293" fmla="*/ 3731172 w 3731172"/>
                      <a:gd name="connsiteY7-294" fmla="*/ 1345324 h 1418896"/>
                      <a:gd name="connsiteX8-295" fmla="*/ 3447393 w 3731172"/>
                      <a:gd name="connsiteY8-296" fmla="*/ 1408386 h 1418896"/>
                      <a:gd name="connsiteX9-297" fmla="*/ 1870841 w 3731172"/>
                      <a:gd name="connsiteY9-298" fmla="*/ 746234 h 1418896"/>
                      <a:gd name="connsiteX10-299" fmla="*/ 262758 w 3731172"/>
                      <a:gd name="connsiteY10-300" fmla="*/ 1418896 h 1418896"/>
                      <a:gd name="connsiteX11-301" fmla="*/ 0 w 3731172"/>
                      <a:gd name="connsiteY11-302" fmla="*/ 1324303 h 1418896"/>
                      <a:gd name="connsiteX12-303" fmla="*/ 1145627 w 3731172"/>
                      <a:gd name="connsiteY12-304" fmla="*/ 903890 h 1418896"/>
                      <a:gd name="connsiteX13-305" fmla="*/ 1145626 w 3731172"/>
                      <a:gd name="connsiteY13-306" fmla="*/ 451945 h 1418896"/>
                      <a:gd name="connsiteX14-307" fmla="*/ 189185 w 3731172"/>
                      <a:gd name="connsiteY14-308" fmla="*/ 84081 h 1418896"/>
                      <a:gd name="connsiteX15-309" fmla="*/ 168165 w 3731172"/>
                      <a:gd name="connsiteY15-310" fmla="*/ 73572 h 1418896"/>
                      <a:gd name="connsiteX0-311" fmla="*/ 147144 w 3710151"/>
                      <a:gd name="connsiteY0-312" fmla="*/ 73572 h 1418896"/>
                      <a:gd name="connsiteX1-313" fmla="*/ 430924 w 3710151"/>
                      <a:gd name="connsiteY1-314" fmla="*/ 0 h 1418896"/>
                      <a:gd name="connsiteX2-315" fmla="*/ 1860331 w 3710151"/>
                      <a:gd name="connsiteY2-316" fmla="*/ 599089 h 1418896"/>
                      <a:gd name="connsiteX3-317" fmla="*/ 3342289 w 3710151"/>
                      <a:gd name="connsiteY3-318" fmla="*/ 0 h 1418896"/>
                      <a:gd name="connsiteX4-319" fmla="*/ 3563006 w 3710151"/>
                      <a:gd name="connsiteY4-320" fmla="*/ 73572 h 1418896"/>
                      <a:gd name="connsiteX5-321" fmla="*/ 2606565 w 3710151"/>
                      <a:gd name="connsiteY5-322" fmla="*/ 441434 h 1418896"/>
                      <a:gd name="connsiteX6-323" fmla="*/ 2575034 w 3710151"/>
                      <a:gd name="connsiteY6-324" fmla="*/ 914400 h 1418896"/>
                      <a:gd name="connsiteX7-325" fmla="*/ 3710151 w 3710151"/>
                      <a:gd name="connsiteY7-326" fmla="*/ 1345324 h 1418896"/>
                      <a:gd name="connsiteX8-327" fmla="*/ 3426372 w 3710151"/>
                      <a:gd name="connsiteY8-328" fmla="*/ 1408386 h 1418896"/>
                      <a:gd name="connsiteX9-329" fmla="*/ 1849820 w 3710151"/>
                      <a:gd name="connsiteY9-330" fmla="*/ 746234 h 1418896"/>
                      <a:gd name="connsiteX10-331" fmla="*/ 241737 w 3710151"/>
                      <a:gd name="connsiteY10-332" fmla="*/ 1418896 h 1418896"/>
                      <a:gd name="connsiteX11-333" fmla="*/ 0 w 3710151"/>
                      <a:gd name="connsiteY11-334" fmla="*/ 1334814 h 1418896"/>
                      <a:gd name="connsiteX12-335" fmla="*/ 1124606 w 3710151"/>
                      <a:gd name="connsiteY12-336" fmla="*/ 903890 h 1418896"/>
                      <a:gd name="connsiteX13-337" fmla="*/ 1124605 w 3710151"/>
                      <a:gd name="connsiteY13-338" fmla="*/ 451945 h 1418896"/>
                      <a:gd name="connsiteX14-339" fmla="*/ 168164 w 3710151"/>
                      <a:gd name="connsiteY14-340" fmla="*/ 84081 h 1418896"/>
                      <a:gd name="connsiteX15-341" fmla="*/ 147144 w 3710151"/>
                      <a:gd name="connsiteY15-342" fmla="*/ 73572 h 1418896"/>
                      <a:gd name="connsiteX0-343" fmla="*/ 147144 w 3710151"/>
                      <a:gd name="connsiteY0-344" fmla="*/ 73572 h 1418896"/>
                      <a:gd name="connsiteX1-345" fmla="*/ 430924 w 3710151"/>
                      <a:gd name="connsiteY1-346" fmla="*/ 0 h 1418896"/>
                      <a:gd name="connsiteX2-347" fmla="*/ 1860331 w 3710151"/>
                      <a:gd name="connsiteY2-348" fmla="*/ 599089 h 1418896"/>
                      <a:gd name="connsiteX3-349" fmla="*/ 3342289 w 3710151"/>
                      <a:gd name="connsiteY3-350" fmla="*/ 0 h 1418896"/>
                      <a:gd name="connsiteX4-351" fmla="*/ 3563006 w 3710151"/>
                      <a:gd name="connsiteY4-352" fmla="*/ 73572 h 1418896"/>
                      <a:gd name="connsiteX5-353" fmla="*/ 2606565 w 3710151"/>
                      <a:gd name="connsiteY5-354" fmla="*/ 441434 h 1418896"/>
                      <a:gd name="connsiteX6-355" fmla="*/ 2606565 w 3710151"/>
                      <a:gd name="connsiteY6-356" fmla="*/ 924910 h 1418896"/>
                      <a:gd name="connsiteX7-357" fmla="*/ 3710151 w 3710151"/>
                      <a:gd name="connsiteY7-358" fmla="*/ 1345324 h 1418896"/>
                      <a:gd name="connsiteX8-359" fmla="*/ 3426372 w 3710151"/>
                      <a:gd name="connsiteY8-360" fmla="*/ 1408386 h 1418896"/>
                      <a:gd name="connsiteX9-361" fmla="*/ 1849820 w 3710151"/>
                      <a:gd name="connsiteY9-362" fmla="*/ 746234 h 1418896"/>
                      <a:gd name="connsiteX10-363" fmla="*/ 241737 w 3710151"/>
                      <a:gd name="connsiteY10-364" fmla="*/ 1418896 h 1418896"/>
                      <a:gd name="connsiteX11-365" fmla="*/ 0 w 3710151"/>
                      <a:gd name="connsiteY11-366" fmla="*/ 1334814 h 1418896"/>
                      <a:gd name="connsiteX12-367" fmla="*/ 1124606 w 3710151"/>
                      <a:gd name="connsiteY12-368" fmla="*/ 903890 h 1418896"/>
                      <a:gd name="connsiteX13-369" fmla="*/ 1124605 w 3710151"/>
                      <a:gd name="connsiteY13-370" fmla="*/ 451945 h 1418896"/>
                      <a:gd name="connsiteX14-371" fmla="*/ 168164 w 3710151"/>
                      <a:gd name="connsiteY14-372" fmla="*/ 84081 h 1418896"/>
                      <a:gd name="connsiteX15-373" fmla="*/ 147144 w 3710151"/>
                      <a:gd name="connsiteY15-374" fmla="*/ 73572 h 1418896"/>
                      <a:gd name="connsiteX0-375" fmla="*/ 147144 w 3710151"/>
                      <a:gd name="connsiteY0-376" fmla="*/ 73572 h 1418896"/>
                      <a:gd name="connsiteX1-377" fmla="*/ 430924 w 3710151"/>
                      <a:gd name="connsiteY1-378" fmla="*/ 0 h 1418896"/>
                      <a:gd name="connsiteX2-379" fmla="*/ 1860331 w 3710151"/>
                      <a:gd name="connsiteY2-380" fmla="*/ 599089 h 1418896"/>
                      <a:gd name="connsiteX3-381" fmla="*/ 3342289 w 3710151"/>
                      <a:gd name="connsiteY3-382" fmla="*/ 0 h 1418896"/>
                      <a:gd name="connsiteX4-383" fmla="*/ 3563006 w 3710151"/>
                      <a:gd name="connsiteY4-384" fmla="*/ 73572 h 1418896"/>
                      <a:gd name="connsiteX5-385" fmla="*/ 2606565 w 3710151"/>
                      <a:gd name="connsiteY5-386" fmla="*/ 441434 h 1418896"/>
                      <a:gd name="connsiteX6-387" fmla="*/ 2610282 w 3710151"/>
                      <a:gd name="connsiteY6-388" fmla="*/ 902607 h 1418896"/>
                      <a:gd name="connsiteX7-389" fmla="*/ 3710151 w 3710151"/>
                      <a:gd name="connsiteY7-390" fmla="*/ 1345324 h 1418896"/>
                      <a:gd name="connsiteX8-391" fmla="*/ 3426372 w 3710151"/>
                      <a:gd name="connsiteY8-392" fmla="*/ 1408386 h 1418896"/>
                      <a:gd name="connsiteX9-393" fmla="*/ 1849820 w 3710151"/>
                      <a:gd name="connsiteY9-394" fmla="*/ 746234 h 1418896"/>
                      <a:gd name="connsiteX10-395" fmla="*/ 241737 w 3710151"/>
                      <a:gd name="connsiteY10-396" fmla="*/ 1418896 h 1418896"/>
                      <a:gd name="connsiteX11-397" fmla="*/ 0 w 3710151"/>
                      <a:gd name="connsiteY11-398" fmla="*/ 1334814 h 1418896"/>
                      <a:gd name="connsiteX12-399" fmla="*/ 1124606 w 3710151"/>
                      <a:gd name="connsiteY12-400" fmla="*/ 903890 h 1418896"/>
                      <a:gd name="connsiteX13-401" fmla="*/ 1124605 w 3710151"/>
                      <a:gd name="connsiteY13-402" fmla="*/ 451945 h 1418896"/>
                      <a:gd name="connsiteX14-403" fmla="*/ 168164 w 3710151"/>
                      <a:gd name="connsiteY14-404" fmla="*/ 84081 h 1418896"/>
                      <a:gd name="connsiteX15-405" fmla="*/ 147144 w 3710151"/>
                      <a:gd name="connsiteY15-406" fmla="*/ 73572 h 1418896"/>
                      <a:gd name="connsiteX0-407" fmla="*/ 147144 w 3710151"/>
                      <a:gd name="connsiteY0-408" fmla="*/ 73572 h 1418896"/>
                      <a:gd name="connsiteX1-409" fmla="*/ 430924 w 3710151"/>
                      <a:gd name="connsiteY1-410" fmla="*/ 0 h 1418896"/>
                      <a:gd name="connsiteX2-411" fmla="*/ 1860331 w 3710151"/>
                      <a:gd name="connsiteY2-412" fmla="*/ 599089 h 1418896"/>
                      <a:gd name="connsiteX3-413" fmla="*/ 3342289 w 3710151"/>
                      <a:gd name="connsiteY3-414" fmla="*/ 0 h 1418896"/>
                      <a:gd name="connsiteX4-415" fmla="*/ 3563006 w 3710151"/>
                      <a:gd name="connsiteY4-416" fmla="*/ 73572 h 1418896"/>
                      <a:gd name="connsiteX5-417" fmla="*/ 2617717 w 3710151"/>
                      <a:gd name="connsiteY5-418" fmla="*/ 445151 h 1418896"/>
                      <a:gd name="connsiteX6-419" fmla="*/ 2610282 w 3710151"/>
                      <a:gd name="connsiteY6-420" fmla="*/ 902607 h 1418896"/>
                      <a:gd name="connsiteX7-421" fmla="*/ 3710151 w 3710151"/>
                      <a:gd name="connsiteY7-422" fmla="*/ 1345324 h 1418896"/>
                      <a:gd name="connsiteX8-423" fmla="*/ 3426372 w 3710151"/>
                      <a:gd name="connsiteY8-424" fmla="*/ 1408386 h 1418896"/>
                      <a:gd name="connsiteX9-425" fmla="*/ 1849820 w 3710151"/>
                      <a:gd name="connsiteY9-426" fmla="*/ 746234 h 1418896"/>
                      <a:gd name="connsiteX10-427" fmla="*/ 241737 w 3710151"/>
                      <a:gd name="connsiteY10-428" fmla="*/ 1418896 h 1418896"/>
                      <a:gd name="connsiteX11-429" fmla="*/ 0 w 3710151"/>
                      <a:gd name="connsiteY11-430" fmla="*/ 1334814 h 1418896"/>
                      <a:gd name="connsiteX12-431" fmla="*/ 1124606 w 3710151"/>
                      <a:gd name="connsiteY12-432" fmla="*/ 903890 h 1418896"/>
                      <a:gd name="connsiteX13-433" fmla="*/ 1124605 w 3710151"/>
                      <a:gd name="connsiteY13-434" fmla="*/ 451945 h 1418896"/>
                      <a:gd name="connsiteX14-435" fmla="*/ 168164 w 3710151"/>
                      <a:gd name="connsiteY14-436" fmla="*/ 84081 h 1418896"/>
                      <a:gd name="connsiteX15-437" fmla="*/ 147144 w 3710151"/>
                      <a:gd name="connsiteY15-438" fmla="*/ 73572 h 1418896"/>
                      <a:gd name="connsiteX0-439" fmla="*/ 147144 w 3710151"/>
                      <a:gd name="connsiteY0-440" fmla="*/ 73572 h 1418896"/>
                      <a:gd name="connsiteX1-441" fmla="*/ 430924 w 3710151"/>
                      <a:gd name="connsiteY1-442" fmla="*/ 0 h 1418896"/>
                      <a:gd name="connsiteX2-443" fmla="*/ 1860331 w 3710151"/>
                      <a:gd name="connsiteY2-444" fmla="*/ 599089 h 1418896"/>
                      <a:gd name="connsiteX3-445" fmla="*/ 3342289 w 3710151"/>
                      <a:gd name="connsiteY3-446" fmla="*/ 0 h 1418896"/>
                      <a:gd name="connsiteX4-447" fmla="*/ 3563006 w 3710151"/>
                      <a:gd name="connsiteY4-448" fmla="*/ 73572 h 1418896"/>
                      <a:gd name="connsiteX5-449" fmla="*/ 2617717 w 3710151"/>
                      <a:gd name="connsiteY5-450" fmla="*/ 448868 h 1418896"/>
                      <a:gd name="connsiteX6-451" fmla="*/ 2610282 w 3710151"/>
                      <a:gd name="connsiteY6-452" fmla="*/ 902607 h 1418896"/>
                      <a:gd name="connsiteX7-453" fmla="*/ 3710151 w 3710151"/>
                      <a:gd name="connsiteY7-454" fmla="*/ 1345324 h 1418896"/>
                      <a:gd name="connsiteX8-455" fmla="*/ 3426372 w 3710151"/>
                      <a:gd name="connsiteY8-456" fmla="*/ 1408386 h 1418896"/>
                      <a:gd name="connsiteX9-457" fmla="*/ 1849820 w 3710151"/>
                      <a:gd name="connsiteY9-458" fmla="*/ 746234 h 1418896"/>
                      <a:gd name="connsiteX10-459" fmla="*/ 241737 w 3710151"/>
                      <a:gd name="connsiteY10-460" fmla="*/ 1418896 h 1418896"/>
                      <a:gd name="connsiteX11-461" fmla="*/ 0 w 3710151"/>
                      <a:gd name="connsiteY11-462" fmla="*/ 1334814 h 1418896"/>
                      <a:gd name="connsiteX12-463" fmla="*/ 1124606 w 3710151"/>
                      <a:gd name="connsiteY12-464" fmla="*/ 903890 h 1418896"/>
                      <a:gd name="connsiteX13-465" fmla="*/ 1124605 w 3710151"/>
                      <a:gd name="connsiteY13-466" fmla="*/ 451945 h 1418896"/>
                      <a:gd name="connsiteX14-467" fmla="*/ 168164 w 3710151"/>
                      <a:gd name="connsiteY14-468" fmla="*/ 84081 h 1418896"/>
                      <a:gd name="connsiteX15-469" fmla="*/ 147144 w 3710151"/>
                      <a:gd name="connsiteY15-470" fmla="*/ 73572 h 1418896"/>
                      <a:gd name="connsiteX0-471" fmla="*/ 147144 w 3710151"/>
                      <a:gd name="connsiteY0-472" fmla="*/ 73572 h 1418896"/>
                      <a:gd name="connsiteX1-473" fmla="*/ 430924 w 3710151"/>
                      <a:gd name="connsiteY1-474" fmla="*/ 0 h 1418896"/>
                      <a:gd name="connsiteX2-475" fmla="*/ 1838028 w 3710151"/>
                      <a:gd name="connsiteY2-476" fmla="*/ 591655 h 1418896"/>
                      <a:gd name="connsiteX3-477" fmla="*/ 3342289 w 3710151"/>
                      <a:gd name="connsiteY3-478" fmla="*/ 0 h 1418896"/>
                      <a:gd name="connsiteX4-479" fmla="*/ 3563006 w 3710151"/>
                      <a:gd name="connsiteY4-480" fmla="*/ 73572 h 1418896"/>
                      <a:gd name="connsiteX5-481" fmla="*/ 2617717 w 3710151"/>
                      <a:gd name="connsiteY5-482" fmla="*/ 448868 h 1418896"/>
                      <a:gd name="connsiteX6-483" fmla="*/ 2610282 w 3710151"/>
                      <a:gd name="connsiteY6-484" fmla="*/ 902607 h 1418896"/>
                      <a:gd name="connsiteX7-485" fmla="*/ 3710151 w 3710151"/>
                      <a:gd name="connsiteY7-486" fmla="*/ 1345324 h 1418896"/>
                      <a:gd name="connsiteX8-487" fmla="*/ 3426372 w 3710151"/>
                      <a:gd name="connsiteY8-488" fmla="*/ 1408386 h 1418896"/>
                      <a:gd name="connsiteX9-489" fmla="*/ 1849820 w 3710151"/>
                      <a:gd name="connsiteY9-490" fmla="*/ 746234 h 1418896"/>
                      <a:gd name="connsiteX10-491" fmla="*/ 241737 w 3710151"/>
                      <a:gd name="connsiteY10-492" fmla="*/ 1418896 h 1418896"/>
                      <a:gd name="connsiteX11-493" fmla="*/ 0 w 3710151"/>
                      <a:gd name="connsiteY11-494" fmla="*/ 1334814 h 1418896"/>
                      <a:gd name="connsiteX12-495" fmla="*/ 1124606 w 3710151"/>
                      <a:gd name="connsiteY12-496" fmla="*/ 903890 h 1418896"/>
                      <a:gd name="connsiteX13-497" fmla="*/ 1124605 w 3710151"/>
                      <a:gd name="connsiteY13-498" fmla="*/ 451945 h 1418896"/>
                      <a:gd name="connsiteX14-499" fmla="*/ 168164 w 3710151"/>
                      <a:gd name="connsiteY14-500" fmla="*/ 84081 h 1418896"/>
                      <a:gd name="connsiteX15-501" fmla="*/ 147144 w 3710151"/>
                      <a:gd name="connsiteY15-502" fmla="*/ 73572 h 1418896"/>
                      <a:gd name="connsiteX0-503" fmla="*/ 147144 w 3710151"/>
                      <a:gd name="connsiteY0-504" fmla="*/ 73572 h 1418896"/>
                      <a:gd name="connsiteX1-505" fmla="*/ 430924 w 3710151"/>
                      <a:gd name="connsiteY1-506" fmla="*/ 0 h 1418896"/>
                      <a:gd name="connsiteX2-507" fmla="*/ 1838028 w 3710151"/>
                      <a:gd name="connsiteY2-508" fmla="*/ 591655 h 1418896"/>
                      <a:gd name="connsiteX3-509" fmla="*/ 3342289 w 3710151"/>
                      <a:gd name="connsiteY3-510" fmla="*/ 0 h 1418896"/>
                      <a:gd name="connsiteX4-511" fmla="*/ 3563006 w 3710151"/>
                      <a:gd name="connsiteY4-512" fmla="*/ 73572 h 1418896"/>
                      <a:gd name="connsiteX5-513" fmla="*/ 2617717 w 3710151"/>
                      <a:gd name="connsiteY5-514" fmla="*/ 448868 h 1418896"/>
                      <a:gd name="connsiteX6-515" fmla="*/ 2610282 w 3710151"/>
                      <a:gd name="connsiteY6-516" fmla="*/ 902607 h 1418896"/>
                      <a:gd name="connsiteX7-517" fmla="*/ 3710151 w 3710151"/>
                      <a:gd name="connsiteY7-518" fmla="*/ 1345324 h 1418896"/>
                      <a:gd name="connsiteX8-519" fmla="*/ 3426372 w 3710151"/>
                      <a:gd name="connsiteY8-520" fmla="*/ 1408386 h 1418896"/>
                      <a:gd name="connsiteX9-521" fmla="*/ 1849820 w 3710151"/>
                      <a:gd name="connsiteY9-522" fmla="*/ 746234 h 1418896"/>
                      <a:gd name="connsiteX10-523" fmla="*/ 241737 w 3710151"/>
                      <a:gd name="connsiteY10-524" fmla="*/ 1418896 h 1418896"/>
                      <a:gd name="connsiteX11-525" fmla="*/ 0 w 3710151"/>
                      <a:gd name="connsiteY11-526" fmla="*/ 1334814 h 1418896"/>
                      <a:gd name="connsiteX12-527" fmla="*/ 1124606 w 3710151"/>
                      <a:gd name="connsiteY12-528" fmla="*/ 903890 h 1418896"/>
                      <a:gd name="connsiteX13-529" fmla="*/ 1087434 w 3710151"/>
                      <a:gd name="connsiteY13-530" fmla="*/ 451945 h 1418896"/>
                      <a:gd name="connsiteX14-531" fmla="*/ 168164 w 3710151"/>
                      <a:gd name="connsiteY14-532" fmla="*/ 84081 h 1418896"/>
                      <a:gd name="connsiteX15-533" fmla="*/ 147144 w 3710151"/>
                      <a:gd name="connsiteY15-534" fmla="*/ 73572 h 1418896"/>
                      <a:gd name="connsiteX0-535" fmla="*/ 147144 w 3710151"/>
                      <a:gd name="connsiteY0-536" fmla="*/ 73572 h 1418896"/>
                      <a:gd name="connsiteX1-537" fmla="*/ 430924 w 3710151"/>
                      <a:gd name="connsiteY1-538" fmla="*/ 0 h 1418896"/>
                      <a:gd name="connsiteX2-539" fmla="*/ 1838028 w 3710151"/>
                      <a:gd name="connsiteY2-540" fmla="*/ 591655 h 1418896"/>
                      <a:gd name="connsiteX3-541" fmla="*/ 3342289 w 3710151"/>
                      <a:gd name="connsiteY3-542" fmla="*/ 0 h 1418896"/>
                      <a:gd name="connsiteX4-543" fmla="*/ 3563006 w 3710151"/>
                      <a:gd name="connsiteY4-544" fmla="*/ 73572 h 1418896"/>
                      <a:gd name="connsiteX5-545" fmla="*/ 2617717 w 3710151"/>
                      <a:gd name="connsiteY5-546" fmla="*/ 448868 h 1418896"/>
                      <a:gd name="connsiteX6-547" fmla="*/ 2610282 w 3710151"/>
                      <a:gd name="connsiteY6-548" fmla="*/ 902607 h 1418896"/>
                      <a:gd name="connsiteX7-549" fmla="*/ 3710151 w 3710151"/>
                      <a:gd name="connsiteY7-550" fmla="*/ 1345324 h 1418896"/>
                      <a:gd name="connsiteX8-551" fmla="*/ 3426372 w 3710151"/>
                      <a:gd name="connsiteY8-552" fmla="*/ 1408386 h 1418896"/>
                      <a:gd name="connsiteX9-553" fmla="*/ 1849820 w 3710151"/>
                      <a:gd name="connsiteY9-554" fmla="*/ 746234 h 1418896"/>
                      <a:gd name="connsiteX10-555" fmla="*/ 241737 w 3710151"/>
                      <a:gd name="connsiteY10-556" fmla="*/ 1418896 h 1418896"/>
                      <a:gd name="connsiteX11-557" fmla="*/ 0 w 3710151"/>
                      <a:gd name="connsiteY11-558" fmla="*/ 1334814 h 1418896"/>
                      <a:gd name="connsiteX12-559" fmla="*/ 1098586 w 3710151"/>
                      <a:gd name="connsiteY12-560" fmla="*/ 903890 h 1418896"/>
                      <a:gd name="connsiteX13-561" fmla="*/ 1087434 w 3710151"/>
                      <a:gd name="connsiteY13-562" fmla="*/ 451945 h 1418896"/>
                      <a:gd name="connsiteX14-563" fmla="*/ 168164 w 3710151"/>
                      <a:gd name="connsiteY14-564" fmla="*/ 84081 h 1418896"/>
                      <a:gd name="connsiteX15-565" fmla="*/ 147144 w 3710151"/>
                      <a:gd name="connsiteY15-566" fmla="*/ 73572 h 1418896"/>
                      <a:gd name="connsiteX0-567" fmla="*/ 162012 w 3725019"/>
                      <a:gd name="connsiteY0-568" fmla="*/ 73572 h 1418896"/>
                      <a:gd name="connsiteX1-569" fmla="*/ 445792 w 3725019"/>
                      <a:gd name="connsiteY1-570" fmla="*/ 0 h 1418896"/>
                      <a:gd name="connsiteX2-571" fmla="*/ 1852896 w 3725019"/>
                      <a:gd name="connsiteY2-572" fmla="*/ 591655 h 1418896"/>
                      <a:gd name="connsiteX3-573" fmla="*/ 3357157 w 3725019"/>
                      <a:gd name="connsiteY3-574" fmla="*/ 0 h 1418896"/>
                      <a:gd name="connsiteX4-575" fmla="*/ 3577874 w 3725019"/>
                      <a:gd name="connsiteY4-576" fmla="*/ 73572 h 1418896"/>
                      <a:gd name="connsiteX5-577" fmla="*/ 2632585 w 3725019"/>
                      <a:gd name="connsiteY5-578" fmla="*/ 448868 h 1418896"/>
                      <a:gd name="connsiteX6-579" fmla="*/ 2625150 w 3725019"/>
                      <a:gd name="connsiteY6-580" fmla="*/ 902607 h 1418896"/>
                      <a:gd name="connsiteX7-581" fmla="*/ 3725019 w 3725019"/>
                      <a:gd name="connsiteY7-582" fmla="*/ 1345324 h 1418896"/>
                      <a:gd name="connsiteX8-583" fmla="*/ 3441240 w 3725019"/>
                      <a:gd name="connsiteY8-584" fmla="*/ 1408386 h 1418896"/>
                      <a:gd name="connsiteX9-585" fmla="*/ 1864688 w 3725019"/>
                      <a:gd name="connsiteY9-586" fmla="*/ 746234 h 1418896"/>
                      <a:gd name="connsiteX10-587" fmla="*/ 256605 w 3725019"/>
                      <a:gd name="connsiteY10-588" fmla="*/ 1418896 h 1418896"/>
                      <a:gd name="connsiteX11-589" fmla="*/ 0 w 3725019"/>
                      <a:gd name="connsiteY11-590" fmla="*/ 1331097 h 1418896"/>
                      <a:gd name="connsiteX12-591" fmla="*/ 1113454 w 3725019"/>
                      <a:gd name="connsiteY12-592" fmla="*/ 903890 h 1418896"/>
                      <a:gd name="connsiteX13-593" fmla="*/ 1102302 w 3725019"/>
                      <a:gd name="connsiteY13-594" fmla="*/ 451945 h 1418896"/>
                      <a:gd name="connsiteX14-595" fmla="*/ 183032 w 3725019"/>
                      <a:gd name="connsiteY14-596" fmla="*/ 84081 h 1418896"/>
                      <a:gd name="connsiteX15-597" fmla="*/ 162012 w 3725019"/>
                      <a:gd name="connsiteY15-598" fmla="*/ 73572 h 141889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  <a:cxn ang="0">
                        <a:pos x="connsiteX11-23" y="connsiteY11-24"/>
                      </a:cxn>
                      <a:cxn ang="0">
                        <a:pos x="connsiteX12-25" y="connsiteY12-26"/>
                      </a:cxn>
                      <a:cxn ang="0">
                        <a:pos x="connsiteX13-27" y="connsiteY13-28"/>
                      </a:cxn>
                      <a:cxn ang="0">
                        <a:pos x="connsiteX14-29" y="connsiteY14-30"/>
                      </a:cxn>
                      <a:cxn ang="0">
                        <a:pos x="connsiteX15-31" y="connsiteY15-32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</p:grpSp>
          <p:grpSp>
            <p:nvGrpSpPr>
              <p:cNvPr id="753" name="Group 752"/>
              <p:cNvGrpSpPr/>
              <p:nvPr/>
            </p:nvGrpSpPr>
            <p:grpSpPr>
              <a:xfrm>
                <a:off x="2172962" y="3379800"/>
                <a:ext cx="495267" cy="400649"/>
                <a:chOff x="3668110" y="2448910"/>
                <a:chExt cx="3794234" cy="2165130"/>
              </a:xfrm>
            </p:grpSpPr>
            <p:sp>
              <p:nvSpPr>
                <p:cNvPr id="754" name="Rectangle 753"/>
                <p:cNvSpPr/>
                <p:nvPr/>
              </p:nvSpPr>
              <p:spPr>
                <a:xfrm>
                  <a:off x="3668110" y="3741409"/>
                  <a:ext cx="3780587" cy="872631"/>
                </a:xfrm>
                <a:prstGeom prst="rect">
                  <a:avLst/>
                </a:pr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55" name="Freeform 754"/>
                <p:cNvSpPr/>
                <p:nvPr/>
              </p:nvSpPr>
              <p:spPr>
                <a:xfrm>
                  <a:off x="3678620" y="2448910"/>
                  <a:ext cx="3783724" cy="1324303"/>
                </a:xfrm>
                <a:custGeom>
                  <a:avLst/>
                  <a:gdLst>
                    <a:gd name="connsiteX0" fmla="*/ 0 w 3783724"/>
                    <a:gd name="connsiteY0" fmla="*/ 1313793 h 1324303"/>
                    <a:gd name="connsiteX1" fmla="*/ 0 w 3783724"/>
                    <a:gd name="connsiteY1" fmla="*/ 1313793 h 1324303"/>
                    <a:gd name="connsiteX2" fmla="*/ 252248 w 3783724"/>
                    <a:gd name="connsiteY2" fmla="*/ 0 h 1324303"/>
                    <a:gd name="connsiteX3" fmla="*/ 3415862 w 3783724"/>
                    <a:gd name="connsiteY3" fmla="*/ 21020 h 1324303"/>
                    <a:gd name="connsiteX4" fmla="*/ 3783724 w 3783724"/>
                    <a:gd name="connsiteY4" fmla="*/ 1324303 h 1324303"/>
                    <a:gd name="connsiteX5" fmla="*/ 0 w 3783724"/>
                    <a:gd name="connsiteY5" fmla="*/ 1313793 h 13243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783724" h="1324303">
                      <a:moveTo>
                        <a:pt x="0" y="1313793"/>
                      </a:moveTo>
                      <a:lnTo>
                        <a:pt x="0" y="1313793"/>
                      </a:lnTo>
                      <a:lnTo>
                        <a:pt x="252248" y="0"/>
                      </a:lnTo>
                      <a:lnTo>
                        <a:pt x="3415862" y="21020"/>
                      </a:lnTo>
                      <a:lnTo>
                        <a:pt x="3783724" y="1324303"/>
                      </a:lnTo>
                      <a:lnTo>
                        <a:pt x="0" y="1313793"/>
                      </a:lnTo>
                      <a:close/>
                    </a:path>
                  </a:pathLst>
                </a:cu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grpSp>
              <p:nvGrpSpPr>
                <p:cNvPr id="756" name="Group 755"/>
                <p:cNvGrpSpPr/>
                <p:nvPr/>
              </p:nvGrpSpPr>
              <p:grpSpPr>
                <a:xfrm>
                  <a:off x="3941378" y="2603243"/>
                  <a:ext cx="3202061" cy="1066110"/>
                  <a:chOff x="7939341" y="3037317"/>
                  <a:chExt cx="897649" cy="353919"/>
                </a:xfrm>
              </p:grpSpPr>
              <p:sp>
                <p:nvSpPr>
                  <p:cNvPr id="757" name="Freeform 756"/>
                  <p:cNvSpPr/>
                  <p:nvPr/>
                </p:nvSpPr>
                <p:spPr>
                  <a:xfrm>
                    <a:off x="7964170" y="30373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-1" fmla="*/ 3725333 w 4641485"/>
                      <a:gd name="connsiteY0-2" fmla="*/ 0 h 1049866"/>
                      <a:gd name="connsiteX1-3" fmla="*/ 4641485 w 4641485"/>
                      <a:gd name="connsiteY1-4" fmla="*/ 239402 h 1049866"/>
                      <a:gd name="connsiteX2-5" fmla="*/ 3962400 w 4641485"/>
                      <a:gd name="connsiteY2-6" fmla="*/ 541866 h 1049866"/>
                      <a:gd name="connsiteX3-7" fmla="*/ 3742267 w 4641485"/>
                      <a:gd name="connsiteY3-8" fmla="*/ 457200 h 1049866"/>
                      <a:gd name="connsiteX4-9" fmla="*/ 2269067 w 4641485"/>
                      <a:gd name="connsiteY4-10" fmla="*/ 1049866 h 1049866"/>
                      <a:gd name="connsiteX5-11" fmla="*/ 880533 w 4641485"/>
                      <a:gd name="connsiteY5-12" fmla="*/ 457200 h 1049866"/>
                      <a:gd name="connsiteX6-13" fmla="*/ 592667 w 4641485"/>
                      <a:gd name="connsiteY6-14" fmla="*/ 541866 h 1049866"/>
                      <a:gd name="connsiteX7-15" fmla="*/ 0 w 4641485"/>
                      <a:gd name="connsiteY7-16" fmla="*/ 254000 h 1049866"/>
                      <a:gd name="connsiteX8-17" fmla="*/ 880533 w 4641485"/>
                      <a:gd name="connsiteY8-18" fmla="*/ 16933 h 1049866"/>
                      <a:gd name="connsiteX9-19" fmla="*/ 2302933 w 4641485"/>
                      <a:gd name="connsiteY9-20" fmla="*/ 626533 h 1049866"/>
                      <a:gd name="connsiteX10-21" fmla="*/ 3725333 w 4641485"/>
                      <a:gd name="connsiteY10-22" fmla="*/ 0 h 1049866"/>
                      <a:gd name="connsiteX0-23" fmla="*/ 3756864 w 4673016"/>
                      <a:gd name="connsiteY0-24" fmla="*/ 0 h 1049866"/>
                      <a:gd name="connsiteX1-25" fmla="*/ 4673016 w 4673016"/>
                      <a:gd name="connsiteY1-26" fmla="*/ 239402 h 1049866"/>
                      <a:gd name="connsiteX2-27" fmla="*/ 3993931 w 4673016"/>
                      <a:gd name="connsiteY2-28" fmla="*/ 541866 h 1049866"/>
                      <a:gd name="connsiteX3-29" fmla="*/ 3773798 w 4673016"/>
                      <a:gd name="connsiteY3-30" fmla="*/ 457200 h 1049866"/>
                      <a:gd name="connsiteX4-31" fmla="*/ 2300598 w 4673016"/>
                      <a:gd name="connsiteY4-32" fmla="*/ 1049866 h 1049866"/>
                      <a:gd name="connsiteX5-33" fmla="*/ 912064 w 4673016"/>
                      <a:gd name="connsiteY5-34" fmla="*/ 457200 h 1049866"/>
                      <a:gd name="connsiteX6-35" fmla="*/ 624198 w 4673016"/>
                      <a:gd name="connsiteY6-36" fmla="*/ 541866 h 1049866"/>
                      <a:gd name="connsiteX7-37" fmla="*/ 0 w 4673016"/>
                      <a:gd name="connsiteY7-38" fmla="*/ 232979 h 1049866"/>
                      <a:gd name="connsiteX8-39" fmla="*/ 912064 w 4673016"/>
                      <a:gd name="connsiteY8-40" fmla="*/ 16933 h 1049866"/>
                      <a:gd name="connsiteX9-41" fmla="*/ 2334464 w 4673016"/>
                      <a:gd name="connsiteY9-42" fmla="*/ 626533 h 1049866"/>
                      <a:gd name="connsiteX10-43" fmla="*/ 3756864 w 4673016"/>
                      <a:gd name="connsiteY10-44" fmla="*/ 0 h 1049866"/>
                      <a:gd name="connsiteX0-45" fmla="*/ 3756864 w 4673016"/>
                      <a:gd name="connsiteY0-46" fmla="*/ 0 h 1049866"/>
                      <a:gd name="connsiteX1-47" fmla="*/ 4673016 w 4673016"/>
                      <a:gd name="connsiteY1-48" fmla="*/ 239402 h 1049866"/>
                      <a:gd name="connsiteX2-49" fmla="*/ 3993931 w 4673016"/>
                      <a:gd name="connsiteY2-50" fmla="*/ 541866 h 1049866"/>
                      <a:gd name="connsiteX3-51" fmla="*/ 3784308 w 4673016"/>
                      <a:gd name="connsiteY3-52" fmla="*/ 404648 h 1049866"/>
                      <a:gd name="connsiteX4-53" fmla="*/ 2300598 w 4673016"/>
                      <a:gd name="connsiteY4-54" fmla="*/ 1049866 h 1049866"/>
                      <a:gd name="connsiteX5-55" fmla="*/ 912064 w 4673016"/>
                      <a:gd name="connsiteY5-56" fmla="*/ 457200 h 1049866"/>
                      <a:gd name="connsiteX6-57" fmla="*/ 624198 w 4673016"/>
                      <a:gd name="connsiteY6-58" fmla="*/ 541866 h 1049866"/>
                      <a:gd name="connsiteX7-59" fmla="*/ 0 w 4673016"/>
                      <a:gd name="connsiteY7-60" fmla="*/ 232979 h 1049866"/>
                      <a:gd name="connsiteX8-61" fmla="*/ 912064 w 4673016"/>
                      <a:gd name="connsiteY8-62" fmla="*/ 16933 h 1049866"/>
                      <a:gd name="connsiteX9-63" fmla="*/ 2334464 w 4673016"/>
                      <a:gd name="connsiteY9-64" fmla="*/ 626533 h 1049866"/>
                      <a:gd name="connsiteX10-65" fmla="*/ 3756864 w 4673016"/>
                      <a:gd name="connsiteY10-66" fmla="*/ 0 h 1049866"/>
                      <a:gd name="connsiteX0-67" fmla="*/ 3756864 w 4673016"/>
                      <a:gd name="connsiteY0-68" fmla="*/ 0 h 1049866"/>
                      <a:gd name="connsiteX1-69" fmla="*/ 4673016 w 4673016"/>
                      <a:gd name="connsiteY1-70" fmla="*/ 239402 h 1049866"/>
                      <a:gd name="connsiteX2-71" fmla="*/ 3993931 w 4673016"/>
                      <a:gd name="connsiteY2-72" fmla="*/ 541866 h 1049866"/>
                      <a:gd name="connsiteX3-73" fmla="*/ 3794818 w 4673016"/>
                      <a:gd name="connsiteY3-74" fmla="*/ 436179 h 1049866"/>
                      <a:gd name="connsiteX4-75" fmla="*/ 2300598 w 4673016"/>
                      <a:gd name="connsiteY4-76" fmla="*/ 1049866 h 1049866"/>
                      <a:gd name="connsiteX5-77" fmla="*/ 912064 w 4673016"/>
                      <a:gd name="connsiteY5-78" fmla="*/ 457200 h 1049866"/>
                      <a:gd name="connsiteX6-79" fmla="*/ 624198 w 4673016"/>
                      <a:gd name="connsiteY6-80" fmla="*/ 541866 h 1049866"/>
                      <a:gd name="connsiteX7-81" fmla="*/ 0 w 4673016"/>
                      <a:gd name="connsiteY7-82" fmla="*/ 232979 h 1049866"/>
                      <a:gd name="connsiteX8-83" fmla="*/ 912064 w 4673016"/>
                      <a:gd name="connsiteY8-84" fmla="*/ 16933 h 1049866"/>
                      <a:gd name="connsiteX9-85" fmla="*/ 2334464 w 4673016"/>
                      <a:gd name="connsiteY9-86" fmla="*/ 626533 h 1049866"/>
                      <a:gd name="connsiteX10-87" fmla="*/ 3756864 w 4673016"/>
                      <a:gd name="connsiteY10-88" fmla="*/ 0 h 1049866"/>
                      <a:gd name="connsiteX0-89" fmla="*/ 3756864 w 4673016"/>
                      <a:gd name="connsiteY0-90" fmla="*/ 0 h 1049866"/>
                      <a:gd name="connsiteX1-91" fmla="*/ 4673016 w 4673016"/>
                      <a:gd name="connsiteY1-92" fmla="*/ 239402 h 1049866"/>
                      <a:gd name="connsiteX2-93" fmla="*/ 3993931 w 4673016"/>
                      <a:gd name="connsiteY2-94" fmla="*/ 541866 h 1049866"/>
                      <a:gd name="connsiteX3-95" fmla="*/ 3794818 w 4673016"/>
                      <a:gd name="connsiteY3-96" fmla="*/ 436179 h 1049866"/>
                      <a:gd name="connsiteX4-97" fmla="*/ 2300598 w 4673016"/>
                      <a:gd name="connsiteY4-98" fmla="*/ 1049866 h 1049866"/>
                      <a:gd name="connsiteX5-99" fmla="*/ 912064 w 4673016"/>
                      <a:gd name="connsiteY5-100" fmla="*/ 457200 h 1049866"/>
                      <a:gd name="connsiteX6-101" fmla="*/ 624198 w 4673016"/>
                      <a:gd name="connsiteY6-102" fmla="*/ 541866 h 1049866"/>
                      <a:gd name="connsiteX7-103" fmla="*/ 0 w 4673016"/>
                      <a:gd name="connsiteY7-104" fmla="*/ 232979 h 1049866"/>
                      <a:gd name="connsiteX8-105" fmla="*/ 912064 w 4673016"/>
                      <a:gd name="connsiteY8-106" fmla="*/ 16933 h 1049866"/>
                      <a:gd name="connsiteX9-107" fmla="*/ 2323954 w 4673016"/>
                      <a:gd name="connsiteY9-108" fmla="*/ 616023 h 1049866"/>
                      <a:gd name="connsiteX10-109" fmla="*/ 3756864 w 4673016"/>
                      <a:gd name="connsiteY10-110" fmla="*/ 0 h 1049866"/>
                      <a:gd name="connsiteX0-111" fmla="*/ 3756864 w 4673016"/>
                      <a:gd name="connsiteY0-112" fmla="*/ 0 h 1049866"/>
                      <a:gd name="connsiteX1-113" fmla="*/ 4673016 w 4673016"/>
                      <a:gd name="connsiteY1-114" fmla="*/ 239402 h 1049866"/>
                      <a:gd name="connsiteX2-115" fmla="*/ 3993931 w 4673016"/>
                      <a:gd name="connsiteY2-116" fmla="*/ 541866 h 1049866"/>
                      <a:gd name="connsiteX3-117" fmla="*/ 3794818 w 4673016"/>
                      <a:gd name="connsiteY3-118" fmla="*/ 436179 h 1049866"/>
                      <a:gd name="connsiteX4-119" fmla="*/ 2300598 w 4673016"/>
                      <a:gd name="connsiteY4-120" fmla="*/ 1049866 h 1049866"/>
                      <a:gd name="connsiteX5-121" fmla="*/ 912064 w 4673016"/>
                      <a:gd name="connsiteY5-122" fmla="*/ 457200 h 1049866"/>
                      <a:gd name="connsiteX6-123" fmla="*/ 624198 w 4673016"/>
                      <a:gd name="connsiteY6-124" fmla="*/ 541866 h 1049866"/>
                      <a:gd name="connsiteX7-125" fmla="*/ 0 w 4673016"/>
                      <a:gd name="connsiteY7-126" fmla="*/ 275021 h 1049866"/>
                      <a:gd name="connsiteX8-127" fmla="*/ 912064 w 4673016"/>
                      <a:gd name="connsiteY8-128" fmla="*/ 16933 h 1049866"/>
                      <a:gd name="connsiteX9-129" fmla="*/ 2323954 w 4673016"/>
                      <a:gd name="connsiteY9-130" fmla="*/ 616023 h 1049866"/>
                      <a:gd name="connsiteX10-131" fmla="*/ 3756864 w 4673016"/>
                      <a:gd name="connsiteY10-132" fmla="*/ 0 h 1049866"/>
                      <a:gd name="connsiteX0-133" fmla="*/ 3756864 w 4673016"/>
                      <a:gd name="connsiteY0-134" fmla="*/ 0 h 1049866"/>
                      <a:gd name="connsiteX1-135" fmla="*/ 4673016 w 4673016"/>
                      <a:gd name="connsiteY1-136" fmla="*/ 239402 h 1049866"/>
                      <a:gd name="connsiteX2-137" fmla="*/ 3993931 w 4673016"/>
                      <a:gd name="connsiteY2-138" fmla="*/ 541866 h 1049866"/>
                      <a:gd name="connsiteX3-139" fmla="*/ 3815839 w 4673016"/>
                      <a:gd name="connsiteY3-140" fmla="*/ 467710 h 1049866"/>
                      <a:gd name="connsiteX4-141" fmla="*/ 2300598 w 4673016"/>
                      <a:gd name="connsiteY4-142" fmla="*/ 1049866 h 1049866"/>
                      <a:gd name="connsiteX5-143" fmla="*/ 912064 w 4673016"/>
                      <a:gd name="connsiteY5-144" fmla="*/ 457200 h 1049866"/>
                      <a:gd name="connsiteX6-145" fmla="*/ 624198 w 4673016"/>
                      <a:gd name="connsiteY6-146" fmla="*/ 541866 h 1049866"/>
                      <a:gd name="connsiteX7-147" fmla="*/ 0 w 4673016"/>
                      <a:gd name="connsiteY7-148" fmla="*/ 275021 h 1049866"/>
                      <a:gd name="connsiteX8-149" fmla="*/ 912064 w 4673016"/>
                      <a:gd name="connsiteY8-150" fmla="*/ 16933 h 1049866"/>
                      <a:gd name="connsiteX9-151" fmla="*/ 2323954 w 4673016"/>
                      <a:gd name="connsiteY9-152" fmla="*/ 616023 h 1049866"/>
                      <a:gd name="connsiteX10-153" fmla="*/ 3756864 w 4673016"/>
                      <a:gd name="connsiteY10-154" fmla="*/ 0 h 104986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58" name="Freeform 757"/>
                  <p:cNvSpPr/>
                  <p:nvPr/>
                </p:nvSpPr>
                <p:spPr>
                  <a:xfrm>
                    <a:off x="8519948" y="32067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59" name="Freeform 758"/>
                  <p:cNvSpPr/>
                  <p:nvPr/>
                </p:nvSpPr>
                <p:spPr>
                  <a:xfrm>
                    <a:off x="7939341" y="32067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60" name="Freeform 759"/>
                  <p:cNvSpPr/>
                  <p:nvPr/>
                </p:nvSpPr>
                <p:spPr>
                  <a:xfrm>
                    <a:off x="8047413" y="31234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-1" fmla="*/ 168165 w 3731172"/>
                      <a:gd name="connsiteY0-2" fmla="*/ 73572 h 1418896"/>
                      <a:gd name="connsiteX1-3" fmla="*/ 451945 w 3731172"/>
                      <a:gd name="connsiteY1-4" fmla="*/ 0 h 1418896"/>
                      <a:gd name="connsiteX2-5" fmla="*/ 1881352 w 3731172"/>
                      <a:gd name="connsiteY2-6" fmla="*/ 599089 h 1418896"/>
                      <a:gd name="connsiteX3-7" fmla="*/ 3363310 w 3731172"/>
                      <a:gd name="connsiteY3-8" fmla="*/ 0 h 1418896"/>
                      <a:gd name="connsiteX4-9" fmla="*/ 3584027 w 3731172"/>
                      <a:gd name="connsiteY4-10" fmla="*/ 73572 h 1418896"/>
                      <a:gd name="connsiteX5-11" fmla="*/ 2627586 w 3731172"/>
                      <a:gd name="connsiteY5-12" fmla="*/ 441434 h 1418896"/>
                      <a:gd name="connsiteX6-13" fmla="*/ 2596055 w 3731172"/>
                      <a:gd name="connsiteY6-14" fmla="*/ 914400 h 1418896"/>
                      <a:gd name="connsiteX7-15" fmla="*/ 3731172 w 3731172"/>
                      <a:gd name="connsiteY7-16" fmla="*/ 1345324 h 1418896"/>
                      <a:gd name="connsiteX8-17" fmla="*/ 3447393 w 3731172"/>
                      <a:gd name="connsiteY8-18" fmla="*/ 1408386 h 1418896"/>
                      <a:gd name="connsiteX9-19" fmla="*/ 1870841 w 3731172"/>
                      <a:gd name="connsiteY9-20" fmla="*/ 746234 h 1418896"/>
                      <a:gd name="connsiteX10-21" fmla="*/ 262758 w 3731172"/>
                      <a:gd name="connsiteY10-22" fmla="*/ 1418896 h 1418896"/>
                      <a:gd name="connsiteX11-23" fmla="*/ 0 w 3731172"/>
                      <a:gd name="connsiteY11-24" fmla="*/ 1324303 h 1418896"/>
                      <a:gd name="connsiteX12-25" fmla="*/ 1145627 w 3731172"/>
                      <a:gd name="connsiteY12-26" fmla="*/ 882869 h 1418896"/>
                      <a:gd name="connsiteX13-27" fmla="*/ 1114096 w 3731172"/>
                      <a:gd name="connsiteY13-28" fmla="*/ 409903 h 1418896"/>
                      <a:gd name="connsiteX14-29" fmla="*/ 441434 w 3731172"/>
                      <a:gd name="connsiteY14-30" fmla="*/ 10510 h 1418896"/>
                      <a:gd name="connsiteX15-31" fmla="*/ 441434 w 3731172"/>
                      <a:gd name="connsiteY15-32" fmla="*/ 10510 h 1418896"/>
                      <a:gd name="connsiteX0-33" fmla="*/ 168165 w 3731172"/>
                      <a:gd name="connsiteY0-34" fmla="*/ 73572 h 1418896"/>
                      <a:gd name="connsiteX1-35" fmla="*/ 451945 w 3731172"/>
                      <a:gd name="connsiteY1-36" fmla="*/ 0 h 1418896"/>
                      <a:gd name="connsiteX2-37" fmla="*/ 1881352 w 3731172"/>
                      <a:gd name="connsiteY2-38" fmla="*/ 599089 h 1418896"/>
                      <a:gd name="connsiteX3-39" fmla="*/ 3363310 w 3731172"/>
                      <a:gd name="connsiteY3-40" fmla="*/ 0 h 1418896"/>
                      <a:gd name="connsiteX4-41" fmla="*/ 3584027 w 3731172"/>
                      <a:gd name="connsiteY4-42" fmla="*/ 73572 h 1418896"/>
                      <a:gd name="connsiteX5-43" fmla="*/ 2627586 w 3731172"/>
                      <a:gd name="connsiteY5-44" fmla="*/ 441434 h 1418896"/>
                      <a:gd name="connsiteX6-45" fmla="*/ 2596055 w 3731172"/>
                      <a:gd name="connsiteY6-46" fmla="*/ 914400 h 1418896"/>
                      <a:gd name="connsiteX7-47" fmla="*/ 3731172 w 3731172"/>
                      <a:gd name="connsiteY7-48" fmla="*/ 1345324 h 1418896"/>
                      <a:gd name="connsiteX8-49" fmla="*/ 3447393 w 3731172"/>
                      <a:gd name="connsiteY8-50" fmla="*/ 1408386 h 1418896"/>
                      <a:gd name="connsiteX9-51" fmla="*/ 1870841 w 3731172"/>
                      <a:gd name="connsiteY9-52" fmla="*/ 746234 h 1418896"/>
                      <a:gd name="connsiteX10-53" fmla="*/ 262758 w 3731172"/>
                      <a:gd name="connsiteY10-54" fmla="*/ 1418896 h 1418896"/>
                      <a:gd name="connsiteX11-55" fmla="*/ 0 w 3731172"/>
                      <a:gd name="connsiteY11-56" fmla="*/ 1324303 h 1418896"/>
                      <a:gd name="connsiteX12-57" fmla="*/ 1145627 w 3731172"/>
                      <a:gd name="connsiteY12-58" fmla="*/ 882869 h 1418896"/>
                      <a:gd name="connsiteX13-59" fmla="*/ 1114096 w 3731172"/>
                      <a:gd name="connsiteY13-60" fmla="*/ 409903 h 1418896"/>
                      <a:gd name="connsiteX14-61" fmla="*/ 441434 w 3731172"/>
                      <a:gd name="connsiteY14-62" fmla="*/ 10510 h 1418896"/>
                      <a:gd name="connsiteX0-63" fmla="*/ 168165 w 3731172"/>
                      <a:gd name="connsiteY0-64" fmla="*/ 73572 h 1418896"/>
                      <a:gd name="connsiteX1-65" fmla="*/ 451945 w 3731172"/>
                      <a:gd name="connsiteY1-66" fmla="*/ 0 h 1418896"/>
                      <a:gd name="connsiteX2-67" fmla="*/ 1881352 w 3731172"/>
                      <a:gd name="connsiteY2-68" fmla="*/ 599089 h 1418896"/>
                      <a:gd name="connsiteX3-69" fmla="*/ 3363310 w 3731172"/>
                      <a:gd name="connsiteY3-70" fmla="*/ 0 h 1418896"/>
                      <a:gd name="connsiteX4-71" fmla="*/ 3584027 w 3731172"/>
                      <a:gd name="connsiteY4-72" fmla="*/ 73572 h 1418896"/>
                      <a:gd name="connsiteX5-73" fmla="*/ 2627586 w 3731172"/>
                      <a:gd name="connsiteY5-74" fmla="*/ 441434 h 1418896"/>
                      <a:gd name="connsiteX6-75" fmla="*/ 2596055 w 3731172"/>
                      <a:gd name="connsiteY6-76" fmla="*/ 914400 h 1418896"/>
                      <a:gd name="connsiteX7-77" fmla="*/ 3731172 w 3731172"/>
                      <a:gd name="connsiteY7-78" fmla="*/ 1345324 h 1418896"/>
                      <a:gd name="connsiteX8-79" fmla="*/ 3447393 w 3731172"/>
                      <a:gd name="connsiteY8-80" fmla="*/ 1408386 h 1418896"/>
                      <a:gd name="connsiteX9-81" fmla="*/ 1870841 w 3731172"/>
                      <a:gd name="connsiteY9-82" fmla="*/ 746234 h 1418896"/>
                      <a:gd name="connsiteX10-83" fmla="*/ 262758 w 3731172"/>
                      <a:gd name="connsiteY10-84" fmla="*/ 1418896 h 1418896"/>
                      <a:gd name="connsiteX11-85" fmla="*/ 0 w 3731172"/>
                      <a:gd name="connsiteY11-86" fmla="*/ 1324303 h 1418896"/>
                      <a:gd name="connsiteX12-87" fmla="*/ 1145627 w 3731172"/>
                      <a:gd name="connsiteY12-88" fmla="*/ 882869 h 1418896"/>
                      <a:gd name="connsiteX13-89" fmla="*/ 1114096 w 3731172"/>
                      <a:gd name="connsiteY13-90" fmla="*/ 409903 h 1418896"/>
                      <a:gd name="connsiteX14-91" fmla="*/ 357351 w 3731172"/>
                      <a:gd name="connsiteY14-92" fmla="*/ 115613 h 1418896"/>
                      <a:gd name="connsiteX0-93" fmla="*/ 168165 w 3731172"/>
                      <a:gd name="connsiteY0-94" fmla="*/ 73572 h 1418896"/>
                      <a:gd name="connsiteX1-95" fmla="*/ 451945 w 3731172"/>
                      <a:gd name="connsiteY1-96" fmla="*/ 0 h 1418896"/>
                      <a:gd name="connsiteX2-97" fmla="*/ 1881352 w 3731172"/>
                      <a:gd name="connsiteY2-98" fmla="*/ 599089 h 1418896"/>
                      <a:gd name="connsiteX3-99" fmla="*/ 3363310 w 3731172"/>
                      <a:gd name="connsiteY3-100" fmla="*/ 0 h 1418896"/>
                      <a:gd name="connsiteX4-101" fmla="*/ 3584027 w 3731172"/>
                      <a:gd name="connsiteY4-102" fmla="*/ 73572 h 1418896"/>
                      <a:gd name="connsiteX5-103" fmla="*/ 2627586 w 3731172"/>
                      <a:gd name="connsiteY5-104" fmla="*/ 441434 h 1418896"/>
                      <a:gd name="connsiteX6-105" fmla="*/ 2596055 w 3731172"/>
                      <a:gd name="connsiteY6-106" fmla="*/ 914400 h 1418896"/>
                      <a:gd name="connsiteX7-107" fmla="*/ 3731172 w 3731172"/>
                      <a:gd name="connsiteY7-108" fmla="*/ 1345324 h 1418896"/>
                      <a:gd name="connsiteX8-109" fmla="*/ 3447393 w 3731172"/>
                      <a:gd name="connsiteY8-110" fmla="*/ 1408386 h 1418896"/>
                      <a:gd name="connsiteX9-111" fmla="*/ 1870841 w 3731172"/>
                      <a:gd name="connsiteY9-112" fmla="*/ 746234 h 1418896"/>
                      <a:gd name="connsiteX10-113" fmla="*/ 262758 w 3731172"/>
                      <a:gd name="connsiteY10-114" fmla="*/ 1418896 h 1418896"/>
                      <a:gd name="connsiteX11-115" fmla="*/ 0 w 3731172"/>
                      <a:gd name="connsiteY11-116" fmla="*/ 1324303 h 1418896"/>
                      <a:gd name="connsiteX12-117" fmla="*/ 1145627 w 3731172"/>
                      <a:gd name="connsiteY12-118" fmla="*/ 882869 h 1418896"/>
                      <a:gd name="connsiteX13-119" fmla="*/ 1114096 w 3731172"/>
                      <a:gd name="connsiteY13-120" fmla="*/ 409903 h 1418896"/>
                      <a:gd name="connsiteX14-121" fmla="*/ 147144 w 3731172"/>
                      <a:gd name="connsiteY14-122" fmla="*/ 63061 h 1418896"/>
                      <a:gd name="connsiteX0-123" fmla="*/ 168165 w 3731172"/>
                      <a:gd name="connsiteY0-124" fmla="*/ 73572 h 1418896"/>
                      <a:gd name="connsiteX1-125" fmla="*/ 451945 w 3731172"/>
                      <a:gd name="connsiteY1-126" fmla="*/ 0 h 1418896"/>
                      <a:gd name="connsiteX2-127" fmla="*/ 1881352 w 3731172"/>
                      <a:gd name="connsiteY2-128" fmla="*/ 599089 h 1418896"/>
                      <a:gd name="connsiteX3-129" fmla="*/ 3363310 w 3731172"/>
                      <a:gd name="connsiteY3-130" fmla="*/ 0 h 1418896"/>
                      <a:gd name="connsiteX4-131" fmla="*/ 3584027 w 3731172"/>
                      <a:gd name="connsiteY4-132" fmla="*/ 73572 h 1418896"/>
                      <a:gd name="connsiteX5-133" fmla="*/ 2627586 w 3731172"/>
                      <a:gd name="connsiteY5-134" fmla="*/ 441434 h 1418896"/>
                      <a:gd name="connsiteX6-135" fmla="*/ 2596055 w 3731172"/>
                      <a:gd name="connsiteY6-136" fmla="*/ 914400 h 1418896"/>
                      <a:gd name="connsiteX7-137" fmla="*/ 3731172 w 3731172"/>
                      <a:gd name="connsiteY7-138" fmla="*/ 1345324 h 1418896"/>
                      <a:gd name="connsiteX8-139" fmla="*/ 3447393 w 3731172"/>
                      <a:gd name="connsiteY8-140" fmla="*/ 1408386 h 1418896"/>
                      <a:gd name="connsiteX9-141" fmla="*/ 1870841 w 3731172"/>
                      <a:gd name="connsiteY9-142" fmla="*/ 746234 h 1418896"/>
                      <a:gd name="connsiteX10-143" fmla="*/ 262758 w 3731172"/>
                      <a:gd name="connsiteY10-144" fmla="*/ 1418896 h 1418896"/>
                      <a:gd name="connsiteX11-145" fmla="*/ 0 w 3731172"/>
                      <a:gd name="connsiteY11-146" fmla="*/ 1324303 h 1418896"/>
                      <a:gd name="connsiteX12-147" fmla="*/ 1145627 w 3731172"/>
                      <a:gd name="connsiteY12-148" fmla="*/ 882869 h 1418896"/>
                      <a:gd name="connsiteX13-149" fmla="*/ 1114096 w 3731172"/>
                      <a:gd name="connsiteY13-150" fmla="*/ 420413 h 1418896"/>
                      <a:gd name="connsiteX14-151" fmla="*/ 147144 w 3731172"/>
                      <a:gd name="connsiteY14-152" fmla="*/ 63061 h 1418896"/>
                      <a:gd name="connsiteX0-153" fmla="*/ 168165 w 3731172"/>
                      <a:gd name="connsiteY0-154" fmla="*/ 73572 h 1418896"/>
                      <a:gd name="connsiteX1-155" fmla="*/ 451945 w 3731172"/>
                      <a:gd name="connsiteY1-156" fmla="*/ 0 h 1418896"/>
                      <a:gd name="connsiteX2-157" fmla="*/ 1881352 w 3731172"/>
                      <a:gd name="connsiteY2-158" fmla="*/ 599089 h 1418896"/>
                      <a:gd name="connsiteX3-159" fmla="*/ 3363310 w 3731172"/>
                      <a:gd name="connsiteY3-160" fmla="*/ 0 h 1418896"/>
                      <a:gd name="connsiteX4-161" fmla="*/ 3584027 w 3731172"/>
                      <a:gd name="connsiteY4-162" fmla="*/ 73572 h 1418896"/>
                      <a:gd name="connsiteX5-163" fmla="*/ 2627586 w 3731172"/>
                      <a:gd name="connsiteY5-164" fmla="*/ 441434 h 1418896"/>
                      <a:gd name="connsiteX6-165" fmla="*/ 2596055 w 3731172"/>
                      <a:gd name="connsiteY6-166" fmla="*/ 914400 h 1418896"/>
                      <a:gd name="connsiteX7-167" fmla="*/ 3731172 w 3731172"/>
                      <a:gd name="connsiteY7-168" fmla="*/ 1345324 h 1418896"/>
                      <a:gd name="connsiteX8-169" fmla="*/ 3447393 w 3731172"/>
                      <a:gd name="connsiteY8-170" fmla="*/ 1408386 h 1418896"/>
                      <a:gd name="connsiteX9-171" fmla="*/ 1870841 w 3731172"/>
                      <a:gd name="connsiteY9-172" fmla="*/ 746234 h 1418896"/>
                      <a:gd name="connsiteX10-173" fmla="*/ 262758 w 3731172"/>
                      <a:gd name="connsiteY10-174" fmla="*/ 1418896 h 1418896"/>
                      <a:gd name="connsiteX11-175" fmla="*/ 0 w 3731172"/>
                      <a:gd name="connsiteY11-176" fmla="*/ 1324303 h 1418896"/>
                      <a:gd name="connsiteX12-177" fmla="*/ 1145627 w 3731172"/>
                      <a:gd name="connsiteY12-178" fmla="*/ 882869 h 1418896"/>
                      <a:gd name="connsiteX13-179" fmla="*/ 1114096 w 3731172"/>
                      <a:gd name="connsiteY13-180" fmla="*/ 420413 h 1418896"/>
                      <a:gd name="connsiteX14-181" fmla="*/ 189185 w 3731172"/>
                      <a:gd name="connsiteY14-182" fmla="*/ 84081 h 1418896"/>
                      <a:gd name="connsiteX0-183" fmla="*/ 168165 w 3731172"/>
                      <a:gd name="connsiteY0-184" fmla="*/ 73572 h 1418896"/>
                      <a:gd name="connsiteX1-185" fmla="*/ 451945 w 3731172"/>
                      <a:gd name="connsiteY1-186" fmla="*/ 0 h 1418896"/>
                      <a:gd name="connsiteX2-187" fmla="*/ 1881352 w 3731172"/>
                      <a:gd name="connsiteY2-188" fmla="*/ 599089 h 1418896"/>
                      <a:gd name="connsiteX3-189" fmla="*/ 3363310 w 3731172"/>
                      <a:gd name="connsiteY3-190" fmla="*/ 0 h 1418896"/>
                      <a:gd name="connsiteX4-191" fmla="*/ 3584027 w 3731172"/>
                      <a:gd name="connsiteY4-192" fmla="*/ 73572 h 1418896"/>
                      <a:gd name="connsiteX5-193" fmla="*/ 2627586 w 3731172"/>
                      <a:gd name="connsiteY5-194" fmla="*/ 441434 h 1418896"/>
                      <a:gd name="connsiteX6-195" fmla="*/ 2596055 w 3731172"/>
                      <a:gd name="connsiteY6-196" fmla="*/ 914400 h 1418896"/>
                      <a:gd name="connsiteX7-197" fmla="*/ 3731172 w 3731172"/>
                      <a:gd name="connsiteY7-198" fmla="*/ 1345324 h 1418896"/>
                      <a:gd name="connsiteX8-199" fmla="*/ 3447393 w 3731172"/>
                      <a:gd name="connsiteY8-200" fmla="*/ 1408386 h 1418896"/>
                      <a:gd name="connsiteX9-201" fmla="*/ 1870841 w 3731172"/>
                      <a:gd name="connsiteY9-202" fmla="*/ 746234 h 1418896"/>
                      <a:gd name="connsiteX10-203" fmla="*/ 262758 w 3731172"/>
                      <a:gd name="connsiteY10-204" fmla="*/ 1418896 h 1418896"/>
                      <a:gd name="connsiteX11-205" fmla="*/ 0 w 3731172"/>
                      <a:gd name="connsiteY11-206" fmla="*/ 1324303 h 1418896"/>
                      <a:gd name="connsiteX12-207" fmla="*/ 1145627 w 3731172"/>
                      <a:gd name="connsiteY12-208" fmla="*/ 882869 h 1418896"/>
                      <a:gd name="connsiteX13-209" fmla="*/ 1114096 w 3731172"/>
                      <a:gd name="connsiteY13-210" fmla="*/ 420413 h 1418896"/>
                      <a:gd name="connsiteX14-211" fmla="*/ 189185 w 3731172"/>
                      <a:gd name="connsiteY14-212" fmla="*/ 84081 h 1418896"/>
                      <a:gd name="connsiteX15-213" fmla="*/ 168165 w 3731172"/>
                      <a:gd name="connsiteY15-214" fmla="*/ 73572 h 1418896"/>
                      <a:gd name="connsiteX0-215" fmla="*/ 168165 w 3731172"/>
                      <a:gd name="connsiteY0-216" fmla="*/ 73572 h 1418896"/>
                      <a:gd name="connsiteX1-217" fmla="*/ 451945 w 3731172"/>
                      <a:gd name="connsiteY1-218" fmla="*/ 0 h 1418896"/>
                      <a:gd name="connsiteX2-219" fmla="*/ 1881352 w 3731172"/>
                      <a:gd name="connsiteY2-220" fmla="*/ 599089 h 1418896"/>
                      <a:gd name="connsiteX3-221" fmla="*/ 3363310 w 3731172"/>
                      <a:gd name="connsiteY3-222" fmla="*/ 0 h 1418896"/>
                      <a:gd name="connsiteX4-223" fmla="*/ 3584027 w 3731172"/>
                      <a:gd name="connsiteY4-224" fmla="*/ 73572 h 1418896"/>
                      <a:gd name="connsiteX5-225" fmla="*/ 2627586 w 3731172"/>
                      <a:gd name="connsiteY5-226" fmla="*/ 441434 h 1418896"/>
                      <a:gd name="connsiteX6-227" fmla="*/ 2596055 w 3731172"/>
                      <a:gd name="connsiteY6-228" fmla="*/ 914400 h 1418896"/>
                      <a:gd name="connsiteX7-229" fmla="*/ 3731172 w 3731172"/>
                      <a:gd name="connsiteY7-230" fmla="*/ 1345324 h 1418896"/>
                      <a:gd name="connsiteX8-231" fmla="*/ 3447393 w 3731172"/>
                      <a:gd name="connsiteY8-232" fmla="*/ 1408386 h 1418896"/>
                      <a:gd name="connsiteX9-233" fmla="*/ 1870841 w 3731172"/>
                      <a:gd name="connsiteY9-234" fmla="*/ 746234 h 1418896"/>
                      <a:gd name="connsiteX10-235" fmla="*/ 262758 w 3731172"/>
                      <a:gd name="connsiteY10-236" fmla="*/ 1418896 h 1418896"/>
                      <a:gd name="connsiteX11-237" fmla="*/ 0 w 3731172"/>
                      <a:gd name="connsiteY11-238" fmla="*/ 1324303 h 1418896"/>
                      <a:gd name="connsiteX12-239" fmla="*/ 1145627 w 3731172"/>
                      <a:gd name="connsiteY12-240" fmla="*/ 882869 h 1418896"/>
                      <a:gd name="connsiteX13-241" fmla="*/ 1156137 w 3731172"/>
                      <a:gd name="connsiteY13-242" fmla="*/ 441434 h 1418896"/>
                      <a:gd name="connsiteX14-243" fmla="*/ 189185 w 3731172"/>
                      <a:gd name="connsiteY14-244" fmla="*/ 84081 h 1418896"/>
                      <a:gd name="connsiteX15-245" fmla="*/ 168165 w 3731172"/>
                      <a:gd name="connsiteY15-246" fmla="*/ 73572 h 1418896"/>
                      <a:gd name="connsiteX0-247" fmla="*/ 168165 w 3731172"/>
                      <a:gd name="connsiteY0-248" fmla="*/ 73572 h 1418896"/>
                      <a:gd name="connsiteX1-249" fmla="*/ 451945 w 3731172"/>
                      <a:gd name="connsiteY1-250" fmla="*/ 0 h 1418896"/>
                      <a:gd name="connsiteX2-251" fmla="*/ 1881352 w 3731172"/>
                      <a:gd name="connsiteY2-252" fmla="*/ 599089 h 1418896"/>
                      <a:gd name="connsiteX3-253" fmla="*/ 3363310 w 3731172"/>
                      <a:gd name="connsiteY3-254" fmla="*/ 0 h 1418896"/>
                      <a:gd name="connsiteX4-255" fmla="*/ 3584027 w 3731172"/>
                      <a:gd name="connsiteY4-256" fmla="*/ 73572 h 1418896"/>
                      <a:gd name="connsiteX5-257" fmla="*/ 2627586 w 3731172"/>
                      <a:gd name="connsiteY5-258" fmla="*/ 441434 h 1418896"/>
                      <a:gd name="connsiteX6-259" fmla="*/ 2596055 w 3731172"/>
                      <a:gd name="connsiteY6-260" fmla="*/ 914400 h 1418896"/>
                      <a:gd name="connsiteX7-261" fmla="*/ 3731172 w 3731172"/>
                      <a:gd name="connsiteY7-262" fmla="*/ 1345324 h 1418896"/>
                      <a:gd name="connsiteX8-263" fmla="*/ 3447393 w 3731172"/>
                      <a:gd name="connsiteY8-264" fmla="*/ 1408386 h 1418896"/>
                      <a:gd name="connsiteX9-265" fmla="*/ 1870841 w 3731172"/>
                      <a:gd name="connsiteY9-266" fmla="*/ 746234 h 1418896"/>
                      <a:gd name="connsiteX10-267" fmla="*/ 262758 w 3731172"/>
                      <a:gd name="connsiteY10-268" fmla="*/ 1418896 h 1418896"/>
                      <a:gd name="connsiteX11-269" fmla="*/ 0 w 3731172"/>
                      <a:gd name="connsiteY11-270" fmla="*/ 1324303 h 1418896"/>
                      <a:gd name="connsiteX12-271" fmla="*/ 1145627 w 3731172"/>
                      <a:gd name="connsiteY12-272" fmla="*/ 882869 h 1418896"/>
                      <a:gd name="connsiteX13-273" fmla="*/ 1145626 w 3731172"/>
                      <a:gd name="connsiteY13-274" fmla="*/ 451945 h 1418896"/>
                      <a:gd name="connsiteX14-275" fmla="*/ 189185 w 3731172"/>
                      <a:gd name="connsiteY14-276" fmla="*/ 84081 h 1418896"/>
                      <a:gd name="connsiteX15-277" fmla="*/ 168165 w 3731172"/>
                      <a:gd name="connsiteY15-278" fmla="*/ 73572 h 1418896"/>
                      <a:gd name="connsiteX0-279" fmla="*/ 168165 w 3731172"/>
                      <a:gd name="connsiteY0-280" fmla="*/ 73572 h 1418896"/>
                      <a:gd name="connsiteX1-281" fmla="*/ 451945 w 3731172"/>
                      <a:gd name="connsiteY1-282" fmla="*/ 0 h 1418896"/>
                      <a:gd name="connsiteX2-283" fmla="*/ 1881352 w 3731172"/>
                      <a:gd name="connsiteY2-284" fmla="*/ 599089 h 1418896"/>
                      <a:gd name="connsiteX3-285" fmla="*/ 3363310 w 3731172"/>
                      <a:gd name="connsiteY3-286" fmla="*/ 0 h 1418896"/>
                      <a:gd name="connsiteX4-287" fmla="*/ 3584027 w 3731172"/>
                      <a:gd name="connsiteY4-288" fmla="*/ 73572 h 1418896"/>
                      <a:gd name="connsiteX5-289" fmla="*/ 2627586 w 3731172"/>
                      <a:gd name="connsiteY5-290" fmla="*/ 441434 h 1418896"/>
                      <a:gd name="connsiteX6-291" fmla="*/ 2596055 w 3731172"/>
                      <a:gd name="connsiteY6-292" fmla="*/ 914400 h 1418896"/>
                      <a:gd name="connsiteX7-293" fmla="*/ 3731172 w 3731172"/>
                      <a:gd name="connsiteY7-294" fmla="*/ 1345324 h 1418896"/>
                      <a:gd name="connsiteX8-295" fmla="*/ 3447393 w 3731172"/>
                      <a:gd name="connsiteY8-296" fmla="*/ 1408386 h 1418896"/>
                      <a:gd name="connsiteX9-297" fmla="*/ 1870841 w 3731172"/>
                      <a:gd name="connsiteY9-298" fmla="*/ 746234 h 1418896"/>
                      <a:gd name="connsiteX10-299" fmla="*/ 262758 w 3731172"/>
                      <a:gd name="connsiteY10-300" fmla="*/ 1418896 h 1418896"/>
                      <a:gd name="connsiteX11-301" fmla="*/ 0 w 3731172"/>
                      <a:gd name="connsiteY11-302" fmla="*/ 1324303 h 1418896"/>
                      <a:gd name="connsiteX12-303" fmla="*/ 1145627 w 3731172"/>
                      <a:gd name="connsiteY12-304" fmla="*/ 903890 h 1418896"/>
                      <a:gd name="connsiteX13-305" fmla="*/ 1145626 w 3731172"/>
                      <a:gd name="connsiteY13-306" fmla="*/ 451945 h 1418896"/>
                      <a:gd name="connsiteX14-307" fmla="*/ 189185 w 3731172"/>
                      <a:gd name="connsiteY14-308" fmla="*/ 84081 h 1418896"/>
                      <a:gd name="connsiteX15-309" fmla="*/ 168165 w 3731172"/>
                      <a:gd name="connsiteY15-310" fmla="*/ 73572 h 1418896"/>
                      <a:gd name="connsiteX0-311" fmla="*/ 147144 w 3710151"/>
                      <a:gd name="connsiteY0-312" fmla="*/ 73572 h 1418896"/>
                      <a:gd name="connsiteX1-313" fmla="*/ 430924 w 3710151"/>
                      <a:gd name="connsiteY1-314" fmla="*/ 0 h 1418896"/>
                      <a:gd name="connsiteX2-315" fmla="*/ 1860331 w 3710151"/>
                      <a:gd name="connsiteY2-316" fmla="*/ 599089 h 1418896"/>
                      <a:gd name="connsiteX3-317" fmla="*/ 3342289 w 3710151"/>
                      <a:gd name="connsiteY3-318" fmla="*/ 0 h 1418896"/>
                      <a:gd name="connsiteX4-319" fmla="*/ 3563006 w 3710151"/>
                      <a:gd name="connsiteY4-320" fmla="*/ 73572 h 1418896"/>
                      <a:gd name="connsiteX5-321" fmla="*/ 2606565 w 3710151"/>
                      <a:gd name="connsiteY5-322" fmla="*/ 441434 h 1418896"/>
                      <a:gd name="connsiteX6-323" fmla="*/ 2575034 w 3710151"/>
                      <a:gd name="connsiteY6-324" fmla="*/ 914400 h 1418896"/>
                      <a:gd name="connsiteX7-325" fmla="*/ 3710151 w 3710151"/>
                      <a:gd name="connsiteY7-326" fmla="*/ 1345324 h 1418896"/>
                      <a:gd name="connsiteX8-327" fmla="*/ 3426372 w 3710151"/>
                      <a:gd name="connsiteY8-328" fmla="*/ 1408386 h 1418896"/>
                      <a:gd name="connsiteX9-329" fmla="*/ 1849820 w 3710151"/>
                      <a:gd name="connsiteY9-330" fmla="*/ 746234 h 1418896"/>
                      <a:gd name="connsiteX10-331" fmla="*/ 241737 w 3710151"/>
                      <a:gd name="connsiteY10-332" fmla="*/ 1418896 h 1418896"/>
                      <a:gd name="connsiteX11-333" fmla="*/ 0 w 3710151"/>
                      <a:gd name="connsiteY11-334" fmla="*/ 1334814 h 1418896"/>
                      <a:gd name="connsiteX12-335" fmla="*/ 1124606 w 3710151"/>
                      <a:gd name="connsiteY12-336" fmla="*/ 903890 h 1418896"/>
                      <a:gd name="connsiteX13-337" fmla="*/ 1124605 w 3710151"/>
                      <a:gd name="connsiteY13-338" fmla="*/ 451945 h 1418896"/>
                      <a:gd name="connsiteX14-339" fmla="*/ 168164 w 3710151"/>
                      <a:gd name="connsiteY14-340" fmla="*/ 84081 h 1418896"/>
                      <a:gd name="connsiteX15-341" fmla="*/ 147144 w 3710151"/>
                      <a:gd name="connsiteY15-342" fmla="*/ 73572 h 1418896"/>
                      <a:gd name="connsiteX0-343" fmla="*/ 147144 w 3710151"/>
                      <a:gd name="connsiteY0-344" fmla="*/ 73572 h 1418896"/>
                      <a:gd name="connsiteX1-345" fmla="*/ 430924 w 3710151"/>
                      <a:gd name="connsiteY1-346" fmla="*/ 0 h 1418896"/>
                      <a:gd name="connsiteX2-347" fmla="*/ 1860331 w 3710151"/>
                      <a:gd name="connsiteY2-348" fmla="*/ 599089 h 1418896"/>
                      <a:gd name="connsiteX3-349" fmla="*/ 3342289 w 3710151"/>
                      <a:gd name="connsiteY3-350" fmla="*/ 0 h 1418896"/>
                      <a:gd name="connsiteX4-351" fmla="*/ 3563006 w 3710151"/>
                      <a:gd name="connsiteY4-352" fmla="*/ 73572 h 1418896"/>
                      <a:gd name="connsiteX5-353" fmla="*/ 2606565 w 3710151"/>
                      <a:gd name="connsiteY5-354" fmla="*/ 441434 h 1418896"/>
                      <a:gd name="connsiteX6-355" fmla="*/ 2606565 w 3710151"/>
                      <a:gd name="connsiteY6-356" fmla="*/ 924910 h 1418896"/>
                      <a:gd name="connsiteX7-357" fmla="*/ 3710151 w 3710151"/>
                      <a:gd name="connsiteY7-358" fmla="*/ 1345324 h 1418896"/>
                      <a:gd name="connsiteX8-359" fmla="*/ 3426372 w 3710151"/>
                      <a:gd name="connsiteY8-360" fmla="*/ 1408386 h 1418896"/>
                      <a:gd name="connsiteX9-361" fmla="*/ 1849820 w 3710151"/>
                      <a:gd name="connsiteY9-362" fmla="*/ 746234 h 1418896"/>
                      <a:gd name="connsiteX10-363" fmla="*/ 241737 w 3710151"/>
                      <a:gd name="connsiteY10-364" fmla="*/ 1418896 h 1418896"/>
                      <a:gd name="connsiteX11-365" fmla="*/ 0 w 3710151"/>
                      <a:gd name="connsiteY11-366" fmla="*/ 1334814 h 1418896"/>
                      <a:gd name="connsiteX12-367" fmla="*/ 1124606 w 3710151"/>
                      <a:gd name="connsiteY12-368" fmla="*/ 903890 h 1418896"/>
                      <a:gd name="connsiteX13-369" fmla="*/ 1124605 w 3710151"/>
                      <a:gd name="connsiteY13-370" fmla="*/ 451945 h 1418896"/>
                      <a:gd name="connsiteX14-371" fmla="*/ 168164 w 3710151"/>
                      <a:gd name="connsiteY14-372" fmla="*/ 84081 h 1418896"/>
                      <a:gd name="connsiteX15-373" fmla="*/ 147144 w 3710151"/>
                      <a:gd name="connsiteY15-374" fmla="*/ 73572 h 1418896"/>
                      <a:gd name="connsiteX0-375" fmla="*/ 147144 w 3710151"/>
                      <a:gd name="connsiteY0-376" fmla="*/ 73572 h 1418896"/>
                      <a:gd name="connsiteX1-377" fmla="*/ 430924 w 3710151"/>
                      <a:gd name="connsiteY1-378" fmla="*/ 0 h 1418896"/>
                      <a:gd name="connsiteX2-379" fmla="*/ 1860331 w 3710151"/>
                      <a:gd name="connsiteY2-380" fmla="*/ 599089 h 1418896"/>
                      <a:gd name="connsiteX3-381" fmla="*/ 3342289 w 3710151"/>
                      <a:gd name="connsiteY3-382" fmla="*/ 0 h 1418896"/>
                      <a:gd name="connsiteX4-383" fmla="*/ 3563006 w 3710151"/>
                      <a:gd name="connsiteY4-384" fmla="*/ 73572 h 1418896"/>
                      <a:gd name="connsiteX5-385" fmla="*/ 2606565 w 3710151"/>
                      <a:gd name="connsiteY5-386" fmla="*/ 441434 h 1418896"/>
                      <a:gd name="connsiteX6-387" fmla="*/ 2610282 w 3710151"/>
                      <a:gd name="connsiteY6-388" fmla="*/ 902607 h 1418896"/>
                      <a:gd name="connsiteX7-389" fmla="*/ 3710151 w 3710151"/>
                      <a:gd name="connsiteY7-390" fmla="*/ 1345324 h 1418896"/>
                      <a:gd name="connsiteX8-391" fmla="*/ 3426372 w 3710151"/>
                      <a:gd name="connsiteY8-392" fmla="*/ 1408386 h 1418896"/>
                      <a:gd name="connsiteX9-393" fmla="*/ 1849820 w 3710151"/>
                      <a:gd name="connsiteY9-394" fmla="*/ 746234 h 1418896"/>
                      <a:gd name="connsiteX10-395" fmla="*/ 241737 w 3710151"/>
                      <a:gd name="connsiteY10-396" fmla="*/ 1418896 h 1418896"/>
                      <a:gd name="connsiteX11-397" fmla="*/ 0 w 3710151"/>
                      <a:gd name="connsiteY11-398" fmla="*/ 1334814 h 1418896"/>
                      <a:gd name="connsiteX12-399" fmla="*/ 1124606 w 3710151"/>
                      <a:gd name="connsiteY12-400" fmla="*/ 903890 h 1418896"/>
                      <a:gd name="connsiteX13-401" fmla="*/ 1124605 w 3710151"/>
                      <a:gd name="connsiteY13-402" fmla="*/ 451945 h 1418896"/>
                      <a:gd name="connsiteX14-403" fmla="*/ 168164 w 3710151"/>
                      <a:gd name="connsiteY14-404" fmla="*/ 84081 h 1418896"/>
                      <a:gd name="connsiteX15-405" fmla="*/ 147144 w 3710151"/>
                      <a:gd name="connsiteY15-406" fmla="*/ 73572 h 1418896"/>
                      <a:gd name="connsiteX0-407" fmla="*/ 147144 w 3710151"/>
                      <a:gd name="connsiteY0-408" fmla="*/ 73572 h 1418896"/>
                      <a:gd name="connsiteX1-409" fmla="*/ 430924 w 3710151"/>
                      <a:gd name="connsiteY1-410" fmla="*/ 0 h 1418896"/>
                      <a:gd name="connsiteX2-411" fmla="*/ 1860331 w 3710151"/>
                      <a:gd name="connsiteY2-412" fmla="*/ 599089 h 1418896"/>
                      <a:gd name="connsiteX3-413" fmla="*/ 3342289 w 3710151"/>
                      <a:gd name="connsiteY3-414" fmla="*/ 0 h 1418896"/>
                      <a:gd name="connsiteX4-415" fmla="*/ 3563006 w 3710151"/>
                      <a:gd name="connsiteY4-416" fmla="*/ 73572 h 1418896"/>
                      <a:gd name="connsiteX5-417" fmla="*/ 2617717 w 3710151"/>
                      <a:gd name="connsiteY5-418" fmla="*/ 445151 h 1418896"/>
                      <a:gd name="connsiteX6-419" fmla="*/ 2610282 w 3710151"/>
                      <a:gd name="connsiteY6-420" fmla="*/ 902607 h 1418896"/>
                      <a:gd name="connsiteX7-421" fmla="*/ 3710151 w 3710151"/>
                      <a:gd name="connsiteY7-422" fmla="*/ 1345324 h 1418896"/>
                      <a:gd name="connsiteX8-423" fmla="*/ 3426372 w 3710151"/>
                      <a:gd name="connsiteY8-424" fmla="*/ 1408386 h 1418896"/>
                      <a:gd name="connsiteX9-425" fmla="*/ 1849820 w 3710151"/>
                      <a:gd name="connsiteY9-426" fmla="*/ 746234 h 1418896"/>
                      <a:gd name="connsiteX10-427" fmla="*/ 241737 w 3710151"/>
                      <a:gd name="connsiteY10-428" fmla="*/ 1418896 h 1418896"/>
                      <a:gd name="connsiteX11-429" fmla="*/ 0 w 3710151"/>
                      <a:gd name="connsiteY11-430" fmla="*/ 1334814 h 1418896"/>
                      <a:gd name="connsiteX12-431" fmla="*/ 1124606 w 3710151"/>
                      <a:gd name="connsiteY12-432" fmla="*/ 903890 h 1418896"/>
                      <a:gd name="connsiteX13-433" fmla="*/ 1124605 w 3710151"/>
                      <a:gd name="connsiteY13-434" fmla="*/ 451945 h 1418896"/>
                      <a:gd name="connsiteX14-435" fmla="*/ 168164 w 3710151"/>
                      <a:gd name="connsiteY14-436" fmla="*/ 84081 h 1418896"/>
                      <a:gd name="connsiteX15-437" fmla="*/ 147144 w 3710151"/>
                      <a:gd name="connsiteY15-438" fmla="*/ 73572 h 1418896"/>
                      <a:gd name="connsiteX0-439" fmla="*/ 147144 w 3710151"/>
                      <a:gd name="connsiteY0-440" fmla="*/ 73572 h 1418896"/>
                      <a:gd name="connsiteX1-441" fmla="*/ 430924 w 3710151"/>
                      <a:gd name="connsiteY1-442" fmla="*/ 0 h 1418896"/>
                      <a:gd name="connsiteX2-443" fmla="*/ 1860331 w 3710151"/>
                      <a:gd name="connsiteY2-444" fmla="*/ 599089 h 1418896"/>
                      <a:gd name="connsiteX3-445" fmla="*/ 3342289 w 3710151"/>
                      <a:gd name="connsiteY3-446" fmla="*/ 0 h 1418896"/>
                      <a:gd name="connsiteX4-447" fmla="*/ 3563006 w 3710151"/>
                      <a:gd name="connsiteY4-448" fmla="*/ 73572 h 1418896"/>
                      <a:gd name="connsiteX5-449" fmla="*/ 2617717 w 3710151"/>
                      <a:gd name="connsiteY5-450" fmla="*/ 448868 h 1418896"/>
                      <a:gd name="connsiteX6-451" fmla="*/ 2610282 w 3710151"/>
                      <a:gd name="connsiteY6-452" fmla="*/ 902607 h 1418896"/>
                      <a:gd name="connsiteX7-453" fmla="*/ 3710151 w 3710151"/>
                      <a:gd name="connsiteY7-454" fmla="*/ 1345324 h 1418896"/>
                      <a:gd name="connsiteX8-455" fmla="*/ 3426372 w 3710151"/>
                      <a:gd name="connsiteY8-456" fmla="*/ 1408386 h 1418896"/>
                      <a:gd name="connsiteX9-457" fmla="*/ 1849820 w 3710151"/>
                      <a:gd name="connsiteY9-458" fmla="*/ 746234 h 1418896"/>
                      <a:gd name="connsiteX10-459" fmla="*/ 241737 w 3710151"/>
                      <a:gd name="connsiteY10-460" fmla="*/ 1418896 h 1418896"/>
                      <a:gd name="connsiteX11-461" fmla="*/ 0 w 3710151"/>
                      <a:gd name="connsiteY11-462" fmla="*/ 1334814 h 1418896"/>
                      <a:gd name="connsiteX12-463" fmla="*/ 1124606 w 3710151"/>
                      <a:gd name="connsiteY12-464" fmla="*/ 903890 h 1418896"/>
                      <a:gd name="connsiteX13-465" fmla="*/ 1124605 w 3710151"/>
                      <a:gd name="connsiteY13-466" fmla="*/ 451945 h 1418896"/>
                      <a:gd name="connsiteX14-467" fmla="*/ 168164 w 3710151"/>
                      <a:gd name="connsiteY14-468" fmla="*/ 84081 h 1418896"/>
                      <a:gd name="connsiteX15-469" fmla="*/ 147144 w 3710151"/>
                      <a:gd name="connsiteY15-470" fmla="*/ 73572 h 1418896"/>
                      <a:gd name="connsiteX0-471" fmla="*/ 147144 w 3710151"/>
                      <a:gd name="connsiteY0-472" fmla="*/ 73572 h 1418896"/>
                      <a:gd name="connsiteX1-473" fmla="*/ 430924 w 3710151"/>
                      <a:gd name="connsiteY1-474" fmla="*/ 0 h 1418896"/>
                      <a:gd name="connsiteX2-475" fmla="*/ 1838028 w 3710151"/>
                      <a:gd name="connsiteY2-476" fmla="*/ 591655 h 1418896"/>
                      <a:gd name="connsiteX3-477" fmla="*/ 3342289 w 3710151"/>
                      <a:gd name="connsiteY3-478" fmla="*/ 0 h 1418896"/>
                      <a:gd name="connsiteX4-479" fmla="*/ 3563006 w 3710151"/>
                      <a:gd name="connsiteY4-480" fmla="*/ 73572 h 1418896"/>
                      <a:gd name="connsiteX5-481" fmla="*/ 2617717 w 3710151"/>
                      <a:gd name="connsiteY5-482" fmla="*/ 448868 h 1418896"/>
                      <a:gd name="connsiteX6-483" fmla="*/ 2610282 w 3710151"/>
                      <a:gd name="connsiteY6-484" fmla="*/ 902607 h 1418896"/>
                      <a:gd name="connsiteX7-485" fmla="*/ 3710151 w 3710151"/>
                      <a:gd name="connsiteY7-486" fmla="*/ 1345324 h 1418896"/>
                      <a:gd name="connsiteX8-487" fmla="*/ 3426372 w 3710151"/>
                      <a:gd name="connsiteY8-488" fmla="*/ 1408386 h 1418896"/>
                      <a:gd name="connsiteX9-489" fmla="*/ 1849820 w 3710151"/>
                      <a:gd name="connsiteY9-490" fmla="*/ 746234 h 1418896"/>
                      <a:gd name="connsiteX10-491" fmla="*/ 241737 w 3710151"/>
                      <a:gd name="connsiteY10-492" fmla="*/ 1418896 h 1418896"/>
                      <a:gd name="connsiteX11-493" fmla="*/ 0 w 3710151"/>
                      <a:gd name="connsiteY11-494" fmla="*/ 1334814 h 1418896"/>
                      <a:gd name="connsiteX12-495" fmla="*/ 1124606 w 3710151"/>
                      <a:gd name="connsiteY12-496" fmla="*/ 903890 h 1418896"/>
                      <a:gd name="connsiteX13-497" fmla="*/ 1124605 w 3710151"/>
                      <a:gd name="connsiteY13-498" fmla="*/ 451945 h 1418896"/>
                      <a:gd name="connsiteX14-499" fmla="*/ 168164 w 3710151"/>
                      <a:gd name="connsiteY14-500" fmla="*/ 84081 h 1418896"/>
                      <a:gd name="connsiteX15-501" fmla="*/ 147144 w 3710151"/>
                      <a:gd name="connsiteY15-502" fmla="*/ 73572 h 1418896"/>
                      <a:gd name="connsiteX0-503" fmla="*/ 147144 w 3710151"/>
                      <a:gd name="connsiteY0-504" fmla="*/ 73572 h 1418896"/>
                      <a:gd name="connsiteX1-505" fmla="*/ 430924 w 3710151"/>
                      <a:gd name="connsiteY1-506" fmla="*/ 0 h 1418896"/>
                      <a:gd name="connsiteX2-507" fmla="*/ 1838028 w 3710151"/>
                      <a:gd name="connsiteY2-508" fmla="*/ 591655 h 1418896"/>
                      <a:gd name="connsiteX3-509" fmla="*/ 3342289 w 3710151"/>
                      <a:gd name="connsiteY3-510" fmla="*/ 0 h 1418896"/>
                      <a:gd name="connsiteX4-511" fmla="*/ 3563006 w 3710151"/>
                      <a:gd name="connsiteY4-512" fmla="*/ 73572 h 1418896"/>
                      <a:gd name="connsiteX5-513" fmla="*/ 2617717 w 3710151"/>
                      <a:gd name="connsiteY5-514" fmla="*/ 448868 h 1418896"/>
                      <a:gd name="connsiteX6-515" fmla="*/ 2610282 w 3710151"/>
                      <a:gd name="connsiteY6-516" fmla="*/ 902607 h 1418896"/>
                      <a:gd name="connsiteX7-517" fmla="*/ 3710151 w 3710151"/>
                      <a:gd name="connsiteY7-518" fmla="*/ 1345324 h 1418896"/>
                      <a:gd name="connsiteX8-519" fmla="*/ 3426372 w 3710151"/>
                      <a:gd name="connsiteY8-520" fmla="*/ 1408386 h 1418896"/>
                      <a:gd name="connsiteX9-521" fmla="*/ 1849820 w 3710151"/>
                      <a:gd name="connsiteY9-522" fmla="*/ 746234 h 1418896"/>
                      <a:gd name="connsiteX10-523" fmla="*/ 241737 w 3710151"/>
                      <a:gd name="connsiteY10-524" fmla="*/ 1418896 h 1418896"/>
                      <a:gd name="connsiteX11-525" fmla="*/ 0 w 3710151"/>
                      <a:gd name="connsiteY11-526" fmla="*/ 1334814 h 1418896"/>
                      <a:gd name="connsiteX12-527" fmla="*/ 1124606 w 3710151"/>
                      <a:gd name="connsiteY12-528" fmla="*/ 903890 h 1418896"/>
                      <a:gd name="connsiteX13-529" fmla="*/ 1087434 w 3710151"/>
                      <a:gd name="connsiteY13-530" fmla="*/ 451945 h 1418896"/>
                      <a:gd name="connsiteX14-531" fmla="*/ 168164 w 3710151"/>
                      <a:gd name="connsiteY14-532" fmla="*/ 84081 h 1418896"/>
                      <a:gd name="connsiteX15-533" fmla="*/ 147144 w 3710151"/>
                      <a:gd name="connsiteY15-534" fmla="*/ 73572 h 1418896"/>
                      <a:gd name="connsiteX0-535" fmla="*/ 147144 w 3710151"/>
                      <a:gd name="connsiteY0-536" fmla="*/ 73572 h 1418896"/>
                      <a:gd name="connsiteX1-537" fmla="*/ 430924 w 3710151"/>
                      <a:gd name="connsiteY1-538" fmla="*/ 0 h 1418896"/>
                      <a:gd name="connsiteX2-539" fmla="*/ 1838028 w 3710151"/>
                      <a:gd name="connsiteY2-540" fmla="*/ 591655 h 1418896"/>
                      <a:gd name="connsiteX3-541" fmla="*/ 3342289 w 3710151"/>
                      <a:gd name="connsiteY3-542" fmla="*/ 0 h 1418896"/>
                      <a:gd name="connsiteX4-543" fmla="*/ 3563006 w 3710151"/>
                      <a:gd name="connsiteY4-544" fmla="*/ 73572 h 1418896"/>
                      <a:gd name="connsiteX5-545" fmla="*/ 2617717 w 3710151"/>
                      <a:gd name="connsiteY5-546" fmla="*/ 448868 h 1418896"/>
                      <a:gd name="connsiteX6-547" fmla="*/ 2610282 w 3710151"/>
                      <a:gd name="connsiteY6-548" fmla="*/ 902607 h 1418896"/>
                      <a:gd name="connsiteX7-549" fmla="*/ 3710151 w 3710151"/>
                      <a:gd name="connsiteY7-550" fmla="*/ 1345324 h 1418896"/>
                      <a:gd name="connsiteX8-551" fmla="*/ 3426372 w 3710151"/>
                      <a:gd name="connsiteY8-552" fmla="*/ 1408386 h 1418896"/>
                      <a:gd name="connsiteX9-553" fmla="*/ 1849820 w 3710151"/>
                      <a:gd name="connsiteY9-554" fmla="*/ 746234 h 1418896"/>
                      <a:gd name="connsiteX10-555" fmla="*/ 241737 w 3710151"/>
                      <a:gd name="connsiteY10-556" fmla="*/ 1418896 h 1418896"/>
                      <a:gd name="connsiteX11-557" fmla="*/ 0 w 3710151"/>
                      <a:gd name="connsiteY11-558" fmla="*/ 1334814 h 1418896"/>
                      <a:gd name="connsiteX12-559" fmla="*/ 1098586 w 3710151"/>
                      <a:gd name="connsiteY12-560" fmla="*/ 903890 h 1418896"/>
                      <a:gd name="connsiteX13-561" fmla="*/ 1087434 w 3710151"/>
                      <a:gd name="connsiteY13-562" fmla="*/ 451945 h 1418896"/>
                      <a:gd name="connsiteX14-563" fmla="*/ 168164 w 3710151"/>
                      <a:gd name="connsiteY14-564" fmla="*/ 84081 h 1418896"/>
                      <a:gd name="connsiteX15-565" fmla="*/ 147144 w 3710151"/>
                      <a:gd name="connsiteY15-566" fmla="*/ 73572 h 1418896"/>
                      <a:gd name="connsiteX0-567" fmla="*/ 162012 w 3725019"/>
                      <a:gd name="connsiteY0-568" fmla="*/ 73572 h 1418896"/>
                      <a:gd name="connsiteX1-569" fmla="*/ 445792 w 3725019"/>
                      <a:gd name="connsiteY1-570" fmla="*/ 0 h 1418896"/>
                      <a:gd name="connsiteX2-571" fmla="*/ 1852896 w 3725019"/>
                      <a:gd name="connsiteY2-572" fmla="*/ 591655 h 1418896"/>
                      <a:gd name="connsiteX3-573" fmla="*/ 3357157 w 3725019"/>
                      <a:gd name="connsiteY3-574" fmla="*/ 0 h 1418896"/>
                      <a:gd name="connsiteX4-575" fmla="*/ 3577874 w 3725019"/>
                      <a:gd name="connsiteY4-576" fmla="*/ 73572 h 1418896"/>
                      <a:gd name="connsiteX5-577" fmla="*/ 2632585 w 3725019"/>
                      <a:gd name="connsiteY5-578" fmla="*/ 448868 h 1418896"/>
                      <a:gd name="connsiteX6-579" fmla="*/ 2625150 w 3725019"/>
                      <a:gd name="connsiteY6-580" fmla="*/ 902607 h 1418896"/>
                      <a:gd name="connsiteX7-581" fmla="*/ 3725019 w 3725019"/>
                      <a:gd name="connsiteY7-582" fmla="*/ 1345324 h 1418896"/>
                      <a:gd name="connsiteX8-583" fmla="*/ 3441240 w 3725019"/>
                      <a:gd name="connsiteY8-584" fmla="*/ 1408386 h 1418896"/>
                      <a:gd name="connsiteX9-585" fmla="*/ 1864688 w 3725019"/>
                      <a:gd name="connsiteY9-586" fmla="*/ 746234 h 1418896"/>
                      <a:gd name="connsiteX10-587" fmla="*/ 256605 w 3725019"/>
                      <a:gd name="connsiteY10-588" fmla="*/ 1418896 h 1418896"/>
                      <a:gd name="connsiteX11-589" fmla="*/ 0 w 3725019"/>
                      <a:gd name="connsiteY11-590" fmla="*/ 1331097 h 1418896"/>
                      <a:gd name="connsiteX12-591" fmla="*/ 1113454 w 3725019"/>
                      <a:gd name="connsiteY12-592" fmla="*/ 903890 h 1418896"/>
                      <a:gd name="connsiteX13-593" fmla="*/ 1102302 w 3725019"/>
                      <a:gd name="connsiteY13-594" fmla="*/ 451945 h 1418896"/>
                      <a:gd name="connsiteX14-595" fmla="*/ 183032 w 3725019"/>
                      <a:gd name="connsiteY14-596" fmla="*/ 84081 h 1418896"/>
                      <a:gd name="connsiteX15-597" fmla="*/ 162012 w 3725019"/>
                      <a:gd name="connsiteY15-598" fmla="*/ 73572 h 141889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  <a:cxn ang="0">
                        <a:pos x="connsiteX11-23" y="connsiteY11-24"/>
                      </a:cxn>
                      <a:cxn ang="0">
                        <a:pos x="connsiteX12-25" y="connsiteY12-26"/>
                      </a:cxn>
                      <a:cxn ang="0">
                        <a:pos x="connsiteX13-27" y="connsiteY13-28"/>
                      </a:cxn>
                      <a:cxn ang="0">
                        <a:pos x="connsiteX14-29" y="connsiteY14-30"/>
                      </a:cxn>
                      <a:cxn ang="0">
                        <a:pos x="connsiteX15-31" y="connsiteY15-32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</p:grpSp>
        </p:grpSp>
      </p:grpSp>
      <p:grpSp>
        <p:nvGrpSpPr>
          <p:cNvPr id="1031" name="Group 1030"/>
          <p:cNvGrpSpPr/>
          <p:nvPr/>
        </p:nvGrpSpPr>
        <p:grpSpPr>
          <a:xfrm>
            <a:off x="972848" y="3887572"/>
            <a:ext cx="5946258" cy="1994414"/>
            <a:chOff x="972848" y="3947532"/>
            <a:chExt cx="5946258" cy="1994414"/>
          </a:xfrm>
        </p:grpSpPr>
        <p:sp>
          <p:nvSpPr>
            <p:cNvPr id="665" name="Content Placeholder 2"/>
            <p:cNvSpPr txBox="1"/>
            <p:nvPr/>
          </p:nvSpPr>
          <p:spPr>
            <a:xfrm>
              <a:off x="3140954" y="3947532"/>
              <a:ext cx="3778152" cy="1994414"/>
            </a:xfrm>
            <a:prstGeom prst="rect">
              <a:avLst/>
            </a:prstGeom>
          </p:spPr>
          <p:txBody>
            <a:bodyPr>
              <a:normAutofit/>
            </a:bodyPr>
            <a:lstStyle>
              <a:lvl1pPr marL="347345" indent="-347345" algn="l" defTabSz="914400" rtl="0" eaLnBrk="1" latinLnBrk="0" hangingPunct="1">
                <a:lnSpc>
                  <a:spcPct val="90000"/>
                </a:lnSpc>
                <a:spcBef>
                  <a:spcPts val="670"/>
                </a:spcBef>
                <a:buClr>
                  <a:srgbClr val="002E8A"/>
                </a:buClr>
                <a:buSzPct val="100000"/>
                <a:buFont typeface="Wingdings" panose="05000000000000000000" pitchFamily="2" charset="2"/>
                <a:buChar char="§"/>
                <a:defRPr sz="2800" kern="1200">
                  <a:solidFill>
                    <a:schemeClr val="tx1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1pPr>
              <a:lvl2pPr marL="740410" indent="-283210" algn="l" defTabSz="914400" rtl="0" eaLnBrk="1" latinLnBrk="0" hangingPunct="1">
                <a:lnSpc>
                  <a:spcPct val="90000"/>
                </a:lnSpc>
                <a:spcBef>
                  <a:spcPts val="530"/>
                </a:spcBef>
                <a:buClr>
                  <a:srgbClr val="C00000"/>
                </a:buClr>
                <a:buSzPct val="100000"/>
                <a:buFont typeface="Wingdings" panose="05000000000000000000" pitchFamily="2" charset="2"/>
                <a:buChar char="§"/>
                <a:defRPr sz="2400" kern="1200">
                  <a:solidFill>
                    <a:srgbClr val="0070C0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chemeClr val="accent2">
                    <a:lumMod val="75000"/>
                  </a:schemeClr>
                </a:buClr>
                <a:buSzPct val="100000"/>
                <a:buFont typeface="Wingdings" panose="05000000000000000000" pitchFamily="2" charset="2"/>
                <a:buChar char="§"/>
                <a:defRPr sz="2200" kern="1200">
                  <a:solidFill>
                    <a:schemeClr val="accent2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70C0"/>
                </a:buClr>
                <a:buSzPct val="100000"/>
                <a:buFont typeface="Wingdings" panose="05000000000000000000" pitchFamily="2" charset="2"/>
                <a:buChar char="§"/>
                <a:defRPr sz="2000" kern="1200">
                  <a:solidFill>
                    <a:srgbClr val="7030A0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A27242"/>
                </a:buClr>
                <a:buSzPct val="100000"/>
                <a:buFont typeface="Wingdings" panose="05000000000000000000" pitchFamily="2" charset="2"/>
                <a:buChar char="§"/>
                <a:defRPr sz="1800" kern="1200">
                  <a:solidFill>
                    <a:schemeClr val="accent6">
                      <a:lumMod val="50000"/>
                    </a:schemeClr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600" kern="1200" baseline="0">
                  <a:solidFill>
                    <a:schemeClr val="accent4">
                      <a:lumMod val="50000"/>
                    </a:schemeClr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6985" indent="0">
                <a:buNone/>
              </a:pPr>
              <a:endParaRPr lang="en-US" altLang="en-US" dirty="0">
                <a:latin typeface="+mn-lt"/>
                <a:ea typeface="Arial" panose="020B0604020202020204" pitchFamily="34" charset="0"/>
              </a:endParaRPr>
            </a:p>
            <a:p>
              <a:pPr marL="6985" indent="0">
                <a:buClr>
                  <a:srgbClr val="0000A8"/>
                </a:buClr>
                <a:buNone/>
              </a:pPr>
              <a:r>
                <a:rPr lang="en-US" altLang="en-US" sz="2400" i="1" dirty="0">
                  <a:solidFill>
                    <a:srgbClr val="C00000"/>
                  </a:solidFill>
                  <a:latin typeface="+mn-lt"/>
                  <a:ea typeface="Arial" panose="020B0604020202020204" pitchFamily="34" charset="0"/>
                </a:rPr>
                <a:t>通信链路</a:t>
              </a:r>
              <a:endParaRPr lang="en-US" altLang="en-US" sz="2400" i="1" dirty="0">
                <a:solidFill>
                  <a:srgbClr val="C00000"/>
                </a:solidFill>
                <a:latin typeface="+mn-lt"/>
                <a:ea typeface="Arial" panose="020B0604020202020204" pitchFamily="34" charset="0"/>
              </a:endParaRPr>
            </a:p>
            <a:p>
              <a:pPr marL="346075" lvl="1" indent="-231775">
                <a:buClr>
                  <a:srgbClr val="0000A3"/>
                </a:buClr>
              </a:pPr>
              <a:r>
                <a:rPr lang="en-US" altLang="en-US" sz="2000" dirty="0">
                  <a:solidFill>
                    <a:schemeClr val="tx1"/>
                  </a:solidFill>
                  <a:latin typeface="+mn-lt"/>
                  <a:ea typeface="Arial" panose="020B0604020202020204" pitchFamily="34" charset="0"/>
                </a:rPr>
                <a:t>光纤、铜线、无线电、卫星</a:t>
              </a:r>
              <a:endParaRPr lang="en-US" altLang="en-US" sz="2000" dirty="0">
                <a:solidFill>
                  <a:schemeClr val="tx1"/>
                </a:solidFill>
                <a:latin typeface="+mn-lt"/>
                <a:ea typeface="Arial" panose="020B0604020202020204" pitchFamily="34" charset="0"/>
              </a:endParaRPr>
            </a:p>
            <a:p>
              <a:pPr marL="346075" lvl="1" indent="-231775">
                <a:buClr>
                  <a:srgbClr val="0000A3"/>
                </a:buClr>
              </a:pPr>
              <a:r>
                <a:rPr lang="en-US" altLang="en-US" sz="2000" dirty="0">
                  <a:solidFill>
                    <a:schemeClr val="tx1"/>
                  </a:solidFill>
                  <a:latin typeface="+mn-lt"/>
                  <a:ea typeface="Arial" panose="020B0604020202020204" pitchFamily="34" charset="0"/>
                </a:rPr>
                <a:t>传输速率：带宽</a:t>
              </a:r>
              <a:r>
                <a:rPr lang="en-US" altLang="en-US" sz="2000" i="1" dirty="0">
                  <a:solidFill>
                    <a:schemeClr val="tx1"/>
                  </a:solidFill>
                  <a:latin typeface="+mn-lt"/>
                  <a:ea typeface="Arial" panose="020B0604020202020204" pitchFamily="34" charset="0"/>
                </a:rPr>
                <a:t/>
              </a:r>
              <a:br>
                <a:rPr lang="en-US" altLang="en-US" sz="2000" i="1" dirty="0">
                  <a:solidFill>
                    <a:srgbClr val="C00000"/>
                  </a:solidFill>
                  <a:latin typeface="+mn-lt"/>
                  <a:ea typeface="Arial" panose="020B0604020202020204" pitchFamily="34" charset="0"/>
                </a:rPr>
              </a:br>
              <a:endParaRPr lang="en-US" dirty="0">
                <a:solidFill>
                  <a:schemeClr val="tx1"/>
                </a:solidFill>
                <a:latin typeface="+mn-lt"/>
              </a:endParaRPr>
            </a:p>
          </p:txBody>
        </p:sp>
        <p:grpSp>
          <p:nvGrpSpPr>
            <p:cNvPr id="761" name="Group 523"/>
            <p:cNvGrpSpPr/>
            <p:nvPr/>
          </p:nvGrpSpPr>
          <p:grpSpPr bwMode="auto">
            <a:xfrm>
              <a:off x="2428229" y="4382136"/>
              <a:ext cx="457200" cy="733152"/>
              <a:chOff x="6061075" y="1844675"/>
              <a:chExt cx="457200" cy="733152"/>
            </a:xfrm>
          </p:grpSpPr>
          <p:sp>
            <p:nvSpPr>
              <p:cNvPr id="762" name="Line 426"/>
              <p:cNvSpPr>
                <a:spLocks noChangeShapeType="1"/>
              </p:cNvSpPr>
              <p:nvPr/>
            </p:nvSpPr>
            <p:spPr bwMode="auto">
              <a:xfrm>
                <a:off x="6289675" y="2403475"/>
                <a:ext cx="227964" cy="17435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grpSp>
            <p:nvGrpSpPr>
              <p:cNvPr id="763" name="Group 782"/>
              <p:cNvGrpSpPr/>
              <p:nvPr/>
            </p:nvGrpSpPr>
            <p:grpSpPr bwMode="auto">
              <a:xfrm>
                <a:off x="6061075" y="1844675"/>
                <a:ext cx="457200" cy="631825"/>
                <a:chOff x="742" y="2409"/>
                <a:chExt cx="576" cy="881"/>
              </a:xfrm>
            </p:grpSpPr>
            <p:grpSp>
              <p:nvGrpSpPr>
                <p:cNvPr id="764" name="Group 783"/>
                <p:cNvGrpSpPr/>
                <p:nvPr/>
              </p:nvGrpSpPr>
              <p:grpSpPr bwMode="auto">
                <a:xfrm>
                  <a:off x="832" y="2643"/>
                  <a:ext cx="376" cy="647"/>
                  <a:chOff x="3130" y="3288"/>
                  <a:chExt cx="410" cy="742"/>
                </a:xfrm>
              </p:grpSpPr>
              <p:sp>
                <p:nvSpPr>
                  <p:cNvPr id="767" name="Line 270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130" y="3288"/>
                    <a:ext cx="205" cy="672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68" name="Line 271"/>
                  <p:cNvSpPr>
                    <a:spLocks noChangeShapeType="1"/>
                  </p:cNvSpPr>
                  <p:nvPr/>
                </p:nvSpPr>
                <p:spPr bwMode="auto">
                  <a:xfrm>
                    <a:off x="3335" y="3288"/>
                    <a:ext cx="205" cy="669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69" name="Line 272"/>
                  <p:cNvSpPr>
                    <a:spLocks noChangeShapeType="1"/>
                  </p:cNvSpPr>
                  <p:nvPr/>
                </p:nvSpPr>
                <p:spPr bwMode="auto">
                  <a:xfrm>
                    <a:off x="3130" y="3957"/>
                    <a:ext cx="205" cy="73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70" name="Line 27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335" y="3957"/>
                    <a:ext cx="205" cy="73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71" name="Line 274"/>
                  <p:cNvSpPr>
                    <a:spLocks noChangeShapeType="1"/>
                  </p:cNvSpPr>
                  <p:nvPr/>
                </p:nvSpPr>
                <p:spPr bwMode="auto">
                  <a:xfrm>
                    <a:off x="3335" y="3303"/>
                    <a:ext cx="0" cy="727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72" name="Line 275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130" y="3888"/>
                    <a:ext cx="205" cy="72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73" name="Line 276"/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3335" y="3888"/>
                    <a:ext cx="205" cy="69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74" name="Line 277"/>
                  <p:cNvSpPr>
                    <a:spLocks noChangeShapeType="1"/>
                  </p:cNvSpPr>
                  <p:nvPr/>
                </p:nvSpPr>
                <p:spPr bwMode="auto">
                  <a:xfrm>
                    <a:off x="3217" y="3668"/>
                    <a:ext cx="118" cy="55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75" name="Line 278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668"/>
                    <a:ext cx="124" cy="55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76" name="Line 279"/>
                  <p:cNvSpPr>
                    <a:spLocks noChangeShapeType="1"/>
                  </p:cNvSpPr>
                  <p:nvPr/>
                </p:nvSpPr>
                <p:spPr bwMode="auto">
                  <a:xfrm>
                    <a:off x="3178" y="3766"/>
                    <a:ext cx="152" cy="75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77" name="Line 28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781"/>
                    <a:ext cx="153" cy="66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78" name="Line 281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567"/>
                    <a:ext cx="78" cy="27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79" name="Line 282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428"/>
                    <a:ext cx="49" cy="21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80" name="Line 283"/>
                  <p:cNvSpPr>
                    <a:spLocks noChangeShapeType="1"/>
                  </p:cNvSpPr>
                  <p:nvPr/>
                </p:nvSpPr>
                <p:spPr bwMode="auto">
                  <a:xfrm>
                    <a:off x="3247" y="3558"/>
                    <a:ext cx="95" cy="36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81" name="Line 284"/>
                  <p:cNvSpPr>
                    <a:spLocks noChangeShapeType="1"/>
                  </p:cNvSpPr>
                  <p:nvPr/>
                </p:nvSpPr>
                <p:spPr bwMode="auto">
                  <a:xfrm>
                    <a:off x="3289" y="3422"/>
                    <a:ext cx="55" cy="36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</p:grpSp>
            <p:pic>
              <p:nvPicPr>
                <p:cNvPr id="765" name="Picture 799" descr="cell_tower_radiation copy"/>
                <p:cNvPicPr>
                  <a:picLocks noChangeAspect="1" noChangeArrowheads="1"/>
                </p:cNvPicPr>
                <p:nvPr/>
              </p:nvPicPr>
              <p:blipFill>
                <a:blip r:embed="rId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2" y="2409"/>
                  <a:ext cx="576" cy="4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766" name="Oval 800"/>
                <p:cNvSpPr>
                  <a:spLocks noChangeArrowheads="1"/>
                </p:cNvSpPr>
                <p:nvPr/>
              </p:nvSpPr>
              <p:spPr bwMode="auto">
                <a:xfrm>
                  <a:off x="986" y="2597"/>
                  <a:ext cx="66" cy="69"/>
                </a:xfrm>
                <a:prstGeom prst="ellipse">
                  <a:avLst/>
                </a:prstGeom>
                <a:solidFill>
                  <a:schemeClr val="tx2"/>
                </a:solidFill>
                <a:ln w="9525">
                  <a:solidFill>
                    <a:schemeClr val="tx1"/>
                  </a:solidFill>
                  <a:rou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</p:grpSp>
        </p:grpSp>
        <p:grpSp>
          <p:nvGrpSpPr>
            <p:cNvPr id="782" name="Group 779"/>
            <p:cNvGrpSpPr/>
            <p:nvPr/>
          </p:nvGrpSpPr>
          <p:grpSpPr bwMode="auto">
            <a:xfrm>
              <a:off x="972848" y="4585926"/>
              <a:ext cx="452014" cy="316353"/>
              <a:chOff x="2967" y="478"/>
              <a:chExt cx="788" cy="625"/>
            </a:xfrm>
          </p:grpSpPr>
          <p:pic>
            <p:nvPicPr>
              <p:cNvPr id="783" name="Picture 780" descr="access_point_stylized_small"/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12" y="559"/>
                <a:ext cx="576" cy="5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84" name="Picture 781" descr="antenna_radiation_stylize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67" y="478"/>
                <a:ext cx="788" cy="1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pic>
          <p:nvPicPr>
            <p:cNvPr id="1028" name="Picture 4" descr="Image result for Ethernet cable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456310" y="4560750"/>
              <a:ext cx="874495" cy="51335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1033" name="Group 1032"/>
          <p:cNvGrpSpPr/>
          <p:nvPr/>
        </p:nvGrpSpPr>
        <p:grpSpPr>
          <a:xfrm>
            <a:off x="413554" y="1318241"/>
            <a:ext cx="6618129" cy="1705461"/>
            <a:chOff x="413554" y="1318241"/>
            <a:chExt cx="6618129" cy="1705461"/>
          </a:xfrm>
        </p:grpSpPr>
        <p:sp>
          <p:nvSpPr>
            <p:cNvPr id="664" name="Content Placeholder 2"/>
            <p:cNvSpPr txBox="1"/>
            <p:nvPr/>
          </p:nvSpPr>
          <p:spPr>
            <a:xfrm>
              <a:off x="3142484" y="1318241"/>
              <a:ext cx="3889199" cy="1705461"/>
            </a:xfrm>
            <a:prstGeom prst="rect">
              <a:avLst/>
            </a:prstGeom>
          </p:spPr>
          <p:txBody>
            <a:bodyPr>
              <a:normAutofit/>
            </a:bodyPr>
            <a:lstStyle>
              <a:lvl1pPr marL="347345" indent="-347345" algn="l" defTabSz="914400" rtl="0" eaLnBrk="1" latinLnBrk="0" hangingPunct="1">
                <a:lnSpc>
                  <a:spcPct val="90000"/>
                </a:lnSpc>
                <a:spcBef>
                  <a:spcPts val="670"/>
                </a:spcBef>
                <a:buClr>
                  <a:srgbClr val="002E8A"/>
                </a:buClr>
                <a:buSzPct val="100000"/>
                <a:buFont typeface="Wingdings" panose="05000000000000000000" pitchFamily="2" charset="2"/>
                <a:buChar char="§"/>
                <a:defRPr sz="2800" kern="1200">
                  <a:solidFill>
                    <a:schemeClr val="tx1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1pPr>
              <a:lvl2pPr marL="740410" indent="-283210" algn="l" defTabSz="914400" rtl="0" eaLnBrk="1" latinLnBrk="0" hangingPunct="1">
                <a:lnSpc>
                  <a:spcPct val="90000"/>
                </a:lnSpc>
                <a:spcBef>
                  <a:spcPts val="530"/>
                </a:spcBef>
                <a:buClr>
                  <a:srgbClr val="C00000"/>
                </a:buClr>
                <a:buSzPct val="100000"/>
                <a:buFont typeface="Wingdings" panose="05000000000000000000" pitchFamily="2" charset="2"/>
                <a:buChar char="§"/>
                <a:defRPr sz="2400" kern="1200">
                  <a:solidFill>
                    <a:srgbClr val="0070C0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chemeClr val="accent2">
                    <a:lumMod val="75000"/>
                  </a:schemeClr>
                </a:buClr>
                <a:buSzPct val="100000"/>
                <a:buFont typeface="Wingdings" panose="05000000000000000000" pitchFamily="2" charset="2"/>
                <a:buChar char="§"/>
                <a:defRPr sz="2200" kern="1200">
                  <a:solidFill>
                    <a:schemeClr val="accent2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70C0"/>
                </a:buClr>
                <a:buSzPct val="100000"/>
                <a:buFont typeface="Wingdings" panose="05000000000000000000" pitchFamily="2" charset="2"/>
                <a:buChar char="§"/>
                <a:defRPr sz="2000" kern="1200">
                  <a:solidFill>
                    <a:srgbClr val="7030A0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A27242"/>
                </a:buClr>
                <a:buSzPct val="100000"/>
                <a:buFont typeface="Wingdings" panose="05000000000000000000" pitchFamily="2" charset="2"/>
                <a:buChar char="§"/>
                <a:defRPr sz="1800" kern="1200">
                  <a:solidFill>
                    <a:schemeClr val="accent6">
                      <a:lumMod val="50000"/>
                    </a:schemeClr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600" kern="1200" baseline="0">
                  <a:solidFill>
                    <a:schemeClr val="accent4">
                      <a:lumMod val="50000"/>
                    </a:schemeClr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spcBef>
                  <a:spcPct val="15000"/>
                </a:spcBef>
                <a:buClr>
                  <a:srgbClr val="0000A8"/>
                </a:buClr>
                <a:buNone/>
              </a:pPr>
              <a:r>
                <a:rPr lang="en-US" altLang="en-US" sz="2400" dirty="0">
                  <a:latin typeface="+mn-lt"/>
                </a:rPr>
                <a:t>数十亿台互连的计算设备： </a:t>
              </a:r>
              <a:r>
                <a:rPr lang="en-US" altLang="en-US" sz="2400" i="1" dirty="0">
                  <a:solidFill>
                    <a:srgbClr val="C00000"/>
                  </a:solidFill>
                  <a:latin typeface="+mn-lt"/>
                </a:rPr>
                <a:t/>
              </a:r>
              <a:r>
                <a:rPr lang="en-US" altLang="en-US" sz="2400" dirty="0">
                  <a:latin typeface="+mn-lt"/>
                </a:rPr>
                <a:t/>
              </a:r>
              <a:endParaRPr lang="en-US" altLang="en-US" sz="2400" dirty="0">
                <a:latin typeface="+mn-lt"/>
              </a:endParaRPr>
            </a:p>
            <a:p>
              <a:pPr marL="346075" lvl="1" indent="-231775">
                <a:spcBef>
                  <a:spcPct val="15000"/>
                </a:spcBef>
                <a:buClr>
                  <a:srgbClr val="0000A3"/>
                </a:buClr>
              </a:pPr>
              <a:r>
                <a:rPr lang="en-US" altLang="en-US" sz="2000" i="1" dirty="0">
                  <a:solidFill>
                    <a:srgbClr val="C00000"/>
                  </a:solidFill>
                  <a:latin typeface="+mn-lt"/>
                  <a:ea typeface="MS PGothic" panose="020B0600070205080204" pitchFamily="34" charset="-128"/>
                </a:rPr>
                <a:t>主机 = 端系统 </a:t>
              </a:r>
              <a:r>
                <a:rPr lang="en-US" altLang="en-US" sz="2000" i="1" dirty="0">
                  <a:solidFill>
                    <a:srgbClr val="CC0000"/>
                  </a:solidFill>
                  <a:latin typeface="+mn-lt"/>
                  <a:ea typeface="MS PGothic" panose="020B0600070205080204" pitchFamily="34" charset="-128"/>
                </a:rPr>
                <a:t/>
              </a:r>
              <a:r>
                <a:rPr lang="en-US" altLang="en-US" sz="2000" i="1" dirty="0">
                  <a:solidFill>
                    <a:schemeClr val="tx1"/>
                  </a:solidFill>
                  <a:latin typeface="+mn-lt"/>
                  <a:ea typeface="MS PGothic" panose="020B0600070205080204" pitchFamily="34" charset="-128"/>
                </a:rPr>
                <a:t/>
              </a:r>
              <a:endParaRPr lang="en-US" altLang="en-US" sz="2000" i="1" dirty="0">
                <a:solidFill>
                  <a:schemeClr val="tx1"/>
                </a:solidFill>
                <a:latin typeface="+mn-lt"/>
                <a:ea typeface="MS PGothic" panose="020B0600070205080204" pitchFamily="34" charset="-128"/>
              </a:endParaRPr>
            </a:p>
            <a:p>
              <a:pPr marL="346075" lvl="1" indent="-231775">
                <a:buClr>
                  <a:srgbClr val="0000A3"/>
                </a:buClr>
              </a:pPr>
              <a:r>
                <a:rPr lang="en-US" altLang="en-US" sz="2000" dirty="0">
                  <a:solidFill>
                    <a:schemeClr val="tx1"/>
                  </a:solidFill>
                  <a:latin typeface="+mn-lt"/>
                  <a:ea typeface="Arial" panose="020B0604020202020204" pitchFamily="34" charset="0"/>
                </a:rPr>
                <a:t>在互联网“边缘”运行网络应用</a:t>
              </a:r>
              <a:r>
                <a:rPr lang="en-US" altLang="en-US" sz="2000" i="1" dirty="0">
                  <a:solidFill>
                    <a:schemeClr val="tx1"/>
                  </a:solidFill>
                  <a:latin typeface="+mn-lt"/>
                  <a:ea typeface="Arial" panose="020B0604020202020204" pitchFamily="34" charset="0"/>
                </a:rPr>
                <a:t/>
              </a:r>
              <a:r>
                <a:rPr lang="en-US" altLang="en-US" sz="2000" i="1" dirty="0">
                  <a:solidFill>
                    <a:srgbClr val="C00000"/>
                  </a:solidFill>
                  <a:latin typeface="+mn-lt"/>
                  <a:ea typeface="Arial" panose="020B0604020202020204" pitchFamily="34" charset="0"/>
                </a:rPr>
                <a:t/>
              </a:r>
              <a:r>
                <a:rPr lang="en-US" altLang="en-US" sz="2000" dirty="0">
                  <a:solidFill>
                    <a:schemeClr val="tx1"/>
                  </a:solidFill>
                  <a:latin typeface="+mn-lt"/>
                  <a:ea typeface="Arial" panose="020B0604020202020204" pitchFamily="34" charset="0"/>
                </a:rPr>
                <a:t/>
              </a:r>
              <a:endParaRPr lang="en-US" altLang="en-US" sz="2000" dirty="0">
                <a:solidFill>
                  <a:schemeClr val="tx1"/>
                </a:solidFill>
                <a:latin typeface="+mn-lt"/>
                <a:ea typeface="Arial" panose="020B0604020202020204" pitchFamily="34" charset="0"/>
              </a:endParaRPr>
            </a:p>
          </p:txBody>
        </p:sp>
        <p:grpSp>
          <p:nvGrpSpPr>
            <p:cNvPr id="1027" name="Group 1026"/>
            <p:cNvGrpSpPr/>
            <p:nvPr/>
          </p:nvGrpSpPr>
          <p:grpSpPr>
            <a:xfrm>
              <a:off x="413554" y="1342201"/>
              <a:ext cx="2520730" cy="1345159"/>
              <a:chOff x="177500" y="1428021"/>
              <a:chExt cx="2679234" cy="1453172"/>
            </a:xfrm>
          </p:grpSpPr>
          <p:grpSp>
            <p:nvGrpSpPr>
              <p:cNvPr id="667" name="Group 1064"/>
              <p:cNvGrpSpPr/>
              <p:nvPr/>
            </p:nvGrpSpPr>
            <p:grpSpPr bwMode="auto">
              <a:xfrm>
                <a:off x="2228805" y="1490654"/>
                <a:ext cx="627929" cy="611023"/>
                <a:chOff x="877" y="1008"/>
                <a:chExt cx="2747" cy="2591"/>
              </a:xfrm>
            </p:grpSpPr>
            <p:pic>
              <p:nvPicPr>
                <p:cNvPr id="668" name="Picture 1065" descr="antenna_stylized"/>
                <p:cNvPicPr>
                  <a:picLocks noChangeAspect="1" noChangeArrowheads="1"/>
                </p:cNvPicPr>
                <p:nvPr/>
              </p:nvPicPr>
              <p:blipFill>
                <a:blip r:embed="rId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7" y="1008"/>
                  <a:ext cx="2725" cy="14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9" name="Picture 1066" descr="laptop_keyboard"/>
                <p:cNvPicPr>
                  <a:picLocks noChangeAspect="1" noChangeArrowheads="1"/>
                </p:cNvPicPr>
                <p:nvPr/>
              </p:nvPicPr>
              <p:blipFill>
                <a:blip r:embed="rId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rot="109064" flipH="1">
                  <a:off x="1009" y="2586"/>
                  <a:ext cx="2245" cy="10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670" name="Freeform 1067"/>
                <p:cNvSpPr/>
                <p:nvPr/>
              </p:nvSpPr>
              <p:spPr bwMode="auto">
                <a:xfrm>
                  <a:off x="1753" y="1603"/>
                  <a:ext cx="1807" cy="1322"/>
                </a:xfrm>
                <a:custGeom>
                  <a:avLst/>
                  <a:gdLst>
                    <a:gd name="T0" fmla="*/ 1 w 2982"/>
                    <a:gd name="T1" fmla="*/ 0 h 2442"/>
                    <a:gd name="T2" fmla="*/ 0 w 2982"/>
                    <a:gd name="T3" fmla="*/ 1 h 2442"/>
                    <a:gd name="T4" fmla="*/ 2 w 2982"/>
                    <a:gd name="T5" fmla="*/ 1 h 2442"/>
                    <a:gd name="T6" fmla="*/ 2 w 2982"/>
                    <a:gd name="T7" fmla="*/ 1 h 2442"/>
                    <a:gd name="T8" fmla="*/ 1 w 2982"/>
                    <a:gd name="T9" fmla="*/ 0 h 24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82"/>
                    <a:gd name="T16" fmla="*/ 0 h 2442"/>
                    <a:gd name="T17" fmla="*/ 2982 w 2982"/>
                    <a:gd name="T18" fmla="*/ 2442 h 24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82" h="2442">
                      <a:moveTo>
                        <a:pt x="540" y="0"/>
                      </a:moveTo>
                      <a:lnTo>
                        <a:pt x="0" y="1734"/>
                      </a:lnTo>
                      <a:lnTo>
                        <a:pt x="2394" y="2442"/>
                      </a:lnTo>
                      <a:lnTo>
                        <a:pt x="2982" y="318"/>
                      </a:lnTo>
                      <a:lnTo>
                        <a:pt x="54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</a:ln>
              </p:spPr>
              <p:txBody>
                <a:bodyPr/>
                <a:lstStyle/>
                <a:p>
                  <a:endParaRPr lang="en-US" dirty="0"/>
                </a:p>
              </p:txBody>
            </p:sp>
            <p:pic>
              <p:nvPicPr>
                <p:cNvPr id="671" name="Picture 1068" descr="screen"/>
                <p:cNvPicPr>
                  <a:picLocks noChangeAspect="1" noChangeArrowheads="1"/>
                </p:cNvPicPr>
                <p:nvPr/>
              </p:nvPicPr>
              <p:blipFill>
                <a:blip r:embed="rId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842" y="1637"/>
                  <a:ext cx="1642" cy="120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672" name="Freeform 1069"/>
                <p:cNvSpPr/>
                <p:nvPr/>
              </p:nvSpPr>
              <p:spPr bwMode="auto">
                <a:xfrm>
                  <a:off x="2082" y="1564"/>
                  <a:ext cx="1531" cy="246"/>
                </a:xfrm>
                <a:custGeom>
                  <a:avLst/>
                  <a:gdLst>
                    <a:gd name="T0" fmla="*/ 1 w 2528"/>
                    <a:gd name="T1" fmla="*/ 0 h 455"/>
                    <a:gd name="T2" fmla="*/ 2 w 2528"/>
                    <a:gd name="T3" fmla="*/ 1 h 455"/>
                    <a:gd name="T4" fmla="*/ 2 w 2528"/>
                    <a:gd name="T5" fmla="*/ 1 h 455"/>
                    <a:gd name="T6" fmla="*/ 0 w 2528"/>
                    <a:gd name="T7" fmla="*/ 1 h 455"/>
                    <a:gd name="T8" fmla="*/ 1 w 2528"/>
                    <a:gd name="T9" fmla="*/ 0 h 45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28"/>
                    <a:gd name="T16" fmla="*/ 0 h 455"/>
                    <a:gd name="T17" fmla="*/ 2528 w 2528"/>
                    <a:gd name="T18" fmla="*/ 455 h 45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28" h="455">
                      <a:moveTo>
                        <a:pt x="14" y="0"/>
                      </a:moveTo>
                      <a:lnTo>
                        <a:pt x="2528" y="341"/>
                      </a:lnTo>
                      <a:lnTo>
                        <a:pt x="2480" y="455"/>
                      </a:lnTo>
                      <a:lnTo>
                        <a:pt x="0" y="86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EAEAEA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73" name="Freeform 1070"/>
                <p:cNvSpPr/>
                <p:nvPr/>
              </p:nvSpPr>
              <p:spPr bwMode="auto">
                <a:xfrm>
                  <a:off x="1737" y="1562"/>
                  <a:ext cx="425" cy="1024"/>
                </a:xfrm>
                <a:custGeom>
                  <a:avLst/>
                  <a:gdLst>
                    <a:gd name="T0" fmla="*/ 1 w 702"/>
                    <a:gd name="T1" fmla="*/ 0 h 1893"/>
                    <a:gd name="T2" fmla="*/ 0 w 702"/>
                    <a:gd name="T3" fmla="*/ 1 h 1893"/>
                    <a:gd name="T4" fmla="*/ 1 w 702"/>
                    <a:gd name="T5" fmla="*/ 1 h 1893"/>
                    <a:gd name="T6" fmla="*/ 1 w 702"/>
                    <a:gd name="T7" fmla="*/ 1 h 1893"/>
                    <a:gd name="T8" fmla="*/ 1 w 702"/>
                    <a:gd name="T9" fmla="*/ 0 h 189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02"/>
                    <a:gd name="T16" fmla="*/ 0 h 1893"/>
                    <a:gd name="T17" fmla="*/ 702 w 702"/>
                    <a:gd name="T18" fmla="*/ 1893 h 189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02" h="1893">
                      <a:moveTo>
                        <a:pt x="579" y="0"/>
                      </a:moveTo>
                      <a:lnTo>
                        <a:pt x="0" y="1869"/>
                      </a:lnTo>
                      <a:lnTo>
                        <a:pt x="114" y="1893"/>
                      </a:lnTo>
                      <a:lnTo>
                        <a:pt x="702" y="51"/>
                      </a:lnTo>
                      <a:lnTo>
                        <a:pt x="579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74" name="Freeform 1071"/>
                <p:cNvSpPr/>
                <p:nvPr/>
              </p:nvSpPr>
              <p:spPr bwMode="auto">
                <a:xfrm>
                  <a:off x="3144" y="1745"/>
                  <a:ext cx="458" cy="1182"/>
                </a:xfrm>
                <a:custGeom>
                  <a:avLst/>
                  <a:gdLst>
                    <a:gd name="T0" fmla="*/ 1 w 756"/>
                    <a:gd name="T1" fmla="*/ 0 h 2184"/>
                    <a:gd name="T2" fmla="*/ 1 w 756"/>
                    <a:gd name="T3" fmla="*/ 1 h 2184"/>
                    <a:gd name="T4" fmla="*/ 0 w 756"/>
                    <a:gd name="T5" fmla="*/ 1 h 2184"/>
                    <a:gd name="T6" fmla="*/ 1 w 756"/>
                    <a:gd name="T7" fmla="*/ 1 h 2184"/>
                    <a:gd name="T8" fmla="*/ 1 w 756"/>
                    <a:gd name="T9" fmla="*/ 0 h 21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6"/>
                    <a:gd name="T16" fmla="*/ 0 h 2184"/>
                    <a:gd name="T17" fmla="*/ 756 w 756"/>
                    <a:gd name="T18" fmla="*/ 2184 h 218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6" h="2184">
                      <a:moveTo>
                        <a:pt x="756" y="0"/>
                      </a:moveTo>
                      <a:lnTo>
                        <a:pt x="138" y="2184"/>
                      </a:lnTo>
                      <a:lnTo>
                        <a:pt x="0" y="2148"/>
                      </a:lnTo>
                      <a:lnTo>
                        <a:pt x="606" y="78"/>
                      </a:lnTo>
                      <a:lnTo>
                        <a:pt x="75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chemeClr val="bg1"/>
                    </a:gs>
                  </a:gsLst>
                  <a:lin ang="54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75" name="Freeform 1072"/>
                <p:cNvSpPr/>
                <p:nvPr/>
              </p:nvSpPr>
              <p:spPr bwMode="auto">
                <a:xfrm>
                  <a:off x="1732" y="2534"/>
                  <a:ext cx="1680" cy="399"/>
                </a:xfrm>
                <a:custGeom>
                  <a:avLst/>
                  <a:gdLst>
                    <a:gd name="T0" fmla="*/ 1 w 2773"/>
                    <a:gd name="T1" fmla="*/ 0 h 738"/>
                    <a:gd name="T2" fmla="*/ 0 w 2773"/>
                    <a:gd name="T3" fmla="*/ 1 h 738"/>
                    <a:gd name="T4" fmla="*/ 2 w 2773"/>
                    <a:gd name="T5" fmla="*/ 1 h 738"/>
                    <a:gd name="T6" fmla="*/ 2 w 2773"/>
                    <a:gd name="T7" fmla="*/ 1 h 738"/>
                    <a:gd name="T8" fmla="*/ 1 w 2773"/>
                    <a:gd name="T9" fmla="*/ 0 h 7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773"/>
                    <a:gd name="T16" fmla="*/ 0 h 738"/>
                    <a:gd name="T17" fmla="*/ 2773 w 2773"/>
                    <a:gd name="T18" fmla="*/ 738 h 7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773" h="738">
                      <a:moveTo>
                        <a:pt x="33" y="0"/>
                      </a:moveTo>
                      <a:lnTo>
                        <a:pt x="0" y="99"/>
                      </a:lnTo>
                      <a:lnTo>
                        <a:pt x="2436" y="738"/>
                      </a:lnTo>
                      <a:cubicBezTo>
                        <a:pt x="2499" y="501"/>
                        <a:pt x="2773" y="727"/>
                        <a:pt x="2373" y="603"/>
                      </a:cubicBezTo>
                      <a:lnTo>
                        <a:pt x="3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CC"/>
                    </a:gs>
                    <a:gs pos="100000">
                      <a:schemeClr val="bg1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76" name="Freeform 1073"/>
                <p:cNvSpPr/>
                <p:nvPr/>
              </p:nvSpPr>
              <p:spPr bwMode="auto">
                <a:xfrm>
                  <a:off x="3195" y="1755"/>
                  <a:ext cx="429" cy="1187"/>
                </a:xfrm>
                <a:custGeom>
                  <a:avLst/>
                  <a:gdLst>
                    <a:gd name="T0" fmla="*/ 2 w 637"/>
                    <a:gd name="T1" fmla="*/ 0 h 1659"/>
                    <a:gd name="T2" fmla="*/ 2 w 637"/>
                    <a:gd name="T3" fmla="*/ 0 h 1659"/>
                    <a:gd name="T4" fmla="*/ 1 w 637"/>
                    <a:gd name="T5" fmla="*/ 15 h 1659"/>
                    <a:gd name="T6" fmla="*/ 0 w 637"/>
                    <a:gd name="T7" fmla="*/ 15 h 1659"/>
                    <a:gd name="T8" fmla="*/ 2 w 637"/>
                    <a:gd name="T9" fmla="*/ 0 h 165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37"/>
                    <a:gd name="T16" fmla="*/ 0 h 1659"/>
                    <a:gd name="T17" fmla="*/ 637 w 637"/>
                    <a:gd name="T18" fmla="*/ 1659 h 165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37" h="1659">
                      <a:moveTo>
                        <a:pt x="615" y="0"/>
                      </a:moveTo>
                      <a:lnTo>
                        <a:pt x="637" y="0"/>
                      </a:lnTo>
                      <a:lnTo>
                        <a:pt x="68" y="1659"/>
                      </a:lnTo>
                      <a:lnTo>
                        <a:pt x="0" y="1647"/>
                      </a:lnTo>
                      <a:lnTo>
                        <a:pt x="615" y="0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77" name="Freeform 1074"/>
                <p:cNvSpPr/>
                <p:nvPr/>
              </p:nvSpPr>
              <p:spPr bwMode="auto">
                <a:xfrm>
                  <a:off x="1734" y="2587"/>
                  <a:ext cx="1494" cy="394"/>
                </a:xfrm>
                <a:custGeom>
                  <a:avLst/>
                  <a:gdLst>
                    <a:gd name="T0" fmla="*/ 0 w 2216"/>
                    <a:gd name="T1" fmla="*/ 0 h 550"/>
                    <a:gd name="T2" fmla="*/ 1 w 2216"/>
                    <a:gd name="T3" fmla="*/ 1 h 550"/>
                    <a:gd name="T4" fmla="*/ 9 w 2216"/>
                    <a:gd name="T5" fmla="*/ 5 h 550"/>
                    <a:gd name="T6" fmla="*/ 9 w 2216"/>
                    <a:gd name="T7" fmla="*/ 4 h 550"/>
                    <a:gd name="T8" fmla="*/ 0 w 2216"/>
                    <a:gd name="T9" fmla="*/ 0 h 55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16"/>
                    <a:gd name="T16" fmla="*/ 0 h 550"/>
                    <a:gd name="T17" fmla="*/ 2216 w 2216"/>
                    <a:gd name="T18" fmla="*/ 550 h 55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16" h="550">
                      <a:moveTo>
                        <a:pt x="0" y="0"/>
                      </a:moveTo>
                      <a:lnTo>
                        <a:pt x="9" y="57"/>
                      </a:lnTo>
                      <a:lnTo>
                        <a:pt x="2164" y="550"/>
                      </a:lnTo>
                      <a:lnTo>
                        <a:pt x="2216" y="49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grpSp>
              <p:nvGrpSpPr>
                <p:cNvPr id="678" name="Group 1075"/>
                <p:cNvGrpSpPr/>
                <p:nvPr/>
              </p:nvGrpSpPr>
              <p:grpSpPr bwMode="auto">
                <a:xfrm>
                  <a:off x="1709" y="3008"/>
                  <a:ext cx="507" cy="234"/>
                  <a:chOff x="1740" y="2642"/>
                  <a:chExt cx="752" cy="327"/>
                </a:xfrm>
              </p:grpSpPr>
              <p:sp>
                <p:nvSpPr>
                  <p:cNvPr id="685" name="Freeform 1076"/>
                  <p:cNvSpPr/>
                  <p:nvPr/>
                </p:nvSpPr>
                <p:spPr bwMode="auto">
                  <a:xfrm>
                    <a:off x="1740" y="2642"/>
                    <a:ext cx="752" cy="327"/>
                  </a:xfrm>
                  <a:custGeom>
                    <a:avLst/>
                    <a:gdLst>
                      <a:gd name="T0" fmla="*/ 293 w 752"/>
                      <a:gd name="T1" fmla="*/ 0 h 327"/>
                      <a:gd name="T2" fmla="*/ 752 w 752"/>
                      <a:gd name="T3" fmla="*/ 124 h 327"/>
                      <a:gd name="T4" fmla="*/ 470 w 752"/>
                      <a:gd name="T5" fmla="*/ 327 h 327"/>
                      <a:gd name="T6" fmla="*/ 0 w 752"/>
                      <a:gd name="T7" fmla="*/ 183 h 327"/>
                      <a:gd name="T8" fmla="*/ 293 w 752"/>
                      <a:gd name="T9" fmla="*/ 0 h 32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2"/>
                      <a:gd name="T16" fmla="*/ 0 h 327"/>
                      <a:gd name="T17" fmla="*/ 752 w 752"/>
                      <a:gd name="T18" fmla="*/ 327 h 32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2" h="327">
                        <a:moveTo>
                          <a:pt x="293" y="0"/>
                        </a:moveTo>
                        <a:lnTo>
                          <a:pt x="752" y="124"/>
                        </a:lnTo>
                        <a:lnTo>
                          <a:pt x="470" y="327"/>
                        </a:lnTo>
                        <a:lnTo>
                          <a:pt x="0" y="183"/>
                        </a:lnTo>
                        <a:lnTo>
                          <a:pt x="293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686" name="Freeform 1077"/>
                  <p:cNvSpPr/>
                  <p:nvPr/>
                </p:nvSpPr>
                <p:spPr bwMode="auto">
                  <a:xfrm>
                    <a:off x="1754" y="2649"/>
                    <a:ext cx="726" cy="311"/>
                  </a:xfrm>
                  <a:custGeom>
                    <a:avLst/>
                    <a:gdLst>
                      <a:gd name="T0" fmla="*/ 282 w 726"/>
                      <a:gd name="T1" fmla="*/ 0 h 311"/>
                      <a:gd name="T2" fmla="*/ 726 w 726"/>
                      <a:gd name="T3" fmla="*/ 119 h 311"/>
                      <a:gd name="T4" fmla="*/ 457 w 726"/>
                      <a:gd name="T5" fmla="*/ 311 h 311"/>
                      <a:gd name="T6" fmla="*/ 0 w 726"/>
                      <a:gd name="T7" fmla="*/ 173 h 311"/>
                      <a:gd name="T8" fmla="*/ 282 w 726"/>
                      <a:gd name="T9" fmla="*/ 0 h 31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26"/>
                      <a:gd name="T16" fmla="*/ 0 h 311"/>
                      <a:gd name="T17" fmla="*/ 726 w 726"/>
                      <a:gd name="T18" fmla="*/ 311 h 31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26" h="311">
                        <a:moveTo>
                          <a:pt x="282" y="0"/>
                        </a:moveTo>
                        <a:lnTo>
                          <a:pt x="726" y="119"/>
                        </a:lnTo>
                        <a:lnTo>
                          <a:pt x="457" y="311"/>
                        </a:lnTo>
                        <a:lnTo>
                          <a:pt x="0" y="173"/>
                        </a:lnTo>
                        <a:lnTo>
                          <a:pt x="28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4D4D4D"/>
                      </a:gs>
                      <a:gs pos="100000">
                        <a:srgbClr val="DDDDDD"/>
                      </a:gs>
                    </a:gsLst>
                    <a:lin ang="189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687" name="Freeform 1078"/>
                  <p:cNvSpPr/>
                  <p:nvPr/>
                </p:nvSpPr>
                <p:spPr bwMode="auto">
                  <a:xfrm>
                    <a:off x="1808" y="2770"/>
                    <a:ext cx="258" cy="100"/>
                  </a:xfrm>
                  <a:custGeom>
                    <a:avLst/>
                    <a:gdLst>
                      <a:gd name="T0" fmla="*/ 0 w 258"/>
                      <a:gd name="T1" fmla="*/ 44 h 100"/>
                      <a:gd name="T2" fmla="*/ 75 w 258"/>
                      <a:gd name="T3" fmla="*/ 0 h 100"/>
                      <a:gd name="T4" fmla="*/ 258 w 258"/>
                      <a:gd name="T5" fmla="*/ 50 h 100"/>
                      <a:gd name="T6" fmla="*/ 183 w 258"/>
                      <a:gd name="T7" fmla="*/ 100 h 100"/>
                      <a:gd name="T8" fmla="*/ 0 w 258"/>
                      <a:gd name="T9" fmla="*/ 44 h 10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0"/>
                      <a:gd name="T17" fmla="*/ 258 w 258"/>
                      <a:gd name="T18" fmla="*/ 100 h 10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0">
                        <a:moveTo>
                          <a:pt x="0" y="44"/>
                        </a:moveTo>
                        <a:lnTo>
                          <a:pt x="75" y="0"/>
                        </a:lnTo>
                        <a:lnTo>
                          <a:pt x="258" y="50"/>
                        </a:lnTo>
                        <a:lnTo>
                          <a:pt x="183" y="100"/>
                        </a:lnTo>
                        <a:lnTo>
                          <a:pt x="0" y="44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688" name="Freeform 1079"/>
                  <p:cNvSpPr/>
                  <p:nvPr/>
                </p:nvSpPr>
                <p:spPr bwMode="auto">
                  <a:xfrm>
                    <a:off x="1799" y="2816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689" name="Freeform 1080"/>
                  <p:cNvSpPr/>
                  <p:nvPr/>
                </p:nvSpPr>
                <p:spPr bwMode="auto">
                  <a:xfrm>
                    <a:off x="2020" y="2834"/>
                    <a:ext cx="258" cy="102"/>
                  </a:xfrm>
                  <a:custGeom>
                    <a:avLst/>
                    <a:gdLst>
                      <a:gd name="T0" fmla="*/ 0 w 258"/>
                      <a:gd name="T1" fmla="*/ 46 h 102"/>
                      <a:gd name="T2" fmla="*/ 71 w 258"/>
                      <a:gd name="T3" fmla="*/ 0 h 102"/>
                      <a:gd name="T4" fmla="*/ 258 w 258"/>
                      <a:gd name="T5" fmla="*/ 52 h 102"/>
                      <a:gd name="T6" fmla="*/ 183 w 258"/>
                      <a:gd name="T7" fmla="*/ 102 h 102"/>
                      <a:gd name="T8" fmla="*/ 0 w 258"/>
                      <a:gd name="T9" fmla="*/ 46 h 10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2"/>
                      <a:gd name="T17" fmla="*/ 258 w 258"/>
                      <a:gd name="T18" fmla="*/ 102 h 10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2">
                        <a:moveTo>
                          <a:pt x="0" y="46"/>
                        </a:moveTo>
                        <a:lnTo>
                          <a:pt x="71" y="0"/>
                        </a:lnTo>
                        <a:lnTo>
                          <a:pt x="258" y="52"/>
                        </a:lnTo>
                        <a:lnTo>
                          <a:pt x="183" y="102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690" name="Freeform 1081"/>
                  <p:cNvSpPr/>
                  <p:nvPr/>
                </p:nvSpPr>
                <p:spPr bwMode="auto">
                  <a:xfrm>
                    <a:off x="2011" y="2882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</p:grpSp>
            <p:sp>
              <p:nvSpPr>
                <p:cNvPr id="679" name="Freeform 1082"/>
                <p:cNvSpPr/>
                <p:nvPr/>
              </p:nvSpPr>
              <p:spPr bwMode="auto">
                <a:xfrm>
                  <a:off x="2577" y="3043"/>
                  <a:ext cx="614" cy="514"/>
                </a:xfrm>
                <a:custGeom>
                  <a:avLst/>
                  <a:gdLst>
                    <a:gd name="T0" fmla="*/ 1 w 990"/>
                    <a:gd name="T1" fmla="*/ 2 h 792"/>
                    <a:gd name="T2" fmla="*/ 1 w 990"/>
                    <a:gd name="T3" fmla="*/ 0 h 792"/>
                    <a:gd name="T4" fmla="*/ 1 w 990"/>
                    <a:gd name="T5" fmla="*/ 1 h 792"/>
                    <a:gd name="T6" fmla="*/ 0 w 990"/>
                    <a:gd name="T7" fmla="*/ 2 h 792"/>
                    <a:gd name="T8" fmla="*/ 1 w 990"/>
                    <a:gd name="T9" fmla="*/ 2 h 79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90"/>
                    <a:gd name="T16" fmla="*/ 0 h 792"/>
                    <a:gd name="T17" fmla="*/ 990 w 990"/>
                    <a:gd name="T18" fmla="*/ 792 h 79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90" h="792">
                      <a:moveTo>
                        <a:pt x="3" y="738"/>
                      </a:moveTo>
                      <a:lnTo>
                        <a:pt x="990" y="0"/>
                      </a:lnTo>
                      <a:lnTo>
                        <a:pt x="987" y="60"/>
                      </a:lnTo>
                      <a:lnTo>
                        <a:pt x="0" y="792"/>
                      </a:lnTo>
                      <a:lnTo>
                        <a:pt x="3" y="738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80" name="Freeform 1083"/>
                <p:cNvSpPr/>
                <p:nvPr/>
              </p:nvSpPr>
              <p:spPr bwMode="auto">
                <a:xfrm>
                  <a:off x="1010" y="3084"/>
                  <a:ext cx="1571" cy="469"/>
                </a:xfrm>
                <a:custGeom>
                  <a:avLst/>
                  <a:gdLst>
                    <a:gd name="T0" fmla="*/ 1 w 2532"/>
                    <a:gd name="T1" fmla="*/ 0 h 723"/>
                    <a:gd name="T2" fmla="*/ 1 w 2532"/>
                    <a:gd name="T3" fmla="*/ 0 h 723"/>
                    <a:gd name="T4" fmla="*/ 4 w 2532"/>
                    <a:gd name="T5" fmla="*/ 2 h 723"/>
                    <a:gd name="T6" fmla="*/ 4 w 2532"/>
                    <a:gd name="T7" fmla="*/ 2 h 723"/>
                    <a:gd name="T8" fmla="*/ 0 w 2532"/>
                    <a:gd name="T9" fmla="*/ 1 h 723"/>
                    <a:gd name="T10" fmla="*/ 1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81" name="Freeform 1084"/>
                <p:cNvSpPr/>
                <p:nvPr/>
              </p:nvSpPr>
              <p:spPr bwMode="auto">
                <a:xfrm>
                  <a:off x="1011" y="2998"/>
                  <a:ext cx="17" cy="95"/>
                </a:xfrm>
                <a:custGeom>
                  <a:avLst/>
                  <a:gdLst>
                    <a:gd name="T0" fmla="*/ 1 w 26"/>
                    <a:gd name="T1" fmla="*/ 1 h 147"/>
                    <a:gd name="T2" fmla="*/ 1 w 26"/>
                    <a:gd name="T3" fmla="*/ 1 h 147"/>
                    <a:gd name="T4" fmla="*/ 0 w 26"/>
                    <a:gd name="T5" fmla="*/ 1 h 147"/>
                    <a:gd name="T6" fmla="*/ 1 w 26"/>
                    <a:gd name="T7" fmla="*/ 0 h 147"/>
                    <a:gd name="T8" fmla="*/ 1 w 26"/>
                    <a:gd name="T9" fmla="*/ 1 h 1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"/>
                    <a:gd name="T16" fmla="*/ 0 h 147"/>
                    <a:gd name="T17" fmla="*/ 26 w 26"/>
                    <a:gd name="T18" fmla="*/ 147 h 1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" h="147">
                      <a:moveTo>
                        <a:pt x="26" y="10"/>
                      </a:moveTo>
                      <a:lnTo>
                        <a:pt x="23" y="147"/>
                      </a:lnTo>
                      <a:lnTo>
                        <a:pt x="0" y="144"/>
                      </a:lnTo>
                      <a:lnTo>
                        <a:pt x="3" y="0"/>
                      </a:lnTo>
                      <a:lnTo>
                        <a:pt x="26" y="1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82" name="Freeform 1085"/>
                <p:cNvSpPr/>
                <p:nvPr/>
              </p:nvSpPr>
              <p:spPr bwMode="auto">
                <a:xfrm>
                  <a:off x="1012" y="2611"/>
                  <a:ext cx="730" cy="393"/>
                </a:xfrm>
                <a:custGeom>
                  <a:avLst/>
                  <a:gdLst>
                    <a:gd name="T0" fmla="*/ 1 w 1176"/>
                    <a:gd name="T1" fmla="*/ 0 h 606"/>
                    <a:gd name="T2" fmla="*/ 0 w 1176"/>
                    <a:gd name="T3" fmla="*/ 1 h 606"/>
                    <a:gd name="T4" fmla="*/ 1 w 1176"/>
                    <a:gd name="T5" fmla="*/ 1 h 606"/>
                    <a:gd name="T6" fmla="*/ 1 w 1176"/>
                    <a:gd name="T7" fmla="*/ 1 h 606"/>
                    <a:gd name="T8" fmla="*/ 1 w 1176"/>
                    <a:gd name="T9" fmla="*/ 0 h 60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76"/>
                    <a:gd name="T16" fmla="*/ 0 h 606"/>
                    <a:gd name="T17" fmla="*/ 1176 w 1176"/>
                    <a:gd name="T18" fmla="*/ 606 h 60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76" h="606">
                      <a:moveTo>
                        <a:pt x="1170" y="0"/>
                      </a:moveTo>
                      <a:lnTo>
                        <a:pt x="0" y="597"/>
                      </a:lnTo>
                      <a:lnTo>
                        <a:pt x="30" y="606"/>
                      </a:lnTo>
                      <a:lnTo>
                        <a:pt x="1176" y="18"/>
                      </a:lnTo>
                      <a:lnTo>
                        <a:pt x="1170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83" name="Freeform 1086"/>
                <p:cNvSpPr/>
                <p:nvPr/>
              </p:nvSpPr>
              <p:spPr bwMode="auto">
                <a:xfrm>
                  <a:off x="1061" y="3018"/>
                  <a:ext cx="1490" cy="451"/>
                </a:xfrm>
                <a:custGeom>
                  <a:avLst/>
                  <a:gdLst>
                    <a:gd name="T0" fmla="*/ 1 w 2532"/>
                    <a:gd name="T1" fmla="*/ 0 h 723"/>
                    <a:gd name="T2" fmla="*/ 1 w 2532"/>
                    <a:gd name="T3" fmla="*/ 0 h 723"/>
                    <a:gd name="T4" fmla="*/ 1 w 2532"/>
                    <a:gd name="T5" fmla="*/ 1 h 723"/>
                    <a:gd name="T6" fmla="*/ 1 w 2532"/>
                    <a:gd name="T7" fmla="*/ 1 h 723"/>
                    <a:gd name="T8" fmla="*/ 0 w 2532"/>
                    <a:gd name="T9" fmla="*/ 1 h 723"/>
                    <a:gd name="T10" fmla="*/ 1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84" name="Freeform 1087"/>
                <p:cNvSpPr/>
                <p:nvPr/>
              </p:nvSpPr>
              <p:spPr bwMode="auto">
                <a:xfrm flipV="1">
                  <a:off x="2549" y="2986"/>
                  <a:ext cx="608" cy="467"/>
                </a:xfrm>
                <a:custGeom>
                  <a:avLst/>
                  <a:gdLst>
                    <a:gd name="T0" fmla="*/ 0 w 2532"/>
                    <a:gd name="T1" fmla="*/ 0 h 723"/>
                    <a:gd name="T2" fmla="*/ 0 w 2532"/>
                    <a:gd name="T3" fmla="*/ 0 h 723"/>
                    <a:gd name="T4" fmla="*/ 0 w 2532"/>
                    <a:gd name="T5" fmla="*/ 2 h 723"/>
                    <a:gd name="T6" fmla="*/ 0 w 2532"/>
                    <a:gd name="T7" fmla="*/ 2 h 723"/>
                    <a:gd name="T8" fmla="*/ 0 w 2532"/>
                    <a:gd name="T9" fmla="*/ 1 h 723"/>
                    <a:gd name="T10" fmla="*/ 0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grpSp>
            <p:nvGrpSpPr>
              <p:cNvPr id="691" name="Group 652"/>
              <p:cNvGrpSpPr/>
              <p:nvPr/>
            </p:nvGrpSpPr>
            <p:grpSpPr bwMode="auto">
              <a:xfrm>
                <a:off x="1187669" y="1611378"/>
                <a:ext cx="511595" cy="419441"/>
                <a:chOff x="2751" y="1851"/>
                <a:chExt cx="462" cy="478"/>
              </a:xfrm>
            </p:grpSpPr>
            <p:pic>
              <p:nvPicPr>
                <p:cNvPr id="692" name="Picture 653" descr="iphone_stylized_small"/>
                <p:cNvPicPr>
                  <a:picLocks noChangeAspect="1" noChangeArrowheads="1"/>
                </p:cNvPicPr>
                <p:nvPr/>
              </p:nvPicPr>
              <p:blipFill>
                <a:blip r:embed="rId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" y="1922"/>
                  <a:ext cx="152" cy="40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3" name="Picture 654" descr="antenna_radiation_stylized"/>
                <p:cNvPicPr>
                  <a:picLocks noChangeAspect="1" noChangeArrowheads="1"/>
                </p:cNvPicPr>
                <p:nvPr/>
              </p:nvPicPr>
              <p:blipFill>
                <a:blip r:embed="rId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1" y="1851"/>
                  <a:ext cx="462" cy="1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695" name="Group 694"/>
              <p:cNvGrpSpPr/>
              <p:nvPr/>
            </p:nvGrpSpPr>
            <p:grpSpPr>
              <a:xfrm>
                <a:off x="1346422" y="2111586"/>
                <a:ext cx="580012" cy="769607"/>
                <a:chOff x="7797061" y="3296104"/>
                <a:chExt cx="347997" cy="396620"/>
              </a:xfrm>
            </p:grpSpPr>
            <p:pic>
              <p:nvPicPr>
                <p:cNvPr id="696" name="Picture 571" descr="fridge2.png"/>
                <p:cNvPicPr>
                  <a:picLocks noChangeAspect="1"/>
                </p:cNvPicPr>
                <p:nvPr/>
              </p:nvPicPr>
              <p:blipFill>
                <a:blip r:embed="rId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96825" y="3355697"/>
                  <a:ext cx="189578" cy="33702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7" name="Picture 1115" descr="antenna_stylized"/>
                <p:cNvPicPr>
                  <a:picLocks noChangeAspect="1" noChangeArrowheads="1"/>
                </p:cNvPicPr>
                <p:nvPr/>
              </p:nvPicPr>
              <p:blipFill>
                <a:blip r:embed="rId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97061" y="3296104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698" name="Group 950"/>
              <p:cNvGrpSpPr/>
              <p:nvPr/>
            </p:nvGrpSpPr>
            <p:grpSpPr bwMode="auto">
              <a:xfrm>
                <a:off x="1018136" y="2414197"/>
                <a:ext cx="228492" cy="436354"/>
                <a:chOff x="4140" y="429"/>
                <a:chExt cx="1425" cy="2396"/>
              </a:xfrm>
            </p:grpSpPr>
            <p:sp>
              <p:nvSpPr>
                <p:cNvPr id="699" name="Freeform 951"/>
                <p:cNvSpPr/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00" name="Rectangle 952"/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701" name="Freeform 953"/>
                <p:cNvSpPr/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02" name="Freeform 954"/>
                <p:cNvSpPr/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03" name="Rectangle 955"/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704" name="Group 956"/>
                <p:cNvGrpSpPr/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729" name="AutoShape 957"/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4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730" name="AutoShape 958"/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4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705" name="Rectangle 959"/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706" name="Group 960"/>
                <p:cNvGrpSpPr/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727" name="AutoShape 961"/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4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728" name="AutoShape 962"/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4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707" name="Rectangle 963"/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708" name="Rectangle 964"/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709" name="Group 965"/>
                <p:cNvGrpSpPr/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725" name="AutoShape 966"/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4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726" name="AutoShape 967"/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4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710" name="Freeform 968"/>
                <p:cNvSpPr/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grpSp>
              <p:nvGrpSpPr>
                <p:cNvPr id="711" name="Group 969"/>
                <p:cNvGrpSpPr/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723" name="AutoShape 970"/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4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724" name="AutoShape 971"/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4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712" name="Rectangle 972"/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713" name="Freeform 973"/>
                <p:cNvSpPr/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14" name="Freeform 974"/>
                <p:cNvSpPr/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15" name="Oval 975"/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716" name="Freeform 976"/>
                <p:cNvSpPr/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17" name="AutoShape 977"/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718" name="AutoShape 978"/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719" name="Oval 979"/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720" name="Oval 980"/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1800" dirty="0">
                    <a:solidFill>
                      <a:srgbClr val="FF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721" name="Oval 981"/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722" name="Rectangle 982"/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</p:grpSp>
          <p:grpSp>
            <p:nvGrpSpPr>
              <p:cNvPr id="733" name="Group 732"/>
              <p:cNvGrpSpPr/>
              <p:nvPr/>
            </p:nvGrpSpPr>
            <p:grpSpPr>
              <a:xfrm>
                <a:off x="2053502" y="2245186"/>
                <a:ext cx="672582" cy="617342"/>
                <a:chOff x="5275406" y="2711455"/>
                <a:chExt cx="452949" cy="405518"/>
              </a:xfrm>
            </p:grpSpPr>
            <p:pic>
              <p:nvPicPr>
                <p:cNvPr id="734" name="Picture 733" descr="server_rack.png"/>
                <p:cNvPicPr>
                  <a:picLocks noChangeAspect="1"/>
                </p:cNvPicPr>
                <p:nvPr/>
              </p:nvPicPr>
              <p:blipFill>
                <a:blip r:embed="rId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735" name="Picture 734" descr="server_rack.png"/>
                <p:cNvPicPr>
                  <a:picLocks noChangeAspect="1"/>
                </p:cNvPicPr>
                <p:nvPr/>
              </p:nvPicPr>
              <p:blipFill>
                <a:blip r:embed="rId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736" name="Picture 735" descr="server_rack.png"/>
                <p:cNvPicPr>
                  <a:picLocks noChangeAspect="1"/>
                </p:cNvPicPr>
                <p:nvPr/>
              </p:nvPicPr>
              <p:blipFill>
                <a:blip r:embed="rId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  <p:grpSp>
            <p:nvGrpSpPr>
              <p:cNvPr id="737" name="Group 590"/>
              <p:cNvGrpSpPr/>
              <p:nvPr/>
            </p:nvGrpSpPr>
            <p:grpSpPr bwMode="auto">
              <a:xfrm flipH="1">
                <a:off x="618085" y="1595547"/>
                <a:ext cx="517401" cy="503916"/>
                <a:chOff x="2839" y="3501"/>
                <a:chExt cx="755" cy="803"/>
              </a:xfrm>
            </p:grpSpPr>
            <p:pic>
              <p:nvPicPr>
                <p:cNvPr id="738" name="Picture 591" descr="desktop_computer_stylized_medium"/>
                <p:cNvPicPr>
                  <a:picLocks noChangeAspect="1" noChangeArrowheads="1"/>
                </p:cNvPicPr>
                <p:nvPr/>
              </p:nvPicPr>
              <p:blipFill>
                <a:blip r:embed="rId13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39" y="3501"/>
                  <a:ext cx="755" cy="80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739" name="Freeform 592"/>
                <p:cNvSpPr/>
                <p:nvPr/>
              </p:nvSpPr>
              <p:spPr bwMode="auto">
                <a:xfrm>
                  <a:off x="2916" y="3578"/>
                  <a:ext cx="356" cy="368"/>
                </a:xfrm>
                <a:custGeom>
                  <a:avLst/>
                  <a:gdLst>
                    <a:gd name="T0" fmla="*/ 0 w 356"/>
                    <a:gd name="T1" fmla="*/ 0 h 368"/>
                    <a:gd name="T2" fmla="*/ 300 w 356"/>
                    <a:gd name="T3" fmla="*/ 14 h 368"/>
                    <a:gd name="T4" fmla="*/ 356 w 356"/>
                    <a:gd name="T5" fmla="*/ 294 h 368"/>
                    <a:gd name="T6" fmla="*/ 78 w 356"/>
                    <a:gd name="T7" fmla="*/ 368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6"/>
                    <a:gd name="T16" fmla="*/ 0 h 368"/>
                    <a:gd name="T17" fmla="*/ 356 w 356"/>
                    <a:gd name="T18" fmla="*/ 368 h 36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chemeClr val="bg1"/>
                    </a:gs>
                  </a:gsLst>
                  <a:lin ang="27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prstDash val="solid"/>
                      <a:round/>
                    </a14:hiddenLine>
                  </a:ext>
                </a:extLst>
              </p:spPr>
              <p:txBody>
                <a:bodyPr wrap="none"/>
                <a:lstStyle/>
                <a:p>
                  <a:endParaRPr lang="en-US" dirty="0"/>
                </a:p>
              </p:txBody>
            </p:sp>
          </p:grpSp>
          <p:grpSp>
            <p:nvGrpSpPr>
              <p:cNvPr id="741" name="Group 740"/>
              <p:cNvGrpSpPr/>
              <p:nvPr/>
            </p:nvGrpSpPr>
            <p:grpSpPr>
              <a:xfrm>
                <a:off x="1609415" y="1428021"/>
                <a:ext cx="748578" cy="712374"/>
                <a:chOff x="8631407" y="2290407"/>
                <a:chExt cx="530702" cy="478009"/>
              </a:xfrm>
            </p:grpSpPr>
            <p:pic>
              <p:nvPicPr>
                <p:cNvPr id="742" name="Picture 568" descr="light2.png"/>
                <p:cNvPicPr>
                  <a:picLocks noChangeAspect="1"/>
                </p:cNvPicPr>
                <p:nvPr/>
              </p:nvPicPr>
              <p:blipFill>
                <a:blip r:embed="rId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8825293" y="2362969"/>
                  <a:ext cx="92772" cy="40544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43" name="Picture 1017" descr="antenna_stylized"/>
                <p:cNvPicPr>
                  <a:picLocks noChangeAspect="1" noChangeArrowheads="1"/>
                </p:cNvPicPr>
                <p:nvPr/>
              </p:nvPicPr>
              <p:blipFill>
                <a:blip r:embed="rId15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31407" y="2290407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789" name="Group 788"/>
              <p:cNvGrpSpPr/>
              <p:nvPr/>
            </p:nvGrpSpPr>
            <p:grpSpPr>
              <a:xfrm>
                <a:off x="177500" y="2082690"/>
                <a:ext cx="849312" cy="226109"/>
                <a:chOff x="8493165" y="2029804"/>
                <a:chExt cx="849312" cy="226109"/>
              </a:xfrm>
            </p:grpSpPr>
            <p:pic>
              <p:nvPicPr>
                <p:cNvPr id="790" name="Picture 603" descr="car_icon_small"/>
                <p:cNvPicPr>
                  <a:picLocks noChangeAspect="1" noChangeArrowheads="1"/>
                </p:cNvPicPr>
                <p:nvPr/>
              </p:nvPicPr>
              <p:blipFill>
                <a:blip r:embed="rId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93165" y="2087638"/>
                  <a:ext cx="849312" cy="16827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91" name="Picture 1017" descr="antenna_stylized"/>
                <p:cNvPicPr>
                  <a:picLocks noChangeAspect="1" noChangeArrowheads="1"/>
                </p:cNvPicPr>
                <p:nvPr/>
              </p:nvPicPr>
              <p:blipFill>
                <a:blip r:embed="rId15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04645" y="2029804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</p:grpSp>
      <p:grpSp>
        <p:nvGrpSpPr>
          <p:cNvPr id="1025" name="Group 1024"/>
          <p:cNvGrpSpPr/>
          <p:nvPr/>
        </p:nvGrpSpPr>
        <p:grpSpPr>
          <a:xfrm>
            <a:off x="7562238" y="2127325"/>
            <a:ext cx="3578867" cy="3640283"/>
            <a:chOff x="7562238" y="2127325"/>
            <a:chExt cx="3578867" cy="3640283"/>
          </a:xfrm>
        </p:grpSpPr>
        <p:cxnSp>
          <p:nvCxnSpPr>
            <p:cNvPr id="830" name="Straight Connector 829"/>
            <p:cNvCxnSpPr/>
            <p:nvPr/>
          </p:nvCxnSpPr>
          <p:spPr>
            <a:xfrm flipH="1" flipV="1">
              <a:off x="10559920" y="3580125"/>
              <a:ext cx="412964" cy="63712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7" name="Straight Connector 826"/>
            <p:cNvCxnSpPr/>
            <p:nvPr/>
          </p:nvCxnSpPr>
          <p:spPr>
            <a:xfrm flipH="1" flipV="1">
              <a:off x="10660835" y="3640684"/>
              <a:ext cx="345866" cy="738975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5" name="Straight Connector 824"/>
            <p:cNvCxnSpPr/>
            <p:nvPr/>
          </p:nvCxnSpPr>
          <p:spPr>
            <a:xfrm flipV="1">
              <a:off x="10636897" y="3633421"/>
              <a:ext cx="335987" cy="39534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3" name="Straight Connector 822"/>
            <p:cNvCxnSpPr/>
            <p:nvPr/>
          </p:nvCxnSpPr>
          <p:spPr>
            <a:xfrm flipH="1" flipV="1">
              <a:off x="10570774" y="3594896"/>
              <a:ext cx="1" cy="48574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9" name="Straight Connector 818"/>
            <p:cNvCxnSpPr/>
            <p:nvPr/>
          </p:nvCxnSpPr>
          <p:spPr>
            <a:xfrm flipH="1" flipV="1">
              <a:off x="10550620" y="4071642"/>
              <a:ext cx="508543" cy="348647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8" name="Straight Connector 817"/>
            <p:cNvCxnSpPr/>
            <p:nvPr/>
          </p:nvCxnSpPr>
          <p:spPr>
            <a:xfrm flipH="1">
              <a:off x="9895195" y="4087742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6" name="Straight Connector 815"/>
            <p:cNvCxnSpPr/>
            <p:nvPr/>
          </p:nvCxnSpPr>
          <p:spPr>
            <a:xfrm flipH="1">
              <a:off x="9219616" y="4087742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3" name="Straight Connector 812"/>
            <p:cNvCxnSpPr/>
            <p:nvPr/>
          </p:nvCxnSpPr>
          <p:spPr>
            <a:xfrm flipH="1">
              <a:off x="9276868" y="3507672"/>
              <a:ext cx="382424" cy="51705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1" name="Straight Connector 810"/>
            <p:cNvCxnSpPr/>
            <p:nvPr/>
          </p:nvCxnSpPr>
          <p:spPr>
            <a:xfrm>
              <a:off x="9733069" y="3507672"/>
              <a:ext cx="0" cy="540294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8" name="Straight Connector 807"/>
            <p:cNvCxnSpPr/>
            <p:nvPr/>
          </p:nvCxnSpPr>
          <p:spPr>
            <a:xfrm>
              <a:off x="10137668" y="2754692"/>
              <a:ext cx="488174" cy="839333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3" name="Straight Connector 562"/>
            <p:cNvCxnSpPr/>
            <p:nvPr/>
          </p:nvCxnSpPr>
          <p:spPr>
            <a:xfrm flipH="1">
              <a:off x="9798719" y="2695013"/>
              <a:ext cx="380432" cy="694807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03" name="Group 802"/>
            <p:cNvGrpSpPr/>
            <p:nvPr/>
          </p:nvGrpSpPr>
          <p:grpSpPr>
            <a:xfrm>
              <a:off x="7562238" y="2127325"/>
              <a:ext cx="3578867" cy="3640283"/>
              <a:chOff x="7562238" y="2127325"/>
              <a:chExt cx="3578867" cy="3640283"/>
            </a:xfrm>
          </p:grpSpPr>
          <p:grpSp>
            <p:nvGrpSpPr>
              <p:cNvPr id="800" name="Group 799"/>
              <p:cNvGrpSpPr/>
              <p:nvPr/>
            </p:nvGrpSpPr>
            <p:grpSpPr>
              <a:xfrm>
                <a:off x="7857253" y="2127325"/>
                <a:ext cx="3283852" cy="3640283"/>
                <a:chOff x="7881336" y="2104198"/>
                <a:chExt cx="3283852" cy="3640283"/>
              </a:xfrm>
            </p:grpSpPr>
            <p:sp>
              <p:nvSpPr>
                <p:cNvPr id="22" name="Line 428"/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813692" y="5228612"/>
                  <a:ext cx="388062" cy="756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dirty="0"/>
                </a:p>
              </p:txBody>
            </p:sp>
            <p:sp>
              <p:nvSpPr>
                <p:cNvPr id="24" name="Line 430"/>
                <p:cNvSpPr>
                  <a:spLocks noChangeShapeType="1"/>
                </p:cNvSpPr>
                <p:nvPr/>
              </p:nvSpPr>
              <p:spPr bwMode="auto">
                <a:xfrm rot="16200000">
                  <a:off x="10234009" y="5382159"/>
                  <a:ext cx="0" cy="11430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dirty="0"/>
                </a:p>
              </p:txBody>
            </p:sp>
            <p:sp>
              <p:nvSpPr>
                <p:cNvPr id="25" name="Line 431"/>
                <p:cNvSpPr>
                  <a:spLocks noChangeShapeType="1"/>
                </p:cNvSpPr>
                <p:nvPr/>
              </p:nvSpPr>
              <p:spPr bwMode="auto">
                <a:xfrm>
                  <a:off x="9457042" y="4815390"/>
                  <a:ext cx="524483" cy="261537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6" name="Line 432"/>
                <p:cNvSpPr>
                  <a:spLocks noChangeShapeType="1"/>
                </p:cNvSpPr>
                <p:nvPr/>
              </p:nvSpPr>
              <p:spPr bwMode="auto">
                <a:xfrm flipV="1">
                  <a:off x="8874149" y="4815390"/>
                  <a:ext cx="569255" cy="24626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7" name="Line 433"/>
                <p:cNvSpPr>
                  <a:spLocks noChangeShapeType="1"/>
                </p:cNvSpPr>
                <p:nvPr/>
              </p:nvSpPr>
              <p:spPr bwMode="auto">
                <a:xfrm flipV="1">
                  <a:off x="8845827" y="5085749"/>
                  <a:ext cx="1030502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8" name="Line 435"/>
                <p:cNvSpPr>
                  <a:spLocks noChangeShapeType="1"/>
                </p:cNvSpPr>
                <p:nvPr/>
              </p:nvSpPr>
              <p:spPr bwMode="auto">
                <a:xfrm>
                  <a:off x="8234290" y="5094207"/>
                  <a:ext cx="22680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9" name="Line 436"/>
                <p:cNvSpPr>
                  <a:spLocks noChangeShapeType="1"/>
                </p:cNvSpPr>
                <p:nvPr/>
              </p:nvSpPr>
              <p:spPr bwMode="auto">
                <a:xfrm flipV="1">
                  <a:off x="7972450" y="5267343"/>
                  <a:ext cx="41275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0" name="Line 439"/>
                <p:cNvSpPr>
                  <a:spLocks noChangeShapeType="1"/>
                </p:cNvSpPr>
                <p:nvPr/>
              </p:nvSpPr>
              <p:spPr bwMode="auto">
                <a:xfrm flipH="1">
                  <a:off x="8397900" y="5259125"/>
                  <a:ext cx="68080" cy="2939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1" name="Line 440"/>
                <p:cNvSpPr>
                  <a:spLocks noChangeShapeType="1"/>
                </p:cNvSpPr>
                <p:nvPr/>
              </p:nvSpPr>
              <p:spPr bwMode="auto">
                <a:xfrm flipH="1" flipV="1">
                  <a:off x="8512814" y="5284804"/>
                  <a:ext cx="280374" cy="26987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2" name="Line 441"/>
                <p:cNvSpPr>
                  <a:spLocks noChangeShapeType="1"/>
                </p:cNvSpPr>
                <p:nvPr/>
              </p:nvSpPr>
              <p:spPr bwMode="auto">
                <a:xfrm>
                  <a:off x="8512814" y="5234921"/>
                  <a:ext cx="914184" cy="46862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3" name="Line 443"/>
                <p:cNvSpPr>
                  <a:spLocks noChangeShapeType="1"/>
                </p:cNvSpPr>
                <p:nvPr/>
              </p:nvSpPr>
              <p:spPr bwMode="auto">
                <a:xfrm>
                  <a:off x="8271861" y="3806843"/>
                  <a:ext cx="0" cy="13176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9" name="Line 449"/>
                <p:cNvSpPr>
                  <a:spLocks noChangeShapeType="1"/>
                </p:cNvSpPr>
                <p:nvPr/>
              </p:nvSpPr>
              <p:spPr bwMode="auto">
                <a:xfrm flipV="1">
                  <a:off x="7881336" y="4017980"/>
                  <a:ext cx="168275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528" name="Line 428"/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909628" y="5560344"/>
                  <a:ext cx="366793" cy="1482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dirty="0"/>
                </a:p>
              </p:txBody>
            </p:sp>
            <p:sp>
              <p:nvSpPr>
                <p:cNvPr id="537" name="Line 440"/>
                <p:cNvSpPr>
                  <a:spLocks noChangeShapeType="1"/>
                </p:cNvSpPr>
                <p:nvPr/>
              </p:nvSpPr>
              <p:spPr bwMode="auto">
                <a:xfrm flipV="1">
                  <a:off x="8483508" y="5013435"/>
                  <a:ext cx="404236" cy="207771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cxnSp>
              <p:nvCxnSpPr>
                <p:cNvPr id="564" name="Straight Connector 563"/>
                <p:cNvCxnSpPr/>
                <p:nvPr/>
              </p:nvCxnSpPr>
              <p:spPr>
                <a:xfrm flipH="1">
                  <a:off x="10124718" y="2146305"/>
                  <a:ext cx="761467" cy="577355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5" name="Straight Connector 564"/>
                <p:cNvCxnSpPr/>
                <p:nvPr/>
              </p:nvCxnSpPr>
              <p:spPr>
                <a:xfrm flipH="1">
                  <a:off x="10124718" y="2245186"/>
                  <a:ext cx="3970" cy="51846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6" name="Straight Connector 565"/>
                <p:cNvCxnSpPr/>
                <p:nvPr/>
              </p:nvCxnSpPr>
              <p:spPr>
                <a:xfrm flipH="1">
                  <a:off x="10696218" y="2177379"/>
                  <a:ext cx="149360" cy="51846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7" name="Straight Connector 566"/>
                <p:cNvCxnSpPr/>
                <p:nvPr/>
              </p:nvCxnSpPr>
              <p:spPr>
                <a:xfrm flipH="1">
                  <a:off x="10166249" y="2695840"/>
                  <a:ext cx="574283" cy="2782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8" name="Straight Connector 567"/>
                <p:cNvCxnSpPr/>
                <p:nvPr/>
              </p:nvCxnSpPr>
              <p:spPr>
                <a:xfrm flipH="1">
                  <a:off x="10093625" y="2146305"/>
                  <a:ext cx="788589" cy="9888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9" name="Straight Connector 568"/>
                <p:cNvCxnSpPr/>
                <p:nvPr/>
              </p:nvCxnSpPr>
              <p:spPr>
                <a:xfrm flipH="1">
                  <a:off x="10886186" y="2104198"/>
                  <a:ext cx="279002" cy="42107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0" name="Straight Connector 569"/>
                <p:cNvCxnSpPr/>
                <p:nvPr/>
              </p:nvCxnSpPr>
              <p:spPr>
                <a:xfrm flipH="1" flipV="1">
                  <a:off x="10706077" y="2695840"/>
                  <a:ext cx="353541" cy="67807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4" name="Straight Connector 573"/>
                <p:cNvCxnSpPr/>
                <p:nvPr/>
              </p:nvCxnSpPr>
              <p:spPr>
                <a:xfrm flipH="1">
                  <a:off x="8793306" y="2245186"/>
                  <a:ext cx="1300319" cy="606622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3" name="Line 541"/>
                <p:cNvSpPr>
                  <a:spLocks noChangeShapeType="1"/>
                </p:cNvSpPr>
                <p:nvPr/>
              </p:nvSpPr>
              <p:spPr bwMode="auto">
                <a:xfrm flipV="1">
                  <a:off x="9402788" y="4090252"/>
                  <a:ext cx="429324" cy="705603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" name="Line 424"/>
                <p:cNvSpPr>
                  <a:spLocks noChangeShapeType="1"/>
                </p:cNvSpPr>
                <p:nvPr/>
              </p:nvSpPr>
              <p:spPr bwMode="auto">
                <a:xfrm flipV="1">
                  <a:off x="8268637" y="4024329"/>
                  <a:ext cx="969051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pic>
            <p:nvPicPr>
              <p:cNvPr id="262" name="Picture 778" descr="antenna_radiation_stylized"/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562238" y="3813930"/>
                <a:ext cx="506412" cy="10600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60" name="Picture 781" descr="antenna_radiation_stylize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242073" y="5480938"/>
                <a:ext cx="452014" cy="9515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2" name="Picture 799" descr="cell_tower_radiation copy"/>
              <p:cNvPicPr>
                <a:picLocks noChangeAspect="1" noChangeArrowheads="1"/>
              </p:cNvPicPr>
              <p:nvPr/>
            </p:nvPicPr>
            <p:blipFill>
              <a:blip r:embed="rId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80866" y="2158167"/>
                <a:ext cx="457200" cy="3327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3" name="Oval 800"/>
              <p:cNvSpPr>
                <a:spLocks noChangeArrowheads="1"/>
              </p:cNvSpPr>
              <p:nvPr/>
            </p:nvSpPr>
            <p:spPr bwMode="auto">
              <a:xfrm>
                <a:off x="8174541" y="2292995"/>
                <a:ext cx="52388" cy="49485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</p:grpSp>
      <p:grpSp>
        <p:nvGrpSpPr>
          <p:cNvPr id="797" name="Group 796"/>
          <p:cNvGrpSpPr/>
          <p:nvPr/>
        </p:nvGrpSpPr>
        <p:grpSpPr>
          <a:xfrm>
            <a:off x="7414072" y="1891912"/>
            <a:ext cx="4144321" cy="4300892"/>
            <a:chOff x="7432700" y="1830405"/>
            <a:chExt cx="4144321" cy="4300892"/>
          </a:xfrm>
        </p:grpSpPr>
        <p:grpSp>
          <p:nvGrpSpPr>
            <p:cNvPr id="787" name="Group 786"/>
            <p:cNvGrpSpPr/>
            <p:nvPr/>
          </p:nvGrpSpPr>
          <p:grpSpPr>
            <a:xfrm>
              <a:off x="7432700" y="1830405"/>
              <a:ext cx="1909777" cy="938011"/>
              <a:chOff x="7432700" y="1830405"/>
              <a:chExt cx="1909777" cy="938011"/>
            </a:xfrm>
          </p:grpSpPr>
          <p:grpSp>
            <p:nvGrpSpPr>
              <p:cNvPr id="49" name="Group 652"/>
              <p:cNvGrpSpPr/>
              <p:nvPr/>
            </p:nvGrpSpPr>
            <p:grpSpPr bwMode="auto">
              <a:xfrm>
                <a:off x="7743850" y="1830405"/>
                <a:ext cx="415925" cy="385763"/>
                <a:chOff x="2751" y="1851"/>
                <a:chExt cx="462" cy="478"/>
              </a:xfrm>
            </p:grpSpPr>
            <p:pic>
              <p:nvPicPr>
                <p:cNvPr id="359" name="Picture 653" descr="iphone_stylized_small"/>
                <p:cNvPicPr>
                  <a:picLocks noChangeAspect="1" noChangeArrowheads="1"/>
                </p:cNvPicPr>
                <p:nvPr/>
              </p:nvPicPr>
              <p:blipFill>
                <a:blip r:embed="rId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" y="1922"/>
                  <a:ext cx="152" cy="40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0" name="Picture 654" descr="antenna_radiation_stylized"/>
                <p:cNvPicPr>
                  <a:picLocks noChangeAspect="1" noChangeArrowheads="1"/>
                </p:cNvPicPr>
                <p:nvPr/>
              </p:nvPicPr>
              <p:blipFill>
                <a:blip r:embed="rId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1" y="1851"/>
                  <a:ext cx="462" cy="1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785" name="Group 784"/>
              <p:cNvGrpSpPr/>
              <p:nvPr/>
            </p:nvGrpSpPr>
            <p:grpSpPr>
              <a:xfrm>
                <a:off x="7432700" y="2327293"/>
                <a:ext cx="534987" cy="407988"/>
                <a:chOff x="7432700" y="2327293"/>
                <a:chExt cx="534987" cy="407988"/>
              </a:xfrm>
            </p:grpSpPr>
            <p:pic>
              <p:nvPicPr>
                <p:cNvPr id="73" name="Picture 1017" descr="antenna_stylized"/>
                <p:cNvPicPr>
                  <a:picLocks noChangeAspect="1" noChangeArrowheads="1"/>
                </p:cNvPicPr>
                <p:nvPr/>
              </p:nvPicPr>
              <p:blipFill>
                <a:blip r:embed="rId15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32700" y="2327293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4" name="Picture 1018" descr="laptop_keyboard"/>
                <p:cNvPicPr>
                  <a:picLocks noChangeAspect="1" noChangeArrowheads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rot="109064" flipH="1">
                  <a:off x="7458407" y="2575770"/>
                  <a:ext cx="437221" cy="15951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75" name="Freeform 1019"/>
                <p:cNvSpPr/>
                <p:nvPr/>
              </p:nvSpPr>
              <p:spPr bwMode="auto">
                <a:xfrm>
                  <a:off x="7603304" y="2420984"/>
                  <a:ext cx="351919" cy="208167"/>
                </a:xfrm>
                <a:custGeom>
                  <a:avLst/>
                  <a:gdLst>
                    <a:gd name="T0" fmla="*/ 775798119 w 2982"/>
                    <a:gd name="T1" fmla="*/ 0 h 2442"/>
                    <a:gd name="T2" fmla="*/ 0 w 2982"/>
                    <a:gd name="T3" fmla="*/ 211226083 h 2442"/>
                    <a:gd name="T4" fmla="*/ 2147483646 w 2982"/>
                    <a:gd name="T5" fmla="*/ 263880059 h 2442"/>
                    <a:gd name="T6" fmla="*/ 2147483646 w 2982"/>
                    <a:gd name="T7" fmla="*/ 52653891 h 2442"/>
                    <a:gd name="T8" fmla="*/ 775798119 w 2982"/>
                    <a:gd name="T9" fmla="*/ 0 h 24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82"/>
                    <a:gd name="T16" fmla="*/ 0 h 2442"/>
                    <a:gd name="T17" fmla="*/ 2982 w 2982"/>
                    <a:gd name="T18" fmla="*/ 2442 h 24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82" h="2442">
                      <a:moveTo>
                        <a:pt x="540" y="0"/>
                      </a:moveTo>
                      <a:lnTo>
                        <a:pt x="0" y="1734"/>
                      </a:lnTo>
                      <a:lnTo>
                        <a:pt x="2394" y="2442"/>
                      </a:lnTo>
                      <a:lnTo>
                        <a:pt x="2982" y="318"/>
                      </a:lnTo>
                      <a:lnTo>
                        <a:pt x="54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</a:ln>
              </p:spPr>
              <p:txBody>
                <a:bodyPr/>
                <a:lstStyle/>
                <a:p>
                  <a:endParaRPr lang="en-US" dirty="0"/>
                </a:p>
              </p:txBody>
            </p:sp>
            <p:pic>
              <p:nvPicPr>
                <p:cNvPr id="76" name="Picture 1020" descr="screen"/>
                <p:cNvPicPr>
                  <a:picLocks noChangeAspect="1" noChangeArrowheads="1"/>
                </p:cNvPicPr>
                <p:nvPr/>
              </p:nvPicPr>
              <p:blipFill>
                <a:blip r:embed="rId19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637" y="2426338"/>
                  <a:ext cx="319785" cy="18942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77" name="Freeform 1021"/>
                <p:cNvSpPr/>
                <p:nvPr/>
              </p:nvSpPr>
              <p:spPr bwMode="auto">
                <a:xfrm>
                  <a:off x="7667378" y="2414843"/>
                  <a:ext cx="298167" cy="38736"/>
                </a:xfrm>
                <a:custGeom>
                  <a:avLst/>
                  <a:gdLst>
                    <a:gd name="T0" fmla="*/ 193616298 w 2528"/>
                    <a:gd name="T1" fmla="*/ 0 h 455"/>
                    <a:gd name="T2" fmla="*/ 2147483646 w 2528"/>
                    <a:gd name="T3" fmla="*/ 52445139 h 455"/>
                    <a:gd name="T4" fmla="*/ 2147483646 w 2528"/>
                    <a:gd name="T5" fmla="*/ 52445139 h 455"/>
                    <a:gd name="T6" fmla="*/ 0 w 2528"/>
                    <a:gd name="T7" fmla="*/ 52445139 h 455"/>
                    <a:gd name="T8" fmla="*/ 193616298 w 2528"/>
                    <a:gd name="T9" fmla="*/ 0 h 45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28"/>
                    <a:gd name="T16" fmla="*/ 0 h 455"/>
                    <a:gd name="T17" fmla="*/ 2528 w 2528"/>
                    <a:gd name="T18" fmla="*/ 455 h 45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28" h="455">
                      <a:moveTo>
                        <a:pt x="14" y="0"/>
                      </a:moveTo>
                      <a:lnTo>
                        <a:pt x="2528" y="341"/>
                      </a:lnTo>
                      <a:lnTo>
                        <a:pt x="2480" y="455"/>
                      </a:lnTo>
                      <a:lnTo>
                        <a:pt x="0" y="86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EAEAEA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8" name="Freeform 1022"/>
                <p:cNvSpPr/>
                <p:nvPr/>
              </p:nvSpPr>
              <p:spPr bwMode="auto">
                <a:xfrm>
                  <a:off x="7600188" y="2414528"/>
                  <a:ext cx="82770" cy="161243"/>
                </a:xfrm>
                <a:custGeom>
                  <a:avLst/>
                  <a:gdLst>
                    <a:gd name="T0" fmla="*/ 773664160 w 702"/>
                    <a:gd name="T1" fmla="*/ 0 h 1893"/>
                    <a:gd name="T2" fmla="*/ 0 w 702"/>
                    <a:gd name="T3" fmla="*/ 210739916 h 1893"/>
                    <a:gd name="T4" fmla="*/ 193416040 w 702"/>
                    <a:gd name="T5" fmla="*/ 210739916 h 1893"/>
                    <a:gd name="T6" fmla="*/ 967080200 w 702"/>
                    <a:gd name="T7" fmla="*/ 52529017 h 1893"/>
                    <a:gd name="T8" fmla="*/ 773664160 w 702"/>
                    <a:gd name="T9" fmla="*/ 0 h 189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02"/>
                    <a:gd name="T16" fmla="*/ 0 h 1893"/>
                    <a:gd name="T17" fmla="*/ 702 w 702"/>
                    <a:gd name="T18" fmla="*/ 1893 h 189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02" h="1893">
                      <a:moveTo>
                        <a:pt x="579" y="0"/>
                      </a:moveTo>
                      <a:lnTo>
                        <a:pt x="0" y="1869"/>
                      </a:lnTo>
                      <a:lnTo>
                        <a:pt x="114" y="1893"/>
                      </a:lnTo>
                      <a:lnTo>
                        <a:pt x="702" y="51"/>
                      </a:lnTo>
                      <a:lnTo>
                        <a:pt x="579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9" name="Freeform 1023"/>
                <p:cNvSpPr/>
                <p:nvPr/>
              </p:nvSpPr>
              <p:spPr bwMode="auto">
                <a:xfrm>
                  <a:off x="7874205" y="2443344"/>
                  <a:ext cx="89197" cy="186122"/>
                </a:xfrm>
                <a:custGeom>
                  <a:avLst/>
                  <a:gdLst>
                    <a:gd name="T0" fmla="*/ 969024527 w 756"/>
                    <a:gd name="T1" fmla="*/ 0 h 2184"/>
                    <a:gd name="T2" fmla="*/ 193802074 w 756"/>
                    <a:gd name="T3" fmla="*/ 263660221 h 2184"/>
                    <a:gd name="T4" fmla="*/ 0 w 756"/>
                    <a:gd name="T5" fmla="*/ 263660221 h 2184"/>
                    <a:gd name="T6" fmla="*/ 775222454 w 756"/>
                    <a:gd name="T7" fmla="*/ 52610059 h 2184"/>
                    <a:gd name="T8" fmla="*/ 969024527 w 756"/>
                    <a:gd name="T9" fmla="*/ 0 h 21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6"/>
                    <a:gd name="T16" fmla="*/ 0 h 2184"/>
                    <a:gd name="T17" fmla="*/ 756 w 756"/>
                    <a:gd name="T18" fmla="*/ 2184 h 218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6" h="2184">
                      <a:moveTo>
                        <a:pt x="756" y="0"/>
                      </a:moveTo>
                      <a:lnTo>
                        <a:pt x="138" y="2184"/>
                      </a:lnTo>
                      <a:lnTo>
                        <a:pt x="0" y="2148"/>
                      </a:lnTo>
                      <a:lnTo>
                        <a:pt x="606" y="78"/>
                      </a:lnTo>
                      <a:lnTo>
                        <a:pt x="75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chemeClr val="bg1"/>
                    </a:gs>
                  </a:gsLst>
                  <a:lin ang="54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80" name="Freeform 1024"/>
                <p:cNvSpPr/>
                <p:nvPr/>
              </p:nvSpPr>
              <p:spPr bwMode="auto">
                <a:xfrm>
                  <a:off x="7599214" y="2567582"/>
                  <a:ext cx="327185" cy="62828"/>
                </a:xfrm>
                <a:custGeom>
                  <a:avLst/>
                  <a:gdLst>
                    <a:gd name="T0" fmla="*/ 193829444 w 2773"/>
                    <a:gd name="T1" fmla="*/ 0 h 738"/>
                    <a:gd name="T2" fmla="*/ 0 w 2773"/>
                    <a:gd name="T3" fmla="*/ 52443587 h 738"/>
                    <a:gd name="T4" fmla="*/ 2147483646 w 2773"/>
                    <a:gd name="T5" fmla="*/ 104894411 h 738"/>
                    <a:gd name="T6" fmla="*/ 2147483646 w 2773"/>
                    <a:gd name="T7" fmla="*/ 52443587 h 738"/>
                    <a:gd name="T8" fmla="*/ 193829444 w 2773"/>
                    <a:gd name="T9" fmla="*/ 0 h 7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773"/>
                    <a:gd name="T16" fmla="*/ 0 h 738"/>
                    <a:gd name="T17" fmla="*/ 2773 w 2773"/>
                    <a:gd name="T18" fmla="*/ 738 h 7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773" h="738">
                      <a:moveTo>
                        <a:pt x="33" y="0"/>
                      </a:moveTo>
                      <a:lnTo>
                        <a:pt x="0" y="99"/>
                      </a:lnTo>
                      <a:lnTo>
                        <a:pt x="2436" y="738"/>
                      </a:lnTo>
                      <a:cubicBezTo>
                        <a:pt x="2499" y="501"/>
                        <a:pt x="2773" y="727"/>
                        <a:pt x="2373" y="603"/>
                      </a:cubicBezTo>
                      <a:lnTo>
                        <a:pt x="3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CC"/>
                    </a:gs>
                    <a:gs pos="100000">
                      <a:schemeClr val="bg1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81" name="Freeform 1025"/>
                <p:cNvSpPr/>
                <p:nvPr/>
              </p:nvSpPr>
              <p:spPr bwMode="auto">
                <a:xfrm>
                  <a:off x="7884138" y="2444918"/>
                  <a:ext cx="83549" cy="186909"/>
                </a:xfrm>
                <a:custGeom>
                  <a:avLst/>
                  <a:gdLst>
                    <a:gd name="T0" fmla="*/ 2147483646 w 637"/>
                    <a:gd name="T1" fmla="*/ 0 h 1659"/>
                    <a:gd name="T2" fmla="*/ 2147483646 w 637"/>
                    <a:gd name="T3" fmla="*/ 0 h 1659"/>
                    <a:gd name="T4" fmla="*/ 295581541 w 637"/>
                    <a:gd name="T5" fmla="*/ 2147483646 h 1659"/>
                    <a:gd name="T6" fmla="*/ 0 w 637"/>
                    <a:gd name="T7" fmla="*/ 2147483646 h 1659"/>
                    <a:gd name="T8" fmla="*/ 2147483646 w 637"/>
                    <a:gd name="T9" fmla="*/ 0 h 165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37"/>
                    <a:gd name="T16" fmla="*/ 0 h 1659"/>
                    <a:gd name="T17" fmla="*/ 637 w 637"/>
                    <a:gd name="T18" fmla="*/ 1659 h 165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37" h="1659">
                      <a:moveTo>
                        <a:pt x="615" y="0"/>
                      </a:moveTo>
                      <a:lnTo>
                        <a:pt x="637" y="0"/>
                      </a:lnTo>
                      <a:lnTo>
                        <a:pt x="68" y="1659"/>
                      </a:lnTo>
                      <a:lnTo>
                        <a:pt x="0" y="1647"/>
                      </a:lnTo>
                      <a:lnTo>
                        <a:pt x="615" y="0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82" name="Freeform 1026"/>
                <p:cNvSpPr/>
                <p:nvPr/>
              </p:nvSpPr>
              <p:spPr bwMode="auto">
                <a:xfrm>
                  <a:off x="7599603" y="2575928"/>
                  <a:ext cx="290961" cy="62041"/>
                </a:xfrm>
                <a:custGeom>
                  <a:avLst/>
                  <a:gdLst>
                    <a:gd name="T0" fmla="*/ 0 w 2216"/>
                    <a:gd name="T1" fmla="*/ 0 h 550"/>
                    <a:gd name="T2" fmla="*/ 296523134 w 2216"/>
                    <a:gd name="T3" fmla="*/ 324379338 h 550"/>
                    <a:gd name="T4" fmla="*/ 2147483646 w 2216"/>
                    <a:gd name="T5" fmla="*/ 2147483646 h 550"/>
                    <a:gd name="T6" fmla="*/ 2147483646 w 2216"/>
                    <a:gd name="T7" fmla="*/ 2147483646 h 550"/>
                    <a:gd name="T8" fmla="*/ 0 w 2216"/>
                    <a:gd name="T9" fmla="*/ 0 h 55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16"/>
                    <a:gd name="T16" fmla="*/ 0 h 550"/>
                    <a:gd name="T17" fmla="*/ 2216 w 2216"/>
                    <a:gd name="T18" fmla="*/ 550 h 55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16" h="550">
                      <a:moveTo>
                        <a:pt x="0" y="0"/>
                      </a:moveTo>
                      <a:lnTo>
                        <a:pt x="9" y="57"/>
                      </a:lnTo>
                      <a:lnTo>
                        <a:pt x="2164" y="550"/>
                      </a:lnTo>
                      <a:lnTo>
                        <a:pt x="2216" y="49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grpSp>
              <p:nvGrpSpPr>
                <p:cNvPr id="83" name="Group 1027"/>
                <p:cNvGrpSpPr/>
                <p:nvPr/>
              </p:nvGrpSpPr>
              <p:grpSpPr bwMode="auto">
                <a:xfrm>
                  <a:off x="7594735" y="2642220"/>
                  <a:ext cx="98740" cy="36846"/>
                  <a:chOff x="1740" y="2642"/>
                  <a:chExt cx="752" cy="327"/>
                </a:xfrm>
              </p:grpSpPr>
              <p:sp>
                <p:nvSpPr>
                  <p:cNvPr id="169" name="Freeform 1028"/>
                  <p:cNvSpPr/>
                  <p:nvPr/>
                </p:nvSpPr>
                <p:spPr bwMode="auto">
                  <a:xfrm>
                    <a:off x="1740" y="2642"/>
                    <a:ext cx="752" cy="327"/>
                  </a:xfrm>
                  <a:custGeom>
                    <a:avLst/>
                    <a:gdLst>
                      <a:gd name="T0" fmla="*/ 293 w 752"/>
                      <a:gd name="T1" fmla="*/ 0 h 327"/>
                      <a:gd name="T2" fmla="*/ 752 w 752"/>
                      <a:gd name="T3" fmla="*/ 124 h 327"/>
                      <a:gd name="T4" fmla="*/ 470 w 752"/>
                      <a:gd name="T5" fmla="*/ 327 h 327"/>
                      <a:gd name="T6" fmla="*/ 0 w 752"/>
                      <a:gd name="T7" fmla="*/ 183 h 327"/>
                      <a:gd name="T8" fmla="*/ 293 w 752"/>
                      <a:gd name="T9" fmla="*/ 0 h 32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2"/>
                      <a:gd name="T16" fmla="*/ 0 h 327"/>
                      <a:gd name="T17" fmla="*/ 752 w 752"/>
                      <a:gd name="T18" fmla="*/ 327 h 32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2" h="327">
                        <a:moveTo>
                          <a:pt x="293" y="0"/>
                        </a:moveTo>
                        <a:lnTo>
                          <a:pt x="752" y="124"/>
                        </a:lnTo>
                        <a:lnTo>
                          <a:pt x="470" y="327"/>
                        </a:lnTo>
                        <a:lnTo>
                          <a:pt x="0" y="183"/>
                        </a:lnTo>
                        <a:lnTo>
                          <a:pt x="293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70" name="Freeform 1029"/>
                  <p:cNvSpPr/>
                  <p:nvPr/>
                </p:nvSpPr>
                <p:spPr bwMode="auto">
                  <a:xfrm>
                    <a:off x="1754" y="2649"/>
                    <a:ext cx="726" cy="311"/>
                  </a:xfrm>
                  <a:custGeom>
                    <a:avLst/>
                    <a:gdLst>
                      <a:gd name="T0" fmla="*/ 282 w 726"/>
                      <a:gd name="T1" fmla="*/ 0 h 311"/>
                      <a:gd name="T2" fmla="*/ 726 w 726"/>
                      <a:gd name="T3" fmla="*/ 119 h 311"/>
                      <a:gd name="T4" fmla="*/ 457 w 726"/>
                      <a:gd name="T5" fmla="*/ 311 h 311"/>
                      <a:gd name="T6" fmla="*/ 0 w 726"/>
                      <a:gd name="T7" fmla="*/ 173 h 311"/>
                      <a:gd name="T8" fmla="*/ 282 w 726"/>
                      <a:gd name="T9" fmla="*/ 0 h 31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26"/>
                      <a:gd name="T16" fmla="*/ 0 h 311"/>
                      <a:gd name="T17" fmla="*/ 726 w 726"/>
                      <a:gd name="T18" fmla="*/ 311 h 31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26" h="311">
                        <a:moveTo>
                          <a:pt x="282" y="0"/>
                        </a:moveTo>
                        <a:lnTo>
                          <a:pt x="726" y="119"/>
                        </a:lnTo>
                        <a:lnTo>
                          <a:pt x="457" y="311"/>
                        </a:lnTo>
                        <a:lnTo>
                          <a:pt x="0" y="173"/>
                        </a:lnTo>
                        <a:lnTo>
                          <a:pt x="28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4D4D4D"/>
                      </a:gs>
                      <a:gs pos="100000">
                        <a:srgbClr val="DDDDDD"/>
                      </a:gs>
                    </a:gsLst>
                    <a:lin ang="189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71" name="Freeform 1030"/>
                  <p:cNvSpPr/>
                  <p:nvPr/>
                </p:nvSpPr>
                <p:spPr bwMode="auto">
                  <a:xfrm>
                    <a:off x="1808" y="2770"/>
                    <a:ext cx="258" cy="100"/>
                  </a:xfrm>
                  <a:custGeom>
                    <a:avLst/>
                    <a:gdLst>
                      <a:gd name="T0" fmla="*/ 0 w 258"/>
                      <a:gd name="T1" fmla="*/ 44 h 100"/>
                      <a:gd name="T2" fmla="*/ 75 w 258"/>
                      <a:gd name="T3" fmla="*/ 0 h 100"/>
                      <a:gd name="T4" fmla="*/ 258 w 258"/>
                      <a:gd name="T5" fmla="*/ 50 h 100"/>
                      <a:gd name="T6" fmla="*/ 183 w 258"/>
                      <a:gd name="T7" fmla="*/ 100 h 100"/>
                      <a:gd name="T8" fmla="*/ 0 w 258"/>
                      <a:gd name="T9" fmla="*/ 44 h 10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0"/>
                      <a:gd name="T17" fmla="*/ 258 w 258"/>
                      <a:gd name="T18" fmla="*/ 100 h 10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0">
                        <a:moveTo>
                          <a:pt x="0" y="44"/>
                        </a:moveTo>
                        <a:lnTo>
                          <a:pt x="75" y="0"/>
                        </a:lnTo>
                        <a:lnTo>
                          <a:pt x="258" y="50"/>
                        </a:lnTo>
                        <a:lnTo>
                          <a:pt x="183" y="100"/>
                        </a:lnTo>
                        <a:lnTo>
                          <a:pt x="0" y="44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72" name="Freeform 1031"/>
                  <p:cNvSpPr/>
                  <p:nvPr/>
                </p:nvSpPr>
                <p:spPr bwMode="auto">
                  <a:xfrm>
                    <a:off x="1799" y="2816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73" name="Freeform 1032"/>
                  <p:cNvSpPr/>
                  <p:nvPr/>
                </p:nvSpPr>
                <p:spPr bwMode="auto">
                  <a:xfrm>
                    <a:off x="2020" y="2834"/>
                    <a:ext cx="258" cy="102"/>
                  </a:xfrm>
                  <a:custGeom>
                    <a:avLst/>
                    <a:gdLst>
                      <a:gd name="T0" fmla="*/ 0 w 258"/>
                      <a:gd name="T1" fmla="*/ 46 h 102"/>
                      <a:gd name="T2" fmla="*/ 71 w 258"/>
                      <a:gd name="T3" fmla="*/ 0 h 102"/>
                      <a:gd name="T4" fmla="*/ 258 w 258"/>
                      <a:gd name="T5" fmla="*/ 52 h 102"/>
                      <a:gd name="T6" fmla="*/ 183 w 258"/>
                      <a:gd name="T7" fmla="*/ 102 h 102"/>
                      <a:gd name="T8" fmla="*/ 0 w 258"/>
                      <a:gd name="T9" fmla="*/ 46 h 10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2"/>
                      <a:gd name="T17" fmla="*/ 258 w 258"/>
                      <a:gd name="T18" fmla="*/ 102 h 10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2">
                        <a:moveTo>
                          <a:pt x="0" y="46"/>
                        </a:moveTo>
                        <a:lnTo>
                          <a:pt x="71" y="0"/>
                        </a:lnTo>
                        <a:lnTo>
                          <a:pt x="258" y="52"/>
                        </a:lnTo>
                        <a:lnTo>
                          <a:pt x="183" y="102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74" name="Freeform 1033"/>
                  <p:cNvSpPr/>
                  <p:nvPr/>
                </p:nvSpPr>
                <p:spPr bwMode="auto">
                  <a:xfrm>
                    <a:off x="2011" y="2882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</p:grpSp>
            <p:sp>
              <p:nvSpPr>
                <p:cNvPr id="84" name="Freeform 1034"/>
                <p:cNvSpPr/>
                <p:nvPr/>
              </p:nvSpPr>
              <p:spPr bwMode="auto">
                <a:xfrm>
                  <a:off x="7763780" y="2647731"/>
                  <a:ext cx="119578" cy="80936"/>
                </a:xfrm>
                <a:custGeom>
                  <a:avLst/>
                  <a:gdLst>
                    <a:gd name="T0" fmla="*/ 213221464 w 990"/>
                    <a:gd name="T1" fmla="*/ 1090686587 h 792"/>
                    <a:gd name="T2" fmla="*/ 1915477586 w 990"/>
                    <a:gd name="T3" fmla="*/ 0 h 792"/>
                    <a:gd name="T4" fmla="*/ 1915477586 w 990"/>
                    <a:gd name="T5" fmla="*/ 108859840 h 792"/>
                    <a:gd name="T6" fmla="*/ 0 w 990"/>
                    <a:gd name="T7" fmla="*/ 1090686587 h 792"/>
                    <a:gd name="T8" fmla="*/ 213221464 w 990"/>
                    <a:gd name="T9" fmla="*/ 1090686587 h 79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90"/>
                    <a:gd name="T16" fmla="*/ 0 h 792"/>
                    <a:gd name="T17" fmla="*/ 990 w 990"/>
                    <a:gd name="T18" fmla="*/ 792 h 79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90" h="792">
                      <a:moveTo>
                        <a:pt x="3" y="738"/>
                      </a:moveTo>
                      <a:lnTo>
                        <a:pt x="990" y="0"/>
                      </a:lnTo>
                      <a:lnTo>
                        <a:pt x="987" y="60"/>
                      </a:lnTo>
                      <a:lnTo>
                        <a:pt x="0" y="792"/>
                      </a:lnTo>
                      <a:lnTo>
                        <a:pt x="3" y="738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85" name="Freeform 1035"/>
                <p:cNvSpPr/>
                <p:nvPr/>
              </p:nvSpPr>
              <p:spPr bwMode="auto">
                <a:xfrm>
                  <a:off x="7458602" y="2654187"/>
                  <a:ext cx="305957" cy="73850"/>
                </a:xfrm>
                <a:custGeom>
                  <a:avLst/>
                  <a:gdLst>
                    <a:gd name="T0" fmla="*/ 213486572 w 2532"/>
                    <a:gd name="T1" fmla="*/ 0 h 723"/>
                    <a:gd name="T2" fmla="*/ 213486572 w 2532"/>
                    <a:gd name="T3" fmla="*/ 0 h 723"/>
                    <a:gd name="T4" fmla="*/ 2147483646 w 2532"/>
                    <a:gd name="T5" fmla="*/ 979380008 h 723"/>
                    <a:gd name="T6" fmla="*/ 2147483646 w 2532"/>
                    <a:gd name="T7" fmla="*/ 1088085165 h 723"/>
                    <a:gd name="T8" fmla="*/ 0 w 2532"/>
                    <a:gd name="T9" fmla="*/ 108705259 h 723"/>
                    <a:gd name="T10" fmla="*/ 21348657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86" name="Freeform 1036"/>
                <p:cNvSpPr/>
                <p:nvPr/>
              </p:nvSpPr>
              <p:spPr bwMode="auto">
                <a:xfrm>
                  <a:off x="7458797" y="2640645"/>
                  <a:ext cx="3311" cy="14959"/>
                </a:xfrm>
                <a:custGeom>
                  <a:avLst/>
                  <a:gdLst>
                    <a:gd name="T0" fmla="*/ 262278191 w 26"/>
                    <a:gd name="T1" fmla="*/ 107489981 h 147"/>
                    <a:gd name="T2" fmla="*/ 262278191 w 26"/>
                    <a:gd name="T3" fmla="*/ 214969480 h 147"/>
                    <a:gd name="T4" fmla="*/ 0 w 26"/>
                    <a:gd name="T5" fmla="*/ 214969480 h 147"/>
                    <a:gd name="T6" fmla="*/ 262278191 w 26"/>
                    <a:gd name="T7" fmla="*/ 0 h 147"/>
                    <a:gd name="T8" fmla="*/ 262278191 w 26"/>
                    <a:gd name="T9" fmla="*/ 107489981 h 1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"/>
                    <a:gd name="T16" fmla="*/ 0 h 147"/>
                    <a:gd name="T17" fmla="*/ 26 w 26"/>
                    <a:gd name="T18" fmla="*/ 147 h 1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" h="147">
                      <a:moveTo>
                        <a:pt x="26" y="10"/>
                      </a:moveTo>
                      <a:lnTo>
                        <a:pt x="23" y="147"/>
                      </a:lnTo>
                      <a:lnTo>
                        <a:pt x="0" y="144"/>
                      </a:lnTo>
                      <a:lnTo>
                        <a:pt x="3" y="0"/>
                      </a:lnTo>
                      <a:lnTo>
                        <a:pt x="26" y="1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87" name="Freeform 1037"/>
                <p:cNvSpPr/>
                <p:nvPr/>
              </p:nvSpPr>
              <p:spPr bwMode="auto">
                <a:xfrm>
                  <a:off x="7458992" y="2579707"/>
                  <a:ext cx="142170" cy="61883"/>
                </a:xfrm>
                <a:custGeom>
                  <a:avLst/>
                  <a:gdLst>
                    <a:gd name="T0" fmla="*/ 2136125890 w 1176"/>
                    <a:gd name="T1" fmla="*/ 0 h 606"/>
                    <a:gd name="T2" fmla="*/ 0 w 1176"/>
                    <a:gd name="T3" fmla="*/ 870000945 h 606"/>
                    <a:gd name="T4" fmla="*/ 213789467 w 1176"/>
                    <a:gd name="T5" fmla="*/ 870000945 h 606"/>
                    <a:gd name="T6" fmla="*/ 2136125890 w 1176"/>
                    <a:gd name="T7" fmla="*/ 108617123 h 606"/>
                    <a:gd name="T8" fmla="*/ 2136125890 w 1176"/>
                    <a:gd name="T9" fmla="*/ 0 h 60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76"/>
                    <a:gd name="T16" fmla="*/ 0 h 606"/>
                    <a:gd name="T17" fmla="*/ 1176 w 1176"/>
                    <a:gd name="T18" fmla="*/ 606 h 60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76" h="606">
                      <a:moveTo>
                        <a:pt x="1170" y="0"/>
                      </a:moveTo>
                      <a:lnTo>
                        <a:pt x="0" y="597"/>
                      </a:lnTo>
                      <a:lnTo>
                        <a:pt x="30" y="606"/>
                      </a:lnTo>
                      <a:lnTo>
                        <a:pt x="1176" y="18"/>
                      </a:lnTo>
                      <a:lnTo>
                        <a:pt x="1170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88" name="Freeform 1038"/>
                <p:cNvSpPr/>
                <p:nvPr/>
              </p:nvSpPr>
              <p:spPr bwMode="auto">
                <a:xfrm>
                  <a:off x="7468535" y="2643795"/>
                  <a:ext cx="290182" cy="71016"/>
                </a:xfrm>
                <a:custGeom>
                  <a:avLst/>
                  <a:gdLst>
                    <a:gd name="T0" fmla="*/ 173112702 w 2532"/>
                    <a:gd name="T1" fmla="*/ 0 h 723"/>
                    <a:gd name="T2" fmla="*/ 173112702 w 2532"/>
                    <a:gd name="T3" fmla="*/ 0 h 723"/>
                    <a:gd name="T4" fmla="*/ 2069773885 w 2532"/>
                    <a:gd name="T5" fmla="*/ 558173482 h 723"/>
                    <a:gd name="T6" fmla="*/ 2069773885 w 2532"/>
                    <a:gd name="T7" fmla="*/ 558173482 h 723"/>
                    <a:gd name="T8" fmla="*/ 0 w 2532"/>
                    <a:gd name="T9" fmla="*/ 92871346 h 723"/>
                    <a:gd name="T10" fmla="*/ 17311270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89" name="Freeform 1039"/>
                <p:cNvSpPr/>
                <p:nvPr/>
              </p:nvSpPr>
              <p:spPr bwMode="auto">
                <a:xfrm flipV="1">
                  <a:off x="7758327" y="2638756"/>
                  <a:ext cx="118410" cy="73535"/>
                </a:xfrm>
                <a:custGeom>
                  <a:avLst/>
                  <a:gdLst>
                    <a:gd name="T0" fmla="*/ 0 w 2532"/>
                    <a:gd name="T1" fmla="*/ 0 h 723"/>
                    <a:gd name="T2" fmla="*/ 0 w 2532"/>
                    <a:gd name="T3" fmla="*/ 0 h 723"/>
                    <a:gd name="T4" fmla="*/ 0 w 2532"/>
                    <a:gd name="T5" fmla="*/ 962694895 h 723"/>
                    <a:gd name="T6" fmla="*/ 0 w 2532"/>
                    <a:gd name="T7" fmla="*/ 962694895 h 723"/>
                    <a:gd name="T8" fmla="*/ 0 w 2532"/>
                    <a:gd name="T9" fmla="*/ 107314314 h 723"/>
                    <a:gd name="T10" fmla="*/ 0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grpSp>
            <p:nvGrpSpPr>
              <p:cNvPr id="740" name="Group 739"/>
              <p:cNvGrpSpPr/>
              <p:nvPr/>
            </p:nvGrpSpPr>
            <p:grpSpPr>
              <a:xfrm>
                <a:off x="8631407" y="2290407"/>
                <a:ext cx="530702" cy="478009"/>
                <a:chOff x="8631407" y="2290407"/>
                <a:chExt cx="530702" cy="478009"/>
              </a:xfrm>
            </p:grpSpPr>
            <p:pic>
              <p:nvPicPr>
                <p:cNvPr id="110" name="Picture 568" descr="light2.png"/>
                <p:cNvPicPr>
                  <a:picLocks noChangeAspect="1"/>
                </p:cNvPicPr>
                <p:nvPr/>
              </p:nvPicPr>
              <p:blipFill>
                <a:blip r:embed="rId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8825293" y="2362969"/>
                  <a:ext cx="92772" cy="40544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1" name="Picture 1017" descr="antenna_stylized"/>
                <p:cNvPicPr>
                  <a:picLocks noChangeAspect="1" noChangeArrowheads="1"/>
                </p:cNvPicPr>
                <p:nvPr/>
              </p:nvPicPr>
              <p:blipFill>
                <a:blip r:embed="rId15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31407" y="2290407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786" name="Group 785"/>
              <p:cNvGrpSpPr/>
              <p:nvPr/>
            </p:nvGrpSpPr>
            <p:grpSpPr>
              <a:xfrm>
                <a:off x="8493165" y="2029804"/>
                <a:ext cx="849312" cy="226109"/>
                <a:chOff x="8493165" y="2029804"/>
                <a:chExt cx="849312" cy="226109"/>
              </a:xfrm>
            </p:grpSpPr>
            <p:pic>
              <p:nvPicPr>
                <p:cNvPr id="48" name="Picture 603" descr="car_icon_small"/>
                <p:cNvPicPr>
                  <a:picLocks noChangeAspect="1" noChangeArrowheads="1"/>
                </p:cNvPicPr>
                <p:nvPr/>
              </p:nvPicPr>
              <p:blipFill>
                <a:blip r:embed="rId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93165" y="2087638"/>
                  <a:ext cx="849312" cy="16827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2" name="Picture 1017" descr="antenna_stylized"/>
                <p:cNvPicPr>
                  <a:picLocks noChangeAspect="1" noChangeArrowheads="1"/>
                </p:cNvPicPr>
                <p:nvPr/>
              </p:nvPicPr>
              <p:blipFill>
                <a:blip r:embed="rId15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04645" y="2029804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793" name="Group 792"/>
            <p:cNvGrpSpPr/>
            <p:nvPr/>
          </p:nvGrpSpPr>
          <p:grpSpPr>
            <a:xfrm>
              <a:off x="7487144" y="3296104"/>
              <a:ext cx="857739" cy="583764"/>
              <a:chOff x="7487144" y="3296104"/>
              <a:chExt cx="857739" cy="583764"/>
            </a:xfrm>
          </p:grpSpPr>
          <p:grpSp>
            <p:nvGrpSpPr>
              <p:cNvPr id="792" name="Group 791"/>
              <p:cNvGrpSpPr/>
              <p:nvPr/>
            </p:nvGrpSpPr>
            <p:grpSpPr>
              <a:xfrm>
                <a:off x="7487144" y="3389820"/>
                <a:ext cx="350807" cy="305517"/>
                <a:chOff x="7487144" y="3389820"/>
                <a:chExt cx="350807" cy="305517"/>
              </a:xfrm>
            </p:grpSpPr>
            <p:pic>
              <p:nvPicPr>
                <p:cNvPr id="91" name="Picture 1115" descr="antenna_stylized"/>
                <p:cNvPicPr>
                  <a:picLocks noChangeAspect="1" noChangeArrowheads="1"/>
                </p:cNvPicPr>
                <p:nvPr/>
              </p:nvPicPr>
              <p:blipFill>
                <a:blip r:embed="rId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87144" y="3389820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92" name="Picture 1116" descr="laptop_keyboard"/>
                <p:cNvPicPr>
                  <a:picLocks noChangeAspect="1" noChangeArrowheads="1"/>
                </p:cNvPicPr>
                <p:nvPr/>
              </p:nvPicPr>
              <p:blipFill>
                <a:blip r:embed="rId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rot="109064" flipH="1">
                  <a:off x="7504001" y="3575889"/>
                  <a:ext cx="286699" cy="11944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93" name="Freeform 1117"/>
                <p:cNvSpPr/>
                <p:nvPr/>
              </p:nvSpPr>
              <p:spPr bwMode="auto">
                <a:xfrm>
                  <a:off x="7599014" y="3459979"/>
                  <a:ext cx="230764" cy="155883"/>
                </a:xfrm>
                <a:custGeom>
                  <a:avLst/>
                  <a:gdLst>
                    <a:gd name="T0" fmla="*/ 143665061 w 2982"/>
                    <a:gd name="T1" fmla="*/ 0 h 2442"/>
                    <a:gd name="T2" fmla="*/ 0 w 2982"/>
                    <a:gd name="T3" fmla="*/ 66329557 h 2442"/>
                    <a:gd name="T4" fmla="*/ 573719931 w 2982"/>
                    <a:gd name="T5" fmla="*/ 82975142 h 2442"/>
                    <a:gd name="T6" fmla="*/ 717384993 w 2982"/>
                    <a:gd name="T7" fmla="*/ 16645585 h 2442"/>
                    <a:gd name="T8" fmla="*/ 143665061 w 2982"/>
                    <a:gd name="T9" fmla="*/ 0 h 24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82"/>
                    <a:gd name="T16" fmla="*/ 0 h 2442"/>
                    <a:gd name="T17" fmla="*/ 2982 w 2982"/>
                    <a:gd name="T18" fmla="*/ 2442 h 24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82" h="2442">
                      <a:moveTo>
                        <a:pt x="540" y="0"/>
                      </a:moveTo>
                      <a:lnTo>
                        <a:pt x="0" y="1734"/>
                      </a:lnTo>
                      <a:lnTo>
                        <a:pt x="2394" y="2442"/>
                      </a:lnTo>
                      <a:lnTo>
                        <a:pt x="2982" y="318"/>
                      </a:lnTo>
                      <a:lnTo>
                        <a:pt x="54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</a:ln>
              </p:spPr>
              <p:txBody>
                <a:bodyPr/>
                <a:lstStyle/>
                <a:p>
                  <a:endParaRPr lang="en-US" dirty="0"/>
                </a:p>
              </p:txBody>
            </p:sp>
            <p:pic>
              <p:nvPicPr>
                <p:cNvPr id="94" name="Picture 1118" descr="screen"/>
                <p:cNvPicPr>
                  <a:picLocks noChangeAspect="1" noChangeArrowheads="1"/>
                </p:cNvPicPr>
                <p:nvPr/>
              </p:nvPicPr>
              <p:blipFill>
                <a:blip r:embed="rId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10380" y="3463988"/>
                  <a:ext cx="209692" cy="14185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95" name="Freeform 1119"/>
                <p:cNvSpPr/>
                <p:nvPr/>
              </p:nvSpPr>
              <p:spPr bwMode="auto">
                <a:xfrm>
                  <a:off x="7641029" y="3455381"/>
                  <a:ext cx="195517" cy="29007"/>
                </a:xfrm>
                <a:custGeom>
                  <a:avLst/>
                  <a:gdLst>
                    <a:gd name="T0" fmla="*/ 35620212 w 2528"/>
                    <a:gd name="T1" fmla="*/ 0 h 455"/>
                    <a:gd name="T2" fmla="*/ 608343257 w 2528"/>
                    <a:gd name="T3" fmla="*/ 16582250 h 455"/>
                    <a:gd name="T4" fmla="*/ 572256449 w 2528"/>
                    <a:gd name="T5" fmla="*/ 16582250 h 455"/>
                    <a:gd name="T6" fmla="*/ 0 w 2528"/>
                    <a:gd name="T7" fmla="*/ 16582250 h 455"/>
                    <a:gd name="T8" fmla="*/ 35620212 w 2528"/>
                    <a:gd name="T9" fmla="*/ 0 h 45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28"/>
                    <a:gd name="T16" fmla="*/ 0 h 455"/>
                    <a:gd name="T17" fmla="*/ 2528 w 2528"/>
                    <a:gd name="T18" fmla="*/ 455 h 45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28" h="455">
                      <a:moveTo>
                        <a:pt x="14" y="0"/>
                      </a:moveTo>
                      <a:lnTo>
                        <a:pt x="2528" y="341"/>
                      </a:lnTo>
                      <a:lnTo>
                        <a:pt x="2480" y="455"/>
                      </a:lnTo>
                      <a:lnTo>
                        <a:pt x="0" y="86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EAEAEA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96" name="Freeform 1120"/>
                <p:cNvSpPr/>
                <p:nvPr/>
              </p:nvSpPr>
              <p:spPr bwMode="auto">
                <a:xfrm>
                  <a:off x="7596971" y="3455145"/>
                  <a:ext cx="54275" cy="120745"/>
                </a:xfrm>
                <a:custGeom>
                  <a:avLst/>
                  <a:gdLst>
                    <a:gd name="T0" fmla="*/ 142804406 w 702"/>
                    <a:gd name="T1" fmla="*/ 0 h 1893"/>
                    <a:gd name="T2" fmla="*/ 0 w 702"/>
                    <a:gd name="T3" fmla="*/ 66174575 h 1893"/>
                    <a:gd name="T4" fmla="*/ 35584530 w 702"/>
                    <a:gd name="T5" fmla="*/ 66174575 h 1893"/>
                    <a:gd name="T6" fmla="*/ 178855222 w 702"/>
                    <a:gd name="T7" fmla="*/ 16607700 h 1893"/>
                    <a:gd name="T8" fmla="*/ 142804406 w 702"/>
                    <a:gd name="T9" fmla="*/ 0 h 189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02"/>
                    <a:gd name="T16" fmla="*/ 0 h 1893"/>
                    <a:gd name="T17" fmla="*/ 702 w 702"/>
                    <a:gd name="T18" fmla="*/ 1893 h 189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02" h="1893">
                      <a:moveTo>
                        <a:pt x="579" y="0"/>
                      </a:moveTo>
                      <a:lnTo>
                        <a:pt x="0" y="1869"/>
                      </a:lnTo>
                      <a:lnTo>
                        <a:pt x="114" y="1893"/>
                      </a:lnTo>
                      <a:lnTo>
                        <a:pt x="702" y="51"/>
                      </a:lnTo>
                      <a:lnTo>
                        <a:pt x="579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97" name="Freeform 1121"/>
                <p:cNvSpPr/>
                <p:nvPr/>
              </p:nvSpPr>
              <p:spPr bwMode="auto">
                <a:xfrm>
                  <a:off x="7776652" y="3476723"/>
                  <a:ext cx="58489" cy="139375"/>
                </a:xfrm>
                <a:custGeom>
                  <a:avLst/>
                  <a:gdLst>
                    <a:gd name="T0" fmla="*/ 179213623 w 756"/>
                    <a:gd name="T1" fmla="*/ 0 h 2184"/>
                    <a:gd name="T2" fmla="*/ 35656008 w 756"/>
                    <a:gd name="T3" fmla="*/ 82904513 h 2184"/>
                    <a:gd name="T4" fmla="*/ 0 w 756"/>
                    <a:gd name="T5" fmla="*/ 82904513 h 2184"/>
                    <a:gd name="T6" fmla="*/ 143090785 w 756"/>
                    <a:gd name="T7" fmla="*/ 16632211 h 2184"/>
                    <a:gd name="T8" fmla="*/ 179213623 w 756"/>
                    <a:gd name="T9" fmla="*/ 0 h 21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6"/>
                    <a:gd name="T16" fmla="*/ 0 h 2184"/>
                    <a:gd name="T17" fmla="*/ 756 w 756"/>
                    <a:gd name="T18" fmla="*/ 2184 h 218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6" h="2184">
                      <a:moveTo>
                        <a:pt x="756" y="0"/>
                      </a:moveTo>
                      <a:lnTo>
                        <a:pt x="138" y="2184"/>
                      </a:lnTo>
                      <a:lnTo>
                        <a:pt x="0" y="2148"/>
                      </a:lnTo>
                      <a:lnTo>
                        <a:pt x="606" y="78"/>
                      </a:lnTo>
                      <a:lnTo>
                        <a:pt x="75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chemeClr val="bg1"/>
                    </a:gs>
                  </a:gsLst>
                  <a:lin ang="54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98" name="Freeform 1122"/>
                <p:cNvSpPr/>
                <p:nvPr/>
              </p:nvSpPr>
              <p:spPr bwMode="auto">
                <a:xfrm>
                  <a:off x="7596332" y="3569758"/>
                  <a:ext cx="214545" cy="47048"/>
                </a:xfrm>
                <a:custGeom>
                  <a:avLst/>
                  <a:gdLst>
                    <a:gd name="T0" fmla="*/ 35658648 w 2773"/>
                    <a:gd name="T1" fmla="*/ 0 h 738"/>
                    <a:gd name="T2" fmla="*/ 0 w 2773"/>
                    <a:gd name="T3" fmla="*/ 16581742 h 738"/>
                    <a:gd name="T4" fmla="*/ 573357470 w 2773"/>
                    <a:gd name="T5" fmla="*/ 33163485 h 738"/>
                    <a:gd name="T6" fmla="*/ 573357470 w 2773"/>
                    <a:gd name="T7" fmla="*/ 16581742 h 738"/>
                    <a:gd name="T8" fmla="*/ 35658648 w 2773"/>
                    <a:gd name="T9" fmla="*/ 0 h 7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773"/>
                    <a:gd name="T16" fmla="*/ 0 h 738"/>
                    <a:gd name="T17" fmla="*/ 2773 w 2773"/>
                    <a:gd name="T18" fmla="*/ 738 h 7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773" h="738">
                      <a:moveTo>
                        <a:pt x="33" y="0"/>
                      </a:moveTo>
                      <a:lnTo>
                        <a:pt x="0" y="99"/>
                      </a:lnTo>
                      <a:lnTo>
                        <a:pt x="2436" y="738"/>
                      </a:lnTo>
                      <a:cubicBezTo>
                        <a:pt x="2499" y="501"/>
                        <a:pt x="2773" y="727"/>
                        <a:pt x="2373" y="603"/>
                      </a:cubicBezTo>
                      <a:lnTo>
                        <a:pt x="3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CC"/>
                    </a:gs>
                    <a:gs pos="100000">
                      <a:schemeClr val="bg1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99" name="Freeform 1123"/>
                <p:cNvSpPr/>
                <p:nvPr/>
              </p:nvSpPr>
              <p:spPr bwMode="auto">
                <a:xfrm>
                  <a:off x="7783165" y="3477902"/>
                  <a:ext cx="54786" cy="139965"/>
                </a:xfrm>
                <a:custGeom>
                  <a:avLst/>
                  <a:gdLst>
                    <a:gd name="T0" fmla="*/ 656550006 w 637"/>
                    <a:gd name="T1" fmla="*/ 0 h 1659"/>
                    <a:gd name="T2" fmla="*/ 656550006 w 637"/>
                    <a:gd name="T3" fmla="*/ 0 h 1659"/>
                    <a:gd name="T4" fmla="*/ 54716163 w 637"/>
                    <a:gd name="T5" fmla="*/ 2147483646 h 1659"/>
                    <a:gd name="T6" fmla="*/ 0 w 637"/>
                    <a:gd name="T7" fmla="*/ 2147483646 h 1659"/>
                    <a:gd name="T8" fmla="*/ 656550006 w 637"/>
                    <a:gd name="T9" fmla="*/ 0 h 165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37"/>
                    <a:gd name="T16" fmla="*/ 0 h 1659"/>
                    <a:gd name="T17" fmla="*/ 637 w 637"/>
                    <a:gd name="T18" fmla="*/ 1659 h 165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37" h="1659">
                      <a:moveTo>
                        <a:pt x="615" y="0"/>
                      </a:moveTo>
                      <a:lnTo>
                        <a:pt x="637" y="0"/>
                      </a:lnTo>
                      <a:lnTo>
                        <a:pt x="68" y="1659"/>
                      </a:lnTo>
                      <a:lnTo>
                        <a:pt x="0" y="1647"/>
                      </a:lnTo>
                      <a:lnTo>
                        <a:pt x="615" y="0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00" name="Freeform 1124"/>
                <p:cNvSpPr/>
                <p:nvPr/>
              </p:nvSpPr>
              <p:spPr bwMode="auto">
                <a:xfrm>
                  <a:off x="7596588" y="3576007"/>
                  <a:ext cx="190792" cy="46458"/>
                </a:xfrm>
                <a:custGeom>
                  <a:avLst/>
                  <a:gdLst>
                    <a:gd name="T0" fmla="*/ 0 w 2216"/>
                    <a:gd name="T1" fmla="*/ 0 h 550"/>
                    <a:gd name="T2" fmla="*/ 54884212 w 2216"/>
                    <a:gd name="T3" fmla="*/ 101852492 h 550"/>
                    <a:gd name="T4" fmla="*/ 2147483646 w 2216"/>
                    <a:gd name="T5" fmla="*/ 1017940055 h 550"/>
                    <a:gd name="T6" fmla="*/ 2147483646 w 2216"/>
                    <a:gd name="T7" fmla="*/ 865464562 h 550"/>
                    <a:gd name="T8" fmla="*/ 0 w 2216"/>
                    <a:gd name="T9" fmla="*/ 0 h 55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16"/>
                    <a:gd name="T16" fmla="*/ 0 h 550"/>
                    <a:gd name="T17" fmla="*/ 2216 w 2216"/>
                    <a:gd name="T18" fmla="*/ 550 h 55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16" h="550">
                      <a:moveTo>
                        <a:pt x="0" y="0"/>
                      </a:moveTo>
                      <a:lnTo>
                        <a:pt x="9" y="57"/>
                      </a:lnTo>
                      <a:lnTo>
                        <a:pt x="2164" y="550"/>
                      </a:lnTo>
                      <a:lnTo>
                        <a:pt x="2216" y="49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grpSp>
              <p:nvGrpSpPr>
                <p:cNvPr id="101" name="Group 1125"/>
                <p:cNvGrpSpPr/>
                <p:nvPr/>
              </p:nvGrpSpPr>
              <p:grpSpPr bwMode="auto">
                <a:xfrm>
                  <a:off x="7593395" y="3625649"/>
                  <a:ext cx="64747" cy="27592"/>
                  <a:chOff x="1740" y="2642"/>
                  <a:chExt cx="752" cy="327"/>
                </a:xfrm>
              </p:grpSpPr>
              <p:sp>
                <p:nvSpPr>
                  <p:cNvPr id="140" name="Freeform 1126"/>
                  <p:cNvSpPr/>
                  <p:nvPr/>
                </p:nvSpPr>
                <p:spPr bwMode="auto">
                  <a:xfrm>
                    <a:off x="1740" y="2642"/>
                    <a:ext cx="752" cy="327"/>
                  </a:xfrm>
                  <a:custGeom>
                    <a:avLst/>
                    <a:gdLst>
                      <a:gd name="T0" fmla="*/ 293 w 752"/>
                      <a:gd name="T1" fmla="*/ 0 h 327"/>
                      <a:gd name="T2" fmla="*/ 752 w 752"/>
                      <a:gd name="T3" fmla="*/ 124 h 327"/>
                      <a:gd name="T4" fmla="*/ 470 w 752"/>
                      <a:gd name="T5" fmla="*/ 327 h 327"/>
                      <a:gd name="T6" fmla="*/ 0 w 752"/>
                      <a:gd name="T7" fmla="*/ 183 h 327"/>
                      <a:gd name="T8" fmla="*/ 293 w 752"/>
                      <a:gd name="T9" fmla="*/ 0 h 32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2"/>
                      <a:gd name="T16" fmla="*/ 0 h 327"/>
                      <a:gd name="T17" fmla="*/ 752 w 752"/>
                      <a:gd name="T18" fmla="*/ 327 h 32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2" h="327">
                        <a:moveTo>
                          <a:pt x="293" y="0"/>
                        </a:moveTo>
                        <a:lnTo>
                          <a:pt x="752" y="124"/>
                        </a:lnTo>
                        <a:lnTo>
                          <a:pt x="470" y="327"/>
                        </a:lnTo>
                        <a:lnTo>
                          <a:pt x="0" y="183"/>
                        </a:lnTo>
                        <a:lnTo>
                          <a:pt x="293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41" name="Freeform 1127"/>
                  <p:cNvSpPr/>
                  <p:nvPr/>
                </p:nvSpPr>
                <p:spPr bwMode="auto">
                  <a:xfrm>
                    <a:off x="1754" y="2649"/>
                    <a:ext cx="726" cy="311"/>
                  </a:xfrm>
                  <a:custGeom>
                    <a:avLst/>
                    <a:gdLst>
                      <a:gd name="T0" fmla="*/ 282 w 726"/>
                      <a:gd name="T1" fmla="*/ 0 h 311"/>
                      <a:gd name="T2" fmla="*/ 726 w 726"/>
                      <a:gd name="T3" fmla="*/ 119 h 311"/>
                      <a:gd name="T4" fmla="*/ 457 w 726"/>
                      <a:gd name="T5" fmla="*/ 311 h 311"/>
                      <a:gd name="T6" fmla="*/ 0 w 726"/>
                      <a:gd name="T7" fmla="*/ 173 h 311"/>
                      <a:gd name="T8" fmla="*/ 282 w 726"/>
                      <a:gd name="T9" fmla="*/ 0 h 31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26"/>
                      <a:gd name="T16" fmla="*/ 0 h 311"/>
                      <a:gd name="T17" fmla="*/ 726 w 726"/>
                      <a:gd name="T18" fmla="*/ 311 h 31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26" h="311">
                        <a:moveTo>
                          <a:pt x="282" y="0"/>
                        </a:moveTo>
                        <a:lnTo>
                          <a:pt x="726" y="119"/>
                        </a:lnTo>
                        <a:lnTo>
                          <a:pt x="457" y="311"/>
                        </a:lnTo>
                        <a:lnTo>
                          <a:pt x="0" y="173"/>
                        </a:lnTo>
                        <a:lnTo>
                          <a:pt x="28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4D4D4D"/>
                      </a:gs>
                      <a:gs pos="100000">
                        <a:srgbClr val="DDDDDD"/>
                      </a:gs>
                    </a:gsLst>
                    <a:lin ang="189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42" name="Freeform 1128"/>
                  <p:cNvSpPr/>
                  <p:nvPr/>
                </p:nvSpPr>
                <p:spPr bwMode="auto">
                  <a:xfrm>
                    <a:off x="1808" y="2770"/>
                    <a:ext cx="258" cy="100"/>
                  </a:xfrm>
                  <a:custGeom>
                    <a:avLst/>
                    <a:gdLst>
                      <a:gd name="T0" fmla="*/ 0 w 258"/>
                      <a:gd name="T1" fmla="*/ 44 h 100"/>
                      <a:gd name="T2" fmla="*/ 75 w 258"/>
                      <a:gd name="T3" fmla="*/ 0 h 100"/>
                      <a:gd name="T4" fmla="*/ 258 w 258"/>
                      <a:gd name="T5" fmla="*/ 50 h 100"/>
                      <a:gd name="T6" fmla="*/ 183 w 258"/>
                      <a:gd name="T7" fmla="*/ 100 h 100"/>
                      <a:gd name="T8" fmla="*/ 0 w 258"/>
                      <a:gd name="T9" fmla="*/ 44 h 10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0"/>
                      <a:gd name="T17" fmla="*/ 258 w 258"/>
                      <a:gd name="T18" fmla="*/ 100 h 10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0">
                        <a:moveTo>
                          <a:pt x="0" y="44"/>
                        </a:moveTo>
                        <a:lnTo>
                          <a:pt x="75" y="0"/>
                        </a:lnTo>
                        <a:lnTo>
                          <a:pt x="258" y="50"/>
                        </a:lnTo>
                        <a:lnTo>
                          <a:pt x="183" y="100"/>
                        </a:lnTo>
                        <a:lnTo>
                          <a:pt x="0" y="44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43" name="Freeform 1129"/>
                  <p:cNvSpPr/>
                  <p:nvPr/>
                </p:nvSpPr>
                <p:spPr bwMode="auto">
                  <a:xfrm>
                    <a:off x="1799" y="2816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44" name="Freeform 1130"/>
                  <p:cNvSpPr/>
                  <p:nvPr/>
                </p:nvSpPr>
                <p:spPr bwMode="auto">
                  <a:xfrm>
                    <a:off x="2020" y="2834"/>
                    <a:ext cx="258" cy="102"/>
                  </a:xfrm>
                  <a:custGeom>
                    <a:avLst/>
                    <a:gdLst>
                      <a:gd name="T0" fmla="*/ 0 w 258"/>
                      <a:gd name="T1" fmla="*/ 46 h 102"/>
                      <a:gd name="T2" fmla="*/ 71 w 258"/>
                      <a:gd name="T3" fmla="*/ 0 h 102"/>
                      <a:gd name="T4" fmla="*/ 258 w 258"/>
                      <a:gd name="T5" fmla="*/ 52 h 102"/>
                      <a:gd name="T6" fmla="*/ 183 w 258"/>
                      <a:gd name="T7" fmla="*/ 102 h 102"/>
                      <a:gd name="T8" fmla="*/ 0 w 258"/>
                      <a:gd name="T9" fmla="*/ 46 h 10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2"/>
                      <a:gd name="T17" fmla="*/ 258 w 258"/>
                      <a:gd name="T18" fmla="*/ 102 h 10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2">
                        <a:moveTo>
                          <a:pt x="0" y="46"/>
                        </a:moveTo>
                        <a:lnTo>
                          <a:pt x="71" y="0"/>
                        </a:lnTo>
                        <a:lnTo>
                          <a:pt x="258" y="52"/>
                        </a:lnTo>
                        <a:lnTo>
                          <a:pt x="183" y="102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45" name="Freeform 1131"/>
                  <p:cNvSpPr/>
                  <p:nvPr/>
                </p:nvSpPr>
                <p:spPr bwMode="auto">
                  <a:xfrm>
                    <a:off x="2011" y="2882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</p:grpSp>
            <p:sp>
              <p:nvSpPr>
                <p:cNvPr id="102" name="Freeform 1132"/>
                <p:cNvSpPr/>
                <p:nvPr/>
              </p:nvSpPr>
              <p:spPr bwMode="auto">
                <a:xfrm>
                  <a:off x="7704243" y="3629776"/>
                  <a:ext cx="78411" cy="60608"/>
                </a:xfrm>
                <a:custGeom>
                  <a:avLst/>
                  <a:gdLst>
                    <a:gd name="T0" fmla="*/ 39250883 w 990"/>
                    <a:gd name="T1" fmla="*/ 342828616 h 792"/>
                    <a:gd name="T2" fmla="*/ 354255671 w 990"/>
                    <a:gd name="T3" fmla="*/ 0 h 792"/>
                    <a:gd name="T4" fmla="*/ 354255671 w 990"/>
                    <a:gd name="T5" fmla="*/ 34504242 h 792"/>
                    <a:gd name="T6" fmla="*/ 0 w 990"/>
                    <a:gd name="T7" fmla="*/ 342828616 h 792"/>
                    <a:gd name="T8" fmla="*/ 39250883 w 990"/>
                    <a:gd name="T9" fmla="*/ 342828616 h 79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90"/>
                    <a:gd name="T16" fmla="*/ 0 h 792"/>
                    <a:gd name="T17" fmla="*/ 990 w 990"/>
                    <a:gd name="T18" fmla="*/ 792 h 79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90" h="792">
                      <a:moveTo>
                        <a:pt x="3" y="738"/>
                      </a:moveTo>
                      <a:lnTo>
                        <a:pt x="990" y="0"/>
                      </a:lnTo>
                      <a:lnTo>
                        <a:pt x="987" y="60"/>
                      </a:lnTo>
                      <a:lnTo>
                        <a:pt x="0" y="792"/>
                      </a:lnTo>
                      <a:lnTo>
                        <a:pt x="3" y="738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03" name="Freeform 1133"/>
                <p:cNvSpPr/>
                <p:nvPr/>
              </p:nvSpPr>
              <p:spPr bwMode="auto">
                <a:xfrm>
                  <a:off x="7504129" y="3634611"/>
                  <a:ext cx="200625" cy="55302"/>
                </a:xfrm>
                <a:custGeom>
                  <a:avLst/>
                  <a:gdLst>
                    <a:gd name="T0" fmla="*/ 39302216 w 2532"/>
                    <a:gd name="T1" fmla="*/ 0 h 723"/>
                    <a:gd name="T2" fmla="*/ 39302216 w 2532"/>
                    <a:gd name="T3" fmla="*/ 0 h 723"/>
                    <a:gd name="T4" fmla="*/ 867084690 w 2532"/>
                    <a:gd name="T5" fmla="*/ 307891170 h 723"/>
                    <a:gd name="T6" fmla="*/ 867084690 w 2532"/>
                    <a:gd name="T7" fmla="*/ 342351506 h 723"/>
                    <a:gd name="T8" fmla="*/ 0 w 2532"/>
                    <a:gd name="T9" fmla="*/ 34009889 h 723"/>
                    <a:gd name="T10" fmla="*/ 39302216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04" name="Freeform 1134"/>
                <p:cNvSpPr/>
                <p:nvPr/>
              </p:nvSpPr>
              <p:spPr bwMode="auto">
                <a:xfrm>
                  <a:off x="7504257" y="3624470"/>
                  <a:ext cx="2171" cy="11202"/>
                </a:xfrm>
                <a:custGeom>
                  <a:avLst/>
                  <a:gdLst>
                    <a:gd name="T0" fmla="*/ 48903362 w 26"/>
                    <a:gd name="T1" fmla="*/ 33634500 h 147"/>
                    <a:gd name="T2" fmla="*/ 48903362 w 26"/>
                    <a:gd name="T3" fmla="*/ 67263209 h 147"/>
                    <a:gd name="T4" fmla="*/ 0 w 26"/>
                    <a:gd name="T5" fmla="*/ 67263209 h 147"/>
                    <a:gd name="T6" fmla="*/ 48903362 w 26"/>
                    <a:gd name="T7" fmla="*/ 0 h 147"/>
                    <a:gd name="T8" fmla="*/ 48903362 w 26"/>
                    <a:gd name="T9" fmla="*/ 33634500 h 1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"/>
                    <a:gd name="T16" fmla="*/ 0 h 147"/>
                    <a:gd name="T17" fmla="*/ 26 w 26"/>
                    <a:gd name="T18" fmla="*/ 147 h 1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" h="147">
                      <a:moveTo>
                        <a:pt x="26" y="10"/>
                      </a:moveTo>
                      <a:lnTo>
                        <a:pt x="23" y="147"/>
                      </a:lnTo>
                      <a:lnTo>
                        <a:pt x="0" y="144"/>
                      </a:lnTo>
                      <a:lnTo>
                        <a:pt x="3" y="0"/>
                      </a:lnTo>
                      <a:lnTo>
                        <a:pt x="26" y="1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05" name="Freeform 1135"/>
                <p:cNvSpPr/>
                <p:nvPr/>
              </p:nvSpPr>
              <p:spPr bwMode="auto">
                <a:xfrm>
                  <a:off x="7504384" y="3578837"/>
                  <a:ext cx="93225" cy="46340"/>
                </a:xfrm>
                <a:custGeom>
                  <a:avLst/>
                  <a:gdLst>
                    <a:gd name="T0" fmla="*/ 395043791 w 1176"/>
                    <a:gd name="T1" fmla="*/ 0 h 606"/>
                    <a:gd name="T2" fmla="*/ 0 w 1176"/>
                    <a:gd name="T3" fmla="*/ 273654982 h 606"/>
                    <a:gd name="T4" fmla="*/ 39357994 w 1176"/>
                    <a:gd name="T5" fmla="*/ 273654982 h 606"/>
                    <a:gd name="T6" fmla="*/ 395043791 w 1176"/>
                    <a:gd name="T7" fmla="*/ 33985420 h 606"/>
                    <a:gd name="T8" fmla="*/ 395043791 w 1176"/>
                    <a:gd name="T9" fmla="*/ 0 h 60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76"/>
                    <a:gd name="T16" fmla="*/ 0 h 606"/>
                    <a:gd name="T17" fmla="*/ 1176 w 1176"/>
                    <a:gd name="T18" fmla="*/ 606 h 60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76" h="606">
                      <a:moveTo>
                        <a:pt x="1170" y="0"/>
                      </a:moveTo>
                      <a:lnTo>
                        <a:pt x="0" y="597"/>
                      </a:lnTo>
                      <a:lnTo>
                        <a:pt x="30" y="606"/>
                      </a:lnTo>
                      <a:lnTo>
                        <a:pt x="1176" y="18"/>
                      </a:lnTo>
                      <a:lnTo>
                        <a:pt x="1170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06" name="Freeform 1136"/>
                <p:cNvSpPr/>
                <p:nvPr/>
              </p:nvSpPr>
              <p:spPr bwMode="auto">
                <a:xfrm>
                  <a:off x="7510642" y="3626829"/>
                  <a:ext cx="190281" cy="53180"/>
                </a:xfrm>
                <a:custGeom>
                  <a:avLst/>
                  <a:gdLst>
                    <a:gd name="T0" fmla="*/ 31829833 w 2532"/>
                    <a:gd name="T1" fmla="*/ 0 h 723"/>
                    <a:gd name="T2" fmla="*/ 31829833 w 2532"/>
                    <a:gd name="T3" fmla="*/ 0 h 723"/>
                    <a:gd name="T4" fmla="*/ 382827787 w 2532"/>
                    <a:gd name="T5" fmla="*/ 175498781 h 723"/>
                    <a:gd name="T6" fmla="*/ 382827787 w 2532"/>
                    <a:gd name="T7" fmla="*/ 175498781 h 723"/>
                    <a:gd name="T8" fmla="*/ 0 w 2532"/>
                    <a:gd name="T9" fmla="*/ 29448186 h 723"/>
                    <a:gd name="T10" fmla="*/ 31829833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07" name="Freeform 1137"/>
                <p:cNvSpPr/>
                <p:nvPr/>
              </p:nvSpPr>
              <p:spPr bwMode="auto">
                <a:xfrm flipV="1">
                  <a:off x="7700668" y="3623055"/>
                  <a:ext cx="77645" cy="55066"/>
                </a:xfrm>
                <a:custGeom>
                  <a:avLst/>
                  <a:gdLst>
                    <a:gd name="T0" fmla="*/ 0 w 2532"/>
                    <a:gd name="T1" fmla="*/ 0 h 723"/>
                    <a:gd name="T2" fmla="*/ 0 w 2532"/>
                    <a:gd name="T3" fmla="*/ 0 h 723"/>
                    <a:gd name="T4" fmla="*/ 0 w 2532"/>
                    <a:gd name="T5" fmla="*/ 302641137 h 723"/>
                    <a:gd name="T6" fmla="*/ 0 w 2532"/>
                    <a:gd name="T7" fmla="*/ 302641137 h 723"/>
                    <a:gd name="T8" fmla="*/ 0 w 2532"/>
                    <a:gd name="T9" fmla="*/ 33575256 h 723"/>
                    <a:gd name="T10" fmla="*/ 0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grpSp>
            <p:nvGrpSpPr>
              <p:cNvPr id="108" name="Group 1139"/>
              <p:cNvGrpSpPr/>
              <p:nvPr/>
            </p:nvGrpSpPr>
            <p:grpSpPr bwMode="auto">
              <a:xfrm flipH="1">
                <a:off x="7985622" y="3537823"/>
                <a:ext cx="359261" cy="342045"/>
                <a:chOff x="2839" y="3501"/>
                <a:chExt cx="755" cy="803"/>
              </a:xfrm>
            </p:grpSpPr>
            <p:pic>
              <p:nvPicPr>
                <p:cNvPr id="138" name="Picture 1140" descr="desktop_computer_stylized_medium"/>
                <p:cNvPicPr>
                  <a:picLocks noChangeAspect="1" noChangeArrowheads="1"/>
                </p:cNvPicPr>
                <p:nvPr/>
              </p:nvPicPr>
              <p:blipFill>
                <a:blip r:embed="rId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39" y="3501"/>
                  <a:ext cx="755" cy="80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139" name="Freeform 1141"/>
                <p:cNvSpPr/>
                <p:nvPr/>
              </p:nvSpPr>
              <p:spPr bwMode="auto">
                <a:xfrm>
                  <a:off x="2916" y="3578"/>
                  <a:ext cx="356" cy="368"/>
                </a:xfrm>
                <a:custGeom>
                  <a:avLst/>
                  <a:gdLst>
                    <a:gd name="T0" fmla="*/ 0 w 356"/>
                    <a:gd name="T1" fmla="*/ 0 h 368"/>
                    <a:gd name="T2" fmla="*/ 300 w 356"/>
                    <a:gd name="T3" fmla="*/ 14 h 368"/>
                    <a:gd name="T4" fmla="*/ 356 w 356"/>
                    <a:gd name="T5" fmla="*/ 294 h 368"/>
                    <a:gd name="T6" fmla="*/ 78 w 356"/>
                    <a:gd name="T7" fmla="*/ 368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6"/>
                    <a:gd name="T16" fmla="*/ 0 h 368"/>
                    <a:gd name="T17" fmla="*/ 356 w 356"/>
                    <a:gd name="T18" fmla="*/ 368 h 36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chemeClr val="bg1"/>
                    </a:gs>
                  </a:gsLst>
                  <a:lin ang="27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prstDash val="solid"/>
                      <a:round/>
                    </a14:hiddenLine>
                  </a:ext>
                </a:extLst>
              </p:spPr>
              <p:txBody>
                <a:bodyPr wrap="none"/>
                <a:lstStyle/>
                <a:p>
                  <a:endParaRPr lang="en-US" dirty="0"/>
                </a:p>
              </p:txBody>
            </p:sp>
          </p:grpSp>
          <p:grpSp>
            <p:nvGrpSpPr>
              <p:cNvPr id="694" name="Group 693"/>
              <p:cNvGrpSpPr/>
              <p:nvPr/>
            </p:nvGrpSpPr>
            <p:grpSpPr>
              <a:xfrm>
                <a:off x="7797061" y="3296104"/>
                <a:ext cx="347997" cy="396620"/>
                <a:chOff x="7797061" y="3296104"/>
                <a:chExt cx="347997" cy="396620"/>
              </a:xfrm>
            </p:grpSpPr>
            <p:pic>
              <p:nvPicPr>
                <p:cNvPr id="113" name="Picture 571" descr="fridge2.png"/>
                <p:cNvPicPr>
                  <a:picLocks noChangeAspect="1"/>
                </p:cNvPicPr>
                <p:nvPr/>
              </p:nvPicPr>
              <p:blipFill>
                <a:blip r:embed="rId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96825" y="3355697"/>
                  <a:ext cx="189578" cy="33702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4" name="Picture 1115" descr="antenna_stylized"/>
                <p:cNvPicPr>
                  <a:picLocks noChangeAspect="1" noChangeArrowheads="1"/>
                </p:cNvPicPr>
                <p:nvPr/>
              </p:nvPicPr>
              <p:blipFill>
                <a:blip r:embed="rId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97061" y="3296104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795" name="Group 794"/>
            <p:cNvGrpSpPr/>
            <p:nvPr/>
          </p:nvGrpSpPr>
          <p:grpSpPr>
            <a:xfrm>
              <a:off x="11058573" y="3399165"/>
              <a:ext cx="518448" cy="1212242"/>
              <a:chOff x="11058573" y="3399165"/>
              <a:chExt cx="518448" cy="1212242"/>
            </a:xfrm>
          </p:grpSpPr>
          <p:grpSp>
            <p:nvGrpSpPr>
              <p:cNvPr id="375" name="Group 374"/>
              <p:cNvGrpSpPr/>
              <p:nvPr/>
            </p:nvGrpSpPr>
            <p:grpSpPr>
              <a:xfrm>
                <a:off x="11087182" y="4159591"/>
                <a:ext cx="489839" cy="451816"/>
                <a:chOff x="5103720" y="2693365"/>
                <a:chExt cx="611650" cy="414788"/>
              </a:xfrm>
            </p:grpSpPr>
            <p:cxnSp>
              <p:nvCxnSpPr>
                <p:cNvPr id="376" name="Straight Connector 375"/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78" name="Group 377"/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79" name="Picture 378" descr="server_rack.png"/>
                  <p:cNvPicPr>
                    <a:picLocks noChangeAspect="1"/>
                  </p:cNvPicPr>
                  <p:nvPr/>
                </p:nvPicPr>
                <p:blipFill>
                  <a:blip r:embed="rId1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0" name="Picture 379" descr="server_rack.png"/>
                  <p:cNvPicPr>
                    <a:picLocks noChangeAspect="1"/>
                  </p:cNvPicPr>
                  <p:nvPr/>
                </p:nvPicPr>
                <p:blipFill>
                  <a:blip r:embed="rId1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1" name="Picture 380" descr="server_rack.png"/>
                  <p:cNvPicPr>
                    <a:picLocks noChangeAspect="1"/>
                  </p:cNvPicPr>
                  <p:nvPr/>
                </p:nvPicPr>
                <p:blipFill>
                  <a:blip r:embed="rId1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392" name="Group 391"/>
              <p:cNvGrpSpPr/>
              <p:nvPr/>
            </p:nvGrpSpPr>
            <p:grpSpPr>
              <a:xfrm>
                <a:off x="11058573" y="3399165"/>
                <a:ext cx="423724" cy="405973"/>
                <a:chOff x="5103720" y="2693365"/>
                <a:chExt cx="611650" cy="414788"/>
              </a:xfrm>
            </p:grpSpPr>
            <p:cxnSp>
              <p:nvCxnSpPr>
                <p:cNvPr id="393" name="Straight Connector 392"/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95" name="Group 394"/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96" name="Picture 395" descr="server_rack.png"/>
                  <p:cNvPicPr>
                    <a:picLocks noChangeAspect="1"/>
                  </p:cNvPicPr>
                  <p:nvPr/>
                </p:nvPicPr>
                <p:blipFill>
                  <a:blip r:embed="rId1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7" name="Picture 396" descr="server_rack.png"/>
                  <p:cNvPicPr>
                    <a:picLocks noChangeAspect="1"/>
                  </p:cNvPicPr>
                  <p:nvPr/>
                </p:nvPicPr>
                <p:blipFill>
                  <a:blip r:embed="rId1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8" name="Picture 397" descr="server_rack.png"/>
                  <p:cNvPicPr>
                    <a:picLocks noChangeAspect="1"/>
                  </p:cNvPicPr>
                  <p:nvPr/>
                </p:nvPicPr>
                <p:blipFill>
                  <a:blip r:embed="rId1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</p:grpSp>
        <p:grpSp>
          <p:nvGrpSpPr>
            <p:cNvPr id="796" name="Group 795"/>
            <p:cNvGrpSpPr/>
            <p:nvPr/>
          </p:nvGrpSpPr>
          <p:grpSpPr>
            <a:xfrm>
              <a:off x="7767607" y="4870841"/>
              <a:ext cx="2692126" cy="1260456"/>
              <a:chOff x="7767607" y="4870841"/>
              <a:chExt cx="2692126" cy="1260456"/>
            </a:xfrm>
          </p:grpSpPr>
          <p:grpSp>
            <p:nvGrpSpPr>
              <p:cNvPr id="71" name="Group 950"/>
              <p:cNvGrpSpPr/>
              <p:nvPr/>
            </p:nvGrpSpPr>
            <p:grpSpPr bwMode="auto">
              <a:xfrm>
                <a:off x="10282541" y="5244631"/>
                <a:ext cx="177192" cy="330833"/>
                <a:chOff x="4140" y="429"/>
                <a:chExt cx="1425" cy="2396"/>
              </a:xfrm>
            </p:grpSpPr>
            <p:sp>
              <p:nvSpPr>
                <p:cNvPr id="207" name="Freeform 951"/>
                <p:cNvSpPr/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08" name="Rectangle 952"/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09" name="Freeform 953"/>
                <p:cNvSpPr/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10" name="Freeform 954"/>
                <p:cNvSpPr/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11" name="Rectangle 955"/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212" name="Group 956"/>
                <p:cNvGrpSpPr/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237" name="AutoShape 957"/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4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38" name="AutoShape 958"/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4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213" name="Rectangle 959"/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214" name="Group 960"/>
                <p:cNvGrpSpPr/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235" name="AutoShape 961"/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4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36" name="AutoShape 962"/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4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215" name="Rectangle 963"/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16" name="Rectangle 964"/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217" name="Group 965"/>
                <p:cNvGrpSpPr/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233" name="AutoShape 966"/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4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34" name="AutoShape 967"/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4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218" name="Freeform 968"/>
                <p:cNvSpPr/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grpSp>
              <p:nvGrpSpPr>
                <p:cNvPr id="219" name="Group 969"/>
                <p:cNvGrpSpPr/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231" name="AutoShape 970"/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4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32" name="AutoShape 971"/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4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220" name="Rectangle 972"/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21" name="Freeform 973"/>
                <p:cNvSpPr/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22" name="Freeform 974"/>
                <p:cNvSpPr/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23" name="Oval 975"/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24" name="Freeform 976"/>
                <p:cNvSpPr/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25" name="AutoShape 977"/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26" name="AutoShape 978"/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27" name="Oval 979"/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28" name="Oval 980"/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1800" dirty="0">
                    <a:solidFill>
                      <a:srgbClr val="FF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29" name="Oval 981"/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30" name="Rectangle 982"/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</p:grpSp>
          <p:grpSp>
            <p:nvGrpSpPr>
              <p:cNvPr id="794" name="Group 793"/>
              <p:cNvGrpSpPr/>
              <p:nvPr/>
            </p:nvGrpSpPr>
            <p:grpSpPr>
              <a:xfrm>
                <a:off x="7767607" y="4870841"/>
                <a:ext cx="2080029" cy="1260456"/>
                <a:chOff x="7767607" y="4870841"/>
                <a:chExt cx="2080029" cy="1260456"/>
              </a:xfrm>
            </p:grpSpPr>
            <p:grpSp>
              <p:nvGrpSpPr>
                <p:cNvPr id="44" name="Group 590"/>
                <p:cNvGrpSpPr/>
                <p:nvPr/>
              </p:nvGrpSpPr>
              <p:grpSpPr bwMode="auto">
                <a:xfrm flipH="1">
                  <a:off x="7974481" y="4870841"/>
                  <a:ext cx="345630" cy="320302"/>
                  <a:chOff x="2839" y="3501"/>
                  <a:chExt cx="755" cy="803"/>
                </a:xfrm>
              </p:grpSpPr>
              <p:pic>
                <p:nvPicPr>
                  <p:cNvPr id="367" name="Picture 591" descr="desktop_computer_stylized_medium"/>
                  <p:cNvPicPr>
                    <a:picLocks noChangeAspect="1" noChangeArrowheads="1"/>
                  </p:cNvPicPr>
                  <p:nvPr/>
                </p:nvPicPr>
                <p:blipFill>
                  <a:blip r:embed="rId13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839" y="3501"/>
                    <a:ext cx="755" cy="8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368" name="Freeform 592"/>
                  <p:cNvSpPr/>
                  <p:nvPr/>
                </p:nvSpPr>
                <p:spPr bwMode="auto">
                  <a:xfrm>
                    <a:off x="2916" y="3578"/>
                    <a:ext cx="356" cy="368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300 w 356"/>
                      <a:gd name="T3" fmla="*/ 14 h 368"/>
                      <a:gd name="T4" fmla="*/ 356 w 356"/>
                      <a:gd name="T5" fmla="*/ 294 h 368"/>
                      <a:gd name="T6" fmla="*/ 78 w 356"/>
                      <a:gd name="T7" fmla="*/ 368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6"/>
                      <a:gd name="T16" fmla="*/ 0 h 368"/>
                      <a:gd name="T17" fmla="*/ 356 w 356"/>
                      <a:gd name="T18" fmla="*/ 368 h 3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chemeClr val="bg1"/>
                      </a:gs>
                    </a:gsLst>
                    <a:lin ang="27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prstDash val="solid"/>
                        <a:round/>
                      </a14:hiddenLine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</p:grpSp>
            <p:grpSp>
              <p:nvGrpSpPr>
                <p:cNvPr id="90" name="Group 1064"/>
                <p:cNvGrpSpPr/>
                <p:nvPr/>
              </p:nvGrpSpPr>
              <p:grpSpPr bwMode="auto">
                <a:xfrm>
                  <a:off x="9195307" y="5823489"/>
                  <a:ext cx="310186" cy="307808"/>
                  <a:chOff x="877" y="1008"/>
                  <a:chExt cx="2747" cy="2591"/>
                </a:xfrm>
              </p:grpSpPr>
              <p:pic>
                <p:nvPicPr>
                  <p:cNvPr id="146" name="Picture 1065" descr="antenna_stylized"/>
                  <p:cNvPicPr>
                    <a:picLocks noChangeAspect="1" noChangeArrowheads="1"/>
                  </p:cNvPicPr>
                  <p:nvPr/>
                </p:nvPicPr>
                <p:blipFill>
                  <a:blip r:embed="rId5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77" y="1008"/>
                    <a:ext cx="2725" cy="14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47" name="Picture 1066" descr="laptop_keyboard"/>
                  <p:cNvPicPr>
                    <a:picLocks noChangeAspect="1" noChangeArrowheads="1"/>
                  </p:cNvPicPr>
                  <p:nvPr/>
                </p:nvPicPr>
                <p:blipFill>
                  <a:blip r:embed="rId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 rot="109064" flipH="1">
                    <a:off x="1009" y="2586"/>
                    <a:ext cx="2245" cy="101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148" name="Freeform 1067"/>
                  <p:cNvSpPr/>
                  <p:nvPr/>
                </p:nvSpPr>
                <p:spPr bwMode="auto">
                  <a:xfrm>
                    <a:off x="1753" y="1603"/>
                    <a:ext cx="1807" cy="1322"/>
                  </a:xfrm>
                  <a:custGeom>
                    <a:avLst/>
                    <a:gdLst>
                      <a:gd name="T0" fmla="*/ 1 w 2982"/>
                      <a:gd name="T1" fmla="*/ 0 h 2442"/>
                      <a:gd name="T2" fmla="*/ 0 w 2982"/>
                      <a:gd name="T3" fmla="*/ 1 h 2442"/>
                      <a:gd name="T4" fmla="*/ 2 w 2982"/>
                      <a:gd name="T5" fmla="*/ 1 h 2442"/>
                      <a:gd name="T6" fmla="*/ 2 w 2982"/>
                      <a:gd name="T7" fmla="*/ 1 h 2442"/>
                      <a:gd name="T8" fmla="*/ 1 w 2982"/>
                      <a:gd name="T9" fmla="*/ 0 h 24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982"/>
                      <a:gd name="T16" fmla="*/ 0 h 2442"/>
                      <a:gd name="T17" fmla="*/ 2982 w 2982"/>
                      <a:gd name="T18" fmla="*/ 2442 h 244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982" h="2442">
                        <a:moveTo>
                          <a:pt x="540" y="0"/>
                        </a:moveTo>
                        <a:lnTo>
                          <a:pt x="0" y="1734"/>
                        </a:lnTo>
                        <a:lnTo>
                          <a:pt x="2394" y="2442"/>
                        </a:lnTo>
                        <a:lnTo>
                          <a:pt x="2982" y="318"/>
                        </a:lnTo>
                        <a:lnTo>
                          <a:pt x="540" y="0"/>
                        </a:lnTo>
                        <a:close/>
                      </a:path>
                    </a:pathLst>
                  </a:cu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</a:ln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pic>
                <p:nvPicPr>
                  <p:cNvPr id="149" name="Picture 1068" descr="screen"/>
                  <p:cNvPicPr>
                    <a:picLocks noChangeAspect="1" noChangeArrowheads="1"/>
                  </p:cNvPicPr>
                  <p:nvPr/>
                </p:nvPicPr>
                <p:blipFill>
                  <a:blip r:embed="rId7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842" y="1637"/>
                    <a:ext cx="1642" cy="12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150" name="Freeform 1069"/>
                  <p:cNvSpPr/>
                  <p:nvPr/>
                </p:nvSpPr>
                <p:spPr bwMode="auto">
                  <a:xfrm>
                    <a:off x="2082" y="1564"/>
                    <a:ext cx="1531" cy="246"/>
                  </a:xfrm>
                  <a:custGeom>
                    <a:avLst/>
                    <a:gdLst>
                      <a:gd name="T0" fmla="*/ 1 w 2528"/>
                      <a:gd name="T1" fmla="*/ 0 h 455"/>
                      <a:gd name="T2" fmla="*/ 2 w 2528"/>
                      <a:gd name="T3" fmla="*/ 1 h 455"/>
                      <a:gd name="T4" fmla="*/ 2 w 2528"/>
                      <a:gd name="T5" fmla="*/ 1 h 455"/>
                      <a:gd name="T6" fmla="*/ 0 w 2528"/>
                      <a:gd name="T7" fmla="*/ 1 h 455"/>
                      <a:gd name="T8" fmla="*/ 1 w 2528"/>
                      <a:gd name="T9" fmla="*/ 0 h 455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28"/>
                      <a:gd name="T16" fmla="*/ 0 h 455"/>
                      <a:gd name="T17" fmla="*/ 2528 w 2528"/>
                      <a:gd name="T18" fmla="*/ 455 h 455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28" h="455">
                        <a:moveTo>
                          <a:pt x="14" y="0"/>
                        </a:moveTo>
                        <a:lnTo>
                          <a:pt x="2528" y="341"/>
                        </a:lnTo>
                        <a:lnTo>
                          <a:pt x="2480" y="455"/>
                        </a:lnTo>
                        <a:lnTo>
                          <a:pt x="0" y="86"/>
                        </a:lnTo>
                        <a:lnTo>
                          <a:pt x="14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EAEAEA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51" name="Freeform 1070"/>
                  <p:cNvSpPr/>
                  <p:nvPr/>
                </p:nvSpPr>
                <p:spPr bwMode="auto">
                  <a:xfrm>
                    <a:off x="1737" y="1562"/>
                    <a:ext cx="425" cy="1024"/>
                  </a:xfrm>
                  <a:custGeom>
                    <a:avLst/>
                    <a:gdLst>
                      <a:gd name="T0" fmla="*/ 1 w 702"/>
                      <a:gd name="T1" fmla="*/ 0 h 1893"/>
                      <a:gd name="T2" fmla="*/ 0 w 702"/>
                      <a:gd name="T3" fmla="*/ 1 h 1893"/>
                      <a:gd name="T4" fmla="*/ 1 w 702"/>
                      <a:gd name="T5" fmla="*/ 1 h 1893"/>
                      <a:gd name="T6" fmla="*/ 1 w 702"/>
                      <a:gd name="T7" fmla="*/ 1 h 1893"/>
                      <a:gd name="T8" fmla="*/ 1 w 702"/>
                      <a:gd name="T9" fmla="*/ 0 h 189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02"/>
                      <a:gd name="T16" fmla="*/ 0 h 1893"/>
                      <a:gd name="T17" fmla="*/ 702 w 702"/>
                      <a:gd name="T18" fmla="*/ 1893 h 189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02" h="1893">
                        <a:moveTo>
                          <a:pt x="579" y="0"/>
                        </a:moveTo>
                        <a:lnTo>
                          <a:pt x="0" y="1869"/>
                        </a:lnTo>
                        <a:lnTo>
                          <a:pt x="114" y="1893"/>
                        </a:lnTo>
                        <a:lnTo>
                          <a:pt x="702" y="51"/>
                        </a:lnTo>
                        <a:lnTo>
                          <a:pt x="579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52" name="Freeform 1071"/>
                  <p:cNvSpPr/>
                  <p:nvPr/>
                </p:nvSpPr>
                <p:spPr bwMode="auto">
                  <a:xfrm>
                    <a:off x="3144" y="1745"/>
                    <a:ext cx="458" cy="1182"/>
                  </a:xfrm>
                  <a:custGeom>
                    <a:avLst/>
                    <a:gdLst>
                      <a:gd name="T0" fmla="*/ 1 w 756"/>
                      <a:gd name="T1" fmla="*/ 0 h 2184"/>
                      <a:gd name="T2" fmla="*/ 1 w 756"/>
                      <a:gd name="T3" fmla="*/ 1 h 2184"/>
                      <a:gd name="T4" fmla="*/ 0 w 756"/>
                      <a:gd name="T5" fmla="*/ 1 h 2184"/>
                      <a:gd name="T6" fmla="*/ 1 w 756"/>
                      <a:gd name="T7" fmla="*/ 1 h 2184"/>
                      <a:gd name="T8" fmla="*/ 1 w 756"/>
                      <a:gd name="T9" fmla="*/ 0 h 218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6"/>
                      <a:gd name="T16" fmla="*/ 0 h 2184"/>
                      <a:gd name="T17" fmla="*/ 756 w 756"/>
                      <a:gd name="T18" fmla="*/ 2184 h 2184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6" h="2184">
                        <a:moveTo>
                          <a:pt x="756" y="0"/>
                        </a:moveTo>
                        <a:lnTo>
                          <a:pt x="138" y="2184"/>
                        </a:lnTo>
                        <a:lnTo>
                          <a:pt x="0" y="2148"/>
                        </a:lnTo>
                        <a:lnTo>
                          <a:pt x="606" y="78"/>
                        </a:lnTo>
                        <a:lnTo>
                          <a:pt x="756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53" name="Freeform 1072"/>
                  <p:cNvSpPr/>
                  <p:nvPr/>
                </p:nvSpPr>
                <p:spPr bwMode="auto">
                  <a:xfrm>
                    <a:off x="1732" y="2534"/>
                    <a:ext cx="1680" cy="399"/>
                  </a:xfrm>
                  <a:custGeom>
                    <a:avLst/>
                    <a:gdLst>
                      <a:gd name="T0" fmla="*/ 1 w 2773"/>
                      <a:gd name="T1" fmla="*/ 0 h 738"/>
                      <a:gd name="T2" fmla="*/ 0 w 2773"/>
                      <a:gd name="T3" fmla="*/ 1 h 738"/>
                      <a:gd name="T4" fmla="*/ 2 w 2773"/>
                      <a:gd name="T5" fmla="*/ 1 h 738"/>
                      <a:gd name="T6" fmla="*/ 2 w 2773"/>
                      <a:gd name="T7" fmla="*/ 1 h 738"/>
                      <a:gd name="T8" fmla="*/ 1 w 2773"/>
                      <a:gd name="T9" fmla="*/ 0 h 73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773"/>
                      <a:gd name="T16" fmla="*/ 0 h 738"/>
                      <a:gd name="T17" fmla="*/ 2773 w 2773"/>
                      <a:gd name="T18" fmla="*/ 738 h 73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773" h="738">
                        <a:moveTo>
                          <a:pt x="33" y="0"/>
                        </a:moveTo>
                        <a:lnTo>
                          <a:pt x="0" y="99"/>
                        </a:lnTo>
                        <a:lnTo>
                          <a:pt x="2436" y="738"/>
                        </a:lnTo>
                        <a:cubicBezTo>
                          <a:pt x="2499" y="501"/>
                          <a:pt x="2773" y="727"/>
                          <a:pt x="2373" y="603"/>
                        </a:cubicBezTo>
                        <a:lnTo>
                          <a:pt x="3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CC"/>
                      </a:gs>
                      <a:gs pos="100000">
                        <a:schemeClr val="bg1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54" name="Freeform 1073"/>
                  <p:cNvSpPr/>
                  <p:nvPr/>
                </p:nvSpPr>
                <p:spPr bwMode="auto">
                  <a:xfrm>
                    <a:off x="3195" y="1755"/>
                    <a:ext cx="429" cy="1187"/>
                  </a:xfrm>
                  <a:custGeom>
                    <a:avLst/>
                    <a:gdLst>
                      <a:gd name="T0" fmla="*/ 2 w 637"/>
                      <a:gd name="T1" fmla="*/ 0 h 1659"/>
                      <a:gd name="T2" fmla="*/ 2 w 637"/>
                      <a:gd name="T3" fmla="*/ 0 h 1659"/>
                      <a:gd name="T4" fmla="*/ 1 w 637"/>
                      <a:gd name="T5" fmla="*/ 15 h 1659"/>
                      <a:gd name="T6" fmla="*/ 0 w 637"/>
                      <a:gd name="T7" fmla="*/ 15 h 1659"/>
                      <a:gd name="T8" fmla="*/ 2 w 637"/>
                      <a:gd name="T9" fmla="*/ 0 h 1659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637"/>
                      <a:gd name="T16" fmla="*/ 0 h 1659"/>
                      <a:gd name="T17" fmla="*/ 637 w 637"/>
                      <a:gd name="T18" fmla="*/ 1659 h 1659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637" h="1659">
                        <a:moveTo>
                          <a:pt x="615" y="0"/>
                        </a:moveTo>
                        <a:lnTo>
                          <a:pt x="637" y="0"/>
                        </a:lnTo>
                        <a:lnTo>
                          <a:pt x="68" y="1659"/>
                        </a:lnTo>
                        <a:lnTo>
                          <a:pt x="0" y="1647"/>
                        </a:lnTo>
                        <a:lnTo>
                          <a:pt x="615" y="0"/>
                        </a:lnTo>
                        <a:close/>
                      </a:path>
                    </a:pathLst>
                  </a:custGeom>
                  <a:solidFill>
                    <a:srgbClr val="4D4D4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55" name="Freeform 1074"/>
                  <p:cNvSpPr/>
                  <p:nvPr/>
                </p:nvSpPr>
                <p:spPr bwMode="auto">
                  <a:xfrm>
                    <a:off x="1734" y="2587"/>
                    <a:ext cx="1494" cy="394"/>
                  </a:xfrm>
                  <a:custGeom>
                    <a:avLst/>
                    <a:gdLst>
                      <a:gd name="T0" fmla="*/ 0 w 2216"/>
                      <a:gd name="T1" fmla="*/ 0 h 550"/>
                      <a:gd name="T2" fmla="*/ 1 w 2216"/>
                      <a:gd name="T3" fmla="*/ 1 h 550"/>
                      <a:gd name="T4" fmla="*/ 9 w 2216"/>
                      <a:gd name="T5" fmla="*/ 5 h 550"/>
                      <a:gd name="T6" fmla="*/ 9 w 2216"/>
                      <a:gd name="T7" fmla="*/ 4 h 550"/>
                      <a:gd name="T8" fmla="*/ 0 w 2216"/>
                      <a:gd name="T9" fmla="*/ 0 h 55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216"/>
                      <a:gd name="T16" fmla="*/ 0 h 550"/>
                      <a:gd name="T17" fmla="*/ 2216 w 2216"/>
                      <a:gd name="T18" fmla="*/ 550 h 55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216" h="550">
                        <a:moveTo>
                          <a:pt x="0" y="0"/>
                        </a:moveTo>
                        <a:lnTo>
                          <a:pt x="9" y="57"/>
                        </a:lnTo>
                        <a:lnTo>
                          <a:pt x="2164" y="550"/>
                        </a:lnTo>
                        <a:lnTo>
                          <a:pt x="2216" y="49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grpSp>
                <p:nvGrpSpPr>
                  <p:cNvPr id="156" name="Group 1075"/>
                  <p:cNvGrpSpPr/>
                  <p:nvPr/>
                </p:nvGrpSpPr>
                <p:grpSpPr bwMode="auto">
                  <a:xfrm>
                    <a:off x="1709" y="3008"/>
                    <a:ext cx="507" cy="234"/>
                    <a:chOff x="1740" y="2642"/>
                    <a:chExt cx="752" cy="327"/>
                  </a:xfrm>
                </p:grpSpPr>
                <p:sp>
                  <p:nvSpPr>
                    <p:cNvPr id="163" name="Freeform 1076"/>
                    <p:cNvSpPr/>
                    <p:nvPr/>
                  </p:nvSpPr>
                  <p:spPr bwMode="auto">
                    <a:xfrm>
                      <a:off x="1740" y="2642"/>
                      <a:ext cx="752" cy="327"/>
                    </a:xfrm>
                    <a:custGeom>
                      <a:avLst/>
                      <a:gdLst>
                        <a:gd name="T0" fmla="*/ 293 w 752"/>
                        <a:gd name="T1" fmla="*/ 0 h 327"/>
                        <a:gd name="T2" fmla="*/ 752 w 752"/>
                        <a:gd name="T3" fmla="*/ 124 h 327"/>
                        <a:gd name="T4" fmla="*/ 470 w 752"/>
                        <a:gd name="T5" fmla="*/ 327 h 327"/>
                        <a:gd name="T6" fmla="*/ 0 w 752"/>
                        <a:gd name="T7" fmla="*/ 183 h 327"/>
                        <a:gd name="T8" fmla="*/ 293 w 752"/>
                        <a:gd name="T9" fmla="*/ 0 h 327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52"/>
                        <a:gd name="T16" fmla="*/ 0 h 327"/>
                        <a:gd name="T17" fmla="*/ 752 w 752"/>
                        <a:gd name="T18" fmla="*/ 327 h 327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52" h="327">
                          <a:moveTo>
                            <a:pt x="293" y="0"/>
                          </a:moveTo>
                          <a:lnTo>
                            <a:pt x="752" y="124"/>
                          </a:lnTo>
                          <a:lnTo>
                            <a:pt x="470" y="327"/>
                          </a:lnTo>
                          <a:lnTo>
                            <a:pt x="0" y="183"/>
                          </a:lnTo>
                          <a:lnTo>
                            <a:pt x="293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164" name="Freeform 1077"/>
                    <p:cNvSpPr/>
                    <p:nvPr/>
                  </p:nvSpPr>
                  <p:spPr bwMode="auto">
                    <a:xfrm>
                      <a:off x="1754" y="2649"/>
                      <a:ext cx="726" cy="311"/>
                    </a:xfrm>
                    <a:custGeom>
                      <a:avLst/>
                      <a:gdLst>
                        <a:gd name="T0" fmla="*/ 282 w 726"/>
                        <a:gd name="T1" fmla="*/ 0 h 311"/>
                        <a:gd name="T2" fmla="*/ 726 w 726"/>
                        <a:gd name="T3" fmla="*/ 119 h 311"/>
                        <a:gd name="T4" fmla="*/ 457 w 726"/>
                        <a:gd name="T5" fmla="*/ 311 h 311"/>
                        <a:gd name="T6" fmla="*/ 0 w 726"/>
                        <a:gd name="T7" fmla="*/ 173 h 311"/>
                        <a:gd name="T8" fmla="*/ 282 w 726"/>
                        <a:gd name="T9" fmla="*/ 0 h 311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26"/>
                        <a:gd name="T16" fmla="*/ 0 h 311"/>
                        <a:gd name="T17" fmla="*/ 726 w 726"/>
                        <a:gd name="T18" fmla="*/ 311 h 311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26" h="311">
                          <a:moveTo>
                            <a:pt x="282" y="0"/>
                          </a:moveTo>
                          <a:lnTo>
                            <a:pt x="726" y="119"/>
                          </a:lnTo>
                          <a:lnTo>
                            <a:pt x="457" y="311"/>
                          </a:lnTo>
                          <a:lnTo>
                            <a:pt x="0" y="173"/>
                          </a:lnTo>
                          <a:lnTo>
                            <a:pt x="282" y="0"/>
                          </a:ln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4D4D4D"/>
                        </a:gs>
                        <a:gs pos="100000">
                          <a:srgbClr val="DDDDDD"/>
                        </a:gs>
                      </a:gsLst>
                      <a:lin ang="1890000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165" name="Freeform 1078"/>
                    <p:cNvSpPr/>
                    <p:nvPr/>
                  </p:nvSpPr>
                  <p:spPr bwMode="auto">
                    <a:xfrm>
                      <a:off x="1808" y="2770"/>
                      <a:ext cx="258" cy="100"/>
                    </a:xfrm>
                    <a:custGeom>
                      <a:avLst/>
                      <a:gdLst>
                        <a:gd name="T0" fmla="*/ 0 w 258"/>
                        <a:gd name="T1" fmla="*/ 44 h 100"/>
                        <a:gd name="T2" fmla="*/ 75 w 258"/>
                        <a:gd name="T3" fmla="*/ 0 h 100"/>
                        <a:gd name="T4" fmla="*/ 258 w 258"/>
                        <a:gd name="T5" fmla="*/ 50 h 100"/>
                        <a:gd name="T6" fmla="*/ 183 w 258"/>
                        <a:gd name="T7" fmla="*/ 100 h 100"/>
                        <a:gd name="T8" fmla="*/ 0 w 258"/>
                        <a:gd name="T9" fmla="*/ 44 h 100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8"/>
                        <a:gd name="T16" fmla="*/ 0 h 100"/>
                        <a:gd name="T17" fmla="*/ 258 w 258"/>
                        <a:gd name="T18" fmla="*/ 100 h 100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8" h="100">
                          <a:moveTo>
                            <a:pt x="0" y="44"/>
                          </a:moveTo>
                          <a:lnTo>
                            <a:pt x="75" y="0"/>
                          </a:lnTo>
                          <a:lnTo>
                            <a:pt x="258" y="50"/>
                          </a:lnTo>
                          <a:lnTo>
                            <a:pt x="183" y="100"/>
                          </a:lnTo>
                          <a:lnTo>
                            <a:pt x="0" y="44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166" name="Freeform 1079"/>
                    <p:cNvSpPr/>
                    <p:nvPr/>
                  </p:nvSpPr>
                  <p:spPr bwMode="auto">
                    <a:xfrm>
                      <a:off x="1799" y="2816"/>
                      <a:ext cx="194" cy="63"/>
                    </a:xfrm>
                    <a:custGeom>
                      <a:avLst/>
                      <a:gdLst>
                        <a:gd name="T0" fmla="*/ 12 w 194"/>
                        <a:gd name="T1" fmla="*/ 0 h 63"/>
                        <a:gd name="T2" fmla="*/ 194 w 194"/>
                        <a:gd name="T3" fmla="*/ 53 h 63"/>
                        <a:gd name="T4" fmla="*/ 180 w 194"/>
                        <a:gd name="T5" fmla="*/ 63 h 63"/>
                        <a:gd name="T6" fmla="*/ 0 w 194"/>
                        <a:gd name="T7" fmla="*/ 9 h 63"/>
                        <a:gd name="T8" fmla="*/ 12 w 194"/>
                        <a:gd name="T9" fmla="*/ 0 h 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4"/>
                        <a:gd name="T16" fmla="*/ 0 h 63"/>
                        <a:gd name="T17" fmla="*/ 194 w 194"/>
                        <a:gd name="T18" fmla="*/ 63 h 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4" h="63">
                          <a:moveTo>
                            <a:pt x="12" y="0"/>
                          </a:moveTo>
                          <a:lnTo>
                            <a:pt x="194" y="53"/>
                          </a:lnTo>
                          <a:lnTo>
                            <a:pt x="180" y="63"/>
                          </a:lnTo>
                          <a:lnTo>
                            <a:pt x="0" y="9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167" name="Freeform 1080"/>
                    <p:cNvSpPr/>
                    <p:nvPr/>
                  </p:nvSpPr>
                  <p:spPr bwMode="auto">
                    <a:xfrm>
                      <a:off x="2020" y="2834"/>
                      <a:ext cx="258" cy="102"/>
                    </a:xfrm>
                    <a:custGeom>
                      <a:avLst/>
                      <a:gdLst>
                        <a:gd name="T0" fmla="*/ 0 w 258"/>
                        <a:gd name="T1" fmla="*/ 46 h 102"/>
                        <a:gd name="T2" fmla="*/ 71 w 258"/>
                        <a:gd name="T3" fmla="*/ 0 h 102"/>
                        <a:gd name="T4" fmla="*/ 258 w 258"/>
                        <a:gd name="T5" fmla="*/ 52 h 102"/>
                        <a:gd name="T6" fmla="*/ 183 w 258"/>
                        <a:gd name="T7" fmla="*/ 102 h 102"/>
                        <a:gd name="T8" fmla="*/ 0 w 258"/>
                        <a:gd name="T9" fmla="*/ 46 h 102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8"/>
                        <a:gd name="T16" fmla="*/ 0 h 102"/>
                        <a:gd name="T17" fmla="*/ 258 w 258"/>
                        <a:gd name="T18" fmla="*/ 102 h 102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8" h="102">
                          <a:moveTo>
                            <a:pt x="0" y="46"/>
                          </a:moveTo>
                          <a:lnTo>
                            <a:pt x="71" y="0"/>
                          </a:lnTo>
                          <a:lnTo>
                            <a:pt x="258" y="52"/>
                          </a:lnTo>
                          <a:lnTo>
                            <a:pt x="183" y="102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168" name="Freeform 1081"/>
                    <p:cNvSpPr/>
                    <p:nvPr/>
                  </p:nvSpPr>
                  <p:spPr bwMode="auto">
                    <a:xfrm>
                      <a:off x="2011" y="2882"/>
                      <a:ext cx="194" cy="63"/>
                    </a:xfrm>
                    <a:custGeom>
                      <a:avLst/>
                      <a:gdLst>
                        <a:gd name="T0" fmla="*/ 12 w 194"/>
                        <a:gd name="T1" fmla="*/ 0 h 63"/>
                        <a:gd name="T2" fmla="*/ 194 w 194"/>
                        <a:gd name="T3" fmla="*/ 53 h 63"/>
                        <a:gd name="T4" fmla="*/ 180 w 194"/>
                        <a:gd name="T5" fmla="*/ 63 h 63"/>
                        <a:gd name="T6" fmla="*/ 0 w 194"/>
                        <a:gd name="T7" fmla="*/ 9 h 63"/>
                        <a:gd name="T8" fmla="*/ 12 w 194"/>
                        <a:gd name="T9" fmla="*/ 0 h 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4"/>
                        <a:gd name="T16" fmla="*/ 0 h 63"/>
                        <a:gd name="T17" fmla="*/ 194 w 194"/>
                        <a:gd name="T18" fmla="*/ 63 h 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4" h="63">
                          <a:moveTo>
                            <a:pt x="12" y="0"/>
                          </a:moveTo>
                          <a:lnTo>
                            <a:pt x="194" y="53"/>
                          </a:lnTo>
                          <a:lnTo>
                            <a:pt x="180" y="63"/>
                          </a:lnTo>
                          <a:lnTo>
                            <a:pt x="0" y="9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</p:grpSp>
              <p:sp>
                <p:nvSpPr>
                  <p:cNvPr id="157" name="Freeform 1082"/>
                  <p:cNvSpPr/>
                  <p:nvPr/>
                </p:nvSpPr>
                <p:spPr bwMode="auto">
                  <a:xfrm>
                    <a:off x="2577" y="3043"/>
                    <a:ext cx="614" cy="514"/>
                  </a:xfrm>
                  <a:custGeom>
                    <a:avLst/>
                    <a:gdLst>
                      <a:gd name="T0" fmla="*/ 1 w 990"/>
                      <a:gd name="T1" fmla="*/ 2 h 792"/>
                      <a:gd name="T2" fmla="*/ 1 w 990"/>
                      <a:gd name="T3" fmla="*/ 0 h 792"/>
                      <a:gd name="T4" fmla="*/ 1 w 990"/>
                      <a:gd name="T5" fmla="*/ 1 h 792"/>
                      <a:gd name="T6" fmla="*/ 0 w 990"/>
                      <a:gd name="T7" fmla="*/ 2 h 792"/>
                      <a:gd name="T8" fmla="*/ 1 w 990"/>
                      <a:gd name="T9" fmla="*/ 2 h 79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990"/>
                      <a:gd name="T16" fmla="*/ 0 h 792"/>
                      <a:gd name="T17" fmla="*/ 990 w 990"/>
                      <a:gd name="T18" fmla="*/ 792 h 79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990" h="792">
                        <a:moveTo>
                          <a:pt x="3" y="738"/>
                        </a:moveTo>
                        <a:lnTo>
                          <a:pt x="990" y="0"/>
                        </a:lnTo>
                        <a:lnTo>
                          <a:pt x="987" y="60"/>
                        </a:lnTo>
                        <a:lnTo>
                          <a:pt x="0" y="792"/>
                        </a:lnTo>
                        <a:lnTo>
                          <a:pt x="3" y="738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58" name="Freeform 1083"/>
                  <p:cNvSpPr/>
                  <p:nvPr/>
                </p:nvSpPr>
                <p:spPr bwMode="auto">
                  <a:xfrm>
                    <a:off x="1010" y="3084"/>
                    <a:ext cx="1571" cy="469"/>
                  </a:xfrm>
                  <a:custGeom>
                    <a:avLst/>
                    <a:gdLst>
                      <a:gd name="T0" fmla="*/ 1 w 2532"/>
                      <a:gd name="T1" fmla="*/ 0 h 723"/>
                      <a:gd name="T2" fmla="*/ 1 w 2532"/>
                      <a:gd name="T3" fmla="*/ 0 h 723"/>
                      <a:gd name="T4" fmla="*/ 4 w 2532"/>
                      <a:gd name="T5" fmla="*/ 2 h 723"/>
                      <a:gd name="T6" fmla="*/ 4 w 2532"/>
                      <a:gd name="T7" fmla="*/ 2 h 723"/>
                      <a:gd name="T8" fmla="*/ 0 w 2532"/>
                      <a:gd name="T9" fmla="*/ 1 h 723"/>
                      <a:gd name="T10" fmla="*/ 1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59" name="Freeform 1084"/>
                  <p:cNvSpPr/>
                  <p:nvPr/>
                </p:nvSpPr>
                <p:spPr bwMode="auto">
                  <a:xfrm>
                    <a:off x="1011" y="2998"/>
                    <a:ext cx="17" cy="95"/>
                  </a:xfrm>
                  <a:custGeom>
                    <a:avLst/>
                    <a:gdLst>
                      <a:gd name="T0" fmla="*/ 1 w 26"/>
                      <a:gd name="T1" fmla="*/ 1 h 147"/>
                      <a:gd name="T2" fmla="*/ 1 w 26"/>
                      <a:gd name="T3" fmla="*/ 1 h 147"/>
                      <a:gd name="T4" fmla="*/ 0 w 26"/>
                      <a:gd name="T5" fmla="*/ 1 h 147"/>
                      <a:gd name="T6" fmla="*/ 1 w 26"/>
                      <a:gd name="T7" fmla="*/ 0 h 147"/>
                      <a:gd name="T8" fmla="*/ 1 w 26"/>
                      <a:gd name="T9" fmla="*/ 1 h 14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6"/>
                      <a:gd name="T16" fmla="*/ 0 h 147"/>
                      <a:gd name="T17" fmla="*/ 26 w 26"/>
                      <a:gd name="T18" fmla="*/ 147 h 14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6" h="147">
                        <a:moveTo>
                          <a:pt x="26" y="10"/>
                        </a:moveTo>
                        <a:lnTo>
                          <a:pt x="23" y="147"/>
                        </a:lnTo>
                        <a:lnTo>
                          <a:pt x="0" y="144"/>
                        </a:lnTo>
                        <a:lnTo>
                          <a:pt x="3" y="0"/>
                        </a:lnTo>
                        <a:lnTo>
                          <a:pt x="26" y="1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60" name="Freeform 1085"/>
                  <p:cNvSpPr/>
                  <p:nvPr/>
                </p:nvSpPr>
                <p:spPr bwMode="auto">
                  <a:xfrm>
                    <a:off x="1012" y="2611"/>
                    <a:ext cx="730" cy="393"/>
                  </a:xfrm>
                  <a:custGeom>
                    <a:avLst/>
                    <a:gdLst>
                      <a:gd name="T0" fmla="*/ 1 w 1176"/>
                      <a:gd name="T1" fmla="*/ 0 h 606"/>
                      <a:gd name="T2" fmla="*/ 0 w 1176"/>
                      <a:gd name="T3" fmla="*/ 1 h 606"/>
                      <a:gd name="T4" fmla="*/ 1 w 1176"/>
                      <a:gd name="T5" fmla="*/ 1 h 606"/>
                      <a:gd name="T6" fmla="*/ 1 w 1176"/>
                      <a:gd name="T7" fmla="*/ 1 h 606"/>
                      <a:gd name="T8" fmla="*/ 1 w 1176"/>
                      <a:gd name="T9" fmla="*/ 0 h 60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176"/>
                      <a:gd name="T16" fmla="*/ 0 h 606"/>
                      <a:gd name="T17" fmla="*/ 1176 w 1176"/>
                      <a:gd name="T18" fmla="*/ 606 h 60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176" h="606">
                        <a:moveTo>
                          <a:pt x="1170" y="0"/>
                        </a:moveTo>
                        <a:lnTo>
                          <a:pt x="0" y="597"/>
                        </a:lnTo>
                        <a:lnTo>
                          <a:pt x="30" y="606"/>
                        </a:lnTo>
                        <a:lnTo>
                          <a:pt x="1176" y="18"/>
                        </a:lnTo>
                        <a:lnTo>
                          <a:pt x="1170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61" name="Freeform 1086"/>
                  <p:cNvSpPr/>
                  <p:nvPr/>
                </p:nvSpPr>
                <p:spPr bwMode="auto">
                  <a:xfrm>
                    <a:off x="1061" y="3018"/>
                    <a:ext cx="1490" cy="451"/>
                  </a:xfrm>
                  <a:custGeom>
                    <a:avLst/>
                    <a:gdLst>
                      <a:gd name="T0" fmla="*/ 1 w 2532"/>
                      <a:gd name="T1" fmla="*/ 0 h 723"/>
                      <a:gd name="T2" fmla="*/ 1 w 2532"/>
                      <a:gd name="T3" fmla="*/ 0 h 723"/>
                      <a:gd name="T4" fmla="*/ 1 w 2532"/>
                      <a:gd name="T5" fmla="*/ 1 h 723"/>
                      <a:gd name="T6" fmla="*/ 1 w 2532"/>
                      <a:gd name="T7" fmla="*/ 1 h 723"/>
                      <a:gd name="T8" fmla="*/ 0 w 2532"/>
                      <a:gd name="T9" fmla="*/ 1 h 723"/>
                      <a:gd name="T10" fmla="*/ 1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62" name="Freeform 1087"/>
                  <p:cNvSpPr/>
                  <p:nvPr/>
                </p:nvSpPr>
                <p:spPr bwMode="auto">
                  <a:xfrm flipV="1">
                    <a:off x="2549" y="2986"/>
                    <a:ext cx="608" cy="467"/>
                  </a:xfrm>
                  <a:custGeom>
                    <a:avLst/>
                    <a:gdLst>
                      <a:gd name="T0" fmla="*/ 0 w 2532"/>
                      <a:gd name="T1" fmla="*/ 0 h 723"/>
                      <a:gd name="T2" fmla="*/ 0 w 2532"/>
                      <a:gd name="T3" fmla="*/ 0 h 723"/>
                      <a:gd name="T4" fmla="*/ 0 w 2532"/>
                      <a:gd name="T5" fmla="*/ 2 h 723"/>
                      <a:gd name="T6" fmla="*/ 0 w 2532"/>
                      <a:gd name="T7" fmla="*/ 2 h 723"/>
                      <a:gd name="T8" fmla="*/ 0 w 2532"/>
                      <a:gd name="T9" fmla="*/ 1 h 723"/>
                      <a:gd name="T10" fmla="*/ 0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</p:grpSp>
            <p:grpSp>
              <p:nvGrpSpPr>
                <p:cNvPr id="487" name="Group 590"/>
                <p:cNvGrpSpPr/>
                <p:nvPr/>
              </p:nvGrpSpPr>
              <p:grpSpPr bwMode="auto">
                <a:xfrm flipH="1">
                  <a:off x="7767607" y="5251740"/>
                  <a:ext cx="345630" cy="320302"/>
                  <a:chOff x="2839" y="3501"/>
                  <a:chExt cx="755" cy="803"/>
                </a:xfrm>
              </p:grpSpPr>
              <p:pic>
                <p:nvPicPr>
                  <p:cNvPr id="488" name="Picture 591" descr="desktop_computer_stylized_medium"/>
                  <p:cNvPicPr>
                    <a:picLocks noChangeAspect="1" noChangeArrowheads="1"/>
                  </p:cNvPicPr>
                  <p:nvPr/>
                </p:nvPicPr>
                <p:blipFill>
                  <a:blip r:embed="rId13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839" y="3501"/>
                    <a:ext cx="755" cy="8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89" name="Freeform 592"/>
                  <p:cNvSpPr/>
                  <p:nvPr/>
                </p:nvSpPr>
                <p:spPr bwMode="auto">
                  <a:xfrm>
                    <a:off x="2916" y="3578"/>
                    <a:ext cx="356" cy="368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300 w 356"/>
                      <a:gd name="T3" fmla="*/ 14 h 368"/>
                      <a:gd name="T4" fmla="*/ 356 w 356"/>
                      <a:gd name="T5" fmla="*/ 294 h 368"/>
                      <a:gd name="T6" fmla="*/ 78 w 356"/>
                      <a:gd name="T7" fmla="*/ 368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6"/>
                      <a:gd name="T16" fmla="*/ 0 h 368"/>
                      <a:gd name="T17" fmla="*/ 356 w 356"/>
                      <a:gd name="T18" fmla="*/ 368 h 3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chemeClr val="bg1"/>
                      </a:gs>
                    </a:gsLst>
                    <a:lin ang="27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prstDash val="solid"/>
                        <a:round/>
                      </a14:hiddenLine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</p:grpSp>
            <p:grpSp>
              <p:nvGrpSpPr>
                <p:cNvPr id="490" name="Group 590"/>
                <p:cNvGrpSpPr/>
                <p:nvPr/>
              </p:nvGrpSpPr>
              <p:grpSpPr bwMode="auto">
                <a:xfrm flipH="1">
                  <a:off x="8147535" y="5475337"/>
                  <a:ext cx="345630" cy="320302"/>
                  <a:chOff x="2839" y="3501"/>
                  <a:chExt cx="755" cy="803"/>
                </a:xfrm>
              </p:grpSpPr>
              <p:pic>
                <p:nvPicPr>
                  <p:cNvPr id="491" name="Picture 591" descr="desktop_computer_stylized_medium"/>
                  <p:cNvPicPr>
                    <a:picLocks noChangeAspect="1" noChangeArrowheads="1"/>
                  </p:cNvPicPr>
                  <p:nvPr/>
                </p:nvPicPr>
                <p:blipFill>
                  <a:blip r:embed="rId13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839" y="3501"/>
                    <a:ext cx="755" cy="8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92" name="Freeform 592"/>
                  <p:cNvSpPr/>
                  <p:nvPr/>
                </p:nvSpPr>
                <p:spPr bwMode="auto">
                  <a:xfrm>
                    <a:off x="2916" y="3578"/>
                    <a:ext cx="356" cy="368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300 w 356"/>
                      <a:gd name="T3" fmla="*/ 14 h 368"/>
                      <a:gd name="T4" fmla="*/ 356 w 356"/>
                      <a:gd name="T5" fmla="*/ 294 h 368"/>
                      <a:gd name="T6" fmla="*/ 78 w 356"/>
                      <a:gd name="T7" fmla="*/ 368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6"/>
                      <a:gd name="T16" fmla="*/ 0 h 368"/>
                      <a:gd name="T17" fmla="*/ 356 w 356"/>
                      <a:gd name="T18" fmla="*/ 368 h 3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chemeClr val="bg1"/>
                      </a:gs>
                    </a:gsLst>
                    <a:lin ang="27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prstDash val="solid"/>
                        <a:round/>
                      </a14:hiddenLine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</p:grpSp>
            <p:grpSp>
              <p:nvGrpSpPr>
                <p:cNvPr id="493" name="Group 590"/>
                <p:cNvGrpSpPr/>
                <p:nvPr/>
              </p:nvGrpSpPr>
              <p:grpSpPr bwMode="auto">
                <a:xfrm flipH="1">
                  <a:off x="8545760" y="5496810"/>
                  <a:ext cx="345630" cy="320302"/>
                  <a:chOff x="2839" y="3501"/>
                  <a:chExt cx="755" cy="803"/>
                </a:xfrm>
              </p:grpSpPr>
              <p:pic>
                <p:nvPicPr>
                  <p:cNvPr id="494" name="Picture 591" descr="desktop_computer_stylized_medium"/>
                  <p:cNvPicPr>
                    <a:picLocks noChangeAspect="1" noChangeArrowheads="1"/>
                  </p:cNvPicPr>
                  <p:nvPr/>
                </p:nvPicPr>
                <p:blipFill>
                  <a:blip r:embed="rId13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839" y="3501"/>
                    <a:ext cx="755" cy="8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95" name="Freeform 592"/>
                  <p:cNvSpPr/>
                  <p:nvPr/>
                </p:nvSpPr>
                <p:spPr bwMode="auto">
                  <a:xfrm>
                    <a:off x="2916" y="3578"/>
                    <a:ext cx="356" cy="368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300 w 356"/>
                      <a:gd name="T3" fmla="*/ 14 h 368"/>
                      <a:gd name="T4" fmla="*/ 356 w 356"/>
                      <a:gd name="T5" fmla="*/ 294 h 368"/>
                      <a:gd name="T6" fmla="*/ 78 w 356"/>
                      <a:gd name="T7" fmla="*/ 368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6"/>
                      <a:gd name="T16" fmla="*/ 0 h 368"/>
                      <a:gd name="T17" fmla="*/ 356 w 356"/>
                      <a:gd name="T18" fmla="*/ 368 h 3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chemeClr val="bg1"/>
                      </a:gs>
                    </a:gsLst>
                    <a:lin ang="27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prstDash val="solid"/>
                        <a:round/>
                      </a14:hiddenLine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</p:grpSp>
            <p:grpSp>
              <p:nvGrpSpPr>
                <p:cNvPr id="496" name="Group 1064"/>
                <p:cNvGrpSpPr/>
                <p:nvPr/>
              </p:nvGrpSpPr>
              <p:grpSpPr bwMode="auto">
                <a:xfrm>
                  <a:off x="9528372" y="5765818"/>
                  <a:ext cx="319264" cy="253379"/>
                  <a:chOff x="877" y="1008"/>
                  <a:chExt cx="2747" cy="2591"/>
                </a:xfrm>
              </p:grpSpPr>
              <p:pic>
                <p:nvPicPr>
                  <p:cNvPr id="497" name="Picture 1065" descr="antenna_stylized"/>
                  <p:cNvPicPr>
                    <a:picLocks noChangeAspect="1" noChangeArrowheads="1"/>
                  </p:cNvPicPr>
                  <p:nvPr/>
                </p:nvPicPr>
                <p:blipFill>
                  <a:blip r:embed="rId5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77" y="1008"/>
                    <a:ext cx="2725" cy="14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498" name="Picture 1066" descr="laptop_keyboard"/>
                  <p:cNvPicPr>
                    <a:picLocks noChangeAspect="1" noChangeArrowheads="1"/>
                  </p:cNvPicPr>
                  <p:nvPr/>
                </p:nvPicPr>
                <p:blipFill>
                  <a:blip r:embed="rId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 rot="109064" flipH="1">
                    <a:off x="1009" y="2586"/>
                    <a:ext cx="2245" cy="101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99" name="Freeform 1067"/>
                  <p:cNvSpPr/>
                  <p:nvPr/>
                </p:nvSpPr>
                <p:spPr bwMode="auto">
                  <a:xfrm>
                    <a:off x="1753" y="1603"/>
                    <a:ext cx="1807" cy="1322"/>
                  </a:xfrm>
                  <a:custGeom>
                    <a:avLst/>
                    <a:gdLst>
                      <a:gd name="T0" fmla="*/ 1 w 2982"/>
                      <a:gd name="T1" fmla="*/ 0 h 2442"/>
                      <a:gd name="T2" fmla="*/ 0 w 2982"/>
                      <a:gd name="T3" fmla="*/ 1 h 2442"/>
                      <a:gd name="T4" fmla="*/ 2 w 2982"/>
                      <a:gd name="T5" fmla="*/ 1 h 2442"/>
                      <a:gd name="T6" fmla="*/ 2 w 2982"/>
                      <a:gd name="T7" fmla="*/ 1 h 2442"/>
                      <a:gd name="T8" fmla="*/ 1 w 2982"/>
                      <a:gd name="T9" fmla="*/ 0 h 24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982"/>
                      <a:gd name="T16" fmla="*/ 0 h 2442"/>
                      <a:gd name="T17" fmla="*/ 2982 w 2982"/>
                      <a:gd name="T18" fmla="*/ 2442 h 244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982" h="2442">
                        <a:moveTo>
                          <a:pt x="540" y="0"/>
                        </a:moveTo>
                        <a:lnTo>
                          <a:pt x="0" y="1734"/>
                        </a:lnTo>
                        <a:lnTo>
                          <a:pt x="2394" y="2442"/>
                        </a:lnTo>
                        <a:lnTo>
                          <a:pt x="2982" y="318"/>
                        </a:lnTo>
                        <a:lnTo>
                          <a:pt x="540" y="0"/>
                        </a:lnTo>
                        <a:close/>
                      </a:path>
                    </a:pathLst>
                  </a:cu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</a:ln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pic>
                <p:nvPicPr>
                  <p:cNvPr id="500" name="Picture 1068" descr="screen"/>
                  <p:cNvPicPr>
                    <a:picLocks noChangeAspect="1" noChangeArrowheads="1"/>
                  </p:cNvPicPr>
                  <p:nvPr/>
                </p:nvPicPr>
                <p:blipFill>
                  <a:blip r:embed="rId7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842" y="1637"/>
                    <a:ext cx="1642" cy="12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501" name="Freeform 1069"/>
                  <p:cNvSpPr/>
                  <p:nvPr/>
                </p:nvSpPr>
                <p:spPr bwMode="auto">
                  <a:xfrm>
                    <a:off x="2082" y="1564"/>
                    <a:ext cx="1531" cy="246"/>
                  </a:xfrm>
                  <a:custGeom>
                    <a:avLst/>
                    <a:gdLst>
                      <a:gd name="T0" fmla="*/ 1 w 2528"/>
                      <a:gd name="T1" fmla="*/ 0 h 455"/>
                      <a:gd name="T2" fmla="*/ 2 w 2528"/>
                      <a:gd name="T3" fmla="*/ 1 h 455"/>
                      <a:gd name="T4" fmla="*/ 2 w 2528"/>
                      <a:gd name="T5" fmla="*/ 1 h 455"/>
                      <a:gd name="T6" fmla="*/ 0 w 2528"/>
                      <a:gd name="T7" fmla="*/ 1 h 455"/>
                      <a:gd name="T8" fmla="*/ 1 w 2528"/>
                      <a:gd name="T9" fmla="*/ 0 h 455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28"/>
                      <a:gd name="T16" fmla="*/ 0 h 455"/>
                      <a:gd name="T17" fmla="*/ 2528 w 2528"/>
                      <a:gd name="T18" fmla="*/ 455 h 455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28" h="455">
                        <a:moveTo>
                          <a:pt x="14" y="0"/>
                        </a:moveTo>
                        <a:lnTo>
                          <a:pt x="2528" y="341"/>
                        </a:lnTo>
                        <a:lnTo>
                          <a:pt x="2480" y="455"/>
                        </a:lnTo>
                        <a:lnTo>
                          <a:pt x="0" y="86"/>
                        </a:lnTo>
                        <a:lnTo>
                          <a:pt x="14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EAEAEA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502" name="Freeform 1070"/>
                  <p:cNvSpPr/>
                  <p:nvPr/>
                </p:nvSpPr>
                <p:spPr bwMode="auto">
                  <a:xfrm>
                    <a:off x="1737" y="1562"/>
                    <a:ext cx="425" cy="1024"/>
                  </a:xfrm>
                  <a:custGeom>
                    <a:avLst/>
                    <a:gdLst>
                      <a:gd name="T0" fmla="*/ 1 w 702"/>
                      <a:gd name="T1" fmla="*/ 0 h 1893"/>
                      <a:gd name="T2" fmla="*/ 0 w 702"/>
                      <a:gd name="T3" fmla="*/ 1 h 1893"/>
                      <a:gd name="T4" fmla="*/ 1 w 702"/>
                      <a:gd name="T5" fmla="*/ 1 h 1893"/>
                      <a:gd name="T6" fmla="*/ 1 w 702"/>
                      <a:gd name="T7" fmla="*/ 1 h 1893"/>
                      <a:gd name="T8" fmla="*/ 1 w 702"/>
                      <a:gd name="T9" fmla="*/ 0 h 189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02"/>
                      <a:gd name="T16" fmla="*/ 0 h 1893"/>
                      <a:gd name="T17" fmla="*/ 702 w 702"/>
                      <a:gd name="T18" fmla="*/ 1893 h 189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02" h="1893">
                        <a:moveTo>
                          <a:pt x="579" y="0"/>
                        </a:moveTo>
                        <a:lnTo>
                          <a:pt x="0" y="1869"/>
                        </a:lnTo>
                        <a:lnTo>
                          <a:pt x="114" y="1893"/>
                        </a:lnTo>
                        <a:lnTo>
                          <a:pt x="702" y="51"/>
                        </a:lnTo>
                        <a:lnTo>
                          <a:pt x="579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503" name="Freeform 1071"/>
                  <p:cNvSpPr/>
                  <p:nvPr/>
                </p:nvSpPr>
                <p:spPr bwMode="auto">
                  <a:xfrm>
                    <a:off x="3144" y="1745"/>
                    <a:ext cx="458" cy="1182"/>
                  </a:xfrm>
                  <a:custGeom>
                    <a:avLst/>
                    <a:gdLst>
                      <a:gd name="T0" fmla="*/ 1 w 756"/>
                      <a:gd name="T1" fmla="*/ 0 h 2184"/>
                      <a:gd name="T2" fmla="*/ 1 w 756"/>
                      <a:gd name="T3" fmla="*/ 1 h 2184"/>
                      <a:gd name="T4" fmla="*/ 0 w 756"/>
                      <a:gd name="T5" fmla="*/ 1 h 2184"/>
                      <a:gd name="T6" fmla="*/ 1 w 756"/>
                      <a:gd name="T7" fmla="*/ 1 h 2184"/>
                      <a:gd name="T8" fmla="*/ 1 w 756"/>
                      <a:gd name="T9" fmla="*/ 0 h 218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6"/>
                      <a:gd name="T16" fmla="*/ 0 h 2184"/>
                      <a:gd name="T17" fmla="*/ 756 w 756"/>
                      <a:gd name="T18" fmla="*/ 2184 h 2184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6" h="2184">
                        <a:moveTo>
                          <a:pt x="756" y="0"/>
                        </a:moveTo>
                        <a:lnTo>
                          <a:pt x="138" y="2184"/>
                        </a:lnTo>
                        <a:lnTo>
                          <a:pt x="0" y="2148"/>
                        </a:lnTo>
                        <a:lnTo>
                          <a:pt x="606" y="78"/>
                        </a:lnTo>
                        <a:lnTo>
                          <a:pt x="756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504" name="Freeform 1072"/>
                  <p:cNvSpPr/>
                  <p:nvPr/>
                </p:nvSpPr>
                <p:spPr bwMode="auto">
                  <a:xfrm>
                    <a:off x="1732" y="2534"/>
                    <a:ext cx="1680" cy="399"/>
                  </a:xfrm>
                  <a:custGeom>
                    <a:avLst/>
                    <a:gdLst>
                      <a:gd name="T0" fmla="*/ 1 w 2773"/>
                      <a:gd name="T1" fmla="*/ 0 h 738"/>
                      <a:gd name="T2" fmla="*/ 0 w 2773"/>
                      <a:gd name="T3" fmla="*/ 1 h 738"/>
                      <a:gd name="T4" fmla="*/ 2 w 2773"/>
                      <a:gd name="T5" fmla="*/ 1 h 738"/>
                      <a:gd name="T6" fmla="*/ 2 w 2773"/>
                      <a:gd name="T7" fmla="*/ 1 h 738"/>
                      <a:gd name="T8" fmla="*/ 1 w 2773"/>
                      <a:gd name="T9" fmla="*/ 0 h 73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773"/>
                      <a:gd name="T16" fmla="*/ 0 h 738"/>
                      <a:gd name="T17" fmla="*/ 2773 w 2773"/>
                      <a:gd name="T18" fmla="*/ 738 h 73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773" h="738">
                        <a:moveTo>
                          <a:pt x="33" y="0"/>
                        </a:moveTo>
                        <a:lnTo>
                          <a:pt x="0" y="99"/>
                        </a:lnTo>
                        <a:lnTo>
                          <a:pt x="2436" y="738"/>
                        </a:lnTo>
                        <a:cubicBezTo>
                          <a:pt x="2499" y="501"/>
                          <a:pt x="2773" y="727"/>
                          <a:pt x="2373" y="603"/>
                        </a:cubicBezTo>
                        <a:lnTo>
                          <a:pt x="3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CC"/>
                      </a:gs>
                      <a:gs pos="100000">
                        <a:schemeClr val="bg1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505" name="Freeform 1073"/>
                  <p:cNvSpPr/>
                  <p:nvPr/>
                </p:nvSpPr>
                <p:spPr bwMode="auto">
                  <a:xfrm>
                    <a:off x="3195" y="1755"/>
                    <a:ext cx="429" cy="1187"/>
                  </a:xfrm>
                  <a:custGeom>
                    <a:avLst/>
                    <a:gdLst>
                      <a:gd name="T0" fmla="*/ 2 w 637"/>
                      <a:gd name="T1" fmla="*/ 0 h 1659"/>
                      <a:gd name="T2" fmla="*/ 2 w 637"/>
                      <a:gd name="T3" fmla="*/ 0 h 1659"/>
                      <a:gd name="T4" fmla="*/ 1 w 637"/>
                      <a:gd name="T5" fmla="*/ 15 h 1659"/>
                      <a:gd name="T6" fmla="*/ 0 w 637"/>
                      <a:gd name="T7" fmla="*/ 15 h 1659"/>
                      <a:gd name="T8" fmla="*/ 2 w 637"/>
                      <a:gd name="T9" fmla="*/ 0 h 1659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637"/>
                      <a:gd name="T16" fmla="*/ 0 h 1659"/>
                      <a:gd name="T17" fmla="*/ 637 w 637"/>
                      <a:gd name="T18" fmla="*/ 1659 h 1659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637" h="1659">
                        <a:moveTo>
                          <a:pt x="615" y="0"/>
                        </a:moveTo>
                        <a:lnTo>
                          <a:pt x="637" y="0"/>
                        </a:lnTo>
                        <a:lnTo>
                          <a:pt x="68" y="1659"/>
                        </a:lnTo>
                        <a:lnTo>
                          <a:pt x="0" y="1647"/>
                        </a:lnTo>
                        <a:lnTo>
                          <a:pt x="615" y="0"/>
                        </a:lnTo>
                        <a:close/>
                      </a:path>
                    </a:pathLst>
                  </a:custGeom>
                  <a:solidFill>
                    <a:srgbClr val="4D4D4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506" name="Freeform 1074"/>
                  <p:cNvSpPr/>
                  <p:nvPr/>
                </p:nvSpPr>
                <p:spPr bwMode="auto">
                  <a:xfrm>
                    <a:off x="1734" y="2587"/>
                    <a:ext cx="1494" cy="394"/>
                  </a:xfrm>
                  <a:custGeom>
                    <a:avLst/>
                    <a:gdLst>
                      <a:gd name="T0" fmla="*/ 0 w 2216"/>
                      <a:gd name="T1" fmla="*/ 0 h 550"/>
                      <a:gd name="T2" fmla="*/ 1 w 2216"/>
                      <a:gd name="T3" fmla="*/ 1 h 550"/>
                      <a:gd name="T4" fmla="*/ 9 w 2216"/>
                      <a:gd name="T5" fmla="*/ 5 h 550"/>
                      <a:gd name="T6" fmla="*/ 9 w 2216"/>
                      <a:gd name="T7" fmla="*/ 4 h 550"/>
                      <a:gd name="T8" fmla="*/ 0 w 2216"/>
                      <a:gd name="T9" fmla="*/ 0 h 55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216"/>
                      <a:gd name="T16" fmla="*/ 0 h 550"/>
                      <a:gd name="T17" fmla="*/ 2216 w 2216"/>
                      <a:gd name="T18" fmla="*/ 550 h 55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216" h="550">
                        <a:moveTo>
                          <a:pt x="0" y="0"/>
                        </a:moveTo>
                        <a:lnTo>
                          <a:pt x="9" y="57"/>
                        </a:lnTo>
                        <a:lnTo>
                          <a:pt x="2164" y="550"/>
                        </a:lnTo>
                        <a:lnTo>
                          <a:pt x="2216" y="49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grpSp>
                <p:nvGrpSpPr>
                  <p:cNvPr id="507" name="Group 1075"/>
                  <p:cNvGrpSpPr/>
                  <p:nvPr/>
                </p:nvGrpSpPr>
                <p:grpSpPr bwMode="auto">
                  <a:xfrm>
                    <a:off x="1709" y="3008"/>
                    <a:ext cx="507" cy="234"/>
                    <a:chOff x="1740" y="2642"/>
                    <a:chExt cx="752" cy="327"/>
                  </a:xfrm>
                </p:grpSpPr>
                <p:sp>
                  <p:nvSpPr>
                    <p:cNvPr id="514" name="Freeform 1076"/>
                    <p:cNvSpPr/>
                    <p:nvPr/>
                  </p:nvSpPr>
                  <p:spPr bwMode="auto">
                    <a:xfrm>
                      <a:off x="1740" y="2642"/>
                      <a:ext cx="752" cy="327"/>
                    </a:xfrm>
                    <a:custGeom>
                      <a:avLst/>
                      <a:gdLst>
                        <a:gd name="T0" fmla="*/ 293 w 752"/>
                        <a:gd name="T1" fmla="*/ 0 h 327"/>
                        <a:gd name="T2" fmla="*/ 752 w 752"/>
                        <a:gd name="T3" fmla="*/ 124 h 327"/>
                        <a:gd name="T4" fmla="*/ 470 w 752"/>
                        <a:gd name="T5" fmla="*/ 327 h 327"/>
                        <a:gd name="T6" fmla="*/ 0 w 752"/>
                        <a:gd name="T7" fmla="*/ 183 h 327"/>
                        <a:gd name="T8" fmla="*/ 293 w 752"/>
                        <a:gd name="T9" fmla="*/ 0 h 327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52"/>
                        <a:gd name="T16" fmla="*/ 0 h 327"/>
                        <a:gd name="T17" fmla="*/ 752 w 752"/>
                        <a:gd name="T18" fmla="*/ 327 h 327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52" h="327">
                          <a:moveTo>
                            <a:pt x="293" y="0"/>
                          </a:moveTo>
                          <a:lnTo>
                            <a:pt x="752" y="124"/>
                          </a:lnTo>
                          <a:lnTo>
                            <a:pt x="470" y="327"/>
                          </a:lnTo>
                          <a:lnTo>
                            <a:pt x="0" y="183"/>
                          </a:lnTo>
                          <a:lnTo>
                            <a:pt x="293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515" name="Freeform 1077"/>
                    <p:cNvSpPr/>
                    <p:nvPr/>
                  </p:nvSpPr>
                  <p:spPr bwMode="auto">
                    <a:xfrm>
                      <a:off x="1754" y="2649"/>
                      <a:ext cx="726" cy="311"/>
                    </a:xfrm>
                    <a:custGeom>
                      <a:avLst/>
                      <a:gdLst>
                        <a:gd name="T0" fmla="*/ 282 w 726"/>
                        <a:gd name="T1" fmla="*/ 0 h 311"/>
                        <a:gd name="T2" fmla="*/ 726 w 726"/>
                        <a:gd name="T3" fmla="*/ 119 h 311"/>
                        <a:gd name="T4" fmla="*/ 457 w 726"/>
                        <a:gd name="T5" fmla="*/ 311 h 311"/>
                        <a:gd name="T6" fmla="*/ 0 w 726"/>
                        <a:gd name="T7" fmla="*/ 173 h 311"/>
                        <a:gd name="T8" fmla="*/ 282 w 726"/>
                        <a:gd name="T9" fmla="*/ 0 h 311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26"/>
                        <a:gd name="T16" fmla="*/ 0 h 311"/>
                        <a:gd name="T17" fmla="*/ 726 w 726"/>
                        <a:gd name="T18" fmla="*/ 311 h 311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26" h="311">
                          <a:moveTo>
                            <a:pt x="282" y="0"/>
                          </a:moveTo>
                          <a:lnTo>
                            <a:pt x="726" y="119"/>
                          </a:lnTo>
                          <a:lnTo>
                            <a:pt x="457" y="311"/>
                          </a:lnTo>
                          <a:lnTo>
                            <a:pt x="0" y="173"/>
                          </a:lnTo>
                          <a:lnTo>
                            <a:pt x="282" y="0"/>
                          </a:ln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4D4D4D"/>
                        </a:gs>
                        <a:gs pos="100000">
                          <a:srgbClr val="DDDDDD"/>
                        </a:gs>
                      </a:gsLst>
                      <a:lin ang="1890000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516" name="Freeform 1078"/>
                    <p:cNvSpPr/>
                    <p:nvPr/>
                  </p:nvSpPr>
                  <p:spPr bwMode="auto">
                    <a:xfrm>
                      <a:off x="1808" y="2770"/>
                      <a:ext cx="258" cy="100"/>
                    </a:xfrm>
                    <a:custGeom>
                      <a:avLst/>
                      <a:gdLst>
                        <a:gd name="T0" fmla="*/ 0 w 258"/>
                        <a:gd name="T1" fmla="*/ 44 h 100"/>
                        <a:gd name="T2" fmla="*/ 75 w 258"/>
                        <a:gd name="T3" fmla="*/ 0 h 100"/>
                        <a:gd name="T4" fmla="*/ 258 w 258"/>
                        <a:gd name="T5" fmla="*/ 50 h 100"/>
                        <a:gd name="T6" fmla="*/ 183 w 258"/>
                        <a:gd name="T7" fmla="*/ 100 h 100"/>
                        <a:gd name="T8" fmla="*/ 0 w 258"/>
                        <a:gd name="T9" fmla="*/ 44 h 100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8"/>
                        <a:gd name="T16" fmla="*/ 0 h 100"/>
                        <a:gd name="T17" fmla="*/ 258 w 258"/>
                        <a:gd name="T18" fmla="*/ 100 h 100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8" h="100">
                          <a:moveTo>
                            <a:pt x="0" y="44"/>
                          </a:moveTo>
                          <a:lnTo>
                            <a:pt x="75" y="0"/>
                          </a:lnTo>
                          <a:lnTo>
                            <a:pt x="258" y="50"/>
                          </a:lnTo>
                          <a:lnTo>
                            <a:pt x="183" y="100"/>
                          </a:lnTo>
                          <a:lnTo>
                            <a:pt x="0" y="44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517" name="Freeform 1079"/>
                    <p:cNvSpPr/>
                    <p:nvPr/>
                  </p:nvSpPr>
                  <p:spPr bwMode="auto">
                    <a:xfrm>
                      <a:off x="1799" y="2816"/>
                      <a:ext cx="194" cy="63"/>
                    </a:xfrm>
                    <a:custGeom>
                      <a:avLst/>
                      <a:gdLst>
                        <a:gd name="T0" fmla="*/ 12 w 194"/>
                        <a:gd name="T1" fmla="*/ 0 h 63"/>
                        <a:gd name="T2" fmla="*/ 194 w 194"/>
                        <a:gd name="T3" fmla="*/ 53 h 63"/>
                        <a:gd name="T4" fmla="*/ 180 w 194"/>
                        <a:gd name="T5" fmla="*/ 63 h 63"/>
                        <a:gd name="T6" fmla="*/ 0 w 194"/>
                        <a:gd name="T7" fmla="*/ 9 h 63"/>
                        <a:gd name="T8" fmla="*/ 12 w 194"/>
                        <a:gd name="T9" fmla="*/ 0 h 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4"/>
                        <a:gd name="T16" fmla="*/ 0 h 63"/>
                        <a:gd name="T17" fmla="*/ 194 w 194"/>
                        <a:gd name="T18" fmla="*/ 63 h 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4" h="63">
                          <a:moveTo>
                            <a:pt x="12" y="0"/>
                          </a:moveTo>
                          <a:lnTo>
                            <a:pt x="194" y="53"/>
                          </a:lnTo>
                          <a:lnTo>
                            <a:pt x="180" y="63"/>
                          </a:lnTo>
                          <a:lnTo>
                            <a:pt x="0" y="9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518" name="Freeform 1080"/>
                    <p:cNvSpPr/>
                    <p:nvPr/>
                  </p:nvSpPr>
                  <p:spPr bwMode="auto">
                    <a:xfrm>
                      <a:off x="2020" y="2834"/>
                      <a:ext cx="258" cy="102"/>
                    </a:xfrm>
                    <a:custGeom>
                      <a:avLst/>
                      <a:gdLst>
                        <a:gd name="T0" fmla="*/ 0 w 258"/>
                        <a:gd name="T1" fmla="*/ 46 h 102"/>
                        <a:gd name="T2" fmla="*/ 71 w 258"/>
                        <a:gd name="T3" fmla="*/ 0 h 102"/>
                        <a:gd name="T4" fmla="*/ 258 w 258"/>
                        <a:gd name="T5" fmla="*/ 52 h 102"/>
                        <a:gd name="T6" fmla="*/ 183 w 258"/>
                        <a:gd name="T7" fmla="*/ 102 h 102"/>
                        <a:gd name="T8" fmla="*/ 0 w 258"/>
                        <a:gd name="T9" fmla="*/ 46 h 102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8"/>
                        <a:gd name="T16" fmla="*/ 0 h 102"/>
                        <a:gd name="T17" fmla="*/ 258 w 258"/>
                        <a:gd name="T18" fmla="*/ 102 h 102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8" h="102">
                          <a:moveTo>
                            <a:pt x="0" y="46"/>
                          </a:moveTo>
                          <a:lnTo>
                            <a:pt x="71" y="0"/>
                          </a:lnTo>
                          <a:lnTo>
                            <a:pt x="258" y="52"/>
                          </a:lnTo>
                          <a:lnTo>
                            <a:pt x="183" y="102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519" name="Freeform 1081"/>
                    <p:cNvSpPr/>
                    <p:nvPr/>
                  </p:nvSpPr>
                  <p:spPr bwMode="auto">
                    <a:xfrm>
                      <a:off x="2011" y="2882"/>
                      <a:ext cx="194" cy="63"/>
                    </a:xfrm>
                    <a:custGeom>
                      <a:avLst/>
                      <a:gdLst>
                        <a:gd name="T0" fmla="*/ 12 w 194"/>
                        <a:gd name="T1" fmla="*/ 0 h 63"/>
                        <a:gd name="T2" fmla="*/ 194 w 194"/>
                        <a:gd name="T3" fmla="*/ 53 h 63"/>
                        <a:gd name="T4" fmla="*/ 180 w 194"/>
                        <a:gd name="T5" fmla="*/ 63 h 63"/>
                        <a:gd name="T6" fmla="*/ 0 w 194"/>
                        <a:gd name="T7" fmla="*/ 9 h 63"/>
                        <a:gd name="T8" fmla="*/ 12 w 194"/>
                        <a:gd name="T9" fmla="*/ 0 h 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4"/>
                        <a:gd name="T16" fmla="*/ 0 h 63"/>
                        <a:gd name="T17" fmla="*/ 194 w 194"/>
                        <a:gd name="T18" fmla="*/ 63 h 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4" h="63">
                          <a:moveTo>
                            <a:pt x="12" y="0"/>
                          </a:moveTo>
                          <a:lnTo>
                            <a:pt x="194" y="53"/>
                          </a:lnTo>
                          <a:lnTo>
                            <a:pt x="180" y="63"/>
                          </a:lnTo>
                          <a:lnTo>
                            <a:pt x="0" y="9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</p:grpSp>
              <p:sp>
                <p:nvSpPr>
                  <p:cNvPr id="508" name="Freeform 1082"/>
                  <p:cNvSpPr/>
                  <p:nvPr/>
                </p:nvSpPr>
                <p:spPr bwMode="auto">
                  <a:xfrm>
                    <a:off x="2577" y="3043"/>
                    <a:ext cx="614" cy="514"/>
                  </a:xfrm>
                  <a:custGeom>
                    <a:avLst/>
                    <a:gdLst>
                      <a:gd name="T0" fmla="*/ 1 w 990"/>
                      <a:gd name="T1" fmla="*/ 2 h 792"/>
                      <a:gd name="T2" fmla="*/ 1 w 990"/>
                      <a:gd name="T3" fmla="*/ 0 h 792"/>
                      <a:gd name="T4" fmla="*/ 1 w 990"/>
                      <a:gd name="T5" fmla="*/ 1 h 792"/>
                      <a:gd name="T6" fmla="*/ 0 w 990"/>
                      <a:gd name="T7" fmla="*/ 2 h 792"/>
                      <a:gd name="T8" fmla="*/ 1 w 990"/>
                      <a:gd name="T9" fmla="*/ 2 h 79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990"/>
                      <a:gd name="T16" fmla="*/ 0 h 792"/>
                      <a:gd name="T17" fmla="*/ 990 w 990"/>
                      <a:gd name="T18" fmla="*/ 792 h 79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990" h="792">
                        <a:moveTo>
                          <a:pt x="3" y="738"/>
                        </a:moveTo>
                        <a:lnTo>
                          <a:pt x="990" y="0"/>
                        </a:lnTo>
                        <a:lnTo>
                          <a:pt x="987" y="60"/>
                        </a:lnTo>
                        <a:lnTo>
                          <a:pt x="0" y="792"/>
                        </a:lnTo>
                        <a:lnTo>
                          <a:pt x="3" y="738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509" name="Freeform 1083"/>
                  <p:cNvSpPr/>
                  <p:nvPr/>
                </p:nvSpPr>
                <p:spPr bwMode="auto">
                  <a:xfrm>
                    <a:off x="1010" y="3084"/>
                    <a:ext cx="1571" cy="469"/>
                  </a:xfrm>
                  <a:custGeom>
                    <a:avLst/>
                    <a:gdLst>
                      <a:gd name="T0" fmla="*/ 1 w 2532"/>
                      <a:gd name="T1" fmla="*/ 0 h 723"/>
                      <a:gd name="T2" fmla="*/ 1 w 2532"/>
                      <a:gd name="T3" fmla="*/ 0 h 723"/>
                      <a:gd name="T4" fmla="*/ 4 w 2532"/>
                      <a:gd name="T5" fmla="*/ 2 h 723"/>
                      <a:gd name="T6" fmla="*/ 4 w 2532"/>
                      <a:gd name="T7" fmla="*/ 2 h 723"/>
                      <a:gd name="T8" fmla="*/ 0 w 2532"/>
                      <a:gd name="T9" fmla="*/ 1 h 723"/>
                      <a:gd name="T10" fmla="*/ 1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510" name="Freeform 1084"/>
                  <p:cNvSpPr/>
                  <p:nvPr/>
                </p:nvSpPr>
                <p:spPr bwMode="auto">
                  <a:xfrm>
                    <a:off x="1011" y="2998"/>
                    <a:ext cx="17" cy="95"/>
                  </a:xfrm>
                  <a:custGeom>
                    <a:avLst/>
                    <a:gdLst>
                      <a:gd name="T0" fmla="*/ 1 w 26"/>
                      <a:gd name="T1" fmla="*/ 1 h 147"/>
                      <a:gd name="T2" fmla="*/ 1 w 26"/>
                      <a:gd name="T3" fmla="*/ 1 h 147"/>
                      <a:gd name="T4" fmla="*/ 0 w 26"/>
                      <a:gd name="T5" fmla="*/ 1 h 147"/>
                      <a:gd name="T6" fmla="*/ 1 w 26"/>
                      <a:gd name="T7" fmla="*/ 0 h 147"/>
                      <a:gd name="T8" fmla="*/ 1 w 26"/>
                      <a:gd name="T9" fmla="*/ 1 h 14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6"/>
                      <a:gd name="T16" fmla="*/ 0 h 147"/>
                      <a:gd name="T17" fmla="*/ 26 w 26"/>
                      <a:gd name="T18" fmla="*/ 147 h 14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6" h="147">
                        <a:moveTo>
                          <a:pt x="26" y="10"/>
                        </a:moveTo>
                        <a:lnTo>
                          <a:pt x="23" y="147"/>
                        </a:lnTo>
                        <a:lnTo>
                          <a:pt x="0" y="144"/>
                        </a:lnTo>
                        <a:lnTo>
                          <a:pt x="3" y="0"/>
                        </a:lnTo>
                        <a:lnTo>
                          <a:pt x="26" y="1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511" name="Freeform 1085"/>
                  <p:cNvSpPr/>
                  <p:nvPr/>
                </p:nvSpPr>
                <p:spPr bwMode="auto">
                  <a:xfrm>
                    <a:off x="1012" y="2611"/>
                    <a:ext cx="730" cy="393"/>
                  </a:xfrm>
                  <a:custGeom>
                    <a:avLst/>
                    <a:gdLst>
                      <a:gd name="T0" fmla="*/ 1 w 1176"/>
                      <a:gd name="T1" fmla="*/ 0 h 606"/>
                      <a:gd name="T2" fmla="*/ 0 w 1176"/>
                      <a:gd name="T3" fmla="*/ 1 h 606"/>
                      <a:gd name="T4" fmla="*/ 1 w 1176"/>
                      <a:gd name="T5" fmla="*/ 1 h 606"/>
                      <a:gd name="T6" fmla="*/ 1 w 1176"/>
                      <a:gd name="T7" fmla="*/ 1 h 606"/>
                      <a:gd name="T8" fmla="*/ 1 w 1176"/>
                      <a:gd name="T9" fmla="*/ 0 h 60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176"/>
                      <a:gd name="T16" fmla="*/ 0 h 606"/>
                      <a:gd name="T17" fmla="*/ 1176 w 1176"/>
                      <a:gd name="T18" fmla="*/ 606 h 60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176" h="606">
                        <a:moveTo>
                          <a:pt x="1170" y="0"/>
                        </a:moveTo>
                        <a:lnTo>
                          <a:pt x="0" y="597"/>
                        </a:lnTo>
                        <a:lnTo>
                          <a:pt x="30" y="606"/>
                        </a:lnTo>
                        <a:lnTo>
                          <a:pt x="1176" y="18"/>
                        </a:lnTo>
                        <a:lnTo>
                          <a:pt x="1170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512" name="Freeform 1086"/>
                  <p:cNvSpPr/>
                  <p:nvPr/>
                </p:nvSpPr>
                <p:spPr bwMode="auto">
                  <a:xfrm>
                    <a:off x="1061" y="3018"/>
                    <a:ext cx="1490" cy="451"/>
                  </a:xfrm>
                  <a:custGeom>
                    <a:avLst/>
                    <a:gdLst>
                      <a:gd name="T0" fmla="*/ 1 w 2532"/>
                      <a:gd name="T1" fmla="*/ 0 h 723"/>
                      <a:gd name="T2" fmla="*/ 1 w 2532"/>
                      <a:gd name="T3" fmla="*/ 0 h 723"/>
                      <a:gd name="T4" fmla="*/ 1 w 2532"/>
                      <a:gd name="T5" fmla="*/ 1 h 723"/>
                      <a:gd name="T6" fmla="*/ 1 w 2532"/>
                      <a:gd name="T7" fmla="*/ 1 h 723"/>
                      <a:gd name="T8" fmla="*/ 0 w 2532"/>
                      <a:gd name="T9" fmla="*/ 1 h 723"/>
                      <a:gd name="T10" fmla="*/ 1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513" name="Freeform 1087"/>
                  <p:cNvSpPr/>
                  <p:nvPr/>
                </p:nvSpPr>
                <p:spPr bwMode="auto">
                  <a:xfrm flipV="1">
                    <a:off x="2549" y="2986"/>
                    <a:ext cx="608" cy="467"/>
                  </a:xfrm>
                  <a:custGeom>
                    <a:avLst/>
                    <a:gdLst>
                      <a:gd name="T0" fmla="*/ 0 w 2532"/>
                      <a:gd name="T1" fmla="*/ 0 h 723"/>
                      <a:gd name="T2" fmla="*/ 0 w 2532"/>
                      <a:gd name="T3" fmla="*/ 0 h 723"/>
                      <a:gd name="T4" fmla="*/ 0 w 2532"/>
                      <a:gd name="T5" fmla="*/ 2 h 723"/>
                      <a:gd name="T6" fmla="*/ 0 w 2532"/>
                      <a:gd name="T7" fmla="*/ 2 h 723"/>
                      <a:gd name="T8" fmla="*/ 0 w 2532"/>
                      <a:gd name="T9" fmla="*/ 1 h 723"/>
                      <a:gd name="T10" fmla="*/ 0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</p:grpSp>
          </p:grpSp>
          <p:grpSp>
            <p:nvGrpSpPr>
              <p:cNvPr id="72" name="Group 983"/>
              <p:cNvGrpSpPr/>
              <p:nvPr/>
            </p:nvGrpSpPr>
            <p:grpSpPr bwMode="auto">
              <a:xfrm>
                <a:off x="10011503" y="5607068"/>
                <a:ext cx="171450" cy="348944"/>
                <a:chOff x="4140" y="429"/>
                <a:chExt cx="1425" cy="2396"/>
              </a:xfrm>
            </p:grpSpPr>
            <p:sp>
              <p:nvSpPr>
                <p:cNvPr id="175" name="Freeform 984"/>
                <p:cNvSpPr/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6" name="Rectangle 985"/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77" name="Freeform 986"/>
                <p:cNvSpPr/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8" name="Freeform 987"/>
                <p:cNvSpPr/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9" name="Rectangle 988"/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180" name="Group 989"/>
                <p:cNvGrpSpPr/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205" name="AutoShape 990"/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4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06" name="AutoShape 991"/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4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81" name="Rectangle 992"/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182" name="Group 993"/>
                <p:cNvGrpSpPr/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203" name="AutoShape 994"/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4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04" name="AutoShape 995"/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4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83" name="Rectangle 996"/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84" name="Rectangle 997"/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185" name="Group 998"/>
                <p:cNvGrpSpPr/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201" name="AutoShape 999"/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4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02" name="AutoShape 1000"/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4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86" name="Freeform 1001"/>
                <p:cNvSpPr/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grpSp>
              <p:nvGrpSpPr>
                <p:cNvPr id="187" name="Group 1002"/>
                <p:cNvGrpSpPr/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199" name="AutoShape 1003"/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4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00" name="AutoShape 1004"/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4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88" name="Rectangle 1005"/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89" name="Freeform 1006"/>
                <p:cNvSpPr/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0" name="Freeform 1007"/>
                <p:cNvSpPr/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1" name="Oval 1008"/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2" name="Freeform 1009"/>
                <p:cNvSpPr/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3" name="AutoShape 1010"/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4" name="AutoShape 1011"/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5" name="Oval 1012"/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6" name="Oval 1013"/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1800" dirty="0">
                    <a:solidFill>
                      <a:srgbClr val="FF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7" name="Oval 1014"/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8" name="Rectangle 1015"/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</p:grpSp>
        </p:grpSp>
      </p:grpSp>
      <p:grpSp>
        <p:nvGrpSpPr>
          <p:cNvPr id="1024" name="Group 1023"/>
          <p:cNvGrpSpPr/>
          <p:nvPr/>
        </p:nvGrpSpPr>
        <p:grpSpPr>
          <a:xfrm>
            <a:off x="7613882" y="2107963"/>
            <a:ext cx="3540395" cy="3733733"/>
            <a:chOff x="7619038" y="2102861"/>
            <a:chExt cx="3540395" cy="3733733"/>
          </a:xfrm>
        </p:grpSpPr>
        <p:sp>
          <p:nvSpPr>
            <p:cNvPr id="239" name="Line 426"/>
            <p:cNvSpPr>
              <a:spLocks noChangeShapeType="1"/>
            </p:cNvSpPr>
            <p:nvPr/>
          </p:nvSpPr>
          <p:spPr bwMode="auto">
            <a:xfrm>
              <a:off x="8213016" y="2695257"/>
              <a:ext cx="227964" cy="17435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241" name="Group 783"/>
            <p:cNvGrpSpPr/>
            <p:nvPr/>
          </p:nvGrpSpPr>
          <p:grpSpPr bwMode="auto">
            <a:xfrm>
              <a:off x="8055854" y="2304274"/>
              <a:ext cx="298450" cy="464008"/>
              <a:chOff x="3130" y="3288"/>
              <a:chExt cx="410" cy="742"/>
            </a:xfrm>
          </p:grpSpPr>
          <p:sp>
            <p:nvSpPr>
              <p:cNvPr id="244" name="Line 270"/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5" name="Line 271"/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6" name="Line 272"/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7" name="Line 273"/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8" name="Line 274"/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9" name="Line 275"/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0" name="Line 276"/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1" name="Line 277"/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2" name="Line 278"/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3" name="Line 279"/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4" name="Line 280"/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5" name="Line 281"/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6" name="Line 282"/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7" name="Line 283"/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8" name="Line 284"/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</p:grpSp>
        <p:pic>
          <p:nvPicPr>
            <p:cNvPr id="261" name="Picture 777" descr="access_point_stylized_small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19038" y="3856797"/>
              <a:ext cx="370169" cy="3067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59" name="Picture 780" descr="access_point_stylized_small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95766" y="5519130"/>
              <a:ext cx="380935" cy="3174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471" name="Group 470"/>
            <p:cNvGrpSpPr/>
            <p:nvPr/>
          </p:nvGrpSpPr>
          <p:grpSpPr>
            <a:xfrm>
              <a:off x="9788714" y="4984881"/>
              <a:ext cx="393760" cy="218578"/>
              <a:chOff x="7493876" y="2774731"/>
              <a:chExt cx="1481958" cy="894622"/>
            </a:xfrm>
          </p:grpSpPr>
          <p:sp>
            <p:nvSpPr>
              <p:cNvPr id="472" name="Freeform 471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  <a:endParaRPr lang="en-US" dirty="0"/>
              </a:p>
            </p:txBody>
          </p:sp>
          <p:sp>
            <p:nvSpPr>
              <p:cNvPr id="473" name="Oval 472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  <a:endParaRPr lang="en-US" dirty="0"/>
              </a:p>
            </p:txBody>
          </p:sp>
          <p:grpSp>
            <p:nvGrpSpPr>
              <p:cNvPr id="474" name="Group 473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75" name="Freeform 474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6" name="Freeform 475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7" name="Freeform 476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8" name="Freeform 477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20" name="Group 519"/>
            <p:cNvGrpSpPr/>
            <p:nvPr/>
          </p:nvGrpSpPr>
          <p:grpSpPr>
            <a:xfrm>
              <a:off x="9854521" y="5333935"/>
              <a:ext cx="309740" cy="190838"/>
              <a:chOff x="3668110" y="2448910"/>
              <a:chExt cx="3794234" cy="2165130"/>
            </a:xfrm>
          </p:grpSpPr>
          <p:sp>
            <p:nvSpPr>
              <p:cNvPr id="521" name="Rectangle 520"/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22" name="Freeform 521"/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523" name="Group 522"/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524" name="Freeform 523"/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25" name="Freeform 524"/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26" name="Freeform 525"/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27" name="Freeform 526"/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79" name="Group 478"/>
            <p:cNvGrpSpPr/>
            <p:nvPr/>
          </p:nvGrpSpPr>
          <p:grpSpPr>
            <a:xfrm>
              <a:off x="8681775" y="4962318"/>
              <a:ext cx="393760" cy="218578"/>
              <a:chOff x="7493876" y="2774731"/>
              <a:chExt cx="1481958" cy="894622"/>
            </a:xfrm>
          </p:grpSpPr>
          <p:sp>
            <p:nvSpPr>
              <p:cNvPr id="480" name="Freeform 479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  <a:endParaRPr lang="en-US" dirty="0"/>
              </a:p>
            </p:txBody>
          </p:sp>
          <p:sp>
            <p:nvSpPr>
              <p:cNvPr id="481" name="Oval 480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  <a:endParaRPr lang="en-US" dirty="0"/>
              </a:p>
            </p:txBody>
          </p:sp>
          <p:grpSp>
            <p:nvGrpSpPr>
              <p:cNvPr id="482" name="Group 481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83" name="Freeform 482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84" name="Freeform 483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85" name="Freeform 484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86" name="Freeform 485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29" name="Group 528"/>
            <p:cNvGrpSpPr/>
            <p:nvPr/>
          </p:nvGrpSpPr>
          <p:grpSpPr>
            <a:xfrm>
              <a:off x="8316676" y="5189331"/>
              <a:ext cx="309740" cy="190838"/>
              <a:chOff x="3668110" y="2448910"/>
              <a:chExt cx="3794234" cy="2165130"/>
            </a:xfrm>
          </p:grpSpPr>
          <p:sp>
            <p:nvSpPr>
              <p:cNvPr id="530" name="Rectangle 529"/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31" name="Freeform 530"/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532" name="Group 531"/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533" name="Freeform 532"/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34" name="Freeform 533"/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35" name="Freeform 534"/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36" name="Freeform 535"/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07" name="Group 406"/>
            <p:cNvGrpSpPr/>
            <p:nvPr/>
          </p:nvGrpSpPr>
          <p:grpSpPr>
            <a:xfrm>
              <a:off x="8444983" y="2807207"/>
              <a:ext cx="353678" cy="168275"/>
              <a:chOff x="7493876" y="2774731"/>
              <a:chExt cx="1481958" cy="894622"/>
            </a:xfrm>
          </p:grpSpPr>
          <p:sp>
            <p:nvSpPr>
              <p:cNvPr id="408" name="Freeform 407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  <a:endParaRPr lang="en-US" dirty="0"/>
              </a:p>
            </p:txBody>
          </p:sp>
          <p:sp>
            <p:nvSpPr>
              <p:cNvPr id="409" name="Oval 408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  <a:endParaRPr lang="en-US" dirty="0"/>
              </a:p>
            </p:txBody>
          </p:sp>
          <p:grpSp>
            <p:nvGrpSpPr>
              <p:cNvPr id="410" name="Group 409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1" name="Freeform 410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12" name="Freeform 411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13" name="Freeform 412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14" name="Freeform 413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15" name="Group 414"/>
            <p:cNvGrpSpPr/>
            <p:nvPr/>
          </p:nvGrpSpPr>
          <p:grpSpPr>
            <a:xfrm>
              <a:off x="8055226" y="3960892"/>
              <a:ext cx="354986" cy="175668"/>
              <a:chOff x="7493876" y="2774731"/>
              <a:chExt cx="1481958" cy="894622"/>
            </a:xfrm>
          </p:grpSpPr>
          <p:sp>
            <p:nvSpPr>
              <p:cNvPr id="416" name="Freeform 415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  <a:endParaRPr lang="en-US" dirty="0"/>
              </a:p>
            </p:txBody>
          </p:sp>
          <p:sp>
            <p:nvSpPr>
              <p:cNvPr id="417" name="Oval 416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  <a:endParaRPr lang="en-US" dirty="0"/>
              </a:p>
            </p:txBody>
          </p:sp>
          <p:grpSp>
            <p:nvGrpSpPr>
              <p:cNvPr id="418" name="Group 417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9" name="Freeform 418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20" name="Freeform 419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21" name="Freeform 420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22" name="Freeform 421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55" name="Group 454"/>
            <p:cNvGrpSpPr/>
            <p:nvPr/>
          </p:nvGrpSpPr>
          <p:grpSpPr>
            <a:xfrm>
              <a:off x="10889241" y="3596263"/>
              <a:ext cx="170989" cy="97052"/>
              <a:chOff x="7493876" y="2774731"/>
              <a:chExt cx="1481958" cy="894622"/>
            </a:xfrm>
          </p:grpSpPr>
          <p:sp>
            <p:nvSpPr>
              <p:cNvPr id="456" name="Freeform 455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  <a:endParaRPr lang="en-US" dirty="0"/>
              </a:p>
            </p:txBody>
          </p:sp>
          <p:sp>
            <p:nvSpPr>
              <p:cNvPr id="457" name="Oval 456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  <a:endParaRPr lang="en-US" dirty="0"/>
              </a:p>
            </p:txBody>
          </p:sp>
          <p:grpSp>
            <p:nvGrpSpPr>
              <p:cNvPr id="458" name="Group 457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9" name="Freeform 458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0" name="Freeform 459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1" name="Freeform 460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2" name="Freeform 461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615" name="Group 614"/>
            <p:cNvGrpSpPr/>
            <p:nvPr/>
          </p:nvGrpSpPr>
          <p:grpSpPr>
            <a:xfrm>
              <a:off x="10415765" y="3491036"/>
              <a:ext cx="353678" cy="198344"/>
              <a:chOff x="7493876" y="2774731"/>
              <a:chExt cx="1481958" cy="894622"/>
            </a:xfrm>
          </p:grpSpPr>
          <p:sp>
            <p:nvSpPr>
              <p:cNvPr id="616" name="Freeform 615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  <a:endParaRPr lang="en-US" dirty="0"/>
              </a:p>
            </p:txBody>
          </p:sp>
          <p:sp>
            <p:nvSpPr>
              <p:cNvPr id="617" name="Oval 616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  <a:endParaRPr lang="en-US" dirty="0"/>
              </a:p>
            </p:txBody>
          </p:sp>
          <p:grpSp>
            <p:nvGrpSpPr>
              <p:cNvPr id="618" name="Group 617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19" name="Freeform 618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0" name="Freeform 619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1" name="Freeform 620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2" name="Freeform 621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77" name="Group 576"/>
            <p:cNvGrpSpPr/>
            <p:nvPr/>
          </p:nvGrpSpPr>
          <p:grpSpPr>
            <a:xfrm>
              <a:off x="9953880" y="2197190"/>
              <a:ext cx="353678" cy="198344"/>
              <a:chOff x="7493876" y="2774731"/>
              <a:chExt cx="1481958" cy="894622"/>
            </a:xfrm>
          </p:grpSpPr>
          <p:sp>
            <p:nvSpPr>
              <p:cNvPr id="578" name="Freeform 577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  <a:endParaRPr lang="en-US" dirty="0"/>
              </a:p>
            </p:txBody>
          </p:sp>
          <p:sp>
            <p:nvSpPr>
              <p:cNvPr id="579" name="Oval 578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  <a:endParaRPr lang="en-US" dirty="0"/>
              </a:p>
            </p:txBody>
          </p:sp>
          <p:grpSp>
            <p:nvGrpSpPr>
              <p:cNvPr id="580" name="Group 579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81" name="Freeform 580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82" name="Freeform 581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83" name="Freeform 582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84" name="Freeform 583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93" name="Group 592"/>
            <p:cNvGrpSpPr/>
            <p:nvPr/>
          </p:nvGrpSpPr>
          <p:grpSpPr>
            <a:xfrm>
              <a:off x="10532370" y="2608265"/>
              <a:ext cx="353678" cy="198344"/>
              <a:chOff x="7493876" y="2774731"/>
              <a:chExt cx="1481958" cy="894622"/>
            </a:xfrm>
          </p:grpSpPr>
          <p:sp>
            <p:nvSpPr>
              <p:cNvPr id="594" name="Freeform 593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  <a:endParaRPr lang="en-US" dirty="0"/>
              </a:p>
            </p:txBody>
          </p:sp>
          <p:sp>
            <p:nvSpPr>
              <p:cNvPr id="595" name="Oval 594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  <a:endParaRPr lang="en-US" dirty="0"/>
              </a:p>
            </p:txBody>
          </p:sp>
          <p:grpSp>
            <p:nvGrpSpPr>
              <p:cNvPr id="596" name="Group 595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97" name="Freeform 596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8" name="Freeform 597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9" name="Freeform 598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0" name="Freeform 599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601" name="Group 600"/>
            <p:cNvGrpSpPr/>
            <p:nvPr/>
          </p:nvGrpSpPr>
          <p:grpSpPr>
            <a:xfrm>
              <a:off x="10648981" y="2102861"/>
              <a:ext cx="353678" cy="198344"/>
              <a:chOff x="7493876" y="2774731"/>
              <a:chExt cx="1481958" cy="894622"/>
            </a:xfrm>
          </p:grpSpPr>
          <p:sp>
            <p:nvSpPr>
              <p:cNvPr id="602" name="Freeform 601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  <a:endParaRPr lang="en-US" dirty="0"/>
              </a:p>
            </p:txBody>
          </p:sp>
          <p:sp>
            <p:nvSpPr>
              <p:cNvPr id="603" name="Oval 602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  <a:endParaRPr lang="en-US" dirty="0"/>
              </a:p>
            </p:txBody>
          </p:sp>
          <p:grpSp>
            <p:nvGrpSpPr>
              <p:cNvPr id="604" name="Group 603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05" name="Freeform 604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6" name="Freeform 605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7" name="Freeform 606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8" name="Freeform 607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54" name="Group 553"/>
            <p:cNvGrpSpPr/>
            <p:nvPr/>
          </p:nvGrpSpPr>
          <p:grpSpPr>
            <a:xfrm>
              <a:off x="9103944" y="3951522"/>
              <a:ext cx="367224" cy="240304"/>
              <a:chOff x="7493876" y="2774731"/>
              <a:chExt cx="1481958" cy="894622"/>
            </a:xfrm>
          </p:grpSpPr>
          <p:sp>
            <p:nvSpPr>
              <p:cNvPr id="555" name="Freeform 554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  <a:endParaRPr lang="en-US" dirty="0"/>
              </a:p>
            </p:txBody>
          </p:sp>
          <p:sp>
            <p:nvSpPr>
              <p:cNvPr id="556" name="Oval 555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  <a:endParaRPr lang="en-US" dirty="0"/>
              </a:p>
            </p:txBody>
          </p:sp>
          <p:grpSp>
            <p:nvGrpSpPr>
              <p:cNvPr id="557" name="Group 556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58" name="Freeform 557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9" name="Freeform 558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60" name="Freeform 559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61" name="Freeform 560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85" name="Group 584"/>
            <p:cNvGrpSpPr/>
            <p:nvPr/>
          </p:nvGrpSpPr>
          <p:grpSpPr>
            <a:xfrm>
              <a:off x="9985282" y="2656463"/>
              <a:ext cx="353678" cy="198344"/>
              <a:chOff x="7493876" y="2774731"/>
              <a:chExt cx="1481958" cy="894622"/>
            </a:xfrm>
          </p:grpSpPr>
          <p:sp>
            <p:nvSpPr>
              <p:cNvPr id="586" name="Freeform 585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  <a:endParaRPr lang="en-US" dirty="0"/>
              </a:p>
            </p:txBody>
          </p:sp>
          <p:sp>
            <p:nvSpPr>
              <p:cNvPr id="587" name="Oval 586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  <a:endParaRPr lang="en-US" dirty="0"/>
              </a:p>
            </p:txBody>
          </p:sp>
          <p:grpSp>
            <p:nvGrpSpPr>
              <p:cNvPr id="588" name="Group 587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89" name="Freeform 588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0" name="Freeform 589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1" name="Freeform 590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2" name="Freeform 591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38" name="Group 537"/>
            <p:cNvGrpSpPr/>
            <p:nvPr/>
          </p:nvGrpSpPr>
          <p:grpSpPr>
            <a:xfrm>
              <a:off x="9502294" y="3388930"/>
              <a:ext cx="367224" cy="240304"/>
              <a:chOff x="7493876" y="2774731"/>
              <a:chExt cx="1481958" cy="894622"/>
            </a:xfrm>
          </p:grpSpPr>
          <p:sp>
            <p:nvSpPr>
              <p:cNvPr id="539" name="Freeform 538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  <a:endParaRPr lang="en-US" dirty="0"/>
              </a:p>
            </p:txBody>
          </p:sp>
          <p:sp>
            <p:nvSpPr>
              <p:cNvPr id="540" name="Oval 539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  <a:endParaRPr lang="en-US" dirty="0"/>
              </a:p>
            </p:txBody>
          </p:sp>
          <p:grpSp>
            <p:nvGrpSpPr>
              <p:cNvPr id="541" name="Group 540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42" name="Freeform 541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43" name="Freeform 542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44" name="Freeform 543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45" name="Freeform 544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46" name="Group 545"/>
            <p:cNvGrpSpPr/>
            <p:nvPr/>
          </p:nvGrpSpPr>
          <p:grpSpPr>
            <a:xfrm>
              <a:off x="9606710" y="3994661"/>
              <a:ext cx="367224" cy="240304"/>
              <a:chOff x="7493876" y="2774731"/>
              <a:chExt cx="1481958" cy="894622"/>
            </a:xfrm>
          </p:grpSpPr>
          <p:sp>
            <p:nvSpPr>
              <p:cNvPr id="547" name="Freeform 546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  <a:endParaRPr lang="en-US" dirty="0"/>
              </a:p>
            </p:txBody>
          </p:sp>
          <p:sp>
            <p:nvSpPr>
              <p:cNvPr id="548" name="Oval 547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  <a:endParaRPr lang="en-US" dirty="0"/>
              </a:p>
            </p:txBody>
          </p:sp>
          <p:grpSp>
            <p:nvGrpSpPr>
              <p:cNvPr id="549" name="Group 548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50" name="Freeform 549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1" name="Freeform 550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2" name="Freeform 551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3" name="Freeform 552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623" name="Group 622"/>
            <p:cNvGrpSpPr/>
            <p:nvPr/>
          </p:nvGrpSpPr>
          <p:grpSpPr>
            <a:xfrm>
              <a:off x="10380415" y="3987223"/>
              <a:ext cx="353678" cy="198344"/>
              <a:chOff x="7493876" y="2774731"/>
              <a:chExt cx="1481958" cy="894622"/>
            </a:xfrm>
          </p:grpSpPr>
          <p:sp>
            <p:nvSpPr>
              <p:cNvPr id="624" name="Freeform 623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  <a:endParaRPr lang="en-US" dirty="0"/>
              </a:p>
            </p:txBody>
          </p:sp>
          <p:sp>
            <p:nvSpPr>
              <p:cNvPr id="625" name="Oval 624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  <a:endParaRPr lang="en-US" dirty="0"/>
              </a:p>
            </p:txBody>
          </p:sp>
          <p:grpSp>
            <p:nvGrpSpPr>
              <p:cNvPr id="626" name="Group 625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27" name="Freeform 626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8" name="Freeform 627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9" name="Freeform 628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30" name="Freeform 629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63" name="Group 462"/>
            <p:cNvGrpSpPr/>
            <p:nvPr/>
          </p:nvGrpSpPr>
          <p:grpSpPr>
            <a:xfrm>
              <a:off x="9253049" y="4770584"/>
              <a:ext cx="393760" cy="218578"/>
              <a:chOff x="7493876" y="2774731"/>
              <a:chExt cx="1481958" cy="894622"/>
            </a:xfrm>
          </p:grpSpPr>
          <p:sp>
            <p:nvSpPr>
              <p:cNvPr id="464" name="Freeform 463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  <a:endParaRPr lang="en-US" dirty="0"/>
              </a:p>
            </p:txBody>
          </p:sp>
          <p:sp>
            <p:nvSpPr>
              <p:cNvPr id="465" name="Oval 464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  <a:endParaRPr lang="en-US" dirty="0"/>
              </a:p>
            </p:txBody>
          </p:sp>
          <p:grpSp>
            <p:nvGrpSpPr>
              <p:cNvPr id="466" name="Group 465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67" name="Freeform 466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8" name="Freeform 467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9" name="Freeform 468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0" name="Freeform 469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47" name="Group 446"/>
            <p:cNvGrpSpPr/>
            <p:nvPr/>
          </p:nvGrpSpPr>
          <p:grpSpPr>
            <a:xfrm>
              <a:off x="10931138" y="4364023"/>
              <a:ext cx="228295" cy="120400"/>
              <a:chOff x="7493876" y="2774731"/>
              <a:chExt cx="1481958" cy="894622"/>
            </a:xfrm>
          </p:grpSpPr>
          <p:sp>
            <p:nvSpPr>
              <p:cNvPr id="448" name="Freeform 447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  <a:endParaRPr lang="en-US" dirty="0"/>
              </a:p>
            </p:txBody>
          </p:sp>
          <p:sp>
            <p:nvSpPr>
              <p:cNvPr id="449" name="Oval 448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  <a:endParaRPr lang="en-US" dirty="0"/>
              </a:p>
            </p:txBody>
          </p:sp>
          <p:grpSp>
            <p:nvGrpSpPr>
              <p:cNvPr id="450" name="Group 449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1" name="Freeform 450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52" name="Freeform 451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53" name="Freeform 452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54" name="Freeform 453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grpSp>
        <p:nvGrpSpPr>
          <p:cNvPr id="1032" name="Group 1031"/>
          <p:cNvGrpSpPr/>
          <p:nvPr/>
        </p:nvGrpSpPr>
        <p:grpSpPr>
          <a:xfrm>
            <a:off x="1728873" y="5539150"/>
            <a:ext cx="5446393" cy="1149445"/>
            <a:chOff x="1728873" y="5539150"/>
            <a:chExt cx="5446393" cy="1149445"/>
          </a:xfrm>
        </p:grpSpPr>
        <p:sp>
          <p:nvSpPr>
            <p:cNvPr id="838" name="Freeform 417"/>
            <p:cNvSpPr/>
            <p:nvPr/>
          </p:nvSpPr>
          <p:spPr bwMode="auto">
            <a:xfrm>
              <a:off x="1728873" y="5660145"/>
              <a:ext cx="1143514" cy="680533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72" name="Content Placeholder 2"/>
            <p:cNvSpPr txBox="1"/>
            <p:nvPr/>
          </p:nvSpPr>
          <p:spPr>
            <a:xfrm>
              <a:off x="3142713" y="5539150"/>
              <a:ext cx="4032553" cy="1149445"/>
            </a:xfrm>
            <a:prstGeom prst="rect">
              <a:avLst/>
            </a:prstGeom>
          </p:spPr>
          <p:txBody>
            <a:bodyPr>
              <a:normAutofit/>
            </a:bodyPr>
            <a:lstStyle>
              <a:lvl1pPr marL="347345" indent="-347345" algn="l" defTabSz="914400" rtl="0" eaLnBrk="1" latinLnBrk="0" hangingPunct="1">
                <a:lnSpc>
                  <a:spcPct val="90000"/>
                </a:lnSpc>
                <a:spcBef>
                  <a:spcPts val="670"/>
                </a:spcBef>
                <a:buClr>
                  <a:srgbClr val="002E8A"/>
                </a:buClr>
                <a:buSzPct val="100000"/>
                <a:buFont typeface="Wingdings" panose="05000000000000000000" pitchFamily="2" charset="2"/>
                <a:buChar char="§"/>
                <a:defRPr sz="2800" kern="1200">
                  <a:solidFill>
                    <a:schemeClr val="tx1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1pPr>
              <a:lvl2pPr marL="740410" indent="-283210" algn="l" defTabSz="914400" rtl="0" eaLnBrk="1" latinLnBrk="0" hangingPunct="1">
                <a:lnSpc>
                  <a:spcPct val="90000"/>
                </a:lnSpc>
                <a:spcBef>
                  <a:spcPts val="530"/>
                </a:spcBef>
                <a:buClr>
                  <a:srgbClr val="C00000"/>
                </a:buClr>
                <a:buSzPct val="100000"/>
                <a:buFont typeface="Wingdings" panose="05000000000000000000" pitchFamily="2" charset="2"/>
                <a:buChar char="§"/>
                <a:defRPr sz="2400" kern="1200">
                  <a:solidFill>
                    <a:srgbClr val="0070C0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chemeClr val="accent2">
                    <a:lumMod val="75000"/>
                  </a:schemeClr>
                </a:buClr>
                <a:buSzPct val="100000"/>
                <a:buFont typeface="Wingdings" panose="05000000000000000000" pitchFamily="2" charset="2"/>
                <a:buChar char="§"/>
                <a:defRPr sz="2200" kern="1200">
                  <a:solidFill>
                    <a:schemeClr val="accent2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70C0"/>
                </a:buClr>
                <a:buSzPct val="100000"/>
                <a:buFont typeface="Wingdings" panose="05000000000000000000" pitchFamily="2" charset="2"/>
                <a:buChar char="§"/>
                <a:defRPr sz="2000" kern="1200">
                  <a:solidFill>
                    <a:srgbClr val="7030A0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A27242"/>
                </a:buClr>
                <a:buSzPct val="100000"/>
                <a:buFont typeface="Wingdings" panose="05000000000000000000" pitchFamily="2" charset="2"/>
                <a:buChar char="§"/>
                <a:defRPr sz="1800" kern="1200">
                  <a:solidFill>
                    <a:schemeClr val="accent6">
                      <a:lumMod val="50000"/>
                    </a:schemeClr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600" kern="1200" baseline="0">
                  <a:solidFill>
                    <a:schemeClr val="accent4">
                      <a:lumMod val="50000"/>
                    </a:schemeClr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6985" indent="0">
                <a:buClr>
                  <a:srgbClr val="0000A8"/>
                </a:buClr>
                <a:buNone/>
              </a:pPr>
              <a:r>
                <a:rPr lang="en-US" altLang="en-US" sz="2400" i="1" dirty="0">
                  <a:solidFill>
                    <a:srgbClr val="C00000"/>
                  </a:solidFill>
                  <a:latin typeface="+mn-lt"/>
                  <a:ea typeface="Arial" panose="020B0604020202020204" pitchFamily="34" charset="0"/>
                </a:rPr>
                <a:t>网络</a:t>
              </a:r>
              <a:endParaRPr lang="en-US" altLang="en-US" sz="2400" i="1" dirty="0">
                <a:solidFill>
                  <a:srgbClr val="C00000"/>
                </a:solidFill>
                <a:latin typeface="+mn-lt"/>
                <a:ea typeface="Arial" panose="020B0604020202020204" pitchFamily="34" charset="0"/>
              </a:endParaRPr>
            </a:p>
            <a:p>
              <a:pPr marL="346075" lvl="1" indent="-231775">
                <a:buClr>
                  <a:srgbClr val="0000A3"/>
                </a:buClr>
              </a:pPr>
              <a:r>
                <a:rPr lang="en-US" altLang="en-US" sz="2000" dirty="0">
                  <a:solidFill>
                    <a:schemeClr val="tx1"/>
                  </a:solidFill>
                  <a:latin typeface="+mn-lt"/>
                  <a:ea typeface="Arial" panose="020B0604020202020204" pitchFamily="34" charset="0"/>
                </a:rPr>
                <a:t>设备、路由器和链路的集合：由某个组织管理</a:t>
              </a:r>
              <a:endParaRPr lang="en-US" dirty="0">
                <a:solidFill>
                  <a:schemeClr val="tx1"/>
                </a:solidFill>
                <a:latin typeface="+mn-lt"/>
              </a:endParaRPr>
            </a:p>
          </p:txBody>
        </p:sp>
      </p:grpSp>
      <p:sp>
        <p:nvSpPr>
          <p:cNvPr id="3" name="Freeform 2"/>
          <p:cNvSpPr/>
          <p:nvPr/>
        </p:nvSpPr>
        <p:spPr>
          <a:xfrm>
            <a:off x="7189291" y="1641975"/>
            <a:ext cx="4101062" cy="4254341"/>
          </a:xfrm>
          <a:custGeom>
            <a:avLst/>
            <a:gdLst>
              <a:gd name="connsiteX0" fmla="*/ 2112364 w 4107620"/>
              <a:gd name="connsiteY0" fmla="*/ 1261685 h 4330718"/>
              <a:gd name="connsiteX1" fmla="*/ 1712971 w 4107620"/>
              <a:gd name="connsiteY1" fmla="*/ 1293216 h 4330718"/>
              <a:gd name="connsiteX2" fmla="*/ 1387150 w 4107620"/>
              <a:gd name="connsiteY2" fmla="*/ 904333 h 4330718"/>
              <a:gd name="connsiteX3" fmla="*/ 1134902 w 4107620"/>
              <a:gd name="connsiteY3" fmla="*/ 568002 h 4330718"/>
              <a:gd name="connsiteX4" fmla="*/ 840612 w 4107620"/>
              <a:gd name="connsiteY4" fmla="*/ 851781 h 4330718"/>
              <a:gd name="connsiteX5" fmla="*/ 703978 w 4107620"/>
              <a:gd name="connsiteY5" fmla="*/ 1356278 h 4330718"/>
              <a:gd name="connsiteX6" fmla="*/ 1240006 w 4107620"/>
              <a:gd name="connsiteY6" fmla="*/ 1955368 h 4330718"/>
              <a:gd name="connsiteX7" fmla="*/ 1303068 w 4107620"/>
              <a:gd name="connsiteY7" fmla="*/ 2375781 h 4330718"/>
              <a:gd name="connsiteX8" fmla="*/ 220502 w 4107620"/>
              <a:gd name="connsiteY8" fmla="*/ 2302209 h 4330718"/>
              <a:gd name="connsiteX9" fmla="*/ 83868 w 4107620"/>
              <a:gd name="connsiteY9" fmla="*/ 2943340 h 4330718"/>
              <a:gd name="connsiteX10" fmla="*/ 1218985 w 4107620"/>
              <a:gd name="connsiteY10" fmla="*/ 3258650 h 4330718"/>
              <a:gd name="connsiteX11" fmla="*/ 1124392 w 4107620"/>
              <a:gd name="connsiteY11" fmla="*/ 3647533 h 4330718"/>
              <a:gd name="connsiteX12" fmla="*/ 924695 w 4107620"/>
              <a:gd name="connsiteY12" fmla="*/ 3763147 h 4330718"/>
              <a:gd name="connsiteX13" fmla="*/ 1324088 w 4107620"/>
              <a:gd name="connsiteY13" fmla="*/ 3962843 h 4330718"/>
              <a:gd name="connsiteX14" fmla="*/ 1576337 w 4107620"/>
              <a:gd name="connsiteY14" fmla="*/ 3899781 h 4330718"/>
              <a:gd name="connsiteX15" fmla="*/ 1818075 w 4107620"/>
              <a:gd name="connsiteY15" fmla="*/ 4036416 h 4330718"/>
              <a:gd name="connsiteX16" fmla="*/ 1996750 w 4107620"/>
              <a:gd name="connsiteY16" fmla="*/ 4299174 h 4330718"/>
              <a:gd name="connsiteX17" fmla="*/ 2448695 w 4107620"/>
              <a:gd name="connsiteY17" fmla="*/ 4299174 h 4330718"/>
              <a:gd name="connsiteX18" fmla="*/ 2764006 w 4107620"/>
              <a:gd name="connsiteY18" fmla="*/ 4057436 h 4330718"/>
              <a:gd name="connsiteX19" fmla="*/ 2995233 w 4107620"/>
              <a:gd name="connsiteY19" fmla="*/ 4025905 h 4330718"/>
              <a:gd name="connsiteX20" fmla="*/ 3016254 w 4107620"/>
              <a:gd name="connsiteY20" fmla="*/ 3731616 h 4330718"/>
              <a:gd name="connsiteX21" fmla="*/ 3194930 w 4107620"/>
              <a:gd name="connsiteY21" fmla="*/ 3300692 h 4330718"/>
              <a:gd name="connsiteX22" fmla="*/ 3972695 w 4107620"/>
              <a:gd name="connsiteY22" fmla="*/ 3122016 h 4330718"/>
              <a:gd name="connsiteX23" fmla="*/ 3909633 w 4107620"/>
              <a:gd name="connsiteY23" fmla="*/ 1818733 h 4330718"/>
              <a:gd name="connsiteX24" fmla="*/ 4046268 w 4107620"/>
              <a:gd name="connsiteY24" fmla="*/ 904333 h 4330718"/>
              <a:gd name="connsiteX25" fmla="*/ 3962185 w 4107620"/>
              <a:gd name="connsiteY25" fmla="*/ 147588 h 4330718"/>
              <a:gd name="connsiteX26" fmla="*/ 2480226 w 4107620"/>
              <a:gd name="connsiteY26" fmla="*/ 63505 h 4330718"/>
              <a:gd name="connsiteX27" fmla="*/ 2133385 w 4107620"/>
              <a:gd name="connsiteY27" fmla="*/ 872802 h 4330718"/>
              <a:gd name="connsiteX28" fmla="*/ 2238488 w 4107620"/>
              <a:gd name="connsiteY28" fmla="*/ 1230154 h 4330718"/>
              <a:gd name="connsiteX29" fmla="*/ 2112364 w 4107620"/>
              <a:gd name="connsiteY29" fmla="*/ 1261685 h 4330718"/>
              <a:gd name="connsiteX0-1" fmla="*/ 1996750 w 4107620"/>
              <a:gd name="connsiteY0-2" fmla="*/ 1366789 h 4330718"/>
              <a:gd name="connsiteX1-3" fmla="*/ 1712971 w 4107620"/>
              <a:gd name="connsiteY1-4" fmla="*/ 1293216 h 4330718"/>
              <a:gd name="connsiteX2-5" fmla="*/ 1387150 w 4107620"/>
              <a:gd name="connsiteY2-6" fmla="*/ 904333 h 4330718"/>
              <a:gd name="connsiteX3-7" fmla="*/ 1134902 w 4107620"/>
              <a:gd name="connsiteY3-8" fmla="*/ 568002 h 4330718"/>
              <a:gd name="connsiteX4-9" fmla="*/ 840612 w 4107620"/>
              <a:gd name="connsiteY4-10" fmla="*/ 851781 h 4330718"/>
              <a:gd name="connsiteX5-11" fmla="*/ 703978 w 4107620"/>
              <a:gd name="connsiteY5-12" fmla="*/ 1356278 h 4330718"/>
              <a:gd name="connsiteX6-13" fmla="*/ 1240006 w 4107620"/>
              <a:gd name="connsiteY6-14" fmla="*/ 1955368 h 4330718"/>
              <a:gd name="connsiteX7-15" fmla="*/ 1303068 w 4107620"/>
              <a:gd name="connsiteY7-16" fmla="*/ 2375781 h 4330718"/>
              <a:gd name="connsiteX8-17" fmla="*/ 220502 w 4107620"/>
              <a:gd name="connsiteY8-18" fmla="*/ 2302209 h 4330718"/>
              <a:gd name="connsiteX9-19" fmla="*/ 83868 w 4107620"/>
              <a:gd name="connsiteY9-20" fmla="*/ 2943340 h 4330718"/>
              <a:gd name="connsiteX10-21" fmla="*/ 1218985 w 4107620"/>
              <a:gd name="connsiteY10-22" fmla="*/ 3258650 h 4330718"/>
              <a:gd name="connsiteX11-23" fmla="*/ 1124392 w 4107620"/>
              <a:gd name="connsiteY11-24" fmla="*/ 3647533 h 4330718"/>
              <a:gd name="connsiteX12-25" fmla="*/ 924695 w 4107620"/>
              <a:gd name="connsiteY12-26" fmla="*/ 3763147 h 4330718"/>
              <a:gd name="connsiteX13-27" fmla="*/ 1324088 w 4107620"/>
              <a:gd name="connsiteY13-28" fmla="*/ 3962843 h 4330718"/>
              <a:gd name="connsiteX14-29" fmla="*/ 1576337 w 4107620"/>
              <a:gd name="connsiteY14-30" fmla="*/ 3899781 h 4330718"/>
              <a:gd name="connsiteX15-31" fmla="*/ 1818075 w 4107620"/>
              <a:gd name="connsiteY15-32" fmla="*/ 4036416 h 4330718"/>
              <a:gd name="connsiteX16-33" fmla="*/ 1996750 w 4107620"/>
              <a:gd name="connsiteY16-34" fmla="*/ 4299174 h 4330718"/>
              <a:gd name="connsiteX17-35" fmla="*/ 2448695 w 4107620"/>
              <a:gd name="connsiteY17-36" fmla="*/ 4299174 h 4330718"/>
              <a:gd name="connsiteX18-37" fmla="*/ 2764006 w 4107620"/>
              <a:gd name="connsiteY18-38" fmla="*/ 4057436 h 4330718"/>
              <a:gd name="connsiteX19-39" fmla="*/ 2995233 w 4107620"/>
              <a:gd name="connsiteY19-40" fmla="*/ 4025905 h 4330718"/>
              <a:gd name="connsiteX20-41" fmla="*/ 3016254 w 4107620"/>
              <a:gd name="connsiteY20-42" fmla="*/ 3731616 h 4330718"/>
              <a:gd name="connsiteX21-43" fmla="*/ 3194930 w 4107620"/>
              <a:gd name="connsiteY21-44" fmla="*/ 3300692 h 4330718"/>
              <a:gd name="connsiteX22-45" fmla="*/ 3972695 w 4107620"/>
              <a:gd name="connsiteY22-46" fmla="*/ 3122016 h 4330718"/>
              <a:gd name="connsiteX23-47" fmla="*/ 3909633 w 4107620"/>
              <a:gd name="connsiteY23-48" fmla="*/ 1818733 h 4330718"/>
              <a:gd name="connsiteX24-49" fmla="*/ 4046268 w 4107620"/>
              <a:gd name="connsiteY24-50" fmla="*/ 904333 h 4330718"/>
              <a:gd name="connsiteX25-51" fmla="*/ 3962185 w 4107620"/>
              <a:gd name="connsiteY25-52" fmla="*/ 147588 h 4330718"/>
              <a:gd name="connsiteX26-53" fmla="*/ 2480226 w 4107620"/>
              <a:gd name="connsiteY26-54" fmla="*/ 63505 h 4330718"/>
              <a:gd name="connsiteX27-55" fmla="*/ 2133385 w 4107620"/>
              <a:gd name="connsiteY27-56" fmla="*/ 872802 h 4330718"/>
              <a:gd name="connsiteX28-57" fmla="*/ 2238488 w 4107620"/>
              <a:gd name="connsiteY28-58" fmla="*/ 1230154 h 4330718"/>
              <a:gd name="connsiteX29-59" fmla="*/ 1996750 w 4107620"/>
              <a:gd name="connsiteY29-60" fmla="*/ 1366789 h 4330718"/>
              <a:gd name="connsiteX0-61" fmla="*/ 1996750 w 4107620"/>
              <a:gd name="connsiteY0-62" fmla="*/ 1339069 h 4302998"/>
              <a:gd name="connsiteX1-63" fmla="*/ 1712971 w 4107620"/>
              <a:gd name="connsiteY1-64" fmla="*/ 1265496 h 4302998"/>
              <a:gd name="connsiteX2-65" fmla="*/ 1387150 w 4107620"/>
              <a:gd name="connsiteY2-66" fmla="*/ 876613 h 4302998"/>
              <a:gd name="connsiteX3-67" fmla="*/ 1134902 w 4107620"/>
              <a:gd name="connsiteY3-68" fmla="*/ 540282 h 4302998"/>
              <a:gd name="connsiteX4-69" fmla="*/ 840612 w 4107620"/>
              <a:gd name="connsiteY4-70" fmla="*/ 824061 h 4302998"/>
              <a:gd name="connsiteX5-71" fmla="*/ 703978 w 4107620"/>
              <a:gd name="connsiteY5-72" fmla="*/ 1328558 h 4302998"/>
              <a:gd name="connsiteX6-73" fmla="*/ 1240006 w 4107620"/>
              <a:gd name="connsiteY6-74" fmla="*/ 1927648 h 4302998"/>
              <a:gd name="connsiteX7-75" fmla="*/ 1303068 w 4107620"/>
              <a:gd name="connsiteY7-76" fmla="*/ 2348061 h 4302998"/>
              <a:gd name="connsiteX8-77" fmla="*/ 220502 w 4107620"/>
              <a:gd name="connsiteY8-78" fmla="*/ 2274489 h 4302998"/>
              <a:gd name="connsiteX9-79" fmla="*/ 83868 w 4107620"/>
              <a:gd name="connsiteY9-80" fmla="*/ 2915620 h 4302998"/>
              <a:gd name="connsiteX10-81" fmla="*/ 1218985 w 4107620"/>
              <a:gd name="connsiteY10-82" fmla="*/ 3230930 h 4302998"/>
              <a:gd name="connsiteX11-83" fmla="*/ 1124392 w 4107620"/>
              <a:gd name="connsiteY11-84" fmla="*/ 3619813 h 4302998"/>
              <a:gd name="connsiteX12-85" fmla="*/ 924695 w 4107620"/>
              <a:gd name="connsiteY12-86" fmla="*/ 3735427 h 4302998"/>
              <a:gd name="connsiteX13-87" fmla="*/ 1324088 w 4107620"/>
              <a:gd name="connsiteY13-88" fmla="*/ 3935123 h 4302998"/>
              <a:gd name="connsiteX14-89" fmla="*/ 1576337 w 4107620"/>
              <a:gd name="connsiteY14-90" fmla="*/ 3872061 h 4302998"/>
              <a:gd name="connsiteX15-91" fmla="*/ 1818075 w 4107620"/>
              <a:gd name="connsiteY15-92" fmla="*/ 4008696 h 4302998"/>
              <a:gd name="connsiteX16-93" fmla="*/ 1996750 w 4107620"/>
              <a:gd name="connsiteY16-94" fmla="*/ 4271454 h 4302998"/>
              <a:gd name="connsiteX17-95" fmla="*/ 2448695 w 4107620"/>
              <a:gd name="connsiteY17-96" fmla="*/ 4271454 h 4302998"/>
              <a:gd name="connsiteX18-97" fmla="*/ 2764006 w 4107620"/>
              <a:gd name="connsiteY18-98" fmla="*/ 4029716 h 4302998"/>
              <a:gd name="connsiteX19-99" fmla="*/ 2995233 w 4107620"/>
              <a:gd name="connsiteY19-100" fmla="*/ 3998185 h 4302998"/>
              <a:gd name="connsiteX20-101" fmla="*/ 3016254 w 4107620"/>
              <a:gd name="connsiteY20-102" fmla="*/ 3703896 h 4302998"/>
              <a:gd name="connsiteX21-103" fmla="*/ 3194930 w 4107620"/>
              <a:gd name="connsiteY21-104" fmla="*/ 3272972 h 4302998"/>
              <a:gd name="connsiteX22-105" fmla="*/ 3972695 w 4107620"/>
              <a:gd name="connsiteY22-106" fmla="*/ 3094296 h 4302998"/>
              <a:gd name="connsiteX23-107" fmla="*/ 3909633 w 4107620"/>
              <a:gd name="connsiteY23-108" fmla="*/ 1791013 h 4302998"/>
              <a:gd name="connsiteX24-109" fmla="*/ 4046268 w 4107620"/>
              <a:gd name="connsiteY24-110" fmla="*/ 876613 h 4302998"/>
              <a:gd name="connsiteX25-111" fmla="*/ 3962185 w 4107620"/>
              <a:gd name="connsiteY25-112" fmla="*/ 119868 h 4302998"/>
              <a:gd name="connsiteX26-113" fmla="*/ 2480226 w 4107620"/>
              <a:gd name="connsiteY26-114" fmla="*/ 35785 h 4302998"/>
              <a:gd name="connsiteX27-115" fmla="*/ 2185936 w 4107620"/>
              <a:gd name="connsiteY27-116" fmla="*/ 466709 h 4302998"/>
              <a:gd name="connsiteX28-117" fmla="*/ 2238488 w 4107620"/>
              <a:gd name="connsiteY28-118" fmla="*/ 1202434 h 4302998"/>
              <a:gd name="connsiteX29-119" fmla="*/ 1996750 w 4107620"/>
              <a:gd name="connsiteY29-120" fmla="*/ 1339069 h 4302998"/>
              <a:gd name="connsiteX0-121" fmla="*/ 1996750 w 4107620"/>
              <a:gd name="connsiteY0-122" fmla="*/ 1339069 h 4302998"/>
              <a:gd name="connsiteX1-123" fmla="*/ 1712971 w 4107620"/>
              <a:gd name="connsiteY1-124" fmla="*/ 1265496 h 4302998"/>
              <a:gd name="connsiteX2-125" fmla="*/ 1387150 w 4107620"/>
              <a:gd name="connsiteY2-126" fmla="*/ 876613 h 4302998"/>
              <a:gd name="connsiteX3-127" fmla="*/ 1134902 w 4107620"/>
              <a:gd name="connsiteY3-128" fmla="*/ 540282 h 4302998"/>
              <a:gd name="connsiteX4-129" fmla="*/ 840612 w 4107620"/>
              <a:gd name="connsiteY4-130" fmla="*/ 824061 h 4302998"/>
              <a:gd name="connsiteX5-131" fmla="*/ 703978 w 4107620"/>
              <a:gd name="connsiteY5-132" fmla="*/ 1328558 h 4302998"/>
              <a:gd name="connsiteX6-133" fmla="*/ 1240006 w 4107620"/>
              <a:gd name="connsiteY6-134" fmla="*/ 1927648 h 4302998"/>
              <a:gd name="connsiteX7-135" fmla="*/ 1303068 w 4107620"/>
              <a:gd name="connsiteY7-136" fmla="*/ 2348061 h 4302998"/>
              <a:gd name="connsiteX8-137" fmla="*/ 220502 w 4107620"/>
              <a:gd name="connsiteY8-138" fmla="*/ 2274489 h 4302998"/>
              <a:gd name="connsiteX9-139" fmla="*/ 83868 w 4107620"/>
              <a:gd name="connsiteY9-140" fmla="*/ 2915620 h 4302998"/>
              <a:gd name="connsiteX10-141" fmla="*/ 1218985 w 4107620"/>
              <a:gd name="connsiteY10-142" fmla="*/ 3230930 h 4302998"/>
              <a:gd name="connsiteX11-143" fmla="*/ 1124392 w 4107620"/>
              <a:gd name="connsiteY11-144" fmla="*/ 3619813 h 4302998"/>
              <a:gd name="connsiteX12-145" fmla="*/ 924695 w 4107620"/>
              <a:gd name="connsiteY12-146" fmla="*/ 3735427 h 4302998"/>
              <a:gd name="connsiteX13-147" fmla="*/ 1324088 w 4107620"/>
              <a:gd name="connsiteY13-148" fmla="*/ 3935123 h 4302998"/>
              <a:gd name="connsiteX14-149" fmla="*/ 1576337 w 4107620"/>
              <a:gd name="connsiteY14-150" fmla="*/ 3872061 h 4302998"/>
              <a:gd name="connsiteX15-151" fmla="*/ 1818075 w 4107620"/>
              <a:gd name="connsiteY15-152" fmla="*/ 4008696 h 4302998"/>
              <a:gd name="connsiteX16-153" fmla="*/ 1996750 w 4107620"/>
              <a:gd name="connsiteY16-154" fmla="*/ 4271454 h 4302998"/>
              <a:gd name="connsiteX17-155" fmla="*/ 2448695 w 4107620"/>
              <a:gd name="connsiteY17-156" fmla="*/ 4271454 h 4302998"/>
              <a:gd name="connsiteX18-157" fmla="*/ 2764006 w 4107620"/>
              <a:gd name="connsiteY18-158" fmla="*/ 4029716 h 4302998"/>
              <a:gd name="connsiteX19-159" fmla="*/ 2995233 w 4107620"/>
              <a:gd name="connsiteY19-160" fmla="*/ 3998185 h 4302998"/>
              <a:gd name="connsiteX20-161" fmla="*/ 3016254 w 4107620"/>
              <a:gd name="connsiteY20-162" fmla="*/ 3703896 h 4302998"/>
              <a:gd name="connsiteX21-163" fmla="*/ 3194930 w 4107620"/>
              <a:gd name="connsiteY21-164" fmla="*/ 3272972 h 4302998"/>
              <a:gd name="connsiteX22-165" fmla="*/ 3972695 w 4107620"/>
              <a:gd name="connsiteY22-166" fmla="*/ 3094296 h 4302998"/>
              <a:gd name="connsiteX23-167" fmla="*/ 3909633 w 4107620"/>
              <a:gd name="connsiteY23-168" fmla="*/ 1791013 h 4302998"/>
              <a:gd name="connsiteX24-169" fmla="*/ 4046268 w 4107620"/>
              <a:gd name="connsiteY24-170" fmla="*/ 876613 h 4302998"/>
              <a:gd name="connsiteX25-171" fmla="*/ 3962185 w 4107620"/>
              <a:gd name="connsiteY25-172" fmla="*/ 119868 h 4302998"/>
              <a:gd name="connsiteX26-173" fmla="*/ 2480226 w 4107620"/>
              <a:gd name="connsiteY26-174" fmla="*/ 35785 h 4302998"/>
              <a:gd name="connsiteX27-175" fmla="*/ 2270019 w 4107620"/>
              <a:gd name="connsiteY27-176" fmla="*/ 466709 h 4302998"/>
              <a:gd name="connsiteX28-177" fmla="*/ 2238488 w 4107620"/>
              <a:gd name="connsiteY28-178" fmla="*/ 1202434 h 4302998"/>
              <a:gd name="connsiteX29-179" fmla="*/ 1996750 w 4107620"/>
              <a:gd name="connsiteY29-180" fmla="*/ 1339069 h 4302998"/>
              <a:gd name="connsiteX0-181" fmla="*/ 1996750 w 4101062"/>
              <a:gd name="connsiteY0-182" fmla="*/ 1290412 h 4254341"/>
              <a:gd name="connsiteX1-183" fmla="*/ 1712971 w 4101062"/>
              <a:gd name="connsiteY1-184" fmla="*/ 1216839 h 4254341"/>
              <a:gd name="connsiteX2-185" fmla="*/ 1387150 w 4101062"/>
              <a:gd name="connsiteY2-186" fmla="*/ 827956 h 4254341"/>
              <a:gd name="connsiteX3-187" fmla="*/ 1134902 w 4101062"/>
              <a:gd name="connsiteY3-188" fmla="*/ 491625 h 4254341"/>
              <a:gd name="connsiteX4-189" fmla="*/ 840612 w 4101062"/>
              <a:gd name="connsiteY4-190" fmla="*/ 775404 h 4254341"/>
              <a:gd name="connsiteX5-191" fmla="*/ 703978 w 4101062"/>
              <a:gd name="connsiteY5-192" fmla="*/ 1279901 h 4254341"/>
              <a:gd name="connsiteX6-193" fmla="*/ 1240006 w 4101062"/>
              <a:gd name="connsiteY6-194" fmla="*/ 1878991 h 4254341"/>
              <a:gd name="connsiteX7-195" fmla="*/ 1303068 w 4101062"/>
              <a:gd name="connsiteY7-196" fmla="*/ 2299404 h 4254341"/>
              <a:gd name="connsiteX8-197" fmla="*/ 220502 w 4101062"/>
              <a:gd name="connsiteY8-198" fmla="*/ 2225832 h 4254341"/>
              <a:gd name="connsiteX9-199" fmla="*/ 83868 w 4101062"/>
              <a:gd name="connsiteY9-200" fmla="*/ 2866963 h 4254341"/>
              <a:gd name="connsiteX10-201" fmla="*/ 1218985 w 4101062"/>
              <a:gd name="connsiteY10-202" fmla="*/ 3182273 h 4254341"/>
              <a:gd name="connsiteX11-203" fmla="*/ 1124392 w 4101062"/>
              <a:gd name="connsiteY11-204" fmla="*/ 3571156 h 4254341"/>
              <a:gd name="connsiteX12-205" fmla="*/ 924695 w 4101062"/>
              <a:gd name="connsiteY12-206" fmla="*/ 3686770 h 4254341"/>
              <a:gd name="connsiteX13-207" fmla="*/ 1324088 w 4101062"/>
              <a:gd name="connsiteY13-208" fmla="*/ 3886466 h 4254341"/>
              <a:gd name="connsiteX14-209" fmla="*/ 1576337 w 4101062"/>
              <a:gd name="connsiteY14-210" fmla="*/ 3823404 h 4254341"/>
              <a:gd name="connsiteX15-211" fmla="*/ 1818075 w 4101062"/>
              <a:gd name="connsiteY15-212" fmla="*/ 3960039 h 4254341"/>
              <a:gd name="connsiteX16-213" fmla="*/ 1996750 w 4101062"/>
              <a:gd name="connsiteY16-214" fmla="*/ 4222797 h 4254341"/>
              <a:gd name="connsiteX17-215" fmla="*/ 2448695 w 4101062"/>
              <a:gd name="connsiteY17-216" fmla="*/ 4222797 h 4254341"/>
              <a:gd name="connsiteX18-217" fmla="*/ 2764006 w 4101062"/>
              <a:gd name="connsiteY18-218" fmla="*/ 3981059 h 4254341"/>
              <a:gd name="connsiteX19-219" fmla="*/ 2995233 w 4101062"/>
              <a:gd name="connsiteY19-220" fmla="*/ 3949528 h 4254341"/>
              <a:gd name="connsiteX20-221" fmla="*/ 3016254 w 4101062"/>
              <a:gd name="connsiteY20-222" fmla="*/ 3655239 h 4254341"/>
              <a:gd name="connsiteX21-223" fmla="*/ 3194930 w 4101062"/>
              <a:gd name="connsiteY21-224" fmla="*/ 3224315 h 4254341"/>
              <a:gd name="connsiteX22-225" fmla="*/ 3972695 w 4101062"/>
              <a:gd name="connsiteY22-226" fmla="*/ 3045639 h 4254341"/>
              <a:gd name="connsiteX23-227" fmla="*/ 3909633 w 4101062"/>
              <a:gd name="connsiteY23-228" fmla="*/ 1742356 h 4254341"/>
              <a:gd name="connsiteX24-229" fmla="*/ 4046268 w 4101062"/>
              <a:gd name="connsiteY24-230" fmla="*/ 827956 h 4254341"/>
              <a:gd name="connsiteX25-231" fmla="*/ 3962185 w 4101062"/>
              <a:gd name="connsiteY25-232" fmla="*/ 71211 h 4254341"/>
              <a:gd name="connsiteX26-233" fmla="*/ 2574819 w 4101062"/>
              <a:gd name="connsiteY26-234" fmla="*/ 71211 h 4254341"/>
              <a:gd name="connsiteX27-235" fmla="*/ 2270019 w 4101062"/>
              <a:gd name="connsiteY27-236" fmla="*/ 418052 h 4254341"/>
              <a:gd name="connsiteX28-237" fmla="*/ 2238488 w 4101062"/>
              <a:gd name="connsiteY28-238" fmla="*/ 1153777 h 4254341"/>
              <a:gd name="connsiteX29-239" fmla="*/ 1996750 w 4101062"/>
              <a:gd name="connsiteY29-240" fmla="*/ 1290412 h 4254341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  <a:cxn ang="0">
                <a:pos x="connsiteX7-15" y="connsiteY7-16"/>
              </a:cxn>
              <a:cxn ang="0">
                <a:pos x="connsiteX8-17" y="connsiteY8-18"/>
              </a:cxn>
              <a:cxn ang="0">
                <a:pos x="connsiteX9-19" y="connsiteY9-20"/>
              </a:cxn>
              <a:cxn ang="0">
                <a:pos x="connsiteX10-21" y="connsiteY10-22"/>
              </a:cxn>
              <a:cxn ang="0">
                <a:pos x="connsiteX11-23" y="connsiteY11-24"/>
              </a:cxn>
              <a:cxn ang="0">
                <a:pos x="connsiteX12-25" y="connsiteY12-26"/>
              </a:cxn>
              <a:cxn ang="0">
                <a:pos x="connsiteX13-27" y="connsiteY13-28"/>
              </a:cxn>
              <a:cxn ang="0">
                <a:pos x="connsiteX14-29" y="connsiteY14-30"/>
              </a:cxn>
              <a:cxn ang="0">
                <a:pos x="connsiteX15-31" y="connsiteY15-32"/>
              </a:cxn>
              <a:cxn ang="0">
                <a:pos x="connsiteX16-33" y="connsiteY16-34"/>
              </a:cxn>
              <a:cxn ang="0">
                <a:pos x="connsiteX17-35" y="connsiteY17-36"/>
              </a:cxn>
              <a:cxn ang="0">
                <a:pos x="connsiteX18-37" y="connsiteY18-38"/>
              </a:cxn>
              <a:cxn ang="0">
                <a:pos x="connsiteX19-39" y="connsiteY19-40"/>
              </a:cxn>
              <a:cxn ang="0">
                <a:pos x="connsiteX20-41" y="connsiteY20-42"/>
              </a:cxn>
              <a:cxn ang="0">
                <a:pos x="connsiteX21-43" y="connsiteY21-44"/>
              </a:cxn>
              <a:cxn ang="0">
                <a:pos x="connsiteX22-45" y="connsiteY22-46"/>
              </a:cxn>
              <a:cxn ang="0">
                <a:pos x="connsiteX23-47" y="connsiteY23-48"/>
              </a:cxn>
              <a:cxn ang="0">
                <a:pos x="connsiteX24-49" y="connsiteY24-50"/>
              </a:cxn>
              <a:cxn ang="0">
                <a:pos x="connsiteX25-51" y="connsiteY25-52"/>
              </a:cxn>
              <a:cxn ang="0">
                <a:pos x="connsiteX26-53" y="connsiteY26-54"/>
              </a:cxn>
              <a:cxn ang="0">
                <a:pos x="connsiteX27-55" y="connsiteY27-56"/>
              </a:cxn>
              <a:cxn ang="0">
                <a:pos x="connsiteX28-57" y="connsiteY28-58"/>
              </a:cxn>
              <a:cxn ang="0">
                <a:pos x="connsiteX29-59" y="connsiteY29-60"/>
              </a:cxn>
            </a:cxnLst>
            <a:rect l="l" t="t" r="r" b="b"/>
            <a:pathLst>
              <a:path w="4101062" h="4254341">
                <a:moveTo>
                  <a:pt x="1996750" y="1290412"/>
                </a:moveTo>
                <a:cubicBezTo>
                  <a:pt x="1909164" y="1300922"/>
                  <a:pt x="1814571" y="1293915"/>
                  <a:pt x="1712971" y="1216839"/>
                </a:cubicBezTo>
                <a:cubicBezTo>
                  <a:pt x="1611371" y="1139763"/>
                  <a:pt x="1483495" y="948825"/>
                  <a:pt x="1387150" y="827956"/>
                </a:cubicBezTo>
                <a:cubicBezTo>
                  <a:pt x="1290805" y="707087"/>
                  <a:pt x="1225992" y="500384"/>
                  <a:pt x="1134902" y="491625"/>
                </a:cubicBezTo>
                <a:cubicBezTo>
                  <a:pt x="1043812" y="482866"/>
                  <a:pt x="912433" y="644025"/>
                  <a:pt x="840612" y="775404"/>
                </a:cubicBezTo>
                <a:cubicBezTo>
                  <a:pt x="768791" y="906783"/>
                  <a:pt x="637412" y="1095970"/>
                  <a:pt x="703978" y="1279901"/>
                </a:cubicBezTo>
                <a:cubicBezTo>
                  <a:pt x="770544" y="1463832"/>
                  <a:pt x="1140158" y="1709074"/>
                  <a:pt x="1240006" y="1878991"/>
                </a:cubicBezTo>
                <a:cubicBezTo>
                  <a:pt x="1339854" y="2048908"/>
                  <a:pt x="1472985" y="2241597"/>
                  <a:pt x="1303068" y="2299404"/>
                </a:cubicBezTo>
                <a:cubicBezTo>
                  <a:pt x="1133151" y="2357211"/>
                  <a:pt x="423702" y="2131239"/>
                  <a:pt x="220502" y="2225832"/>
                </a:cubicBezTo>
                <a:cubicBezTo>
                  <a:pt x="17302" y="2320425"/>
                  <a:pt x="-82546" y="2707556"/>
                  <a:pt x="83868" y="2866963"/>
                </a:cubicBezTo>
                <a:cubicBezTo>
                  <a:pt x="250282" y="3026370"/>
                  <a:pt x="1045564" y="3064908"/>
                  <a:pt x="1218985" y="3182273"/>
                </a:cubicBezTo>
                <a:cubicBezTo>
                  <a:pt x="1392406" y="3299638"/>
                  <a:pt x="1173440" y="3487073"/>
                  <a:pt x="1124392" y="3571156"/>
                </a:cubicBezTo>
                <a:cubicBezTo>
                  <a:pt x="1075344" y="3655239"/>
                  <a:pt x="891412" y="3634218"/>
                  <a:pt x="924695" y="3686770"/>
                </a:cubicBezTo>
                <a:cubicBezTo>
                  <a:pt x="957978" y="3739322"/>
                  <a:pt x="1215481" y="3863694"/>
                  <a:pt x="1324088" y="3886466"/>
                </a:cubicBezTo>
                <a:cubicBezTo>
                  <a:pt x="1432695" y="3909238"/>
                  <a:pt x="1494006" y="3811142"/>
                  <a:pt x="1576337" y="3823404"/>
                </a:cubicBezTo>
                <a:cubicBezTo>
                  <a:pt x="1658668" y="3835666"/>
                  <a:pt x="1748006" y="3893474"/>
                  <a:pt x="1818075" y="3960039"/>
                </a:cubicBezTo>
                <a:cubicBezTo>
                  <a:pt x="1888144" y="4026604"/>
                  <a:pt x="1891647" y="4179004"/>
                  <a:pt x="1996750" y="4222797"/>
                </a:cubicBezTo>
                <a:cubicBezTo>
                  <a:pt x="2101853" y="4266590"/>
                  <a:pt x="2320819" y="4263087"/>
                  <a:pt x="2448695" y="4222797"/>
                </a:cubicBezTo>
                <a:cubicBezTo>
                  <a:pt x="2576571" y="4182507"/>
                  <a:pt x="2672916" y="4026604"/>
                  <a:pt x="2764006" y="3981059"/>
                </a:cubicBezTo>
                <a:cubicBezTo>
                  <a:pt x="2855096" y="3935514"/>
                  <a:pt x="2953192" y="4003831"/>
                  <a:pt x="2995233" y="3949528"/>
                </a:cubicBezTo>
                <a:cubicBezTo>
                  <a:pt x="3037274" y="3895225"/>
                  <a:pt x="2982971" y="3776108"/>
                  <a:pt x="3016254" y="3655239"/>
                </a:cubicBezTo>
                <a:cubicBezTo>
                  <a:pt x="3049537" y="3534370"/>
                  <a:pt x="3035523" y="3325915"/>
                  <a:pt x="3194930" y="3224315"/>
                </a:cubicBezTo>
                <a:cubicBezTo>
                  <a:pt x="3354337" y="3122715"/>
                  <a:pt x="3853578" y="3292632"/>
                  <a:pt x="3972695" y="3045639"/>
                </a:cubicBezTo>
                <a:cubicBezTo>
                  <a:pt x="4091812" y="2798646"/>
                  <a:pt x="3897371" y="2111970"/>
                  <a:pt x="3909633" y="1742356"/>
                </a:cubicBezTo>
                <a:cubicBezTo>
                  <a:pt x="3921895" y="1372742"/>
                  <a:pt x="4037509" y="1106480"/>
                  <a:pt x="4046268" y="827956"/>
                </a:cubicBezTo>
                <a:cubicBezTo>
                  <a:pt x="4055027" y="549432"/>
                  <a:pt x="4207426" y="197335"/>
                  <a:pt x="3962185" y="71211"/>
                </a:cubicBezTo>
                <a:cubicBezTo>
                  <a:pt x="3716944" y="-54913"/>
                  <a:pt x="2856847" y="13404"/>
                  <a:pt x="2574819" y="71211"/>
                </a:cubicBezTo>
                <a:cubicBezTo>
                  <a:pt x="2292791" y="129018"/>
                  <a:pt x="2310309" y="223611"/>
                  <a:pt x="2270019" y="418052"/>
                </a:cubicBezTo>
                <a:cubicBezTo>
                  <a:pt x="2229729" y="612493"/>
                  <a:pt x="2284033" y="1008384"/>
                  <a:pt x="2238488" y="1153777"/>
                </a:cubicBezTo>
                <a:cubicBezTo>
                  <a:pt x="2192943" y="1299170"/>
                  <a:pt x="2084336" y="1279902"/>
                  <a:pt x="1996750" y="1290412"/>
                </a:cubicBezTo>
                <a:close/>
              </a:path>
            </a:pathLst>
          </a:custGeom>
          <a:noFill/>
          <a:ln>
            <a:solidFill>
              <a:schemeClr val="accent1">
                <a:shade val="50000"/>
                <a:alpha val="58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609" name="Slide Number Placeholder 2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引言：1-</a:t>
            </a:r>
            <a:fld id="{C4204591-24BD-A542-B9D5-F8D8A88D2FEE}" type="slidenum">
              <a:rPr lang="en-US" smtClean="0"/>
            </a:fld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0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10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10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9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10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10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8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4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6" dur="500"/>
                                        <p:tgtEl>
                                          <p:spTgt spid="10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3" grpId="0" animBg="1"/>
      <p:bldP spid="3" grpId="1" animBg="1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87400" y="335989"/>
            <a:ext cx="10515600" cy="894622"/>
          </a:xfrm>
        </p:spPr>
        <p:txBody>
          <a:bodyPr/>
          <a:lstStyle/>
          <a:p>
            <a:r>
              <a:rPr lang="en-US" altLang="ja-JP" dirty="0"/>
              <a:t>“有趣的”联网设备</a:t>
            </a:r>
            <a:endParaRPr lang="en-US" dirty="0"/>
          </a:p>
        </p:txBody>
      </p:sp>
      <p:pic>
        <p:nvPicPr>
          <p:cNvPr id="5" name="Picture 3" descr="toaster"/>
          <p:cNvPicPr>
            <a:picLocks noChangeAspect="1"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54235" y="2861110"/>
            <a:ext cx="1675416" cy="197063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" name="Text Box 8"/>
          <p:cNvSpPr txBox="1">
            <a:spLocks noChangeArrowheads="1"/>
          </p:cNvSpPr>
          <p:nvPr/>
        </p:nvSpPr>
        <p:spPr bwMode="auto">
          <a:xfrm>
            <a:off x="7093001" y="3040516"/>
            <a:ext cx="2092689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dirty="0">
                <a:latin typeface="+mn-lt"/>
              </a:rPr>
              <a:t>支持 Web 的烤面包机 +</a:t>
            </a:r>
            <a:endParaRPr lang="en-US" altLang="en-US" sz="1600" dirty="0">
              <a:latin typeface="+mn-lt"/>
            </a:endParaRP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dirty="0">
                <a:latin typeface="+mn-lt"/>
              </a:rPr>
              <a:t>天气预报器</a:t>
            </a:r>
            <a:endParaRPr lang="en-US" altLang="en-US" sz="1600" dirty="0">
              <a:latin typeface="+mn-lt"/>
            </a:endParaRPr>
          </a:p>
        </p:txBody>
      </p:sp>
      <p:grpSp>
        <p:nvGrpSpPr>
          <p:cNvPr id="44" name="Group 43"/>
          <p:cNvGrpSpPr/>
          <p:nvPr/>
        </p:nvGrpSpPr>
        <p:grpSpPr>
          <a:xfrm>
            <a:off x="723207" y="3591303"/>
            <a:ext cx="4897766" cy="2945470"/>
            <a:chOff x="723207" y="3591303"/>
            <a:chExt cx="4897766" cy="2945470"/>
          </a:xfrm>
        </p:grpSpPr>
        <p:grpSp>
          <p:nvGrpSpPr>
            <p:cNvPr id="39" name="Group 38"/>
            <p:cNvGrpSpPr/>
            <p:nvPr/>
          </p:nvGrpSpPr>
          <p:grpSpPr>
            <a:xfrm>
              <a:off x="723207" y="4924676"/>
              <a:ext cx="1768379" cy="1612097"/>
              <a:chOff x="723207" y="4924676"/>
              <a:chExt cx="1768379" cy="1612097"/>
            </a:xfrm>
          </p:grpSpPr>
          <p:pic>
            <p:nvPicPr>
              <p:cNvPr id="8" name="Picture 9" descr="cisco"/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23207" y="4924676"/>
                <a:ext cx="1768379" cy="14168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" name="Text Box 10"/>
              <p:cNvSpPr txBox="1">
                <a:spLocks noChangeArrowheads="1"/>
              </p:cNvSpPr>
              <p:nvPr/>
            </p:nvSpPr>
            <p:spPr bwMode="auto">
              <a:xfrm>
                <a:off x="952500" y="6198219"/>
                <a:ext cx="1521186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互联网电话</a:t>
                </a:r>
                <a:endParaRPr lang="en-US" altLang="en-US" sz="1600" dirty="0">
                  <a:latin typeface="+mn-lt"/>
                </a:endParaRPr>
              </a:p>
            </p:txBody>
          </p:sp>
        </p:grpSp>
        <p:grpSp>
          <p:nvGrpSpPr>
            <p:cNvPr id="40" name="Group 39"/>
            <p:cNvGrpSpPr/>
            <p:nvPr/>
          </p:nvGrpSpPr>
          <p:grpSpPr>
            <a:xfrm>
              <a:off x="3863186" y="3591303"/>
              <a:ext cx="1757787" cy="1165800"/>
              <a:chOff x="3863186" y="3591303"/>
              <a:chExt cx="1757787" cy="1165800"/>
            </a:xfrm>
          </p:grpSpPr>
          <p:pic>
            <p:nvPicPr>
              <p:cNvPr id="13" name="Picture 16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068398" y="3591303"/>
                <a:ext cx="1552575" cy="7429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4" name="Text Box 8"/>
              <p:cNvSpPr txBox="1">
                <a:spLocks noChangeArrowheads="1"/>
              </p:cNvSpPr>
              <p:nvPr/>
            </p:nvSpPr>
            <p:spPr bwMode="auto">
              <a:xfrm>
                <a:off x="3863186" y="4172328"/>
                <a:ext cx="1591205" cy="5847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Slingbox：远程</a:t>
                </a:r>
                <a:endParaRPr lang="en-US" altLang="en-US" sz="1600" dirty="0">
                  <a:latin typeface="+mn-lt"/>
                </a:endParaRPr>
              </a:p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控制有线电视</a:t>
                </a:r>
                <a:endParaRPr lang="en-US" altLang="en-US" sz="1600" dirty="0">
                  <a:latin typeface="+mn-lt"/>
                </a:endParaRPr>
              </a:p>
            </p:txBody>
          </p:sp>
        </p:grpSp>
      </p:grpSp>
      <p:grpSp>
        <p:nvGrpSpPr>
          <p:cNvPr id="20" name="Group 19"/>
          <p:cNvGrpSpPr/>
          <p:nvPr/>
        </p:nvGrpSpPr>
        <p:grpSpPr>
          <a:xfrm>
            <a:off x="814227" y="3747548"/>
            <a:ext cx="2676937" cy="1188113"/>
            <a:chOff x="1752086" y="3835708"/>
            <a:chExt cx="2676937" cy="1188113"/>
          </a:xfrm>
        </p:grpSpPr>
        <p:sp>
          <p:nvSpPr>
            <p:cNvPr id="21" name="Text Box 8"/>
            <p:cNvSpPr txBox="1">
              <a:spLocks noChangeArrowheads="1"/>
            </p:cNvSpPr>
            <p:nvPr/>
          </p:nvSpPr>
          <p:spPr bwMode="auto">
            <a:xfrm>
              <a:off x="2887639" y="4685267"/>
              <a:ext cx="1541384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 dirty="0">
                  <a:latin typeface="+mn-lt"/>
                </a:rPr>
                <a:t>安全摄像头</a:t>
              </a:r>
              <a:endParaRPr lang="en-US" altLang="en-US" sz="1600" dirty="0">
                <a:latin typeface="+mn-lt"/>
              </a:endParaRPr>
            </a:p>
          </p:txBody>
        </p:sp>
        <p:pic>
          <p:nvPicPr>
            <p:cNvPr id="22" name="Picture 21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1752086" y="3835708"/>
              <a:ext cx="1124188" cy="1136342"/>
            </a:xfrm>
            <a:prstGeom prst="rect">
              <a:avLst/>
            </a:prstGeom>
          </p:spPr>
        </p:pic>
      </p:grpSp>
      <p:grpSp>
        <p:nvGrpSpPr>
          <p:cNvPr id="45" name="Group 44"/>
          <p:cNvGrpSpPr/>
          <p:nvPr/>
        </p:nvGrpSpPr>
        <p:grpSpPr>
          <a:xfrm>
            <a:off x="722790" y="1143651"/>
            <a:ext cx="10449383" cy="5458394"/>
            <a:chOff x="671990" y="1143651"/>
            <a:chExt cx="10449383" cy="5458394"/>
          </a:xfrm>
        </p:grpSpPr>
        <p:grpSp>
          <p:nvGrpSpPr>
            <p:cNvPr id="38" name="Group 37"/>
            <p:cNvGrpSpPr/>
            <p:nvPr/>
          </p:nvGrpSpPr>
          <p:grpSpPr>
            <a:xfrm>
              <a:off x="3363111" y="1717360"/>
              <a:ext cx="1895475" cy="1738803"/>
              <a:chOff x="3363111" y="1717360"/>
              <a:chExt cx="1895475" cy="1738803"/>
            </a:xfrm>
          </p:grpSpPr>
          <p:pic>
            <p:nvPicPr>
              <p:cNvPr id="4" name="Picture 4" descr="whisper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63111" y="1717360"/>
                <a:ext cx="1895475" cy="1560513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6" name="Text Box 7"/>
              <p:cNvSpPr txBox="1">
                <a:spLocks noChangeArrowheads="1"/>
              </p:cNvSpPr>
              <p:nvPr/>
            </p:nvSpPr>
            <p:spPr bwMode="auto">
              <a:xfrm>
                <a:off x="3517381" y="3117609"/>
                <a:ext cx="1517851" cy="33855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IP 数码相框</a:t>
                </a:r>
                <a:endParaRPr lang="en-US" altLang="en-US" sz="1600" dirty="0">
                  <a:latin typeface="+mn-lt"/>
                </a:endParaRPr>
              </a:p>
            </p:txBody>
          </p:sp>
        </p:grpSp>
        <p:grpSp>
          <p:nvGrpSpPr>
            <p:cNvPr id="10" name="Group 9"/>
            <p:cNvGrpSpPr/>
            <p:nvPr/>
          </p:nvGrpSpPr>
          <p:grpSpPr>
            <a:xfrm>
              <a:off x="2055482" y="1410532"/>
              <a:ext cx="1179513" cy="2761796"/>
              <a:chOff x="2506141" y="1897178"/>
              <a:chExt cx="1179513" cy="2761796"/>
            </a:xfrm>
          </p:grpSpPr>
          <p:graphicFrame>
            <p:nvGraphicFramePr>
              <p:cNvPr id="11" name="Object 14"/>
              <p:cNvGraphicFramePr>
                <a:graphicFrameLocks noChangeAspect="1"/>
              </p:cNvGraphicFramePr>
              <p:nvPr/>
            </p:nvGraphicFramePr>
            <p:xfrm>
              <a:off x="2694260" y="1897178"/>
              <a:ext cx="803275" cy="2168525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3" name="" r:id="rId6" imgW="1435100" imgH="3873500" progId="">
                      <p:embed/>
                    </p:oleObj>
                  </mc:Choice>
                  <mc:Fallback>
                    <p:oleObj name="" r:id="rId6" imgW="1435100" imgH="3873500" progId="">
                      <p:embed/>
                      <p:pic>
                        <p:nvPicPr>
                          <p:cNvPr id="0" name="Object 14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7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694260" y="1897178"/>
                            <a:ext cx="803275" cy="2168525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chemeClr val="accent1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chemeClr val="tx1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chemeClr val="bg2">
                                      <a:alpha val="74997"/>
                                    </a:schemeClr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sp>
            <p:nvSpPr>
              <p:cNvPr id="12" name="Text Box 8"/>
              <p:cNvSpPr txBox="1">
                <a:spLocks noChangeArrowheads="1"/>
              </p:cNvSpPr>
              <p:nvPr/>
            </p:nvSpPr>
            <p:spPr bwMode="auto">
              <a:xfrm>
                <a:off x="2506141" y="4077949"/>
                <a:ext cx="1179513" cy="5810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互联网 </a:t>
                </a:r>
                <a:endParaRPr lang="en-US" altLang="en-US" sz="1600" dirty="0">
                  <a:latin typeface="+mn-lt"/>
                </a:endParaRPr>
              </a:p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冰箱</a:t>
                </a:r>
                <a:endParaRPr lang="en-US" altLang="en-US" sz="1600" dirty="0">
                  <a:latin typeface="+mn-lt"/>
                </a:endParaRPr>
              </a:p>
            </p:txBody>
          </p:sp>
        </p:grpSp>
        <p:grpSp>
          <p:nvGrpSpPr>
            <p:cNvPr id="15" name="Group 14"/>
            <p:cNvGrpSpPr/>
            <p:nvPr/>
          </p:nvGrpSpPr>
          <p:grpSpPr>
            <a:xfrm>
              <a:off x="8585501" y="1143651"/>
              <a:ext cx="2535872" cy="1141975"/>
              <a:chOff x="8636412" y="2605836"/>
              <a:chExt cx="2535872" cy="1141975"/>
            </a:xfrm>
          </p:grpSpPr>
          <p:pic>
            <p:nvPicPr>
              <p:cNvPr id="16" name="Picture 23"/>
              <p:cNvPicPr>
                <a:picLocks noChangeAspect="1" noChangeArrowheads="1"/>
              </p:cNvPicPr>
              <p:nvPr/>
            </p:nvPicPr>
            <p:blipFill>
              <a:blip r:embed="rId8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36412" y="2650849"/>
                <a:ext cx="695325" cy="1096962"/>
              </a:xfrm>
              <a:prstGeom prst="rect">
                <a:avLst/>
              </a:prstGeom>
              <a:noFill/>
              <a:ln>
                <a:noFill/>
              </a:ln>
              <a:effectLst>
                <a:outerShdw blurRad="50800" dist="38100" dir="8100000" algn="tr" rotWithShape="0">
                  <a:prstClr val="black">
                    <a:alpha val="40000"/>
                  </a:prst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7" name="Text Box 10"/>
              <p:cNvSpPr txBox="1">
                <a:spLocks noChangeArrowheads="1"/>
              </p:cNvSpPr>
              <p:nvPr/>
            </p:nvSpPr>
            <p:spPr bwMode="auto">
              <a:xfrm>
                <a:off x="9358967" y="2605836"/>
                <a:ext cx="1813317" cy="5847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Tweet-a-watt： </a:t>
                </a:r>
                <a:endParaRPr lang="en-US" altLang="en-US" sz="1600" dirty="0">
                  <a:latin typeface="+mn-lt"/>
                </a:endParaRPr>
              </a:p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监测用电量</a:t>
                </a:r>
                <a:endParaRPr lang="en-US" altLang="en-US" sz="1600" dirty="0">
                  <a:latin typeface="+mn-lt"/>
                </a:endParaRPr>
              </a:p>
            </p:txBody>
          </p:sp>
        </p:grpSp>
        <p:grpSp>
          <p:nvGrpSpPr>
            <p:cNvPr id="41" name="Group 40"/>
            <p:cNvGrpSpPr/>
            <p:nvPr/>
          </p:nvGrpSpPr>
          <p:grpSpPr>
            <a:xfrm>
              <a:off x="5012950" y="5049292"/>
              <a:ext cx="2435364" cy="1552753"/>
              <a:chOff x="5012950" y="5049292"/>
              <a:chExt cx="2435364" cy="1552753"/>
            </a:xfrm>
          </p:grpSpPr>
          <p:pic>
            <p:nvPicPr>
              <p:cNvPr id="18" name="Picture 1"/>
              <p:cNvPicPr>
                <a:picLocks noChangeAspect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012950" y="5057407"/>
                <a:ext cx="1289050" cy="15446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9" name="Text Box 8"/>
              <p:cNvSpPr txBox="1">
                <a:spLocks noChangeArrowheads="1"/>
              </p:cNvSpPr>
              <p:nvPr/>
            </p:nvSpPr>
            <p:spPr bwMode="auto">
              <a:xfrm>
                <a:off x="6327301" y="5049292"/>
                <a:ext cx="1121013" cy="83099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带传感器的</a:t>
                </a:r>
                <a:endParaRPr lang="en-US" altLang="en-US" sz="1600" dirty="0">
                  <a:latin typeface="+mn-lt"/>
                </a:endParaRPr>
              </a:p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床</a:t>
                </a:r>
                <a:endParaRPr lang="en-US" altLang="en-US" sz="1600" dirty="0">
                  <a:latin typeface="+mn-lt"/>
                </a:endParaRPr>
              </a:p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床垫</a:t>
                </a:r>
                <a:endParaRPr lang="en-US" altLang="en-US" sz="1600" dirty="0">
                  <a:latin typeface="+mn-lt"/>
                </a:endParaRPr>
              </a:p>
            </p:txBody>
          </p:sp>
        </p:grpSp>
        <p:grpSp>
          <p:nvGrpSpPr>
            <p:cNvPr id="23" name="Group 22"/>
            <p:cNvGrpSpPr/>
            <p:nvPr/>
          </p:nvGrpSpPr>
          <p:grpSpPr>
            <a:xfrm>
              <a:off x="671990" y="1806119"/>
              <a:ext cx="1305870" cy="1496298"/>
              <a:chOff x="1563004" y="1837775"/>
              <a:chExt cx="1305870" cy="1496298"/>
            </a:xfrm>
          </p:grpSpPr>
          <p:pic>
            <p:nvPicPr>
              <p:cNvPr id="24" name="Picture 23"/>
              <p:cNvPicPr>
                <a:picLocks noChangeAspect="1"/>
              </p:cNvPicPr>
              <p:nvPr/>
            </p:nvPicPr>
            <p:blipFill>
              <a:blip r:embed="rId10"/>
              <a:stretch>
                <a:fillRect/>
              </a:stretch>
            </p:blipFill>
            <p:spPr>
              <a:xfrm>
                <a:off x="1665601" y="1837775"/>
                <a:ext cx="550338" cy="1149734"/>
              </a:xfrm>
              <a:prstGeom prst="rect">
                <a:avLst/>
              </a:prstGeom>
            </p:spPr>
          </p:pic>
          <p:sp>
            <p:nvSpPr>
              <p:cNvPr id="25" name="Text Box 8"/>
              <p:cNvSpPr txBox="1">
                <a:spLocks noChangeArrowheads="1"/>
              </p:cNvSpPr>
              <p:nvPr/>
            </p:nvSpPr>
            <p:spPr bwMode="auto">
              <a:xfrm>
                <a:off x="1563004" y="2995519"/>
                <a:ext cx="1305870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Amazon Echo</a:t>
                </a:r>
                <a:endParaRPr lang="en-US" altLang="en-US" sz="1600" dirty="0">
                  <a:latin typeface="+mn-lt"/>
                </a:endParaRPr>
              </a:p>
            </p:txBody>
          </p:sp>
        </p:grpSp>
      </p:grpSp>
      <p:sp>
        <p:nvSpPr>
          <p:cNvPr id="31" name="TextBox 30"/>
          <p:cNvSpPr txBox="1"/>
          <p:nvPr/>
        </p:nvSpPr>
        <p:spPr>
          <a:xfrm>
            <a:off x="9707225" y="5533965"/>
            <a:ext cx="1814920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4000" i="1" dirty="0">
                <a:solidFill>
                  <a:srgbClr val="0000A8"/>
                </a:solidFill>
              </a:rPr>
              <a:t>还有哪些？</a:t>
            </a:r>
            <a:endParaRPr lang="en-US" sz="4000" i="1" dirty="0">
              <a:solidFill>
                <a:srgbClr val="0000A8"/>
              </a:solidFill>
            </a:endParaRPr>
          </a:p>
        </p:txBody>
      </p:sp>
      <p:grpSp>
        <p:nvGrpSpPr>
          <p:cNvPr id="46" name="Group 45"/>
          <p:cNvGrpSpPr/>
          <p:nvPr/>
        </p:nvGrpSpPr>
        <p:grpSpPr>
          <a:xfrm>
            <a:off x="5244182" y="1499729"/>
            <a:ext cx="4175678" cy="5125922"/>
            <a:chOff x="5244182" y="1499729"/>
            <a:chExt cx="4175678" cy="5125922"/>
          </a:xfrm>
        </p:grpSpPr>
        <p:grpSp>
          <p:nvGrpSpPr>
            <p:cNvPr id="26" name="Group 25"/>
            <p:cNvGrpSpPr/>
            <p:nvPr/>
          </p:nvGrpSpPr>
          <p:grpSpPr>
            <a:xfrm>
              <a:off x="5244182" y="1499729"/>
              <a:ext cx="2735863" cy="1090838"/>
              <a:chOff x="616980" y="5292729"/>
              <a:chExt cx="3127445" cy="1207904"/>
            </a:xfrm>
          </p:grpSpPr>
          <p:grpSp>
            <p:nvGrpSpPr>
              <p:cNvPr id="27" name="Group 26"/>
              <p:cNvGrpSpPr/>
              <p:nvPr/>
            </p:nvGrpSpPr>
            <p:grpSpPr>
              <a:xfrm>
                <a:off x="616980" y="5292729"/>
                <a:ext cx="3127445" cy="821190"/>
                <a:chOff x="842590" y="5420084"/>
                <a:chExt cx="3127445" cy="821190"/>
              </a:xfrm>
              <a:effectLst>
                <a:outerShdw blurRad="50800" dist="38100" dir="8100000" algn="tr" rotWithShape="0">
                  <a:prstClr val="black">
                    <a:alpha val="40000"/>
                  </a:prstClr>
                </a:outerShdw>
              </a:effectLst>
            </p:grpSpPr>
            <p:pic>
              <p:nvPicPr>
                <p:cNvPr id="29" name="Picture 28"/>
                <p:cNvPicPr>
                  <a:picLocks noChangeAspect="1"/>
                </p:cNvPicPr>
                <p:nvPr/>
              </p:nvPicPr>
              <p:blipFill>
                <a:blip r:embed="rId11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42590" y="5420084"/>
                  <a:ext cx="2016478" cy="821190"/>
                </a:xfrm>
                <a:prstGeom prst="rect">
                  <a:avLst/>
                </a:prstGeom>
              </p:spPr>
            </p:pic>
            <p:pic>
              <p:nvPicPr>
                <p:cNvPr id="30" name="Picture 29"/>
                <p:cNvPicPr>
                  <a:picLocks noChangeAspect="1"/>
                </p:cNvPicPr>
                <p:nvPr/>
              </p:nvPicPr>
              <p:blipFill rotWithShape="1">
                <a:blip r:embed="rId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l="44905"/>
                <a:stretch>
                  <a:fillRect/>
                </a:stretch>
              </p:blipFill>
              <p:spPr>
                <a:xfrm>
                  <a:off x="2859067" y="5420084"/>
                  <a:ext cx="1110968" cy="821190"/>
                </a:xfrm>
                <a:prstGeom prst="rect">
                  <a:avLst/>
                </a:prstGeom>
              </p:spPr>
            </p:pic>
          </p:grpSp>
          <p:sp>
            <p:nvSpPr>
              <p:cNvPr id="28" name="Text Box 8"/>
              <p:cNvSpPr txBox="1">
                <a:spLocks noChangeArrowheads="1"/>
              </p:cNvSpPr>
              <p:nvPr/>
            </p:nvSpPr>
            <p:spPr bwMode="auto">
              <a:xfrm>
                <a:off x="1008562" y="6125746"/>
                <a:ext cx="2301691" cy="3748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起搏器与监测器</a:t>
                </a:r>
                <a:endParaRPr lang="en-US" altLang="en-US" sz="1600" dirty="0">
                  <a:latin typeface="+mn-lt"/>
                </a:endParaRPr>
              </a:p>
            </p:txBody>
          </p:sp>
        </p:grpSp>
        <p:grpSp>
          <p:nvGrpSpPr>
            <p:cNvPr id="42" name="Group 41"/>
            <p:cNvGrpSpPr/>
            <p:nvPr/>
          </p:nvGrpSpPr>
          <p:grpSpPr>
            <a:xfrm>
              <a:off x="7868239" y="4103350"/>
              <a:ext cx="1551621" cy="917725"/>
              <a:chOff x="7868239" y="4103350"/>
              <a:chExt cx="1551621" cy="917725"/>
            </a:xfrm>
          </p:grpSpPr>
          <p:pic>
            <p:nvPicPr>
              <p:cNvPr id="34" name="Picture 33"/>
              <p:cNvPicPr>
                <a:picLocks noChangeAspect="1"/>
              </p:cNvPicPr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7868239" y="4103350"/>
                <a:ext cx="1551621" cy="663838"/>
              </a:xfrm>
              <a:prstGeom prst="rect">
                <a:avLst/>
              </a:prstGeom>
            </p:spPr>
          </p:pic>
          <p:sp>
            <p:nvSpPr>
              <p:cNvPr id="35" name="Text Box 10"/>
              <p:cNvSpPr txBox="1">
                <a:spLocks noChangeArrowheads="1"/>
              </p:cNvSpPr>
              <p:nvPr/>
            </p:nvSpPr>
            <p:spPr bwMode="auto">
              <a:xfrm>
                <a:off x="8103032" y="4682521"/>
                <a:ext cx="1079719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AR 设备</a:t>
                </a:r>
                <a:endParaRPr lang="en-US" altLang="en-US" sz="1600" dirty="0">
                  <a:latin typeface="+mn-lt"/>
                </a:endParaRPr>
              </a:p>
            </p:txBody>
          </p:sp>
        </p:grpSp>
        <p:grpSp>
          <p:nvGrpSpPr>
            <p:cNvPr id="43" name="Group 42"/>
            <p:cNvGrpSpPr/>
            <p:nvPr/>
          </p:nvGrpSpPr>
          <p:grpSpPr>
            <a:xfrm>
              <a:off x="7586090" y="5333549"/>
              <a:ext cx="1556069" cy="1292102"/>
              <a:chOff x="7586090" y="5333549"/>
              <a:chExt cx="1556069" cy="1292102"/>
            </a:xfrm>
          </p:grpSpPr>
          <p:pic>
            <p:nvPicPr>
              <p:cNvPr id="32" name="Picture 31"/>
              <p:cNvPicPr>
                <a:picLocks noChangeAspect="1"/>
              </p:cNvPicPr>
              <p:nvPr/>
            </p:nvPicPr>
            <p:blipFill>
              <a:blip r:embed="rId14"/>
              <a:stretch>
                <a:fillRect/>
              </a:stretch>
            </p:blipFill>
            <p:spPr>
              <a:xfrm>
                <a:off x="7586090" y="5333549"/>
                <a:ext cx="1308005" cy="1292102"/>
              </a:xfrm>
              <a:prstGeom prst="rect">
                <a:avLst/>
              </a:prstGeom>
            </p:spPr>
          </p:pic>
          <p:sp>
            <p:nvSpPr>
              <p:cNvPr id="33" name="Text Box 10"/>
              <p:cNvSpPr txBox="1">
                <a:spLocks noChangeArrowheads="1"/>
              </p:cNvSpPr>
              <p:nvPr/>
            </p:nvSpPr>
            <p:spPr bwMode="auto">
              <a:xfrm>
                <a:off x="8513461" y="6201538"/>
                <a:ext cx="628698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Fitbit</a:t>
                </a:r>
                <a:endParaRPr lang="en-US" altLang="en-US" sz="1600" dirty="0">
                  <a:latin typeface="+mn-lt"/>
                </a:endParaRPr>
              </a:p>
            </p:txBody>
          </p:sp>
        </p:grpSp>
      </p:grpSp>
      <p:grpSp>
        <p:nvGrpSpPr>
          <p:cNvPr id="52" name="Group 51"/>
          <p:cNvGrpSpPr/>
          <p:nvPr/>
        </p:nvGrpSpPr>
        <p:grpSpPr>
          <a:xfrm>
            <a:off x="3149599" y="5058059"/>
            <a:ext cx="1519767" cy="1241029"/>
            <a:chOff x="3149599" y="5058059"/>
            <a:chExt cx="1519767" cy="1241029"/>
          </a:xfrm>
        </p:grpSpPr>
        <p:pic>
          <p:nvPicPr>
            <p:cNvPr id="48" name="Picture 47"/>
            <p:cNvPicPr>
              <a:picLocks noChangeAspect="1"/>
            </p:cNvPicPr>
            <p:nvPr/>
          </p:nvPicPr>
          <p:blipFill>
            <a:blip r:embed="rId15"/>
            <a:stretch>
              <a:fillRect/>
            </a:stretch>
          </p:blipFill>
          <p:spPr>
            <a:xfrm>
              <a:off x="3149599" y="5058059"/>
              <a:ext cx="1519767" cy="972324"/>
            </a:xfrm>
            <a:prstGeom prst="rect">
              <a:avLst/>
            </a:prstGeom>
          </p:spPr>
        </p:pic>
        <p:sp>
          <p:nvSpPr>
            <p:cNvPr id="49" name="TextBox 48"/>
            <p:cNvSpPr txBox="1"/>
            <p:nvPr/>
          </p:nvSpPr>
          <p:spPr>
            <a:xfrm>
              <a:off x="3149601" y="5960534"/>
              <a:ext cx="1490088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游戏设备</a:t>
              </a:r>
              <a:endParaRPr lang="en-US" sz="1600" dirty="0"/>
            </a:p>
          </p:txBody>
        </p:sp>
      </p:grpSp>
      <p:grpSp>
        <p:nvGrpSpPr>
          <p:cNvPr id="57" name="Group 56"/>
          <p:cNvGrpSpPr/>
          <p:nvPr/>
        </p:nvGrpSpPr>
        <p:grpSpPr>
          <a:xfrm>
            <a:off x="9643123" y="1811867"/>
            <a:ext cx="2328743" cy="3572821"/>
            <a:chOff x="9643123" y="1811867"/>
            <a:chExt cx="2328743" cy="3572821"/>
          </a:xfrm>
        </p:grpSpPr>
        <p:pic>
          <p:nvPicPr>
            <p:cNvPr id="54" name="Picture 53"/>
            <p:cNvPicPr>
              <a:picLocks noChangeAspect="1"/>
            </p:cNvPicPr>
            <p:nvPr/>
          </p:nvPicPr>
          <p:blipFill>
            <a:blip r:embed="rId16"/>
            <a:stretch>
              <a:fillRect/>
            </a:stretch>
          </p:blipFill>
          <p:spPr>
            <a:xfrm>
              <a:off x="10735733" y="2137293"/>
              <a:ext cx="1147232" cy="1035589"/>
            </a:xfrm>
            <a:prstGeom prst="rect">
              <a:avLst/>
            </a:prstGeom>
          </p:spPr>
        </p:pic>
        <p:pic>
          <p:nvPicPr>
            <p:cNvPr id="53" name="Picture 52"/>
            <p:cNvPicPr>
              <a:picLocks noChangeAspect="1"/>
            </p:cNvPicPr>
            <p:nvPr/>
          </p:nvPicPr>
          <p:blipFill>
            <a:blip r:embed="rId17"/>
            <a:stretch>
              <a:fillRect/>
            </a:stretch>
          </p:blipFill>
          <p:spPr>
            <a:xfrm>
              <a:off x="11182464" y="3606800"/>
              <a:ext cx="789402" cy="1483783"/>
            </a:xfrm>
            <a:prstGeom prst="rect">
              <a:avLst/>
            </a:prstGeom>
          </p:spPr>
        </p:pic>
        <p:pic>
          <p:nvPicPr>
            <p:cNvPr id="47" name="Picture 46"/>
            <p:cNvPicPr>
              <a:picLocks noChangeAspect="1"/>
            </p:cNvPicPr>
            <p:nvPr/>
          </p:nvPicPr>
          <p:blipFill>
            <a:blip r:embed="rId18"/>
            <a:stretch>
              <a:fillRect/>
            </a:stretch>
          </p:blipFill>
          <p:spPr>
            <a:xfrm>
              <a:off x="9643123" y="3014133"/>
              <a:ext cx="1723654" cy="1174752"/>
            </a:xfrm>
            <a:prstGeom prst="rect">
              <a:avLst/>
            </a:prstGeom>
          </p:spPr>
        </p:pic>
        <p:sp>
          <p:nvSpPr>
            <p:cNvPr id="50" name="TextBox 49"/>
            <p:cNvSpPr txBox="1"/>
            <p:nvPr/>
          </p:nvSpPr>
          <p:spPr>
            <a:xfrm>
              <a:off x="10176934" y="4114801"/>
              <a:ext cx="516039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汽车</a:t>
              </a:r>
              <a:endParaRPr lang="en-US" sz="1600" dirty="0"/>
            </a:p>
          </p:txBody>
        </p:sp>
        <p:sp>
          <p:nvSpPr>
            <p:cNvPr id="55" name="TextBox 54"/>
            <p:cNvSpPr txBox="1"/>
            <p:nvPr/>
          </p:nvSpPr>
          <p:spPr>
            <a:xfrm>
              <a:off x="11074401" y="5046134"/>
              <a:ext cx="885755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滑板车</a:t>
              </a:r>
              <a:endParaRPr lang="en-US" sz="1600" dirty="0"/>
            </a:p>
          </p:txBody>
        </p:sp>
        <p:sp>
          <p:nvSpPr>
            <p:cNvPr id="56" name="TextBox 55"/>
            <p:cNvSpPr txBox="1"/>
            <p:nvPr/>
          </p:nvSpPr>
          <p:spPr>
            <a:xfrm>
              <a:off x="11023601" y="1811867"/>
              <a:ext cx="607667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自行车</a:t>
              </a:r>
              <a:endParaRPr lang="en-US" sz="1600" dirty="0"/>
            </a:p>
          </p:txBody>
        </p:sp>
      </p:grpSp>
      <p:sp>
        <p:nvSpPr>
          <p:cNvPr id="58" name="Slide Number Placeholder 2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引言：1-</a:t>
            </a:r>
            <a:fld id="{C4204591-24BD-A542-B9D5-F8D8A88D2FEE}" type="slidenum">
              <a:rPr lang="en-US" smtClean="0"/>
            </a:fld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31" grpId="0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713958" y="1708456"/>
            <a:ext cx="5394571" cy="957996"/>
          </a:xfrm>
        </p:spPr>
        <p:txBody>
          <a:bodyPr/>
          <a:lstStyle/>
          <a:p>
            <a:pPr>
              <a:buSzPct val="75000"/>
            </a:pPr>
            <a:r>
              <a:rPr lang="en-US" altLang="en-US" i="1" dirty="0">
                <a:solidFill>
                  <a:srgbClr val="CC0000"/>
                </a:solidFill>
                <a:ea typeface="MS PGothic" panose="020B0600070205080204" pitchFamily="34" charset="-128"/>
                <a:cs typeface="Calibri" panose="020F0502020204030204" pitchFamily="34" charset="0"/>
              </a:rPr>
              <a:t>互联网：“网络的网络”</a:t>
            </a:r>
            <a:r>
              <a:rPr lang="en-US" altLang="ja-JP" dirty="0">
                <a:solidFill>
                  <a:srgbClr val="CC0000"/>
                </a:solidFill>
                <a:ea typeface="MS PGothic" panose="020B0600070205080204" pitchFamily="34" charset="-128"/>
                <a:cs typeface="Calibri" panose="020F0502020204030204" pitchFamily="34" charset="0"/>
              </a:rPr>
              <a:t/>
            </a:r>
            <a:endParaRPr lang="en-US" altLang="ja-JP" dirty="0">
              <a:solidFill>
                <a:srgbClr val="CC0000"/>
              </a:solidFill>
              <a:ea typeface="MS PGothic" panose="020B0600070205080204" pitchFamily="34" charset="-128"/>
              <a:cs typeface="Calibri" panose="020F0502020204030204" pitchFamily="34" charset="0"/>
            </a:endParaRPr>
          </a:p>
          <a:p>
            <a:pPr lvl="1"/>
            <a:r>
              <a:rPr lang="en-US" altLang="en-US" dirty="0">
                <a:ea typeface="Arial" panose="020B0604020202020204" pitchFamily="34" charset="0"/>
                <a:cs typeface="Calibri" panose="020F0502020204030204" pitchFamily="34" charset="0"/>
              </a:rPr>
              <a:t>互连的 ISP</a:t>
            </a:r>
            <a:endParaRPr lang="en-US" altLang="en-US" dirty="0">
              <a:ea typeface="Arial" panose="020B0604020202020204" pitchFamily="34" charset="0"/>
              <a:cs typeface="Calibri" panose="020F0502020204030204" pitchFamily="34" charset="0"/>
            </a:endParaRPr>
          </a:p>
          <a:p>
            <a:pPr marL="0" indent="0">
              <a:buNone/>
            </a:pPr>
            <a:endParaRPr lang="en-US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</p:spPr>
        <p:txBody>
          <a:bodyPr/>
          <a:lstStyle/>
          <a:p>
            <a:r>
              <a:rPr lang="en-US" altLang="ja-JP" dirty="0"/>
              <a:t>互联网：“具体构件”视角</a:t>
            </a:r>
            <a:endParaRPr lang="en-US" dirty="0"/>
          </a:p>
        </p:txBody>
      </p:sp>
      <p:sp>
        <p:nvSpPr>
          <p:cNvPr id="371" name="Freeform 370"/>
          <p:cNvSpPr/>
          <p:nvPr/>
        </p:nvSpPr>
        <p:spPr>
          <a:xfrm>
            <a:off x="8985188" y="3065778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-1" fmla="*/ 434989 w 1537226"/>
              <a:gd name="connsiteY0-2" fmla="*/ 253346 h 1763594"/>
              <a:gd name="connsiteX1-3" fmla="*/ 488 w 1537226"/>
              <a:gd name="connsiteY1-4" fmla="*/ 921706 h 1763594"/>
              <a:gd name="connsiteX2-5" fmla="*/ 368142 w 1537226"/>
              <a:gd name="connsiteY2-6" fmla="*/ 1489812 h 1763594"/>
              <a:gd name="connsiteX3-7" fmla="*/ 1187008 w 1537226"/>
              <a:gd name="connsiteY3-8" fmla="*/ 1757156 h 1763594"/>
              <a:gd name="connsiteX4-9" fmla="*/ 1521239 w 1537226"/>
              <a:gd name="connsiteY4-10" fmla="*/ 1239177 h 1763594"/>
              <a:gd name="connsiteX5-11" fmla="*/ 1468998 w 1537226"/>
              <a:gd name="connsiteY5-12" fmla="*/ 654362 h 1763594"/>
              <a:gd name="connsiteX6-13" fmla="*/ 1337412 w 1537226"/>
              <a:gd name="connsiteY6-14" fmla="*/ 136383 h 1763594"/>
              <a:gd name="connsiteX7-15" fmla="*/ 1086739 w 1537226"/>
              <a:gd name="connsiteY7-16" fmla="*/ 2711 h 1763594"/>
              <a:gd name="connsiteX8-17" fmla="*/ 434989 w 1537226"/>
              <a:gd name="connsiteY8-18" fmla="*/ 253346 h 1763594"/>
              <a:gd name="connsiteX0-19" fmla="*/ 434989 w 1537226"/>
              <a:gd name="connsiteY0-20" fmla="*/ 253346 h 1763594"/>
              <a:gd name="connsiteX1-21" fmla="*/ 488 w 1537226"/>
              <a:gd name="connsiteY1-22" fmla="*/ 921706 h 1763594"/>
              <a:gd name="connsiteX2-23" fmla="*/ 368142 w 1537226"/>
              <a:gd name="connsiteY2-24" fmla="*/ 1489812 h 1763594"/>
              <a:gd name="connsiteX3-25" fmla="*/ 1187008 w 1537226"/>
              <a:gd name="connsiteY3-26" fmla="*/ 1757156 h 1763594"/>
              <a:gd name="connsiteX4-27" fmla="*/ 1521239 w 1537226"/>
              <a:gd name="connsiteY4-28" fmla="*/ 1239177 h 1763594"/>
              <a:gd name="connsiteX5-29" fmla="*/ 1468998 w 1537226"/>
              <a:gd name="connsiteY5-30" fmla="*/ 654362 h 1763594"/>
              <a:gd name="connsiteX6-31" fmla="*/ 1337412 w 1537226"/>
              <a:gd name="connsiteY6-32" fmla="*/ 136383 h 1763594"/>
              <a:gd name="connsiteX7-33" fmla="*/ 839572 w 1537226"/>
              <a:gd name="connsiteY7-34" fmla="*/ 2711 h 1763594"/>
              <a:gd name="connsiteX8-35" fmla="*/ 434989 w 1537226"/>
              <a:gd name="connsiteY8-36" fmla="*/ 253346 h 1763594"/>
              <a:gd name="connsiteX0-37" fmla="*/ 360357 w 1536743"/>
              <a:gd name="connsiteY0-38" fmla="*/ 534641 h 1782088"/>
              <a:gd name="connsiteX1-39" fmla="*/ 5 w 1536743"/>
              <a:gd name="connsiteY1-40" fmla="*/ 940200 h 1782088"/>
              <a:gd name="connsiteX2-41" fmla="*/ 367659 w 1536743"/>
              <a:gd name="connsiteY2-42" fmla="*/ 1508306 h 1782088"/>
              <a:gd name="connsiteX3-43" fmla="*/ 1186525 w 1536743"/>
              <a:gd name="connsiteY3-44" fmla="*/ 1775650 h 1782088"/>
              <a:gd name="connsiteX4-45" fmla="*/ 1520756 w 1536743"/>
              <a:gd name="connsiteY4-46" fmla="*/ 1257671 h 1782088"/>
              <a:gd name="connsiteX5-47" fmla="*/ 1468515 w 1536743"/>
              <a:gd name="connsiteY5-48" fmla="*/ 672856 h 1782088"/>
              <a:gd name="connsiteX6-49" fmla="*/ 1336929 w 1536743"/>
              <a:gd name="connsiteY6-50" fmla="*/ 154877 h 1782088"/>
              <a:gd name="connsiteX7-51" fmla="*/ 839089 w 1536743"/>
              <a:gd name="connsiteY7-52" fmla="*/ 21205 h 1782088"/>
              <a:gd name="connsiteX8-53" fmla="*/ 360357 w 1536743"/>
              <a:gd name="connsiteY8-54" fmla="*/ 534641 h 1782088"/>
              <a:gd name="connsiteX0-55" fmla="*/ 360355 w 1536741"/>
              <a:gd name="connsiteY0-56" fmla="*/ 534641 h 1782088"/>
              <a:gd name="connsiteX1-57" fmla="*/ 3 w 1536741"/>
              <a:gd name="connsiteY1-58" fmla="*/ 940200 h 1782088"/>
              <a:gd name="connsiteX2-59" fmla="*/ 367657 w 1536741"/>
              <a:gd name="connsiteY2-60" fmla="*/ 1508306 h 1782088"/>
              <a:gd name="connsiteX3-61" fmla="*/ 1186523 w 1536741"/>
              <a:gd name="connsiteY3-62" fmla="*/ 1775650 h 1782088"/>
              <a:gd name="connsiteX4-63" fmla="*/ 1520754 w 1536741"/>
              <a:gd name="connsiteY4-64" fmla="*/ 1257671 h 1782088"/>
              <a:gd name="connsiteX5-65" fmla="*/ 1468513 w 1536741"/>
              <a:gd name="connsiteY5-66" fmla="*/ 672856 h 1782088"/>
              <a:gd name="connsiteX6-67" fmla="*/ 1336927 w 1536741"/>
              <a:gd name="connsiteY6-68" fmla="*/ 154877 h 1782088"/>
              <a:gd name="connsiteX7-69" fmla="*/ 839087 w 1536741"/>
              <a:gd name="connsiteY7-70" fmla="*/ 21205 h 1782088"/>
              <a:gd name="connsiteX8-71" fmla="*/ 360355 w 1536741"/>
              <a:gd name="connsiteY8-72" fmla="*/ 534641 h 1782088"/>
              <a:gd name="connsiteX0-73" fmla="*/ 382604 w 1558990"/>
              <a:gd name="connsiteY0-74" fmla="*/ 534641 h 1810599"/>
              <a:gd name="connsiteX1-75" fmla="*/ 22252 w 1558990"/>
              <a:gd name="connsiteY1-76" fmla="*/ 940200 h 1810599"/>
              <a:gd name="connsiteX2-77" fmla="*/ 167457 w 1558990"/>
              <a:gd name="connsiteY2-78" fmla="*/ 1672556 h 1810599"/>
              <a:gd name="connsiteX3-79" fmla="*/ 1208772 w 1558990"/>
              <a:gd name="connsiteY3-80" fmla="*/ 1775650 h 1810599"/>
              <a:gd name="connsiteX4-81" fmla="*/ 1543003 w 1558990"/>
              <a:gd name="connsiteY4-82" fmla="*/ 1257671 h 1810599"/>
              <a:gd name="connsiteX5-83" fmla="*/ 1490762 w 1558990"/>
              <a:gd name="connsiteY5-84" fmla="*/ 672856 h 1810599"/>
              <a:gd name="connsiteX6-85" fmla="*/ 1359176 w 1558990"/>
              <a:gd name="connsiteY6-86" fmla="*/ 154877 h 1810599"/>
              <a:gd name="connsiteX7-87" fmla="*/ 861336 w 1558990"/>
              <a:gd name="connsiteY7-88" fmla="*/ 21205 h 1810599"/>
              <a:gd name="connsiteX8-89" fmla="*/ 382604 w 1558990"/>
              <a:gd name="connsiteY8-90" fmla="*/ 534641 h 1810599"/>
              <a:gd name="connsiteX0-91" fmla="*/ 393458 w 1593840"/>
              <a:gd name="connsiteY0-92" fmla="*/ 534641 h 1793264"/>
              <a:gd name="connsiteX1-93" fmla="*/ 33106 w 1593840"/>
              <a:gd name="connsiteY1-94" fmla="*/ 940200 h 1793264"/>
              <a:gd name="connsiteX2-95" fmla="*/ 178311 w 1593840"/>
              <a:gd name="connsiteY2-96" fmla="*/ 1672556 h 1793264"/>
              <a:gd name="connsiteX3-97" fmla="*/ 1464139 w 1593840"/>
              <a:gd name="connsiteY3-98" fmla="*/ 1752440 h 1793264"/>
              <a:gd name="connsiteX4-99" fmla="*/ 1553857 w 1593840"/>
              <a:gd name="connsiteY4-100" fmla="*/ 1257671 h 1793264"/>
              <a:gd name="connsiteX5-101" fmla="*/ 1501616 w 1593840"/>
              <a:gd name="connsiteY5-102" fmla="*/ 672856 h 1793264"/>
              <a:gd name="connsiteX6-103" fmla="*/ 1370030 w 1593840"/>
              <a:gd name="connsiteY6-104" fmla="*/ 154877 h 1793264"/>
              <a:gd name="connsiteX7-105" fmla="*/ 872190 w 1593840"/>
              <a:gd name="connsiteY7-106" fmla="*/ 21205 h 1793264"/>
              <a:gd name="connsiteX8-107" fmla="*/ 393458 w 1593840"/>
              <a:gd name="connsiteY8-108" fmla="*/ 534641 h 1793264"/>
              <a:gd name="connsiteX0-109" fmla="*/ 393458 w 1566550"/>
              <a:gd name="connsiteY0-110" fmla="*/ 534641 h 1840341"/>
              <a:gd name="connsiteX1-111" fmla="*/ 33106 w 1566550"/>
              <a:gd name="connsiteY1-112" fmla="*/ 940200 h 1840341"/>
              <a:gd name="connsiteX2-113" fmla="*/ 178311 w 1566550"/>
              <a:gd name="connsiteY2-114" fmla="*/ 1672556 h 1840341"/>
              <a:gd name="connsiteX3-115" fmla="*/ 1464139 w 1566550"/>
              <a:gd name="connsiteY3-116" fmla="*/ 1752440 h 1840341"/>
              <a:gd name="connsiteX4-117" fmla="*/ 1553857 w 1566550"/>
              <a:gd name="connsiteY4-118" fmla="*/ 1257671 h 1840341"/>
              <a:gd name="connsiteX5-119" fmla="*/ 1501616 w 1566550"/>
              <a:gd name="connsiteY5-120" fmla="*/ 672856 h 1840341"/>
              <a:gd name="connsiteX6-121" fmla="*/ 1370030 w 1566550"/>
              <a:gd name="connsiteY6-122" fmla="*/ 154877 h 1840341"/>
              <a:gd name="connsiteX7-123" fmla="*/ 872190 w 1566550"/>
              <a:gd name="connsiteY7-124" fmla="*/ 21205 h 1840341"/>
              <a:gd name="connsiteX8-125" fmla="*/ 393458 w 1566550"/>
              <a:gd name="connsiteY8-126" fmla="*/ 534641 h 1840341"/>
              <a:gd name="connsiteX0-127" fmla="*/ 393458 w 1555557"/>
              <a:gd name="connsiteY0-128" fmla="*/ 534641 h 1787187"/>
              <a:gd name="connsiteX1-129" fmla="*/ 33106 w 1555557"/>
              <a:gd name="connsiteY1-130" fmla="*/ 940200 h 1787187"/>
              <a:gd name="connsiteX2-131" fmla="*/ 178311 w 1555557"/>
              <a:gd name="connsiteY2-132" fmla="*/ 1672556 h 1787187"/>
              <a:gd name="connsiteX3-133" fmla="*/ 1464139 w 1555557"/>
              <a:gd name="connsiteY3-134" fmla="*/ 1752440 h 1787187"/>
              <a:gd name="connsiteX4-135" fmla="*/ 1553857 w 1555557"/>
              <a:gd name="connsiteY4-136" fmla="*/ 1257671 h 1787187"/>
              <a:gd name="connsiteX5-137" fmla="*/ 1501616 w 1555557"/>
              <a:gd name="connsiteY5-138" fmla="*/ 672856 h 1787187"/>
              <a:gd name="connsiteX6-139" fmla="*/ 1370030 w 1555557"/>
              <a:gd name="connsiteY6-140" fmla="*/ 154877 h 1787187"/>
              <a:gd name="connsiteX7-141" fmla="*/ 872190 w 1555557"/>
              <a:gd name="connsiteY7-142" fmla="*/ 21205 h 1787187"/>
              <a:gd name="connsiteX8-143" fmla="*/ 393458 w 1555557"/>
              <a:gd name="connsiteY8-144" fmla="*/ 534641 h 1787187"/>
              <a:gd name="connsiteX0-145" fmla="*/ 401126 w 1664928"/>
              <a:gd name="connsiteY0-146" fmla="*/ 534641 h 1783934"/>
              <a:gd name="connsiteX1-147" fmla="*/ 40774 w 1664928"/>
              <a:gd name="connsiteY1-148" fmla="*/ 940200 h 1783934"/>
              <a:gd name="connsiteX2-149" fmla="*/ 185979 w 1664928"/>
              <a:gd name="connsiteY2-150" fmla="*/ 1672556 h 1783934"/>
              <a:gd name="connsiteX3-151" fmla="*/ 1618513 w 1664928"/>
              <a:gd name="connsiteY3-152" fmla="*/ 1747798 h 1783934"/>
              <a:gd name="connsiteX4-153" fmla="*/ 1561525 w 1664928"/>
              <a:gd name="connsiteY4-154" fmla="*/ 1257671 h 1783934"/>
              <a:gd name="connsiteX5-155" fmla="*/ 1509284 w 1664928"/>
              <a:gd name="connsiteY5-156" fmla="*/ 672856 h 1783934"/>
              <a:gd name="connsiteX6-157" fmla="*/ 1377698 w 1664928"/>
              <a:gd name="connsiteY6-158" fmla="*/ 154877 h 1783934"/>
              <a:gd name="connsiteX7-159" fmla="*/ 879858 w 1664928"/>
              <a:gd name="connsiteY7-160" fmla="*/ 21205 h 1783934"/>
              <a:gd name="connsiteX8-161" fmla="*/ 401126 w 1664928"/>
              <a:gd name="connsiteY8-162" fmla="*/ 534641 h 1783934"/>
              <a:gd name="connsiteX0-163" fmla="*/ 408119 w 1718774"/>
              <a:gd name="connsiteY0-164" fmla="*/ 534641 h 1826522"/>
              <a:gd name="connsiteX1-165" fmla="*/ 47767 w 1718774"/>
              <a:gd name="connsiteY1-166" fmla="*/ 940200 h 1826522"/>
              <a:gd name="connsiteX2-167" fmla="*/ 179001 w 1718774"/>
              <a:gd name="connsiteY2-168" fmla="*/ 1742186 h 1826522"/>
              <a:gd name="connsiteX3-169" fmla="*/ 1625506 w 1718774"/>
              <a:gd name="connsiteY3-170" fmla="*/ 1747798 h 1826522"/>
              <a:gd name="connsiteX4-171" fmla="*/ 1568518 w 1718774"/>
              <a:gd name="connsiteY4-172" fmla="*/ 1257671 h 1826522"/>
              <a:gd name="connsiteX5-173" fmla="*/ 1516277 w 1718774"/>
              <a:gd name="connsiteY5-174" fmla="*/ 672856 h 1826522"/>
              <a:gd name="connsiteX6-175" fmla="*/ 1384691 w 1718774"/>
              <a:gd name="connsiteY6-176" fmla="*/ 154877 h 1826522"/>
              <a:gd name="connsiteX7-177" fmla="*/ 886851 w 1718774"/>
              <a:gd name="connsiteY7-178" fmla="*/ 21205 h 1826522"/>
              <a:gd name="connsiteX8-179" fmla="*/ 408119 w 1718774"/>
              <a:gd name="connsiteY8-180" fmla="*/ 534641 h 1826522"/>
              <a:gd name="connsiteX0-181" fmla="*/ 477759 w 1796623"/>
              <a:gd name="connsiteY0-182" fmla="*/ 534641 h 1818043"/>
              <a:gd name="connsiteX1-183" fmla="*/ 117407 w 1796623"/>
              <a:gd name="connsiteY1-184" fmla="*/ 940200 h 1818043"/>
              <a:gd name="connsiteX2-185" fmla="*/ 136864 w 1796623"/>
              <a:gd name="connsiteY2-186" fmla="*/ 1728260 h 1818043"/>
              <a:gd name="connsiteX3-187" fmla="*/ 1695146 w 1796623"/>
              <a:gd name="connsiteY3-188" fmla="*/ 1747798 h 1818043"/>
              <a:gd name="connsiteX4-189" fmla="*/ 1638158 w 1796623"/>
              <a:gd name="connsiteY4-190" fmla="*/ 1257671 h 1818043"/>
              <a:gd name="connsiteX5-191" fmla="*/ 1585917 w 1796623"/>
              <a:gd name="connsiteY5-192" fmla="*/ 672856 h 1818043"/>
              <a:gd name="connsiteX6-193" fmla="*/ 1454331 w 1796623"/>
              <a:gd name="connsiteY6-194" fmla="*/ 154877 h 1818043"/>
              <a:gd name="connsiteX7-195" fmla="*/ 956491 w 1796623"/>
              <a:gd name="connsiteY7-196" fmla="*/ 21205 h 1818043"/>
              <a:gd name="connsiteX8-197" fmla="*/ 477759 w 1796623"/>
              <a:gd name="connsiteY8-198" fmla="*/ 534641 h 1818043"/>
              <a:gd name="connsiteX0-199" fmla="*/ 396783 w 1688820"/>
              <a:gd name="connsiteY0-200" fmla="*/ 534641 h 1815615"/>
              <a:gd name="connsiteX1-201" fmla="*/ 36431 w 1688820"/>
              <a:gd name="connsiteY1-202" fmla="*/ 940200 h 1815615"/>
              <a:gd name="connsiteX2-203" fmla="*/ 55888 w 1688820"/>
              <a:gd name="connsiteY2-204" fmla="*/ 1728260 h 1815615"/>
              <a:gd name="connsiteX3-205" fmla="*/ 421834 w 1688820"/>
              <a:gd name="connsiteY3-206" fmla="*/ 1798118 h 1815615"/>
              <a:gd name="connsiteX4-207" fmla="*/ 1614170 w 1688820"/>
              <a:gd name="connsiteY4-208" fmla="*/ 1747798 h 1815615"/>
              <a:gd name="connsiteX5-209" fmla="*/ 1557182 w 1688820"/>
              <a:gd name="connsiteY5-210" fmla="*/ 1257671 h 1815615"/>
              <a:gd name="connsiteX6-211" fmla="*/ 1504941 w 1688820"/>
              <a:gd name="connsiteY6-212" fmla="*/ 672856 h 1815615"/>
              <a:gd name="connsiteX7-213" fmla="*/ 1373355 w 1688820"/>
              <a:gd name="connsiteY7-214" fmla="*/ 154877 h 1815615"/>
              <a:gd name="connsiteX8-215" fmla="*/ 875515 w 1688820"/>
              <a:gd name="connsiteY8-216" fmla="*/ 21205 h 1815615"/>
              <a:gd name="connsiteX9" fmla="*/ 396783 w 1688820"/>
              <a:gd name="connsiteY9" fmla="*/ 534641 h 1815615"/>
              <a:gd name="connsiteX0-217" fmla="*/ 394951 w 1689541"/>
              <a:gd name="connsiteY0-218" fmla="*/ 534641 h 1877271"/>
              <a:gd name="connsiteX1-219" fmla="*/ 34599 w 1689541"/>
              <a:gd name="connsiteY1-220" fmla="*/ 940200 h 1877271"/>
              <a:gd name="connsiteX2-221" fmla="*/ 54056 w 1689541"/>
              <a:gd name="connsiteY2-222" fmla="*/ 1728260 h 1877271"/>
              <a:gd name="connsiteX3-223" fmla="*/ 385071 w 1689541"/>
              <a:gd name="connsiteY3-224" fmla="*/ 1877032 h 1877271"/>
              <a:gd name="connsiteX4-225" fmla="*/ 1612338 w 1689541"/>
              <a:gd name="connsiteY4-226" fmla="*/ 1747798 h 1877271"/>
              <a:gd name="connsiteX5-227" fmla="*/ 1555350 w 1689541"/>
              <a:gd name="connsiteY5-228" fmla="*/ 1257671 h 1877271"/>
              <a:gd name="connsiteX6-229" fmla="*/ 1503109 w 1689541"/>
              <a:gd name="connsiteY6-230" fmla="*/ 672856 h 1877271"/>
              <a:gd name="connsiteX7-231" fmla="*/ 1371523 w 1689541"/>
              <a:gd name="connsiteY7-232" fmla="*/ 154877 h 1877271"/>
              <a:gd name="connsiteX8-233" fmla="*/ 873683 w 1689541"/>
              <a:gd name="connsiteY8-234" fmla="*/ 21205 h 1877271"/>
              <a:gd name="connsiteX9-235" fmla="*/ 394951 w 1689541"/>
              <a:gd name="connsiteY9-236" fmla="*/ 534641 h 1877271"/>
              <a:gd name="connsiteX0-237" fmla="*/ 394949 w 1689541"/>
              <a:gd name="connsiteY0-238" fmla="*/ 534641 h 1877032"/>
              <a:gd name="connsiteX1-239" fmla="*/ 34597 w 1689541"/>
              <a:gd name="connsiteY1-240" fmla="*/ 940200 h 1877032"/>
              <a:gd name="connsiteX2-241" fmla="*/ 54054 w 1689541"/>
              <a:gd name="connsiteY2-242" fmla="*/ 1728260 h 1877032"/>
              <a:gd name="connsiteX3-243" fmla="*/ 385069 w 1689541"/>
              <a:gd name="connsiteY3-244" fmla="*/ 1877032 h 1877032"/>
              <a:gd name="connsiteX4-245" fmla="*/ 1612336 w 1689541"/>
              <a:gd name="connsiteY4-246" fmla="*/ 1747798 h 1877032"/>
              <a:gd name="connsiteX5-247" fmla="*/ 1555348 w 1689541"/>
              <a:gd name="connsiteY5-248" fmla="*/ 1257671 h 1877032"/>
              <a:gd name="connsiteX6-249" fmla="*/ 1503107 w 1689541"/>
              <a:gd name="connsiteY6-250" fmla="*/ 672856 h 1877032"/>
              <a:gd name="connsiteX7-251" fmla="*/ 1371521 w 1689541"/>
              <a:gd name="connsiteY7-252" fmla="*/ 154877 h 1877032"/>
              <a:gd name="connsiteX8-253" fmla="*/ 873681 w 1689541"/>
              <a:gd name="connsiteY8-254" fmla="*/ 21205 h 1877032"/>
              <a:gd name="connsiteX9-255" fmla="*/ 394949 w 1689541"/>
              <a:gd name="connsiteY9-256" fmla="*/ 534641 h 1877032"/>
              <a:gd name="connsiteX0-257" fmla="*/ 394949 w 1683795"/>
              <a:gd name="connsiteY0-258" fmla="*/ 534641 h 1877032"/>
              <a:gd name="connsiteX1-259" fmla="*/ 34597 w 1683795"/>
              <a:gd name="connsiteY1-260" fmla="*/ 940200 h 1877032"/>
              <a:gd name="connsiteX2-261" fmla="*/ 54054 w 1683795"/>
              <a:gd name="connsiteY2-262" fmla="*/ 1728260 h 1877032"/>
              <a:gd name="connsiteX3-263" fmla="*/ 385069 w 1683795"/>
              <a:gd name="connsiteY3-264" fmla="*/ 1877032 h 1877032"/>
              <a:gd name="connsiteX4-265" fmla="*/ 1605349 w 1683795"/>
              <a:gd name="connsiteY4-266" fmla="*/ 1798860 h 1877032"/>
              <a:gd name="connsiteX5-267" fmla="*/ 1555348 w 1683795"/>
              <a:gd name="connsiteY5-268" fmla="*/ 1257671 h 1877032"/>
              <a:gd name="connsiteX6-269" fmla="*/ 1503107 w 1683795"/>
              <a:gd name="connsiteY6-270" fmla="*/ 672856 h 1877032"/>
              <a:gd name="connsiteX7-271" fmla="*/ 1371521 w 1683795"/>
              <a:gd name="connsiteY7-272" fmla="*/ 154877 h 1877032"/>
              <a:gd name="connsiteX8-273" fmla="*/ 873681 w 1683795"/>
              <a:gd name="connsiteY8-274" fmla="*/ 21205 h 1877032"/>
              <a:gd name="connsiteX9-275" fmla="*/ 394949 w 1683795"/>
              <a:gd name="connsiteY9-276" fmla="*/ 534641 h 1877032"/>
              <a:gd name="connsiteX0-277" fmla="*/ 394949 w 1720794"/>
              <a:gd name="connsiteY0-278" fmla="*/ 534641 h 1877032"/>
              <a:gd name="connsiteX1-279" fmla="*/ 34597 w 1720794"/>
              <a:gd name="connsiteY1-280" fmla="*/ 940200 h 1877032"/>
              <a:gd name="connsiteX2-281" fmla="*/ 54054 w 1720794"/>
              <a:gd name="connsiteY2-282" fmla="*/ 1728260 h 1877032"/>
              <a:gd name="connsiteX3-283" fmla="*/ 385069 w 1720794"/>
              <a:gd name="connsiteY3-284" fmla="*/ 1877032 h 1877032"/>
              <a:gd name="connsiteX4-285" fmla="*/ 1605349 w 1720794"/>
              <a:gd name="connsiteY4-286" fmla="*/ 1798860 h 1877032"/>
              <a:gd name="connsiteX5-287" fmla="*/ 1555348 w 1720794"/>
              <a:gd name="connsiteY5-288" fmla="*/ 1257671 h 1877032"/>
              <a:gd name="connsiteX6-289" fmla="*/ 1503107 w 1720794"/>
              <a:gd name="connsiteY6-290" fmla="*/ 672856 h 1877032"/>
              <a:gd name="connsiteX7-291" fmla="*/ 1371521 w 1720794"/>
              <a:gd name="connsiteY7-292" fmla="*/ 154877 h 1877032"/>
              <a:gd name="connsiteX8-293" fmla="*/ 873681 w 1720794"/>
              <a:gd name="connsiteY8-294" fmla="*/ 21205 h 1877032"/>
              <a:gd name="connsiteX9-295" fmla="*/ 394949 w 1720794"/>
              <a:gd name="connsiteY9-296" fmla="*/ 534641 h 1877032"/>
              <a:gd name="connsiteX0-297" fmla="*/ 394949 w 1720794"/>
              <a:gd name="connsiteY0-298" fmla="*/ 534641 h 1877032"/>
              <a:gd name="connsiteX1-299" fmla="*/ 34597 w 1720794"/>
              <a:gd name="connsiteY1-300" fmla="*/ 940200 h 1877032"/>
              <a:gd name="connsiteX2-301" fmla="*/ 54054 w 1720794"/>
              <a:gd name="connsiteY2-302" fmla="*/ 1728260 h 1877032"/>
              <a:gd name="connsiteX3-303" fmla="*/ 385069 w 1720794"/>
              <a:gd name="connsiteY3-304" fmla="*/ 1877032 h 1877032"/>
              <a:gd name="connsiteX4-305" fmla="*/ 1605349 w 1720794"/>
              <a:gd name="connsiteY4-306" fmla="*/ 1798860 h 1877032"/>
              <a:gd name="connsiteX5-307" fmla="*/ 1555348 w 1720794"/>
              <a:gd name="connsiteY5-308" fmla="*/ 1257671 h 1877032"/>
              <a:gd name="connsiteX6-309" fmla="*/ 1503107 w 1720794"/>
              <a:gd name="connsiteY6-310" fmla="*/ 672856 h 1877032"/>
              <a:gd name="connsiteX7-311" fmla="*/ 1371521 w 1720794"/>
              <a:gd name="connsiteY7-312" fmla="*/ 154877 h 1877032"/>
              <a:gd name="connsiteX8-313" fmla="*/ 873681 w 1720794"/>
              <a:gd name="connsiteY8-314" fmla="*/ 21205 h 1877032"/>
              <a:gd name="connsiteX9-315" fmla="*/ 394949 w 1720794"/>
              <a:gd name="connsiteY9-316" fmla="*/ 534641 h 1877032"/>
              <a:gd name="connsiteX0-317" fmla="*/ 394949 w 1671512"/>
              <a:gd name="connsiteY0-318" fmla="*/ 534641 h 1877032"/>
              <a:gd name="connsiteX1-319" fmla="*/ 34597 w 1671512"/>
              <a:gd name="connsiteY1-320" fmla="*/ 940200 h 1877032"/>
              <a:gd name="connsiteX2-321" fmla="*/ 54054 w 1671512"/>
              <a:gd name="connsiteY2-322" fmla="*/ 1728260 h 1877032"/>
              <a:gd name="connsiteX3-323" fmla="*/ 385069 w 1671512"/>
              <a:gd name="connsiteY3-324" fmla="*/ 1877032 h 1877032"/>
              <a:gd name="connsiteX4-325" fmla="*/ 1605349 w 1671512"/>
              <a:gd name="connsiteY4-326" fmla="*/ 1798860 h 1877032"/>
              <a:gd name="connsiteX5-327" fmla="*/ 1555348 w 1671512"/>
              <a:gd name="connsiteY5-328" fmla="*/ 1257671 h 1877032"/>
              <a:gd name="connsiteX6-329" fmla="*/ 1503107 w 1671512"/>
              <a:gd name="connsiteY6-330" fmla="*/ 672856 h 1877032"/>
              <a:gd name="connsiteX7-331" fmla="*/ 1371521 w 1671512"/>
              <a:gd name="connsiteY7-332" fmla="*/ 154877 h 1877032"/>
              <a:gd name="connsiteX8-333" fmla="*/ 873681 w 1671512"/>
              <a:gd name="connsiteY8-334" fmla="*/ 21205 h 1877032"/>
              <a:gd name="connsiteX9-335" fmla="*/ 394949 w 1671512"/>
              <a:gd name="connsiteY9-336" fmla="*/ 534641 h 1877032"/>
              <a:gd name="connsiteX0-337" fmla="*/ 394949 w 1677296"/>
              <a:gd name="connsiteY0-338" fmla="*/ 534641 h 1877032"/>
              <a:gd name="connsiteX1-339" fmla="*/ 34597 w 1677296"/>
              <a:gd name="connsiteY1-340" fmla="*/ 940200 h 1877032"/>
              <a:gd name="connsiteX2-341" fmla="*/ 54054 w 1677296"/>
              <a:gd name="connsiteY2-342" fmla="*/ 1728260 h 1877032"/>
              <a:gd name="connsiteX3-343" fmla="*/ 385069 w 1677296"/>
              <a:gd name="connsiteY3-344" fmla="*/ 1877032 h 1877032"/>
              <a:gd name="connsiteX4-345" fmla="*/ 1612334 w 1677296"/>
              <a:gd name="connsiteY4-346" fmla="*/ 1840637 h 1877032"/>
              <a:gd name="connsiteX5-347" fmla="*/ 1555348 w 1677296"/>
              <a:gd name="connsiteY5-348" fmla="*/ 1257671 h 1877032"/>
              <a:gd name="connsiteX6-349" fmla="*/ 1503107 w 1677296"/>
              <a:gd name="connsiteY6-350" fmla="*/ 672856 h 1877032"/>
              <a:gd name="connsiteX7-351" fmla="*/ 1371521 w 1677296"/>
              <a:gd name="connsiteY7-352" fmla="*/ 154877 h 1877032"/>
              <a:gd name="connsiteX8-353" fmla="*/ 873681 w 1677296"/>
              <a:gd name="connsiteY8-354" fmla="*/ 21205 h 1877032"/>
              <a:gd name="connsiteX9-355" fmla="*/ 394949 w 1677296"/>
              <a:gd name="connsiteY9-356" fmla="*/ 534641 h 1877032"/>
              <a:gd name="connsiteX0-357" fmla="*/ 394949 w 1677298"/>
              <a:gd name="connsiteY0-358" fmla="*/ 534641 h 1877032"/>
              <a:gd name="connsiteX1-359" fmla="*/ 34597 w 1677298"/>
              <a:gd name="connsiteY1-360" fmla="*/ 940200 h 1877032"/>
              <a:gd name="connsiteX2-361" fmla="*/ 54054 w 1677298"/>
              <a:gd name="connsiteY2-362" fmla="*/ 1728260 h 1877032"/>
              <a:gd name="connsiteX3-363" fmla="*/ 385069 w 1677298"/>
              <a:gd name="connsiteY3-364" fmla="*/ 1877032 h 1877032"/>
              <a:gd name="connsiteX4-365" fmla="*/ 1612334 w 1677298"/>
              <a:gd name="connsiteY4-366" fmla="*/ 1840637 h 1877032"/>
              <a:gd name="connsiteX5-367" fmla="*/ 1555348 w 1677298"/>
              <a:gd name="connsiteY5-368" fmla="*/ 1257671 h 1877032"/>
              <a:gd name="connsiteX6-369" fmla="*/ 1503107 w 1677298"/>
              <a:gd name="connsiteY6-370" fmla="*/ 672856 h 1877032"/>
              <a:gd name="connsiteX7-371" fmla="*/ 1371521 w 1677298"/>
              <a:gd name="connsiteY7-372" fmla="*/ 154877 h 1877032"/>
              <a:gd name="connsiteX8-373" fmla="*/ 873681 w 1677298"/>
              <a:gd name="connsiteY8-374" fmla="*/ 21205 h 1877032"/>
              <a:gd name="connsiteX9-375" fmla="*/ 394949 w 1677298"/>
              <a:gd name="connsiteY9-376" fmla="*/ 534641 h 1877032"/>
              <a:gd name="connsiteX0-377" fmla="*/ 394949 w 1677296"/>
              <a:gd name="connsiteY0-378" fmla="*/ 534641 h 1904936"/>
              <a:gd name="connsiteX1-379" fmla="*/ 34597 w 1677296"/>
              <a:gd name="connsiteY1-380" fmla="*/ 940200 h 1904936"/>
              <a:gd name="connsiteX2-381" fmla="*/ 54054 w 1677296"/>
              <a:gd name="connsiteY2-382" fmla="*/ 1728260 h 1904936"/>
              <a:gd name="connsiteX3-383" fmla="*/ 385069 w 1677296"/>
              <a:gd name="connsiteY3-384" fmla="*/ 1877032 h 1904936"/>
              <a:gd name="connsiteX4-385" fmla="*/ 1612334 w 1677296"/>
              <a:gd name="connsiteY4-386" fmla="*/ 1840637 h 1904936"/>
              <a:gd name="connsiteX5-387" fmla="*/ 1555348 w 1677296"/>
              <a:gd name="connsiteY5-388" fmla="*/ 1257671 h 1904936"/>
              <a:gd name="connsiteX6-389" fmla="*/ 1503107 w 1677296"/>
              <a:gd name="connsiteY6-390" fmla="*/ 672856 h 1904936"/>
              <a:gd name="connsiteX7-391" fmla="*/ 1371521 w 1677296"/>
              <a:gd name="connsiteY7-392" fmla="*/ 154877 h 1904936"/>
              <a:gd name="connsiteX8-393" fmla="*/ 873681 w 1677296"/>
              <a:gd name="connsiteY8-394" fmla="*/ 21205 h 1904936"/>
              <a:gd name="connsiteX9-395" fmla="*/ 394949 w 1677296"/>
              <a:gd name="connsiteY9-396" fmla="*/ 534641 h 1904936"/>
              <a:gd name="connsiteX0-397" fmla="*/ 461539 w 1743887"/>
              <a:gd name="connsiteY0-398" fmla="*/ 534641 h 1904936"/>
              <a:gd name="connsiteX1-399" fmla="*/ 101187 w 1743887"/>
              <a:gd name="connsiteY1-400" fmla="*/ 940200 h 1904936"/>
              <a:gd name="connsiteX2-401" fmla="*/ 22840 w 1743887"/>
              <a:gd name="connsiteY2-402" fmla="*/ 1737812 h 1904936"/>
              <a:gd name="connsiteX3-403" fmla="*/ 451659 w 1743887"/>
              <a:gd name="connsiteY3-404" fmla="*/ 1877032 h 1904936"/>
              <a:gd name="connsiteX4-405" fmla="*/ 1678924 w 1743887"/>
              <a:gd name="connsiteY4-406" fmla="*/ 1840637 h 1904936"/>
              <a:gd name="connsiteX5-407" fmla="*/ 1621938 w 1743887"/>
              <a:gd name="connsiteY5-408" fmla="*/ 1257671 h 1904936"/>
              <a:gd name="connsiteX6-409" fmla="*/ 1569697 w 1743887"/>
              <a:gd name="connsiteY6-410" fmla="*/ 672856 h 1904936"/>
              <a:gd name="connsiteX7-411" fmla="*/ 1438111 w 1743887"/>
              <a:gd name="connsiteY7-412" fmla="*/ 154877 h 1904936"/>
              <a:gd name="connsiteX8-413" fmla="*/ 940271 w 1743887"/>
              <a:gd name="connsiteY8-414" fmla="*/ 21205 h 1904936"/>
              <a:gd name="connsiteX9-415" fmla="*/ 461539 w 1743887"/>
              <a:gd name="connsiteY9-416" fmla="*/ 534641 h 1904936"/>
              <a:gd name="connsiteX0-417" fmla="*/ 452050 w 1756359"/>
              <a:gd name="connsiteY0-418" fmla="*/ 534641 h 1891359"/>
              <a:gd name="connsiteX1-419" fmla="*/ 91698 w 1756359"/>
              <a:gd name="connsiteY1-420" fmla="*/ 940200 h 1891359"/>
              <a:gd name="connsiteX2-421" fmla="*/ 13351 w 1756359"/>
              <a:gd name="connsiteY2-422" fmla="*/ 1737812 h 1891359"/>
              <a:gd name="connsiteX3-423" fmla="*/ 309435 w 1756359"/>
              <a:gd name="connsiteY3-424" fmla="*/ 1891359 h 1891359"/>
              <a:gd name="connsiteX4-425" fmla="*/ 1669435 w 1756359"/>
              <a:gd name="connsiteY4-426" fmla="*/ 1840637 h 1891359"/>
              <a:gd name="connsiteX5-427" fmla="*/ 1612449 w 1756359"/>
              <a:gd name="connsiteY5-428" fmla="*/ 1257671 h 1891359"/>
              <a:gd name="connsiteX6-429" fmla="*/ 1560208 w 1756359"/>
              <a:gd name="connsiteY6-430" fmla="*/ 672856 h 1891359"/>
              <a:gd name="connsiteX7-431" fmla="*/ 1428622 w 1756359"/>
              <a:gd name="connsiteY7-432" fmla="*/ 154877 h 1891359"/>
              <a:gd name="connsiteX8-433" fmla="*/ 930782 w 1756359"/>
              <a:gd name="connsiteY8-434" fmla="*/ 21205 h 1891359"/>
              <a:gd name="connsiteX9-435" fmla="*/ 452050 w 1756359"/>
              <a:gd name="connsiteY9-436" fmla="*/ 534641 h 1891359"/>
              <a:gd name="connsiteX0-437" fmla="*/ 452050 w 1756257"/>
              <a:gd name="connsiteY0-438" fmla="*/ 534641 h 1891359"/>
              <a:gd name="connsiteX1-439" fmla="*/ 91698 w 1756257"/>
              <a:gd name="connsiteY1-440" fmla="*/ 940200 h 1891359"/>
              <a:gd name="connsiteX2-441" fmla="*/ 13351 w 1756257"/>
              <a:gd name="connsiteY2-442" fmla="*/ 1737812 h 1891359"/>
              <a:gd name="connsiteX3-443" fmla="*/ 309435 w 1756257"/>
              <a:gd name="connsiteY3-444" fmla="*/ 1891359 h 1891359"/>
              <a:gd name="connsiteX4-445" fmla="*/ 1669435 w 1756257"/>
              <a:gd name="connsiteY4-446" fmla="*/ 1840637 h 1891359"/>
              <a:gd name="connsiteX5-447" fmla="*/ 1612449 w 1756257"/>
              <a:gd name="connsiteY5-448" fmla="*/ 1257671 h 1891359"/>
              <a:gd name="connsiteX6-449" fmla="*/ 1563496 w 1756257"/>
              <a:gd name="connsiteY6-450" fmla="*/ 959631 h 1891359"/>
              <a:gd name="connsiteX7-451" fmla="*/ 1560208 w 1756257"/>
              <a:gd name="connsiteY7-452" fmla="*/ 672856 h 1891359"/>
              <a:gd name="connsiteX8-453" fmla="*/ 1428622 w 1756257"/>
              <a:gd name="connsiteY8-454" fmla="*/ 154877 h 1891359"/>
              <a:gd name="connsiteX9-455" fmla="*/ 930782 w 1756257"/>
              <a:gd name="connsiteY9-456" fmla="*/ 21205 h 1891359"/>
              <a:gd name="connsiteX10" fmla="*/ 452050 w 1756257"/>
              <a:gd name="connsiteY10" fmla="*/ 534641 h 1891359"/>
              <a:gd name="connsiteX0-457" fmla="*/ 452050 w 1764590"/>
              <a:gd name="connsiteY0-458" fmla="*/ 534641 h 1891359"/>
              <a:gd name="connsiteX1-459" fmla="*/ 91698 w 1764590"/>
              <a:gd name="connsiteY1-460" fmla="*/ 940200 h 1891359"/>
              <a:gd name="connsiteX2-461" fmla="*/ 13351 w 1764590"/>
              <a:gd name="connsiteY2-462" fmla="*/ 1737812 h 1891359"/>
              <a:gd name="connsiteX3-463" fmla="*/ 309435 w 1764590"/>
              <a:gd name="connsiteY3-464" fmla="*/ 1891359 h 1891359"/>
              <a:gd name="connsiteX4-465" fmla="*/ 1669435 w 1764590"/>
              <a:gd name="connsiteY4-466" fmla="*/ 1840637 h 1891359"/>
              <a:gd name="connsiteX5-467" fmla="*/ 1612449 w 1764590"/>
              <a:gd name="connsiteY5-468" fmla="*/ 1257671 h 1891359"/>
              <a:gd name="connsiteX6-469" fmla="*/ 1309780 w 1764590"/>
              <a:gd name="connsiteY6-470" fmla="*/ 1046341 h 1891359"/>
              <a:gd name="connsiteX7-471" fmla="*/ 1560208 w 1764590"/>
              <a:gd name="connsiteY7-472" fmla="*/ 672856 h 1891359"/>
              <a:gd name="connsiteX8-473" fmla="*/ 1428622 w 1764590"/>
              <a:gd name="connsiteY8-474" fmla="*/ 154877 h 1891359"/>
              <a:gd name="connsiteX9-475" fmla="*/ 930782 w 1764590"/>
              <a:gd name="connsiteY9-476" fmla="*/ 21205 h 1891359"/>
              <a:gd name="connsiteX10-477" fmla="*/ 452050 w 1764590"/>
              <a:gd name="connsiteY10-478" fmla="*/ 534641 h 1891359"/>
              <a:gd name="connsiteX0-479" fmla="*/ 452050 w 1764592"/>
              <a:gd name="connsiteY0-480" fmla="*/ 534641 h 1891359"/>
              <a:gd name="connsiteX1-481" fmla="*/ 91698 w 1764592"/>
              <a:gd name="connsiteY1-482" fmla="*/ 940200 h 1891359"/>
              <a:gd name="connsiteX2-483" fmla="*/ 13351 w 1764592"/>
              <a:gd name="connsiteY2-484" fmla="*/ 1737812 h 1891359"/>
              <a:gd name="connsiteX3-485" fmla="*/ 309435 w 1764592"/>
              <a:gd name="connsiteY3-486" fmla="*/ 1891359 h 1891359"/>
              <a:gd name="connsiteX4-487" fmla="*/ 1669435 w 1764592"/>
              <a:gd name="connsiteY4-488" fmla="*/ 1840637 h 1891359"/>
              <a:gd name="connsiteX5-489" fmla="*/ 1612449 w 1764592"/>
              <a:gd name="connsiteY5-490" fmla="*/ 1257671 h 1891359"/>
              <a:gd name="connsiteX6-491" fmla="*/ 1309780 w 1764592"/>
              <a:gd name="connsiteY6-492" fmla="*/ 1046341 h 1891359"/>
              <a:gd name="connsiteX7-493" fmla="*/ 1560208 w 1764592"/>
              <a:gd name="connsiteY7-494" fmla="*/ 672856 h 1891359"/>
              <a:gd name="connsiteX8-495" fmla="*/ 1428622 w 1764592"/>
              <a:gd name="connsiteY8-496" fmla="*/ 154877 h 1891359"/>
              <a:gd name="connsiteX9-497" fmla="*/ 930782 w 1764592"/>
              <a:gd name="connsiteY9-498" fmla="*/ 21205 h 1891359"/>
              <a:gd name="connsiteX10-499" fmla="*/ 452050 w 1764592"/>
              <a:gd name="connsiteY10-500" fmla="*/ 534641 h 1891359"/>
              <a:gd name="connsiteX0-501" fmla="*/ 452050 w 1764590"/>
              <a:gd name="connsiteY0-502" fmla="*/ 534641 h 1891359"/>
              <a:gd name="connsiteX1-503" fmla="*/ 91698 w 1764590"/>
              <a:gd name="connsiteY1-504" fmla="*/ 940200 h 1891359"/>
              <a:gd name="connsiteX2-505" fmla="*/ 13351 w 1764590"/>
              <a:gd name="connsiteY2-506" fmla="*/ 1737812 h 1891359"/>
              <a:gd name="connsiteX3-507" fmla="*/ 309435 w 1764590"/>
              <a:gd name="connsiteY3-508" fmla="*/ 1891359 h 1891359"/>
              <a:gd name="connsiteX4-509" fmla="*/ 1669435 w 1764590"/>
              <a:gd name="connsiteY4-510" fmla="*/ 1840637 h 1891359"/>
              <a:gd name="connsiteX5-511" fmla="*/ 1612449 w 1764590"/>
              <a:gd name="connsiteY5-512" fmla="*/ 1257671 h 1891359"/>
              <a:gd name="connsiteX6-513" fmla="*/ 1309780 w 1764590"/>
              <a:gd name="connsiteY6-514" fmla="*/ 1046341 h 1891359"/>
              <a:gd name="connsiteX7-515" fmla="*/ 1560208 w 1764590"/>
              <a:gd name="connsiteY7-516" fmla="*/ 672856 h 1891359"/>
              <a:gd name="connsiteX8-517" fmla="*/ 1428622 w 1764590"/>
              <a:gd name="connsiteY8-518" fmla="*/ 154877 h 1891359"/>
              <a:gd name="connsiteX9-519" fmla="*/ 930782 w 1764590"/>
              <a:gd name="connsiteY9-520" fmla="*/ 21205 h 1891359"/>
              <a:gd name="connsiteX10-521" fmla="*/ 452050 w 1764590"/>
              <a:gd name="connsiteY10-522" fmla="*/ 534641 h 1891359"/>
              <a:gd name="connsiteX0-523" fmla="*/ 452050 w 1792731"/>
              <a:gd name="connsiteY0-524" fmla="*/ 534641 h 1891359"/>
              <a:gd name="connsiteX1-525" fmla="*/ 91698 w 1792731"/>
              <a:gd name="connsiteY1-526" fmla="*/ 940200 h 1891359"/>
              <a:gd name="connsiteX2-527" fmla="*/ 13351 w 1792731"/>
              <a:gd name="connsiteY2-528" fmla="*/ 1737812 h 1891359"/>
              <a:gd name="connsiteX3-529" fmla="*/ 309435 w 1792731"/>
              <a:gd name="connsiteY3-530" fmla="*/ 1891359 h 1891359"/>
              <a:gd name="connsiteX4-531" fmla="*/ 1669435 w 1792731"/>
              <a:gd name="connsiteY4-532" fmla="*/ 1840637 h 1891359"/>
              <a:gd name="connsiteX5-533" fmla="*/ 1688563 w 1792731"/>
              <a:gd name="connsiteY5-534" fmla="*/ 1292355 h 1891359"/>
              <a:gd name="connsiteX6-535" fmla="*/ 1309780 w 1792731"/>
              <a:gd name="connsiteY6-536" fmla="*/ 1046341 h 1891359"/>
              <a:gd name="connsiteX7-537" fmla="*/ 1560208 w 1792731"/>
              <a:gd name="connsiteY7-538" fmla="*/ 672856 h 1891359"/>
              <a:gd name="connsiteX8-539" fmla="*/ 1428622 w 1792731"/>
              <a:gd name="connsiteY8-540" fmla="*/ 154877 h 1891359"/>
              <a:gd name="connsiteX9-541" fmla="*/ 930782 w 1792731"/>
              <a:gd name="connsiteY9-542" fmla="*/ 21205 h 1891359"/>
              <a:gd name="connsiteX10-543" fmla="*/ 452050 w 1792731"/>
              <a:gd name="connsiteY10-544" fmla="*/ 534641 h 1891359"/>
              <a:gd name="connsiteX0-545" fmla="*/ 452050 w 1814809"/>
              <a:gd name="connsiteY0-546" fmla="*/ 534641 h 1891359"/>
              <a:gd name="connsiteX1-547" fmla="*/ 91698 w 1814809"/>
              <a:gd name="connsiteY1-548" fmla="*/ 940200 h 1891359"/>
              <a:gd name="connsiteX2-549" fmla="*/ 13351 w 1814809"/>
              <a:gd name="connsiteY2-550" fmla="*/ 1737812 h 1891359"/>
              <a:gd name="connsiteX3-551" fmla="*/ 309435 w 1814809"/>
              <a:gd name="connsiteY3-552" fmla="*/ 1891359 h 1891359"/>
              <a:gd name="connsiteX4-553" fmla="*/ 1669435 w 1814809"/>
              <a:gd name="connsiteY4-554" fmla="*/ 1840637 h 1891359"/>
              <a:gd name="connsiteX5-555" fmla="*/ 1688563 w 1814809"/>
              <a:gd name="connsiteY5-556" fmla="*/ 1292355 h 1891359"/>
              <a:gd name="connsiteX6-557" fmla="*/ 1309780 w 1814809"/>
              <a:gd name="connsiteY6-558" fmla="*/ 1046341 h 1891359"/>
              <a:gd name="connsiteX7-559" fmla="*/ 1560208 w 1814809"/>
              <a:gd name="connsiteY7-560" fmla="*/ 672856 h 1891359"/>
              <a:gd name="connsiteX8-561" fmla="*/ 1428622 w 1814809"/>
              <a:gd name="connsiteY8-562" fmla="*/ 154877 h 1891359"/>
              <a:gd name="connsiteX9-563" fmla="*/ 930782 w 1814809"/>
              <a:gd name="connsiteY9-564" fmla="*/ 21205 h 1891359"/>
              <a:gd name="connsiteX10-565" fmla="*/ 452050 w 1814809"/>
              <a:gd name="connsiteY10-566" fmla="*/ 534641 h 1891359"/>
              <a:gd name="connsiteX0-567" fmla="*/ 452050 w 1814809"/>
              <a:gd name="connsiteY0-568" fmla="*/ 534641 h 1891359"/>
              <a:gd name="connsiteX1-569" fmla="*/ 91698 w 1814809"/>
              <a:gd name="connsiteY1-570" fmla="*/ 940200 h 1891359"/>
              <a:gd name="connsiteX2-571" fmla="*/ 13351 w 1814809"/>
              <a:gd name="connsiteY2-572" fmla="*/ 1737812 h 1891359"/>
              <a:gd name="connsiteX3-573" fmla="*/ 309435 w 1814809"/>
              <a:gd name="connsiteY3-574" fmla="*/ 1891359 h 1891359"/>
              <a:gd name="connsiteX4-575" fmla="*/ 1669435 w 1814809"/>
              <a:gd name="connsiteY4-576" fmla="*/ 1840637 h 1891359"/>
              <a:gd name="connsiteX5-577" fmla="*/ 1688563 w 1814809"/>
              <a:gd name="connsiteY5-578" fmla="*/ 1292355 h 1891359"/>
              <a:gd name="connsiteX6-579" fmla="*/ 1309780 w 1814809"/>
              <a:gd name="connsiteY6-580" fmla="*/ 1046341 h 1891359"/>
              <a:gd name="connsiteX7-581" fmla="*/ 1619996 w 1814809"/>
              <a:gd name="connsiteY7-582" fmla="*/ 526399 h 1891359"/>
              <a:gd name="connsiteX8-583" fmla="*/ 1428622 w 1814809"/>
              <a:gd name="connsiteY8-584" fmla="*/ 154877 h 1891359"/>
              <a:gd name="connsiteX9-585" fmla="*/ 930782 w 1814809"/>
              <a:gd name="connsiteY9-586" fmla="*/ 21205 h 1891359"/>
              <a:gd name="connsiteX10-587" fmla="*/ 452050 w 1814809"/>
              <a:gd name="connsiteY10-588" fmla="*/ 534641 h 1891359"/>
              <a:gd name="connsiteX0-589" fmla="*/ 452050 w 1814809"/>
              <a:gd name="connsiteY0-590" fmla="*/ 542872 h 1899590"/>
              <a:gd name="connsiteX1-591" fmla="*/ 91698 w 1814809"/>
              <a:gd name="connsiteY1-592" fmla="*/ 948431 h 1899590"/>
              <a:gd name="connsiteX2-593" fmla="*/ 13351 w 1814809"/>
              <a:gd name="connsiteY2-594" fmla="*/ 1746043 h 1899590"/>
              <a:gd name="connsiteX3-595" fmla="*/ 309435 w 1814809"/>
              <a:gd name="connsiteY3-596" fmla="*/ 1899590 h 1899590"/>
              <a:gd name="connsiteX4-597" fmla="*/ 1669435 w 1814809"/>
              <a:gd name="connsiteY4-598" fmla="*/ 1848868 h 1899590"/>
              <a:gd name="connsiteX5-599" fmla="*/ 1688563 w 1814809"/>
              <a:gd name="connsiteY5-600" fmla="*/ 1300586 h 1899590"/>
              <a:gd name="connsiteX6-601" fmla="*/ 1309780 w 1814809"/>
              <a:gd name="connsiteY6-602" fmla="*/ 1054572 h 1899590"/>
              <a:gd name="connsiteX7-603" fmla="*/ 1619996 w 1814809"/>
              <a:gd name="connsiteY7-604" fmla="*/ 534630 h 1899590"/>
              <a:gd name="connsiteX8-605" fmla="*/ 1488411 w 1814809"/>
              <a:gd name="connsiteY8-606" fmla="*/ 129049 h 1899590"/>
              <a:gd name="connsiteX9-607" fmla="*/ 930782 w 1814809"/>
              <a:gd name="connsiteY9-608" fmla="*/ 29436 h 1899590"/>
              <a:gd name="connsiteX10-609" fmla="*/ 452050 w 1814809"/>
              <a:gd name="connsiteY10-610" fmla="*/ 542872 h 1899590"/>
              <a:gd name="connsiteX0-611" fmla="*/ 452050 w 1814809"/>
              <a:gd name="connsiteY0-612" fmla="*/ 540513 h 1897231"/>
              <a:gd name="connsiteX1-613" fmla="*/ 91698 w 1814809"/>
              <a:gd name="connsiteY1-614" fmla="*/ 946072 h 1897231"/>
              <a:gd name="connsiteX2-615" fmla="*/ 13351 w 1814809"/>
              <a:gd name="connsiteY2-616" fmla="*/ 1743684 h 1897231"/>
              <a:gd name="connsiteX3-617" fmla="*/ 309435 w 1814809"/>
              <a:gd name="connsiteY3-618" fmla="*/ 1897231 h 1897231"/>
              <a:gd name="connsiteX4-619" fmla="*/ 1669435 w 1814809"/>
              <a:gd name="connsiteY4-620" fmla="*/ 1846509 h 1897231"/>
              <a:gd name="connsiteX5-621" fmla="*/ 1688563 w 1814809"/>
              <a:gd name="connsiteY5-622" fmla="*/ 1298227 h 1897231"/>
              <a:gd name="connsiteX6-623" fmla="*/ 1309780 w 1814809"/>
              <a:gd name="connsiteY6-624" fmla="*/ 1052213 h 1897231"/>
              <a:gd name="connsiteX7-625" fmla="*/ 1619996 w 1814809"/>
              <a:gd name="connsiteY7-626" fmla="*/ 532271 h 1897231"/>
              <a:gd name="connsiteX8-627" fmla="*/ 1488411 w 1814809"/>
              <a:gd name="connsiteY8-628" fmla="*/ 126690 h 1897231"/>
              <a:gd name="connsiteX9-629" fmla="*/ 930782 w 1814809"/>
              <a:gd name="connsiteY9-630" fmla="*/ 27077 h 1897231"/>
              <a:gd name="connsiteX10-631" fmla="*/ 452050 w 1814809"/>
              <a:gd name="connsiteY10-632" fmla="*/ 540513 h 1897231"/>
              <a:gd name="connsiteX0-633" fmla="*/ 452050 w 1814809"/>
              <a:gd name="connsiteY0-634" fmla="*/ 540513 h 1897231"/>
              <a:gd name="connsiteX1-635" fmla="*/ 91698 w 1814809"/>
              <a:gd name="connsiteY1-636" fmla="*/ 946072 h 1897231"/>
              <a:gd name="connsiteX2-637" fmla="*/ 13351 w 1814809"/>
              <a:gd name="connsiteY2-638" fmla="*/ 1743684 h 1897231"/>
              <a:gd name="connsiteX3-639" fmla="*/ 309435 w 1814809"/>
              <a:gd name="connsiteY3-640" fmla="*/ 1897231 h 1897231"/>
              <a:gd name="connsiteX4-641" fmla="*/ 1669435 w 1814809"/>
              <a:gd name="connsiteY4-642" fmla="*/ 1846509 h 1897231"/>
              <a:gd name="connsiteX5-643" fmla="*/ 1688563 w 1814809"/>
              <a:gd name="connsiteY5-644" fmla="*/ 1298227 h 1897231"/>
              <a:gd name="connsiteX6-645" fmla="*/ 1309780 w 1814809"/>
              <a:gd name="connsiteY6-646" fmla="*/ 1052213 h 1897231"/>
              <a:gd name="connsiteX7-647" fmla="*/ 1619996 w 1814809"/>
              <a:gd name="connsiteY7-648" fmla="*/ 532271 h 1897231"/>
              <a:gd name="connsiteX8-649" fmla="*/ 1488411 w 1814809"/>
              <a:gd name="connsiteY8-650" fmla="*/ 126690 h 1897231"/>
              <a:gd name="connsiteX9-651" fmla="*/ 930782 w 1814809"/>
              <a:gd name="connsiteY9-652" fmla="*/ 27077 h 1897231"/>
              <a:gd name="connsiteX10-653" fmla="*/ 452050 w 1814809"/>
              <a:gd name="connsiteY10-654" fmla="*/ 540513 h 1897231"/>
              <a:gd name="connsiteX0-655" fmla="*/ 288567 w 1811701"/>
              <a:gd name="connsiteY0-656" fmla="*/ 555674 h 1898251"/>
              <a:gd name="connsiteX1-657" fmla="*/ 88590 w 1811701"/>
              <a:gd name="connsiteY1-658" fmla="*/ 947092 h 1898251"/>
              <a:gd name="connsiteX2-659" fmla="*/ 10243 w 1811701"/>
              <a:gd name="connsiteY2-660" fmla="*/ 1744704 h 1898251"/>
              <a:gd name="connsiteX3-661" fmla="*/ 306327 w 1811701"/>
              <a:gd name="connsiteY3-662" fmla="*/ 1898251 h 1898251"/>
              <a:gd name="connsiteX4-663" fmla="*/ 1666327 w 1811701"/>
              <a:gd name="connsiteY4-664" fmla="*/ 1847529 h 1898251"/>
              <a:gd name="connsiteX5-665" fmla="*/ 1685455 w 1811701"/>
              <a:gd name="connsiteY5-666" fmla="*/ 1299247 h 1898251"/>
              <a:gd name="connsiteX6-667" fmla="*/ 1306672 w 1811701"/>
              <a:gd name="connsiteY6-668" fmla="*/ 1053233 h 1898251"/>
              <a:gd name="connsiteX7-669" fmla="*/ 1616888 w 1811701"/>
              <a:gd name="connsiteY7-670" fmla="*/ 533291 h 1898251"/>
              <a:gd name="connsiteX8-671" fmla="*/ 1485303 w 1811701"/>
              <a:gd name="connsiteY8-672" fmla="*/ 127710 h 1898251"/>
              <a:gd name="connsiteX9-673" fmla="*/ 927674 w 1811701"/>
              <a:gd name="connsiteY9-674" fmla="*/ 28097 h 1898251"/>
              <a:gd name="connsiteX10-675" fmla="*/ 288567 w 1811701"/>
              <a:gd name="connsiteY10-676" fmla="*/ 555674 h 1898251"/>
              <a:gd name="connsiteX0-677" fmla="*/ 288567 w 1811701"/>
              <a:gd name="connsiteY0-678" fmla="*/ 479828 h 1822405"/>
              <a:gd name="connsiteX1-679" fmla="*/ 88590 w 1811701"/>
              <a:gd name="connsiteY1-680" fmla="*/ 871246 h 1822405"/>
              <a:gd name="connsiteX2-681" fmla="*/ 10243 w 1811701"/>
              <a:gd name="connsiteY2-682" fmla="*/ 1668858 h 1822405"/>
              <a:gd name="connsiteX3-683" fmla="*/ 306327 w 1811701"/>
              <a:gd name="connsiteY3-684" fmla="*/ 1822405 h 1822405"/>
              <a:gd name="connsiteX4-685" fmla="*/ 1666327 w 1811701"/>
              <a:gd name="connsiteY4-686" fmla="*/ 1771683 h 1822405"/>
              <a:gd name="connsiteX5-687" fmla="*/ 1685455 w 1811701"/>
              <a:gd name="connsiteY5-688" fmla="*/ 1223401 h 1822405"/>
              <a:gd name="connsiteX6-689" fmla="*/ 1306672 w 1811701"/>
              <a:gd name="connsiteY6-690" fmla="*/ 977387 h 1822405"/>
              <a:gd name="connsiteX7-691" fmla="*/ 1616888 w 1811701"/>
              <a:gd name="connsiteY7-692" fmla="*/ 457445 h 1822405"/>
              <a:gd name="connsiteX8-693" fmla="*/ 1485303 w 1811701"/>
              <a:gd name="connsiteY8-694" fmla="*/ 51864 h 1822405"/>
              <a:gd name="connsiteX9-695" fmla="*/ 895599 w 1811701"/>
              <a:gd name="connsiteY9-696" fmla="*/ 79530 h 1822405"/>
              <a:gd name="connsiteX10-697" fmla="*/ 288567 w 1811701"/>
              <a:gd name="connsiteY10-698" fmla="*/ 479828 h 1822405"/>
              <a:gd name="connsiteX0-699" fmla="*/ 288567 w 1811701"/>
              <a:gd name="connsiteY0-700" fmla="*/ 419258 h 1761835"/>
              <a:gd name="connsiteX1-701" fmla="*/ 88590 w 1811701"/>
              <a:gd name="connsiteY1-702" fmla="*/ 810676 h 1761835"/>
              <a:gd name="connsiteX2-703" fmla="*/ 10243 w 1811701"/>
              <a:gd name="connsiteY2-704" fmla="*/ 1608288 h 1761835"/>
              <a:gd name="connsiteX3-705" fmla="*/ 306327 w 1811701"/>
              <a:gd name="connsiteY3-706" fmla="*/ 1761835 h 1761835"/>
              <a:gd name="connsiteX4-707" fmla="*/ 1666327 w 1811701"/>
              <a:gd name="connsiteY4-708" fmla="*/ 1711113 h 1761835"/>
              <a:gd name="connsiteX5-709" fmla="*/ 1685455 w 1811701"/>
              <a:gd name="connsiteY5-710" fmla="*/ 1162831 h 1761835"/>
              <a:gd name="connsiteX6-711" fmla="*/ 1306672 w 1811701"/>
              <a:gd name="connsiteY6-712" fmla="*/ 916817 h 1761835"/>
              <a:gd name="connsiteX7-713" fmla="*/ 1616888 w 1811701"/>
              <a:gd name="connsiteY7-714" fmla="*/ 396875 h 1761835"/>
              <a:gd name="connsiteX8-715" fmla="*/ 1373040 w 1811701"/>
              <a:gd name="connsiteY8-716" fmla="*/ 118574 h 1761835"/>
              <a:gd name="connsiteX9-717" fmla="*/ 895599 w 1811701"/>
              <a:gd name="connsiteY9-718" fmla="*/ 18960 h 1761835"/>
              <a:gd name="connsiteX10-719" fmla="*/ 288567 w 1811701"/>
              <a:gd name="connsiteY10-720" fmla="*/ 419258 h 1761835"/>
              <a:gd name="connsiteX0-721" fmla="*/ 288567 w 1811701"/>
              <a:gd name="connsiteY0-722" fmla="*/ 419258 h 1761835"/>
              <a:gd name="connsiteX1-723" fmla="*/ 88590 w 1811701"/>
              <a:gd name="connsiteY1-724" fmla="*/ 810676 h 1761835"/>
              <a:gd name="connsiteX2-725" fmla="*/ 10243 w 1811701"/>
              <a:gd name="connsiteY2-726" fmla="*/ 1608288 h 1761835"/>
              <a:gd name="connsiteX3-727" fmla="*/ 306327 w 1811701"/>
              <a:gd name="connsiteY3-728" fmla="*/ 1761835 h 1761835"/>
              <a:gd name="connsiteX4-729" fmla="*/ 1666327 w 1811701"/>
              <a:gd name="connsiteY4-730" fmla="*/ 1711113 h 1761835"/>
              <a:gd name="connsiteX5-731" fmla="*/ 1685455 w 1811701"/>
              <a:gd name="connsiteY5-732" fmla="*/ 1162831 h 1761835"/>
              <a:gd name="connsiteX6-733" fmla="*/ 1306672 w 1811701"/>
              <a:gd name="connsiteY6-734" fmla="*/ 916817 h 1761835"/>
              <a:gd name="connsiteX7-735" fmla="*/ 1584814 w 1811701"/>
              <a:gd name="connsiteY7-736" fmla="*/ 510012 h 1761835"/>
              <a:gd name="connsiteX8-737" fmla="*/ 1373040 w 1811701"/>
              <a:gd name="connsiteY8-738" fmla="*/ 118574 h 1761835"/>
              <a:gd name="connsiteX9-739" fmla="*/ 895599 w 1811701"/>
              <a:gd name="connsiteY9-740" fmla="*/ 18960 h 1761835"/>
              <a:gd name="connsiteX10-741" fmla="*/ 288567 w 1811701"/>
              <a:gd name="connsiteY10-742" fmla="*/ 419258 h 1761835"/>
              <a:gd name="connsiteX0-743" fmla="*/ 288567 w 1770444"/>
              <a:gd name="connsiteY0-744" fmla="*/ 419258 h 1761835"/>
              <a:gd name="connsiteX1-745" fmla="*/ 88590 w 1770444"/>
              <a:gd name="connsiteY1-746" fmla="*/ 810676 h 1761835"/>
              <a:gd name="connsiteX2-747" fmla="*/ 10243 w 1770444"/>
              <a:gd name="connsiteY2-748" fmla="*/ 1608288 h 1761835"/>
              <a:gd name="connsiteX3-749" fmla="*/ 306327 w 1770444"/>
              <a:gd name="connsiteY3-750" fmla="*/ 1761835 h 1761835"/>
              <a:gd name="connsiteX4-751" fmla="*/ 1666327 w 1770444"/>
              <a:gd name="connsiteY4-752" fmla="*/ 1711113 h 1761835"/>
              <a:gd name="connsiteX5-753" fmla="*/ 1589229 w 1770444"/>
              <a:gd name="connsiteY5-754" fmla="*/ 1176973 h 1761835"/>
              <a:gd name="connsiteX6-755" fmla="*/ 1306672 w 1770444"/>
              <a:gd name="connsiteY6-756" fmla="*/ 916817 h 1761835"/>
              <a:gd name="connsiteX7-757" fmla="*/ 1584814 w 1770444"/>
              <a:gd name="connsiteY7-758" fmla="*/ 510012 h 1761835"/>
              <a:gd name="connsiteX8-759" fmla="*/ 1373040 w 1770444"/>
              <a:gd name="connsiteY8-760" fmla="*/ 118574 h 1761835"/>
              <a:gd name="connsiteX9-761" fmla="*/ 895599 w 1770444"/>
              <a:gd name="connsiteY9-762" fmla="*/ 18960 h 1761835"/>
              <a:gd name="connsiteX10-763" fmla="*/ 288567 w 1770444"/>
              <a:gd name="connsiteY10-764" fmla="*/ 419258 h 1761835"/>
              <a:gd name="connsiteX0-765" fmla="*/ 288567 w 1592514"/>
              <a:gd name="connsiteY0-766" fmla="*/ 419258 h 1863058"/>
              <a:gd name="connsiteX1-767" fmla="*/ 88590 w 1592514"/>
              <a:gd name="connsiteY1-768" fmla="*/ 810676 h 1863058"/>
              <a:gd name="connsiteX2-769" fmla="*/ 10243 w 1592514"/>
              <a:gd name="connsiteY2-770" fmla="*/ 1608288 h 1863058"/>
              <a:gd name="connsiteX3-771" fmla="*/ 306327 w 1592514"/>
              <a:gd name="connsiteY3-772" fmla="*/ 1761835 h 1863058"/>
              <a:gd name="connsiteX4-773" fmla="*/ 1377650 w 1592514"/>
              <a:gd name="connsiteY4-774" fmla="*/ 1838393 h 1863058"/>
              <a:gd name="connsiteX5-775" fmla="*/ 1589229 w 1592514"/>
              <a:gd name="connsiteY5-776" fmla="*/ 1176973 h 1863058"/>
              <a:gd name="connsiteX6-777" fmla="*/ 1306672 w 1592514"/>
              <a:gd name="connsiteY6-778" fmla="*/ 916817 h 1863058"/>
              <a:gd name="connsiteX7-779" fmla="*/ 1584814 w 1592514"/>
              <a:gd name="connsiteY7-780" fmla="*/ 510012 h 1863058"/>
              <a:gd name="connsiteX8-781" fmla="*/ 1373040 w 1592514"/>
              <a:gd name="connsiteY8-782" fmla="*/ 118574 h 1863058"/>
              <a:gd name="connsiteX9-783" fmla="*/ 895599 w 1592514"/>
              <a:gd name="connsiteY9-784" fmla="*/ 18960 h 1863058"/>
              <a:gd name="connsiteX10-785" fmla="*/ 288567 w 1592514"/>
              <a:gd name="connsiteY10-786" fmla="*/ 419258 h 1863058"/>
              <a:gd name="connsiteX0-787" fmla="*/ 421322 w 1594935"/>
              <a:gd name="connsiteY0-788" fmla="*/ 616342 h 1876292"/>
              <a:gd name="connsiteX1-789" fmla="*/ 91011 w 1594935"/>
              <a:gd name="connsiteY1-790" fmla="*/ 823910 h 1876292"/>
              <a:gd name="connsiteX2-791" fmla="*/ 12664 w 1594935"/>
              <a:gd name="connsiteY2-792" fmla="*/ 1621522 h 1876292"/>
              <a:gd name="connsiteX3-793" fmla="*/ 308748 w 1594935"/>
              <a:gd name="connsiteY3-794" fmla="*/ 1775069 h 1876292"/>
              <a:gd name="connsiteX4-795" fmla="*/ 1380071 w 1594935"/>
              <a:gd name="connsiteY4-796" fmla="*/ 1851627 h 1876292"/>
              <a:gd name="connsiteX5-797" fmla="*/ 1591650 w 1594935"/>
              <a:gd name="connsiteY5-798" fmla="*/ 1190207 h 1876292"/>
              <a:gd name="connsiteX6-799" fmla="*/ 1309093 w 1594935"/>
              <a:gd name="connsiteY6-800" fmla="*/ 930051 h 1876292"/>
              <a:gd name="connsiteX7-801" fmla="*/ 1587235 w 1594935"/>
              <a:gd name="connsiteY7-802" fmla="*/ 523246 h 1876292"/>
              <a:gd name="connsiteX8-803" fmla="*/ 1375461 w 1594935"/>
              <a:gd name="connsiteY8-804" fmla="*/ 131808 h 1876292"/>
              <a:gd name="connsiteX9-805" fmla="*/ 898020 w 1594935"/>
              <a:gd name="connsiteY9-806" fmla="*/ 32194 h 1876292"/>
              <a:gd name="connsiteX10-807" fmla="*/ 421322 w 1594935"/>
              <a:gd name="connsiteY10-808" fmla="*/ 616342 h 1876292"/>
              <a:gd name="connsiteX0-809" fmla="*/ 413257 w 1586870"/>
              <a:gd name="connsiteY0-810" fmla="*/ 616342 h 1876292"/>
              <a:gd name="connsiteX1-811" fmla="*/ 140873 w 1586870"/>
              <a:gd name="connsiteY1-812" fmla="*/ 993617 h 1876292"/>
              <a:gd name="connsiteX2-813" fmla="*/ 4599 w 1586870"/>
              <a:gd name="connsiteY2-814" fmla="*/ 1621522 h 1876292"/>
              <a:gd name="connsiteX3-815" fmla="*/ 300683 w 1586870"/>
              <a:gd name="connsiteY3-816" fmla="*/ 1775069 h 1876292"/>
              <a:gd name="connsiteX4-817" fmla="*/ 1372006 w 1586870"/>
              <a:gd name="connsiteY4-818" fmla="*/ 1851627 h 1876292"/>
              <a:gd name="connsiteX5-819" fmla="*/ 1583585 w 1586870"/>
              <a:gd name="connsiteY5-820" fmla="*/ 1190207 h 1876292"/>
              <a:gd name="connsiteX6-821" fmla="*/ 1301028 w 1586870"/>
              <a:gd name="connsiteY6-822" fmla="*/ 930051 h 1876292"/>
              <a:gd name="connsiteX7-823" fmla="*/ 1579170 w 1586870"/>
              <a:gd name="connsiteY7-824" fmla="*/ 523246 h 1876292"/>
              <a:gd name="connsiteX8-825" fmla="*/ 1367396 w 1586870"/>
              <a:gd name="connsiteY8-826" fmla="*/ 131808 h 1876292"/>
              <a:gd name="connsiteX9-827" fmla="*/ 889955 w 1586870"/>
              <a:gd name="connsiteY9-828" fmla="*/ 32194 h 1876292"/>
              <a:gd name="connsiteX10-829" fmla="*/ 413257 w 1586870"/>
              <a:gd name="connsiteY10-830" fmla="*/ 616342 h 1876292"/>
              <a:gd name="connsiteX0-831" fmla="*/ 284962 w 1458575"/>
              <a:gd name="connsiteY0-832" fmla="*/ 616342 h 1908017"/>
              <a:gd name="connsiteX1-833" fmla="*/ 12578 w 1458575"/>
              <a:gd name="connsiteY1-834" fmla="*/ 993617 h 1908017"/>
              <a:gd name="connsiteX2-835" fmla="*/ 172388 w 1458575"/>
              <a:gd name="connsiteY2-836" fmla="*/ 1775069 h 1908017"/>
              <a:gd name="connsiteX3-837" fmla="*/ 1243711 w 1458575"/>
              <a:gd name="connsiteY3-838" fmla="*/ 1851627 h 1908017"/>
              <a:gd name="connsiteX4-839" fmla="*/ 1455290 w 1458575"/>
              <a:gd name="connsiteY4-840" fmla="*/ 1190207 h 1908017"/>
              <a:gd name="connsiteX5-841" fmla="*/ 1172733 w 1458575"/>
              <a:gd name="connsiteY5-842" fmla="*/ 930051 h 1908017"/>
              <a:gd name="connsiteX6-843" fmla="*/ 1450875 w 1458575"/>
              <a:gd name="connsiteY6-844" fmla="*/ 523246 h 1908017"/>
              <a:gd name="connsiteX7-845" fmla="*/ 1239101 w 1458575"/>
              <a:gd name="connsiteY7-846" fmla="*/ 131808 h 1908017"/>
              <a:gd name="connsiteX8-847" fmla="*/ 761660 w 1458575"/>
              <a:gd name="connsiteY8-848" fmla="*/ 32194 h 1908017"/>
              <a:gd name="connsiteX9-849" fmla="*/ 284962 w 1458575"/>
              <a:gd name="connsiteY9-850" fmla="*/ 616342 h 1908017"/>
              <a:gd name="connsiteX0-851" fmla="*/ 343858 w 1519131"/>
              <a:gd name="connsiteY0-852" fmla="*/ 616342 h 1885036"/>
              <a:gd name="connsiteX1-853" fmla="*/ 71474 w 1519131"/>
              <a:gd name="connsiteY1-854" fmla="*/ 993617 h 1885036"/>
              <a:gd name="connsiteX2-855" fmla="*/ 115432 w 1519131"/>
              <a:gd name="connsiteY2-856" fmla="*/ 1704358 h 1885036"/>
              <a:gd name="connsiteX3-857" fmla="*/ 1302607 w 1519131"/>
              <a:gd name="connsiteY3-858" fmla="*/ 1851627 h 1885036"/>
              <a:gd name="connsiteX4-859" fmla="*/ 1514186 w 1519131"/>
              <a:gd name="connsiteY4-860" fmla="*/ 1190207 h 1885036"/>
              <a:gd name="connsiteX5-861" fmla="*/ 1231629 w 1519131"/>
              <a:gd name="connsiteY5-862" fmla="*/ 930051 h 1885036"/>
              <a:gd name="connsiteX6-863" fmla="*/ 1509771 w 1519131"/>
              <a:gd name="connsiteY6-864" fmla="*/ 523246 h 1885036"/>
              <a:gd name="connsiteX7-865" fmla="*/ 1297997 w 1519131"/>
              <a:gd name="connsiteY7-866" fmla="*/ 131808 h 1885036"/>
              <a:gd name="connsiteX8-867" fmla="*/ 820556 w 1519131"/>
              <a:gd name="connsiteY8-868" fmla="*/ 32194 h 1885036"/>
              <a:gd name="connsiteX9-869" fmla="*/ 343858 w 1519131"/>
              <a:gd name="connsiteY9-870" fmla="*/ 616342 h 1885036"/>
              <a:gd name="connsiteX0-871" fmla="*/ 343858 w 1549812"/>
              <a:gd name="connsiteY0-872" fmla="*/ 616342 h 1800235"/>
              <a:gd name="connsiteX1-873" fmla="*/ 71474 w 1549812"/>
              <a:gd name="connsiteY1-874" fmla="*/ 993617 h 1800235"/>
              <a:gd name="connsiteX2-875" fmla="*/ 115432 w 1549812"/>
              <a:gd name="connsiteY2-876" fmla="*/ 1704358 h 1800235"/>
              <a:gd name="connsiteX3-877" fmla="*/ 1389496 w 1549812"/>
              <a:gd name="connsiteY3-878" fmla="*/ 1724347 h 1800235"/>
              <a:gd name="connsiteX4-879" fmla="*/ 1514186 w 1549812"/>
              <a:gd name="connsiteY4-880" fmla="*/ 1190207 h 1800235"/>
              <a:gd name="connsiteX5-881" fmla="*/ 1231629 w 1549812"/>
              <a:gd name="connsiteY5-882" fmla="*/ 930051 h 1800235"/>
              <a:gd name="connsiteX6-883" fmla="*/ 1509771 w 1549812"/>
              <a:gd name="connsiteY6-884" fmla="*/ 523246 h 1800235"/>
              <a:gd name="connsiteX7-885" fmla="*/ 1297997 w 1549812"/>
              <a:gd name="connsiteY7-886" fmla="*/ 131808 h 1800235"/>
              <a:gd name="connsiteX8-887" fmla="*/ 820556 w 1549812"/>
              <a:gd name="connsiteY8-888" fmla="*/ 32194 h 1800235"/>
              <a:gd name="connsiteX9-889" fmla="*/ 343858 w 1549812"/>
              <a:gd name="connsiteY9-890" fmla="*/ 616342 h 1800235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  <a:cxn ang="0">
                <a:pos x="connsiteX7-15" y="connsiteY7-16"/>
              </a:cxn>
              <a:cxn ang="0">
                <a:pos x="connsiteX8-17" y="connsiteY8-18"/>
              </a:cxn>
              <a:cxn ang="0">
                <a:pos x="connsiteX9-235" y="connsiteY9-236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algn="ctr"/>
            <a:endParaRPr lang="en-US" dirty="0"/>
          </a:p>
        </p:txBody>
      </p:sp>
      <p:sp>
        <p:nvSpPr>
          <p:cNvPr id="13" name="Freeform 417"/>
          <p:cNvSpPr/>
          <p:nvPr/>
        </p:nvSpPr>
        <p:spPr bwMode="auto">
          <a:xfrm>
            <a:off x="7274076" y="1826035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endParaRPr lang="en-US" dirty="0"/>
          </a:p>
        </p:txBody>
      </p:sp>
      <p:grpSp>
        <p:nvGrpSpPr>
          <p:cNvPr id="14" name="Group 418"/>
          <p:cNvGrpSpPr/>
          <p:nvPr/>
        </p:nvGrpSpPr>
        <p:grpSpPr bwMode="auto">
          <a:xfrm>
            <a:off x="7205350" y="3289251"/>
            <a:ext cx="1458912" cy="933450"/>
            <a:chOff x="2889" y="1631"/>
            <a:chExt cx="980" cy="743"/>
          </a:xfrm>
        </p:grpSpPr>
        <p:sp>
          <p:nvSpPr>
            <p:cNvPr id="369" name="Rectangle 419"/>
            <p:cNvSpPr>
              <a:spLocks noChangeArrowheads="1"/>
            </p:cNvSpPr>
            <p:nvPr/>
          </p:nvSpPr>
          <p:spPr bwMode="auto">
            <a:xfrm>
              <a:off x="3046" y="1841"/>
              <a:ext cx="663" cy="533"/>
            </a:xfrm>
            <a:prstGeom prst="rect">
              <a:avLst/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370" name="AutoShape 420"/>
            <p:cNvSpPr>
              <a:spLocks noChangeArrowheads="1"/>
            </p:cNvSpPr>
            <p:nvPr/>
          </p:nvSpPr>
          <p:spPr bwMode="auto">
            <a:xfrm>
              <a:off x="2889" y="1631"/>
              <a:ext cx="980" cy="253"/>
            </a:xfrm>
            <a:prstGeom prst="triangle">
              <a:avLst>
                <a:gd name="adj" fmla="val 50000"/>
              </a:avLst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solidFill>
                  <a:srgbClr val="00CCFF"/>
                </a:solidFill>
                <a:latin typeface="Arial" panose="020B0604020202020204" pitchFamily="34" charset="0"/>
              </a:endParaRPr>
            </a:p>
          </p:txBody>
        </p:sp>
      </p:grpSp>
      <p:sp>
        <p:nvSpPr>
          <p:cNvPr id="21" name="Freeform 427"/>
          <p:cNvSpPr/>
          <p:nvPr/>
        </p:nvSpPr>
        <p:spPr bwMode="auto">
          <a:xfrm>
            <a:off x="7712401" y="4683134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endParaRPr lang="en-US" dirty="0"/>
          </a:p>
        </p:txBody>
      </p:sp>
      <p:sp>
        <p:nvSpPr>
          <p:cNvPr id="66" name="Text Box 580"/>
          <p:cNvSpPr txBox="1">
            <a:spLocks noChangeArrowheads="1"/>
          </p:cNvSpPr>
          <p:nvPr/>
        </p:nvSpPr>
        <p:spPr bwMode="auto">
          <a:xfrm>
            <a:off x="7679274" y="1488461"/>
            <a:ext cx="13394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移动网络</a:t>
            </a:r>
            <a:endParaRPr lang="en-US" altLang="en-US" sz="1400" dirty="0">
              <a:latin typeface="+mn-lt"/>
            </a:endParaRPr>
          </a:p>
        </p:txBody>
      </p:sp>
      <p:sp>
        <p:nvSpPr>
          <p:cNvPr id="69" name="Text Box 580"/>
          <p:cNvSpPr txBox="1">
            <a:spLocks noChangeArrowheads="1"/>
          </p:cNvSpPr>
          <p:nvPr/>
        </p:nvSpPr>
        <p:spPr bwMode="auto">
          <a:xfrm>
            <a:off x="7330835" y="4191922"/>
            <a:ext cx="1955646" cy="268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家庭网络</a:t>
            </a:r>
            <a:endParaRPr lang="en-US" altLang="en-US" sz="1400" dirty="0">
              <a:latin typeface="+mn-lt"/>
            </a:endParaRPr>
          </a:p>
        </p:txBody>
      </p:sp>
      <p:sp>
        <p:nvSpPr>
          <p:cNvPr id="70" name="Text Box 580"/>
          <p:cNvSpPr txBox="1">
            <a:spLocks noChangeArrowheads="1"/>
          </p:cNvSpPr>
          <p:nvPr/>
        </p:nvSpPr>
        <p:spPr bwMode="auto">
          <a:xfrm>
            <a:off x="7306908" y="5779775"/>
            <a:ext cx="1195135" cy="44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企业</a:t>
            </a:r>
            <a:endParaRPr lang="en-US" altLang="en-US" sz="1400" dirty="0">
              <a:latin typeface="+mn-lt"/>
            </a:endParaRPr>
          </a:p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          网络</a:t>
            </a:r>
            <a:endParaRPr lang="en-US" altLang="en-US" sz="1400" dirty="0">
              <a:latin typeface="+mn-lt"/>
            </a:endParaRPr>
          </a:p>
        </p:txBody>
      </p:sp>
      <p:sp>
        <p:nvSpPr>
          <p:cNvPr id="372" name="Freeform 371"/>
          <p:cNvSpPr/>
          <p:nvPr/>
        </p:nvSpPr>
        <p:spPr>
          <a:xfrm>
            <a:off x="10222146" y="3179540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-1" fmla="*/ 434989 w 1537226"/>
              <a:gd name="connsiteY0-2" fmla="*/ 253346 h 1763594"/>
              <a:gd name="connsiteX1-3" fmla="*/ 488 w 1537226"/>
              <a:gd name="connsiteY1-4" fmla="*/ 921706 h 1763594"/>
              <a:gd name="connsiteX2-5" fmla="*/ 368142 w 1537226"/>
              <a:gd name="connsiteY2-6" fmla="*/ 1489812 h 1763594"/>
              <a:gd name="connsiteX3-7" fmla="*/ 1187008 w 1537226"/>
              <a:gd name="connsiteY3-8" fmla="*/ 1757156 h 1763594"/>
              <a:gd name="connsiteX4-9" fmla="*/ 1521239 w 1537226"/>
              <a:gd name="connsiteY4-10" fmla="*/ 1239177 h 1763594"/>
              <a:gd name="connsiteX5-11" fmla="*/ 1468998 w 1537226"/>
              <a:gd name="connsiteY5-12" fmla="*/ 654362 h 1763594"/>
              <a:gd name="connsiteX6-13" fmla="*/ 1337412 w 1537226"/>
              <a:gd name="connsiteY6-14" fmla="*/ 136383 h 1763594"/>
              <a:gd name="connsiteX7-15" fmla="*/ 1086739 w 1537226"/>
              <a:gd name="connsiteY7-16" fmla="*/ 2711 h 1763594"/>
              <a:gd name="connsiteX8-17" fmla="*/ 434989 w 1537226"/>
              <a:gd name="connsiteY8-18" fmla="*/ 253346 h 1763594"/>
              <a:gd name="connsiteX0-19" fmla="*/ 434989 w 1537226"/>
              <a:gd name="connsiteY0-20" fmla="*/ 253346 h 1763594"/>
              <a:gd name="connsiteX1-21" fmla="*/ 488 w 1537226"/>
              <a:gd name="connsiteY1-22" fmla="*/ 921706 h 1763594"/>
              <a:gd name="connsiteX2-23" fmla="*/ 368142 w 1537226"/>
              <a:gd name="connsiteY2-24" fmla="*/ 1489812 h 1763594"/>
              <a:gd name="connsiteX3-25" fmla="*/ 1187008 w 1537226"/>
              <a:gd name="connsiteY3-26" fmla="*/ 1757156 h 1763594"/>
              <a:gd name="connsiteX4-27" fmla="*/ 1521239 w 1537226"/>
              <a:gd name="connsiteY4-28" fmla="*/ 1239177 h 1763594"/>
              <a:gd name="connsiteX5-29" fmla="*/ 1468998 w 1537226"/>
              <a:gd name="connsiteY5-30" fmla="*/ 654362 h 1763594"/>
              <a:gd name="connsiteX6-31" fmla="*/ 1337412 w 1537226"/>
              <a:gd name="connsiteY6-32" fmla="*/ 136383 h 1763594"/>
              <a:gd name="connsiteX7-33" fmla="*/ 839572 w 1537226"/>
              <a:gd name="connsiteY7-34" fmla="*/ 2711 h 1763594"/>
              <a:gd name="connsiteX8-35" fmla="*/ 434989 w 1537226"/>
              <a:gd name="connsiteY8-36" fmla="*/ 253346 h 1763594"/>
              <a:gd name="connsiteX0-37" fmla="*/ 360357 w 1536743"/>
              <a:gd name="connsiteY0-38" fmla="*/ 534641 h 1782088"/>
              <a:gd name="connsiteX1-39" fmla="*/ 5 w 1536743"/>
              <a:gd name="connsiteY1-40" fmla="*/ 940200 h 1782088"/>
              <a:gd name="connsiteX2-41" fmla="*/ 367659 w 1536743"/>
              <a:gd name="connsiteY2-42" fmla="*/ 1508306 h 1782088"/>
              <a:gd name="connsiteX3-43" fmla="*/ 1186525 w 1536743"/>
              <a:gd name="connsiteY3-44" fmla="*/ 1775650 h 1782088"/>
              <a:gd name="connsiteX4-45" fmla="*/ 1520756 w 1536743"/>
              <a:gd name="connsiteY4-46" fmla="*/ 1257671 h 1782088"/>
              <a:gd name="connsiteX5-47" fmla="*/ 1468515 w 1536743"/>
              <a:gd name="connsiteY5-48" fmla="*/ 672856 h 1782088"/>
              <a:gd name="connsiteX6-49" fmla="*/ 1336929 w 1536743"/>
              <a:gd name="connsiteY6-50" fmla="*/ 154877 h 1782088"/>
              <a:gd name="connsiteX7-51" fmla="*/ 839089 w 1536743"/>
              <a:gd name="connsiteY7-52" fmla="*/ 21205 h 1782088"/>
              <a:gd name="connsiteX8-53" fmla="*/ 360357 w 1536743"/>
              <a:gd name="connsiteY8-54" fmla="*/ 534641 h 1782088"/>
              <a:gd name="connsiteX0-55" fmla="*/ 360355 w 1536741"/>
              <a:gd name="connsiteY0-56" fmla="*/ 534641 h 1782088"/>
              <a:gd name="connsiteX1-57" fmla="*/ 3 w 1536741"/>
              <a:gd name="connsiteY1-58" fmla="*/ 940200 h 1782088"/>
              <a:gd name="connsiteX2-59" fmla="*/ 367657 w 1536741"/>
              <a:gd name="connsiteY2-60" fmla="*/ 1508306 h 1782088"/>
              <a:gd name="connsiteX3-61" fmla="*/ 1186523 w 1536741"/>
              <a:gd name="connsiteY3-62" fmla="*/ 1775650 h 1782088"/>
              <a:gd name="connsiteX4-63" fmla="*/ 1520754 w 1536741"/>
              <a:gd name="connsiteY4-64" fmla="*/ 1257671 h 1782088"/>
              <a:gd name="connsiteX5-65" fmla="*/ 1468513 w 1536741"/>
              <a:gd name="connsiteY5-66" fmla="*/ 672856 h 1782088"/>
              <a:gd name="connsiteX6-67" fmla="*/ 1336927 w 1536741"/>
              <a:gd name="connsiteY6-68" fmla="*/ 154877 h 1782088"/>
              <a:gd name="connsiteX7-69" fmla="*/ 839087 w 1536741"/>
              <a:gd name="connsiteY7-70" fmla="*/ 21205 h 1782088"/>
              <a:gd name="connsiteX8-71" fmla="*/ 360355 w 1536741"/>
              <a:gd name="connsiteY8-72" fmla="*/ 534641 h 1782088"/>
              <a:gd name="connsiteX0-73" fmla="*/ 360355 w 1534770"/>
              <a:gd name="connsiteY0-74" fmla="*/ 553225 h 1800672"/>
              <a:gd name="connsiteX1-75" fmla="*/ 3 w 1534770"/>
              <a:gd name="connsiteY1-76" fmla="*/ 958784 h 1800672"/>
              <a:gd name="connsiteX2-77" fmla="*/ 367657 w 1534770"/>
              <a:gd name="connsiteY2-78" fmla="*/ 1526890 h 1800672"/>
              <a:gd name="connsiteX3-79" fmla="*/ 1186523 w 1534770"/>
              <a:gd name="connsiteY3-80" fmla="*/ 1794234 h 1800672"/>
              <a:gd name="connsiteX4-81" fmla="*/ 1520754 w 1534770"/>
              <a:gd name="connsiteY4-82" fmla="*/ 1276255 h 1800672"/>
              <a:gd name="connsiteX5-83" fmla="*/ 1468513 w 1534770"/>
              <a:gd name="connsiteY5-84" fmla="*/ 691440 h 1800672"/>
              <a:gd name="connsiteX6-85" fmla="*/ 1435794 w 1534770"/>
              <a:gd name="connsiteY6-86" fmla="*/ 107761 h 1800672"/>
              <a:gd name="connsiteX7-87" fmla="*/ 839087 w 1534770"/>
              <a:gd name="connsiteY7-88" fmla="*/ 39789 h 1800672"/>
              <a:gd name="connsiteX8-89" fmla="*/ 360355 w 1534770"/>
              <a:gd name="connsiteY8-90" fmla="*/ 553225 h 1800672"/>
              <a:gd name="connsiteX0-91" fmla="*/ 360355 w 1580585"/>
              <a:gd name="connsiteY0-92" fmla="*/ 553225 h 1880420"/>
              <a:gd name="connsiteX1-93" fmla="*/ 3 w 1580585"/>
              <a:gd name="connsiteY1-94" fmla="*/ 958784 h 1880420"/>
              <a:gd name="connsiteX2-95" fmla="*/ 367657 w 1580585"/>
              <a:gd name="connsiteY2-96" fmla="*/ 1526890 h 1880420"/>
              <a:gd name="connsiteX3-97" fmla="*/ 1186523 w 1580585"/>
              <a:gd name="connsiteY3-98" fmla="*/ 1794234 h 1880420"/>
              <a:gd name="connsiteX4-99" fmla="*/ 1570188 w 1580585"/>
              <a:gd name="connsiteY4-100" fmla="*/ 1785433 h 1880420"/>
              <a:gd name="connsiteX5-101" fmla="*/ 1468513 w 1580585"/>
              <a:gd name="connsiteY5-102" fmla="*/ 691440 h 1880420"/>
              <a:gd name="connsiteX6-103" fmla="*/ 1435794 w 1580585"/>
              <a:gd name="connsiteY6-104" fmla="*/ 107761 h 1880420"/>
              <a:gd name="connsiteX7-105" fmla="*/ 839087 w 1580585"/>
              <a:gd name="connsiteY7-106" fmla="*/ 39789 h 1880420"/>
              <a:gd name="connsiteX8-107" fmla="*/ 360355 w 1580585"/>
              <a:gd name="connsiteY8-108" fmla="*/ 553225 h 1880420"/>
              <a:gd name="connsiteX0-109" fmla="*/ 316588 w 1580732"/>
              <a:gd name="connsiteY0-110" fmla="*/ 359285 h 1867156"/>
              <a:gd name="connsiteX1-111" fmla="*/ 150 w 1580732"/>
              <a:gd name="connsiteY1-112" fmla="*/ 945520 h 1867156"/>
              <a:gd name="connsiteX2-113" fmla="*/ 367804 w 1580732"/>
              <a:gd name="connsiteY2-114" fmla="*/ 1513626 h 1867156"/>
              <a:gd name="connsiteX3-115" fmla="*/ 1186670 w 1580732"/>
              <a:gd name="connsiteY3-116" fmla="*/ 1780970 h 1867156"/>
              <a:gd name="connsiteX4-117" fmla="*/ 1570335 w 1580732"/>
              <a:gd name="connsiteY4-118" fmla="*/ 1772169 h 1867156"/>
              <a:gd name="connsiteX5-119" fmla="*/ 1468660 w 1580732"/>
              <a:gd name="connsiteY5-120" fmla="*/ 678176 h 1867156"/>
              <a:gd name="connsiteX6-121" fmla="*/ 1435941 w 1580732"/>
              <a:gd name="connsiteY6-122" fmla="*/ 94497 h 1867156"/>
              <a:gd name="connsiteX7-123" fmla="*/ 839234 w 1580732"/>
              <a:gd name="connsiteY7-124" fmla="*/ 26525 h 1867156"/>
              <a:gd name="connsiteX8-125" fmla="*/ 316588 w 1580732"/>
              <a:gd name="connsiteY8-126" fmla="*/ 359285 h 1867156"/>
              <a:gd name="connsiteX0-127" fmla="*/ 163575 w 1427719"/>
              <a:gd name="connsiteY0-128" fmla="*/ 359285 h 1867156"/>
              <a:gd name="connsiteX1-129" fmla="*/ 836 w 1427719"/>
              <a:gd name="connsiteY1-130" fmla="*/ 1076921 h 1867156"/>
              <a:gd name="connsiteX2-131" fmla="*/ 214791 w 1427719"/>
              <a:gd name="connsiteY2-132" fmla="*/ 1513626 h 1867156"/>
              <a:gd name="connsiteX3-133" fmla="*/ 1033657 w 1427719"/>
              <a:gd name="connsiteY3-134" fmla="*/ 1780970 h 1867156"/>
              <a:gd name="connsiteX4-135" fmla="*/ 1417322 w 1427719"/>
              <a:gd name="connsiteY4-136" fmla="*/ 1772169 h 1867156"/>
              <a:gd name="connsiteX5-137" fmla="*/ 1315647 w 1427719"/>
              <a:gd name="connsiteY5-138" fmla="*/ 678176 h 1867156"/>
              <a:gd name="connsiteX6-139" fmla="*/ 1282928 w 1427719"/>
              <a:gd name="connsiteY6-140" fmla="*/ 94497 h 1867156"/>
              <a:gd name="connsiteX7-141" fmla="*/ 686221 w 1427719"/>
              <a:gd name="connsiteY7-142" fmla="*/ 26525 h 1867156"/>
              <a:gd name="connsiteX8-143" fmla="*/ 163575 w 1427719"/>
              <a:gd name="connsiteY8-144" fmla="*/ 359285 h 1867156"/>
              <a:gd name="connsiteX0-145" fmla="*/ 163575 w 1426632"/>
              <a:gd name="connsiteY0-146" fmla="*/ 394322 h 1902193"/>
              <a:gd name="connsiteX1-147" fmla="*/ 836 w 1426632"/>
              <a:gd name="connsiteY1-148" fmla="*/ 1111958 h 1902193"/>
              <a:gd name="connsiteX2-149" fmla="*/ 214791 w 1426632"/>
              <a:gd name="connsiteY2-150" fmla="*/ 1548663 h 1902193"/>
              <a:gd name="connsiteX3-151" fmla="*/ 1033657 w 1426632"/>
              <a:gd name="connsiteY3-152" fmla="*/ 1816007 h 1902193"/>
              <a:gd name="connsiteX4-153" fmla="*/ 1417322 w 1426632"/>
              <a:gd name="connsiteY4-154" fmla="*/ 1807206 h 1902193"/>
              <a:gd name="connsiteX5-155" fmla="*/ 1315647 w 1426632"/>
              <a:gd name="connsiteY5-156" fmla="*/ 713213 h 1902193"/>
              <a:gd name="connsiteX6-157" fmla="*/ 1401843 w 1426632"/>
              <a:gd name="connsiteY6-158" fmla="*/ 63834 h 1902193"/>
              <a:gd name="connsiteX7-159" fmla="*/ 686221 w 1426632"/>
              <a:gd name="connsiteY7-160" fmla="*/ 61562 h 1902193"/>
              <a:gd name="connsiteX8-161" fmla="*/ 163575 w 1426632"/>
              <a:gd name="connsiteY8-162" fmla="*/ 394322 h 1902193"/>
              <a:gd name="connsiteX0-163" fmla="*/ 163575 w 1435249"/>
              <a:gd name="connsiteY0-164" fmla="*/ 394322 h 1885560"/>
              <a:gd name="connsiteX1-165" fmla="*/ 836 w 1435249"/>
              <a:gd name="connsiteY1-166" fmla="*/ 1111958 h 1885560"/>
              <a:gd name="connsiteX2-167" fmla="*/ 214791 w 1435249"/>
              <a:gd name="connsiteY2-168" fmla="*/ 1548663 h 1885560"/>
              <a:gd name="connsiteX3-169" fmla="*/ 1033657 w 1435249"/>
              <a:gd name="connsiteY3-170" fmla="*/ 1816007 h 1885560"/>
              <a:gd name="connsiteX4-171" fmla="*/ 1417322 w 1435249"/>
              <a:gd name="connsiteY4-172" fmla="*/ 1807206 h 1885560"/>
              <a:gd name="connsiteX5-173" fmla="*/ 1375103 w 1435249"/>
              <a:gd name="connsiteY5-174" fmla="*/ 943164 h 1885560"/>
              <a:gd name="connsiteX6-175" fmla="*/ 1401843 w 1435249"/>
              <a:gd name="connsiteY6-176" fmla="*/ 63834 h 1885560"/>
              <a:gd name="connsiteX7-177" fmla="*/ 686221 w 1435249"/>
              <a:gd name="connsiteY7-178" fmla="*/ 61562 h 1885560"/>
              <a:gd name="connsiteX8-179" fmla="*/ 163575 w 1435249"/>
              <a:gd name="connsiteY8-180" fmla="*/ 394322 h 1885560"/>
              <a:gd name="connsiteX0-181" fmla="*/ 128947 w 1438213"/>
              <a:gd name="connsiteY0-182" fmla="*/ 345176 h 1883146"/>
              <a:gd name="connsiteX1-183" fmla="*/ 3802 w 1438213"/>
              <a:gd name="connsiteY1-184" fmla="*/ 1109544 h 1883146"/>
              <a:gd name="connsiteX2-185" fmla="*/ 217757 w 1438213"/>
              <a:gd name="connsiteY2-186" fmla="*/ 1546249 h 1883146"/>
              <a:gd name="connsiteX3-187" fmla="*/ 1036623 w 1438213"/>
              <a:gd name="connsiteY3-188" fmla="*/ 1813593 h 1883146"/>
              <a:gd name="connsiteX4-189" fmla="*/ 1420288 w 1438213"/>
              <a:gd name="connsiteY4-190" fmla="*/ 1804792 h 1883146"/>
              <a:gd name="connsiteX5-191" fmla="*/ 1378069 w 1438213"/>
              <a:gd name="connsiteY5-192" fmla="*/ 940750 h 1883146"/>
              <a:gd name="connsiteX6-193" fmla="*/ 1404809 w 1438213"/>
              <a:gd name="connsiteY6-194" fmla="*/ 61420 h 1883146"/>
              <a:gd name="connsiteX7-195" fmla="*/ 689187 w 1438213"/>
              <a:gd name="connsiteY7-196" fmla="*/ 59148 h 1883146"/>
              <a:gd name="connsiteX8-197" fmla="*/ 128947 w 1438213"/>
              <a:gd name="connsiteY8-198" fmla="*/ 345176 h 1883146"/>
              <a:gd name="connsiteX0-199" fmla="*/ 126587 w 1435854"/>
              <a:gd name="connsiteY0-200" fmla="*/ 353278 h 1891248"/>
              <a:gd name="connsiteX1-201" fmla="*/ 1442 w 1435854"/>
              <a:gd name="connsiteY1-202" fmla="*/ 1117646 h 1891248"/>
              <a:gd name="connsiteX2-203" fmla="*/ 215397 w 1435854"/>
              <a:gd name="connsiteY2-204" fmla="*/ 1554351 h 1891248"/>
              <a:gd name="connsiteX3-205" fmla="*/ 1034263 w 1435854"/>
              <a:gd name="connsiteY3-206" fmla="*/ 1821695 h 1891248"/>
              <a:gd name="connsiteX4-207" fmla="*/ 1417928 w 1435854"/>
              <a:gd name="connsiteY4-208" fmla="*/ 1812894 h 1891248"/>
              <a:gd name="connsiteX5-209" fmla="*/ 1375709 w 1435854"/>
              <a:gd name="connsiteY5-210" fmla="*/ 948852 h 1891248"/>
              <a:gd name="connsiteX6-211" fmla="*/ 1402449 w 1435854"/>
              <a:gd name="connsiteY6-212" fmla="*/ 69522 h 1891248"/>
              <a:gd name="connsiteX7-213" fmla="*/ 221605 w 1435854"/>
              <a:gd name="connsiteY7-214" fmla="*/ 47778 h 1891248"/>
              <a:gd name="connsiteX8-215" fmla="*/ 126587 w 1435854"/>
              <a:gd name="connsiteY8-216" fmla="*/ 353278 h 1891248"/>
              <a:gd name="connsiteX0-217" fmla="*/ 35803 w 1453152"/>
              <a:gd name="connsiteY0-218" fmla="*/ 439993 h 1896181"/>
              <a:gd name="connsiteX1-219" fmla="*/ 18740 w 1453152"/>
              <a:gd name="connsiteY1-220" fmla="*/ 1122579 h 1896181"/>
              <a:gd name="connsiteX2-221" fmla="*/ 232695 w 1453152"/>
              <a:gd name="connsiteY2-222" fmla="*/ 1559284 h 1896181"/>
              <a:gd name="connsiteX3-223" fmla="*/ 1051561 w 1453152"/>
              <a:gd name="connsiteY3-224" fmla="*/ 1826628 h 1896181"/>
              <a:gd name="connsiteX4-225" fmla="*/ 1435226 w 1453152"/>
              <a:gd name="connsiteY4-226" fmla="*/ 1817827 h 1896181"/>
              <a:gd name="connsiteX5-227" fmla="*/ 1393007 w 1453152"/>
              <a:gd name="connsiteY5-228" fmla="*/ 953785 h 1896181"/>
              <a:gd name="connsiteX6-229" fmla="*/ 1419747 w 1453152"/>
              <a:gd name="connsiteY6-230" fmla="*/ 74455 h 1896181"/>
              <a:gd name="connsiteX7-231" fmla="*/ 238903 w 1453152"/>
              <a:gd name="connsiteY7-232" fmla="*/ 52711 h 1896181"/>
              <a:gd name="connsiteX8-233" fmla="*/ 35803 w 1453152"/>
              <a:gd name="connsiteY8-234" fmla="*/ 439993 h 1896181"/>
              <a:gd name="connsiteX0-235" fmla="*/ 35803 w 1447873"/>
              <a:gd name="connsiteY0-236" fmla="*/ 439993 h 1952840"/>
              <a:gd name="connsiteX1-237" fmla="*/ 18740 w 1447873"/>
              <a:gd name="connsiteY1-238" fmla="*/ 1122579 h 1952840"/>
              <a:gd name="connsiteX2-239" fmla="*/ 232695 w 1447873"/>
              <a:gd name="connsiteY2-240" fmla="*/ 1559284 h 1952840"/>
              <a:gd name="connsiteX3-241" fmla="*/ 1130848 w 1447873"/>
              <a:gd name="connsiteY3-242" fmla="*/ 1925181 h 1952840"/>
              <a:gd name="connsiteX4-243" fmla="*/ 1435226 w 1447873"/>
              <a:gd name="connsiteY4-244" fmla="*/ 1817827 h 1952840"/>
              <a:gd name="connsiteX5-245" fmla="*/ 1393007 w 1447873"/>
              <a:gd name="connsiteY5-246" fmla="*/ 953785 h 1952840"/>
              <a:gd name="connsiteX6-247" fmla="*/ 1419747 w 1447873"/>
              <a:gd name="connsiteY6-248" fmla="*/ 74455 h 1952840"/>
              <a:gd name="connsiteX7-249" fmla="*/ 238903 w 1447873"/>
              <a:gd name="connsiteY7-250" fmla="*/ 52711 h 1952840"/>
              <a:gd name="connsiteX8-251" fmla="*/ 35803 w 1447873"/>
              <a:gd name="connsiteY8-252" fmla="*/ 439993 h 1952840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  <a:cxn ang="0">
                <a:pos x="connsiteX7-15" y="connsiteY7-16"/>
              </a:cxn>
              <a:cxn ang="0">
                <a:pos x="connsiteX8-17" y="connsiteY8-1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9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algn="ctr"/>
            <a:endParaRPr lang="en-US" dirty="0"/>
          </a:p>
        </p:txBody>
      </p:sp>
      <p:grpSp>
        <p:nvGrpSpPr>
          <p:cNvPr id="374" name="Group 373"/>
          <p:cNvGrpSpPr/>
          <p:nvPr/>
        </p:nvGrpSpPr>
        <p:grpSpPr>
          <a:xfrm>
            <a:off x="10837700" y="3928050"/>
            <a:ext cx="687393" cy="721548"/>
            <a:chOff x="5203089" y="1751190"/>
            <a:chExt cx="858331" cy="662414"/>
          </a:xfrm>
        </p:grpSpPr>
        <p:sp>
          <p:nvSpPr>
            <p:cNvPr id="382" name="Freeform 381"/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-1" fmla="*/ 3618 w 651290"/>
                <a:gd name="connsiteY0-2" fmla="*/ 593378 h 593378"/>
                <a:gd name="connsiteX1-3" fmla="*/ 0 w 651290"/>
                <a:gd name="connsiteY1-4" fmla="*/ 242416 h 593378"/>
                <a:gd name="connsiteX2-5" fmla="*/ 423338 w 651290"/>
                <a:gd name="connsiteY2-6" fmla="*/ 101308 h 593378"/>
                <a:gd name="connsiteX3-7" fmla="*/ 647672 w 651290"/>
                <a:gd name="connsiteY3-8" fmla="*/ 0 h 593378"/>
                <a:gd name="connsiteX4-9" fmla="*/ 651290 w 651290"/>
                <a:gd name="connsiteY4-10" fmla="*/ 593378 h 593378"/>
                <a:gd name="connsiteX5-11" fmla="*/ 3618 w 651290"/>
                <a:gd name="connsiteY5-12" fmla="*/ 593378 h 593378"/>
                <a:gd name="connsiteX0-13" fmla="*/ 3618 w 651290"/>
                <a:gd name="connsiteY0-14" fmla="*/ 662124 h 662124"/>
                <a:gd name="connsiteX1-15" fmla="*/ 0 w 651290"/>
                <a:gd name="connsiteY1-16" fmla="*/ 311162 h 662124"/>
                <a:gd name="connsiteX2-17" fmla="*/ 376300 w 651290"/>
                <a:gd name="connsiteY2-18" fmla="*/ 0 h 662124"/>
                <a:gd name="connsiteX3-19" fmla="*/ 647672 w 651290"/>
                <a:gd name="connsiteY3-20" fmla="*/ 68746 h 662124"/>
                <a:gd name="connsiteX4-21" fmla="*/ 651290 w 651290"/>
                <a:gd name="connsiteY4-22" fmla="*/ 662124 h 662124"/>
                <a:gd name="connsiteX5-23" fmla="*/ 3618 w 651290"/>
                <a:gd name="connsiteY5-24" fmla="*/ 662124 h 662124"/>
                <a:gd name="connsiteX0-25" fmla="*/ 0 w 647672"/>
                <a:gd name="connsiteY0-26" fmla="*/ 662124 h 662124"/>
                <a:gd name="connsiteX1-27" fmla="*/ 123021 w 647672"/>
                <a:gd name="connsiteY1-28" fmla="*/ 83217 h 662124"/>
                <a:gd name="connsiteX2-29" fmla="*/ 372682 w 647672"/>
                <a:gd name="connsiteY2-30" fmla="*/ 0 h 662124"/>
                <a:gd name="connsiteX3-31" fmla="*/ 644054 w 647672"/>
                <a:gd name="connsiteY3-32" fmla="*/ 68746 h 662124"/>
                <a:gd name="connsiteX4-33" fmla="*/ 647672 w 647672"/>
                <a:gd name="connsiteY4-34" fmla="*/ 662124 h 662124"/>
                <a:gd name="connsiteX5-35" fmla="*/ 0 w 647672"/>
                <a:gd name="connsiteY5-36" fmla="*/ 662124 h 662124"/>
                <a:gd name="connsiteX0-37" fmla="*/ 7238 w 524651"/>
                <a:gd name="connsiteY0-38" fmla="*/ 669360 h 669360"/>
                <a:gd name="connsiteX1-39" fmla="*/ 0 w 524651"/>
                <a:gd name="connsiteY1-40" fmla="*/ 83217 h 669360"/>
                <a:gd name="connsiteX2-41" fmla="*/ 249661 w 524651"/>
                <a:gd name="connsiteY2-42" fmla="*/ 0 h 669360"/>
                <a:gd name="connsiteX3-43" fmla="*/ 521033 w 524651"/>
                <a:gd name="connsiteY3-44" fmla="*/ 68746 h 669360"/>
                <a:gd name="connsiteX4-45" fmla="*/ 524651 w 524651"/>
                <a:gd name="connsiteY4-46" fmla="*/ 662124 h 669360"/>
                <a:gd name="connsiteX5-47" fmla="*/ 7238 w 524651"/>
                <a:gd name="connsiteY5-48" fmla="*/ 669360 h 669360"/>
                <a:gd name="connsiteX0-49" fmla="*/ 438 w 528706"/>
                <a:gd name="connsiteY0-50" fmla="*/ 665742 h 665742"/>
                <a:gd name="connsiteX1-51" fmla="*/ 4055 w 528706"/>
                <a:gd name="connsiteY1-52" fmla="*/ 83217 h 665742"/>
                <a:gd name="connsiteX2-53" fmla="*/ 253716 w 528706"/>
                <a:gd name="connsiteY2-54" fmla="*/ 0 h 665742"/>
                <a:gd name="connsiteX3-55" fmla="*/ 525088 w 528706"/>
                <a:gd name="connsiteY3-56" fmla="*/ 68746 h 665742"/>
                <a:gd name="connsiteX4-57" fmla="*/ 528706 w 528706"/>
                <a:gd name="connsiteY4-58" fmla="*/ 662124 h 665742"/>
                <a:gd name="connsiteX5-59" fmla="*/ 438 w 528706"/>
                <a:gd name="connsiteY5-60" fmla="*/ 665742 h 665742"/>
                <a:gd name="connsiteX0-61" fmla="*/ 155 w 546514"/>
                <a:gd name="connsiteY0-62" fmla="*/ 662124 h 662124"/>
                <a:gd name="connsiteX1-63" fmla="*/ 21863 w 546514"/>
                <a:gd name="connsiteY1-64" fmla="*/ 83217 h 662124"/>
                <a:gd name="connsiteX2-65" fmla="*/ 271524 w 546514"/>
                <a:gd name="connsiteY2-66" fmla="*/ 0 h 662124"/>
                <a:gd name="connsiteX3-67" fmla="*/ 542896 w 546514"/>
                <a:gd name="connsiteY3-68" fmla="*/ 68746 h 662124"/>
                <a:gd name="connsiteX4-69" fmla="*/ 546514 w 546514"/>
                <a:gd name="connsiteY4-70" fmla="*/ 662124 h 662124"/>
                <a:gd name="connsiteX5-71" fmla="*/ 155 w 546514"/>
                <a:gd name="connsiteY5-72" fmla="*/ 662124 h 662124"/>
                <a:gd name="connsiteX0-73" fmla="*/ 10856 w 524651"/>
                <a:gd name="connsiteY0-74" fmla="*/ 658506 h 662124"/>
                <a:gd name="connsiteX1-75" fmla="*/ 0 w 524651"/>
                <a:gd name="connsiteY1-76" fmla="*/ 83217 h 662124"/>
                <a:gd name="connsiteX2-77" fmla="*/ 249661 w 524651"/>
                <a:gd name="connsiteY2-78" fmla="*/ 0 h 662124"/>
                <a:gd name="connsiteX3-79" fmla="*/ 521033 w 524651"/>
                <a:gd name="connsiteY3-80" fmla="*/ 68746 h 662124"/>
                <a:gd name="connsiteX4-81" fmla="*/ 524651 w 524651"/>
                <a:gd name="connsiteY4-82" fmla="*/ 662124 h 662124"/>
                <a:gd name="connsiteX5-83" fmla="*/ 10856 w 524651"/>
                <a:gd name="connsiteY5-84" fmla="*/ 658506 h 66212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383" name="Freeform 382"/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algn="ctr"/>
              <a:endParaRPr lang="en-US" dirty="0"/>
            </a:p>
          </p:txBody>
        </p:sp>
        <p:cxnSp>
          <p:nvCxnSpPr>
            <p:cNvPr id="384" name="Straight Connector 383"/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Straight Connector 384"/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Straight Connector 385"/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Straight Connector 386"/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Straight Connector 387"/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Straight Connector 388"/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1" name="Group 390"/>
          <p:cNvGrpSpPr/>
          <p:nvPr/>
        </p:nvGrpSpPr>
        <p:grpSpPr>
          <a:xfrm>
            <a:off x="10771171" y="3194171"/>
            <a:ext cx="594613" cy="648336"/>
            <a:chOff x="5203089" y="1751190"/>
            <a:chExt cx="858331" cy="662414"/>
          </a:xfrm>
        </p:grpSpPr>
        <p:sp>
          <p:nvSpPr>
            <p:cNvPr id="399" name="Freeform 398"/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-1" fmla="*/ 3618 w 651290"/>
                <a:gd name="connsiteY0-2" fmla="*/ 593378 h 593378"/>
                <a:gd name="connsiteX1-3" fmla="*/ 0 w 651290"/>
                <a:gd name="connsiteY1-4" fmla="*/ 242416 h 593378"/>
                <a:gd name="connsiteX2-5" fmla="*/ 423338 w 651290"/>
                <a:gd name="connsiteY2-6" fmla="*/ 101308 h 593378"/>
                <a:gd name="connsiteX3-7" fmla="*/ 647672 w 651290"/>
                <a:gd name="connsiteY3-8" fmla="*/ 0 h 593378"/>
                <a:gd name="connsiteX4-9" fmla="*/ 651290 w 651290"/>
                <a:gd name="connsiteY4-10" fmla="*/ 593378 h 593378"/>
                <a:gd name="connsiteX5-11" fmla="*/ 3618 w 651290"/>
                <a:gd name="connsiteY5-12" fmla="*/ 593378 h 593378"/>
                <a:gd name="connsiteX0-13" fmla="*/ 3618 w 651290"/>
                <a:gd name="connsiteY0-14" fmla="*/ 662124 h 662124"/>
                <a:gd name="connsiteX1-15" fmla="*/ 0 w 651290"/>
                <a:gd name="connsiteY1-16" fmla="*/ 311162 h 662124"/>
                <a:gd name="connsiteX2-17" fmla="*/ 376300 w 651290"/>
                <a:gd name="connsiteY2-18" fmla="*/ 0 h 662124"/>
                <a:gd name="connsiteX3-19" fmla="*/ 647672 w 651290"/>
                <a:gd name="connsiteY3-20" fmla="*/ 68746 h 662124"/>
                <a:gd name="connsiteX4-21" fmla="*/ 651290 w 651290"/>
                <a:gd name="connsiteY4-22" fmla="*/ 662124 h 662124"/>
                <a:gd name="connsiteX5-23" fmla="*/ 3618 w 651290"/>
                <a:gd name="connsiteY5-24" fmla="*/ 662124 h 662124"/>
                <a:gd name="connsiteX0-25" fmla="*/ 0 w 647672"/>
                <a:gd name="connsiteY0-26" fmla="*/ 662124 h 662124"/>
                <a:gd name="connsiteX1-27" fmla="*/ 123021 w 647672"/>
                <a:gd name="connsiteY1-28" fmla="*/ 83217 h 662124"/>
                <a:gd name="connsiteX2-29" fmla="*/ 372682 w 647672"/>
                <a:gd name="connsiteY2-30" fmla="*/ 0 h 662124"/>
                <a:gd name="connsiteX3-31" fmla="*/ 644054 w 647672"/>
                <a:gd name="connsiteY3-32" fmla="*/ 68746 h 662124"/>
                <a:gd name="connsiteX4-33" fmla="*/ 647672 w 647672"/>
                <a:gd name="connsiteY4-34" fmla="*/ 662124 h 662124"/>
                <a:gd name="connsiteX5-35" fmla="*/ 0 w 647672"/>
                <a:gd name="connsiteY5-36" fmla="*/ 662124 h 662124"/>
                <a:gd name="connsiteX0-37" fmla="*/ 7238 w 524651"/>
                <a:gd name="connsiteY0-38" fmla="*/ 669360 h 669360"/>
                <a:gd name="connsiteX1-39" fmla="*/ 0 w 524651"/>
                <a:gd name="connsiteY1-40" fmla="*/ 83217 h 669360"/>
                <a:gd name="connsiteX2-41" fmla="*/ 249661 w 524651"/>
                <a:gd name="connsiteY2-42" fmla="*/ 0 h 669360"/>
                <a:gd name="connsiteX3-43" fmla="*/ 521033 w 524651"/>
                <a:gd name="connsiteY3-44" fmla="*/ 68746 h 669360"/>
                <a:gd name="connsiteX4-45" fmla="*/ 524651 w 524651"/>
                <a:gd name="connsiteY4-46" fmla="*/ 662124 h 669360"/>
                <a:gd name="connsiteX5-47" fmla="*/ 7238 w 524651"/>
                <a:gd name="connsiteY5-48" fmla="*/ 669360 h 669360"/>
                <a:gd name="connsiteX0-49" fmla="*/ 438 w 528706"/>
                <a:gd name="connsiteY0-50" fmla="*/ 665742 h 665742"/>
                <a:gd name="connsiteX1-51" fmla="*/ 4055 w 528706"/>
                <a:gd name="connsiteY1-52" fmla="*/ 83217 h 665742"/>
                <a:gd name="connsiteX2-53" fmla="*/ 253716 w 528706"/>
                <a:gd name="connsiteY2-54" fmla="*/ 0 h 665742"/>
                <a:gd name="connsiteX3-55" fmla="*/ 525088 w 528706"/>
                <a:gd name="connsiteY3-56" fmla="*/ 68746 h 665742"/>
                <a:gd name="connsiteX4-57" fmla="*/ 528706 w 528706"/>
                <a:gd name="connsiteY4-58" fmla="*/ 662124 h 665742"/>
                <a:gd name="connsiteX5-59" fmla="*/ 438 w 528706"/>
                <a:gd name="connsiteY5-60" fmla="*/ 665742 h 665742"/>
                <a:gd name="connsiteX0-61" fmla="*/ 155 w 546514"/>
                <a:gd name="connsiteY0-62" fmla="*/ 662124 h 662124"/>
                <a:gd name="connsiteX1-63" fmla="*/ 21863 w 546514"/>
                <a:gd name="connsiteY1-64" fmla="*/ 83217 h 662124"/>
                <a:gd name="connsiteX2-65" fmla="*/ 271524 w 546514"/>
                <a:gd name="connsiteY2-66" fmla="*/ 0 h 662124"/>
                <a:gd name="connsiteX3-67" fmla="*/ 542896 w 546514"/>
                <a:gd name="connsiteY3-68" fmla="*/ 68746 h 662124"/>
                <a:gd name="connsiteX4-69" fmla="*/ 546514 w 546514"/>
                <a:gd name="connsiteY4-70" fmla="*/ 662124 h 662124"/>
                <a:gd name="connsiteX5-71" fmla="*/ 155 w 546514"/>
                <a:gd name="connsiteY5-72" fmla="*/ 662124 h 662124"/>
                <a:gd name="connsiteX0-73" fmla="*/ 10856 w 524651"/>
                <a:gd name="connsiteY0-74" fmla="*/ 658506 h 662124"/>
                <a:gd name="connsiteX1-75" fmla="*/ 0 w 524651"/>
                <a:gd name="connsiteY1-76" fmla="*/ 83217 h 662124"/>
                <a:gd name="connsiteX2-77" fmla="*/ 249661 w 524651"/>
                <a:gd name="connsiteY2-78" fmla="*/ 0 h 662124"/>
                <a:gd name="connsiteX3-79" fmla="*/ 521033 w 524651"/>
                <a:gd name="connsiteY3-80" fmla="*/ 68746 h 662124"/>
                <a:gd name="connsiteX4-81" fmla="*/ 524651 w 524651"/>
                <a:gd name="connsiteY4-82" fmla="*/ 662124 h 662124"/>
                <a:gd name="connsiteX5-83" fmla="*/ 10856 w 524651"/>
                <a:gd name="connsiteY5-84" fmla="*/ 658506 h 66212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400" name="Freeform 399"/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algn="ctr"/>
              <a:endParaRPr lang="en-US" dirty="0"/>
            </a:p>
          </p:txBody>
        </p:sp>
        <p:cxnSp>
          <p:nvCxnSpPr>
            <p:cNvPr id="401" name="Straight Connector 400"/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Straight Connector 401"/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Straight Connector 402"/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4" name="Straight Connector 403"/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Straight Connector 404"/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Straight Connector 405"/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62" name="Freeform 561"/>
          <p:cNvSpPr/>
          <p:nvPr/>
        </p:nvSpPr>
        <p:spPr>
          <a:xfrm>
            <a:off x="9540813" y="1782042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-1" fmla="*/ 434989 w 1537226"/>
              <a:gd name="connsiteY0-2" fmla="*/ 253346 h 1763594"/>
              <a:gd name="connsiteX1-3" fmla="*/ 488 w 1537226"/>
              <a:gd name="connsiteY1-4" fmla="*/ 921706 h 1763594"/>
              <a:gd name="connsiteX2-5" fmla="*/ 368142 w 1537226"/>
              <a:gd name="connsiteY2-6" fmla="*/ 1489812 h 1763594"/>
              <a:gd name="connsiteX3-7" fmla="*/ 1187008 w 1537226"/>
              <a:gd name="connsiteY3-8" fmla="*/ 1757156 h 1763594"/>
              <a:gd name="connsiteX4-9" fmla="*/ 1521239 w 1537226"/>
              <a:gd name="connsiteY4-10" fmla="*/ 1239177 h 1763594"/>
              <a:gd name="connsiteX5-11" fmla="*/ 1468998 w 1537226"/>
              <a:gd name="connsiteY5-12" fmla="*/ 654362 h 1763594"/>
              <a:gd name="connsiteX6-13" fmla="*/ 1337412 w 1537226"/>
              <a:gd name="connsiteY6-14" fmla="*/ 136383 h 1763594"/>
              <a:gd name="connsiteX7-15" fmla="*/ 1086739 w 1537226"/>
              <a:gd name="connsiteY7-16" fmla="*/ 2711 h 1763594"/>
              <a:gd name="connsiteX8-17" fmla="*/ 434989 w 1537226"/>
              <a:gd name="connsiteY8-18" fmla="*/ 253346 h 1763594"/>
              <a:gd name="connsiteX0-19" fmla="*/ 434989 w 1537226"/>
              <a:gd name="connsiteY0-20" fmla="*/ 253346 h 1763594"/>
              <a:gd name="connsiteX1-21" fmla="*/ 488 w 1537226"/>
              <a:gd name="connsiteY1-22" fmla="*/ 921706 h 1763594"/>
              <a:gd name="connsiteX2-23" fmla="*/ 368142 w 1537226"/>
              <a:gd name="connsiteY2-24" fmla="*/ 1489812 h 1763594"/>
              <a:gd name="connsiteX3-25" fmla="*/ 1187008 w 1537226"/>
              <a:gd name="connsiteY3-26" fmla="*/ 1757156 h 1763594"/>
              <a:gd name="connsiteX4-27" fmla="*/ 1521239 w 1537226"/>
              <a:gd name="connsiteY4-28" fmla="*/ 1239177 h 1763594"/>
              <a:gd name="connsiteX5-29" fmla="*/ 1468998 w 1537226"/>
              <a:gd name="connsiteY5-30" fmla="*/ 654362 h 1763594"/>
              <a:gd name="connsiteX6-31" fmla="*/ 1337412 w 1537226"/>
              <a:gd name="connsiteY6-32" fmla="*/ 136383 h 1763594"/>
              <a:gd name="connsiteX7-33" fmla="*/ 839572 w 1537226"/>
              <a:gd name="connsiteY7-34" fmla="*/ 2711 h 1763594"/>
              <a:gd name="connsiteX8-35" fmla="*/ 434989 w 1537226"/>
              <a:gd name="connsiteY8-36" fmla="*/ 253346 h 1763594"/>
              <a:gd name="connsiteX0-37" fmla="*/ 360357 w 1536743"/>
              <a:gd name="connsiteY0-38" fmla="*/ 534641 h 1782088"/>
              <a:gd name="connsiteX1-39" fmla="*/ 5 w 1536743"/>
              <a:gd name="connsiteY1-40" fmla="*/ 940200 h 1782088"/>
              <a:gd name="connsiteX2-41" fmla="*/ 367659 w 1536743"/>
              <a:gd name="connsiteY2-42" fmla="*/ 1508306 h 1782088"/>
              <a:gd name="connsiteX3-43" fmla="*/ 1186525 w 1536743"/>
              <a:gd name="connsiteY3-44" fmla="*/ 1775650 h 1782088"/>
              <a:gd name="connsiteX4-45" fmla="*/ 1520756 w 1536743"/>
              <a:gd name="connsiteY4-46" fmla="*/ 1257671 h 1782088"/>
              <a:gd name="connsiteX5-47" fmla="*/ 1468515 w 1536743"/>
              <a:gd name="connsiteY5-48" fmla="*/ 672856 h 1782088"/>
              <a:gd name="connsiteX6-49" fmla="*/ 1336929 w 1536743"/>
              <a:gd name="connsiteY6-50" fmla="*/ 154877 h 1782088"/>
              <a:gd name="connsiteX7-51" fmla="*/ 839089 w 1536743"/>
              <a:gd name="connsiteY7-52" fmla="*/ 21205 h 1782088"/>
              <a:gd name="connsiteX8-53" fmla="*/ 360357 w 1536743"/>
              <a:gd name="connsiteY8-54" fmla="*/ 534641 h 1782088"/>
              <a:gd name="connsiteX0-55" fmla="*/ 360355 w 1536741"/>
              <a:gd name="connsiteY0-56" fmla="*/ 534641 h 1782088"/>
              <a:gd name="connsiteX1-57" fmla="*/ 3 w 1536741"/>
              <a:gd name="connsiteY1-58" fmla="*/ 940200 h 1782088"/>
              <a:gd name="connsiteX2-59" fmla="*/ 367657 w 1536741"/>
              <a:gd name="connsiteY2-60" fmla="*/ 1508306 h 1782088"/>
              <a:gd name="connsiteX3-61" fmla="*/ 1186523 w 1536741"/>
              <a:gd name="connsiteY3-62" fmla="*/ 1775650 h 1782088"/>
              <a:gd name="connsiteX4-63" fmla="*/ 1520754 w 1536741"/>
              <a:gd name="connsiteY4-64" fmla="*/ 1257671 h 1782088"/>
              <a:gd name="connsiteX5-65" fmla="*/ 1468513 w 1536741"/>
              <a:gd name="connsiteY5-66" fmla="*/ 672856 h 1782088"/>
              <a:gd name="connsiteX6-67" fmla="*/ 1336927 w 1536741"/>
              <a:gd name="connsiteY6-68" fmla="*/ 154877 h 1782088"/>
              <a:gd name="connsiteX7-69" fmla="*/ 839087 w 1536741"/>
              <a:gd name="connsiteY7-70" fmla="*/ 21205 h 1782088"/>
              <a:gd name="connsiteX8-71" fmla="*/ 360355 w 1536741"/>
              <a:gd name="connsiteY8-72" fmla="*/ 534641 h 1782088"/>
              <a:gd name="connsiteX0-73" fmla="*/ 360355 w 1494463"/>
              <a:gd name="connsiteY0-74" fmla="*/ 534641 h 1775651"/>
              <a:gd name="connsiteX1-75" fmla="*/ 3 w 1494463"/>
              <a:gd name="connsiteY1-76" fmla="*/ 940200 h 1775651"/>
              <a:gd name="connsiteX2-77" fmla="*/ 367657 w 1494463"/>
              <a:gd name="connsiteY2-78" fmla="*/ 1508306 h 1775651"/>
              <a:gd name="connsiteX3-79" fmla="*/ 1186523 w 1494463"/>
              <a:gd name="connsiteY3-80" fmla="*/ 1775650 h 1775651"/>
              <a:gd name="connsiteX4-81" fmla="*/ 1467465 w 1494463"/>
              <a:gd name="connsiteY4-82" fmla="*/ 1510813 h 1775651"/>
              <a:gd name="connsiteX5-83" fmla="*/ 1468513 w 1494463"/>
              <a:gd name="connsiteY5-84" fmla="*/ 672856 h 1775651"/>
              <a:gd name="connsiteX6-85" fmla="*/ 1336927 w 1494463"/>
              <a:gd name="connsiteY6-86" fmla="*/ 154877 h 1775651"/>
              <a:gd name="connsiteX7-87" fmla="*/ 839087 w 1494463"/>
              <a:gd name="connsiteY7-88" fmla="*/ 21205 h 1775651"/>
              <a:gd name="connsiteX8-89" fmla="*/ 360355 w 1494463"/>
              <a:gd name="connsiteY8-90" fmla="*/ 534641 h 1775651"/>
              <a:gd name="connsiteX0-91" fmla="*/ 360355 w 1491064"/>
              <a:gd name="connsiteY0-92" fmla="*/ 552327 h 1793337"/>
              <a:gd name="connsiteX1-93" fmla="*/ 3 w 1491064"/>
              <a:gd name="connsiteY1-94" fmla="*/ 957886 h 1793337"/>
              <a:gd name="connsiteX2-95" fmla="*/ 367657 w 1491064"/>
              <a:gd name="connsiteY2-96" fmla="*/ 1525992 h 1793337"/>
              <a:gd name="connsiteX3-97" fmla="*/ 1186523 w 1491064"/>
              <a:gd name="connsiteY3-98" fmla="*/ 1793336 h 1793337"/>
              <a:gd name="connsiteX4-99" fmla="*/ 1467465 w 1491064"/>
              <a:gd name="connsiteY4-100" fmla="*/ 1528499 h 1793337"/>
              <a:gd name="connsiteX5-101" fmla="*/ 1468513 w 1491064"/>
              <a:gd name="connsiteY5-102" fmla="*/ 690542 h 1793337"/>
              <a:gd name="connsiteX6-103" fmla="*/ 1407977 w 1491064"/>
              <a:gd name="connsiteY6-104" fmla="*/ 109278 h 1793337"/>
              <a:gd name="connsiteX7-105" fmla="*/ 839087 w 1491064"/>
              <a:gd name="connsiteY7-106" fmla="*/ 38891 h 1793337"/>
              <a:gd name="connsiteX8-107" fmla="*/ 360355 w 1491064"/>
              <a:gd name="connsiteY8-108" fmla="*/ 552327 h 1793337"/>
              <a:gd name="connsiteX0-109" fmla="*/ 360355 w 1502818"/>
              <a:gd name="connsiteY0-110" fmla="*/ 552327 h 1612281"/>
              <a:gd name="connsiteX1-111" fmla="*/ 3 w 1502818"/>
              <a:gd name="connsiteY1-112" fmla="*/ 957886 h 1612281"/>
              <a:gd name="connsiteX2-113" fmla="*/ 367657 w 1502818"/>
              <a:gd name="connsiteY2-114" fmla="*/ 1525992 h 1612281"/>
              <a:gd name="connsiteX3-115" fmla="*/ 1026659 w 1502818"/>
              <a:gd name="connsiteY3-116" fmla="*/ 1582385 h 1612281"/>
              <a:gd name="connsiteX4-117" fmla="*/ 1467465 w 1502818"/>
              <a:gd name="connsiteY4-118" fmla="*/ 1528499 h 1612281"/>
              <a:gd name="connsiteX5-119" fmla="*/ 1468513 w 1502818"/>
              <a:gd name="connsiteY5-120" fmla="*/ 690542 h 1612281"/>
              <a:gd name="connsiteX6-121" fmla="*/ 1407977 w 1502818"/>
              <a:gd name="connsiteY6-122" fmla="*/ 109278 h 1612281"/>
              <a:gd name="connsiteX7-123" fmla="*/ 839087 w 1502818"/>
              <a:gd name="connsiteY7-124" fmla="*/ 38891 h 1612281"/>
              <a:gd name="connsiteX8-125" fmla="*/ 360355 w 1502818"/>
              <a:gd name="connsiteY8-126" fmla="*/ 552327 h 1612281"/>
              <a:gd name="connsiteX0-127" fmla="*/ 360384 w 1502847"/>
              <a:gd name="connsiteY0-128" fmla="*/ 552327 h 1803602"/>
              <a:gd name="connsiteX1-129" fmla="*/ 32 w 1502847"/>
              <a:gd name="connsiteY1-130" fmla="*/ 957886 h 1803602"/>
              <a:gd name="connsiteX2-131" fmla="*/ 385448 w 1502847"/>
              <a:gd name="connsiteY2-132" fmla="*/ 1779134 h 1803602"/>
              <a:gd name="connsiteX3-133" fmla="*/ 1026688 w 1502847"/>
              <a:gd name="connsiteY3-134" fmla="*/ 1582385 h 1803602"/>
              <a:gd name="connsiteX4-135" fmla="*/ 1467494 w 1502847"/>
              <a:gd name="connsiteY4-136" fmla="*/ 1528499 h 1803602"/>
              <a:gd name="connsiteX5-137" fmla="*/ 1468542 w 1502847"/>
              <a:gd name="connsiteY5-138" fmla="*/ 690542 h 1803602"/>
              <a:gd name="connsiteX6-139" fmla="*/ 1408006 w 1502847"/>
              <a:gd name="connsiteY6-140" fmla="*/ 109278 h 1803602"/>
              <a:gd name="connsiteX7-141" fmla="*/ 839116 w 1502847"/>
              <a:gd name="connsiteY7-142" fmla="*/ 38891 h 1803602"/>
              <a:gd name="connsiteX8-143" fmla="*/ 360384 w 1502847"/>
              <a:gd name="connsiteY8-144" fmla="*/ 552327 h 1803602"/>
              <a:gd name="connsiteX0-145" fmla="*/ 360384 w 1502847"/>
              <a:gd name="connsiteY0-146" fmla="*/ 552327 h 1826319"/>
              <a:gd name="connsiteX1-147" fmla="*/ 32 w 1502847"/>
              <a:gd name="connsiteY1-148" fmla="*/ 957886 h 1826319"/>
              <a:gd name="connsiteX2-149" fmla="*/ 385448 w 1502847"/>
              <a:gd name="connsiteY2-150" fmla="*/ 1779134 h 1826319"/>
              <a:gd name="connsiteX3-151" fmla="*/ 1026688 w 1502847"/>
              <a:gd name="connsiteY3-152" fmla="*/ 1582385 h 1826319"/>
              <a:gd name="connsiteX4-153" fmla="*/ 1467494 w 1502847"/>
              <a:gd name="connsiteY4-154" fmla="*/ 1528499 h 1826319"/>
              <a:gd name="connsiteX5-155" fmla="*/ 1468542 w 1502847"/>
              <a:gd name="connsiteY5-156" fmla="*/ 690542 h 1826319"/>
              <a:gd name="connsiteX6-157" fmla="*/ 1408006 w 1502847"/>
              <a:gd name="connsiteY6-158" fmla="*/ 109278 h 1826319"/>
              <a:gd name="connsiteX7-159" fmla="*/ 839116 w 1502847"/>
              <a:gd name="connsiteY7-160" fmla="*/ 38891 h 1826319"/>
              <a:gd name="connsiteX8-161" fmla="*/ 360384 w 1502847"/>
              <a:gd name="connsiteY8-162" fmla="*/ 552327 h 1826319"/>
              <a:gd name="connsiteX0-163" fmla="*/ 289852 w 1503366"/>
              <a:gd name="connsiteY0-164" fmla="*/ 461730 h 1820101"/>
              <a:gd name="connsiteX1-165" fmla="*/ 551 w 1503366"/>
              <a:gd name="connsiteY1-166" fmla="*/ 951668 h 1820101"/>
              <a:gd name="connsiteX2-167" fmla="*/ 385967 w 1503366"/>
              <a:gd name="connsiteY2-168" fmla="*/ 1772916 h 1820101"/>
              <a:gd name="connsiteX3-169" fmla="*/ 1027207 w 1503366"/>
              <a:gd name="connsiteY3-170" fmla="*/ 1576167 h 1820101"/>
              <a:gd name="connsiteX4-171" fmla="*/ 1468013 w 1503366"/>
              <a:gd name="connsiteY4-172" fmla="*/ 1522281 h 1820101"/>
              <a:gd name="connsiteX5-173" fmla="*/ 1469061 w 1503366"/>
              <a:gd name="connsiteY5-174" fmla="*/ 684324 h 1820101"/>
              <a:gd name="connsiteX6-175" fmla="*/ 1408525 w 1503366"/>
              <a:gd name="connsiteY6-176" fmla="*/ 103060 h 1820101"/>
              <a:gd name="connsiteX7-177" fmla="*/ 839635 w 1503366"/>
              <a:gd name="connsiteY7-178" fmla="*/ 32673 h 1820101"/>
              <a:gd name="connsiteX8-179" fmla="*/ 289852 w 1503366"/>
              <a:gd name="connsiteY8-180" fmla="*/ 461730 h 1820101"/>
              <a:gd name="connsiteX0-181" fmla="*/ 293376 w 1506890"/>
              <a:gd name="connsiteY0-182" fmla="*/ 461730 h 1820101"/>
              <a:gd name="connsiteX1-183" fmla="*/ 4075 w 1506890"/>
              <a:gd name="connsiteY1-184" fmla="*/ 951668 h 1820101"/>
              <a:gd name="connsiteX2-185" fmla="*/ 389491 w 1506890"/>
              <a:gd name="connsiteY2-186" fmla="*/ 1772916 h 1820101"/>
              <a:gd name="connsiteX3-187" fmla="*/ 1030731 w 1506890"/>
              <a:gd name="connsiteY3-188" fmla="*/ 1576167 h 1820101"/>
              <a:gd name="connsiteX4-189" fmla="*/ 1471537 w 1506890"/>
              <a:gd name="connsiteY4-190" fmla="*/ 1522281 h 1820101"/>
              <a:gd name="connsiteX5-191" fmla="*/ 1472585 w 1506890"/>
              <a:gd name="connsiteY5-192" fmla="*/ 684324 h 1820101"/>
              <a:gd name="connsiteX6-193" fmla="*/ 1412049 w 1506890"/>
              <a:gd name="connsiteY6-194" fmla="*/ 103060 h 1820101"/>
              <a:gd name="connsiteX7-195" fmla="*/ 843159 w 1506890"/>
              <a:gd name="connsiteY7-196" fmla="*/ 32673 h 1820101"/>
              <a:gd name="connsiteX8-197" fmla="*/ 293376 w 1506890"/>
              <a:gd name="connsiteY8-198" fmla="*/ 461730 h 1820101"/>
              <a:gd name="connsiteX0-199" fmla="*/ 203955 w 1545103"/>
              <a:gd name="connsiteY0-200" fmla="*/ 206126 h 1802639"/>
              <a:gd name="connsiteX1-201" fmla="*/ 42288 w 1545103"/>
              <a:gd name="connsiteY1-202" fmla="*/ 934206 h 1802639"/>
              <a:gd name="connsiteX2-203" fmla="*/ 427704 w 1545103"/>
              <a:gd name="connsiteY2-204" fmla="*/ 1755454 h 1802639"/>
              <a:gd name="connsiteX3-205" fmla="*/ 1068944 w 1545103"/>
              <a:gd name="connsiteY3-206" fmla="*/ 1558705 h 1802639"/>
              <a:gd name="connsiteX4-207" fmla="*/ 1509750 w 1545103"/>
              <a:gd name="connsiteY4-208" fmla="*/ 1504819 h 1802639"/>
              <a:gd name="connsiteX5-209" fmla="*/ 1510798 w 1545103"/>
              <a:gd name="connsiteY5-210" fmla="*/ 666862 h 1802639"/>
              <a:gd name="connsiteX6-211" fmla="*/ 1450262 w 1545103"/>
              <a:gd name="connsiteY6-212" fmla="*/ 85598 h 1802639"/>
              <a:gd name="connsiteX7-213" fmla="*/ 881372 w 1545103"/>
              <a:gd name="connsiteY7-214" fmla="*/ 15211 h 1802639"/>
              <a:gd name="connsiteX8-215" fmla="*/ 203955 w 1545103"/>
              <a:gd name="connsiteY8-216" fmla="*/ 206126 h 1802639"/>
              <a:gd name="connsiteX0-217" fmla="*/ 147252 w 1634267"/>
              <a:gd name="connsiteY0-218" fmla="*/ 113266 h 1796376"/>
              <a:gd name="connsiteX1-219" fmla="*/ 131452 w 1634267"/>
              <a:gd name="connsiteY1-220" fmla="*/ 927943 h 1796376"/>
              <a:gd name="connsiteX2-221" fmla="*/ 516868 w 1634267"/>
              <a:gd name="connsiteY2-222" fmla="*/ 1749191 h 1796376"/>
              <a:gd name="connsiteX3-223" fmla="*/ 1158108 w 1634267"/>
              <a:gd name="connsiteY3-224" fmla="*/ 1552442 h 1796376"/>
              <a:gd name="connsiteX4-225" fmla="*/ 1598914 w 1634267"/>
              <a:gd name="connsiteY4-226" fmla="*/ 1498556 h 1796376"/>
              <a:gd name="connsiteX5-227" fmla="*/ 1599962 w 1634267"/>
              <a:gd name="connsiteY5-228" fmla="*/ 660599 h 1796376"/>
              <a:gd name="connsiteX6-229" fmla="*/ 1539426 w 1634267"/>
              <a:gd name="connsiteY6-230" fmla="*/ 79335 h 1796376"/>
              <a:gd name="connsiteX7-231" fmla="*/ 970536 w 1634267"/>
              <a:gd name="connsiteY7-232" fmla="*/ 8948 h 1796376"/>
              <a:gd name="connsiteX8-233" fmla="*/ 147252 w 1634267"/>
              <a:gd name="connsiteY8-234" fmla="*/ 113266 h 1796376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  <a:cxn ang="0">
                <a:pos x="connsiteX7-15" y="connsiteY7-16"/>
              </a:cxn>
              <a:cxn ang="0">
                <a:pos x="connsiteX8-17" y="connsiteY8-1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7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algn="ctr"/>
            <a:endParaRPr lang="en-US" dirty="0"/>
          </a:p>
        </p:txBody>
      </p:sp>
      <p:sp>
        <p:nvSpPr>
          <p:cNvPr id="573" name="TextBox 572"/>
          <p:cNvSpPr txBox="1"/>
          <p:nvPr/>
        </p:nvSpPr>
        <p:spPr>
          <a:xfrm>
            <a:off x="9427201" y="1851195"/>
            <a:ext cx="1725088" cy="2862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全国或全球 ISP</a:t>
            </a:r>
            <a:endParaRPr lang="en-US" sz="1400" dirty="0"/>
          </a:p>
        </p:txBody>
      </p:sp>
      <p:sp>
        <p:nvSpPr>
          <p:cNvPr id="655" name="Rectangle 654"/>
          <p:cNvSpPr/>
          <p:nvPr/>
        </p:nvSpPr>
        <p:spPr>
          <a:xfrm>
            <a:off x="9279068" y="3677908"/>
            <a:ext cx="305749" cy="197847"/>
          </a:xfrm>
          <a:prstGeom prst="rect">
            <a:avLst/>
          </a:prstGeom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653" name="TextBox 652"/>
          <p:cNvSpPr txBox="1"/>
          <p:nvPr/>
        </p:nvSpPr>
        <p:spPr>
          <a:xfrm>
            <a:off x="8766162" y="3447919"/>
            <a:ext cx="1040639" cy="4801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本地或区域 ISP</a:t>
            </a:r>
            <a:endParaRPr lang="en-US" sz="1400" dirty="0"/>
          </a:p>
        </p:txBody>
      </p:sp>
      <p:sp>
        <p:nvSpPr>
          <p:cNvPr id="657" name="TextBox 656"/>
          <p:cNvSpPr txBox="1"/>
          <p:nvPr/>
        </p:nvSpPr>
        <p:spPr>
          <a:xfrm>
            <a:off x="10917767" y="4677937"/>
            <a:ext cx="813043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050" dirty="0"/>
              <a:t>数据中心 </a:t>
            </a:r>
            <a:endParaRPr lang="en-US" sz="1050" dirty="0"/>
          </a:p>
          <a:p>
            <a:pPr>
              <a:lnSpc>
                <a:spcPct val="90000"/>
              </a:lnSpc>
            </a:pPr>
            <a:r>
              <a:rPr lang="en-US" sz="1050" dirty="0"/>
              <a:t>网络</a:t>
            </a:r>
            <a:endParaRPr lang="en-US" sz="1050" dirty="0"/>
          </a:p>
        </p:txBody>
      </p:sp>
      <p:sp>
        <p:nvSpPr>
          <p:cNvPr id="658" name="TextBox 657"/>
          <p:cNvSpPr txBox="1"/>
          <p:nvPr/>
        </p:nvSpPr>
        <p:spPr>
          <a:xfrm>
            <a:off x="10063018" y="4228248"/>
            <a:ext cx="843051" cy="6740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内容 </a:t>
            </a:r>
            <a:endParaRPr lang="en-US" sz="1400" dirty="0"/>
          </a:p>
          <a:p>
            <a:pPr>
              <a:lnSpc>
                <a:spcPct val="90000"/>
              </a:lnSpc>
            </a:pPr>
            <a:r>
              <a:rPr lang="en-US" sz="1400" dirty="0"/>
              <a:t>提供商 </a:t>
            </a:r>
            <a:endParaRPr lang="en-US" sz="1400" dirty="0"/>
          </a:p>
          <a:p>
            <a:pPr>
              <a:lnSpc>
                <a:spcPct val="90000"/>
              </a:lnSpc>
            </a:pPr>
            <a:r>
              <a:rPr lang="en-US" sz="1400" dirty="0"/>
              <a:t>网络</a:t>
            </a:r>
            <a:endParaRPr lang="en-US" sz="1000" dirty="0"/>
          </a:p>
        </p:txBody>
      </p:sp>
      <p:grpSp>
        <p:nvGrpSpPr>
          <p:cNvPr id="1025" name="Group 1024"/>
          <p:cNvGrpSpPr/>
          <p:nvPr/>
        </p:nvGrpSpPr>
        <p:grpSpPr>
          <a:xfrm>
            <a:off x="7562238" y="2127325"/>
            <a:ext cx="3578867" cy="3640283"/>
            <a:chOff x="7562238" y="2127325"/>
            <a:chExt cx="3578867" cy="3640283"/>
          </a:xfrm>
        </p:grpSpPr>
        <p:cxnSp>
          <p:nvCxnSpPr>
            <p:cNvPr id="830" name="Straight Connector 829"/>
            <p:cNvCxnSpPr/>
            <p:nvPr/>
          </p:nvCxnSpPr>
          <p:spPr>
            <a:xfrm flipH="1" flipV="1">
              <a:off x="10559920" y="3580125"/>
              <a:ext cx="412964" cy="63712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7" name="Straight Connector 826"/>
            <p:cNvCxnSpPr/>
            <p:nvPr/>
          </p:nvCxnSpPr>
          <p:spPr>
            <a:xfrm flipH="1" flipV="1">
              <a:off x="10660835" y="3640684"/>
              <a:ext cx="345866" cy="738975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5" name="Straight Connector 824"/>
            <p:cNvCxnSpPr/>
            <p:nvPr/>
          </p:nvCxnSpPr>
          <p:spPr>
            <a:xfrm flipV="1">
              <a:off x="10636897" y="3633421"/>
              <a:ext cx="335987" cy="39534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3" name="Straight Connector 822"/>
            <p:cNvCxnSpPr/>
            <p:nvPr/>
          </p:nvCxnSpPr>
          <p:spPr>
            <a:xfrm flipH="1" flipV="1">
              <a:off x="10570774" y="3594896"/>
              <a:ext cx="1" cy="48574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9" name="Straight Connector 818"/>
            <p:cNvCxnSpPr/>
            <p:nvPr/>
          </p:nvCxnSpPr>
          <p:spPr>
            <a:xfrm flipH="1" flipV="1">
              <a:off x="10550620" y="4071642"/>
              <a:ext cx="508543" cy="348647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8" name="Straight Connector 817"/>
            <p:cNvCxnSpPr/>
            <p:nvPr/>
          </p:nvCxnSpPr>
          <p:spPr>
            <a:xfrm flipH="1">
              <a:off x="9895195" y="4087742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6" name="Straight Connector 815"/>
            <p:cNvCxnSpPr/>
            <p:nvPr/>
          </p:nvCxnSpPr>
          <p:spPr>
            <a:xfrm flipH="1">
              <a:off x="9219616" y="4087742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3" name="Straight Connector 812"/>
            <p:cNvCxnSpPr/>
            <p:nvPr/>
          </p:nvCxnSpPr>
          <p:spPr>
            <a:xfrm flipH="1">
              <a:off x="9276868" y="3507672"/>
              <a:ext cx="382424" cy="51705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1" name="Straight Connector 810"/>
            <p:cNvCxnSpPr/>
            <p:nvPr/>
          </p:nvCxnSpPr>
          <p:spPr>
            <a:xfrm>
              <a:off x="9733069" y="3507672"/>
              <a:ext cx="0" cy="540294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8" name="Straight Connector 807"/>
            <p:cNvCxnSpPr/>
            <p:nvPr/>
          </p:nvCxnSpPr>
          <p:spPr>
            <a:xfrm>
              <a:off x="10137668" y="2754692"/>
              <a:ext cx="488174" cy="839333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3" name="Straight Connector 562"/>
            <p:cNvCxnSpPr/>
            <p:nvPr/>
          </p:nvCxnSpPr>
          <p:spPr>
            <a:xfrm flipH="1">
              <a:off x="9798719" y="2695013"/>
              <a:ext cx="380432" cy="694807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03" name="Group 802"/>
            <p:cNvGrpSpPr/>
            <p:nvPr/>
          </p:nvGrpSpPr>
          <p:grpSpPr>
            <a:xfrm>
              <a:off x="7562238" y="2127325"/>
              <a:ext cx="3578867" cy="3640283"/>
              <a:chOff x="7562238" y="2127325"/>
              <a:chExt cx="3578867" cy="3640283"/>
            </a:xfrm>
          </p:grpSpPr>
          <p:grpSp>
            <p:nvGrpSpPr>
              <p:cNvPr id="800" name="Group 799"/>
              <p:cNvGrpSpPr/>
              <p:nvPr/>
            </p:nvGrpSpPr>
            <p:grpSpPr>
              <a:xfrm>
                <a:off x="7857253" y="2127325"/>
                <a:ext cx="3283852" cy="3640283"/>
                <a:chOff x="7881336" y="2104198"/>
                <a:chExt cx="3283852" cy="3640283"/>
              </a:xfrm>
            </p:grpSpPr>
            <p:sp>
              <p:nvSpPr>
                <p:cNvPr id="22" name="Line 428"/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813692" y="5228612"/>
                  <a:ext cx="388062" cy="756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dirty="0"/>
                </a:p>
              </p:txBody>
            </p:sp>
            <p:sp>
              <p:nvSpPr>
                <p:cNvPr id="24" name="Line 430"/>
                <p:cNvSpPr>
                  <a:spLocks noChangeShapeType="1"/>
                </p:cNvSpPr>
                <p:nvPr/>
              </p:nvSpPr>
              <p:spPr bwMode="auto">
                <a:xfrm rot="16200000">
                  <a:off x="10234009" y="5382159"/>
                  <a:ext cx="0" cy="11430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dirty="0"/>
                </a:p>
              </p:txBody>
            </p:sp>
            <p:sp>
              <p:nvSpPr>
                <p:cNvPr id="25" name="Line 431"/>
                <p:cNvSpPr>
                  <a:spLocks noChangeShapeType="1"/>
                </p:cNvSpPr>
                <p:nvPr/>
              </p:nvSpPr>
              <p:spPr bwMode="auto">
                <a:xfrm>
                  <a:off x="9457042" y="4815390"/>
                  <a:ext cx="524483" cy="261537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6" name="Line 432"/>
                <p:cNvSpPr>
                  <a:spLocks noChangeShapeType="1"/>
                </p:cNvSpPr>
                <p:nvPr/>
              </p:nvSpPr>
              <p:spPr bwMode="auto">
                <a:xfrm flipV="1">
                  <a:off x="8874149" y="4815390"/>
                  <a:ext cx="569255" cy="24626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7" name="Line 433"/>
                <p:cNvSpPr>
                  <a:spLocks noChangeShapeType="1"/>
                </p:cNvSpPr>
                <p:nvPr/>
              </p:nvSpPr>
              <p:spPr bwMode="auto">
                <a:xfrm flipV="1">
                  <a:off x="8845827" y="5085749"/>
                  <a:ext cx="1030502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8" name="Line 435"/>
                <p:cNvSpPr>
                  <a:spLocks noChangeShapeType="1"/>
                </p:cNvSpPr>
                <p:nvPr/>
              </p:nvSpPr>
              <p:spPr bwMode="auto">
                <a:xfrm>
                  <a:off x="8234290" y="5094207"/>
                  <a:ext cx="22680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9" name="Line 436"/>
                <p:cNvSpPr>
                  <a:spLocks noChangeShapeType="1"/>
                </p:cNvSpPr>
                <p:nvPr/>
              </p:nvSpPr>
              <p:spPr bwMode="auto">
                <a:xfrm flipV="1">
                  <a:off x="7972450" y="5267343"/>
                  <a:ext cx="41275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0" name="Line 439"/>
                <p:cNvSpPr>
                  <a:spLocks noChangeShapeType="1"/>
                </p:cNvSpPr>
                <p:nvPr/>
              </p:nvSpPr>
              <p:spPr bwMode="auto">
                <a:xfrm flipH="1">
                  <a:off x="8397900" y="5259125"/>
                  <a:ext cx="68080" cy="2939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1" name="Line 440"/>
                <p:cNvSpPr>
                  <a:spLocks noChangeShapeType="1"/>
                </p:cNvSpPr>
                <p:nvPr/>
              </p:nvSpPr>
              <p:spPr bwMode="auto">
                <a:xfrm flipH="1" flipV="1">
                  <a:off x="8512814" y="5284804"/>
                  <a:ext cx="280374" cy="26987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2" name="Line 441"/>
                <p:cNvSpPr>
                  <a:spLocks noChangeShapeType="1"/>
                </p:cNvSpPr>
                <p:nvPr/>
              </p:nvSpPr>
              <p:spPr bwMode="auto">
                <a:xfrm>
                  <a:off x="8512814" y="5234921"/>
                  <a:ext cx="914184" cy="46862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3" name="Line 443"/>
                <p:cNvSpPr>
                  <a:spLocks noChangeShapeType="1"/>
                </p:cNvSpPr>
                <p:nvPr/>
              </p:nvSpPr>
              <p:spPr bwMode="auto">
                <a:xfrm>
                  <a:off x="8271861" y="3806843"/>
                  <a:ext cx="0" cy="13176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9" name="Line 449"/>
                <p:cNvSpPr>
                  <a:spLocks noChangeShapeType="1"/>
                </p:cNvSpPr>
                <p:nvPr/>
              </p:nvSpPr>
              <p:spPr bwMode="auto">
                <a:xfrm flipV="1">
                  <a:off x="7881336" y="4017980"/>
                  <a:ext cx="168275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528" name="Line 428"/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909628" y="5560344"/>
                  <a:ext cx="366793" cy="1482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dirty="0"/>
                </a:p>
              </p:txBody>
            </p:sp>
            <p:sp>
              <p:nvSpPr>
                <p:cNvPr id="537" name="Line 440"/>
                <p:cNvSpPr>
                  <a:spLocks noChangeShapeType="1"/>
                </p:cNvSpPr>
                <p:nvPr/>
              </p:nvSpPr>
              <p:spPr bwMode="auto">
                <a:xfrm flipV="1">
                  <a:off x="8483508" y="5013435"/>
                  <a:ext cx="404236" cy="207771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cxnSp>
              <p:nvCxnSpPr>
                <p:cNvPr id="564" name="Straight Connector 563"/>
                <p:cNvCxnSpPr/>
                <p:nvPr/>
              </p:nvCxnSpPr>
              <p:spPr>
                <a:xfrm flipH="1">
                  <a:off x="10124718" y="2146305"/>
                  <a:ext cx="761467" cy="577355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5" name="Straight Connector 564"/>
                <p:cNvCxnSpPr/>
                <p:nvPr/>
              </p:nvCxnSpPr>
              <p:spPr>
                <a:xfrm flipH="1">
                  <a:off x="10124718" y="2245186"/>
                  <a:ext cx="3970" cy="51846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6" name="Straight Connector 565"/>
                <p:cNvCxnSpPr/>
                <p:nvPr/>
              </p:nvCxnSpPr>
              <p:spPr>
                <a:xfrm flipH="1">
                  <a:off x="10696218" y="2177379"/>
                  <a:ext cx="149360" cy="51846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7" name="Straight Connector 566"/>
                <p:cNvCxnSpPr/>
                <p:nvPr/>
              </p:nvCxnSpPr>
              <p:spPr>
                <a:xfrm flipH="1">
                  <a:off x="10166249" y="2695840"/>
                  <a:ext cx="574283" cy="2782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8" name="Straight Connector 567"/>
                <p:cNvCxnSpPr/>
                <p:nvPr/>
              </p:nvCxnSpPr>
              <p:spPr>
                <a:xfrm flipH="1">
                  <a:off x="10093625" y="2146305"/>
                  <a:ext cx="788589" cy="9888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9" name="Straight Connector 568"/>
                <p:cNvCxnSpPr/>
                <p:nvPr/>
              </p:nvCxnSpPr>
              <p:spPr>
                <a:xfrm flipH="1">
                  <a:off x="10886186" y="2104198"/>
                  <a:ext cx="279002" cy="42107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0" name="Straight Connector 569"/>
                <p:cNvCxnSpPr/>
                <p:nvPr/>
              </p:nvCxnSpPr>
              <p:spPr>
                <a:xfrm flipH="1" flipV="1">
                  <a:off x="10706077" y="2695840"/>
                  <a:ext cx="353541" cy="67807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4" name="Straight Connector 573"/>
                <p:cNvCxnSpPr/>
                <p:nvPr/>
              </p:nvCxnSpPr>
              <p:spPr>
                <a:xfrm flipH="1">
                  <a:off x="8793306" y="2245186"/>
                  <a:ext cx="1300319" cy="606622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3" name="Line 541"/>
                <p:cNvSpPr>
                  <a:spLocks noChangeShapeType="1"/>
                </p:cNvSpPr>
                <p:nvPr/>
              </p:nvSpPr>
              <p:spPr bwMode="auto">
                <a:xfrm flipV="1">
                  <a:off x="9402788" y="4090252"/>
                  <a:ext cx="429324" cy="705603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" name="Line 424"/>
                <p:cNvSpPr>
                  <a:spLocks noChangeShapeType="1"/>
                </p:cNvSpPr>
                <p:nvPr/>
              </p:nvSpPr>
              <p:spPr bwMode="auto">
                <a:xfrm flipV="1">
                  <a:off x="8268637" y="4024329"/>
                  <a:ext cx="969051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pic>
            <p:nvPicPr>
              <p:cNvPr id="262" name="Picture 778" descr="antenna_radiation_stylized"/>
              <p:cNvPicPr>
                <a:picLocks noChangeAspect="1"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562238" y="3813930"/>
                <a:ext cx="506412" cy="10600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60" name="Picture 781" descr="antenna_radiation_stylized"/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242073" y="5480938"/>
                <a:ext cx="452014" cy="9515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2" name="Picture 799" descr="cell_tower_radiation copy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80866" y="2158167"/>
                <a:ext cx="457200" cy="3327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3" name="Oval 800"/>
              <p:cNvSpPr>
                <a:spLocks noChangeArrowheads="1"/>
              </p:cNvSpPr>
              <p:nvPr/>
            </p:nvSpPr>
            <p:spPr bwMode="auto">
              <a:xfrm>
                <a:off x="8174541" y="2292995"/>
                <a:ext cx="52388" cy="49485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</p:grpSp>
      <p:grpSp>
        <p:nvGrpSpPr>
          <p:cNvPr id="787" name="Group 786"/>
          <p:cNvGrpSpPr/>
          <p:nvPr/>
        </p:nvGrpSpPr>
        <p:grpSpPr>
          <a:xfrm>
            <a:off x="7414072" y="1891912"/>
            <a:ext cx="1909777" cy="938011"/>
            <a:chOff x="7432700" y="1830405"/>
            <a:chExt cx="1909777" cy="938011"/>
          </a:xfrm>
        </p:grpSpPr>
        <p:grpSp>
          <p:nvGrpSpPr>
            <p:cNvPr id="49" name="Group 652"/>
            <p:cNvGrpSpPr/>
            <p:nvPr/>
          </p:nvGrpSpPr>
          <p:grpSpPr bwMode="auto">
            <a:xfrm>
              <a:off x="7743850" y="1830405"/>
              <a:ext cx="415925" cy="385763"/>
              <a:chOff x="2751" y="1851"/>
              <a:chExt cx="462" cy="478"/>
            </a:xfrm>
          </p:grpSpPr>
          <p:pic>
            <p:nvPicPr>
              <p:cNvPr id="359" name="Picture 653" descr="iphone_stylized_small"/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60" name="Picture 654" descr="antenna_radiation_stylized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785" name="Group 784"/>
            <p:cNvGrpSpPr/>
            <p:nvPr/>
          </p:nvGrpSpPr>
          <p:grpSpPr>
            <a:xfrm>
              <a:off x="7432700" y="2327293"/>
              <a:ext cx="534987" cy="407988"/>
              <a:chOff x="7432700" y="2327293"/>
              <a:chExt cx="534987" cy="407988"/>
            </a:xfrm>
          </p:grpSpPr>
          <p:pic>
            <p:nvPicPr>
              <p:cNvPr id="73" name="Picture 1017" descr="antenna_stylized"/>
              <p:cNvPicPr>
                <a:picLocks noChangeAspect="1" noChangeArrowheads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32700" y="2327293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4" name="Picture 1018" descr="laptop_keyboard"/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7458407" y="2575770"/>
                <a:ext cx="437221" cy="1595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5" name="Freeform 1019"/>
              <p:cNvSpPr/>
              <p:nvPr/>
            </p:nvSpPr>
            <p:spPr bwMode="auto">
              <a:xfrm>
                <a:off x="7603304" y="2420984"/>
                <a:ext cx="351919" cy="208167"/>
              </a:xfrm>
              <a:custGeom>
                <a:avLst/>
                <a:gdLst>
                  <a:gd name="T0" fmla="*/ 775798119 w 2982"/>
                  <a:gd name="T1" fmla="*/ 0 h 2442"/>
                  <a:gd name="T2" fmla="*/ 0 w 2982"/>
                  <a:gd name="T3" fmla="*/ 211226083 h 2442"/>
                  <a:gd name="T4" fmla="*/ 2147483646 w 2982"/>
                  <a:gd name="T5" fmla="*/ 263880059 h 2442"/>
                  <a:gd name="T6" fmla="*/ 2147483646 w 2982"/>
                  <a:gd name="T7" fmla="*/ 52653891 h 2442"/>
                  <a:gd name="T8" fmla="*/ 775798119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en-US" dirty="0"/>
              </a:p>
            </p:txBody>
          </p:sp>
          <p:pic>
            <p:nvPicPr>
              <p:cNvPr id="76" name="Picture 1020" descr="screen"/>
              <p:cNvPicPr>
                <a:picLocks noChangeAspect="1" noChangeArrowheads="1"/>
              </p:cNvPicPr>
              <p:nvPr/>
            </p:nvPicPr>
            <p:blipFill>
              <a:blip r:embed="rId8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20637" y="2426338"/>
                <a:ext cx="319785" cy="18942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7" name="Freeform 1021"/>
              <p:cNvSpPr/>
              <p:nvPr/>
            </p:nvSpPr>
            <p:spPr bwMode="auto">
              <a:xfrm>
                <a:off x="7667378" y="2414843"/>
                <a:ext cx="298167" cy="38736"/>
              </a:xfrm>
              <a:custGeom>
                <a:avLst/>
                <a:gdLst>
                  <a:gd name="T0" fmla="*/ 193616298 w 2528"/>
                  <a:gd name="T1" fmla="*/ 0 h 455"/>
                  <a:gd name="T2" fmla="*/ 2147483646 w 2528"/>
                  <a:gd name="T3" fmla="*/ 52445139 h 455"/>
                  <a:gd name="T4" fmla="*/ 2147483646 w 2528"/>
                  <a:gd name="T5" fmla="*/ 52445139 h 455"/>
                  <a:gd name="T6" fmla="*/ 0 w 2528"/>
                  <a:gd name="T7" fmla="*/ 52445139 h 455"/>
                  <a:gd name="T8" fmla="*/ 193616298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78" name="Freeform 1022"/>
              <p:cNvSpPr/>
              <p:nvPr/>
            </p:nvSpPr>
            <p:spPr bwMode="auto">
              <a:xfrm>
                <a:off x="7600188" y="2414528"/>
                <a:ext cx="82770" cy="161243"/>
              </a:xfrm>
              <a:custGeom>
                <a:avLst/>
                <a:gdLst>
                  <a:gd name="T0" fmla="*/ 773664160 w 702"/>
                  <a:gd name="T1" fmla="*/ 0 h 1893"/>
                  <a:gd name="T2" fmla="*/ 0 w 702"/>
                  <a:gd name="T3" fmla="*/ 210739916 h 1893"/>
                  <a:gd name="T4" fmla="*/ 193416040 w 702"/>
                  <a:gd name="T5" fmla="*/ 210739916 h 1893"/>
                  <a:gd name="T6" fmla="*/ 967080200 w 702"/>
                  <a:gd name="T7" fmla="*/ 52529017 h 1893"/>
                  <a:gd name="T8" fmla="*/ 773664160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79" name="Freeform 1023"/>
              <p:cNvSpPr/>
              <p:nvPr/>
            </p:nvSpPr>
            <p:spPr bwMode="auto">
              <a:xfrm>
                <a:off x="7874205" y="2443344"/>
                <a:ext cx="89197" cy="186122"/>
              </a:xfrm>
              <a:custGeom>
                <a:avLst/>
                <a:gdLst>
                  <a:gd name="T0" fmla="*/ 969024527 w 756"/>
                  <a:gd name="T1" fmla="*/ 0 h 2184"/>
                  <a:gd name="T2" fmla="*/ 193802074 w 756"/>
                  <a:gd name="T3" fmla="*/ 263660221 h 2184"/>
                  <a:gd name="T4" fmla="*/ 0 w 756"/>
                  <a:gd name="T5" fmla="*/ 263660221 h 2184"/>
                  <a:gd name="T6" fmla="*/ 775222454 w 756"/>
                  <a:gd name="T7" fmla="*/ 52610059 h 2184"/>
                  <a:gd name="T8" fmla="*/ 969024527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0" name="Freeform 1024"/>
              <p:cNvSpPr/>
              <p:nvPr/>
            </p:nvSpPr>
            <p:spPr bwMode="auto">
              <a:xfrm>
                <a:off x="7599214" y="2567582"/>
                <a:ext cx="327185" cy="62828"/>
              </a:xfrm>
              <a:custGeom>
                <a:avLst/>
                <a:gdLst>
                  <a:gd name="T0" fmla="*/ 193829444 w 2773"/>
                  <a:gd name="T1" fmla="*/ 0 h 738"/>
                  <a:gd name="T2" fmla="*/ 0 w 2773"/>
                  <a:gd name="T3" fmla="*/ 52443587 h 738"/>
                  <a:gd name="T4" fmla="*/ 2147483646 w 2773"/>
                  <a:gd name="T5" fmla="*/ 104894411 h 738"/>
                  <a:gd name="T6" fmla="*/ 2147483646 w 2773"/>
                  <a:gd name="T7" fmla="*/ 52443587 h 738"/>
                  <a:gd name="T8" fmla="*/ 193829444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1" name="Freeform 1025"/>
              <p:cNvSpPr/>
              <p:nvPr/>
            </p:nvSpPr>
            <p:spPr bwMode="auto">
              <a:xfrm>
                <a:off x="7884138" y="2444918"/>
                <a:ext cx="83549" cy="186909"/>
              </a:xfrm>
              <a:custGeom>
                <a:avLst/>
                <a:gdLst>
                  <a:gd name="T0" fmla="*/ 2147483646 w 637"/>
                  <a:gd name="T1" fmla="*/ 0 h 1659"/>
                  <a:gd name="T2" fmla="*/ 2147483646 w 637"/>
                  <a:gd name="T3" fmla="*/ 0 h 1659"/>
                  <a:gd name="T4" fmla="*/ 295581541 w 637"/>
                  <a:gd name="T5" fmla="*/ 2147483646 h 1659"/>
                  <a:gd name="T6" fmla="*/ 0 w 637"/>
                  <a:gd name="T7" fmla="*/ 2147483646 h 1659"/>
                  <a:gd name="T8" fmla="*/ 2147483646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2" name="Freeform 1026"/>
              <p:cNvSpPr/>
              <p:nvPr/>
            </p:nvSpPr>
            <p:spPr bwMode="auto">
              <a:xfrm>
                <a:off x="7599603" y="2575928"/>
                <a:ext cx="290961" cy="62041"/>
              </a:xfrm>
              <a:custGeom>
                <a:avLst/>
                <a:gdLst>
                  <a:gd name="T0" fmla="*/ 0 w 2216"/>
                  <a:gd name="T1" fmla="*/ 0 h 550"/>
                  <a:gd name="T2" fmla="*/ 296523134 w 2216"/>
                  <a:gd name="T3" fmla="*/ 324379338 h 550"/>
                  <a:gd name="T4" fmla="*/ 2147483646 w 2216"/>
                  <a:gd name="T5" fmla="*/ 2147483646 h 550"/>
                  <a:gd name="T6" fmla="*/ 2147483646 w 2216"/>
                  <a:gd name="T7" fmla="*/ 2147483646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grpSp>
            <p:nvGrpSpPr>
              <p:cNvPr id="83" name="Group 1027"/>
              <p:cNvGrpSpPr/>
              <p:nvPr/>
            </p:nvGrpSpPr>
            <p:grpSpPr bwMode="auto">
              <a:xfrm>
                <a:off x="7594735" y="2642220"/>
                <a:ext cx="98740" cy="36846"/>
                <a:chOff x="1740" y="2642"/>
                <a:chExt cx="752" cy="327"/>
              </a:xfrm>
            </p:grpSpPr>
            <p:sp>
              <p:nvSpPr>
                <p:cNvPr id="169" name="Freeform 1028"/>
                <p:cNvSpPr/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0" name="Freeform 1029"/>
                <p:cNvSpPr/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1" name="Freeform 1030"/>
                <p:cNvSpPr/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2" name="Freeform 1031"/>
                <p:cNvSpPr/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" name="Freeform 1032"/>
                <p:cNvSpPr/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4" name="Freeform 1033"/>
                <p:cNvSpPr/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sp>
            <p:nvSpPr>
              <p:cNvPr id="84" name="Freeform 1034"/>
              <p:cNvSpPr/>
              <p:nvPr/>
            </p:nvSpPr>
            <p:spPr bwMode="auto">
              <a:xfrm>
                <a:off x="7763780" y="2647731"/>
                <a:ext cx="119578" cy="80936"/>
              </a:xfrm>
              <a:custGeom>
                <a:avLst/>
                <a:gdLst>
                  <a:gd name="T0" fmla="*/ 213221464 w 990"/>
                  <a:gd name="T1" fmla="*/ 1090686587 h 792"/>
                  <a:gd name="T2" fmla="*/ 1915477586 w 990"/>
                  <a:gd name="T3" fmla="*/ 0 h 792"/>
                  <a:gd name="T4" fmla="*/ 1915477586 w 990"/>
                  <a:gd name="T5" fmla="*/ 108859840 h 792"/>
                  <a:gd name="T6" fmla="*/ 0 w 990"/>
                  <a:gd name="T7" fmla="*/ 1090686587 h 792"/>
                  <a:gd name="T8" fmla="*/ 213221464 w 990"/>
                  <a:gd name="T9" fmla="*/ 1090686587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5" name="Freeform 1035"/>
              <p:cNvSpPr/>
              <p:nvPr/>
            </p:nvSpPr>
            <p:spPr bwMode="auto">
              <a:xfrm>
                <a:off x="7458602" y="2654187"/>
                <a:ext cx="305957" cy="73850"/>
              </a:xfrm>
              <a:custGeom>
                <a:avLst/>
                <a:gdLst>
                  <a:gd name="T0" fmla="*/ 213486572 w 2532"/>
                  <a:gd name="T1" fmla="*/ 0 h 723"/>
                  <a:gd name="T2" fmla="*/ 213486572 w 2532"/>
                  <a:gd name="T3" fmla="*/ 0 h 723"/>
                  <a:gd name="T4" fmla="*/ 2147483646 w 2532"/>
                  <a:gd name="T5" fmla="*/ 979380008 h 723"/>
                  <a:gd name="T6" fmla="*/ 2147483646 w 2532"/>
                  <a:gd name="T7" fmla="*/ 1088085165 h 723"/>
                  <a:gd name="T8" fmla="*/ 0 w 2532"/>
                  <a:gd name="T9" fmla="*/ 108705259 h 723"/>
                  <a:gd name="T10" fmla="*/ 21348657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6" name="Freeform 1036"/>
              <p:cNvSpPr/>
              <p:nvPr/>
            </p:nvSpPr>
            <p:spPr bwMode="auto">
              <a:xfrm>
                <a:off x="7458797" y="2640645"/>
                <a:ext cx="3311" cy="14959"/>
              </a:xfrm>
              <a:custGeom>
                <a:avLst/>
                <a:gdLst>
                  <a:gd name="T0" fmla="*/ 262278191 w 26"/>
                  <a:gd name="T1" fmla="*/ 107489981 h 147"/>
                  <a:gd name="T2" fmla="*/ 262278191 w 26"/>
                  <a:gd name="T3" fmla="*/ 214969480 h 147"/>
                  <a:gd name="T4" fmla="*/ 0 w 26"/>
                  <a:gd name="T5" fmla="*/ 214969480 h 147"/>
                  <a:gd name="T6" fmla="*/ 262278191 w 26"/>
                  <a:gd name="T7" fmla="*/ 0 h 147"/>
                  <a:gd name="T8" fmla="*/ 262278191 w 26"/>
                  <a:gd name="T9" fmla="*/ 10748998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7" name="Freeform 1037"/>
              <p:cNvSpPr/>
              <p:nvPr/>
            </p:nvSpPr>
            <p:spPr bwMode="auto">
              <a:xfrm>
                <a:off x="7458992" y="2579707"/>
                <a:ext cx="142170" cy="61883"/>
              </a:xfrm>
              <a:custGeom>
                <a:avLst/>
                <a:gdLst>
                  <a:gd name="T0" fmla="*/ 2136125890 w 1176"/>
                  <a:gd name="T1" fmla="*/ 0 h 606"/>
                  <a:gd name="T2" fmla="*/ 0 w 1176"/>
                  <a:gd name="T3" fmla="*/ 870000945 h 606"/>
                  <a:gd name="T4" fmla="*/ 213789467 w 1176"/>
                  <a:gd name="T5" fmla="*/ 870000945 h 606"/>
                  <a:gd name="T6" fmla="*/ 2136125890 w 1176"/>
                  <a:gd name="T7" fmla="*/ 108617123 h 606"/>
                  <a:gd name="T8" fmla="*/ 2136125890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8" name="Freeform 1038"/>
              <p:cNvSpPr/>
              <p:nvPr/>
            </p:nvSpPr>
            <p:spPr bwMode="auto">
              <a:xfrm>
                <a:off x="7468535" y="2643795"/>
                <a:ext cx="290182" cy="71016"/>
              </a:xfrm>
              <a:custGeom>
                <a:avLst/>
                <a:gdLst>
                  <a:gd name="T0" fmla="*/ 173112702 w 2532"/>
                  <a:gd name="T1" fmla="*/ 0 h 723"/>
                  <a:gd name="T2" fmla="*/ 173112702 w 2532"/>
                  <a:gd name="T3" fmla="*/ 0 h 723"/>
                  <a:gd name="T4" fmla="*/ 2069773885 w 2532"/>
                  <a:gd name="T5" fmla="*/ 558173482 h 723"/>
                  <a:gd name="T6" fmla="*/ 2069773885 w 2532"/>
                  <a:gd name="T7" fmla="*/ 558173482 h 723"/>
                  <a:gd name="T8" fmla="*/ 0 w 2532"/>
                  <a:gd name="T9" fmla="*/ 92871346 h 723"/>
                  <a:gd name="T10" fmla="*/ 17311270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9" name="Freeform 1039"/>
              <p:cNvSpPr/>
              <p:nvPr/>
            </p:nvSpPr>
            <p:spPr bwMode="auto">
              <a:xfrm flipV="1">
                <a:off x="7758327" y="2638756"/>
                <a:ext cx="118410" cy="73535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962694895 h 723"/>
                  <a:gd name="T6" fmla="*/ 0 w 2532"/>
                  <a:gd name="T7" fmla="*/ 962694895 h 723"/>
                  <a:gd name="T8" fmla="*/ 0 w 2532"/>
                  <a:gd name="T9" fmla="*/ 107314314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grpSp>
          <p:nvGrpSpPr>
            <p:cNvPr id="740" name="Group 739"/>
            <p:cNvGrpSpPr/>
            <p:nvPr/>
          </p:nvGrpSpPr>
          <p:grpSpPr>
            <a:xfrm>
              <a:off x="8631407" y="2290407"/>
              <a:ext cx="530702" cy="478009"/>
              <a:chOff x="8631407" y="2290407"/>
              <a:chExt cx="530702" cy="478009"/>
            </a:xfrm>
          </p:grpSpPr>
          <p:pic>
            <p:nvPicPr>
              <p:cNvPr id="110" name="Picture 568" descr="light2.png"/>
              <p:cNvPicPr>
                <a:picLocks noChangeAspect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8825293" y="2362969"/>
                <a:ext cx="92772" cy="40544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1" name="Picture 1017" descr="antenna_stylized"/>
              <p:cNvPicPr>
                <a:picLocks noChangeAspect="1" noChangeArrowheads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31407" y="2290407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786" name="Group 785"/>
            <p:cNvGrpSpPr/>
            <p:nvPr/>
          </p:nvGrpSpPr>
          <p:grpSpPr>
            <a:xfrm>
              <a:off x="8493165" y="2029804"/>
              <a:ext cx="849312" cy="226109"/>
              <a:chOff x="8493165" y="2029804"/>
              <a:chExt cx="849312" cy="226109"/>
            </a:xfrm>
          </p:grpSpPr>
          <p:pic>
            <p:nvPicPr>
              <p:cNvPr id="48" name="Picture 603" descr="car_icon_small"/>
              <p:cNvPicPr>
                <a:picLocks noChangeAspect="1" noChangeArrowheads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493165" y="2087638"/>
                <a:ext cx="849312" cy="1682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2" name="Picture 1017" descr="antenna_stylized"/>
              <p:cNvPicPr>
                <a:picLocks noChangeAspect="1" noChangeArrowheads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04645" y="2029804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793" name="Group 792"/>
          <p:cNvGrpSpPr/>
          <p:nvPr/>
        </p:nvGrpSpPr>
        <p:grpSpPr>
          <a:xfrm>
            <a:off x="7468516" y="3357611"/>
            <a:ext cx="857739" cy="583764"/>
            <a:chOff x="7487144" y="3296104"/>
            <a:chExt cx="857739" cy="583764"/>
          </a:xfrm>
        </p:grpSpPr>
        <p:grpSp>
          <p:nvGrpSpPr>
            <p:cNvPr id="792" name="Group 791"/>
            <p:cNvGrpSpPr/>
            <p:nvPr/>
          </p:nvGrpSpPr>
          <p:grpSpPr>
            <a:xfrm>
              <a:off x="7487144" y="3389820"/>
              <a:ext cx="350807" cy="305517"/>
              <a:chOff x="7487144" y="3389820"/>
              <a:chExt cx="350807" cy="305517"/>
            </a:xfrm>
          </p:grpSpPr>
          <p:pic>
            <p:nvPicPr>
              <p:cNvPr id="91" name="Picture 1115" descr="antenna_stylized"/>
              <p:cNvPicPr>
                <a:picLocks noChangeAspect="1" noChangeArrowheads="1"/>
              </p:cNvPicPr>
              <p:nvPr/>
            </p:nvPicPr>
            <p:blipFill>
              <a:blip r:embed="rId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87144" y="3389820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92" name="Picture 1116" descr="laptop_keyboard"/>
              <p:cNvPicPr>
                <a:picLocks noChangeAspect="1" noChangeArrowheads="1"/>
              </p:cNvPicPr>
              <p:nvPr/>
            </p:nvPicPr>
            <p:blipFill>
              <a:blip r:embed="rId1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7504001" y="3575889"/>
                <a:ext cx="286699" cy="1194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3" name="Freeform 1117"/>
              <p:cNvSpPr/>
              <p:nvPr/>
            </p:nvSpPr>
            <p:spPr bwMode="auto">
              <a:xfrm>
                <a:off x="7599014" y="3459979"/>
                <a:ext cx="230764" cy="155883"/>
              </a:xfrm>
              <a:custGeom>
                <a:avLst/>
                <a:gdLst>
                  <a:gd name="T0" fmla="*/ 143665061 w 2982"/>
                  <a:gd name="T1" fmla="*/ 0 h 2442"/>
                  <a:gd name="T2" fmla="*/ 0 w 2982"/>
                  <a:gd name="T3" fmla="*/ 66329557 h 2442"/>
                  <a:gd name="T4" fmla="*/ 573719931 w 2982"/>
                  <a:gd name="T5" fmla="*/ 82975142 h 2442"/>
                  <a:gd name="T6" fmla="*/ 717384993 w 2982"/>
                  <a:gd name="T7" fmla="*/ 16645585 h 2442"/>
                  <a:gd name="T8" fmla="*/ 14366506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en-US" dirty="0"/>
              </a:p>
            </p:txBody>
          </p:sp>
          <p:pic>
            <p:nvPicPr>
              <p:cNvPr id="94" name="Picture 1118" descr="screen"/>
              <p:cNvPicPr>
                <a:picLocks noChangeAspect="1" noChangeArrowheads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10380" y="3463988"/>
                <a:ext cx="209692" cy="1418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5" name="Freeform 1119"/>
              <p:cNvSpPr/>
              <p:nvPr/>
            </p:nvSpPr>
            <p:spPr bwMode="auto">
              <a:xfrm>
                <a:off x="7641029" y="3455381"/>
                <a:ext cx="195517" cy="29007"/>
              </a:xfrm>
              <a:custGeom>
                <a:avLst/>
                <a:gdLst>
                  <a:gd name="T0" fmla="*/ 35620212 w 2528"/>
                  <a:gd name="T1" fmla="*/ 0 h 455"/>
                  <a:gd name="T2" fmla="*/ 608343257 w 2528"/>
                  <a:gd name="T3" fmla="*/ 16582250 h 455"/>
                  <a:gd name="T4" fmla="*/ 572256449 w 2528"/>
                  <a:gd name="T5" fmla="*/ 16582250 h 455"/>
                  <a:gd name="T6" fmla="*/ 0 w 2528"/>
                  <a:gd name="T7" fmla="*/ 16582250 h 455"/>
                  <a:gd name="T8" fmla="*/ 35620212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96" name="Freeform 1120"/>
              <p:cNvSpPr/>
              <p:nvPr/>
            </p:nvSpPr>
            <p:spPr bwMode="auto">
              <a:xfrm>
                <a:off x="7596971" y="3455145"/>
                <a:ext cx="54275" cy="120745"/>
              </a:xfrm>
              <a:custGeom>
                <a:avLst/>
                <a:gdLst>
                  <a:gd name="T0" fmla="*/ 142804406 w 702"/>
                  <a:gd name="T1" fmla="*/ 0 h 1893"/>
                  <a:gd name="T2" fmla="*/ 0 w 702"/>
                  <a:gd name="T3" fmla="*/ 66174575 h 1893"/>
                  <a:gd name="T4" fmla="*/ 35584530 w 702"/>
                  <a:gd name="T5" fmla="*/ 66174575 h 1893"/>
                  <a:gd name="T6" fmla="*/ 178855222 w 702"/>
                  <a:gd name="T7" fmla="*/ 16607700 h 1893"/>
                  <a:gd name="T8" fmla="*/ 142804406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97" name="Freeform 1121"/>
              <p:cNvSpPr/>
              <p:nvPr/>
            </p:nvSpPr>
            <p:spPr bwMode="auto">
              <a:xfrm>
                <a:off x="7776652" y="3476723"/>
                <a:ext cx="58489" cy="139375"/>
              </a:xfrm>
              <a:custGeom>
                <a:avLst/>
                <a:gdLst>
                  <a:gd name="T0" fmla="*/ 179213623 w 756"/>
                  <a:gd name="T1" fmla="*/ 0 h 2184"/>
                  <a:gd name="T2" fmla="*/ 35656008 w 756"/>
                  <a:gd name="T3" fmla="*/ 82904513 h 2184"/>
                  <a:gd name="T4" fmla="*/ 0 w 756"/>
                  <a:gd name="T5" fmla="*/ 82904513 h 2184"/>
                  <a:gd name="T6" fmla="*/ 143090785 w 756"/>
                  <a:gd name="T7" fmla="*/ 16632211 h 2184"/>
                  <a:gd name="T8" fmla="*/ 179213623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98" name="Freeform 1122"/>
              <p:cNvSpPr/>
              <p:nvPr/>
            </p:nvSpPr>
            <p:spPr bwMode="auto">
              <a:xfrm>
                <a:off x="7596332" y="3569758"/>
                <a:ext cx="214545" cy="47048"/>
              </a:xfrm>
              <a:custGeom>
                <a:avLst/>
                <a:gdLst>
                  <a:gd name="T0" fmla="*/ 35658648 w 2773"/>
                  <a:gd name="T1" fmla="*/ 0 h 738"/>
                  <a:gd name="T2" fmla="*/ 0 w 2773"/>
                  <a:gd name="T3" fmla="*/ 16581742 h 738"/>
                  <a:gd name="T4" fmla="*/ 573357470 w 2773"/>
                  <a:gd name="T5" fmla="*/ 33163485 h 738"/>
                  <a:gd name="T6" fmla="*/ 573357470 w 2773"/>
                  <a:gd name="T7" fmla="*/ 16581742 h 738"/>
                  <a:gd name="T8" fmla="*/ 35658648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99" name="Freeform 1123"/>
              <p:cNvSpPr/>
              <p:nvPr/>
            </p:nvSpPr>
            <p:spPr bwMode="auto">
              <a:xfrm>
                <a:off x="7783165" y="3477902"/>
                <a:ext cx="54786" cy="139965"/>
              </a:xfrm>
              <a:custGeom>
                <a:avLst/>
                <a:gdLst>
                  <a:gd name="T0" fmla="*/ 656550006 w 637"/>
                  <a:gd name="T1" fmla="*/ 0 h 1659"/>
                  <a:gd name="T2" fmla="*/ 656550006 w 637"/>
                  <a:gd name="T3" fmla="*/ 0 h 1659"/>
                  <a:gd name="T4" fmla="*/ 54716163 w 637"/>
                  <a:gd name="T5" fmla="*/ 2147483646 h 1659"/>
                  <a:gd name="T6" fmla="*/ 0 w 637"/>
                  <a:gd name="T7" fmla="*/ 2147483646 h 1659"/>
                  <a:gd name="T8" fmla="*/ 656550006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0" name="Freeform 1124"/>
              <p:cNvSpPr/>
              <p:nvPr/>
            </p:nvSpPr>
            <p:spPr bwMode="auto">
              <a:xfrm>
                <a:off x="7596588" y="3576007"/>
                <a:ext cx="190792" cy="46458"/>
              </a:xfrm>
              <a:custGeom>
                <a:avLst/>
                <a:gdLst>
                  <a:gd name="T0" fmla="*/ 0 w 2216"/>
                  <a:gd name="T1" fmla="*/ 0 h 550"/>
                  <a:gd name="T2" fmla="*/ 54884212 w 2216"/>
                  <a:gd name="T3" fmla="*/ 101852492 h 550"/>
                  <a:gd name="T4" fmla="*/ 2147483646 w 2216"/>
                  <a:gd name="T5" fmla="*/ 1017940055 h 550"/>
                  <a:gd name="T6" fmla="*/ 2147483646 w 2216"/>
                  <a:gd name="T7" fmla="*/ 865464562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grpSp>
            <p:nvGrpSpPr>
              <p:cNvPr id="101" name="Group 1125"/>
              <p:cNvGrpSpPr/>
              <p:nvPr/>
            </p:nvGrpSpPr>
            <p:grpSpPr bwMode="auto">
              <a:xfrm>
                <a:off x="7593395" y="3625649"/>
                <a:ext cx="64747" cy="27592"/>
                <a:chOff x="1740" y="2642"/>
                <a:chExt cx="752" cy="327"/>
              </a:xfrm>
            </p:grpSpPr>
            <p:sp>
              <p:nvSpPr>
                <p:cNvPr id="140" name="Freeform 1126"/>
                <p:cNvSpPr/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1" name="Freeform 1127"/>
                <p:cNvSpPr/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2" name="Freeform 1128"/>
                <p:cNvSpPr/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3" name="Freeform 1129"/>
                <p:cNvSpPr/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4" name="Freeform 1130"/>
                <p:cNvSpPr/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5" name="Freeform 1131"/>
                <p:cNvSpPr/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sp>
            <p:nvSpPr>
              <p:cNvPr id="102" name="Freeform 1132"/>
              <p:cNvSpPr/>
              <p:nvPr/>
            </p:nvSpPr>
            <p:spPr bwMode="auto">
              <a:xfrm>
                <a:off x="7704243" y="3629776"/>
                <a:ext cx="78411" cy="60608"/>
              </a:xfrm>
              <a:custGeom>
                <a:avLst/>
                <a:gdLst>
                  <a:gd name="T0" fmla="*/ 39250883 w 990"/>
                  <a:gd name="T1" fmla="*/ 342828616 h 792"/>
                  <a:gd name="T2" fmla="*/ 354255671 w 990"/>
                  <a:gd name="T3" fmla="*/ 0 h 792"/>
                  <a:gd name="T4" fmla="*/ 354255671 w 990"/>
                  <a:gd name="T5" fmla="*/ 34504242 h 792"/>
                  <a:gd name="T6" fmla="*/ 0 w 990"/>
                  <a:gd name="T7" fmla="*/ 342828616 h 792"/>
                  <a:gd name="T8" fmla="*/ 39250883 w 990"/>
                  <a:gd name="T9" fmla="*/ 342828616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3" name="Freeform 1133"/>
              <p:cNvSpPr/>
              <p:nvPr/>
            </p:nvSpPr>
            <p:spPr bwMode="auto">
              <a:xfrm>
                <a:off x="7504129" y="3634611"/>
                <a:ext cx="200625" cy="55302"/>
              </a:xfrm>
              <a:custGeom>
                <a:avLst/>
                <a:gdLst>
                  <a:gd name="T0" fmla="*/ 39302216 w 2532"/>
                  <a:gd name="T1" fmla="*/ 0 h 723"/>
                  <a:gd name="T2" fmla="*/ 39302216 w 2532"/>
                  <a:gd name="T3" fmla="*/ 0 h 723"/>
                  <a:gd name="T4" fmla="*/ 867084690 w 2532"/>
                  <a:gd name="T5" fmla="*/ 307891170 h 723"/>
                  <a:gd name="T6" fmla="*/ 867084690 w 2532"/>
                  <a:gd name="T7" fmla="*/ 342351506 h 723"/>
                  <a:gd name="T8" fmla="*/ 0 w 2532"/>
                  <a:gd name="T9" fmla="*/ 34009889 h 723"/>
                  <a:gd name="T10" fmla="*/ 39302216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4" name="Freeform 1134"/>
              <p:cNvSpPr/>
              <p:nvPr/>
            </p:nvSpPr>
            <p:spPr bwMode="auto">
              <a:xfrm>
                <a:off x="7504257" y="3624470"/>
                <a:ext cx="2171" cy="11202"/>
              </a:xfrm>
              <a:custGeom>
                <a:avLst/>
                <a:gdLst>
                  <a:gd name="T0" fmla="*/ 48903362 w 26"/>
                  <a:gd name="T1" fmla="*/ 33634500 h 147"/>
                  <a:gd name="T2" fmla="*/ 48903362 w 26"/>
                  <a:gd name="T3" fmla="*/ 67263209 h 147"/>
                  <a:gd name="T4" fmla="*/ 0 w 26"/>
                  <a:gd name="T5" fmla="*/ 67263209 h 147"/>
                  <a:gd name="T6" fmla="*/ 48903362 w 26"/>
                  <a:gd name="T7" fmla="*/ 0 h 147"/>
                  <a:gd name="T8" fmla="*/ 48903362 w 26"/>
                  <a:gd name="T9" fmla="*/ 33634500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5" name="Freeform 1135"/>
              <p:cNvSpPr/>
              <p:nvPr/>
            </p:nvSpPr>
            <p:spPr bwMode="auto">
              <a:xfrm>
                <a:off x="7504384" y="3578837"/>
                <a:ext cx="93225" cy="46340"/>
              </a:xfrm>
              <a:custGeom>
                <a:avLst/>
                <a:gdLst>
                  <a:gd name="T0" fmla="*/ 395043791 w 1176"/>
                  <a:gd name="T1" fmla="*/ 0 h 606"/>
                  <a:gd name="T2" fmla="*/ 0 w 1176"/>
                  <a:gd name="T3" fmla="*/ 273654982 h 606"/>
                  <a:gd name="T4" fmla="*/ 39357994 w 1176"/>
                  <a:gd name="T5" fmla="*/ 273654982 h 606"/>
                  <a:gd name="T6" fmla="*/ 395043791 w 1176"/>
                  <a:gd name="T7" fmla="*/ 33985420 h 606"/>
                  <a:gd name="T8" fmla="*/ 39504379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6" name="Freeform 1136"/>
              <p:cNvSpPr/>
              <p:nvPr/>
            </p:nvSpPr>
            <p:spPr bwMode="auto">
              <a:xfrm>
                <a:off x="7510642" y="3626829"/>
                <a:ext cx="190281" cy="53180"/>
              </a:xfrm>
              <a:custGeom>
                <a:avLst/>
                <a:gdLst>
                  <a:gd name="T0" fmla="*/ 31829833 w 2532"/>
                  <a:gd name="T1" fmla="*/ 0 h 723"/>
                  <a:gd name="T2" fmla="*/ 31829833 w 2532"/>
                  <a:gd name="T3" fmla="*/ 0 h 723"/>
                  <a:gd name="T4" fmla="*/ 382827787 w 2532"/>
                  <a:gd name="T5" fmla="*/ 175498781 h 723"/>
                  <a:gd name="T6" fmla="*/ 382827787 w 2532"/>
                  <a:gd name="T7" fmla="*/ 175498781 h 723"/>
                  <a:gd name="T8" fmla="*/ 0 w 2532"/>
                  <a:gd name="T9" fmla="*/ 29448186 h 723"/>
                  <a:gd name="T10" fmla="*/ 31829833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7" name="Freeform 1137"/>
              <p:cNvSpPr/>
              <p:nvPr/>
            </p:nvSpPr>
            <p:spPr bwMode="auto">
              <a:xfrm flipV="1">
                <a:off x="7700668" y="3623055"/>
                <a:ext cx="77645" cy="55066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302641137 h 723"/>
                  <a:gd name="T6" fmla="*/ 0 w 2532"/>
                  <a:gd name="T7" fmla="*/ 302641137 h 723"/>
                  <a:gd name="T8" fmla="*/ 0 w 2532"/>
                  <a:gd name="T9" fmla="*/ 33575256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grpSp>
          <p:nvGrpSpPr>
            <p:cNvPr id="108" name="Group 1139"/>
            <p:cNvGrpSpPr/>
            <p:nvPr/>
          </p:nvGrpSpPr>
          <p:grpSpPr bwMode="auto">
            <a:xfrm flipH="1">
              <a:off x="7985622" y="3537823"/>
              <a:ext cx="359261" cy="342045"/>
              <a:chOff x="2839" y="3501"/>
              <a:chExt cx="755" cy="803"/>
            </a:xfrm>
          </p:grpSpPr>
          <p:pic>
            <p:nvPicPr>
              <p:cNvPr id="138" name="Picture 1140" descr="desktop_computer_stylized_medium"/>
              <p:cNvPicPr>
                <a:picLocks noChangeAspect="1" noChangeArrowheads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39" name="Freeform 1141"/>
              <p:cNvSpPr/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prstDash val="solid"/>
                    <a:round/>
                  </a14:hiddenLine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</p:grpSp>
        <p:grpSp>
          <p:nvGrpSpPr>
            <p:cNvPr id="694" name="Group 693"/>
            <p:cNvGrpSpPr/>
            <p:nvPr/>
          </p:nvGrpSpPr>
          <p:grpSpPr>
            <a:xfrm>
              <a:off x="7797061" y="3296104"/>
              <a:ext cx="347997" cy="396620"/>
              <a:chOff x="7797061" y="3296104"/>
              <a:chExt cx="347997" cy="396620"/>
            </a:xfrm>
          </p:grpSpPr>
          <p:pic>
            <p:nvPicPr>
              <p:cNvPr id="113" name="Picture 571" descr="fridge2.png"/>
              <p:cNvPicPr>
                <a:picLocks noChangeAspect="1"/>
              </p:cNvPicPr>
              <p:nvPr/>
            </p:nvPicPr>
            <p:blipFill>
              <a:blip r:embed="rId1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96825" y="3355697"/>
                <a:ext cx="189578" cy="3370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4" name="Picture 1115" descr="antenna_stylized"/>
              <p:cNvPicPr>
                <a:picLocks noChangeAspect="1" noChangeArrowheads="1"/>
              </p:cNvPicPr>
              <p:nvPr/>
            </p:nvPicPr>
            <p:blipFill>
              <a:blip r:embed="rId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97061" y="3296104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795" name="Group 794"/>
          <p:cNvGrpSpPr/>
          <p:nvPr/>
        </p:nvGrpSpPr>
        <p:grpSpPr>
          <a:xfrm>
            <a:off x="11039945" y="3460672"/>
            <a:ext cx="518448" cy="1212242"/>
            <a:chOff x="11058573" y="3399165"/>
            <a:chExt cx="518448" cy="1212242"/>
          </a:xfrm>
        </p:grpSpPr>
        <p:grpSp>
          <p:nvGrpSpPr>
            <p:cNvPr id="375" name="Group 374"/>
            <p:cNvGrpSpPr/>
            <p:nvPr/>
          </p:nvGrpSpPr>
          <p:grpSpPr>
            <a:xfrm>
              <a:off x="11087182" y="4159591"/>
              <a:ext cx="489839" cy="451816"/>
              <a:chOff x="5103720" y="2693365"/>
              <a:chExt cx="611650" cy="414788"/>
            </a:xfrm>
          </p:grpSpPr>
          <p:cxnSp>
            <p:nvCxnSpPr>
              <p:cNvPr id="376" name="Straight Connector 375"/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78" name="Group 377"/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379" name="Picture 378" descr="server_rack.png"/>
                <p:cNvPicPr>
                  <a:picLocks noChangeAspect="1"/>
                </p:cNvPicPr>
                <p:nvPr/>
              </p:nvPicPr>
              <p:blipFill>
                <a:blip r:embed="rId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80" name="Picture 379" descr="server_rack.png"/>
                <p:cNvPicPr>
                  <a:picLocks noChangeAspect="1"/>
                </p:cNvPicPr>
                <p:nvPr/>
              </p:nvPicPr>
              <p:blipFill>
                <a:blip r:embed="rId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81" name="Picture 380" descr="server_rack.png"/>
                <p:cNvPicPr>
                  <a:picLocks noChangeAspect="1"/>
                </p:cNvPicPr>
                <p:nvPr/>
              </p:nvPicPr>
              <p:blipFill>
                <a:blip r:embed="rId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392" name="Group 391"/>
            <p:cNvGrpSpPr/>
            <p:nvPr/>
          </p:nvGrpSpPr>
          <p:grpSpPr>
            <a:xfrm>
              <a:off x="11058573" y="3399165"/>
              <a:ext cx="423724" cy="405973"/>
              <a:chOff x="5103720" y="2693365"/>
              <a:chExt cx="611650" cy="414788"/>
            </a:xfrm>
          </p:grpSpPr>
          <p:cxnSp>
            <p:nvCxnSpPr>
              <p:cNvPr id="393" name="Straight Connector 392"/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95" name="Group 394"/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396" name="Picture 395" descr="server_rack.png"/>
                <p:cNvPicPr>
                  <a:picLocks noChangeAspect="1"/>
                </p:cNvPicPr>
                <p:nvPr/>
              </p:nvPicPr>
              <p:blipFill>
                <a:blip r:embed="rId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97" name="Picture 396" descr="server_rack.png"/>
                <p:cNvPicPr>
                  <a:picLocks noChangeAspect="1"/>
                </p:cNvPicPr>
                <p:nvPr/>
              </p:nvPicPr>
              <p:blipFill>
                <a:blip r:embed="rId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98" name="Picture 397" descr="server_rack.png"/>
                <p:cNvPicPr>
                  <a:picLocks noChangeAspect="1"/>
                </p:cNvPicPr>
                <p:nvPr/>
              </p:nvPicPr>
              <p:blipFill>
                <a:blip r:embed="rId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71" name="Group 950"/>
          <p:cNvGrpSpPr/>
          <p:nvPr/>
        </p:nvGrpSpPr>
        <p:grpSpPr bwMode="auto">
          <a:xfrm>
            <a:off x="10263913" y="5306138"/>
            <a:ext cx="177192" cy="330833"/>
            <a:chOff x="4140" y="429"/>
            <a:chExt cx="1425" cy="2396"/>
          </a:xfrm>
        </p:grpSpPr>
        <p:sp>
          <p:nvSpPr>
            <p:cNvPr id="207" name="Freeform 951"/>
            <p:cNvSpPr/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8" name="Rectangle 952"/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09" name="Freeform 953"/>
            <p:cNvSpPr/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0" name="Freeform 954"/>
            <p:cNvSpPr/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1" name="Rectangle 955"/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212" name="Group 956"/>
            <p:cNvGrpSpPr/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37" name="AutoShape 957"/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38" name="AutoShape 958"/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3" name="Rectangle 959"/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214" name="Group 960"/>
            <p:cNvGrpSpPr/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35" name="AutoShape 961"/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36" name="AutoShape 962"/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5" name="Rectangle 963"/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16" name="Rectangle 964"/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217" name="Group 965"/>
            <p:cNvGrpSpPr/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33" name="AutoShape 966"/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34" name="AutoShape 967"/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8" name="Freeform 968"/>
            <p:cNvSpPr/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219" name="Group 969"/>
            <p:cNvGrpSpPr/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31" name="AutoShape 970"/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32" name="AutoShape 971"/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20" name="Rectangle 972"/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21" name="Freeform 973"/>
            <p:cNvSpPr/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22" name="Freeform 974"/>
            <p:cNvSpPr/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23" name="Oval 975"/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24" name="Freeform 976"/>
            <p:cNvSpPr/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25" name="AutoShape 977"/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26" name="AutoShape 978"/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27" name="Oval 979"/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28" name="Oval 980"/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 dirty="0">
                <a:solidFill>
                  <a:srgbClr val="FF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29" name="Oval 981"/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30" name="Rectangle 982"/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</p:grpSp>
      <p:grpSp>
        <p:nvGrpSpPr>
          <p:cNvPr id="44" name="Group 590"/>
          <p:cNvGrpSpPr/>
          <p:nvPr/>
        </p:nvGrpSpPr>
        <p:grpSpPr bwMode="auto">
          <a:xfrm flipH="1">
            <a:off x="7955853" y="4932348"/>
            <a:ext cx="345630" cy="320302"/>
            <a:chOff x="2839" y="3501"/>
            <a:chExt cx="755" cy="803"/>
          </a:xfrm>
        </p:grpSpPr>
        <p:pic>
          <p:nvPicPr>
            <p:cNvPr id="367" name="Picture 591" descr="desktop_computer_stylized_medium"/>
            <p:cNvPicPr>
              <a:picLocks noChangeAspect="1" noChangeArrowheads="1"/>
            </p:cNvPicPr>
            <p:nvPr/>
          </p:nvPicPr>
          <p:blipFill>
            <a:blip r:embed="rId1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8" name="Freeform 592"/>
            <p:cNvSpPr/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90" name="Group 1064"/>
          <p:cNvGrpSpPr/>
          <p:nvPr/>
        </p:nvGrpSpPr>
        <p:grpSpPr bwMode="auto">
          <a:xfrm>
            <a:off x="9010801" y="5861358"/>
            <a:ext cx="310186" cy="307808"/>
            <a:chOff x="877" y="1008"/>
            <a:chExt cx="2747" cy="2591"/>
          </a:xfrm>
        </p:grpSpPr>
        <p:pic>
          <p:nvPicPr>
            <p:cNvPr id="146" name="Picture 1065" descr="antenna_stylized"/>
            <p:cNvPicPr>
              <a:picLocks noChangeAspect="1" noChangeArrowheads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7" name="Picture 1066" descr="laptop_keyboard"/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8" name="Freeform 1067"/>
            <p:cNvSpPr/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en-US" dirty="0"/>
            </a:p>
          </p:txBody>
        </p:sp>
        <p:pic>
          <p:nvPicPr>
            <p:cNvPr id="149" name="Picture 1068" descr="screen"/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0" name="Freeform 1069"/>
            <p:cNvSpPr/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1" name="Freeform 1070"/>
            <p:cNvSpPr/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2" name="Freeform 1071"/>
            <p:cNvSpPr/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3" name="Freeform 1072"/>
            <p:cNvSpPr/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4" name="Freeform 1073"/>
            <p:cNvSpPr/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5" name="Freeform 1074"/>
            <p:cNvSpPr/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156" name="Group 1075"/>
            <p:cNvGrpSpPr/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163" name="Freeform 1076"/>
              <p:cNvSpPr/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4" name="Freeform 1077"/>
              <p:cNvSpPr/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5" name="Freeform 1078"/>
              <p:cNvSpPr/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6" name="Freeform 1079"/>
              <p:cNvSpPr/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7" name="Freeform 1080"/>
              <p:cNvSpPr/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8" name="Freeform 1081"/>
              <p:cNvSpPr/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157" name="Freeform 1082"/>
            <p:cNvSpPr/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8" name="Freeform 1083"/>
            <p:cNvSpPr/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9" name="Freeform 1084"/>
            <p:cNvSpPr/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0" name="Freeform 1085"/>
            <p:cNvSpPr/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1" name="Freeform 1086"/>
            <p:cNvSpPr/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2" name="Freeform 1087"/>
            <p:cNvSpPr/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487" name="Group 590"/>
          <p:cNvGrpSpPr/>
          <p:nvPr/>
        </p:nvGrpSpPr>
        <p:grpSpPr bwMode="auto">
          <a:xfrm flipH="1">
            <a:off x="7748979" y="5313247"/>
            <a:ext cx="345630" cy="320302"/>
            <a:chOff x="2839" y="3501"/>
            <a:chExt cx="755" cy="803"/>
          </a:xfrm>
        </p:grpSpPr>
        <p:pic>
          <p:nvPicPr>
            <p:cNvPr id="488" name="Picture 591" descr="desktop_computer_stylized_medium"/>
            <p:cNvPicPr>
              <a:picLocks noChangeAspect="1" noChangeArrowheads="1"/>
            </p:cNvPicPr>
            <p:nvPr/>
          </p:nvPicPr>
          <p:blipFill>
            <a:blip r:embed="rId1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89" name="Freeform 592"/>
            <p:cNvSpPr/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490" name="Group 590"/>
          <p:cNvGrpSpPr/>
          <p:nvPr/>
        </p:nvGrpSpPr>
        <p:grpSpPr bwMode="auto">
          <a:xfrm flipH="1">
            <a:off x="8128907" y="5536844"/>
            <a:ext cx="345630" cy="320302"/>
            <a:chOff x="2839" y="3501"/>
            <a:chExt cx="755" cy="803"/>
          </a:xfrm>
        </p:grpSpPr>
        <p:pic>
          <p:nvPicPr>
            <p:cNvPr id="491" name="Picture 591" descr="desktop_computer_stylized_medium"/>
            <p:cNvPicPr>
              <a:picLocks noChangeAspect="1" noChangeArrowheads="1"/>
            </p:cNvPicPr>
            <p:nvPr/>
          </p:nvPicPr>
          <p:blipFill>
            <a:blip r:embed="rId1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2" name="Freeform 592"/>
            <p:cNvSpPr/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493" name="Group 590"/>
          <p:cNvGrpSpPr/>
          <p:nvPr/>
        </p:nvGrpSpPr>
        <p:grpSpPr bwMode="auto">
          <a:xfrm flipH="1">
            <a:off x="8527132" y="5558317"/>
            <a:ext cx="345630" cy="320302"/>
            <a:chOff x="2839" y="3501"/>
            <a:chExt cx="755" cy="803"/>
          </a:xfrm>
        </p:grpSpPr>
        <p:pic>
          <p:nvPicPr>
            <p:cNvPr id="494" name="Picture 591" descr="desktop_computer_stylized_medium"/>
            <p:cNvPicPr>
              <a:picLocks noChangeAspect="1" noChangeArrowheads="1"/>
            </p:cNvPicPr>
            <p:nvPr/>
          </p:nvPicPr>
          <p:blipFill>
            <a:blip r:embed="rId1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5" name="Freeform 592"/>
            <p:cNvSpPr/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496" name="Group 1064"/>
          <p:cNvGrpSpPr/>
          <p:nvPr/>
        </p:nvGrpSpPr>
        <p:grpSpPr bwMode="auto">
          <a:xfrm>
            <a:off x="9647169" y="6015687"/>
            <a:ext cx="319264" cy="253379"/>
            <a:chOff x="877" y="1008"/>
            <a:chExt cx="2747" cy="2591"/>
          </a:xfrm>
        </p:grpSpPr>
        <p:pic>
          <p:nvPicPr>
            <p:cNvPr id="497" name="Picture 1065" descr="antenna_stylized"/>
            <p:cNvPicPr>
              <a:picLocks noChangeAspect="1" noChangeArrowheads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98" name="Picture 1066" descr="laptop_keyboard"/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9" name="Freeform 1067"/>
            <p:cNvSpPr/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en-US" dirty="0"/>
            </a:p>
          </p:txBody>
        </p:sp>
        <p:pic>
          <p:nvPicPr>
            <p:cNvPr id="500" name="Picture 1068" descr="screen"/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01" name="Freeform 1069"/>
            <p:cNvSpPr/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2" name="Freeform 1070"/>
            <p:cNvSpPr/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3" name="Freeform 1071"/>
            <p:cNvSpPr/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4" name="Freeform 1072"/>
            <p:cNvSpPr/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5" name="Freeform 1073"/>
            <p:cNvSpPr/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6" name="Freeform 1074"/>
            <p:cNvSpPr/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507" name="Group 1075"/>
            <p:cNvGrpSpPr/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514" name="Freeform 1076"/>
              <p:cNvSpPr/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515" name="Freeform 1077"/>
              <p:cNvSpPr/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516" name="Freeform 1078"/>
              <p:cNvSpPr/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517" name="Freeform 1079"/>
              <p:cNvSpPr/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518" name="Freeform 1080"/>
              <p:cNvSpPr/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519" name="Freeform 1081"/>
              <p:cNvSpPr/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508" name="Freeform 1082"/>
            <p:cNvSpPr/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9" name="Freeform 1083"/>
            <p:cNvSpPr/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10" name="Freeform 1084"/>
            <p:cNvSpPr/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11" name="Freeform 1085"/>
            <p:cNvSpPr/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12" name="Freeform 1086"/>
            <p:cNvSpPr/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13" name="Freeform 1087"/>
            <p:cNvSpPr/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72" name="Group 983"/>
          <p:cNvGrpSpPr/>
          <p:nvPr/>
        </p:nvGrpSpPr>
        <p:grpSpPr bwMode="auto">
          <a:xfrm>
            <a:off x="9992875" y="5668575"/>
            <a:ext cx="171450" cy="348944"/>
            <a:chOff x="4140" y="429"/>
            <a:chExt cx="1425" cy="2396"/>
          </a:xfrm>
        </p:grpSpPr>
        <p:sp>
          <p:nvSpPr>
            <p:cNvPr id="175" name="Freeform 984"/>
            <p:cNvSpPr/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6" name="Rectangle 985"/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77" name="Freeform 986"/>
            <p:cNvSpPr/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8" name="Freeform 987"/>
            <p:cNvSpPr/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9" name="Rectangle 988"/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180" name="Group 989"/>
            <p:cNvGrpSpPr/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05" name="AutoShape 990"/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06" name="AutoShape 991"/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1" name="Rectangle 992"/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182" name="Group 993"/>
            <p:cNvGrpSpPr/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03" name="AutoShape 994"/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04" name="AutoShape 995"/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3" name="Rectangle 996"/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84" name="Rectangle 997"/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185" name="Group 998"/>
            <p:cNvGrpSpPr/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01" name="AutoShape 999"/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02" name="AutoShape 1000"/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6" name="Freeform 1001"/>
            <p:cNvSpPr/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187" name="Group 1002"/>
            <p:cNvGrpSpPr/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9" name="AutoShape 1003"/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00" name="AutoShape 1004"/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8" name="Rectangle 1005"/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89" name="Freeform 1006"/>
            <p:cNvSpPr/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" name="Freeform 1007"/>
            <p:cNvSpPr/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1" name="Oval 1008"/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92" name="Freeform 1009"/>
            <p:cNvSpPr/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3" name="AutoShape 1010"/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94" name="AutoShape 1011"/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95" name="Oval 1012"/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96" name="Oval 1013"/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 dirty="0">
                <a:solidFill>
                  <a:srgbClr val="FF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197" name="Oval 1014"/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98" name="Rectangle 1015"/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</p:grpSp>
      <p:grpSp>
        <p:nvGrpSpPr>
          <p:cNvPr id="1024" name="Group 1023"/>
          <p:cNvGrpSpPr/>
          <p:nvPr/>
        </p:nvGrpSpPr>
        <p:grpSpPr>
          <a:xfrm>
            <a:off x="7613882" y="2107963"/>
            <a:ext cx="3540395" cy="3733733"/>
            <a:chOff x="7619038" y="2102861"/>
            <a:chExt cx="3540395" cy="3733733"/>
          </a:xfrm>
        </p:grpSpPr>
        <p:sp>
          <p:nvSpPr>
            <p:cNvPr id="239" name="Line 426"/>
            <p:cNvSpPr>
              <a:spLocks noChangeShapeType="1"/>
            </p:cNvSpPr>
            <p:nvPr/>
          </p:nvSpPr>
          <p:spPr bwMode="auto">
            <a:xfrm>
              <a:off x="8213016" y="2695257"/>
              <a:ext cx="227964" cy="17435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241" name="Group 783"/>
            <p:cNvGrpSpPr/>
            <p:nvPr/>
          </p:nvGrpSpPr>
          <p:grpSpPr bwMode="auto">
            <a:xfrm>
              <a:off x="8055854" y="2304274"/>
              <a:ext cx="298450" cy="464008"/>
              <a:chOff x="3130" y="3288"/>
              <a:chExt cx="410" cy="742"/>
            </a:xfrm>
          </p:grpSpPr>
          <p:sp>
            <p:nvSpPr>
              <p:cNvPr id="244" name="Line 270"/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5" name="Line 271"/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6" name="Line 272"/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7" name="Line 273"/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8" name="Line 274"/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9" name="Line 275"/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0" name="Line 276"/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1" name="Line 277"/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2" name="Line 278"/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3" name="Line 279"/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4" name="Line 280"/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5" name="Line 281"/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6" name="Line 282"/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7" name="Line 283"/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8" name="Line 284"/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</p:grpSp>
        <p:pic>
          <p:nvPicPr>
            <p:cNvPr id="261" name="Picture 777" descr="access_point_stylized_small"/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19038" y="3856797"/>
              <a:ext cx="370169" cy="3067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59" name="Picture 780" descr="access_point_stylized_small"/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95766" y="5519130"/>
              <a:ext cx="380935" cy="3174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471" name="Group 470"/>
            <p:cNvGrpSpPr/>
            <p:nvPr/>
          </p:nvGrpSpPr>
          <p:grpSpPr>
            <a:xfrm>
              <a:off x="9788714" y="4984881"/>
              <a:ext cx="393760" cy="218578"/>
              <a:chOff x="7493876" y="2774731"/>
              <a:chExt cx="1481958" cy="894622"/>
            </a:xfrm>
          </p:grpSpPr>
          <p:sp>
            <p:nvSpPr>
              <p:cNvPr id="472" name="Freeform 471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  <a:endParaRPr lang="en-US" dirty="0"/>
              </a:p>
            </p:txBody>
          </p:sp>
          <p:sp>
            <p:nvSpPr>
              <p:cNvPr id="473" name="Oval 472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  <a:endParaRPr lang="en-US" dirty="0"/>
              </a:p>
            </p:txBody>
          </p:sp>
          <p:grpSp>
            <p:nvGrpSpPr>
              <p:cNvPr id="474" name="Group 473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75" name="Freeform 474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6" name="Freeform 475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7" name="Freeform 476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8" name="Freeform 477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20" name="Group 519"/>
            <p:cNvGrpSpPr/>
            <p:nvPr/>
          </p:nvGrpSpPr>
          <p:grpSpPr>
            <a:xfrm>
              <a:off x="9854521" y="5333935"/>
              <a:ext cx="309740" cy="190838"/>
              <a:chOff x="3668110" y="2448910"/>
              <a:chExt cx="3794234" cy="2165130"/>
            </a:xfrm>
          </p:grpSpPr>
          <p:sp>
            <p:nvSpPr>
              <p:cNvPr id="521" name="Rectangle 520"/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22" name="Freeform 521"/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523" name="Group 522"/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524" name="Freeform 523"/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25" name="Freeform 524"/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26" name="Freeform 525"/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27" name="Freeform 526"/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79" name="Group 478"/>
            <p:cNvGrpSpPr/>
            <p:nvPr/>
          </p:nvGrpSpPr>
          <p:grpSpPr>
            <a:xfrm>
              <a:off x="8681775" y="4962318"/>
              <a:ext cx="393760" cy="218578"/>
              <a:chOff x="7493876" y="2774731"/>
              <a:chExt cx="1481958" cy="894622"/>
            </a:xfrm>
          </p:grpSpPr>
          <p:sp>
            <p:nvSpPr>
              <p:cNvPr id="480" name="Freeform 479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  <a:endParaRPr lang="en-US" dirty="0"/>
              </a:p>
            </p:txBody>
          </p:sp>
          <p:sp>
            <p:nvSpPr>
              <p:cNvPr id="481" name="Oval 480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  <a:endParaRPr lang="en-US" dirty="0"/>
              </a:p>
            </p:txBody>
          </p:sp>
          <p:grpSp>
            <p:nvGrpSpPr>
              <p:cNvPr id="482" name="Group 481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83" name="Freeform 482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84" name="Freeform 483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85" name="Freeform 484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86" name="Freeform 485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29" name="Group 528"/>
            <p:cNvGrpSpPr/>
            <p:nvPr/>
          </p:nvGrpSpPr>
          <p:grpSpPr>
            <a:xfrm>
              <a:off x="8316676" y="5189331"/>
              <a:ext cx="309740" cy="190838"/>
              <a:chOff x="3668110" y="2448910"/>
              <a:chExt cx="3794234" cy="2165130"/>
            </a:xfrm>
          </p:grpSpPr>
          <p:sp>
            <p:nvSpPr>
              <p:cNvPr id="530" name="Rectangle 529"/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31" name="Freeform 530"/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532" name="Group 531"/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533" name="Freeform 532"/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34" name="Freeform 533"/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35" name="Freeform 534"/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36" name="Freeform 535"/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07" name="Group 406"/>
            <p:cNvGrpSpPr/>
            <p:nvPr/>
          </p:nvGrpSpPr>
          <p:grpSpPr>
            <a:xfrm>
              <a:off x="8444983" y="2807207"/>
              <a:ext cx="353678" cy="168275"/>
              <a:chOff x="7493876" y="2774731"/>
              <a:chExt cx="1481958" cy="894622"/>
            </a:xfrm>
          </p:grpSpPr>
          <p:sp>
            <p:nvSpPr>
              <p:cNvPr id="408" name="Freeform 407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  <a:endParaRPr lang="en-US" dirty="0"/>
              </a:p>
            </p:txBody>
          </p:sp>
          <p:sp>
            <p:nvSpPr>
              <p:cNvPr id="409" name="Oval 408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  <a:endParaRPr lang="en-US" dirty="0"/>
              </a:p>
            </p:txBody>
          </p:sp>
          <p:grpSp>
            <p:nvGrpSpPr>
              <p:cNvPr id="410" name="Group 409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1" name="Freeform 410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12" name="Freeform 411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13" name="Freeform 412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14" name="Freeform 413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15" name="Group 414"/>
            <p:cNvGrpSpPr/>
            <p:nvPr/>
          </p:nvGrpSpPr>
          <p:grpSpPr>
            <a:xfrm>
              <a:off x="8055226" y="3960892"/>
              <a:ext cx="354986" cy="175668"/>
              <a:chOff x="7493876" y="2774731"/>
              <a:chExt cx="1481958" cy="894622"/>
            </a:xfrm>
          </p:grpSpPr>
          <p:sp>
            <p:nvSpPr>
              <p:cNvPr id="416" name="Freeform 415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  <a:endParaRPr lang="en-US" dirty="0"/>
              </a:p>
            </p:txBody>
          </p:sp>
          <p:sp>
            <p:nvSpPr>
              <p:cNvPr id="417" name="Oval 416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  <a:endParaRPr lang="en-US" dirty="0"/>
              </a:p>
            </p:txBody>
          </p:sp>
          <p:grpSp>
            <p:nvGrpSpPr>
              <p:cNvPr id="418" name="Group 417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9" name="Freeform 418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20" name="Freeform 419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21" name="Freeform 420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22" name="Freeform 421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55" name="Group 454"/>
            <p:cNvGrpSpPr/>
            <p:nvPr/>
          </p:nvGrpSpPr>
          <p:grpSpPr>
            <a:xfrm>
              <a:off x="10889241" y="3596263"/>
              <a:ext cx="170989" cy="97052"/>
              <a:chOff x="7493876" y="2774731"/>
              <a:chExt cx="1481958" cy="894622"/>
            </a:xfrm>
          </p:grpSpPr>
          <p:sp>
            <p:nvSpPr>
              <p:cNvPr id="456" name="Freeform 455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  <a:endParaRPr lang="en-US" dirty="0"/>
              </a:p>
            </p:txBody>
          </p:sp>
          <p:sp>
            <p:nvSpPr>
              <p:cNvPr id="457" name="Oval 456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  <a:endParaRPr lang="en-US" dirty="0"/>
              </a:p>
            </p:txBody>
          </p:sp>
          <p:grpSp>
            <p:nvGrpSpPr>
              <p:cNvPr id="458" name="Group 457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9" name="Freeform 458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0" name="Freeform 459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1" name="Freeform 460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2" name="Freeform 461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615" name="Group 614"/>
            <p:cNvGrpSpPr/>
            <p:nvPr/>
          </p:nvGrpSpPr>
          <p:grpSpPr>
            <a:xfrm>
              <a:off x="10415765" y="3491036"/>
              <a:ext cx="353678" cy="198344"/>
              <a:chOff x="7493876" y="2774731"/>
              <a:chExt cx="1481958" cy="894622"/>
            </a:xfrm>
          </p:grpSpPr>
          <p:sp>
            <p:nvSpPr>
              <p:cNvPr id="616" name="Freeform 615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  <a:endParaRPr lang="en-US" dirty="0"/>
              </a:p>
            </p:txBody>
          </p:sp>
          <p:sp>
            <p:nvSpPr>
              <p:cNvPr id="617" name="Oval 616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  <a:endParaRPr lang="en-US" dirty="0"/>
              </a:p>
            </p:txBody>
          </p:sp>
          <p:grpSp>
            <p:nvGrpSpPr>
              <p:cNvPr id="618" name="Group 617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19" name="Freeform 618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0" name="Freeform 619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1" name="Freeform 620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2" name="Freeform 621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77" name="Group 576"/>
            <p:cNvGrpSpPr/>
            <p:nvPr/>
          </p:nvGrpSpPr>
          <p:grpSpPr>
            <a:xfrm>
              <a:off x="9953880" y="2197190"/>
              <a:ext cx="353678" cy="198344"/>
              <a:chOff x="7493876" y="2774731"/>
              <a:chExt cx="1481958" cy="894622"/>
            </a:xfrm>
          </p:grpSpPr>
          <p:sp>
            <p:nvSpPr>
              <p:cNvPr id="578" name="Freeform 577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  <a:endParaRPr lang="en-US" dirty="0"/>
              </a:p>
            </p:txBody>
          </p:sp>
          <p:sp>
            <p:nvSpPr>
              <p:cNvPr id="579" name="Oval 578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  <a:endParaRPr lang="en-US" dirty="0"/>
              </a:p>
            </p:txBody>
          </p:sp>
          <p:grpSp>
            <p:nvGrpSpPr>
              <p:cNvPr id="580" name="Group 579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81" name="Freeform 580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82" name="Freeform 581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83" name="Freeform 582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84" name="Freeform 583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93" name="Group 592"/>
            <p:cNvGrpSpPr/>
            <p:nvPr/>
          </p:nvGrpSpPr>
          <p:grpSpPr>
            <a:xfrm>
              <a:off x="10532370" y="2608265"/>
              <a:ext cx="353678" cy="198344"/>
              <a:chOff x="7493876" y="2774731"/>
              <a:chExt cx="1481958" cy="894622"/>
            </a:xfrm>
          </p:grpSpPr>
          <p:sp>
            <p:nvSpPr>
              <p:cNvPr id="594" name="Freeform 593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  <a:endParaRPr lang="en-US" dirty="0"/>
              </a:p>
            </p:txBody>
          </p:sp>
          <p:sp>
            <p:nvSpPr>
              <p:cNvPr id="595" name="Oval 594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  <a:endParaRPr lang="en-US" dirty="0"/>
              </a:p>
            </p:txBody>
          </p:sp>
          <p:grpSp>
            <p:nvGrpSpPr>
              <p:cNvPr id="596" name="Group 595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97" name="Freeform 596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8" name="Freeform 597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9" name="Freeform 598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0" name="Freeform 599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601" name="Group 600"/>
            <p:cNvGrpSpPr/>
            <p:nvPr/>
          </p:nvGrpSpPr>
          <p:grpSpPr>
            <a:xfrm>
              <a:off x="10648981" y="2102861"/>
              <a:ext cx="353678" cy="198344"/>
              <a:chOff x="7493876" y="2774731"/>
              <a:chExt cx="1481958" cy="894622"/>
            </a:xfrm>
          </p:grpSpPr>
          <p:sp>
            <p:nvSpPr>
              <p:cNvPr id="602" name="Freeform 601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  <a:endParaRPr lang="en-US" dirty="0"/>
              </a:p>
            </p:txBody>
          </p:sp>
          <p:sp>
            <p:nvSpPr>
              <p:cNvPr id="603" name="Oval 602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  <a:endParaRPr lang="en-US" dirty="0"/>
              </a:p>
            </p:txBody>
          </p:sp>
          <p:grpSp>
            <p:nvGrpSpPr>
              <p:cNvPr id="604" name="Group 603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05" name="Freeform 604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6" name="Freeform 605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7" name="Freeform 606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8" name="Freeform 607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54" name="Group 553"/>
            <p:cNvGrpSpPr/>
            <p:nvPr/>
          </p:nvGrpSpPr>
          <p:grpSpPr>
            <a:xfrm>
              <a:off x="9103944" y="3951522"/>
              <a:ext cx="367224" cy="240304"/>
              <a:chOff x="7493876" y="2774731"/>
              <a:chExt cx="1481958" cy="894622"/>
            </a:xfrm>
          </p:grpSpPr>
          <p:sp>
            <p:nvSpPr>
              <p:cNvPr id="555" name="Freeform 554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  <a:endParaRPr lang="en-US" dirty="0"/>
              </a:p>
            </p:txBody>
          </p:sp>
          <p:sp>
            <p:nvSpPr>
              <p:cNvPr id="556" name="Oval 555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  <a:endParaRPr lang="en-US" dirty="0"/>
              </a:p>
            </p:txBody>
          </p:sp>
          <p:grpSp>
            <p:nvGrpSpPr>
              <p:cNvPr id="557" name="Group 556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58" name="Freeform 557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9" name="Freeform 558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60" name="Freeform 559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61" name="Freeform 560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85" name="Group 584"/>
            <p:cNvGrpSpPr/>
            <p:nvPr/>
          </p:nvGrpSpPr>
          <p:grpSpPr>
            <a:xfrm>
              <a:off x="9985282" y="2656463"/>
              <a:ext cx="353678" cy="198344"/>
              <a:chOff x="7493876" y="2774731"/>
              <a:chExt cx="1481958" cy="894622"/>
            </a:xfrm>
          </p:grpSpPr>
          <p:sp>
            <p:nvSpPr>
              <p:cNvPr id="586" name="Freeform 585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  <a:endParaRPr lang="en-US" dirty="0"/>
              </a:p>
            </p:txBody>
          </p:sp>
          <p:sp>
            <p:nvSpPr>
              <p:cNvPr id="587" name="Oval 586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  <a:endParaRPr lang="en-US" dirty="0"/>
              </a:p>
            </p:txBody>
          </p:sp>
          <p:grpSp>
            <p:nvGrpSpPr>
              <p:cNvPr id="588" name="Group 587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89" name="Freeform 588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0" name="Freeform 589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1" name="Freeform 590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2" name="Freeform 591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38" name="Group 537"/>
            <p:cNvGrpSpPr/>
            <p:nvPr/>
          </p:nvGrpSpPr>
          <p:grpSpPr>
            <a:xfrm>
              <a:off x="9502294" y="3388930"/>
              <a:ext cx="367224" cy="240304"/>
              <a:chOff x="7493876" y="2774731"/>
              <a:chExt cx="1481958" cy="894622"/>
            </a:xfrm>
          </p:grpSpPr>
          <p:sp>
            <p:nvSpPr>
              <p:cNvPr id="539" name="Freeform 538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  <a:endParaRPr lang="en-US" dirty="0"/>
              </a:p>
            </p:txBody>
          </p:sp>
          <p:sp>
            <p:nvSpPr>
              <p:cNvPr id="540" name="Oval 539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  <a:endParaRPr lang="en-US" dirty="0"/>
              </a:p>
            </p:txBody>
          </p:sp>
          <p:grpSp>
            <p:nvGrpSpPr>
              <p:cNvPr id="541" name="Group 540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42" name="Freeform 541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43" name="Freeform 542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44" name="Freeform 543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45" name="Freeform 544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46" name="Group 545"/>
            <p:cNvGrpSpPr/>
            <p:nvPr/>
          </p:nvGrpSpPr>
          <p:grpSpPr>
            <a:xfrm>
              <a:off x="9606710" y="3994661"/>
              <a:ext cx="367224" cy="240304"/>
              <a:chOff x="7493876" y="2774731"/>
              <a:chExt cx="1481958" cy="894622"/>
            </a:xfrm>
          </p:grpSpPr>
          <p:sp>
            <p:nvSpPr>
              <p:cNvPr id="547" name="Freeform 546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  <a:endParaRPr lang="en-US" dirty="0"/>
              </a:p>
            </p:txBody>
          </p:sp>
          <p:sp>
            <p:nvSpPr>
              <p:cNvPr id="548" name="Oval 547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  <a:endParaRPr lang="en-US" dirty="0"/>
              </a:p>
            </p:txBody>
          </p:sp>
          <p:grpSp>
            <p:nvGrpSpPr>
              <p:cNvPr id="549" name="Group 548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50" name="Freeform 549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1" name="Freeform 550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2" name="Freeform 551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3" name="Freeform 552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623" name="Group 622"/>
            <p:cNvGrpSpPr/>
            <p:nvPr/>
          </p:nvGrpSpPr>
          <p:grpSpPr>
            <a:xfrm>
              <a:off x="10380415" y="3987223"/>
              <a:ext cx="353678" cy="198344"/>
              <a:chOff x="7493876" y="2774731"/>
              <a:chExt cx="1481958" cy="894622"/>
            </a:xfrm>
          </p:grpSpPr>
          <p:sp>
            <p:nvSpPr>
              <p:cNvPr id="624" name="Freeform 623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  <a:endParaRPr lang="en-US" dirty="0"/>
              </a:p>
            </p:txBody>
          </p:sp>
          <p:sp>
            <p:nvSpPr>
              <p:cNvPr id="625" name="Oval 624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  <a:endParaRPr lang="en-US" dirty="0"/>
              </a:p>
            </p:txBody>
          </p:sp>
          <p:grpSp>
            <p:nvGrpSpPr>
              <p:cNvPr id="626" name="Group 625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27" name="Freeform 626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8" name="Freeform 627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9" name="Freeform 628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30" name="Freeform 629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63" name="Group 462"/>
            <p:cNvGrpSpPr/>
            <p:nvPr/>
          </p:nvGrpSpPr>
          <p:grpSpPr>
            <a:xfrm>
              <a:off x="9253049" y="4770584"/>
              <a:ext cx="393760" cy="218578"/>
              <a:chOff x="7493876" y="2774731"/>
              <a:chExt cx="1481958" cy="894622"/>
            </a:xfrm>
          </p:grpSpPr>
          <p:sp>
            <p:nvSpPr>
              <p:cNvPr id="464" name="Freeform 463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  <a:endParaRPr lang="en-US" dirty="0"/>
              </a:p>
            </p:txBody>
          </p:sp>
          <p:sp>
            <p:nvSpPr>
              <p:cNvPr id="465" name="Oval 464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  <a:endParaRPr lang="en-US" dirty="0"/>
              </a:p>
            </p:txBody>
          </p:sp>
          <p:grpSp>
            <p:nvGrpSpPr>
              <p:cNvPr id="466" name="Group 465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67" name="Freeform 466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8" name="Freeform 467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9" name="Freeform 468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0" name="Freeform 469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47" name="Group 446"/>
            <p:cNvGrpSpPr/>
            <p:nvPr/>
          </p:nvGrpSpPr>
          <p:grpSpPr>
            <a:xfrm>
              <a:off x="10931138" y="4364023"/>
              <a:ext cx="228295" cy="120400"/>
              <a:chOff x="7493876" y="2774731"/>
              <a:chExt cx="1481958" cy="894622"/>
            </a:xfrm>
          </p:grpSpPr>
          <p:sp>
            <p:nvSpPr>
              <p:cNvPr id="448" name="Freeform 447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  <a:endParaRPr lang="en-US" dirty="0"/>
              </a:p>
            </p:txBody>
          </p:sp>
          <p:sp>
            <p:nvSpPr>
              <p:cNvPr id="449" name="Oval 448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  <a:endParaRPr lang="en-US" dirty="0"/>
              </a:p>
            </p:txBody>
          </p:sp>
          <p:grpSp>
            <p:nvGrpSpPr>
              <p:cNvPr id="450" name="Group 449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1" name="Freeform 450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52" name="Freeform 451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53" name="Freeform 452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54" name="Freeform 453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sp>
        <p:nvSpPr>
          <p:cNvPr id="609" name="Content Placeholder 2"/>
          <p:cNvSpPr txBox="1"/>
          <p:nvPr/>
        </p:nvSpPr>
        <p:spPr>
          <a:xfrm>
            <a:off x="839601" y="2732121"/>
            <a:ext cx="5394571" cy="1824996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SzPct val="75000"/>
            </a:pPr>
            <a:r>
              <a:rPr lang="en-US" altLang="en-US" i="1" dirty="0">
                <a:solidFill>
                  <a:srgbClr val="CC0000"/>
                </a:solidFill>
                <a:ea typeface="MS PGothic" panose="020B0600070205080204" pitchFamily="34" charset="-128"/>
                <a:cs typeface="Calibri" panose="020F0502020204030204" pitchFamily="34" charset="0"/>
              </a:rPr>
              <a:t>协议无处不在</a:t>
            </a:r>
            <a:r>
              <a:rPr lang="en-US" altLang="en-US" dirty="0">
                <a:solidFill>
                  <a:srgbClr val="FF0000"/>
                </a:solidFill>
                <a:ea typeface="MS PGothic" panose="020B0600070205080204" pitchFamily="34" charset="-128"/>
                <a:cs typeface="Calibri" panose="020F0502020204030204" pitchFamily="34" charset="0"/>
              </a:rPr>
              <a:t/>
            </a:r>
            <a:r>
              <a:rPr lang="en-US" altLang="en-US" dirty="0">
                <a:ea typeface="MS PGothic" panose="020B0600070205080204" pitchFamily="34" charset="-128"/>
                <a:cs typeface="Calibri" panose="020F0502020204030204" pitchFamily="34" charset="0"/>
              </a:rPr>
              <a:t/>
            </a:r>
            <a:r>
              <a:rPr lang="en-US" altLang="en-US" i="1" dirty="0">
                <a:ea typeface="MS PGothic" panose="020B0600070205080204" pitchFamily="34" charset="-128"/>
                <a:cs typeface="Calibri" panose="020F0502020204030204" pitchFamily="34" charset="0"/>
              </a:rPr>
              <a:t/>
            </a:r>
            <a:endParaRPr lang="en-US" altLang="en-US" i="1" dirty="0">
              <a:ea typeface="MS PGothic" panose="020B0600070205080204" pitchFamily="34" charset="-128"/>
              <a:cs typeface="Calibri" panose="020F0502020204030204" pitchFamily="34" charset="0"/>
            </a:endParaRPr>
          </a:p>
          <a:p>
            <a:pPr lvl="1">
              <a:buSzPct val="75000"/>
            </a:pPr>
            <a:r>
              <a:rPr lang="en-US" altLang="en-US" dirty="0">
                <a:ea typeface="MS PGothic" panose="020B0600070205080204" pitchFamily="34" charset="-128"/>
                <a:cs typeface="Calibri" panose="020F0502020204030204" pitchFamily="34" charset="0"/>
              </a:rPr>
              <a:t>控制报文的发送和接收</a:t>
            </a:r>
            <a:endParaRPr lang="en-US" altLang="en-US" dirty="0">
              <a:ea typeface="MS PGothic" panose="020B0600070205080204" pitchFamily="34" charset="-128"/>
              <a:cs typeface="Calibri" panose="020F0502020204030204" pitchFamily="34" charset="0"/>
            </a:endParaRPr>
          </a:p>
          <a:p>
            <a:pPr lvl="1"/>
            <a:r>
              <a:rPr lang="en-US" altLang="en-US" dirty="0">
                <a:ea typeface="Arial" panose="020B0604020202020204" pitchFamily="34" charset="0"/>
                <a:cs typeface="Calibri" panose="020F0502020204030204" pitchFamily="34" charset="0"/>
              </a:rPr>
              <a:t>例如 HTTP（Web）、流媒体视频、Skype、TCP、IP、WiFi、4G、Ethernet</a:t>
            </a:r>
            <a:endParaRPr lang="en-US" altLang="en-US" sz="2800" dirty="0">
              <a:ea typeface="Arial" panose="020B0604020202020204" pitchFamily="34" charset="0"/>
              <a:cs typeface="Calibri" panose="020F0502020204030204" pitchFamily="34" charset="0"/>
            </a:endParaRPr>
          </a:p>
          <a:p>
            <a:pPr marL="0" indent="0">
              <a:buFont typeface="Wingdings" panose="05000000000000000000" pitchFamily="2" charset="2"/>
              <a:buNone/>
            </a:pPr>
            <a:endParaRPr lang="en-US" dirty="0"/>
          </a:p>
        </p:txBody>
      </p:sp>
      <p:grpSp>
        <p:nvGrpSpPr>
          <p:cNvPr id="15" name="Group 14"/>
          <p:cNvGrpSpPr/>
          <p:nvPr/>
        </p:nvGrpSpPr>
        <p:grpSpPr>
          <a:xfrm>
            <a:off x="6860324" y="4962204"/>
            <a:ext cx="1547658" cy="518734"/>
            <a:chOff x="6860324" y="4962204"/>
            <a:chExt cx="1547658" cy="518734"/>
          </a:xfrm>
        </p:grpSpPr>
        <p:cxnSp>
          <p:nvCxnSpPr>
            <p:cNvPr id="5" name="Straight Connector 4"/>
            <p:cNvCxnSpPr/>
            <p:nvPr/>
          </p:nvCxnSpPr>
          <p:spPr>
            <a:xfrm flipH="1">
              <a:off x="7968718" y="5327774"/>
              <a:ext cx="439264" cy="153164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" name="TextBox 8"/>
            <p:cNvSpPr txBox="1"/>
            <p:nvPr/>
          </p:nvSpPr>
          <p:spPr>
            <a:xfrm>
              <a:off x="6860324" y="4962204"/>
              <a:ext cx="912109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Ethernet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11" name="Straight Connector 10"/>
            <p:cNvCxnSpPr/>
            <p:nvPr/>
          </p:nvCxnSpPr>
          <p:spPr>
            <a:xfrm>
              <a:off x="7704138" y="5144424"/>
              <a:ext cx="470403" cy="216744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8" name="Group 17"/>
          <p:cNvGrpSpPr/>
          <p:nvPr/>
        </p:nvGrpSpPr>
        <p:grpSpPr>
          <a:xfrm>
            <a:off x="7562720" y="3698398"/>
            <a:ext cx="3589569" cy="1371857"/>
            <a:chOff x="7562720" y="3668418"/>
            <a:chExt cx="3589569" cy="1371857"/>
          </a:xfrm>
        </p:grpSpPr>
        <p:cxnSp>
          <p:nvCxnSpPr>
            <p:cNvPr id="612" name="Straight Connector 611"/>
            <p:cNvCxnSpPr/>
            <p:nvPr/>
          </p:nvCxnSpPr>
          <p:spPr>
            <a:xfrm flipH="1">
              <a:off x="8285300" y="3668418"/>
              <a:ext cx="2866989" cy="1371857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13" name="TextBox 612"/>
            <p:cNvSpPr txBox="1"/>
            <p:nvPr/>
          </p:nvSpPr>
          <p:spPr>
            <a:xfrm>
              <a:off x="7562720" y="4539626"/>
              <a:ext cx="62036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HTTP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614" name="Straight Connector 613"/>
            <p:cNvCxnSpPr/>
            <p:nvPr/>
          </p:nvCxnSpPr>
          <p:spPr>
            <a:xfrm>
              <a:off x="8099825" y="4723687"/>
              <a:ext cx="402218" cy="115861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5" name="Group 34"/>
          <p:cNvGrpSpPr/>
          <p:nvPr/>
        </p:nvGrpSpPr>
        <p:grpSpPr>
          <a:xfrm>
            <a:off x="6371219" y="2787535"/>
            <a:ext cx="1271296" cy="663792"/>
            <a:chOff x="6371219" y="2787535"/>
            <a:chExt cx="1271296" cy="663792"/>
          </a:xfrm>
        </p:grpSpPr>
        <p:cxnSp>
          <p:nvCxnSpPr>
            <p:cNvPr id="632" name="Straight Connector 631"/>
            <p:cNvCxnSpPr>
              <a:endCxn id="91" idx="0"/>
            </p:cNvCxnSpPr>
            <p:nvPr/>
          </p:nvCxnSpPr>
          <p:spPr>
            <a:xfrm>
              <a:off x="7631020" y="2787535"/>
              <a:ext cx="11495" cy="663792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33" name="TextBox 632"/>
            <p:cNvSpPr txBox="1"/>
            <p:nvPr/>
          </p:nvSpPr>
          <p:spPr>
            <a:xfrm>
              <a:off x="6371219" y="2944679"/>
              <a:ext cx="665567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Skype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634" name="Straight Connector 633"/>
            <p:cNvCxnSpPr/>
            <p:nvPr/>
          </p:nvCxnSpPr>
          <p:spPr>
            <a:xfrm>
              <a:off x="6973411" y="3119431"/>
              <a:ext cx="559043" cy="0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35" name="Group 634"/>
          <p:cNvGrpSpPr/>
          <p:nvPr/>
        </p:nvGrpSpPr>
        <p:grpSpPr>
          <a:xfrm>
            <a:off x="9335579" y="2816377"/>
            <a:ext cx="675986" cy="552257"/>
            <a:chOff x="6710761" y="2934593"/>
            <a:chExt cx="675986" cy="552257"/>
          </a:xfrm>
        </p:grpSpPr>
        <p:cxnSp>
          <p:nvCxnSpPr>
            <p:cNvPr id="636" name="Straight Connector 635"/>
            <p:cNvCxnSpPr/>
            <p:nvPr/>
          </p:nvCxnSpPr>
          <p:spPr>
            <a:xfrm flipH="1">
              <a:off x="7084556" y="2978118"/>
              <a:ext cx="302191" cy="508732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37" name="TextBox 636"/>
            <p:cNvSpPr txBox="1"/>
            <p:nvPr/>
          </p:nvSpPr>
          <p:spPr>
            <a:xfrm>
              <a:off x="6710761" y="2934593"/>
              <a:ext cx="3417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IP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638" name="Straight Connector 637"/>
            <p:cNvCxnSpPr/>
            <p:nvPr/>
          </p:nvCxnSpPr>
          <p:spPr>
            <a:xfrm>
              <a:off x="6973411" y="3119431"/>
              <a:ext cx="262240" cy="0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39" name="Group 638"/>
          <p:cNvGrpSpPr/>
          <p:nvPr/>
        </p:nvGrpSpPr>
        <p:grpSpPr>
          <a:xfrm>
            <a:off x="9064971" y="5697822"/>
            <a:ext cx="554960" cy="927829"/>
            <a:chOff x="6934147" y="3177198"/>
            <a:chExt cx="554960" cy="927829"/>
          </a:xfrm>
        </p:grpSpPr>
        <p:cxnSp>
          <p:nvCxnSpPr>
            <p:cNvPr id="640" name="Straight Connector 639"/>
            <p:cNvCxnSpPr/>
            <p:nvPr/>
          </p:nvCxnSpPr>
          <p:spPr>
            <a:xfrm flipH="1">
              <a:off x="7091527" y="3177198"/>
              <a:ext cx="204850" cy="289979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1" name="TextBox 640"/>
            <p:cNvSpPr txBox="1"/>
            <p:nvPr/>
          </p:nvSpPr>
          <p:spPr>
            <a:xfrm>
              <a:off x="6934147" y="3766473"/>
              <a:ext cx="5549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WiFi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642" name="Straight Connector 641"/>
            <p:cNvCxnSpPr/>
            <p:nvPr/>
          </p:nvCxnSpPr>
          <p:spPr>
            <a:xfrm flipV="1">
              <a:off x="7230890" y="3377014"/>
              <a:ext cx="1" cy="450784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43" name="Group 642"/>
          <p:cNvGrpSpPr/>
          <p:nvPr/>
        </p:nvGrpSpPr>
        <p:grpSpPr>
          <a:xfrm>
            <a:off x="8229600" y="1604463"/>
            <a:ext cx="1050146" cy="671367"/>
            <a:chOff x="7375489" y="2684454"/>
            <a:chExt cx="1050146" cy="671367"/>
          </a:xfrm>
        </p:grpSpPr>
        <p:cxnSp>
          <p:nvCxnSpPr>
            <p:cNvPr id="644" name="Straight Connector 643"/>
            <p:cNvCxnSpPr/>
            <p:nvPr/>
          </p:nvCxnSpPr>
          <p:spPr>
            <a:xfrm flipV="1">
              <a:off x="7375489" y="3222818"/>
              <a:ext cx="628291" cy="133003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5" name="TextBox 644"/>
            <p:cNvSpPr txBox="1"/>
            <p:nvPr/>
          </p:nvSpPr>
          <p:spPr>
            <a:xfrm>
              <a:off x="8006931" y="2684454"/>
              <a:ext cx="418704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4G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646" name="Straight Connector 645"/>
            <p:cNvCxnSpPr>
              <a:stCxn id="48" idx="1"/>
            </p:cNvCxnSpPr>
            <p:nvPr/>
          </p:nvCxnSpPr>
          <p:spPr>
            <a:xfrm flipV="1">
              <a:off x="7620426" y="2864310"/>
              <a:ext cx="430426" cy="448964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47" name="Group 646"/>
          <p:cNvGrpSpPr/>
          <p:nvPr/>
        </p:nvGrpSpPr>
        <p:grpSpPr>
          <a:xfrm>
            <a:off x="10484543" y="4543615"/>
            <a:ext cx="1037942" cy="1262658"/>
            <a:chOff x="6559961" y="3177198"/>
            <a:chExt cx="1037942" cy="1262658"/>
          </a:xfrm>
        </p:grpSpPr>
        <p:cxnSp>
          <p:nvCxnSpPr>
            <p:cNvPr id="648" name="Straight Connector 647"/>
            <p:cNvCxnSpPr/>
            <p:nvPr/>
          </p:nvCxnSpPr>
          <p:spPr>
            <a:xfrm flipH="1">
              <a:off x="6559961" y="3177198"/>
              <a:ext cx="736416" cy="894404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9" name="TextBox 648"/>
            <p:cNvSpPr txBox="1"/>
            <p:nvPr/>
          </p:nvSpPr>
          <p:spPr>
            <a:xfrm>
              <a:off x="7104370" y="4101302"/>
              <a:ext cx="49353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TCP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650" name="Straight Connector 649"/>
            <p:cNvCxnSpPr/>
            <p:nvPr/>
          </p:nvCxnSpPr>
          <p:spPr>
            <a:xfrm flipH="1" flipV="1">
              <a:off x="6929789" y="3709511"/>
              <a:ext cx="297918" cy="450784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4" name="Group 63"/>
          <p:cNvGrpSpPr/>
          <p:nvPr/>
        </p:nvGrpSpPr>
        <p:grpSpPr>
          <a:xfrm>
            <a:off x="9218788" y="2327787"/>
            <a:ext cx="2594095" cy="1025465"/>
            <a:chOff x="9218788" y="2327787"/>
            <a:chExt cx="2594095" cy="1025465"/>
          </a:xfrm>
        </p:grpSpPr>
        <p:cxnSp>
          <p:nvCxnSpPr>
            <p:cNvPr id="652" name="Straight Connector 651"/>
            <p:cNvCxnSpPr/>
            <p:nvPr/>
          </p:nvCxnSpPr>
          <p:spPr>
            <a:xfrm>
              <a:off x="9218788" y="2327787"/>
              <a:ext cx="1698979" cy="1025465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4" name="TextBox 653"/>
            <p:cNvSpPr txBox="1"/>
            <p:nvPr/>
          </p:nvSpPr>
          <p:spPr>
            <a:xfrm>
              <a:off x="10772213" y="2684297"/>
              <a:ext cx="1040670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流媒体</a:t>
              </a:r>
              <a:endParaRPr lang="en-US" sz="1600" i="1" dirty="0">
                <a:solidFill>
                  <a:srgbClr val="C00000"/>
                </a:solidFill>
              </a:endParaRPr>
            </a:p>
            <a:p>
              <a:r>
                <a:rPr lang="en-US" sz="1600" i="1" dirty="0">
                  <a:solidFill>
                    <a:srgbClr val="C00000"/>
                  </a:solidFill>
                </a:rPr>
                <a:t>视频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656" name="Straight Connector 655"/>
            <p:cNvCxnSpPr/>
            <p:nvPr/>
          </p:nvCxnSpPr>
          <p:spPr>
            <a:xfrm flipV="1">
              <a:off x="10569552" y="2937299"/>
              <a:ext cx="405322" cy="147574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75" name="Content Placeholder 2"/>
          <p:cNvSpPr txBox="1"/>
          <p:nvPr/>
        </p:nvSpPr>
        <p:spPr>
          <a:xfrm>
            <a:off x="852411" y="4676300"/>
            <a:ext cx="5394571" cy="186839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SzPct val="75000"/>
            </a:pPr>
            <a:r>
              <a:rPr lang="en-US" altLang="en-US" i="1" dirty="0">
                <a:solidFill>
                  <a:srgbClr val="C00000"/>
                </a:solidFill>
                <a:ea typeface="MS PGothic" panose="020B0600070205080204" pitchFamily="34" charset="-128"/>
                <a:cs typeface="Calibri" panose="020F0502020204030204" pitchFamily="34" charset="0"/>
              </a:rPr>
              <a:t>互联网标准</a:t>
            </a:r>
            <a:endParaRPr lang="en-US" altLang="en-US" i="1" dirty="0">
              <a:solidFill>
                <a:srgbClr val="C00000"/>
              </a:solidFill>
              <a:ea typeface="MS PGothic" panose="020B0600070205080204" pitchFamily="34" charset="-128"/>
              <a:cs typeface="Calibri" panose="020F0502020204030204" pitchFamily="34" charset="0"/>
            </a:endParaRPr>
          </a:p>
          <a:p>
            <a:pPr lvl="1"/>
            <a:r>
              <a:rPr lang="en-US" altLang="en-US" dirty="0">
                <a:ea typeface="Arial" panose="020B0604020202020204" pitchFamily="34" charset="0"/>
                <a:cs typeface="Calibri" panose="020F0502020204030204" pitchFamily="34" charset="0"/>
              </a:rPr>
              <a:t>RFC：请求评议文档</a:t>
            </a:r>
            <a:endParaRPr lang="en-US" altLang="en-US" dirty="0">
              <a:ea typeface="Arial" panose="020B0604020202020204" pitchFamily="34" charset="0"/>
              <a:cs typeface="Calibri" panose="020F0502020204030204" pitchFamily="34" charset="0"/>
            </a:endParaRPr>
          </a:p>
          <a:p>
            <a:pPr lvl="1"/>
            <a:r>
              <a:rPr lang="en-US" altLang="en-US" dirty="0">
                <a:ea typeface="Arial" panose="020B0604020202020204" pitchFamily="34" charset="0"/>
                <a:cs typeface="Calibri" panose="020F0502020204030204" pitchFamily="34" charset="0"/>
              </a:rPr>
              <a:t>IETF：互联网工程任务组</a:t>
            </a:r>
            <a:endParaRPr lang="en-US" altLang="en-US" dirty="0">
              <a:ea typeface="Arial" panose="020B0604020202020204" pitchFamily="34" charset="0"/>
              <a:cs typeface="Calibri" panose="020F0502020204030204" pitchFamily="34" charset="0"/>
            </a:endParaRPr>
          </a:p>
          <a:p>
            <a:pPr marL="0" indent="0">
              <a:buFont typeface="Wingdings" panose="05000000000000000000" pitchFamily="2" charset="2"/>
              <a:buNone/>
            </a:pPr>
            <a:endParaRPr lang="en-US" dirty="0"/>
          </a:p>
        </p:txBody>
      </p:sp>
      <p:sp>
        <p:nvSpPr>
          <p:cNvPr id="571" name="Slide Number Placeholder 2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引言：1-</a:t>
            </a:r>
            <a:fld id="{C4204591-24BD-A542-B9D5-F8D8A88D2FEE}" type="slidenum">
              <a:rPr lang="en-US" smtClean="0"/>
            </a:fld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9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500"/>
                            </p:stCondLst>
                            <p:childTnLst>
                              <p:par>
                                <p:cTn id="13" presetID="9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2500"/>
                            </p:stCondLst>
                            <p:childTnLst>
                              <p:par>
                                <p:cTn id="17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3000"/>
                            </p:stCondLst>
                            <p:childTnLst>
                              <p:par>
                                <p:cTn id="21" presetID="9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6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4000"/>
                            </p:stCondLst>
                            <p:childTnLst>
                              <p:par>
                                <p:cTn id="25" presetID="9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6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5000"/>
                            </p:stCondLst>
                            <p:childTnLst>
                              <p:par>
                                <p:cTn id="29" presetID="9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6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6000"/>
                            </p:stCondLst>
                            <p:childTnLst>
                              <p:par>
                                <p:cTn id="33" presetID="9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6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7000"/>
                            </p:stCondLst>
                            <p:childTnLst>
                              <p:par>
                                <p:cTn id="37" presetID="9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4" dur="500"/>
                                        <p:tgtEl>
                                          <p:spTgt spid="5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09" grpId="0"/>
      <p:bldP spid="575" grpId="0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868663" y="1426343"/>
            <a:ext cx="5394571" cy="2251565"/>
          </a:xfrm>
        </p:spPr>
        <p:txBody>
          <a:bodyPr>
            <a:noAutofit/>
          </a:bodyPr>
          <a:lstStyle/>
          <a:p>
            <a:pPr>
              <a:buSzPct val="75000"/>
            </a:pPr>
            <a:r>
              <a:rPr lang="en-US" altLang="en-US" i="1" dirty="0">
                <a:solidFill>
                  <a:srgbClr val="CC0000"/>
                </a:solidFill>
                <a:ea typeface="MS PGothic" panose="020B0600070205080204" pitchFamily="34" charset="-128"/>
              </a:rPr>
              <a:t>为应用提供服务的基础设施：</a:t>
            </a:r>
            <a:r>
              <a:rPr lang="en-US" altLang="en-US" dirty="0">
                <a:ea typeface="MS PGothic" panose="020B0600070205080204" pitchFamily="34" charset="-128"/>
              </a:rPr>
              <a:t/>
            </a:r>
            <a:endParaRPr lang="en-US" altLang="en-US" sz="2400" dirty="0">
              <a:ea typeface="MS PGothic" panose="020B0600070205080204" pitchFamily="34" charset="-128"/>
            </a:endParaRPr>
          </a:p>
          <a:p>
            <a:pPr lvl="1"/>
            <a:r>
              <a:rPr lang="en-US" altLang="en-US" dirty="0">
                <a:ea typeface="Arial" panose="020B0604020202020204" pitchFamily="34" charset="0"/>
              </a:rPr>
              <a:t>Web、流媒体视频、多媒体视频会议、电子邮件、游戏、电子商务、社交媒体、互联家电等</a:t>
            </a:r>
            <a:endParaRPr lang="en-US" altLang="en-US" dirty="0">
              <a:ea typeface="Arial" panose="020B0604020202020204" pitchFamily="34" charset="0"/>
            </a:endParaRPr>
          </a:p>
          <a:p>
            <a:pPr marL="130175" indent="0">
              <a:buNone/>
            </a:pPr>
            <a:endParaRPr lang="en-US" altLang="en-US" dirty="0">
              <a:ea typeface="Arial" panose="020B0604020202020204" pitchFamily="34" charset="0"/>
            </a:endParaRPr>
          </a:p>
          <a:p>
            <a:pPr marL="0" indent="0">
              <a:buNone/>
            </a:pPr>
            <a:endParaRPr lang="en-US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</p:spPr>
        <p:txBody>
          <a:bodyPr/>
          <a:lstStyle/>
          <a:p>
            <a:r>
              <a:rPr lang="en-US" altLang="ja-JP" dirty="0"/>
              <a:t>互联网：“服务”视角</a:t>
            </a:r>
            <a:endParaRPr lang="en-US" dirty="0"/>
          </a:p>
        </p:txBody>
      </p:sp>
      <p:sp>
        <p:nvSpPr>
          <p:cNvPr id="371" name="Freeform 370"/>
          <p:cNvSpPr/>
          <p:nvPr/>
        </p:nvSpPr>
        <p:spPr>
          <a:xfrm>
            <a:off x="8985188" y="3065778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-1" fmla="*/ 434989 w 1537226"/>
              <a:gd name="connsiteY0-2" fmla="*/ 253346 h 1763594"/>
              <a:gd name="connsiteX1-3" fmla="*/ 488 w 1537226"/>
              <a:gd name="connsiteY1-4" fmla="*/ 921706 h 1763594"/>
              <a:gd name="connsiteX2-5" fmla="*/ 368142 w 1537226"/>
              <a:gd name="connsiteY2-6" fmla="*/ 1489812 h 1763594"/>
              <a:gd name="connsiteX3-7" fmla="*/ 1187008 w 1537226"/>
              <a:gd name="connsiteY3-8" fmla="*/ 1757156 h 1763594"/>
              <a:gd name="connsiteX4-9" fmla="*/ 1521239 w 1537226"/>
              <a:gd name="connsiteY4-10" fmla="*/ 1239177 h 1763594"/>
              <a:gd name="connsiteX5-11" fmla="*/ 1468998 w 1537226"/>
              <a:gd name="connsiteY5-12" fmla="*/ 654362 h 1763594"/>
              <a:gd name="connsiteX6-13" fmla="*/ 1337412 w 1537226"/>
              <a:gd name="connsiteY6-14" fmla="*/ 136383 h 1763594"/>
              <a:gd name="connsiteX7-15" fmla="*/ 1086739 w 1537226"/>
              <a:gd name="connsiteY7-16" fmla="*/ 2711 h 1763594"/>
              <a:gd name="connsiteX8-17" fmla="*/ 434989 w 1537226"/>
              <a:gd name="connsiteY8-18" fmla="*/ 253346 h 1763594"/>
              <a:gd name="connsiteX0-19" fmla="*/ 434989 w 1537226"/>
              <a:gd name="connsiteY0-20" fmla="*/ 253346 h 1763594"/>
              <a:gd name="connsiteX1-21" fmla="*/ 488 w 1537226"/>
              <a:gd name="connsiteY1-22" fmla="*/ 921706 h 1763594"/>
              <a:gd name="connsiteX2-23" fmla="*/ 368142 w 1537226"/>
              <a:gd name="connsiteY2-24" fmla="*/ 1489812 h 1763594"/>
              <a:gd name="connsiteX3-25" fmla="*/ 1187008 w 1537226"/>
              <a:gd name="connsiteY3-26" fmla="*/ 1757156 h 1763594"/>
              <a:gd name="connsiteX4-27" fmla="*/ 1521239 w 1537226"/>
              <a:gd name="connsiteY4-28" fmla="*/ 1239177 h 1763594"/>
              <a:gd name="connsiteX5-29" fmla="*/ 1468998 w 1537226"/>
              <a:gd name="connsiteY5-30" fmla="*/ 654362 h 1763594"/>
              <a:gd name="connsiteX6-31" fmla="*/ 1337412 w 1537226"/>
              <a:gd name="connsiteY6-32" fmla="*/ 136383 h 1763594"/>
              <a:gd name="connsiteX7-33" fmla="*/ 839572 w 1537226"/>
              <a:gd name="connsiteY7-34" fmla="*/ 2711 h 1763594"/>
              <a:gd name="connsiteX8-35" fmla="*/ 434989 w 1537226"/>
              <a:gd name="connsiteY8-36" fmla="*/ 253346 h 1763594"/>
              <a:gd name="connsiteX0-37" fmla="*/ 360357 w 1536743"/>
              <a:gd name="connsiteY0-38" fmla="*/ 534641 h 1782088"/>
              <a:gd name="connsiteX1-39" fmla="*/ 5 w 1536743"/>
              <a:gd name="connsiteY1-40" fmla="*/ 940200 h 1782088"/>
              <a:gd name="connsiteX2-41" fmla="*/ 367659 w 1536743"/>
              <a:gd name="connsiteY2-42" fmla="*/ 1508306 h 1782088"/>
              <a:gd name="connsiteX3-43" fmla="*/ 1186525 w 1536743"/>
              <a:gd name="connsiteY3-44" fmla="*/ 1775650 h 1782088"/>
              <a:gd name="connsiteX4-45" fmla="*/ 1520756 w 1536743"/>
              <a:gd name="connsiteY4-46" fmla="*/ 1257671 h 1782088"/>
              <a:gd name="connsiteX5-47" fmla="*/ 1468515 w 1536743"/>
              <a:gd name="connsiteY5-48" fmla="*/ 672856 h 1782088"/>
              <a:gd name="connsiteX6-49" fmla="*/ 1336929 w 1536743"/>
              <a:gd name="connsiteY6-50" fmla="*/ 154877 h 1782088"/>
              <a:gd name="connsiteX7-51" fmla="*/ 839089 w 1536743"/>
              <a:gd name="connsiteY7-52" fmla="*/ 21205 h 1782088"/>
              <a:gd name="connsiteX8-53" fmla="*/ 360357 w 1536743"/>
              <a:gd name="connsiteY8-54" fmla="*/ 534641 h 1782088"/>
              <a:gd name="connsiteX0-55" fmla="*/ 360355 w 1536741"/>
              <a:gd name="connsiteY0-56" fmla="*/ 534641 h 1782088"/>
              <a:gd name="connsiteX1-57" fmla="*/ 3 w 1536741"/>
              <a:gd name="connsiteY1-58" fmla="*/ 940200 h 1782088"/>
              <a:gd name="connsiteX2-59" fmla="*/ 367657 w 1536741"/>
              <a:gd name="connsiteY2-60" fmla="*/ 1508306 h 1782088"/>
              <a:gd name="connsiteX3-61" fmla="*/ 1186523 w 1536741"/>
              <a:gd name="connsiteY3-62" fmla="*/ 1775650 h 1782088"/>
              <a:gd name="connsiteX4-63" fmla="*/ 1520754 w 1536741"/>
              <a:gd name="connsiteY4-64" fmla="*/ 1257671 h 1782088"/>
              <a:gd name="connsiteX5-65" fmla="*/ 1468513 w 1536741"/>
              <a:gd name="connsiteY5-66" fmla="*/ 672856 h 1782088"/>
              <a:gd name="connsiteX6-67" fmla="*/ 1336927 w 1536741"/>
              <a:gd name="connsiteY6-68" fmla="*/ 154877 h 1782088"/>
              <a:gd name="connsiteX7-69" fmla="*/ 839087 w 1536741"/>
              <a:gd name="connsiteY7-70" fmla="*/ 21205 h 1782088"/>
              <a:gd name="connsiteX8-71" fmla="*/ 360355 w 1536741"/>
              <a:gd name="connsiteY8-72" fmla="*/ 534641 h 1782088"/>
              <a:gd name="connsiteX0-73" fmla="*/ 382604 w 1558990"/>
              <a:gd name="connsiteY0-74" fmla="*/ 534641 h 1810599"/>
              <a:gd name="connsiteX1-75" fmla="*/ 22252 w 1558990"/>
              <a:gd name="connsiteY1-76" fmla="*/ 940200 h 1810599"/>
              <a:gd name="connsiteX2-77" fmla="*/ 167457 w 1558990"/>
              <a:gd name="connsiteY2-78" fmla="*/ 1672556 h 1810599"/>
              <a:gd name="connsiteX3-79" fmla="*/ 1208772 w 1558990"/>
              <a:gd name="connsiteY3-80" fmla="*/ 1775650 h 1810599"/>
              <a:gd name="connsiteX4-81" fmla="*/ 1543003 w 1558990"/>
              <a:gd name="connsiteY4-82" fmla="*/ 1257671 h 1810599"/>
              <a:gd name="connsiteX5-83" fmla="*/ 1490762 w 1558990"/>
              <a:gd name="connsiteY5-84" fmla="*/ 672856 h 1810599"/>
              <a:gd name="connsiteX6-85" fmla="*/ 1359176 w 1558990"/>
              <a:gd name="connsiteY6-86" fmla="*/ 154877 h 1810599"/>
              <a:gd name="connsiteX7-87" fmla="*/ 861336 w 1558990"/>
              <a:gd name="connsiteY7-88" fmla="*/ 21205 h 1810599"/>
              <a:gd name="connsiteX8-89" fmla="*/ 382604 w 1558990"/>
              <a:gd name="connsiteY8-90" fmla="*/ 534641 h 1810599"/>
              <a:gd name="connsiteX0-91" fmla="*/ 393458 w 1593840"/>
              <a:gd name="connsiteY0-92" fmla="*/ 534641 h 1793264"/>
              <a:gd name="connsiteX1-93" fmla="*/ 33106 w 1593840"/>
              <a:gd name="connsiteY1-94" fmla="*/ 940200 h 1793264"/>
              <a:gd name="connsiteX2-95" fmla="*/ 178311 w 1593840"/>
              <a:gd name="connsiteY2-96" fmla="*/ 1672556 h 1793264"/>
              <a:gd name="connsiteX3-97" fmla="*/ 1464139 w 1593840"/>
              <a:gd name="connsiteY3-98" fmla="*/ 1752440 h 1793264"/>
              <a:gd name="connsiteX4-99" fmla="*/ 1553857 w 1593840"/>
              <a:gd name="connsiteY4-100" fmla="*/ 1257671 h 1793264"/>
              <a:gd name="connsiteX5-101" fmla="*/ 1501616 w 1593840"/>
              <a:gd name="connsiteY5-102" fmla="*/ 672856 h 1793264"/>
              <a:gd name="connsiteX6-103" fmla="*/ 1370030 w 1593840"/>
              <a:gd name="connsiteY6-104" fmla="*/ 154877 h 1793264"/>
              <a:gd name="connsiteX7-105" fmla="*/ 872190 w 1593840"/>
              <a:gd name="connsiteY7-106" fmla="*/ 21205 h 1793264"/>
              <a:gd name="connsiteX8-107" fmla="*/ 393458 w 1593840"/>
              <a:gd name="connsiteY8-108" fmla="*/ 534641 h 1793264"/>
              <a:gd name="connsiteX0-109" fmla="*/ 393458 w 1566550"/>
              <a:gd name="connsiteY0-110" fmla="*/ 534641 h 1840341"/>
              <a:gd name="connsiteX1-111" fmla="*/ 33106 w 1566550"/>
              <a:gd name="connsiteY1-112" fmla="*/ 940200 h 1840341"/>
              <a:gd name="connsiteX2-113" fmla="*/ 178311 w 1566550"/>
              <a:gd name="connsiteY2-114" fmla="*/ 1672556 h 1840341"/>
              <a:gd name="connsiteX3-115" fmla="*/ 1464139 w 1566550"/>
              <a:gd name="connsiteY3-116" fmla="*/ 1752440 h 1840341"/>
              <a:gd name="connsiteX4-117" fmla="*/ 1553857 w 1566550"/>
              <a:gd name="connsiteY4-118" fmla="*/ 1257671 h 1840341"/>
              <a:gd name="connsiteX5-119" fmla="*/ 1501616 w 1566550"/>
              <a:gd name="connsiteY5-120" fmla="*/ 672856 h 1840341"/>
              <a:gd name="connsiteX6-121" fmla="*/ 1370030 w 1566550"/>
              <a:gd name="connsiteY6-122" fmla="*/ 154877 h 1840341"/>
              <a:gd name="connsiteX7-123" fmla="*/ 872190 w 1566550"/>
              <a:gd name="connsiteY7-124" fmla="*/ 21205 h 1840341"/>
              <a:gd name="connsiteX8-125" fmla="*/ 393458 w 1566550"/>
              <a:gd name="connsiteY8-126" fmla="*/ 534641 h 1840341"/>
              <a:gd name="connsiteX0-127" fmla="*/ 393458 w 1555557"/>
              <a:gd name="connsiteY0-128" fmla="*/ 534641 h 1787187"/>
              <a:gd name="connsiteX1-129" fmla="*/ 33106 w 1555557"/>
              <a:gd name="connsiteY1-130" fmla="*/ 940200 h 1787187"/>
              <a:gd name="connsiteX2-131" fmla="*/ 178311 w 1555557"/>
              <a:gd name="connsiteY2-132" fmla="*/ 1672556 h 1787187"/>
              <a:gd name="connsiteX3-133" fmla="*/ 1464139 w 1555557"/>
              <a:gd name="connsiteY3-134" fmla="*/ 1752440 h 1787187"/>
              <a:gd name="connsiteX4-135" fmla="*/ 1553857 w 1555557"/>
              <a:gd name="connsiteY4-136" fmla="*/ 1257671 h 1787187"/>
              <a:gd name="connsiteX5-137" fmla="*/ 1501616 w 1555557"/>
              <a:gd name="connsiteY5-138" fmla="*/ 672856 h 1787187"/>
              <a:gd name="connsiteX6-139" fmla="*/ 1370030 w 1555557"/>
              <a:gd name="connsiteY6-140" fmla="*/ 154877 h 1787187"/>
              <a:gd name="connsiteX7-141" fmla="*/ 872190 w 1555557"/>
              <a:gd name="connsiteY7-142" fmla="*/ 21205 h 1787187"/>
              <a:gd name="connsiteX8-143" fmla="*/ 393458 w 1555557"/>
              <a:gd name="connsiteY8-144" fmla="*/ 534641 h 1787187"/>
              <a:gd name="connsiteX0-145" fmla="*/ 401126 w 1664928"/>
              <a:gd name="connsiteY0-146" fmla="*/ 534641 h 1783934"/>
              <a:gd name="connsiteX1-147" fmla="*/ 40774 w 1664928"/>
              <a:gd name="connsiteY1-148" fmla="*/ 940200 h 1783934"/>
              <a:gd name="connsiteX2-149" fmla="*/ 185979 w 1664928"/>
              <a:gd name="connsiteY2-150" fmla="*/ 1672556 h 1783934"/>
              <a:gd name="connsiteX3-151" fmla="*/ 1618513 w 1664928"/>
              <a:gd name="connsiteY3-152" fmla="*/ 1747798 h 1783934"/>
              <a:gd name="connsiteX4-153" fmla="*/ 1561525 w 1664928"/>
              <a:gd name="connsiteY4-154" fmla="*/ 1257671 h 1783934"/>
              <a:gd name="connsiteX5-155" fmla="*/ 1509284 w 1664928"/>
              <a:gd name="connsiteY5-156" fmla="*/ 672856 h 1783934"/>
              <a:gd name="connsiteX6-157" fmla="*/ 1377698 w 1664928"/>
              <a:gd name="connsiteY6-158" fmla="*/ 154877 h 1783934"/>
              <a:gd name="connsiteX7-159" fmla="*/ 879858 w 1664928"/>
              <a:gd name="connsiteY7-160" fmla="*/ 21205 h 1783934"/>
              <a:gd name="connsiteX8-161" fmla="*/ 401126 w 1664928"/>
              <a:gd name="connsiteY8-162" fmla="*/ 534641 h 1783934"/>
              <a:gd name="connsiteX0-163" fmla="*/ 408119 w 1718774"/>
              <a:gd name="connsiteY0-164" fmla="*/ 534641 h 1826522"/>
              <a:gd name="connsiteX1-165" fmla="*/ 47767 w 1718774"/>
              <a:gd name="connsiteY1-166" fmla="*/ 940200 h 1826522"/>
              <a:gd name="connsiteX2-167" fmla="*/ 179001 w 1718774"/>
              <a:gd name="connsiteY2-168" fmla="*/ 1742186 h 1826522"/>
              <a:gd name="connsiteX3-169" fmla="*/ 1625506 w 1718774"/>
              <a:gd name="connsiteY3-170" fmla="*/ 1747798 h 1826522"/>
              <a:gd name="connsiteX4-171" fmla="*/ 1568518 w 1718774"/>
              <a:gd name="connsiteY4-172" fmla="*/ 1257671 h 1826522"/>
              <a:gd name="connsiteX5-173" fmla="*/ 1516277 w 1718774"/>
              <a:gd name="connsiteY5-174" fmla="*/ 672856 h 1826522"/>
              <a:gd name="connsiteX6-175" fmla="*/ 1384691 w 1718774"/>
              <a:gd name="connsiteY6-176" fmla="*/ 154877 h 1826522"/>
              <a:gd name="connsiteX7-177" fmla="*/ 886851 w 1718774"/>
              <a:gd name="connsiteY7-178" fmla="*/ 21205 h 1826522"/>
              <a:gd name="connsiteX8-179" fmla="*/ 408119 w 1718774"/>
              <a:gd name="connsiteY8-180" fmla="*/ 534641 h 1826522"/>
              <a:gd name="connsiteX0-181" fmla="*/ 477759 w 1796623"/>
              <a:gd name="connsiteY0-182" fmla="*/ 534641 h 1818043"/>
              <a:gd name="connsiteX1-183" fmla="*/ 117407 w 1796623"/>
              <a:gd name="connsiteY1-184" fmla="*/ 940200 h 1818043"/>
              <a:gd name="connsiteX2-185" fmla="*/ 136864 w 1796623"/>
              <a:gd name="connsiteY2-186" fmla="*/ 1728260 h 1818043"/>
              <a:gd name="connsiteX3-187" fmla="*/ 1695146 w 1796623"/>
              <a:gd name="connsiteY3-188" fmla="*/ 1747798 h 1818043"/>
              <a:gd name="connsiteX4-189" fmla="*/ 1638158 w 1796623"/>
              <a:gd name="connsiteY4-190" fmla="*/ 1257671 h 1818043"/>
              <a:gd name="connsiteX5-191" fmla="*/ 1585917 w 1796623"/>
              <a:gd name="connsiteY5-192" fmla="*/ 672856 h 1818043"/>
              <a:gd name="connsiteX6-193" fmla="*/ 1454331 w 1796623"/>
              <a:gd name="connsiteY6-194" fmla="*/ 154877 h 1818043"/>
              <a:gd name="connsiteX7-195" fmla="*/ 956491 w 1796623"/>
              <a:gd name="connsiteY7-196" fmla="*/ 21205 h 1818043"/>
              <a:gd name="connsiteX8-197" fmla="*/ 477759 w 1796623"/>
              <a:gd name="connsiteY8-198" fmla="*/ 534641 h 1818043"/>
              <a:gd name="connsiteX0-199" fmla="*/ 396783 w 1688820"/>
              <a:gd name="connsiteY0-200" fmla="*/ 534641 h 1815615"/>
              <a:gd name="connsiteX1-201" fmla="*/ 36431 w 1688820"/>
              <a:gd name="connsiteY1-202" fmla="*/ 940200 h 1815615"/>
              <a:gd name="connsiteX2-203" fmla="*/ 55888 w 1688820"/>
              <a:gd name="connsiteY2-204" fmla="*/ 1728260 h 1815615"/>
              <a:gd name="connsiteX3-205" fmla="*/ 421834 w 1688820"/>
              <a:gd name="connsiteY3-206" fmla="*/ 1798118 h 1815615"/>
              <a:gd name="connsiteX4-207" fmla="*/ 1614170 w 1688820"/>
              <a:gd name="connsiteY4-208" fmla="*/ 1747798 h 1815615"/>
              <a:gd name="connsiteX5-209" fmla="*/ 1557182 w 1688820"/>
              <a:gd name="connsiteY5-210" fmla="*/ 1257671 h 1815615"/>
              <a:gd name="connsiteX6-211" fmla="*/ 1504941 w 1688820"/>
              <a:gd name="connsiteY6-212" fmla="*/ 672856 h 1815615"/>
              <a:gd name="connsiteX7-213" fmla="*/ 1373355 w 1688820"/>
              <a:gd name="connsiteY7-214" fmla="*/ 154877 h 1815615"/>
              <a:gd name="connsiteX8-215" fmla="*/ 875515 w 1688820"/>
              <a:gd name="connsiteY8-216" fmla="*/ 21205 h 1815615"/>
              <a:gd name="connsiteX9" fmla="*/ 396783 w 1688820"/>
              <a:gd name="connsiteY9" fmla="*/ 534641 h 1815615"/>
              <a:gd name="connsiteX0-217" fmla="*/ 394951 w 1689541"/>
              <a:gd name="connsiteY0-218" fmla="*/ 534641 h 1877271"/>
              <a:gd name="connsiteX1-219" fmla="*/ 34599 w 1689541"/>
              <a:gd name="connsiteY1-220" fmla="*/ 940200 h 1877271"/>
              <a:gd name="connsiteX2-221" fmla="*/ 54056 w 1689541"/>
              <a:gd name="connsiteY2-222" fmla="*/ 1728260 h 1877271"/>
              <a:gd name="connsiteX3-223" fmla="*/ 385071 w 1689541"/>
              <a:gd name="connsiteY3-224" fmla="*/ 1877032 h 1877271"/>
              <a:gd name="connsiteX4-225" fmla="*/ 1612338 w 1689541"/>
              <a:gd name="connsiteY4-226" fmla="*/ 1747798 h 1877271"/>
              <a:gd name="connsiteX5-227" fmla="*/ 1555350 w 1689541"/>
              <a:gd name="connsiteY5-228" fmla="*/ 1257671 h 1877271"/>
              <a:gd name="connsiteX6-229" fmla="*/ 1503109 w 1689541"/>
              <a:gd name="connsiteY6-230" fmla="*/ 672856 h 1877271"/>
              <a:gd name="connsiteX7-231" fmla="*/ 1371523 w 1689541"/>
              <a:gd name="connsiteY7-232" fmla="*/ 154877 h 1877271"/>
              <a:gd name="connsiteX8-233" fmla="*/ 873683 w 1689541"/>
              <a:gd name="connsiteY8-234" fmla="*/ 21205 h 1877271"/>
              <a:gd name="connsiteX9-235" fmla="*/ 394951 w 1689541"/>
              <a:gd name="connsiteY9-236" fmla="*/ 534641 h 1877271"/>
              <a:gd name="connsiteX0-237" fmla="*/ 394949 w 1689541"/>
              <a:gd name="connsiteY0-238" fmla="*/ 534641 h 1877032"/>
              <a:gd name="connsiteX1-239" fmla="*/ 34597 w 1689541"/>
              <a:gd name="connsiteY1-240" fmla="*/ 940200 h 1877032"/>
              <a:gd name="connsiteX2-241" fmla="*/ 54054 w 1689541"/>
              <a:gd name="connsiteY2-242" fmla="*/ 1728260 h 1877032"/>
              <a:gd name="connsiteX3-243" fmla="*/ 385069 w 1689541"/>
              <a:gd name="connsiteY3-244" fmla="*/ 1877032 h 1877032"/>
              <a:gd name="connsiteX4-245" fmla="*/ 1612336 w 1689541"/>
              <a:gd name="connsiteY4-246" fmla="*/ 1747798 h 1877032"/>
              <a:gd name="connsiteX5-247" fmla="*/ 1555348 w 1689541"/>
              <a:gd name="connsiteY5-248" fmla="*/ 1257671 h 1877032"/>
              <a:gd name="connsiteX6-249" fmla="*/ 1503107 w 1689541"/>
              <a:gd name="connsiteY6-250" fmla="*/ 672856 h 1877032"/>
              <a:gd name="connsiteX7-251" fmla="*/ 1371521 w 1689541"/>
              <a:gd name="connsiteY7-252" fmla="*/ 154877 h 1877032"/>
              <a:gd name="connsiteX8-253" fmla="*/ 873681 w 1689541"/>
              <a:gd name="connsiteY8-254" fmla="*/ 21205 h 1877032"/>
              <a:gd name="connsiteX9-255" fmla="*/ 394949 w 1689541"/>
              <a:gd name="connsiteY9-256" fmla="*/ 534641 h 1877032"/>
              <a:gd name="connsiteX0-257" fmla="*/ 394949 w 1683795"/>
              <a:gd name="connsiteY0-258" fmla="*/ 534641 h 1877032"/>
              <a:gd name="connsiteX1-259" fmla="*/ 34597 w 1683795"/>
              <a:gd name="connsiteY1-260" fmla="*/ 940200 h 1877032"/>
              <a:gd name="connsiteX2-261" fmla="*/ 54054 w 1683795"/>
              <a:gd name="connsiteY2-262" fmla="*/ 1728260 h 1877032"/>
              <a:gd name="connsiteX3-263" fmla="*/ 385069 w 1683795"/>
              <a:gd name="connsiteY3-264" fmla="*/ 1877032 h 1877032"/>
              <a:gd name="connsiteX4-265" fmla="*/ 1605349 w 1683795"/>
              <a:gd name="connsiteY4-266" fmla="*/ 1798860 h 1877032"/>
              <a:gd name="connsiteX5-267" fmla="*/ 1555348 w 1683795"/>
              <a:gd name="connsiteY5-268" fmla="*/ 1257671 h 1877032"/>
              <a:gd name="connsiteX6-269" fmla="*/ 1503107 w 1683795"/>
              <a:gd name="connsiteY6-270" fmla="*/ 672856 h 1877032"/>
              <a:gd name="connsiteX7-271" fmla="*/ 1371521 w 1683795"/>
              <a:gd name="connsiteY7-272" fmla="*/ 154877 h 1877032"/>
              <a:gd name="connsiteX8-273" fmla="*/ 873681 w 1683795"/>
              <a:gd name="connsiteY8-274" fmla="*/ 21205 h 1877032"/>
              <a:gd name="connsiteX9-275" fmla="*/ 394949 w 1683795"/>
              <a:gd name="connsiteY9-276" fmla="*/ 534641 h 1877032"/>
              <a:gd name="connsiteX0-277" fmla="*/ 394949 w 1720794"/>
              <a:gd name="connsiteY0-278" fmla="*/ 534641 h 1877032"/>
              <a:gd name="connsiteX1-279" fmla="*/ 34597 w 1720794"/>
              <a:gd name="connsiteY1-280" fmla="*/ 940200 h 1877032"/>
              <a:gd name="connsiteX2-281" fmla="*/ 54054 w 1720794"/>
              <a:gd name="connsiteY2-282" fmla="*/ 1728260 h 1877032"/>
              <a:gd name="connsiteX3-283" fmla="*/ 385069 w 1720794"/>
              <a:gd name="connsiteY3-284" fmla="*/ 1877032 h 1877032"/>
              <a:gd name="connsiteX4-285" fmla="*/ 1605349 w 1720794"/>
              <a:gd name="connsiteY4-286" fmla="*/ 1798860 h 1877032"/>
              <a:gd name="connsiteX5-287" fmla="*/ 1555348 w 1720794"/>
              <a:gd name="connsiteY5-288" fmla="*/ 1257671 h 1877032"/>
              <a:gd name="connsiteX6-289" fmla="*/ 1503107 w 1720794"/>
              <a:gd name="connsiteY6-290" fmla="*/ 672856 h 1877032"/>
              <a:gd name="connsiteX7-291" fmla="*/ 1371521 w 1720794"/>
              <a:gd name="connsiteY7-292" fmla="*/ 154877 h 1877032"/>
              <a:gd name="connsiteX8-293" fmla="*/ 873681 w 1720794"/>
              <a:gd name="connsiteY8-294" fmla="*/ 21205 h 1877032"/>
              <a:gd name="connsiteX9-295" fmla="*/ 394949 w 1720794"/>
              <a:gd name="connsiteY9-296" fmla="*/ 534641 h 1877032"/>
              <a:gd name="connsiteX0-297" fmla="*/ 394949 w 1720794"/>
              <a:gd name="connsiteY0-298" fmla="*/ 534641 h 1877032"/>
              <a:gd name="connsiteX1-299" fmla="*/ 34597 w 1720794"/>
              <a:gd name="connsiteY1-300" fmla="*/ 940200 h 1877032"/>
              <a:gd name="connsiteX2-301" fmla="*/ 54054 w 1720794"/>
              <a:gd name="connsiteY2-302" fmla="*/ 1728260 h 1877032"/>
              <a:gd name="connsiteX3-303" fmla="*/ 385069 w 1720794"/>
              <a:gd name="connsiteY3-304" fmla="*/ 1877032 h 1877032"/>
              <a:gd name="connsiteX4-305" fmla="*/ 1605349 w 1720794"/>
              <a:gd name="connsiteY4-306" fmla="*/ 1798860 h 1877032"/>
              <a:gd name="connsiteX5-307" fmla="*/ 1555348 w 1720794"/>
              <a:gd name="connsiteY5-308" fmla="*/ 1257671 h 1877032"/>
              <a:gd name="connsiteX6-309" fmla="*/ 1503107 w 1720794"/>
              <a:gd name="connsiteY6-310" fmla="*/ 672856 h 1877032"/>
              <a:gd name="connsiteX7-311" fmla="*/ 1371521 w 1720794"/>
              <a:gd name="connsiteY7-312" fmla="*/ 154877 h 1877032"/>
              <a:gd name="connsiteX8-313" fmla="*/ 873681 w 1720794"/>
              <a:gd name="connsiteY8-314" fmla="*/ 21205 h 1877032"/>
              <a:gd name="connsiteX9-315" fmla="*/ 394949 w 1720794"/>
              <a:gd name="connsiteY9-316" fmla="*/ 534641 h 1877032"/>
              <a:gd name="connsiteX0-317" fmla="*/ 394949 w 1671512"/>
              <a:gd name="connsiteY0-318" fmla="*/ 534641 h 1877032"/>
              <a:gd name="connsiteX1-319" fmla="*/ 34597 w 1671512"/>
              <a:gd name="connsiteY1-320" fmla="*/ 940200 h 1877032"/>
              <a:gd name="connsiteX2-321" fmla="*/ 54054 w 1671512"/>
              <a:gd name="connsiteY2-322" fmla="*/ 1728260 h 1877032"/>
              <a:gd name="connsiteX3-323" fmla="*/ 385069 w 1671512"/>
              <a:gd name="connsiteY3-324" fmla="*/ 1877032 h 1877032"/>
              <a:gd name="connsiteX4-325" fmla="*/ 1605349 w 1671512"/>
              <a:gd name="connsiteY4-326" fmla="*/ 1798860 h 1877032"/>
              <a:gd name="connsiteX5-327" fmla="*/ 1555348 w 1671512"/>
              <a:gd name="connsiteY5-328" fmla="*/ 1257671 h 1877032"/>
              <a:gd name="connsiteX6-329" fmla="*/ 1503107 w 1671512"/>
              <a:gd name="connsiteY6-330" fmla="*/ 672856 h 1877032"/>
              <a:gd name="connsiteX7-331" fmla="*/ 1371521 w 1671512"/>
              <a:gd name="connsiteY7-332" fmla="*/ 154877 h 1877032"/>
              <a:gd name="connsiteX8-333" fmla="*/ 873681 w 1671512"/>
              <a:gd name="connsiteY8-334" fmla="*/ 21205 h 1877032"/>
              <a:gd name="connsiteX9-335" fmla="*/ 394949 w 1671512"/>
              <a:gd name="connsiteY9-336" fmla="*/ 534641 h 1877032"/>
              <a:gd name="connsiteX0-337" fmla="*/ 394949 w 1677296"/>
              <a:gd name="connsiteY0-338" fmla="*/ 534641 h 1877032"/>
              <a:gd name="connsiteX1-339" fmla="*/ 34597 w 1677296"/>
              <a:gd name="connsiteY1-340" fmla="*/ 940200 h 1877032"/>
              <a:gd name="connsiteX2-341" fmla="*/ 54054 w 1677296"/>
              <a:gd name="connsiteY2-342" fmla="*/ 1728260 h 1877032"/>
              <a:gd name="connsiteX3-343" fmla="*/ 385069 w 1677296"/>
              <a:gd name="connsiteY3-344" fmla="*/ 1877032 h 1877032"/>
              <a:gd name="connsiteX4-345" fmla="*/ 1612334 w 1677296"/>
              <a:gd name="connsiteY4-346" fmla="*/ 1840637 h 1877032"/>
              <a:gd name="connsiteX5-347" fmla="*/ 1555348 w 1677296"/>
              <a:gd name="connsiteY5-348" fmla="*/ 1257671 h 1877032"/>
              <a:gd name="connsiteX6-349" fmla="*/ 1503107 w 1677296"/>
              <a:gd name="connsiteY6-350" fmla="*/ 672856 h 1877032"/>
              <a:gd name="connsiteX7-351" fmla="*/ 1371521 w 1677296"/>
              <a:gd name="connsiteY7-352" fmla="*/ 154877 h 1877032"/>
              <a:gd name="connsiteX8-353" fmla="*/ 873681 w 1677296"/>
              <a:gd name="connsiteY8-354" fmla="*/ 21205 h 1877032"/>
              <a:gd name="connsiteX9-355" fmla="*/ 394949 w 1677296"/>
              <a:gd name="connsiteY9-356" fmla="*/ 534641 h 1877032"/>
              <a:gd name="connsiteX0-357" fmla="*/ 394949 w 1677298"/>
              <a:gd name="connsiteY0-358" fmla="*/ 534641 h 1877032"/>
              <a:gd name="connsiteX1-359" fmla="*/ 34597 w 1677298"/>
              <a:gd name="connsiteY1-360" fmla="*/ 940200 h 1877032"/>
              <a:gd name="connsiteX2-361" fmla="*/ 54054 w 1677298"/>
              <a:gd name="connsiteY2-362" fmla="*/ 1728260 h 1877032"/>
              <a:gd name="connsiteX3-363" fmla="*/ 385069 w 1677298"/>
              <a:gd name="connsiteY3-364" fmla="*/ 1877032 h 1877032"/>
              <a:gd name="connsiteX4-365" fmla="*/ 1612334 w 1677298"/>
              <a:gd name="connsiteY4-366" fmla="*/ 1840637 h 1877032"/>
              <a:gd name="connsiteX5-367" fmla="*/ 1555348 w 1677298"/>
              <a:gd name="connsiteY5-368" fmla="*/ 1257671 h 1877032"/>
              <a:gd name="connsiteX6-369" fmla="*/ 1503107 w 1677298"/>
              <a:gd name="connsiteY6-370" fmla="*/ 672856 h 1877032"/>
              <a:gd name="connsiteX7-371" fmla="*/ 1371521 w 1677298"/>
              <a:gd name="connsiteY7-372" fmla="*/ 154877 h 1877032"/>
              <a:gd name="connsiteX8-373" fmla="*/ 873681 w 1677298"/>
              <a:gd name="connsiteY8-374" fmla="*/ 21205 h 1877032"/>
              <a:gd name="connsiteX9-375" fmla="*/ 394949 w 1677298"/>
              <a:gd name="connsiteY9-376" fmla="*/ 534641 h 1877032"/>
              <a:gd name="connsiteX0-377" fmla="*/ 394949 w 1677296"/>
              <a:gd name="connsiteY0-378" fmla="*/ 534641 h 1904936"/>
              <a:gd name="connsiteX1-379" fmla="*/ 34597 w 1677296"/>
              <a:gd name="connsiteY1-380" fmla="*/ 940200 h 1904936"/>
              <a:gd name="connsiteX2-381" fmla="*/ 54054 w 1677296"/>
              <a:gd name="connsiteY2-382" fmla="*/ 1728260 h 1904936"/>
              <a:gd name="connsiteX3-383" fmla="*/ 385069 w 1677296"/>
              <a:gd name="connsiteY3-384" fmla="*/ 1877032 h 1904936"/>
              <a:gd name="connsiteX4-385" fmla="*/ 1612334 w 1677296"/>
              <a:gd name="connsiteY4-386" fmla="*/ 1840637 h 1904936"/>
              <a:gd name="connsiteX5-387" fmla="*/ 1555348 w 1677296"/>
              <a:gd name="connsiteY5-388" fmla="*/ 1257671 h 1904936"/>
              <a:gd name="connsiteX6-389" fmla="*/ 1503107 w 1677296"/>
              <a:gd name="connsiteY6-390" fmla="*/ 672856 h 1904936"/>
              <a:gd name="connsiteX7-391" fmla="*/ 1371521 w 1677296"/>
              <a:gd name="connsiteY7-392" fmla="*/ 154877 h 1904936"/>
              <a:gd name="connsiteX8-393" fmla="*/ 873681 w 1677296"/>
              <a:gd name="connsiteY8-394" fmla="*/ 21205 h 1904936"/>
              <a:gd name="connsiteX9-395" fmla="*/ 394949 w 1677296"/>
              <a:gd name="connsiteY9-396" fmla="*/ 534641 h 1904936"/>
              <a:gd name="connsiteX0-397" fmla="*/ 461539 w 1743887"/>
              <a:gd name="connsiteY0-398" fmla="*/ 534641 h 1904936"/>
              <a:gd name="connsiteX1-399" fmla="*/ 101187 w 1743887"/>
              <a:gd name="connsiteY1-400" fmla="*/ 940200 h 1904936"/>
              <a:gd name="connsiteX2-401" fmla="*/ 22840 w 1743887"/>
              <a:gd name="connsiteY2-402" fmla="*/ 1737812 h 1904936"/>
              <a:gd name="connsiteX3-403" fmla="*/ 451659 w 1743887"/>
              <a:gd name="connsiteY3-404" fmla="*/ 1877032 h 1904936"/>
              <a:gd name="connsiteX4-405" fmla="*/ 1678924 w 1743887"/>
              <a:gd name="connsiteY4-406" fmla="*/ 1840637 h 1904936"/>
              <a:gd name="connsiteX5-407" fmla="*/ 1621938 w 1743887"/>
              <a:gd name="connsiteY5-408" fmla="*/ 1257671 h 1904936"/>
              <a:gd name="connsiteX6-409" fmla="*/ 1569697 w 1743887"/>
              <a:gd name="connsiteY6-410" fmla="*/ 672856 h 1904936"/>
              <a:gd name="connsiteX7-411" fmla="*/ 1438111 w 1743887"/>
              <a:gd name="connsiteY7-412" fmla="*/ 154877 h 1904936"/>
              <a:gd name="connsiteX8-413" fmla="*/ 940271 w 1743887"/>
              <a:gd name="connsiteY8-414" fmla="*/ 21205 h 1904936"/>
              <a:gd name="connsiteX9-415" fmla="*/ 461539 w 1743887"/>
              <a:gd name="connsiteY9-416" fmla="*/ 534641 h 1904936"/>
              <a:gd name="connsiteX0-417" fmla="*/ 452050 w 1756359"/>
              <a:gd name="connsiteY0-418" fmla="*/ 534641 h 1891359"/>
              <a:gd name="connsiteX1-419" fmla="*/ 91698 w 1756359"/>
              <a:gd name="connsiteY1-420" fmla="*/ 940200 h 1891359"/>
              <a:gd name="connsiteX2-421" fmla="*/ 13351 w 1756359"/>
              <a:gd name="connsiteY2-422" fmla="*/ 1737812 h 1891359"/>
              <a:gd name="connsiteX3-423" fmla="*/ 309435 w 1756359"/>
              <a:gd name="connsiteY3-424" fmla="*/ 1891359 h 1891359"/>
              <a:gd name="connsiteX4-425" fmla="*/ 1669435 w 1756359"/>
              <a:gd name="connsiteY4-426" fmla="*/ 1840637 h 1891359"/>
              <a:gd name="connsiteX5-427" fmla="*/ 1612449 w 1756359"/>
              <a:gd name="connsiteY5-428" fmla="*/ 1257671 h 1891359"/>
              <a:gd name="connsiteX6-429" fmla="*/ 1560208 w 1756359"/>
              <a:gd name="connsiteY6-430" fmla="*/ 672856 h 1891359"/>
              <a:gd name="connsiteX7-431" fmla="*/ 1428622 w 1756359"/>
              <a:gd name="connsiteY7-432" fmla="*/ 154877 h 1891359"/>
              <a:gd name="connsiteX8-433" fmla="*/ 930782 w 1756359"/>
              <a:gd name="connsiteY8-434" fmla="*/ 21205 h 1891359"/>
              <a:gd name="connsiteX9-435" fmla="*/ 452050 w 1756359"/>
              <a:gd name="connsiteY9-436" fmla="*/ 534641 h 1891359"/>
              <a:gd name="connsiteX0-437" fmla="*/ 452050 w 1756257"/>
              <a:gd name="connsiteY0-438" fmla="*/ 534641 h 1891359"/>
              <a:gd name="connsiteX1-439" fmla="*/ 91698 w 1756257"/>
              <a:gd name="connsiteY1-440" fmla="*/ 940200 h 1891359"/>
              <a:gd name="connsiteX2-441" fmla="*/ 13351 w 1756257"/>
              <a:gd name="connsiteY2-442" fmla="*/ 1737812 h 1891359"/>
              <a:gd name="connsiteX3-443" fmla="*/ 309435 w 1756257"/>
              <a:gd name="connsiteY3-444" fmla="*/ 1891359 h 1891359"/>
              <a:gd name="connsiteX4-445" fmla="*/ 1669435 w 1756257"/>
              <a:gd name="connsiteY4-446" fmla="*/ 1840637 h 1891359"/>
              <a:gd name="connsiteX5-447" fmla="*/ 1612449 w 1756257"/>
              <a:gd name="connsiteY5-448" fmla="*/ 1257671 h 1891359"/>
              <a:gd name="connsiteX6-449" fmla="*/ 1563496 w 1756257"/>
              <a:gd name="connsiteY6-450" fmla="*/ 959631 h 1891359"/>
              <a:gd name="connsiteX7-451" fmla="*/ 1560208 w 1756257"/>
              <a:gd name="connsiteY7-452" fmla="*/ 672856 h 1891359"/>
              <a:gd name="connsiteX8-453" fmla="*/ 1428622 w 1756257"/>
              <a:gd name="connsiteY8-454" fmla="*/ 154877 h 1891359"/>
              <a:gd name="connsiteX9-455" fmla="*/ 930782 w 1756257"/>
              <a:gd name="connsiteY9-456" fmla="*/ 21205 h 1891359"/>
              <a:gd name="connsiteX10" fmla="*/ 452050 w 1756257"/>
              <a:gd name="connsiteY10" fmla="*/ 534641 h 1891359"/>
              <a:gd name="connsiteX0-457" fmla="*/ 452050 w 1764590"/>
              <a:gd name="connsiteY0-458" fmla="*/ 534641 h 1891359"/>
              <a:gd name="connsiteX1-459" fmla="*/ 91698 w 1764590"/>
              <a:gd name="connsiteY1-460" fmla="*/ 940200 h 1891359"/>
              <a:gd name="connsiteX2-461" fmla="*/ 13351 w 1764590"/>
              <a:gd name="connsiteY2-462" fmla="*/ 1737812 h 1891359"/>
              <a:gd name="connsiteX3-463" fmla="*/ 309435 w 1764590"/>
              <a:gd name="connsiteY3-464" fmla="*/ 1891359 h 1891359"/>
              <a:gd name="connsiteX4-465" fmla="*/ 1669435 w 1764590"/>
              <a:gd name="connsiteY4-466" fmla="*/ 1840637 h 1891359"/>
              <a:gd name="connsiteX5-467" fmla="*/ 1612449 w 1764590"/>
              <a:gd name="connsiteY5-468" fmla="*/ 1257671 h 1891359"/>
              <a:gd name="connsiteX6-469" fmla="*/ 1309780 w 1764590"/>
              <a:gd name="connsiteY6-470" fmla="*/ 1046341 h 1891359"/>
              <a:gd name="connsiteX7-471" fmla="*/ 1560208 w 1764590"/>
              <a:gd name="connsiteY7-472" fmla="*/ 672856 h 1891359"/>
              <a:gd name="connsiteX8-473" fmla="*/ 1428622 w 1764590"/>
              <a:gd name="connsiteY8-474" fmla="*/ 154877 h 1891359"/>
              <a:gd name="connsiteX9-475" fmla="*/ 930782 w 1764590"/>
              <a:gd name="connsiteY9-476" fmla="*/ 21205 h 1891359"/>
              <a:gd name="connsiteX10-477" fmla="*/ 452050 w 1764590"/>
              <a:gd name="connsiteY10-478" fmla="*/ 534641 h 1891359"/>
              <a:gd name="connsiteX0-479" fmla="*/ 452050 w 1764592"/>
              <a:gd name="connsiteY0-480" fmla="*/ 534641 h 1891359"/>
              <a:gd name="connsiteX1-481" fmla="*/ 91698 w 1764592"/>
              <a:gd name="connsiteY1-482" fmla="*/ 940200 h 1891359"/>
              <a:gd name="connsiteX2-483" fmla="*/ 13351 w 1764592"/>
              <a:gd name="connsiteY2-484" fmla="*/ 1737812 h 1891359"/>
              <a:gd name="connsiteX3-485" fmla="*/ 309435 w 1764592"/>
              <a:gd name="connsiteY3-486" fmla="*/ 1891359 h 1891359"/>
              <a:gd name="connsiteX4-487" fmla="*/ 1669435 w 1764592"/>
              <a:gd name="connsiteY4-488" fmla="*/ 1840637 h 1891359"/>
              <a:gd name="connsiteX5-489" fmla="*/ 1612449 w 1764592"/>
              <a:gd name="connsiteY5-490" fmla="*/ 1257671 h 1891359"/>
              <a:gd name="connsiteX6-491" fmla="*/ 1309780 w 1764592"/>
              <a:gd name="connsiteY6-492" fmla="*/ 1046341 h 1891359"/>
              <a:gd name="connsiteX7-493" fmla="*/ 1560208 w 1764592"/>
              <a:gd name="connsiteY7-494" fmla="*/ 672856 h 1891359"/>
              <a:gd name="connsiteX8-495" fmla="*/ 1428622 w 1764592"/>
              <a:gd name="connsiteY8-496" fmla="*/ 154877 h 1891359"/>
              <a:gd name="connsiteX9-497" fmla="*/ 930782 w 1764592"/>
              <a:gd name="connsiteY9-498" fmla="*/ 21205 h 1891359"/>
              <a:gd name="connsiteX10-499" fmla="*/ 452050 w 1764592"/>
              <a:gd name="connsiteY10-500" fmla="*/ 534641 h 1891359"/>
              <a:gd name="connsiteX0-501" fmla="*/ 452050 w 1764590"/>
              <a:gd name="connsiteY0-502" fmla="*/ 534641 h 1891359"/>
              <a:gd name="connsiteX1-503" fmla="*/ 91698 w 1764590"/>
              <a:gd name="connsiteY1-504" fmla="*/ 940200 h 1891359"/>
              <a:gd name="connsiteX2-505" fmla="*/ 13351 w 1764590"/>
              <a:gd name="connsiteY2-506" fmla="*/ 1737812 h 1891359"/>
              <a:gd name="connsiteX3-507" fmla="*/ 309435 w 1764590"/>
              <a:gd name="connsiteY3-508" fmla="*/ 1891359 h 1891359"/>
              <a:gd name="connsiteX4-509" fmla="*/ 1669435 w 1764590"/>
              <a:gd name="connsiteY4-510" fmla="*/ 1840637 h 1891359"/>
              <a:gd name="connsiteX5-511" fmla="*/ 1612449 w 1764590"/>
              <a:gd name="connsiteY5-512" fmla="*/ 1257671 h 1891359"/>
              <a:gd name="connsiteX6-513" fmla="*/ 1309780 w 1764590"/>
              <a:gd name="connsiteY6-514" fmla="*/ 1046341 h 1891359"/>
              <a:gd name="connsiteX7-515" fmla="*/ 1560208 w 1764590"/>
              <a:gd name="connsiteY7-516" fmla="*/ 672856 h 1891359"/>
              <a:gd name="connsiteX8-517" fmla="*/ 1428622 w 1764590"/>
              <a:gd name="connsiteY8-518" fmla="*/ 154877 h 1891359"/>
              <a:gd name="connsiteX9-519" fmla="*/ 930782 w 1764590"/>
              <a:gd name="connsiteY9-520" fmla="*/ 21205 h 1891359"/>
              <a:gd name="connsiteX10-521" fmla="*/ 452050 w 1764590"/>
              <a:gd name="connsiteY10-522" fmla="*/ 534641 h 1891359"/>
              <a:gd name="connsiteX0-523" fmla="*/ 452050 w 1792731"/>
              <a:gd name="connsiteY0-524" fmla="*/ 534641 h 1891359"/>
              <a:gd name="connsiteX1-525" fmla="*/ 91698 w 1792731"/>
              <a:gd name="connsiteY1-526" fmla="*/ 940200 h 1891359"/>
              <a:gd name="connsiteX2-527" fmla="*/ 13351 w 1792731"/>
              <a:gd name="connsiteY2-528" fmla="*/ 1737812 h 1891359"/>
              <a:gd name="connsiteX3-529" fmla="*/ 309435 w 1792731"/>
              <a:gd name="connsiteY3-530" fmla="*/ 1891359 h 1891359"/>
              <a:gd name="connsiteX4-531" fmla="*/ 1669435 w 1792731"/>
              <a:gd name="connsiteY4-532" fmla="*/ 1840637 h 1891359"/>
              <a:gd name="connsiteX5-533" fmla="*/ 1688563 w 1792731"/>
              <a:gd name="connsiteY5-534" fmla="*/ 1292355 h 1891359"/>
              <a:gd name="connsiteX6-535" fmla="*/ 1309780 w 1792731"/>
              <a:gd name="connsiteY6-536" fmla="*/ 1046341 h 1891359"/>
              <a:gd name="connsiteX7-537" fmla="*/ 1560208 w 1792731"/>
              <a:gd name="connsiteY7-538" fmla="*/ 672856 h 1891359"/>
              <a:gd name="connsiteX8-539" fmla="*/ 1428622 w 1792731"/>
              <a:gd name="connsiteY8-540" fmla="*/ 154877 h 1891359"/>
              <a:gd name="connsiteX9-541" fmla="*/ 930782 w 1792731"/>
              <a:gd name="connsiteY9-542" fmla="*/ 21205 h 1891359"/>
              <a:gd name="connsiteX10-543" fmla="*/ 452050 w 1792731"/>
              <a:gd name="connsiteY10-544" fmla="*/ 534641 h 1891359"/>
              <a:gd name="connsiteX0-545" fmla="*/ 452050 w 1814809"/>
              <a:gd name="connsiteY0-546" fmla="*/ 534641 h 1891359"/>
              <a:gd name="connsiteX1-547" fmla="*/ 91698 w 1814809"/>
              <a:gd name="connsiteY1-548" fmla="*/ 940200 h 1891359"/>
              <a:gd name="connsiteX2-549" fmla="*/ 13351 w 1814809"/>
              <a:gd name="connsiteY2-550" fmla="*/ 1737812 h 1891359"/>
              <a:gd name="connsiteX3-551" fmla="*/ 309435 w 1814809"/>
              <a:gd name="connsiteY3-552" fmla="*/ 1891359 h 1891359"/>
              <a:gd name="connsiteX4-553" fmla="*/ 1669435 w 1814809"/>
              <a:gd name="connsiteY4-554" fmla="*/ 1840637 h 1891359"/>
              <a:gd name="connsiteX5-555" fmla="*/ 1688563 w 1814809"/>
              <a:gd name="connsiteY5-556" fmla="*/ 1292355 h 1891359"/>
              <a:gd name="connsiteX6-557" fmla="*/ 1309780 w 1814809"/>
              <a:gd name="connsiteY6-558" fmla="*/ 1046341 h 1891359"/>
              <a:gd name="connsiteX7-559" fmla="*/ 1560208 w 1814809"/>
              <a:gd name="connsiteY7-560" fmla="*/ 672856 h 1891359"/>
              <a:gd name="connsiteX8-561" fmla="*/ 1428622 w 1814809"/>
              <a:gd name="connsiteY8-562" fmla="*/ 154877 h 1891359"/>
              <a:gd name="connsiteX9-563" fmla="*/ 930782 w 1814809"/>
              <a:gd name="connsiteY9-564" fmla="*/ 21205 h 1891359"/>
              <a:gd name="connsiteX10-565" fmla="*/ 452050 w 1814809"/>
              <a:gd name="connsiteY10-566" fmla="*/ 534641 h 1891359"/>
              <a:gd name="connsiteX0-567" fmla="*/ 452050 w 1814809"/>
              <a:gd name="connsiteY0-568" fmla="*/ 534641 h 1891359"/>
              <a:gd name="connsiteX1-569" fmla="*/ 91698 w 1814809"/>
              <a:gd name="connsiteY1-570" fmla="*/ 940200 h 1891359"/>
              <a:gd name="connsiteX2-571" fmla="*/ 13351 w 1814809"/>
              <a:gd name="connsiteY2-572" fmla="*/ 1737812 h 1891359"/>
              <a:gd name="connsiteX3-573" fmla="*/ 309435 w 1814809"/>
              <a:gd name="connsiteY3-574" fmla="*/ 1891359 h 1891359"/>
              <a:gd name="connsiteX4-575" fmla="*/ 1669435 w 1814809"/>
              <a:gd name="connsiteY4-576" fmla="*/ 1840637 h 1891359"/>
              <a:gd name="connsiteX5-577" fmla="*/ 1688563 w 1814809"/>
              <a:gd name="connsiteY5-578" fmla="*/ 1292355 h 1891359"/>
              <a:gd name="connsiteX6-579" fmla="*/ 1309780 w 1814809"/>
              <a:gd name="connsiteY6-580" fmla="*/ 1046341 h 1891359"/>
              <a:gd name="connsiteX7-581" fmla="*/ 1619996 w 1814809"/>
              <a:gd name="connsiteY7-582" fmla="*/ 526399 h 1891359"/>
              <a:gd name="connsiteX8-583" fmla="*/ 1428622 w 1814809"/>
              <a:gd name="connsiteY8-584" fmla="*/ 154877 h 1891359"/>
              <a:gd name="connsiteX9-585" fmla="*/ 930782 w 1814809"/>
              <a:gd name="connsiteY9-586" fmla="*/ 21205 h 1891359"/>
              <a:gd name="connsiteX10-587" fmla="*/ 452050 w 1814809"/>
              <a:gd name="connsiteY10-588" fmla="*/ 534641 h 1891359"/>
              <a:gd name="connsiteX0-589" fmla="*/ 452050 w 1814809"/>
              <a:gd name="connsiteY0-590" fmla="*/ 542872 h 1899590"/>
              <a:gd name="connsiteX1-591" fmla="*/ 91698 w 1814809"/>
              <a:gd name="connsiteY1-592" fmla="*/ 948431 h 1899590"/>
              <a:gd name="connsiteX2-593" fmla="*/ 13351 w 1814809"/>
              <a:gd name="connsiteY2-594" fmla="*/ 1746043 h 1899590"/>
              <a:gd name="connsiteX3-595" fmla="*/ 309435 w 1814809"/>
              <a:gd name="connsiteY3-596" fmla="*/ 1899590 h 1899590"/>
              <a:gd name="connsiteX4-597" fmla="*/ 1669435 w 1814809"/>
              <a:gd name="connsiteY4-598" fmla="*/ 1848868 h 1899590"/>
              <a:gd name="connsiteX5-599" fmla="*/ 1688563 w 1814809"/>
              <a:gd name="connsiteY5-600" fmla="*/ 1300586 h 1899590"/>
              <a:gd name="connsiteX6-601" fmla="*/ 1309780 w 1814809"/>
              <a:gd name="connsiteY6-602" fmla="*/ 1054572 h 1899590"/>
              <a:gd name="connsiteX7-603" fmla="*/ 1619996 w 1814809"/>
              <a:gd name="connsiteY7-604" fmla="*/ 534630 h 1899590"/>
              <a:gd name="connsiteX8-605" fmla="*/ 1488411 w 1814809"/>
              <a:gd name="connsiteY8-606" fmla="*/ 129049 h 1899590"/>
              <a:gd name="connsiteX9-607" fmla="*/ 930782 w 1814809"/>
              <a:gd name="connsiteY9-608" fmla="*/ 29436 h 1899590"/>
              <a:gd name="connsiteX10-609" fmla="*/ 452050 w 1814809"/>
              <a:gd name="connsiteY10-610" fmla="*/ 542872 h 1899590"/>
              <a:gd name="connsiteX0-611" fmla="*/ 452050 w 1814809"/>
              <a:gd name="connsiteY0-612" fmla="*/ 540513 h 1897231"/>
              <a:gd name="connsiteX1-613" fmla="*/ 91698 w 1814809"/>
              <a:gd name="connsiteY1-614" fmla="*/ 946072 h 1897231"/>
              <a:gd name="connsiteX2-615" fmla="*/ 13351 w 1814809"/>
              <a:gd name="connsiteY2-616" fmla="*/ 1743684 h 1897231"/>
              <a:gd name="connsiteX3-617" fmla="*/ 309435 w 1814809"/>
              <a:gd name="connsiteY3-618" fmla="*/ 1897231 h 1897231"/>
              <a:gd name="connsiteX4-619" fmla="*/ 1669435 w 1814809"/>
              <a:gd name="connsiteY4-620" fmla="*/ 1846509 h 1897231"/>
              <a:gd name="connsiteX5-621" fmla="*/ 1688563 w 1814809"/>
              <a:gd name="connsiteY5-622" fmla="*/ 1298227 h 1897231"/>
              <a:gd name="connsiteX6-623" fmla="*/ 1309780 w 1814809"/>
              <a:gd name="connsiteY6-624" fmla="*/ 1052213 h 1897231"/>
              <a:gd name="connsiteX7-625" fmla="*/ 1619996 w 1814809"/>
              <a:gd name="connsiteY7-626" fmla="*/ 532271 h 1897231"/>
              <a:gd name="connsiteX8-627" fmla="*/ 1488411 w 1814809"/>
              <a:gd name="connsiteY8-628" fmla="*/ 126690 h 1897231"/>
              <a:gd name="connsiteX9-629" fmla="*/ 930782 w 1814809"/>
              <a:gd name="connsiteY9-630" fmla="*/ 27077 h 1897231"/>
              <a:gd name="connsiteX10-631" fmla="*/ 452050 w 1814809"/>
              <a:gd name="connsiteY10-632" fmla="*/ 540513 h 1897231"/>
              <a:gd name="connsiteX0-633" fmla="*/ 452050 w 1814809"/>
              <a:gd name="connsiteY0-634" fmla="*/ 540513 h 1897231"/>
              <a:gd name="connsiteX1-635" fmla="*/ 91698 w 1814809"/>
              <a:gd name="connsiteY1-636" fmla="*/ 946072 h 1897231"/>
              <a:gd name="connsiteX2-637" fmla="*/ 13351 w 1814809"/>
              <a:gd name="connsiteY2-638" fmla="*/ 1743684 h 1897231"/>
              <a:gd name="connsiteX3-639" fmla="*/ 309435 w 1814809"/>
              <a:gd name="connsiteY3-640" fmla="*/ 1897231 h 1897231"/>
              <a:gd name="connsiteX4-641" fmla="*/ 1669435 w 1814809"/>
              <a:gd name="connsiteY4-642" fmla="*/ 1846509 h 1897231"/>
              <a:gd name="connsiteX5-643" fmla="*/ 1688563 w 1814809"/>
              <a:gd name="connsiteY5-644" fmla="*/ 1298227 h 1897231"/>
              <a:gd name="connsiteX6-645" fmla="*/ 1309780 w 1814809"/>
              <a:gd name="connsiteY6-646" fmla="*/ 1052213 h 1897231"/>
              <a:gd name="connsiteX7-647" fmla="*/ 1619996 w 1814809"/>
              <a:gd name="connsiteY7-648" fmla="*/ 532271 h 1897231"/>
              <a:gd name="connsiteX8-649" fmla="*/ 1488411 w 1814809"/>
              <a:gd name="connsiteY8-650" fmla="*/ 126690 h 1897231"/>
              <a:gd name="connsiteX9-651" fmla="*/ 930782 w 1814809"/>
              <a:gd name="connsiteY9-652" fmla="*/ 27077 h 1897231"/>
              <a:gd name="connsiteX10-653" fmla="*/ 452050 w 1814809"/>
              <a:gd name="connsiteY10-654" fmla="*/ 540513 h 1897231"/>
              <a:gd name="connsiteX0-655" fmla="*/ 288567 w 1811701"/>
              <a:gd name="connsiteY0-656" fmla="*/ 555674 h 1898251"/>
              <a:gd name="connsiteX1-657" fmla="*/ 88590 w 1811701"/>
              <a:gd name="connsiteY1-658" fmla="*/ 947092 h 1898251"/>
              <a:gd name="connsiteX2-659" fmla="*/ 10243 w 1811701"/>
              <a:gd name="connsiteY2-660" fmla="*/ 1744704 h 1898251"/>
              <a:gd name="connsiteX3-661" fmla="*/ 306327 w 1811701"/>
              <a:gd name="connsiteY3-662" fmla="*/ 1898251 h 1898251"/>
              <a:gd name="connsiteX4-663" fmla="*/ 1666327 w 1811701"/>
              <a:gd name="connsiteY4-664" fmla="*/ 1847529 h 1898251"/>
              <a:gd name="connsiteX5-665" fmla="*/ 1685455 w 1811701"/>
              <a:gd name="connsiteY5-666" fmla="*/ 1299247 h 1898251"/>
              <a:gd name="connsiteX6-667" fmla="*/ 1306672 w 1811701"/>
              <a:gd name="connsiteY6-668" fmla="*/ 1053233 h 1898251"/>
              <a:gd name="connsiteX7-669" fmla="*/ 1616888 w 1811701"/>
              <a:gd name="connsiteY7-670" fmla="*/ 533291 h 1898251"/>
              <a:gd name="connsiteX8-671" fmla="*/ 1485303 w 1811701"/>
              <a:gd name="connsiteY8-672" fmla="*/ 127710 h 1898251"/>
              <a:gd name="connsiteX9-673" fmla="*/ 927674 w 1811701"/>
              <a:gd name="connsiteY9-674" fmla="*/ 28097 h 1898251"/>
              <a:gd name="connsiteX10-675" fmla="*/ 288567 w 1811701"/>
              <a:gd name="connsiteY10-676" fmla="*/ 555674 h 1898251"/>
              <a:gd name="connsiteX0-677" fmla="*/ 288567 w 1811701"/>
              <a:gd name="connsiteY0-678" fmla="*/ 479828 h 1822405"/>
              <a:gd name="connsiteX1-679" fmla="*/ 88590 w 1811701"/>
              <a:gd name="connsiteY1-680" fmla="*/ 871246 h 1822405"/>
              <a:gd name="connsiteX2-681" fmla="*/ 10243 w 1811701"/>
              <a:gd name="connsiteY2-682" fmla="*/ 1668858 h 1822405"/>
              <a:gd name="connsiteX3-683" fmla="*/ 306327 w 1811701"/>
              <a:gd name="connsiteY3-684" fmla="*/ 1822405 h 1822405"/>
              <a:gd name="connsiteX4-685" fmla="*/ 1666327 w 1811701"/>
              <a:gd name="connsiteY4-686" fmla="*/ 1771683 h 1822405"/>
              <a:gd name="connsiteX5-687" fmla="*/ 1685455 w 1811701"/>
              <a:gd name="connsiteY5-688" fmla="*/ 1223401 h 1822405"/>
              <a:gd name="connsiteX6-689" fmla="*/ 1306672 w 1811701"/>
              <a:gd name="connsiteY6-690" fmla="*/ 977387 h 1822405"/>
              <a:gd name="connsiteX7-691" fmla="*/ 1616888 w 1811701"/>
              <a:gd name="connsiteY7-692" fmla="*/ 457445 h 1822405"/>
              <a:gd name="connsiteX8-693" fmla="*/ 1485303 w 1811701"/>
              <a:gd name="connsiteY8-694" fmla="*/ 51864 h 1822405"/>
              <a:gd name="connsiteX9-695" fmla="*/ 895599 w 1811701"/>
              <a:gd name="connsiteY9-696" fmla="*/ 79530 h 1822405"/>
              <a:gd name="connsiteX10-697" fmla="*/ 288567 w 1811701"/>
              <a:gd name="connsiteY10-698" fmla="*/ 479828 h 1822405"/>
              <a:gd name="connsiteX0-699" fmla="*/ 288567 w 1811701"/>
              <a:gd name="connsiteY0-700" fmla="*/ 419258 h 1761835"/>
              <a:gd name="connsiteX1-701" fmla="*/ 88590 w 1811701"/>
              <a:gd name="connsiteY1-702" fmla="*/ 810676 h 1761835"/>
              <a:gd name="connsiteX2-703" fmla="*/ 10243 w 1811701"/>
              <a:gd name="connsiteY2-704" fmla="*/ 1608288 h 1761835"/>
              <a:gd name="connsiteX3-705" fmla="*/ 306327 w 1811701"/>
              <a:gd name="connsiteY3-706" fmla="*/ 1761835 h 1761835"/>
              <a:gd name="connsiteX4-707" fmla="*/ 1666327 w 1811701"/>
              <a:gd name="connsiteY4-708" fmla="*/ 1711113 h 1761835"/>
              <a:gd name="connsiteX5-709" fmla="*/ 1685455 w 1811701"/>
              <a:gd name="connsiteY5-710" fmla="*/ 1162831 h 1761835"/>
              <a:gd name="connsiteX6-711" fmla="*/ 1306672 w 1811701"/>
              <a:gd name="connsiteY6-712" fmla="*/ 916817 h 1761835"/>
              <a:gd name="connsiteX7-713" fmla="*/ 1616888 w 1811701"/>
              <a:gd name="connsiteY7-714" fmla="*/ 396875 h 1761835"/>
              <a:gd name="connsiteX8-715" fmla="*/ 1373040 w 1811701"/>
              <a:gd name="connsiteY8-716" fmla="*/ 118574 h 1761835"/>
              <a:gd name="connsiteX9-717" fmla="*/ 895599 w 1811701"/>
              <a:gd name="connsiteY9-718" fmla="*/ 18960 h 1761835"/>
              <a:gd name="connsiteX10-719" fmla="*/ 288567 w 1811701"/>
              <a:gd name="connsiteY10-720" fmla="*/ 419258 h 1761835"/>
              <a:gd name="connsiteX0-721" fmla="*/ 288567 w 1811701"/>
              <a:gd name="connsiteY0-722" fmla="*/ 419258 h 1761835"/>
              <a:gd name="connsiteX1-723" fmla="*/ 88590 w 1811701"/>
              <a:gd name="connsiteY1-724" fmla="*/ 810676 h 1761835"/>
              <a:gd name="connsiteX2-725" fmla="*/ 10243 w 1811701"/>
              <a:gd name="connsiteY2-726" fmla="*/ 1608288 h 1761835"/>
              <a:gd name="connsiteX3-727" fmla="*/ 306327 w 1811701"/>
              <a:gd name="connsiteY3-728" fmla="*/ 1761835 h 1761835"/>
              <a:gd name="connsiteX4-729" fmla="*/ 1666327 w 1811701"/>
              <a:gd name="connsiteY4-730" fmla="*/ 1711113 h 1761835"/>
              <a:gd name="connsiteX5-731" fmla="*/ 1685455 w 1811701"/>
              <a:gd name="connsiteY5-732" fmla="*/ 1162831 h 1761835"/>
              <a:gd name="connsiteX6-733" fmla="*/ 1306672 w 1811701"/>
              <a:gd name="connsiteY6-734" fmla="*/ 916817 h 1761835"/>
              <a:gd name="connsiteX7-735" fmla="*/ 1584814 w 1811701"/>
              <a:gd name="connsiteY7-736" fmla="*/ 510012 h 1761835"/>
              <a:gd name="connsiteX8-737" fmla="*/ 1373040 w 1811701"/>
              <a:gd name="connsiteY8-738" fmla="*/ 118574 h 1761835"/>
              <a:gd name="connsiteX9-739" fmla="*/ 895599 w 1811701"/>
              <a:gd name="connsiteY9-740" fmla="*/ 18960 h 1761835"/>
              <a:gd name="connsiteX10-741" fmla="*/ 288567 w 1811701"/>
              <a:gd name="connsiteY10-742" fmla="*/ 419258 h 1761835"/>
              <a:gd name="connsiteX0-743" fmla="*/ 288567 w 1770444"/>
              <a:gd name="connsiteY0-744" fmla="*/ 419258 h 1761835"/>
              <a:gd name="connsiteX1-745" fmla="*/ 88590 w 1770444"/>
              <a:gd name="connsiteY1-746" fmla="*/ 810676 h 1761835"/>
              <a:gd name="connsiteX2-747" fmla="*/ 10243 w 1770444"/>
              <a:gd name="connsiteY2-748" fmla="*/ 1608288 h 1761835"/>
              <a:gd name="connsiteX3-749" fmla="*/ 306327 w 1770444"/>
              <a:gd name="connsiteY3-750" fmla="*/ 1761835 h 1761835"/>
              <a:gd name="connsiteX4-751" fmla="*/ 1666327 w 1770444"/>
              <a:gd name="connsiteY4-752" fmla="*/ 1711113 h 1761835"/>
              <a:gd name="connsiteX5-753" fmla="*/ 1589229 w 1770444"/>
              <a:gd name="connsiteY5-754" fmla="*/ 1176973 h 1761835"/>
              <a:gd name="connsiteX6-755" fmla="*/ 1306672 w 1770444"/>
              <a:gd name="connsiteY6-756" fmla="*/ 916817 h 1761835"/>
              <a:gd name="connsiteX7-757" fmla="*/ 1584814 w 1770444"/>
              <a:gd name="connsiteY7-758" fmla="*/ 510012 h 1761835"/>
              <a:gd name="connsiteX8-759" fmla="*/ 1373040 w 1770444"/>
              <a:gd name="connsiteY8-760" fmla="*/ 118574 h 1761835"/>
              <a:gd name="connsiteX9-761" fmla="*/ 895599 w 1770444"/>
              <a:gd name="connsiteY9-762" fmla="*/ 18960 h 1761835"/>
              <a:gd name="connsiteX10-763" fmla="*/ 288567 w 1770444"/>
              <a:gd name="connsiteY10-764" fmla="*/ 419258 h 1761835"/>
              <a:gd name="connsiteX0-765" fmla="*/ 288567 w 1592514"/>
              <a:gd name="connsiteY0-766" fmla="*/ 419258 h 1863058"/>
              <a:gd name="connsiteX1-767" fmla="*/ 88590 w 1592514"/>
              <a:gd name="connsiteY1-768" fmla="*/ 810676 h 1863058"/>
              <a:gd name="connsiteX2-769" fmla="*/ 10243 w 1592514"/>
              <a:gd name="connsiteY2-770" fmla="*/ 1608288 h 1863058"/>
              <a:gd name="connsiteX3-771" fmla="*/ 306327 w 1592514"/>
              <a:gd name="connsiteY3-772" fmla="*/ 1761835 h 1863058"/>
              <a:gd name="connsiteX4-773" fmla="*/ 1377650 w 1592514"/>
              <a:gd name="connsiteY4-774" fmla="*/ 1838393 h 1863058"/>
              <a:gd name="connsiteX5-775" fmla="*/ 1589229 w 1592514"/>
              <a:gd name="connsiteY5-776" fmla="*/ 1176973 h 1863058"/>
              <a:gd name="connsiteX6-777" fmla="*/ 1306672 w 1592514"/>
              <a:gd name="connsiteY6-778" fmla="*/ 916817 h 1863058"/>
              <a:gd name="connsiteX7-779" fmla="*/ 1584814 w 1592514"/>
              <a:gd name="connsiteY7-780" fmla="*/ 510012 h 1863058"/>
              <a:gd name="connsiteX8-781" fmla="*/ 1373040 w 1592514"/>
              <a:gd name="connsiteY8-782" fmla="*/ 118574 h 1863058"/>
              <a:gd name="connsiteX9-783" fmla="*/ 895599 w 1592514"/>
              <a:gd name="connsiteY9-784" fmla="*/ 18960 h 1863058"/>
              <a:gd name="connsiteX10-785" fmla="*/ 288567 w 1592514"/>
              <a:gd name="connsiteY10-786" fmla="*/ 419258 h 1863058"/>
              <a:gd name="connsiteX0-787" fmla="*/ 421322 w 1594935"/>
              <a:gd name="connsiteY0-788" fmla="*/ 616342 h 1876292"/>
              <a:gd name="connsiteX1-789" fmla="*/ 91011 w 1594935"/>
              <a:gd name="connsiteY1-790" fmla="*/ 823910 h 1876292"/>
              <a:gd name="connsiteX2-791" fmla="*/ 12664 w 1594935"/>
              <a:gd name="connsiteY2-792" fmla="*/ 1621522 h 1876292"/>
              <a:gd name="connsiteX3-793" fmla="*/ 308748 w 1594935"/>
              <a:gd name="connsiteY3-794" fmla="*/ 1775069 h 1876292"/>
              <a:gd name="connsiteX4-795" fmla="*/ 1380071 w 1594935"/>
              <a:gd name="connsiteY4-796" fmla="*/ 1851627 h 1876292"/>
              <a:gd name="connsiteX5-797" fmla="*/ 1591650 w 1594935"/>
              <a:gd name="connsiteY5-798" fmla="*/ 1190207 h 1876292"/>
              <a:gd name="connsiteX6-799" fmla="*/ 1309093 w 1594935"/>
              <a:gd name="connsiteY6-800" fmla="*/ 930051 h 1876292"/>
              <a:gd name="connsiteX7-801" fmla="*/ 1587235 w 1594935"/>
              <a:gd name="connsiteY7-802" fmla="*/ 523246 h 1876292"/>
              <a:gd name="connsiteX8-803" fmla="*/ 1375461 w 1594935"/>
              <a:gd name="connsiteY8-804" fmla="*/ 131808 h 1876292"/>
              <a:gd name="connsiteX9-805" fmla="*/ 898020 w 1594935"/>
              <a:gd name="connsiteY9-806" fmla="*/ 32194 h 1876292"/>
              <a:gd name="connsiteX10-807" fmla="*/ 421322 w 1594935"/>
              <a:gd name="connsiteY10-808" fmla="*/ 616342 h 1876292"/>
              <a:gd name="connsiteX0-809" fmla="*/ 413257 w 1586870"/>
              <a:gd name="connsiteY0-810" fmla="*/ 616342 h 1876292"/>
              <a:gd name="connsiteX1-811" fmla="*/ 140873 w 1586870"/>
              <a:gd name="connsiteY1-812" fmla="*/ 993617 h 1876292"/>
              <a:gd name="connsiteX2-813" fmla="*/ 4599 w 1586870"/>
              <a:gd name="connsiteY2-814" fmla="*/ 1621522 h 1876292"/>
              <a:gd name="connsiteX3-815" fmla="*/ 300683 w 1586870"/>
              <a:gd name="connsiteY3-816" fmla="*/ 1775069 h 1876292"/>
              <a:gd name="connsiteX4-817" fmla="*/ 1372006 w 1586870"/>
              <a:gd name="connsiteY4-818" fmla="*/ 1851627 h 1876292"/>
              <a:gd name="connsiteX5-819" fmla="*/ 1583585 w 1586870"/>
              <a:gd name="connsiteY5-820" fmla="*/ 1190207 h 1876292"/>
              <a:gd name="connsiteX6-821" fmla="*/ 1301028 w 1586870"/>
              <a:gd name="connsiteY6-822" fmla="*/ 930051 h 1876292"/>
              <a:gd name="connsiteX7-823" fmla="*/ 1579170 w 1586870"/>
              <a:gd name="connsiteY7-824" fmla="*/ 523246 h 1876292"/>
              <a:gd name="connsiteX8-825" fmla="*/ 1367396 w 1586870"/>
              <a:gd name="connsiteY8-826" fmla="*/ 131808 h 1876292"/>
              <a:gd name="connsiteX9-827" fmla="*/ 889955 w 1586870"/>
              <a:gd name="connsiteY9-828" fmla="*/ 32194 h 1876292"/>
              <a:gd name="connsiteX10-829" fmla="*/ 413257 w 1586870"/>
              <a:gd name="connsiteY10-830" fmla="*/ 616342 h 1876292"/>
              <a:gd name="connsiteX0-831" fmla="*/ 284962 w 1458575"/>
              <a:gd name="connsiteY0-832" fmla="*/ 616342 h 1908017"/>
              <a:gd name="connsiteX1-833" fmla="*/ 12578 w 1458575"/>
              <a:gd name="connsiteY1-834" fmla="*/ 993617 h 1908017"/>
              <a:gd name="connsiteX2-835" fmla="*/ 172388 w 1458575"/>
              <a:gd name="connsiteY2-836" fmla="*/ 1775069 h 1908017"/>
              <a:gd name="connsiteX3-837" fmla="*/ 1243711 w 1458575"/>
              <a:gd name="connsiteY3-838" fmla="*/ 1851627 h 1908017"/>
              <a:gd name="connsiteX4-839" fmla="*/ 1455290 w 1458575"/>
              <a:gd name="connsiteY4-840" fmla="*/ 1190207 h 1908017"/>
              <a:gd name="connsiteX5-841" fmla="*/ 1172733 w 1458575"/>
              <a:gd name="connsiteY5-842" fmla="*/ 930051 h 1908017"/>
              <a:gd name="connsiteX6-843" fmla="*/ 1450875 w 1458575"/>
              <a:gd name="connsiteY6-844" fmla="*/ 523246 h 1908017"/>
              <a:gd name="connsiteX7-845" fmla="*/ 1239101 w 1458575"/>
              <a:gd name="connsiteY7-846" fmla="*/ 131808 h 1908017"/>
              <a:gd name="connsiteX8-847" fmla="*/ 761660 w 1458575"/>
              <a:gd name="connsiteY8-848" fmla="*/ 32194 h 1908017"/>
              <a:gd name="connsiteX9-849" fmla="*/ 284962 w 1458575"/>
              <a:gd name="connsiteY9-850" fmla="*/ 616342 h 1908017"/>
              <a:gd name="connsiteX0-851" fmla="*/ 343858 w 1519131"/>
              <a:gd name="connsiteY0-852" fmla="*/ 616342 h 1885036"/>
              <a:gd name="connsiteX1-853" fmla="*/ 71474 w 1519131"/>
              <a:gd name="connsiteY1-854" fmla="*/ 993617 h 1885036"/>
              <a:gd name="connsiteX2-855" fmla="*/ 115432 w 1519131"/>
              <a:gd name="connsiteY2-856" fmla="*/ 1704358 h 1885036"/>
              <a:gd name="connsiteX3-857" fmla="*/ 1302607 w 1519131"/>
              <a:gd name="connsiteY3-858" fmla="*/ 1851627 h 1885036"/>
              <a:gd name="connsiteX4-859" fmla="*/ 1514186 w 1519131"/>
              <a:gd name="connsiteY4-860" fmla="*/ 1190207 h 1885036"/>
              <a:gd name="connsiteX5-861" fmla="*/ 1231629 w 1519131"/>
              <a:gd name="connsiteY5-862" fmla="*/ 930051 h 1885036"/>
              <a:gd name="connsiteX6-863" fmla="*/ 1509771 w 1519131"/>
              <a:gd name="connsiteY6-864" fmla="*/ 523246 h 1885036"/>
              <a:gd name="connsiteX7-865" fmla="*/ 1297997 w 1519131"/>
              <a:gd name="connsiteY7-866" fmla="*/ 131808 h 1885036"/>
              <a:gd name="connsiteX8-867" fmla="*/ 820556 w 1519131"/>
              <a:gd name="connsiteY8-868" fmla="*/ 32194 h 1885036"/>
              <a:gd name="connsiteX9-869" fmla="*/ 343858 w 1519131"/>
              <a:gd name="connsiteY9-870" fmla="*/ 616342 h 1885036"/>
              <a:gd name="connsiteX0-871" fmla="*/ 343858 w 1549812"/>
              <a:gd name="connsiteY0-872" fmla="*/ 616342 h 1800235"/>
              <a:gd name="connsiteX1-873" fmla="*/ 71474 w 1549812"/>
              <a:gd name="connsiteY1-874" fmla="*/ 993617 h 1800235"/>
              <a:gd name="connsiteX2-875" fmla="*/ 115432 w 1549812"/>
              <a:gd name="connsiteY2-876" fmla="*/ 1704358 h 1800235"/>
              <a:gd name="connsiteX3-877" fmla="*/ 1389496 w 1549812"/>
              <a:gd name="connsiteY3-878" fmla="*/ 1724347 h 1800235"/>
              <a:gd name="connsiteX4-879" fmla="*/ 1514186 w 1549812"/>
              <a:gd name="connsiteY4-880" fmla="*/ 1190207 h 1800235"/>
              <a:gd name="connsiteX5-881" fmla="*/ 1231629 w 1549812"/>
              <a:gd name="connsiteY5-882" fmla="*/ 930051 h 1800235"/>
              <a:gd name="connsiteX6-883" fmla="*/ 1509771 w 1549812"/>
              <a:gd name="connsiteY6-884" fmla="*/ 523246 h 1800235"/>
              <a:gd name="connsiteX7-885" fmla="*/ 1297997 w 1549812"/>
              <a:gd name="connsiteY7-886" fmla="*/ 131808 h 1800235"/>
              <a:gd name="connsiteX8-887" fmla="*/ 820556 w 1549812"/>
              <a:gd name="connsiteY8-888" fmla="*/ 32194 h 1800235"/>
              <a:gd name="connsiteX9-889" fmla="*/ 343858 w 1549812"/>
              <a:gd name="connsiteY9-890" fmla="*/ 616342 h 1800235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  <a:cxn ang="0">
                <a:pos x="connsiteX7-15" y="connsiteY7-16"/>
              </a:cxn>
              <a:cxn ang="0">
                <a:pos x="connsiteX8-17" y="connsiteY8-18"/>
              </a:cxn>
              <a:cxn ang="0">
                <a:pos x="connsiteX9-235" y="connsiteY9-236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algn="ctr"/>
            <a:endParaRPr lang="en-US" dirty="0"/>
          </a:p>
        </p:txBody>
      </p:sp>
      <p:sp>
        <p:nvSpPr>
          <p:cNvPr id="13" name="Freeform 417"/>
          <p:cNvSpPr/>
          <p:nvPr/>
        </p:nvSpPr>
        <p:spPr bwMode="auto">
          <a:xfrm>
            <a:off x="7274076" y="1826035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endParaRPr lang="en-US" dirty="0"/>
          </a:p>
        </p:txBody>
      </p:sp>
      <p:grpSp>
        <p:nvGrpSpPr>
          <p:cNvPr id="14" name="Group 418"/>
          <p:cNvGrpSpPr/>
          <p:nvPr/>
        </p:nvGrpSpPr>
        <p:grpSpPr bwMode="auto">
          <a:xfrm>
            <a:off x="7205350" y="3289251"/>
            <a:ext cx="1458912" cy="933450"/>
            <a:chOff x="2889" y="1631"/>
            <a:chExt cx="980" cy="743"/>
          </a:xfrm>
        </p:grpSpPr>
        <p:sp>
          <p:nvSpPr>
            <p:cNvPr id="369" name="Rectangle 419"/>
            <p:cNvSpPr>
              <a:spLocks noChangeArrowheads="1"/>
            </p:cNvSpPr>
            <p:nvPr/>
          </p:nvSpPr>
          <p:spPr bwMode="auto">
            <a:xfrm>
              <a:off x="3046" y="1841"/>
              <a:ext cx="663" cy="533"/>
            </a:xfrm>
            <a:prstGeom prst="rect">
              <a:avLst/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370" name="AutoShape 420"/>
            <p:cNvSpPr>
              <a:spLocks noChangeArrowheads="1"/>
            </p:cNvSpPr>
            <p:nvPr/>
          </p:nvSpPr>
          <p:spPr bwMode="auto">
            <a:xfrm>
              <a:off x="2889" y="1631"/>
              <a:ext cx="980" cy="253"/>
            </a:xfrm>
            <a:prstGeom prst="triangle">
              <a:avLst>
                <a:gd name="adj" fmla="val 50000"/>
              </a:avLst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solidFill>
                  <a:srgbClr val="00CCFF"/>
                </a:solidFill>
                <a:latin typeface="Arial" panose="020B0604020202020204" pitchFamily="34" charset="0"/>
              </a:endParaRPr>
            </a:p>
          </p:txBody>
        </p:sp>
      </p:grpSp>
      <p:sp>
        <p:nvSpPr>
          <p:cNvPr id="21" name="Freeform 427"/>
          <p:cNvSpPr/>
          <p:nvPr/>
        </p:nvSpPr>
        <p:spPr bwMode="auto">
          <a:xfrm>
            <a:off x="7712401" y="4683134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endParaRPr lang="en-US" dirty="0"/>
          </a:p>
        </p:txBody>
      </p:sp>
      <p:sp>
        <p:nvSpPr>
          <p:cNvPr id="66" name="Text Box 580"/>
          <p:cNvSpPr txBox="1">
            <a:spLocks noChangeArrowheads="1"/>
          </p:cNvSpPr>
          <p:nvPr/>
        </p:nvSpPr>
        <p:spPr bwMode="auto">
          <a:xfrm>
            <a:off x="7679274" y="1488461"/>
            <a:ext cx="13394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移动网络</a:t>
            </a:r>
            <a:endParaRPr lang="en-US" altLang="en-US" sz="1400" dirty="0">
              <a:latin typeface="+mn-lt"/>
            </a:endParaRPr>
          </a:p>
        </p:txBody>
      </p:sp>
      <p:sp>
        <p:nvSpPr>
          <p:cNvPr id="69" name="Text Box 580"/>
          <p:cNvSpPr txBox="1">
            <a:spLocks noChangeArrowheads="1"/>
          </p:cNvSpPr>
          <p:nvPr/>
        </p:nvSpPr>
        <p:spPr bwMode="auto">
          <a:xfrm>
            <a:off x="7330835" y="4191922"/>
            <a:ext cx="1955646" cy="268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家庭网络</a:t>
            </a:r>
            <a:endParaRPr lang="en-US" altLang="en-US" sz="1400" dirty="0">
              <a:latin typeface="+mn-lt"/>
            </a:endParaRPr>
          </a:p>
        </p:txBody>
      </p:sp>
      <p:sp>
        <p:nvSpPr>
          <p:cNvPr id="70" name="Text Box 580"/>
          <p:cNvSpPr txBox="1">
            <a:spLocks noChangeArrowheads="1"/>
          </p:cNvSpPr>
          <p:nvPr/>
        </p:nvSpPr>
        <p:spPr bwMode="auto">
          <a:xfrm>
            <a:off x="7306908" y="5779775"/>
            <a:ext cx="1195135" cy="44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企业</a:t>
            </a:r>
            <a:endParaRPr lang="en-US" altLang="en-US" sz="1400" dirty="0">
              <a:latin typeface="+mn-lt"/>
            </a:endParaRPr>
          </a:p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          网络</a:t>
            </a:r>
            <a:endParaRPr lang="en-US" altLang="en-US" sz="1400" dirty="0">
              <a:latin typeface="+mn-lt"/>
            </a:endParaRPr>
          </a:p>
        </p:txBody>
      </p:sp>
      <p:sp>
        <p:nvSpPr>
          <p:cNvPr id="372" name="Freeform 371"/>
          <p:cNvSpPr/>
          <p:nvPr/>
        </p:nvSpPr>
        <p:spPr>
          <a:xfrm>
            <a:off x="10222146" y="3179540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-1" fmla="*/ 434989 w 1537226"/>
              <a:gd name="connsiteY0-2" fmla="*/ 253346 h 1763594"/>
              <a:gd name="connsiteX1-3" fmla="*/ 488 w 1537226"/>
              <a:gd name="connsiteY1-4" fmla="*/ 921706 h 1763594"/>
              <a:gd name="connsiteX2-5" fmla="*/ 368142 w 1537226"/>
              <a:gd name="connsiteY2-6" fmla="*/ 1489812 h 1763594"/>
              <a:gd name="connsiteX3-7" fmla="*/ 1187008 w 1537226"/>
              <a:gd name="connsiteY3-8" fmla="*/ 1757156 h 1763594"/>
              <a:gd name="connsiteX4-9" fmla="*/ 1521239 w 1537226"/>
              <a:gd name="connsiteY4-10" fmla="*/ 1239177 h 1763594"/>
              <a:gd name="connsiteX5-11" fmla="*/ 1468998 w 1537226"/>
              <a:gd name="connsiteY5-12" fmla="*/ 654362 h 1763594"/>
              <a:gd name="connsiteX6-13" fmla="*/ 1337412 w 1537226"/>
              <a:gd name="connsiteY6-14" fmla="*/ 136383 h 1763594"/>
              <a:gd name="connsiteX7-15" fmla="*/ 1086739 w 1537226"/>
              <a:gd name="connsiteY7-16" fmla="*/ 2711 h 1763594"/>
              <a:gd name="connsiteX8-17" fmla="*/ 434989 w 1537226"/>
              <a:gd name="connsiteY8-18" fmla="*/ 253346 h 1763594"/>
              <a:gd name="connsiteX0-19" fmla="*/ 434989 w 1537226"/>
              <a:gd name="connsiteY0-20" fmla="*/ 253346 h 1763594"/>
              <a:gd name="connsiteX1-21" fmla="*/ 488 w 1537226"/>
              <a:gd name="connsiteY1-22" fmla="*/ 921706 h 1763594"/>
              <a:gd name="connsiteX2-23" fmla="*/ 368142 w 1537226"/>
              <a:gd name="connsiteY2-24" fmla="*/ 1489812 h 1763594"/>
              <a:gd name="connsiteX3-25" fmla="*/ 1187008 w 1537226"/>
              <a:gd name="connsiteY3-26" fmla="*/ 1757156 h 1763594"/>
              <a:gd name="connsiteX4-27" fmla="*/ 1521239 w 1537226"/>
              <a:gd name="connsiteY4-28" fmla="*/ 1239177 h 1763594"/>
              <a:gd name="connsiteX5-29" fmla="*/ 1468998 w 1537226"/>
              <a:gd name="connsiteY5-30" fmla="*/ 654362 h 1763594"/>
              <a:gd name="connsiteX6-31" fmla="*/ 1337412 w 1537226"/>
              <a:gd name="connsiteY6-32" fmla="*/ 136383 h 1763594"/>
              <a:gd name="connsiteX7-33" fmla="*/ 839572 w 1537226"/>
              <a:gd name="connsiteY7-34" fmla="*/ 2711 h 1763594"/>
              <a:gd name="connsiteX8-35" fmla="*/ 434989 w 1537226"/>
              <a:gd name="connsiteY8-36" fmla="*/ 253346 h 1763594"/>
              <a:gd name="connsiteX0-37" fmla="*/ 360357 w 1536743"/>
              <a:gd name="connsiteY0-38" fmla="*/ 534641 h 1782088"/>
              <a:gd name="connsiteX1-39" fmla="*/ 5 w 1536743"/>
              <a:gd name="connsiteY1-40" fmla="*/ 940200 h 1782088"/>
              <a:gd name="connsiteX2-41" fmla="*/ 367659 w 1536743"/>
              <a:gd name="connsiteY2-42" fmla="*/ 1508306 h 1782088"/>
              <a:gd name="connsiteX3-43" fmla="*/ 1186525 w 1536743"/>
              <a:gd name="connsiteY3-44" fmla="*/ 1775650 h 1782088"/>
              <a:gd name="connsiteX4-45" fmla="*/ 1520756 w 1536743"/>
              <a:gd name="connsiteY4-46" fmla="*/ 1257671 h 1782088"/>
              <a:gd name="connsiteX5-47" fmla="*/ 1468515 w 1536743"/>
              <a:gd name="connsiteY5-48" fmla="*/ 672856 h 1782088"/>
              <a:gd name="connsiteX6-49" fmla="*/ 1336929 w 1536743"/>
              <a:gd name="connsiteY6-50" fmla="*/ 154877 h 1782088"/>
              <a:gd name="connsiteX7-51" fmla="*/ 839089 w 1536743"/>
              <a:gd name="connsiteY7-52" fmla="*/ 21205 h 1782088"/>
              <a:gd name="connsiteX8-53" fmla="*/ 360357 w 1536743"/>
              <a:gd name="connsiteY8-54" fmla="*/ 534641 h 1782088"/>
              <a:gd name="connsiteX0-55" fmla="*/ 360355 w 1536741"/>
              <a:gd name="connsiteY0-56" fmla="*/ 534641 h 1782088"/>
              <a:gd name="connsiteX1-57" fmla="*/ 3 w 1536741"/>
              <a:gd name="connsiteY1-58" fmla="*/ 940200 h 1782088"/>
              <a:gd name="connsiteX2-59" fmla="*/ 367657 w 1536741"/>
              <a:gd name="connsiteY2-60" fmla="*/ 1508306 h 1782088"/>
              <a:gd name="connsiteX3-61" fmla="*/ 1186523 w 1536741"/>
              <a:gd name="connsiteY3-62" fmla="*/ 1775650 h 1782088"/>
              <a:gd name="connsiteX4-63" fmla="*/ 1520754 w 1536741"/>
              <a:gd name="connsiteY4-64" fmla="*/ 1257671 h 1782088"/>
              <a:gd name="connsiteX5-65" fmla="*/ 1468513 w 1536741"/>
              <a:gd name="connsiteY5-66" fmla="*/ 672856 h 1782088"/>
              <a:gd name="connsiteX6-67" fmla="*/ 1336927 w 1536741"/>
              <a:gd name="connsiteY6-68" fmla="*/ 154877 h 1782088"/>
              <a:gd name="connsiteX7-69" fmla="*/ 839087 w 1536741"/>
              <a:gd name="connsiteY7-70" fmla="*/ 21205 h 1782088"/>
              <a:gd name="connsiteX8-71" fmla="*/ 360355 w 1536741"/>
              <a:gd name="connsiteY8-72" fmla="*/ 534641 h 1782088"/>
              <a:gd name="connsiteX0-73" fmla="*/ 360355 w 1534770"/>
              <a:gd name="connsiteY0-74" fmla="*/ 553225 h 1800672"/>
              <a:gd name="connsiteX1-75" fmla="*/ 3 w 1534770"/>
              <a:gd name="connsiteY1-76" fmla="*/ 958784 h 1800672"/>
              <a:gd name="connsiteX2-77" fmla="*/ 367657 w 1534770"/>
              <a:gd name="connsiteY2-78" fmla="*/ 1526890 h 1800672"/>
              <a:gd name="connsiteX3-79" fmla="*/ 1186523 w 1534770"/>
              <a:gd name="connsiteY3-80" fmla="*/ 1794234 h 1800672"/>
              <a:gd name="connsiteX4-81" fmla="*/ 1520754 w 1534770"/>
              <a:gd name="connsiteY4-82" fmla="*/ 1276255 h 1800672"/>
              <a:gd name="connsiteX5-83" fmla="*/ 1468513 w 1534770"/>
              <a:gd name="connsiteY5-84" fmla="*/ 691440 h 1800672"/>
              <a:gd name="connsiteX6-85" fmla="*/ 1435794 w 1534770"/>
              <a:gd name="connsiteY6-86" fmla="*/ 107761 h 1800672"/>
              <a:gd name="connsiteX7-87" fmla="*/ 839087 w 1534770"/>
              <a:gd name="connsiteY7-88" fmla="*/ 39789 h 1800672"/>
              <a:gd name="connsiteX8-89" fmla="*/ 360355 w 1534770"/>
              <a:gd name="connsiteY8-90" fmla="*/ 553225 h 1800672"/>
              <a:gd name="connsiteX0-91" fmla="*/ 360355 w 1580585"/>
              <a:gd name="connsiteY0-92" fmla="*/ 553225 h 1880420"/>
              <a:gd name="connsiteX1-93" fmla="*/ 3 w 1580585"/>
              <a:gd name="connsiteY1-94" fmla="*/ 958784 h 1880420"/>
              <a:gd name="connsiteX2-95" fmla="*/ 367657 w 1580585"/>
              <a:gd name="connsiteY2-96" fmla="*/ 1526890 h 1880420"/>
              <a:gd name="connsiteX3-97" fmla="*/ 1186523 w 1580585"/>
              <a:gd name="connsiteY3-98" fmla="*/ 1794234 h 1880420"/>
              <a:gd name="connsiteX4-99" fmla="*/ 1570188 w 1580585"/>
              <a:gd name="connsiteY4-100" fmla="*/ 1785433 h 1880420"/>
              <a:gd name="connsiteX5-101" fmla="*/ 1468513 w 1580585"/>
              <a:gd name="connsiteY5-102" fmla="*/ 691440 h 1880420"/>
              <a:gd name="connsiteX6-103" fmla="*/ 1435794 w 1580585"/>
              <a:gd name="connsiteY6-104" fmla="*/ 107761 h 1880420"/>
              <a:gd name="connsiteX7-105" fmla="*/ 839087 w 1580585"/>
              <a:gd name="connsiteY7-106" fmla="*/ 39789 h 1880420"/>
              <a:gd name="connsiteX8-107" fmla="*/ 360355 w 1580585"/>
              <a:gd name="connsiteY8-108" fmla="*/ 553225 h 1880420"/>
              <a:gd name="connsiteX0-109" fmla="*/ 316588 w 1580732"/>
              <a:gd name="connsiteY0-110" fmla="*/ 359285 h 1867156"/>
              <a:gd name="connsiteX1-111" fmla="*/ 150 w 1580732"/>
              <a:gd name="connsiteY1-112" fmla="*/ 945520 h 1867156"/>
              <a:gd name="connsiteX2-113" fmla="*/ 367804 w 1580732"/>
              <a:gd name="connsiteY2-114" fmla="*/ 1513626 h 1867156"/>
              <a:gd name="connsiteX3-115" fmla="*/ 1186670 w 1580732"/>
              <a:gd name="connsiteY3-116" fmla="*/ 1780970 h 1867156"/>
              <a:gd name="connsiteX4-117" fmla="*/ 1570335 w 1580732"/>
              <a:gd name="connsiteY4-118" fmla="*/ 1772169 h 1867156"/>
              <a:gd name="connsiteX5-119" fmla="*/ 1468660 w 1580732"/>
              <a:gd name="connsiteY5-120" fmla="*/ 678176 h 1867156"/>
              <a:gd name="connsiteX6-121" fmla="*/ 1435941 w 1580732"/>
              <a:gd name="connsiteY6-122" fmla="*/ 94497 h 1867156"/>
              <a:gd name="connsiteX7-123" fmla="*/ 839234 w 1580732"/>
              <a:gd name="connsiteY7-124" fmla="*/ 26525 h 1867156"/>
              <a:gd name="connsiteX8-125" fmla="*/ 316588 w 1580732"/>
              <a:gd name="connsiteY8-126" fmla="*/ 359285 h 1867156"/>
              <a:gd name="connsiteX0-127" fmla="*/ 163575 w 1427719"/>
              <a:gd name="connsiteY0-128" fmla="*/ 359285 h 1867156"/>
              <a:gd name="connsiteX1-129" fmla="*/ 836 w 1427719"/>
              <a:gd name="connsiteY1-130" fmla="*/ 1076921 h 1867156"/>
              <a:gd name="connsiteX2-131" fmla="*/ 214791 w 1427719"/>
              <a:gd name="connsiteY2-132" fmla="*/ 1513626 h 1867156"/>
              <a:gd name="connsiteX3-133" fmla="*/ 1033657 w 1427719"/>
              <a:gd name="connsiteY3-134" fmla="*/ 1780970 h 1867156"/>
              <a:gd name="connsiteX4-135" fmla="*/ 1417322 w 1427719"/>
              <a:gd name="connsiteY4-136" fmla="*/ 1772169 h 1867156"/>
              <a:gd name="connsiteX5-137" fmla="*/ 1315647 w 1427719"/>
              <a:gd name="connsiteY5-138" fmla="*/ 678176 h 1867156"/>
              <a:gd name="connsiteX6-139" fmla="*/ 1282928 w 1427719"/>
              <a:gd name="connsiteY6-140" fmla="*/ 94497 h 1867156"/>
              <a:gd name="connsiteX7-141" fmla="*/ 686221 w 1427719"/>
              <a:gd name="connsiteY7-142" fmla="*/ 26525 h 1867156"/>
              <a:gd name="connsiteX8-143" fmla="*/ 163575 w 1427719"/>
              <a:gd name="connsiteY8-144" fmla="*/ 359285 h 1867156"/>
              <a:gd name="connsiteX0-145" fmla="*/ 163575 w 1426632"/>
              <a:gd name="connsiteY0-146" fmla="*/ 394322 h 1902193"/>
              <a:gd name="connsiteX1-147" fmla="*/ 836 w 1426632"/>
              <a:gd name="connsiteY1-148" fmla="*/ 1111958 h 1902193"/>
              <a:gd name="connsiteX2-149" fmla="*/ 214791 w 1426632"/>
              <a:gd name="connsiteY2-150" fmla="*/ 1548663 h 1902193"/>
              <a:gd name="connsiteX3-151" fmla="*/ 1033657 w 1426632"/>
              <a:gd name="connsiteY3-152" fmla="*/ 1816007 h 1902193"/>
              <a:gd name="connsiteX4-153" fmla="*/ 1417322 w 1426632"/>
              <a:gd name="connsiteY4-154" fmla="*/ 1807206 h 1902193"/>
              <a:gd name="connsiteX5-155" fmla="*/ 1315647 w 1426632"/>
              <a:gd name="connsiteY5-156" fmla="*/ 713213 h 1902193"/>
              <a:gd name="connsiteX6-157" fmla="*/ 1401843 w 1426632"/>
              <a:gd name="connsiteY6-158" fmla="*/ 63834 h 1902193"/>
              <a:gd name="connsiteX7-159" fmla="*/ 686221 w 1426632"/>
              <a:gd name="connsiteY7-160" fmla="*/ 61562 h 1902193"/>
              <a:gd name="connsiteX8-161" fmla="*/ 163575 w 1426632"/>
              <a:gd name="connsiteY8-162" fmla="*/ 394322 h 1902193"/>
              <a:gd name="connsiteX0-163" fmla="*/ 163575 w 1435249"/>
              <a:gd name="connsiteY0-164" fmla="*/ 394322 h 1885560"/>
              <a:gd name="connsiteX1-165" fmla="*/ 836 w 1435249"/>
              <a:gd name="connsiteY1-166" fmla="*/ 1111958 h 1885560"/>
              <a:gd name="connsiteX2-167" fmla="*/ 214791 w 1435249"/>
              <a:gd name="connsiteY2-168" fmla="*/ 1548663 h 1885560"/>
              <a:gd name="connsiteX3-169" fmla="*/ 1033657 w 1435249"/>
              <a:gd name="connsiteY3-170" fmla="*/ 1816007 h 1885560"/>
              <a:gd name="connsiteX4-171" fmla="*/ 1417322 w 1435249"/>
              <a:gd name="connsiteY4-172" fmla="*/ 1807206 h 1885560"/>
              <a:gd name="connsiteX5-173" fmla="*/ 1375103 w 1435249"/>
              <a:gd name="connsiteY5-174" fmla="*/ 943164 h 1885560"/>
              <a:gd name="connsiteX6-175" fmla="*/ 1401843 w 1435249"/>
              <a:gd name="connsiteY6-176" fmla="*/ 63834 h 1885560"/>
              <a:gd name="connsiteX7-177" fmla="*/ 686221 w 1435249"/>
              <a:gd name="connsiteY7-178" fmla="*/ 61562 h 1885560"/>
              <a:gd name="connsiteX8-179" fmla="*/ 163575 w 1435249"/>
              <a:gd name="connsiteY8-180" fmla="*/ 394322 h 1885560"/>
              <a:gd name="connsiteX0-181" fmla="*/ 128947 w 1438213"/>
              <a:gd name="connsiteY0-182" fmla="*/ 345176 h 1883146"/>
              <a:gd name="connsiteX1-183" fmla="*/ 3802 w 1438213"/>
              <a:gd name="connsiteY1-184" fmla="*/ 1109544 h 1883146"/>
              <a:gd name="connsiteX2-185" fmla="*/ 217757 w 1438213"/>
              <a:gd name="connsiteY2-186" fmla="*/ 1546249 h 1883146"/>
              <a:gd name="connsiteX3-187" fmla="*/ 1036623 w 1438213"/>
              <a:gd name="connsiteY3-188" fmla="*/ 1813593 h 1883146"/>
              <a:gd name="connsiteX4-189" fmla="*/ 1420288 w 1438213"/>
              <a:gd name="connsiteY4-190" fmla="*/ 1804792 h 1883146"/>
              <a:gd name="connsiteX5-191" fmla="*/ 1378069 w 1438213"/>
              <a:gd name="connsiteY5-192" fmla="*/ 940750 h 1883146"/>
              <a:gd name="connsiteX6-193" fmla="*/ 1404809 w 1438213"/>
              <a:gd name="connsiteY6-194" fmla="*/ 61420 h 1883146"/>
              <a:gd name="connsiteX7-195" fmla="*/ 689187 w 1438213"/>
              <a:gd name="connsiteY7-196" fmla="*/ 59148 h 1883146"/>
              <a:gd name="connsiteX8-197" fmla="*/ 128947 w 1438213"/>
              <a:gd name="connsiteY8-198" fmla="*/ 345176 h 1883146"/>
              <a:gd name="connsiteX0-199" fmla="*/ 126587 w 1435854"/>
              <a:gd name="connsiteY0-200" fmla="*/ 353278 h 1891248"/>
              <a:gd name="connsiteX1-201" fmla="*/ 1442 w 1435854"/>
              <a:gd name="connsiteY1-202" fmla="*/ 1117646 h 1891248"/>
              <a:gd name="connsiteX2-203" fmla="*/ 215397 w 1435854"/>
              <a:gd name="connsiteY2-204" fmla="*/ 1554351 h 1891248"/>
              <a:gd name="connsiteX3-205" fmla="*/ 1034263 w 1435854"/>
              <a:gd name="connsiteY3-206" fmla="*/ 1821695 h 1891248"/>
              <a:gd name="connsiteX4-207" fmla="*/ 1417928 w 1435854"/>
              <a:gd name="connsiteY4-208" fmla="*/ 1812894 h 1891248"/>
              <a:gd name="connsiteX5-209" fmla="*/ 1375709 w 1435854"/>
              <a:gd name="connsiteY5-210" fmla="*/ 948852 h 1891248"/>
              <a:gd name="connsiteX6-211" fmla="*/ 1402449 w 1435854"/>
              <a:gd name="connsiteY6-212" fmla="*/ 69522 h 1891248"/>
              <a:gd name="connsiteX7-213" fmla="*/ 221605 w 1435854"/>
              <a:gd name="connsiteY7-214" fmla="*/ 47778 h 1891248"/>
              <a:gd name="connsiteX8-215" fmla="*/ 126587 w 1435854"/>
              <a:gd name="connsiteY8-216" fmla="*/ 353278 h 1891248"/>
              <a:gd name="connsiteX0-217" fmla="*/ 35803 w 1453152"/>
              <a:gd name="connsiteY0-218" fmla="*/ 439993 h 1896181"/>
              <a:gd name="connsiteX1-219" fmla="*/ 18740 w 1453152"/>
              <a:gd name="connsiteY1-220" fmla="*/ 1122579 h 1896181"/>
              <a:gd name="connsiteX2-221" fmla="*/ 232695 w 1453152"/>
              <a:gd name="connsiteY2-222" fmla="*/ 1559284 h 1896181"/>
              <a:gd name="connsiteX3-223" fmla="*/ 1051561 w 1453152"/>
              <a:gd name="connsiteY3-224" fmla="*/ 1826628 h 1896181"/>
              <a:gd name="connsiteX4-225" fmla="*/ 1435226 w 1453152"/>
              <a:gd name="connsiteY4-226" fmla="*/ 1817827 h 1896181"/>
              <a:gd name="connsiteX5-227" fmla="*/ 1393007 w 1453152"/>
              <a:gd name="connsiteY5-228" fmla="*/ 953785 h 1896181"/>
              <a:gd name="connsiteX6-229" fmla="*/ 1419747 w 1453152"/>
              <a:gd name="connsiteY6-230" fmla="*/ 74455 h 1896181"/>
              <a:gd name="connsiteX7-231" fmla="*/ 238903 w 1453152"/>
              <a:gd name="connsiteY7-232" fmla="*/ 52711 h 1896181"/>
              <a:gd name="connsiteX8-233" fmla="*/ 35803 w 1453152"/>
              <a:gd name="connsiteY8-234" fmla="*/ 439993 h 1896181"/>
              <a:gd name="connsiteX0-235" fmla="*/ 35803 w 1447873"/>
              <a:gd name="connsiteY0-236" fmla="*/ 439993 h 1952840"/>
              <a:gd name="connsiteX1-237" fmla="*/ 18740 w 1447873"/>
              <a:gd name="connsiteY1-238" fmla="*/ 1122579 h 1952840"/>
              <a:gd name="connsiteX2-239" fmla="*/ 232695 w 1447873"/>
              <a:gd name="connsiteY2-240" fmla="*/ 1559284 h 1952840"/>
              <a:gd name="connsiteX3-241" fmla="*/ 1130848 w 1447873"/>
              <a:gd name="connsiteY3-242" fmla="*/ 1925181 h 1952840"/>
              <a:gd name="connsiteX4-243" fmla="*/ 1435226 w 1447873"/>
              <a:gd name="connsiteY4-244" fmla="*/ 1817827 h 1952840"/>
              <a:gd name="connsiteX5-245" fmla="*/ 1393007 w 1447873"/>
              <a:gd name="connsiteY5-246" fmla="*/ 953785 h 1952840"/>
              <a:gd name="connsiteX6-247" fmla="*/ 1419747 w 1447873"/>
              <a:gd name="connsiteY6-248" fmla="*/ 74455 h 1952840"/>
              <a:gd name="connsiteX7-249" fmla="*/ 238903 w 1447873"/>
              <a:gd name="connsiteY7-250" fmla="*/ 52711 h 1952840"/>
              <a:gd name="connsiteX8-251" fmla="*/ 35803 w 1447873"/>
              <a:gd name="connsiteY8-252" fmla="*/ 439993 h 1952840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  <a:cxn ang="0">
                <a:pos x="connsiteX7-15" y="connsiteY7-16"/>
              </a:cxn>
              <a:cxn ang="0">
                <a:pos x="connsiteX8-17" y="connsiteY8-1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9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algn="ctr"/>
            <a:endParaRPr lang="en-US" dirty="0"/>
          </a:p>
        </p:txBody>
      </p:sp>
      <p:grpSp>
        <p:nvGrpSpPr>
          <p:cNvPr id="374" name="Group 373"/>
          <p:cNvGrpSpPr/>
          <p:nvPr/>
        </p:nvGrpSpPr>
        <p:grpSpPr>
          <a:xfrm>
            <a:off x="10837700" y="3928050"/>
            <a:ext cx="687393" cy="721548"/>
            <a:chOff x="5203089" y="1751190"/>
            <a:chExt cx="858331" cy="662414"/>
          </a:xfrm>
        </p:grpSpPr>
        <p:sp>
          <p:nvSpPr>
            <p:cNvPr id="382" name="Freeform 381"/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-1" fmla="*/ 3618 w 651290"/>
                <a:gd name="connsiteY0-2" fmla="*/ 593378 h 593378"/>
                <a:gd name="connsiteX1-3" fmla="*/ 0 w 651290"/>
                <a:gd name="connsiteY1-4" fmla="*/ 242416 h 593378"/>
                <a:gd name="connsiteX2-5" fmla="*/ 423338 w 651290"/>
                <a:gd name="connsiteY2-6" fmla="*/ 101308 h 593378"/>
                <a:gd name="connsiteX3-7" fmla="*/ 647672 w 651290"/>
                <a:gd name="connsiteY3-8" fmla="*/ 0 h 593378"/>
                <a:gd name="connsiteX4-9" fmla="*/ 651290 w 651290"/>
                <a:gd name="connsiteY4-10" fmla="*/ 593378 h 593378"/>
                <a:gd name="connsiteX5-11" fmla="*/ 3618 w 651290"/>
                <a:gd name="connsiteY5-12" fmla="*/ 593378 h 593378"/>
                <a:gd name="connsiteX0-13" fmla="*/ 3618 w 651290"/>
                <a:gd name="connsiteY0-14" fmla="*/ 662124 h 662124"/>
                <a:gd name="connsiteX1-15" fmla="*/ 0 w 651290"/>
                <a:gd name="connsiteY1-16" fmla="*/ 311162 h 662124"/>
                <a:gd name="connsiteX2-17" fmla="*/ 376300 w 651290"/>
                <a:gd name="connsiteY2-18" fmla="*/ 0 h 662124"/>
                <a:gd name="connsiteX3-19" fmla="*/ 647672 w 651290"/>
                <a:gd name="connsiteY3-20" fmla="*/ 68746 h 662124"/>
                <a:gd name="connsiteX4-21" fmla="*/ 651290 w 651290"/>
                <a:gd name="connsiteY4-22" fmla="*/ 662124 h 662124"/>
                <a:gd name="connsiteX5-23" fmla="*/ 3618 w 651290"/>
                <a:gd name="connsiteY5-24" fmla="*/ 662124 h 662124"/>
                <a:gd name="connsiteX0-25" fmla="*/ 0 w 647672"/>
                <a:gd name="connsiteY0-26" fmla="*/ 662124 h 662124"/>
                <a:gd name="connsiteX1-27" fmla="*/ 123021 w 647672"/>
                <a:gd name="connsiteY1-28" fmla="*/ 83217 h 662124"/>
                <a:gd name="connsiteX2-29" fmla="*/ 372682 w 647672"/>
                <a:gd name="connsiteY2-30" fmla="*/ 0 h 662124"/>
                <a:gd name="connsiteX3-31" fmla="*/ 644054 w 647672"/>
                <a:gd name="connsiteY3-32" fmla="*/ 68746 h 662124"/>
                <a:gd name="connsiteX4-33" fmla="*/ 647672 w 647672"/>
                <a:gd name="connsiteY4-34" fmla="*/ 662124 h 662124"/>
                <a:gd name="connsiteX5-35" fmla="*/ 0 w 647672"/>
                <a:gd name="connsiteY5-36" fmla="*/ 662124 h 662124"/>
                <a:gd name="connsiteX0-37" fmla="*/ 7238 w 524651"/>
                <a:gd name="connsiteY0-38" fmla="*/ 669360 h 669360"/>
                <a:gd name="connsiteX1-39" fmla="*/ 0 w 524651"/>
                <a:gd name="connsiteY1-40" fmla="*/ 83217 h 669360"/>
                <a:gd name="connsiteX2-41" fmla="*/ 249661 w 524651"/>
                <a:gd name="connsiteY2-42" fmla="*/ 0 h 669360"/>
                <a:gd name="connsiteX3-43" fmla="*/ 521033 w 524651"/>
                <a:gd name="connsiteY3-44" fmla="*/ 68746 h 669360"/>
                <a:gd name="connsiteX4-45" fmla="*/ 524651 w 524651"/>
                <a:gd name="connsiteY4-46" fmla="*/ 662124 h 669360"/>
                <a:gd name="connsiteX5-47" fmla="*/ 7238 w 524651"/>
                <a:gd name="connsiteY5-48" fmla="*/ 669360 h 669360"/>
                <a:gd name="connsiteX0-49" fmla="*/ 438 w 528706"/>
                <a:gd name="connsiteY0-50" fmla="*/ 665742 h 665742"/>
                <a:gd name="connsiteX1-51" fmla="*/ 4055 w 528706"/>
                <a:gd name="connsiteY1-52" fmla="*/ 83217 h 665742"/>
                <a:gd name="connsiteX2-53" fmla="*/ 253716 w 528706"/>
                <a:gd name="connsiteY2-54" fmla="*/ 0 h 665742"/>
                <a:gd name="connsiteX3-55" fmla="*/ 525088 w 528706"/>
                <a:gd name="connsiteY3-56" fmla="*/ 68746 h 665742"/>
                <a:gd name="connsiteX4-57" fmla="*/ 528706 w 528706"/>
                <a:gd name="connsiteY4-58" fmla="*/ 662124 h 665742"/>
                <a:gd name="connsiteX5-59" fmla="*/ 438 w 528706"/>
                <a:gd name="connsiteY5-60" fmla="*/ 665742 h 665742"/>
                <a:gd name="connsiteX0-61" fmla="*/ 155 w 546514"/>
                <a:gd name="connsiteY0-62" fmla="*/ 662124 h 662124"/>
                <a:gd name="connsiteX1-63" fmla="*/ 21863 w 546514"/>
                <a:gd name="connsiteY1-64" fmla="*/ 83217 h 662124"/>
                <a:gd name="connsiteX2-65" fmla="*/ 271524 w 546514"/>
                <a:gd name="connsiteY2-66" fmla="*/ 0 h 662124"/>
                <a:gd name="connsiteX3-67" fmla="*/ 542896 w 546514"/>
                <a:gd name="connsiteY3-68" fmla="*/ 68746 h 662124"/>
                <a:gd name="connsiteX4-69" fmla="*/ 546514 w 546514"/>
                <a:gd name="connsiteY4-70" fmla="*/ 662124 h 662124"/>
                <a:gd name="connsiteX5-71" fmla="*/ 155 w 546514"/>
                <a:gd name="connsiteY5-72" fmla="*/ 662124 h 662124"/>
                <a:gd name="connsiteX0-73" fmla="*/ 10856 w 524651"/>
                <a:gd name="connsiteY0-74" fmla="*/ 658506 h 662124"/>
                <a:gd name="connsiteX1-75" fmla="*/ 0 w 524651"/>
                <a:gd name="connsiteY1-76" fmla="*/ 83217 h 662124"/>
                <a:gd name="connsiteX2-77" fmla="*/ 249661 w 524651"/>
                <a:gd name="connsiteY2-78" fmla="*/ 0 h 662124"/>
                <a:gd name="connsiteX3-79" fmla="*/ 521033 w 524651"/>
                <a:gd name="connsiteY3-80" fmla="*/ 68746 h 662124"/>
                <a:gd name="connsiteX4-81" fmla="*/ 524651 w 524651"/>
                <a:gd name="connsiteY4-82" fmla="*/ 662124 h 662124"/>
                <a:gd name="connsiteX5-83" fmla="*/ 10856 w 524651"/>
                <a:gd name="connsiteY5-84" fmla="*/ 658506 h 66212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383" name="Freeform 382"/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algn="ctr"/>
              <a:endParaRPr lang="en-US" dirty="0"/>
            </a:p>
          </p:txBody>
        </p:sp>
        <p:cxnSp>
          <p:nvCxnSpPr>
            <p:cNvPr id="384" name="Straight Connector 383"/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Straight Connector 384"/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Straight Connector 385"/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Straight Connector 386"/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Straight Connector 387"/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Straight Connector 388"/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1" name="Group 390"/>
          <p:cNvGrpSpPr/>
          <p:nvPr/>
        </p:nvGrpSpPr>
        <p:grpSpPr>
          <a:xfrm>
            <a:off x="10771171" y="3194171"/>
            <a:ext cx="594613" cy="648336"/>
            <a:chOff x="5203089" y="1751190"/>
            <a:chExt cx="858331" cy="662414"/>
          </a:xfrm>
        </p:grpSpPr>
        <p:sp>
          <p:nvSpPr>
            <p:cNvPr id="399" name="Freeform 398"/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-1" fmla="*/ 3618 w 651290"/>
                <a:gd name="connsiteY0-2" fmla="*/ 593378 h 593378"/>
                <a:gd name="connsiteX1-3" fmla="*/ 0 w 651290"/>
                <a:gd name="connsiteY1-4" fmla="*/ 242416 h 593378"/>
                <a:gd name="connsiteX2-5" fmla="*/ 423338 w 651290"/>
                <a:gd name="connsiteY2-6" fmla="*/ 101308 h 593378"/>
                <a:gd name="connsiteX3-7" fmla="*/ 647672 w 651290"/>
                <a:gd name="connsiteY3-8" fmla="*/ 0 h 593378"/>
                <a:gd name="connsiteX4-9" fmla="*/ 651290 w 651290"/>
                <a:gd name="connsiteY4-10" fmla="*/ 593378 h 593378"/>
                <a:gd name="connsiteX5-11" fmla="*/ 3618 w 651290"/>
                <a:gd name="connsiteY5-12" fmla="*/ 593378 h 593378"/>
                <a:gd name="connsiteX0-13" fmla="*/ 3618 w 651290"/>
                <a:gd name="connsiteY0-14" fmla="*/ 662124 h 662124"/>
                <a:gd name="connsiteX1-15" fmla="*/ 0 w 651290"/>
                <a:gd name="connsiteY1-16" fmla="*/ 311162 h 662124"/>
                <a:gd name="connsiteX2-17" fmla="*/ 376300 w 651290"/>
                <a:gd name="connsiteY2-18" fmla="*/ 0 h 662124"/>
                <a:gd name="connsiteX3-19" fmla="*/ 647672 w 651290"/>
                <a:gd name="connsiteY3-20" fmla="*/ 68746 h 662124"/>
                <a:gd name="connsiteX4-21" fmla="*/ 651290 w 651290"/>
                <a:gd name="connsiteY4-22" fmla="*/ 662124 h 662124"/>
                <a:gd name="connsiteX5-23" fmla="*/ 3618 w 651290"/>
                <a:gd name="connsiteY5-24" fmla="*/ 662124 h 662124"/>
                <a:gd name="connsiteX0-25" fmla="*/ 0 w 647672"/>
                <a:gd name="connsiteY0-26" fmla="*/ 662124 h 662124"/>
                <a:gd name="connsiteX1-27" fmla="*/ 123021 w 647672"/>
                <a:gd name="connsiteY1-28" fmla="*/ 83217 h 662124"/>
                <a:gd name="connsiteX2-29" fmla="*/ 372682 w 647672"/>
                <a:gd name="connsiteY2-30" fmla="*/ 0 h 662124"/>
                <a:gd name="connsiteX3-31" fmla="*/ 644054 w 647672"/>
                <a:gd name="connsiteY3-32" fmla="*/ 68746 h 662124"/>
                <a:gd name="connsiteX4-33" fmla="*/ 647672 w 647672"/>
                <a:gd name="connsiteY4-34" fmla="*/ 662124 h 662124"/>
                <a:gd name="connsiteX5-35" fmla="*/ 0 w 647672"/>
                <a:gd name="connsiteY5-36" fmla="*/ 662124 h 662124"/>
                <a:gd name="connsiteX0-37" fmla="*/ 7238 w 524651"/>
                <a:gd name="connsiteY0-38" fmla="*/ 669360 h 669360"/>
                <a:gd name="connsiteX1-39" fmla="*/ 0 w 524651"/>
                <a:gd name="connsiteY1-40" fmla="*/ 83217 h 669360"/>
                <a:gd name="connsiteX2-41" fmla="*/ 249661 w 524651"/>
                <a:gd name="connsiteY2-42" fmla="*/ 0 h 669360"/>
                <a:gd name="connsiteX3-43" fmla="*/ 521033 w 524651"/>
                <a:gd name="connsiteY3-44" fmla="*/ 68746 h 669360"/>
                <a:gd name="connsiteX4-45" fmla="*/ 524651 w 524651"/>
                <a:gd name="connsiteY4-46" fmla="*/ 662124 h 669360"/>
                <a:gd name="connsiteX5-47" fmla="*/ 7238 w 524651"/>
                <a:gd name="connsiteY5-48" fmla="*/ 669360 h 669360"/>
                <a:gd name="connsiteX0-49" fmla="*/ 438 w 528706"/>
                <a:gd name="connsiteY0-50" fmla="*/ 665742 h 665742"/>
                <a:gd name="connsiteX1-51" fmla="*/ 4055 w 528706"/>
                <a:gd name="connsiteY1-52" fmla="*/ 83217 h 665742"/>
                <a:gd name="connsiteX2-53" fmla="*/ 253716 w 528706"/>
                <a:gd name="connsiteY2-54" fmla="*/ 0 h 665742"/>
                <a:gd name="connsiteX3-55" fmla="*/ 525088 w 528706"/>
                <a:gd name="connsiteY3-56" fmla="*/ 68746 h 665742"/>
                <a:gd name="connsiteX4-57" fmla="*/ 528706 w 528706"/>
                <a:gd name="connsiteY4-58" fmla="*/ 662124 h 665742"/>
                <a:gd name="connsiteX5-59" fmla="*/ 438 w 528706"/>
                <a:gd name="connsiteY5-60" fmla="*/ 665742 h 665742"/>
                <a:gd name="connsiteX0-61" fmla="*/ 155 w 546514"/>
                <a:gd name="connsiteY0-62" fmla="*/ 662124 h 662124"/>
                <a:gd name="connsiteX1-63" fmla="*/ 21863 w 546514"/>
                <a:gd name="connsiteY1-64" fmla="*/ 83217 h 662124"/>
                <a:gd name="connsiteX2-65" fmla="*/ 271524 w 546514"/>
                <a:gd name="connsiteY2-66" fmla="*/ 0 h 662124"/>
                <a:gd name="connsiteX3-67" fmla="*/ 542896 w 546514"/>
                <a:gd name="connsiteY3-68" fmla="*/ 68746 h 662124"/>
                <a:gd name="connsiteX4-69" fmla="*/ 546514 w 546514"/>
                <a:gd name="connsiteY4-70" fmla="*/ 662124 h 662124"/>
                <a:gd name="connsiteX5-71" fmla="*/ 155 w 546514"/>
                <a:gd name="connsiteY5-72" fmla="*/ 662124 h 662124"/>
                <a:gd name="connsiteX0-73" fmla="*/ 10856 w 524651"/>
                <a:gd name="connsiteY0-74" fmla="*/ 658506 h 662124"/>
                <a:gd name="connsiteX1-75" fmla="*/ 0 w 524651"/>
                <a:gd name="connsiteY1-76" fmla="*/ 83217 h 662124"/>
                <a:gd name="connsiteX2-77" fmla="*/ 249661 w 524651"/>
                <a:gd name="connsiteY2-78" fmla="*/ 0 h 662124"/>
                <a:gd name="connsiteX3-79" fmla="*/ 521033 w 524651"/>
                <a:gd name="connsiteY3-80" fmla="*/ 68746 h 662124"/>
                <a:gd name="connsiteX4-81" fmla="*/ 524651 w 524651"/>
                <a:gd name="connsiteY4-82" fmla="*/ 662124 h 662124"/>
                <a:gd name="connsiteX5-83" fmla="*/ 10856 w 524651"/>
                <a:gd name="connsiteY5-84" fmla="*/ 658506 h 66212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400" name="Freeform 399"/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algn="ctr"/>
              <a:endParaRPr lang="en-US" dirty="0"/>
            </a:p>
          </p:txBody>
        </p:sp>
        <p:cxnSp>
          <p:nvCxnSpPr>
            <p:cNvPr id="401" name="Straight Connector 400"/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Straight Connector 401"/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Straight Connector 402"/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4" name="Straight Connector 403"/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Straight Connector 404"/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Straight Connector 405"/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62" name="Freeform 561"/>
          <p:cNvSpPr/>
          <p:nvPr/>
        </p:nvSpPr>
        <p:spPr>
          <a:xfrm>
            <a:off x="9540813" y="1782042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-1" fmla="*/ 434989 w 1537226"/>
              <a:gd name="connsiteY0-2" fmla="*/ 253346 h 1763594"/>
              <a:gd name="connsiteX1-3" fmla="*/ 488 w 1537226"/>
              <a:gd name="connsiteY1-4" fmla="*/ 921706 h 1763594"/>
              <a:gd name="connsiteX2-5" fmla="*/ 368142 w 1537226"/>
              <a:gd name="connsiteY2-6" fmla="*/ 1489812 h 1763594"/>
              <a:gd name="connsiteX3-7" fmla="*/ 1187008 w 1537226"/>
              <a:gd name="connsiteY3-8" fmla="*/ 1757156 h 1763594"/>
              <a:gd name="connsiteX4-9" fmla="*/ 1521239 w 1537226"/>
              <a:gd name="connsiteY4-10" fmla="*/ 1239177 h 1763594"/>
              <a:gd name="connsiteX5-11" fmla="*/ 1468998 w 1537226"/>
              <a:gd name="connsiteY5-12" fmla="*/ 654362 h 1763594"/>
              <a:gd name="connsiteX6-13" fmla="*/ 1337412 w 1537226"/>
              <a:gd name="connsiteY6-14" fmla="*/ 136383 h 1763594"/>
              <a:gd name="connsiteX7-15" fmla="*/ 1086739 w 1537226"/>
              <a:gd name="connsiteY7-16" fmla="*/ 2711 h 1763594"/>
              <a:gd name="connsiteX8-17" fmla="*/ 434989 w 1537226"/>
              <a:gd name="connsiteY8-18" fmla="*/ 253346 h 1763594"/>
              <a:gd name="connsiteX0-19" fmla="*/ 434989 w 1537226"/>
              <a:gd name="connsiteY0-20" fmla="*/ 253346 h 1763594"/>
              <a:gd name="connsiteX1-21" fmla="*/ 488 w 1537226"/>
              <a:gd name="connsiteY1-22" fmla="*/ 921706 h 1763594"/>
              <a:gd name="connsiteX2-23" fmla="*/ 368142 w 1537226"/>
              <a:gd name="connsiteY2-24" fmla="*/ 1489812 h 1763594"/>
              <a:gd name="connsiteX3-25" fmla="*/ 1187008 w 1537226"/>
              <a:gd name="connsiteY3-26" fmla="*/ 1757156 h 1763594"/>
              <a:gd name="connsiteX4-27" fmla="*/ 1521239 w 1537226"/>
              <a:gd name="connsiteY4-28" fmla="*/ 1239177 h 1763594"/>
              <a:gd name="connsiteX5-29" fmla="*/ 1468998 w 1537226"/>
              <a:gd name="connsiteY5-30" fmla="*/ 654362 h 1763594"/>
              <a:gd name="connsiteX6-31" fmla="*/ 1337412 w 1537226"/>
              <a:gd name="connsiteY6-32" fmla="*/ 136383 h 1763594"/>
              <a:gd name="connsiteX7-33" fmla="*/ 839572 w 1537226"/>
              <a:gd name="connsiteY7-34" fmla="*/ 2711 h 1763594"/>
              <a:gd name="connsiteX8-35" fmla="*/ 434989 w 1537226"/>
              <a:gd name="connsiteY8-36" fmla="*/ 253346 h 1763594"/>
              <a:gd name="connsiteX0-37" fmla="*/ 360357 w 1536743"/>
              <a:gd name="connsiteY0-38" fmla="*/ 534641 h 1782088"/>
              <a:gd name="connsiteX1-39" fmla="*/ 5 w 1536743"/>
              <a:gd name="connsiteY1-40" fmla="*/ 940200 h 1782088"/>
              <a:gd name="connsiteX2-41" fmla="*/ 367659 w 1536743"/>
              <a:gd name="connsiteY2-42" fmla="*/ 1508306 h 1782088"/>
              <a:gd name="connsiteX3-43" fmla="*/ 1186525 w 1536743"/>
              <a:gd name="connsiteY3-44" fmla="*/ 1775650 h 1782088"/>
              <a:gd name="connsiteX4-45" fmla="*/ 1520756 w 1536743"/>
              <a:gd name="connsiteY4-46" fmla="*/ 1257671 h 1782088"/>
              <a:gd name="connsiteX5-47" fmla="*/ 1468515 w 1536743"/>
              <a:gd name="connsiteY5-48" fmla="*/ 672856 h 1782088"/>
              <a:gd name="connsiteX6-49" fmla="*/ 1336929 w 1536743"/>
              <a:gd name="connsiteY6-50" fmla="*/ 154877 h 1782088"/>
              <a:gd name="connsiteX7-51" fmla="*/ 839089 w 1536743"/>
              <a:gd name="connsiteY7-52" fmla="*/ 21205 h 1782088"/>
              <a:gd name="connsiteX8-53" fmla="*/ 360357 w 1536743"/>
              <a:gd name="connsiteY8-54" fmla="*/ 534641 h 1782088"/>
              <a:gd name="connsiteX0-55" fmla="*/ 360355 w 1536741"/>
              <a:gd name="connsiteY0-56" fmla="*/ 534641 h 1782088"/>
              <a:gd name="connsiteX1-57" fmla="*/ 3 w 1536741"/>
              <a:gd name="connsiteY1-58" fmla="*/ 940200 h 1782088"/>
              <a:gd name="connsiteX2-59" fmla="*/ 367657 w 1536741"/>
              <a:gd name="connsiteY2-60" fmla="*/ 1508306 h 1782088"/>
              <a:gd name="connsiteX3-61" fmla="*/ 1186523 w 1536741"/>
              <a:gd name="connsiteY3-62" fmla="*/ 1775650 h 1782088"/>
              <a:gd name="connsiteX4-63" fmla="*/ 1520754 w 1536741"/>
              <a:gd name="connsiteY4-64" fmla="*/ 1257671 h 1782088"/>
              <a:gd name="connsiteX5-65" fmla="*/ 1468513 w 1536741"/>
              <a:gd name="connsiteY5-66" fmla="*/ 672856 h 1782088"/>
              <a:gd name="connsiteX6-67" fmla="*/ 1336927 w 1536741"/>
              <a:gd name="connsiteY6-68" fmla="*/ 154877 h 1782088"/>
              <a:gd name="connsiteX7-69" fmla="*/ 839087 w 1536741"/>
              <a:gd name="connsiteY7-70" fmla="*/ 21205 h 1782088"/>
              <a:gd name="connsiteX8-71" fmla="*/ 360355 w 1536741"/>
              <a:gd name="connsiteY8-72" fmla="*/ 534641 h 1782088"/>
              <a:gd name="connsiteX0-73" fmla="*/ 360355 w 1494463"/>
              <a:gd name="connsiteY0-74" fmla="*/ 534641 h 1775651"/>
              <a:gd name="connsiteX1-75" fmla="*/ 3 w 1494463"/>
              <a:gd name="connsiteY1-76" fmla="*/ 940200 h 1775651"/>
              <a:gd name="connsiteX2-77" fmla="*/ 367657 w 1494463"/>
              <a:gd name="connsiteY2-78" fmla="*/ 1508306 h 1775651"/>
              <a:gd name="connsiteX3-79" fmla="*/ 1186523 w 1494463"/>
              <a:gd name="connsiteY3-80" fmla="*/ 1775650 h 1775651"/>
              <a:gd name="connsiteX4-81" fmla="*/ 1467465 w 1494463"/>
              <a:gd name="connsiteY4-82" fmla="*/ 1510813 h 1775651"/>
              <a:gd name="connsiteX5-83" fmla="*/ 1468513 w 1494463"/>
              <a:gd name="connsiteY5-84" fmla="*/ 672856 h 1775651"/>
              <a:gd name="connsiteX6-85" fmla="*/ 1336927 w 1494463"/>
              <a:gd name="connsiteY6-86" fmla="*/ 154877 h 1775651"/>
              <a:gd name="connsiteX7-87" fmla="*/ 839087 w 1494463"/>
              <a:gd name="connsiteY7-88" fmla="*/ 21205 h 1775651"/>
              <a:gd name="connsiteX8-89" fmla="*/ 360355 w 1494463"/>
              <a:gd name="connsiteY8-90" fmla="*/ 534641 h 1775651"/>
              <a:gd name="connsiteX0-91" fmla="*/ 360355 w 1491064"/>
              <a:gd name="connsiteY0-92" fmla="*/ 552327 h 1793337"/>
              <a:gd name="connsiteX1-93" fmla="*/ 3 w 1491064"/>
              <a:gd name="connsiteY1-94" fmla="*/ 957886 h 1793337"/>
              <a:gd name="connsiteX2-95" fmla="*/ 367657 w 1491064"/>
              <a:gd name="connsiteY2-96" fmla="*/ 1525992 h 1793337"/>
              <a:gd name="connsiteX3-97" fmla="*/ 1186523 w 1491064"/>
              <a:gd name="connsiteY3-98" fmla="*/ 1793336 h 1793337"/>
              <a:gd name="connsiteX4-99" fmla="*/ 1467465 w 1491064"/>
              <a:gd name="connsiteY4-100" fmla="*/ 1528499 h 1793337"/>
              <a:gd name="connsiteX5-101" fmla="*/ 1468513 w 1491064"/>
              <a:gd name="connsiteY5-102" fmla="*/ 690542 h 1793337"/>
              <a:gd name="connsiteX6-103" fmla="*/ 1407977 w 1491064"/>
              <a:gd name="connsiteY6-104" fmla="*/ 109278 h 1793337"/>
              <a:gd name="connsiteX7-105" fmla="*/ 839087 w 1491064"/>
              <a:gd name="connsiteY7-106" fmla="*/ 38891 h 1793337"/>
              <a:gd name="connsiteX8-107" fmla="*/ 360355 w 1491064"/>
              <a:gd name="connsiteY8-108" fmla="*/ 552327 h 1793337"/>
              <a:gd name="connsiteX0-109" fmla="*/ 360355 w 1502818"/>
              <a:gd name="connsiteY0-110" fmla="*/ 552327 h 1612281"/>
              <a:gd name="connsiteX1-111" fmla="*/ 3 w 1502818"/>
              <a:gd name="connsiteY1-112" fmla="*/ 957886 h 1612281"/>
              <a:gd name="connsiteX2-113" fmla="*/ 367657 w 1502818"/>
              <a:gd name="connsiteY2-114" fmla="*/ 1525992 h 1612281"/>
              <a:gd name="connsiteX3-115" fmla="*/ 1026659 w 1502818"/>
              <a:gd name="connsiteY3-116" fmla="*/ 1582385 h 1612281"/>
              <a:gd name="connsiteX4-117" fmla="*/ 1467465 w 1502818"/>
              <a:gd name="connsiteY4-118" fmla="*/ 1528499 h 1612281"/>
              <a:gd name="connsiteX5-119" fmla="*/ 1468513 w 1502818"/>
              <a:gd name="connsiteY5-120" fmla="*/ 690542 h 1612281"/>
              <a:gd name="connsiteX6-121" fmla="*/ 1407977 w 1502818"/>
              <a:gd name="connsiteY6-122" fmla="*/ 109278 h 1612281"/>
              <a:gd name="connsiteX7-123" fmla="*/ 839087 w 1502818"/>
              <a:gd name="connsiteY7-124" fmla="*/ 38891 h 1612281"/>
              <a:gd name="connsiteX8-125" fmla="*/ 360355 w 1502818"/>
              <a:gd name="connsiteY8-126" fmla="*/ 552327 h 1612281"/>
              <a:gd name="connsiteX0-127" fmla="*/ 360384 w 1502847"/>
              <a:gd name="connsiteY0-128" fmla="*/ 552327 h 1803602"/>
              <a:gd name="connsiteX1-129" fmla="*/ 32 w 1502847"/>
              <a:gd name="connsiteY1-130" fmla="*/ 957886 h 1803602"/>
              <a:gd name="connsiteX2-131" fmla="*/ 385448 w 1502847"/>
              <a:gd name="connsiteY2-132" fmla="*/ 1779134 h 1803602"/>
              <a:gd name="connsiteX3-133" fmla="*/ 1026688 w 1502847"/>
              <a:gd name="connsiteY3-134" fmla="*/ 1582385 h 1803602"/>
              <a:gd name="connsiteX4-135" fmla="*/ 1467494 w 1502847"/>
              <a:gd name="connsiteY4-136" fmla="*/ 1528499 h 1803602"/>
              <a:gd name="connsiteX5-137" fmla="*/ 1468542 w 1502847"/>
              <a:gd name="connsiteY5-138" fmla="*/ 690542 h 1803602"/>
              <a:gd name="connsiteX6-139" fmla="*/ 1408006 w 1502847"/>
              <a:gd name="connsiteY6-140" fmla="*/ 109278 h 1803602"/>
              <a:gd name="connsiteX7-141" fmla="*/ 839116 w 1502847"/>
              <a:gd name="connsiteY7-142" fmla="*/ 38891 h 1803602"/>
              <a:gd name="connsiteX8-143" fmla="*/ 360384 w 1502847"/>
              <a:gd name="connsiteY8-144" fmla="*/ 552327 h 1803602"/>
              <a:gd name="connsiteX0-145" fmla="*/ 360384 w 1502847"/>
              <a:gd name="connsiteY0-146" fmla="*/ 552327 h 1826319"/>
              <a:gd name="connsiteX1-147" fmla="*/ 32 w 1502847"/>
              <a:gd name="connsiteY1-148" fmla="*/ 957886 h 1826319"/>
              <a:gd name="connsiteX2-149" fmla="*/ 385448 w 1502847"/>
              <a:gd name="connsiteY2-150" fmla="*/ 1779134 h 1826319"/>
              <a:gd name="connsiteX3-151" fmla="*/ 1026688 w 1502847"/>
              <a:gd name="connsiteY3-152" fmla="*/ 1582385 h 1826319"/>
              <a:gd name="connsiteX4-153" fmla="*/ 1467494 w 1502847"/>
              <a:gd name="connsiteY4-154" fmla="*/ 1528499 h 1826319"/>
              <a:gd name="connsiteX5-155" fmla="*/ 1468542 w 1502847"/>
              <a:gd name="connsiteY5-156" fmla="*/ 690542 h 1826319"/>
              <a:gd name="connsiteX6-157" fmla="*/ 1408006 w 1502847"/>
              <a:gd name="connsiteY6-158" fmla="*/ 109278 h 1826319"/>
              <a:gd name="connsiteX7-159" fmla="*/ 839116 w 1502847"/>
              <a:gd name="connsiteY7-160" fmla="*/ 38891 h 1826319"/>
              <a:gd name="connsiteX8-161" fmla="*/ 360384 w 1502847"/>
              <a:gd name="connsiteY8-162" fmla="*/ 552327 h 1826319"/>
              <a:gd name="connsiteX0-163" fmla="*/ 289852 w 1503366"/>
              <a:gd name="connsiteY0-164" fmla="*/ 461730 h 1820101"/>
              <a:gd name="connsiteX1-165" fmla="*/ 551 w 1503366"/>
              <a:gd name="connsiteY1-166" fmla="*/ 951668 h 1820101"/>
              <a:gd name="connsiteX2-167" fmla="*/ 385967 w 1503366"/>
              <a:gd name="connsiteY2-168" fmla="*/ 1772916 h 1820101"/>
              <a:gd name="connsiteX3-169" fmla="*/ 1027207 w 1503366"/>
              <a:gd name="connsiteY3-170" fmla="*/ 1576167 h 1820101"/>
              <a:gd name="connsiteX4-171" fmla="*/ 1468013 w 1503366"/>
              <a:gd name="connsiteY4-172" fmla="*/ 1522281 h 1820101"/>
              <a:gd name="connsiteX5-173" fmla="*/ 1469061 w 1503366"/>
              <a:gd name="connsiteY5-174" fmla="*/ 684324 h 1820101"/>
              <a:gd name="connsiteX6-175" fmla="*/ 1408525 w 1503366"/>
              <a:gd name="connsiteY6-176" fmla="*/ 103060 h 1820101"/>
              <a:gd name="connsiteX7-177" fmla="*/ 839635 w 1503366"/>
              <a:gd name="connsiteY7-178" fmla="*/ 32673 h 1820101"/>
              <a:gd name="connsiteX8-179" fmla="*/ 289852 w 1503366"/>
              <a:gd name="connsiteY8-180" fmla="*/ 461730 h 1820101"/>
              <a:gd name="connsiteX0-181" fmla="*/ 293376 w 1506890"/>
              <a:gd name="connsiteY0-182" fmla="*/ 461730 h 1820101"/>
              <a:gd name="connsiteX1-183" fmla="*/ 4075 w 1506890"/>
              <a:gd name="connsiteY1-184" fmla="*/ 951668 h 1820101"/>
              <a:gd name="connsiteX2-185" fmla="*/ 389491 w 1506890"/>
              <a:gd name="connsiteY2-186" fmla="*/ 1772916 h 1820101"/>
              <a:gd name="connsiteX3-187" fmla="*/ 1030731 w 1506890"/>
              <a:gd name="connsiteY3-188" fmla="*/ 1576167 h 1820101"/>
              <a:gd name="connsiteX4-189" fmla="*/ 1471537 w 1506890"/>
              <a:gd name="connsiteY4-190" fmla="*/ 1522281 h 1820101"/>
              <a:gd name="connsiteX5-191" fmla="*/ 1472585 w 1506890"/>
              <a:gd name="connsiteY5-192" fmla="*/ 684324 h 1820101"/>
              <a:gd name="connsiteX6-193" fmla="*/ 1412049 w 1506890"/>
              <a:gd name="connsiteY6-194" fmla="*/ 103060 h 1820101"/>
              <a:gd name="connsiteX7-195" fmla="*/ 843159 w 1506890"/>
              <a:gd name="connsiteY7-196" fmla="*/ 32673 h 1820101"/>
              <a:gd name="connsiteX8-197" fmla="*/ 293376 w 1506890"/>
              <a:gd name="connsiteY8-198" fmla="*/ 461730 h 1820101"/>
              <a:gd name="connsiteX0-199" fmla="*/ 203955 w 1545103"/>
              <a:gd name="connsiteY0-200" fmla="*/ 206126 h 1802639"/>
              <a:gd name="connsiteX1-201" fmla="*/ 42288 w 1545103"/>
              <a:gd name="connsiteY1-202" fmla="*/ 934206 h 1802639"/>
              <a:gd name="connsiteX2-203" fmla="*/ 427704 w 1545103"/>
              <a:gd name="connsiteY2-204" fmla="*/ 1755454 h 1802639"/>
              <a:gd name="connsiteX3-205" fmla="*/ 1068944 w 1545103"/>
              <a:gd name="connsiteY3-206" fmla="*/ 1558705 h 1802639"/>
              <a:gd name="connsiteX4-207" fmla="*/ 1509750 w 1545103"/>
              <a:gd name="connsiteY4-208" fmla="*/ 1504819 h 1802639"/>
              <a:gd name="connsiteX5-209" fmla="*/ 1510798 w 1545103"/>
              <a:gd name="connsiteY5-210" fmla="*/ 666862 h 1802639"/>
              <a:gd name="connsiteX6-211" fmla="*/ 1450262 w 1545103"/>
              <a:gd name="connsiteY6-212" fmla="*/ 85598 h 1802639"/>
              <a:gd name="connsiteX7-213" fmla="*/ 881372 w 1545103"/>
              <a:gd name="connsiteY7-214" fmla="*/ 15211 h 1802639"/>
              <a:gd name="connsiteX8-215" fmla="*/ 203955 w 1545103"/>
              <a:gd name="connsiteY8-216" fmla="*/ 206126 h 1802639"/>
              <a:gd name="connsiteX0-217" fmla="*/ 147252 w 1634267"/>
              <a:gd name="connsiteY0-218" fmla="*/ 113266 h 1796376"/>
              <a:gd name="connsiteX1-219" fmla="*/ 131452 w 1634267"/>
              <a:gd name="connsiteY1-220" fmla="*/ 927943 h 1796376"/>
              <a:gd name="connsiteX2-221" fmla="*/ 516868 w 1634267"/>
              <a:gd name="connsiteY2-222" fmla="*/ 1749191 h 1796376"/>
              <a:gd name="connsiteX3-223" fmla="*/ 1158108 w 1634267"/>
              <a:gd name="connsiteY3-224" fmla="*/ 1552442 h 1796376"/>
              <a:gd name="connsiteX4-225" fmla="*/ 1598914 w 1634267"/>
              <a:gd name="connsiteY4-226" fmla="*/ 1498556 h 1796376"/>
              <a:gd name="connsiteX5-227" fmla="*/ 1599962 w 1634267"/>
              <a:gd name="connsiteY5-228" fmla="*/ 660599 h 1796376"/>
              <a:gd name="connsiteX6-229" fmla="*/ 1539426 w 1634267"/>
              <a:gd name="connsiteY6-230" fmla="*/ 79335 h 1796376"/>
              <a:gd name="connsiteX7-231" fmla="*/ 970536 w 1634267"/>
              <a:gd name="connsiteY7-232" fmla="*/ 8948 h 1796376"/>
              <a:gd name="connsiteX8-233" fmla="*/ 147252 w 1634267"/>
              <a:gd name="connsiteY8-234" fmla="*/ 113266 h 1796376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  <a:cxn ang="0">
                <a:pos x="connsiteX7-15" y="connsiteY7-16"/>
              </a:cxn>
              <a:cxn ang="0">
                <a:pos x="connsiteX8-17" y="connsiteY8-1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7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algn="ctr"/>
            <a:endParaRPr lang="en-US" dirty="0"/>
          </a:p>
        </p:txBody>
      </p:sp>
      <p:sp>
        <p:nvSpPr>
          <p:cNvPr id="573" name="TextBox 572"/>
          <p:cNvSpPr txBox="1"/>
          <p:nvPr/>
        </p:nvSpPr>
        <p:spPr>
          <a:xfrm>
            <a:off x="9427201" y="1851195"/>
            <a:ext cx="1725088" cy="2862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全国或全球 ISP</a:t>
            </a:r>
            <a:endParaRPr lang="en-US" sz="1400" dirty="0"/>
          </a:p>
        </p:txBody>
      </p:sp>
      <p:sp>
        <p:nvSpPr>
          <p:cNvPr id="655" name="Rectangle 654"/>
          <p:cNvSpPr/>
          <p:nvPr/>
        </p:nvSpPr>
        <p:spPr>
          <a:xfrm>
            <a:off x="9279068" y="3677908"/>
            <a:ext cx="305749" cy="197847"/>
          </a:xfrm>
          <a:prstGeom prst="rect">
            <a:avLst/>
          </a:prstGeom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653" name="TextBox 652"/>
          <p:cNvSpPr txBox="1"/>
          <p:nvPr/>
        </p:nvSpPr>
        <p:spPr>
          <a:xfrm>
            <a:off x="8766162" y="3447919"/>
            <a:ext cx="1040639" cy="4801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本地或区域 ISP</a:t>
            </a:r>
            <a:endParaRPr lang="en-US" sz="1400" dirty="0"/>
          </a:p>
        </p:txBody>
      </p:sp>
      <p:sp>
        <p:nvSpPr>
          <p:cNvPr id="657" name="TextBox 656"/>
          <p:cNvSpPr txBox="1"/>
          <p:nvPr/>
        </p:nvSpPr>
        <p:spPr>
          <a:xfrm>
            <a:off x="10917767" y="4677937"/>
            <a:ext cx="813043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050" dirty="0"/>
              <a:t>数据中心 </a:t>
            </a:r>
            <a:endParaRPr lang="en-US" sz="1050" dirty="0"/>
          </a:p>
          <a:p>
            <a:pPr>
              <a:lnSpc>
                <a:spcPct val="90000"/>
              </a:lnSpc>
            </a:pPr>
            <a:r>
              <a:rPr lang="en-US" sz="1050" dirty="0"/>
              <a:t>网络</a:t>
            </a:r>
            <a:endParaRPr lang="en-US" sz="1050" dirty="0"/>
          </a:p>
        </p:txBody>
      </p:sp>
      <p:sp>
        <p:nvSpPr>
          <p:cNvPr id="658" name="TextBox 657"/>
          <p:cNvSpPr txBox="1"/>
          <p:nvPr/>
        </p:nvSpPr>
        <p:spPr>
          <a:xfrm>
            <a:off x="10063018" y="4228248"/>
            <a:ext cx="843051" cy="6740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内容 </a:t>
            </a:r>
            <a:endParaRPr lang="en-US" sz="1400" dirty="0"/>
          </a:p>
          <a:p>
            <a:pPr>
              <a:lnSpc>
                <a:spcPct val="90000"/>
              </a:lnSpc>
            </a:pPr>
            <a:r>
              <a:rPr lang="en-US" sz="1400" dirty="0"/>
              <a:t>提供商 </a:t>
            </a:r>
            <a:endParaRPr lang="en-US" sz="1400" dirty="0"/>
          </a:p>
          <a:p>
            <a:pPr>
              <a:lnSpc>
                <a:spcPct val="90000"/>
              </a:lnSpc>
            </a:pPr>
            <a:r>
              <a:rPr lang="en-US" sz="1400" dirty="0"/>
              <a:t>网络</a:t>
            </a:r>
            <a:endParaRPr lang="en-US" sz="1000" dirty="0"/>
          </a:p>
        </p:txBody>
      </p:sp>
      <p:grpSp>
        <p:nvGrpSpPr>
          <p:cNvPr id="1025" name="Group 1024"/>
          <p:cNvGrpSpPr/>
          <p:nvPr/>
        </p:nvGrpSpPr>
        <p:grpSpPr>
          <a:xfrm>
            <a:off x="7562238" y="2127325"/>
            <a:ext cx="3578867" cy="3640283"/>
            <a:chOff x="7562238" y="2127325"/>
            <a:chExt cx="3578867" cy="3640283"/>
          </a:xfrm>
        </p:grpSpPr>
        <p:cxnSp>
          <p:nvCxnSpPr>
            <p:cNvPr id="830" name="Straight Connector 829"/>
            <p:cNvCxnSpPr/>
            <p:nvPr/>
          </p:nvCxnSpPr>
          <p:spPr>
            <a:xfrm flipH="1" flipV="1">
              <a:off x="10559920" y="3580125"/>
              <a:ext cx="412964" cy="63712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7" name="Straight Connector 826"/>
            <p:cNvCxnSpPr/>
            <p:nvPr/>
          </p:nvCxnSpPr>
          <p:spPr>
            <a:xfrm flipH="1" flipV="1">
              <a:off x="10660835" y="3640684"/>
              <a:ext cx="345866" cy="738975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5" name="Straight Connector 824"/>
            <p:cNvCxnSpPr/>
            <p:nvPr/>
          </p:nvCxnSpPr>
          <p:spPr>
            <a:xfrm flipV="1">
              <a:off x="10636897" y="3633421"/>
              <a:ext cx="335987" cy="39534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3" name="Straight Connector 822"/>
            <p:cNvCxnSpPr/>
            <p:nvPr/>
          </p:nvCxnSpPr>
          <p:spPr>
            <a:xfrm flipH="1" flipV="1">
              <a:off x="10570774" y="3594896"/>
              <a:ext cx="1" cy="48574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9" name="Straight Connector 818"/>
            <p:cNvCxnSpPr/>
            <p:nvPr/>
          </p:nvCxnSpPr>
          <p:spPr>
            <a:xfrm flipH="1" flipV="1">
              <a:off x="10550620" y="4071642"/>
              <a:ext cx="508543" cy="348647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8" name="Straight Connector 817"/>
            <p:cNvCxnSpPr/>
            <p:nvPr/>
          </p:nvCxnSpPr>
          <p:spPr>
            <a:xfrm flipH="1">
              <a:off x="9895195" y="4087742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6" name="Straight Connector 815"/>
            <p:cNvCxnSpPr/>
            <p:nvPr/>
          </p:nvCxnSpPr>
          <p:spPr>
            <a:xfrm flipH="1">
              <a:off x="9219616" y="4087742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3" name="Straight Connector 812"/>
            <p:cNvCxnSpPr/>
            <p:nvPr/>
          </p:nvCxnSpPr>
          <p:spPr>
            <a:xfrm flipH="1">
              <a:off x="9276868" y="3507672"/>
              <a:ext cx="382424" cy="51705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1" name="Straight Connector 810"/>
            <p:cNvCxnSpPr/>
            <p:nvPr/>
          </p:nvCxnSpPr>
          <p:spPr>
            <a:xfrm>
              <a:off x="9733069" y="3507672"/>
              <a:ext cx="0" cy="540294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8" name="Straight Connector 807"/>
            <p:cNvCxnSpPr/>
            <p:nvPr/>
          </p:nvCxnSpPr>
          <p:spPr>
            <a:xfrm>
              <a:off x="10137668" y="2754692"/>
              <a:ext cx="488174" cy="839333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3" name="Straight Connector 562"/>
            <p:cNvCxnSpPr/>
            <p:nvPr/>
          </p:nvCxnSpPr>
          <p:spPr>
            <a:xfrm flipH="1">
              <a:off x="9798719" y="2695013"/>
              <a:ext cx="380432" cy="694807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03" name="Group 802"/>
            <p:cNvGrpSpPr/>
            <p:nvPr/>
          </p:nvGrpSpPr>
          <p:grpSpPr>
            <a:xfrm>
              <a:off x="7562238" y="2127325"/>
              <a:ext cx="3578867" cy="3640283"/>
              <a:chOff x="7562238" y="2127325"/>
              <a:chExt cx="3578867" cy="3640283"/>
            </a:xfrm>
          </p:grpSpPr>
          <p:grpSp>
            <p:nvGrpSpPr>
              <p:cNvPr id="800" name="Group 799"/>
              <p:cNvGrpSpPr/>
              <p:nvPr/>
            </p:nvGrpSpPr>
            <p:grpSpPr>
              <a:xfrm>
                <a:off x="7857253" y="2127325"/>
                <a:ext cx="3283852" cy="3640283"/>
                <a:chOff x="7881336" y="2104198"/>
                <a:chExt cx="3283852" cy="3640283"/>
              </a:xfrm>
            </p:grpSpPr>
            <p:sp>
              <p:nvSpPr>
                <p:cNvPr id="22" name="Line 428"/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813692" y="5228612"/>
                  <a:ext cx="388062" cy="756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dirty="0"/>
                </a:p>
              </p:txBody>
            </p:sp>
            <p:sp>
              <p:nvSpPr>
                <p:cNvPr id="24" name="Line 430"/>
                <p:cNvSpPr>
                  <a:spLocks noChangeShapeType="1"/>
                </p:cNvSpPr>
                <p:nvPr/>
              </p:nvSpPr>
              <p:spPr bwMode="auto">
                <a:xfrm rot="16200000">
                  <a:off x="10234009" y="5382159"/>
                  <a:ext cx="0" cy="11430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dirty="0"/>
                </a:p>
              </p:txBody>
            </p:sp>
            <p:sp>
              <p:nvSpPr>
                <p:cNvPr id="25" name="Line 431"/>
                <p:cNvSpPr>
                  <a:spLocks noChangeShapeType="1"/>
                </p:cNvSpPr>
                <p:nvPr/>
              </p:nvSpPr>
              <p:spPr bwMode="auto">
                <a:xfrm>
                  <a:off x="9457042" y="4815390"/>
                  <a:ext cx="524483" cy="261537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6" name="Line 432"/>
                <p:cNvSpPr>
                  <a:spLocks noChangeShapeType="1"/>
                </p:cNvSpPr>
                <p:nvPr/>
              </p:nvSpPr>
              <p:spPr bwMode="auto">
                <a:xfrm flipV="1">
                  <a:off x="8874149" y="4815390"/>
                  <a:ext cx="569255" cy="24626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7" name="Line 433"/>
                <p:cNvSpPr>
                  <a:spLocks noChangeShapeType="1"/>
                </p:cNvSpPr>
                <p:nvPr/>
              </p:nvSpPr>
              <p:spPr bwMode="auto">
                <a:xfrm flipV="1">
                  <a:off x="8845827" y="5085749"/>
                  <a:ext cx="1030502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8" name="Line 435"/>
                <p:cNvSpPr>
                  <a:spLocks noChangeShapeType="1"/>
                </p:cNvSpPr>
                <p:nvPr/>
              </p:nvSpPr>
              <p:spPr bwMode="auto">
                <a:xfrm>
                  <a:off x="8234290" y="5094207"/>
                  <a:ext cx="22680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9" name="Line 436"/>
                <p:cNvSpPr>
                  <a:spLocks noChangeShapeType="1"/>
                </p:cNvSpPr>
                <p:nvPr/>
              </p:nvSpPr>
              <p:spPr bwMode="auto">
                <a:xfrm flipV="1">
                  <a:off x="7972450" y="5267343"/>
                  <a:ext cx="41275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0" name="Line 439"/>
                <p:cNvSpPr>
                  <a:spLocks noChangeShapeType="1"/>
                </p:cNvSpPr>
                <p:nvPr/>
              </p:nvSpPr>
              <p:spPr bwMode="auto">
                <a:xfrm flipH="1">
                  <a:off x="8397900" y="5259125"/>
                  <a:ext cx="68080" cy="2939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1" name="Line 440"/>
                <p:cNvSpPr>
                  <a:spLocks noChangeShapeType="1"/>
                </p:cNvSpPr>
                <p:nvPr/>
              </p:nvSpPr>
              <p:spPr bwMode="auto">
                <a:xfrm flipH="1" flipV="1">
                  <a:off x="8512814" y="5284804"/>
                  <a:ext cx="280374" cy="26987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2" name="Line 441"/>
                <p:cNvSpPr>
                  <a:spLocks noChangeShapeType="1"/>
                </p:cNvSpPr>
                <p:nvPr/>
              </p:nvSpPr>
              <p:spPr bwMode="auto">
                <a:xfrm>
                  <a:off x="8512814" y="5234921"/>
                  <a:ext cx="914184" cy="46862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3" name="Line 443"/>
                <p:cNvSpPr>
                  <a:spLocks noChangeShapeType="1"/>
                </p:cNvSpPr>
                <p:nvPr/>
              </p:nvSpPr>
              <p:spPr bwMode="auto">
                <a:xfrm>
                  <a:off x="8271861" y="3806843"/>
                  <a:ext cx="0" cy="13176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9" name="Line 449"/>
                <p:cNvSpPr>
                  <a:spLocks noChangeShapeType="1"/>
                </p:cNvSpPr>
                <p:nvPr/>
              </p:nvSpPr>
              <p:spPr bwMode="auto">
                <a:xfrm flipV="1">
                  <a:off x="7881336" y="4017980"/>
                  <a:ext cx="168275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528" name="Line 428"/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909628" y="5560344"/>
                  <a:ext cx="366793" cy="1482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dirty="0"/>
                </a:p>
              </p:txBody>
            </p:sp>
            <p:sp>
              <p:nvSpPr>
                <p:cNvPr id="537" name="Line 440"/>
                <p:cNvSpPr>
                  <a:spLocks noChangeShapeType="1"/>
                </p:cNvSpPr>
                <p:nvPr/>
              </p:nvSpPr>
              <p:spPr bwMode="auto">
                <a:xfrm flipV="1">
                  <a:off x="8483508" y="5013435"/>
                  <a:ext cx="404236" cy="207771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cxnSp>
              <p:nvCxnSpPr>
                <p:cNvPr id="564" name="Straight Connector 563"/>
                <p:cNvCxnSpPr/>
                <p:nvPr/>
              </p:nvCxnSpPr>
              <p:spPr>
                <a:xfrm flipH="1">
                  <a:off x="10124718" y="2146305"/>
                  <a:ext cx="761467" cy="577355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5" name="Straight Connector 564"/>
                <p:cNvCxnSpPr/>
                <p:nvPr/>
              </p:nvCxnSpPr>
              <p:spPr>
                <a:xfrm flipH="1">
                  <a:off x="10124718" y="2245186"/>
                  <a:ext cx="3970" cy="51846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6" name="Straight Connector 565"/>
                <p:cNvCxnSpPr/>
                <p:nvPr/>
              </p:nvCxnSpPr>
              <p:spPr>
                <a:xfrm flipH="1">
                  <a:off x="10696218" y="2177379"/>
                  <a:ext cx="149360" cy="51846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7" name="Straight Connector 566"/>
                <p:cNvCxnSpPr/>
                <p:nvPr/>
              </p:nvCxnSpPr>
              <p:spPr>
                <a:xfrm flipH="1">
                  <a:off x="10166249" y="2695840"/>
                  <a:ext cx="574283" cy="2782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8" name="Straight Connector 567"/>
                <p:cNvCxnSpPr/>
                <p:nvPr/>
              </p:nvCxnSpPr>
              <p:spPr>
                <a:xfrm flipH="1">
                  <a:off x="10093625" y="2146305"/>
                  <a:ext cx="788589" cy="9888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9" name="Straight Connector 568"/>
                <p:cNvCxnSpPr/>
                <p:nvPr/>
              </p:nvCxnSpPr>
              <p:spPr>
                <a:xfrm flipH="1">
                  <a:off x="10886186" y="2104198"/>
                  <a:ext cx="279002" cy="42107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0" name="Straight Connector 569"/>
                <p:cNvCxnSpPr/>
                <p:nvPr/>
              </p:nvCxnSpPr>
              <p:spPr>
                <a:xfrm flipH="1" flipV="1">
                  <a:off x="10706077" y="2695840"/>
                  <a:ext cx="353541" cy="67807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4" name="Straight Connector 573"/>
                <p:cNvCxnSpPr/>
                <p:nvPr/>
              </p:nvCxnSpPr>
              <p:spPr>
                <a:xfrm flipH="1">
                  <a:off x="8793306" y="2245186"/>
                  <a:ext cx="1300319" cy="606622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3" name="Line 541"/>
                <p:cNvSpPr>
                  <a:spLocks noChangeShapeType="1"/>
                </p:cNvSpPr>
                <p:nvPr/>
              </p:nvSpPr>
              <p:spPr bwMode="auto">
                <a:xfrm flipV="1">
                  <a:off x="9402788" y="4090252"/>
                  <a:ext cx="429324" cy="705603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" name="Line 424"/>
                <p:cNvSpPr>
                  <a:spLocks noChangeShapeType="1"/>
                </p:cNvSpPr>
                <p:nvPr/>
              </p:nvSpPr>
              <p:spPr bwMode="auto">
                <a:xfrm flipV="1">
                  <a:off x="8268637" y="4024329"/>
                  <a:ext cx="969051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pic>
            <p:nvPicPr>
              <p:cNvPr id="262" name="Picture 778" descr="antenna_radiation_stylized"/>
              <p:cNvPicPr>
                <a:picLocks noChangeAspect="1"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562238" y="3813930"/>
                <a:ext cx="506412" cy="10600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60" name="Picture 781" descr="antenna_radiation_stylized"/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242073" y="5480938"/>
                <a:ext cx="452014" cy="9515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2" name="Picture 799" descr="cell_tower_radiation copy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80866" y="2158167"/>
                <a:ext cx="457200" cy="3327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3" name="Oval 800"/>
              <p:cNvSpPr>
                <a:spLocks noChangeArrowheads="1"/>
              </p:cNvSpPr>
              <p:nvPr/>
            </p:nvSpPr>
            <p:spPr bwMode="auto">
              <a:xfrm>
                <a:off x="8174541" y="2292995"/>
                <a:ext cx="52388" cy="49485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</p:grpSp>
      <p:grpSp>
        <p:nvGrpSpPr>
          <p:cNvPr id="787" name="Group 786"/>
          <p:cNvGrpSpPr/>
          <p:nvPr/>
        </p:nvGrpSpPr>
        <p:grpSpPr>
          <a:xfrm>
            <a:off x="7414072" y="1891912"/>
            <a:ext cx="1909777" cy="938011"/>
            <a:chOff x="7432700" y="1830405"/>
            <a:chExt cx="1909777" cy="938011"/>
          </a:xfrm>
        </p:grpSpPr>
        <p:grpSp>
          <p:nvGrpSpPr>
            <p:cNvPr id="49" name="Group 652"/>
            <p:cNvGrpSpPr/>
            <p:nvPr/>
          </p:nvGrpSpPr>
          <p:grpSpPr bwMode="auto">
            <a:xfrm>
              <a:off x="7743850" y="1830405"/>
              <a:ext cx="415925" cy="385763"/>
              <a:chOff x="2751" y="1851"/>
              <a:chExt cx="462" cy="478"/>
            </a:xfrm>
          </p:grpSpPr>
          <p:pic>
            <p:nvPicPr>
              <p:cNvPr id="359" name="Picture 653" descr="iphone_stylized_small"/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60" name="Picture 654" descr="antenna_radiation_stylized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785" name="Group 784"/>
            <p:cNvGrpSpPr/>
            <p:nvPr/>
          </p:nvGrpSpPr>
          <p:grpSpPr>
            <a:xfrm>
              <a:off x="7432700" y="2327293"/>
              <a:ext cx="534987" cy="407988"/>
              <a:chOff x="7432700" y="2327293"/>
              <a:chExt cx="534987" cy="407988"/>
            </a:xfrm>
          </p:grpSpPr>
          <p:pic>
            <p:nvPicPr>
              <p:cNvPr id="73" name="Picture 1017" descr="antenna_stylized"/>
              <p:cNvPicPr>
                <a:picLocks noChangeAspect="1" noChangeArrowheads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32700" y="2327293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4" name="Picture 1018" descr="laptop_keyboard"/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7458407" y="2575770"/>
                <a:ext cx="437221" cy="1595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5" name="Freeform 1019"/>
              <p:cNvSpPr/>
              <p:nvPr/>
            </p:nvSpPr>
            <p:spPr bwMode="auto">
              <a:xfrm>
                <a:off x="7603304" y="2420984"/>
                <a:ext cx="351919" cy="208167"/>
              </a:xfrm>
              <a:custGeom>
                <a:avLst/>
                <a:gdLst>
                  <a:gd name="T0" fmla="*/ 775798119 w 2982"/>
                  <a:gd name="T1" fmla="*/ 0 h 2442"/>
                  <a:gd name="T2" fmla="*/ 0 w 2982"/>
                  <a:gd name="T3" fmla="*/ 211226083 h 2442"/>
                  <a:gd name="T4" fmla="*/ 2147483646 w 2982"/>
                  <a:gd name="T5" fmla="*/ 263880059 h 2442"/>
                  <a:gd name="T6" fmla="*/ 2147483646 w 2982"/>
                  <a:gd name="T7" fmla="*/ 52653891 h 2442"/>
                  <a:gd name="T8" fmla="*/ 775798119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en-US" dirty="0"/>
              </a:p>
            </p:txBody>
          </p:sp>
          <p:pic>
            <p:nvPicPr>
              <p:cNvPr id="76" name="Picture 1020" descr="screen"/>
              <p:cNvPicPr>
                <a:picLocks noChangeAspect="1" noChangeArrowheads="1"/>
              </p:cNvPicPr>
              <p:nvPr/>
            </p:nvPicPr>
            <p:blipFill>
              <a:blip r:embed="rId8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20637" y="2426338"/>
                <a:ext cx="319785" cy="18942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7" name="Freeform 1021"/>
              <p:cNvSpPr/>
              <p:nvPr/>
            </p:nvSpPr>
            <p:spPr bwMode="auto">
              <a:xfrm>
                <a:off x="7667378" y="2414843"/>
                <a:ext cx="298167" cy="38736"/>
              </a:xfrm>
              <a:custGeom>
                <a:avLst/>
                <a:gdLst>
                  <a:gd name="T0" fmla="*/ 193616298 w 2528"/>
                  <a:gd name="T1" fmla="*/ 0 h 455"/>
                  <a:gd name="T2" fmla="*/ 2147483646 w 2528"/>
                  <a:gd name="T3" fmla="*/ 52445139 h 455"/>
                  <a:gd name="T4" fmla="*/ 2147483646 w 2528"/>
                  <a:gd name="T5" fmla="*/ 52445139 h 455"/>
                  <a:gd name="T6" fmla="*/ 0 w 2528"/>
                  <a:gd name="T7" fmla="*/ 52445139 h 455"/>
                  <a:gd name="T8" fmla="*/ 193616298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78" name="Freeform 1022"/>
              <p:cNvSpPr/>
              <p:nvPr/>
            </p:nvSpPr>
            <p:spPr bwMode="auto">
              <a:xfrm>
                <a:off x="7600188" y="2414528"/>
                <a:ext cx="82770" cy="161243"/>
              </a:xfrm>
              <a:custGeom>
                <a:avLst/>
                <a:gdLst>
                  <a:gd name="T0" fmla="*/ 773664160 w 702"/>
                  <a:gd name="T1" fmla="*/ 0 h 1893"/>
                  <a:gd name="T2" fmla="*/ 0 w 702"/>
                  <a:gd name="T3" fmla="*/ 210739916 h 1893"/>
                  <a:gd name="T4" fmla="*/ 193416040 w 702"/>
                  <a:gd name="T5" fmla="*/ 210739916 h 1893"/>
                  <a:gd name="T6" fmla="*/ 967080200 w 702"/>
                  <a:gd name="T7" fmla="*/ 52529017 h 1893"/>
                  <a:gd name="T8" fmla="*/ 773664160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79" name="Freeform 1023"/>
              <p:cNvSpPr/>
              <p:nvPr/>
            </p:nvSpPr>
            <p:spPr bwMode="auto">
              <a:xfrm>
                <a:off x="7874205" y="2443344"/>
                <a:ext cx="89197" cy="186122"/>
              </a:xfrm>
              <a:custGeom>
                <a:avLst/>
                <a:gdLst>
                  <a:gd name="T0" fmla="*/ 969024527 w 756"/>
                  <a:gd name="T1" fmla="*/ 0 h 2184"/>
                  <a:gd name="T2" fmla="*/ 193802074 w 756"/>
                  <a:gd name="T3" fmla="*/ 263660221 h 2184"/>
                  <a:gd name="T4" fmla="*/ 0 w 756"/>
                  <a:gd name="T5" fmla="*/ 263660221 h 2184"/>
                  <a:gd name="T6" fmla="*/ 775222454 w 756"/>
                  <a:gd name="T7" fmla="*/ 52610059 h 2184"/>
                  <a:gd name="T8" fmla="*/ 969024527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0" name="Freeform 1024"/>
              <p:cNvSpPr/>
              <p:nvPr/>
            </p:nvSpPr>
            <p:spPr bwMode="auto">
              <a:xfrm>
                <a:off x="7599214" y="2567582"/>
                <a:ext cx="327185" cy="62828"/>
              </a:xfrm>
              <a:custGeom>
                <a:avLst/>
                <a:gdLst>
                  <a:gd name="T0" fmla="*/ 193829444 w 2773"/>
                  <a:gd name="T1" fmla="*/ 0 h 738"/>
                  <a:gd name="T2" fmla="*/ 0 w 2773"/>
                  <a:gd name="T3" fmla="*/ 52443587 h 738"/>
                  <a:gd name="T4" fmla="*/ 2147483646 w 2773"/>
                  <a:gd name="T5" fmla="*/ 104894411 h 738"/>
                  <a:gd name="T6" fmla="*/ 2147483646 w 2773"/>
                  <a:gd name="T7" fmla="*/ 52443587 h 738"/>
                  <a:gd name="T8" fmla="*/ 193829444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1" name="Freeform 1025"/>
              <p:cNvSpPr/>
              <p:nvPr/>
            </p:nvSpPr>
            <p:spPr bwMode="auto">
              <a:xfrm>
                <a:off x="7884138" y="2444918"/>
                <a:ext cx="83549" cy="186909"/>
              </a:xfrm>
              <a:custGeom>
                <a:avLst/>
                <a:gdLst>
                  <a:gd name="T0" fmla="*/ 2147483646 w 637"/>
                  <a:gd name="T1" fmla="*/ 0 h 1659"/>
                  <a:gd name="T2" fmla="*/ 2147483646 w 637"/>
                  <a:gd name="T3" fmla="*/ 0 h 1659"/>
                  <a:gd name="T4" fmla="*/ 295581541 w 637"/>
                  <a:gd name="T5" fmla="*/ 2147483646 h 1659"/>
                  <a:gd name="T6" fmla="*/ 0 w 637"/>
                  <a:gd name="T7" fmla="*/ 2147483646 h 1659"/>
                  <a:gd name="T8" fmla="*/ 2147483646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2" name="Freeform 1026"/>
              <p:cNvSpPr/>
              <p:nvPr/>
            </p:nvSpPr>
            <p:spPr bwMode="auto">
              <a:xfrm>
                <a:off x="7599603" y="2575928"/>
                <a:ext cx="290961" cy="62041"/>
              </a:xfrm>
              <a:custGeom>
                <a:avLst/>
                <a:gdLst>
                  <a:gd name="T0" fmla="*/ 0 w 2216"/>
                  <a:gd name="T1" fmla="*/ 0 h 550"/>
                  <a:gd name="T2" fmla="*/ 296523134 w 2216"/>
                  <a:gd name="T3" fmla="*/ 324379338 h 550"/>
                  <a:gd name="T4" fmla="*/ 2147483646 w 2216"/>
                  <a:gd name="T5" fmla="*/ 2147483646 h 550"/>
                  <a:gd name="T6" fmla="*/ 2147483646 w 2216"/>
                  <a:gd name="T7" fmla="*/ 2147483646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grpSp>
            <p:nvGrpSpPr>
              <p:cNvPr id="83" name="Group 1027"/>
              <p:cNvGrpSpPr/>
              <p:nvPr/>
            </p:nvGrpSpPr>
            <p:grpSpPr bwMode="auto">
              <a:xfrm>
                <a:off x="7594735" y="2642220"/>
                <a:ext cx="98740" cy="36846"/>
                <a:chOff x="1740" y="2642"/>
                <a:chExt cx="752" cy="327"/>
              </a:xfrm>
            </p:grpSpPr>
            <p:sp>
              <p:nvSpPr>
                <p:cNvPr id="169" name="Freeform 1028"/>
                <p:cNvSpPr/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0" name="Freeform 1029"/>
                <p:cNvSpPr/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1" name="Freeform 1030"/>
                <p:cNvSpPr/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2" name="Freeform 1031"/>
                <p:cNvSpPr/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" name="Freeform 1032"/>
                <p:cNvSpPr/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4" name="Freeform 1033"/>
                <p:cNvSpPr/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sp>
            <p:nvSpPr>
              <p:cNvPr id="84" name="Freeform 1034"/>
              <p:cNvSpPr/>
              <p:nvPr/>
            </p:nvSpPr>
            <p:spPr bwMode="auto">
              <a:xfrm>
                <a:off x="7763780" y="2647731"/>
                <a:ext cx="119578" cy="80936"/>
              </a:xfrm>
              <a:custGeom>
                <a:avLst/>
                <a:gdLst>
                  <a:gd name="T0" fmla="*/ 213221464 w 990"/>
                  <a:gd name="T1" fmla="*/ 1090686587 h 792"/>
                  <a:gd name="T2" fmla="*/ 1915477586 w 990"/>
                  <a:gd name="T3" fmla="*/ 0 h 792"/>
                  <a:gd name="T4" fmla="*/ 1915477586 w 990"/>
                  <a:gd name="T5" fmla="*/ 108859840 h 792"/>
                  <a:gd name="T6" fmla="*/ 0 w 990"/>
                  <a:gd name="T7" fmla="*/ 1090686587 h 792"/>
                  <a:gd name="T8" fmla="*/ 213221464 w 990"/>
                  <a:gd name="T9" fmla="*/ 1090686587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5" name="Freeform 1035"/>
              <p:cNvSpPr/>
              <p:nvPr/>
            </p:nvSpPr>
            <p:spPr bwMode="auto">
              <a:xfrm>
                <a:off x="7458602" y="2654187"/>
                <a:ext cx="305957" cy="73850"/>
              </a:xfrm>
              <a:custGeom>
                <a:avLst/>
                <a:gdLst>
                  <a:gd name="T0" fmla="*/ 213486572 w 2532"/>
                  <a:gd name="T1" fmla="*/ 0 h 723"/>
                  <a:gd name="T2" fmla="*/ 213486572 w 2532"/>
                  <a:gd name="T3" fmla="*/ 0 h 723"/>
                  <a:gd name="T4" fmla="*/ 2147483646 w 2532"/>
                  <a:gd name="T5" fmla="*/ 979380008 h 723"/>
                  <a:gd name="T6" fmla="*/ 2147483646 w 2532"/>
                  <a:gd name="T7" fmla="*/ 1088085165 h 723"/>
                  <a:gd name="T8" fmla="*/ 0 w 2532"/>
                  <a:gd name="T9" fmla="*/ 108705259 h 723"/>
                  <a:gd name="T10" fmla="*/ 21348657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6" name="Freeform 1036"/>
              <p:cNvSpPr/>
              <p:nvPr/>
            </p:nvSpPr>
            <p:spPr bwMode="auto">
              <a:xfrm>
                <a:off x="7458797" y="2640645"/>
                <a:ext cx="3311" cy="14959"/>
              </a:xfrm>
              <a:custGeom>
                <a:avLst/>
                <a:gdLst>
                  <a:gd name="T0" fmla="*/ 262278191 w 26"/>
                  <a:gd name="T1" fmla="*/ 107489981 h 147"/>
                  <a:gd name="T2" fmla="*/ 262278191 w 26"/>
                  <a:gd name="T3" fmla="*/ 214969480 h 147"/>
                  <a:gd name="T4" fmla="*/ 0 w 26"/>
                  <a:gd name="T5" fmla="*/ 214969480 h 147"/>
                  <a:gd name="T6" fmla="*/ 262278191 w 26"/>
                  <a:gd name="T7" fmla="*/ 0 h 147"/>
                  <a:gd name="T8" fmla="*/ 262278191 w 26"/>
                  <a:gd name="T9" fmla="*/ 10748998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7" name="Freeform 1037"/>
              <p:cNvSpPr/>
              <p:nvPr/>
            </p:nvSpPr>
            <p:spPr bwMode="auto">
              <a:xfrm>
                <a:off x="7458992" y="2579707"/>
                <a:ext cx="142170" cy="61883"/>
              </a:xfrm>
              <a:custGeom>
                <a:avLst/>
                <a:gdLst>
                  <a:gd name="T0" fmla="*/ 2136125890 w 1176"/>
                  <a:gd name="T1" fmla="*/ 0 h 606"/>
                  <a:gd name="T2" fmla="*/ 0 w 1176"/>
                  <a:gd name="T3" fmla="*/ 870000945 h 606"/>
                  <a:gd name="T4" fmla="*/ 213789467 w 1176"/>
                  <a:gd name="T5" fmla="*/ 870000945 h 606"/>
                  <a:gd name="T6" fmla="*/ 2136125890 w 1176"/>
                  <a:gd name="T7" fmla="*/ 108617123 h 606"/>
                  <a:gd name="T8" fmla="*/ 2136125890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8" name="Freeform 1038"/>
              <p:cNvSpPr/>
              <p:nvPr/>
            </p:nvSpPr>
            <p:spPr bwMode="auto">
              <a:xfrm>
                <a:off x="7468535" y="2643795"/>
                <a:ext cx="290182" cy="71016"/>
              </a:xfrm>
              <a:custGeom>
                <a:avLst/>
                <a:gdLst>
                  <a:gd name="T0" fmla="*/ 173112702 w 2532"/>
                  <a:gd name="T1" fmla="*/ 0 h 723"/>
                  <a:gd name="T2" fmla="*/ 173112702 w 2532"/>
                  <a:gd name="T3" fmla="*/ 0 h 723"/>
                  <a:gd name="T4" fmla="*/ 2069773885 w 2532"/>
                  <a:gd name="T5" fmla="*/ 558173482 h 723"/>
                  <a:gd name="T6" fmla="*/ 2069773885 w 2532"/>
                  <a:gd name="T7" fmla="*/ 558173482 h 723"/>
                  <a:gd name="T8" fmla="*/ 0 w 2532"/>
                  <a:gd name="T9" fmla="*/ 92871346 h 723"/>
                  <a:gd name="T10" fmla="*/ 17311270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9" name="Freeform 1039"/>
              <p:cNvSpPr/>
              <p:nvPr/>
            </p:nvSpPr>
            <p:spPr bwMode="auto">
              <a:xfrm flipV="1">
                <a:off x="7758327" y="2638756"/>
                <a:ext cx="118410" cy="73535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962694895 h 723"/>
                  <a:gd name="T6" fmla="*/ 0 w 2532"/>
                  <a:gd name="T7" fmla="*/ 962694895 h 723"/>
                  <a:gd name="T8" fmla="*/ 0 w 2532"/>
                  <a:gd name="T9" fmla="*/ 107314314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grpSp>
          <p:nvGrpSpPr>
            <p:cNvPr id="740" name="Group 739"/>
            <p:cNvGrpSpPr/>
            <p:nvPr/>
          </p:nvGrpSpPr>
          <p:grpSpPr>
            <a:xfrm>
              <a:off x="8631407" y="2290407"/>
              <a:ext cx="530702" cy="478009"/>
              <a:chOff x="8631407" y="2290407"/>
              <a:chExt cx="530702" cy="478009"/>
            </a:xfrm>
          </p:grpSpPr>
          <p:pic>
            <p:nvPicPr>
              <p:cNvPr id="110" name="Picture 568" descr="light2.png"/>
              <p:cNvPicPr>
                <a:picLocks noChangeAspect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8825293" y="2362969"/>
                <a:ext cx="92772" cy="40544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1" name="Picture 1017" descr="antenna_stylized"/>
              <p:cNvPicPr>
                <a:picLocks noChangeAspect="1" noChangeArrowheads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31407" y="2290407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786" name="Group 785"/>
            <p:cNvGrpSpPr/>
            <p:nvPr/>
          </p:nvGrpSpPr>
          <p:grpSpPr>
            <a:xfrm>
              <a:off x="8493165" y="2029804"/>
              <a:ext cx="849312" cy="226109"/>
              <a:chOff x="8493165" y="2029804"/>
              <a:chExt cx="849312" cy="226109"/>
            </a:xfrm>
          </p:grpSpPr>
          <p:pic>
            <p:nvPicPr>
              <p:cNvPr id="48" name="Picture 603" descr="car_icon_small"/>
              <p:cNvPicPr>
                <a:picLocks noChangeAspect="1" noChangeArrowheads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493165" y="2087638"/>
                <a:ext cx="849312" cy="1682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2" name="Picture 1017" descr="antenna_stylized"/>
              <p:cNvPicPr>
                <a:picLocks noChangeAspect="1" noChangeArrowheads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04645" y="2029804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793" name="Group 792"/>
          <p:cNvGrpSpPr/>
          <p:nvPr/>
        </p:nvGrpSpPr>
        <p:grpSpPr>
          <a:xfrm>
            <a:off x="7468516" y="3357611"/>
            <a:ext cx="857739" cy="583764"/>
            <a:chOff x="7487144" y="3296104"/>
            <a:chExt cx="857739" cy="583764"/>
          </a:xfrm>
        </p:grpSpPr>
        <p:grpSp>
          <p:nvGrpSpPr>
            <p:cNvPr id="792" name="Group 791"/>
            <p:cNvGrpSpPr/>
            <p:nvPr/>
          </p:nvGrpSpPr>
          <p:grpSpPr>
            <a:xfrm>
              <a:off x="7487144" y="3389820"/>
              <a:ext cx="350807" cy="305517"/>
              <a:chOff x="7487144" y="3389820"/>
              <a:chExt cx="350807" cy="305517"/>
            </a:xfrm>
          </p:grpSpPr>
          <p:pic>
            <p:nvPicPr>
              <p:cNvPr id="91" name="Picture 1115" descr="antenna_stylized"/>
              <p:cNvPicPr>
                <a:picLocks noChangeAspect="1" noChangeArrowheads="1"/>
              </p:cNvPicPr>
              <p:nvPr/>
            </p:nvPicPr>
            <p:blipFill>
              <a:blip r:embed="rId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87144" y="3389820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92" name="Picture 1116" descr="laptop_keyboard"/>
              <p:cNvPicPr>
                <a:picLocks noChangeAspect="1" noChangeArrowheads="1"/>
              </p:cNvPicPr>
              <p:nvPr/>
            </p:nvPicPr>
            <p:blipFill>
              <a:blip r:embed="rId1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7504001" y="3575889"/>
                <a:ext cx="286699" cy="1194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3" name="Freeform 1117"/>
              <p:cNvSpPr/>
              <p:nvPr/>
            </p:nvSpPr>
            <p:spPr bwMode="auto">
              <a:xfrm>
                <a:off x="7599014" y="3459979"/>
                <a:ext cx="230764" cy="155883"/>
              </a:xfrm>
              <a:custGeom>
                <a:avLst/>
                <a:gdLst>
                  <a:gd name="T0" fmla="*/ 143665061 w 2982"/>
                  <a:gd name="T1" fmla="*/ 0 h 2442"/>
                  <a:gd name="T2" fmla="*/ 0 w 2982"/>
                  <a:gd name="T3" fmla="*/ 66329557 h 2442"/>
                  <a:gd name="T4" fmla="*/ 573719931 w 2982"/>
                  <a:gd name="T5" fmla="*/ 82975142 h 2442"/>
                  <a:gd name="T6" fmla="*/ 717384993 w 2982"/>
                  <a:gd name="T7" fmla="*/ 16645585 h 2442"/>
                  <a:gd name="T8" fmla="*/ 14366506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en-US" dirty="0"/>
              </a:p>
            </p:txBody>
          </p:sp>
          <p:pic>
            <p:nvPicPr>
              <p:cNvPr id="94" name="Picture 1118" descr="screen"/>
              <p:cNvPicPr>
                <a:picLocks noChangeAspect="1" noChangeArrowheads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10380" y="3463988"/>
                <a:ext cx="209692" cy="1418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5" name="Freeform 1119"/>
              <p:cNvSpPr/>
              <p:nvPr/>
            </p:nvSpPr>
            <p:spPr bwMode="auto">
              <a:xfrm>
                <a:off x="7641029" y="3455381"/>
                <a:ext cx="195517" cy="29007"/>
              </a:xfrm>
              <a:custGeom>
                <a:avLst/>
                <a:gdLst>
                  <a:gd name="T0" fmla="*/ 35620212 w 2528"/>
                  <a:gd name="T1" fmla="*/ 0 h 455"/>
                  <a:gd name="T2" fmla="*/ 608343257 w 2528"/>
                  <a:gd name="T3" fmla="*/ 16582250 h 455"/>
                  <a:gd name="T4" fmla="*/ 572256449 w 2528"/>
                  <a:gd name="T5" fmla="*/ 16582250 h 455"/>
                  <a:gd name="T6" fmla="*/ 0 w 2528"/>
                  <a:gd name="T7" fmla="*/ 16582250 h 455"/>
                  <a:gd name="T8" fmla="*/ 35620212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96" name="Freeform 1120"/>
              <p:cNvSpPr/>
              <p:nvPr/>
            </p:nvSpPr>
            <p:spPr bwMode="auto">
              <a:xfrm>
                <a:off x="7596971" y="3455145"/>
                <a:ext cx="54275" cy="120745"/>
              </a:xfrm>
              <a:custGeom>
                <a:avLst/>
                <a:gdLst>
                  <a:gd name="T0" fmla="*/ 142804406 w 702"/>
                  <a:gd name="T1" fmla="*/ 0 h 1893"/>
                  <a:gd name="T2" fmla="*/ 0 w 702"/>
                  <a:gd name="T3" fmla="*/ 66174575 h 1893"/>
                  <a:gd name="T4" fmla="*/ 35584530 w 702"/>
                  <a:gd name="T5" fmla="*/ 66174575 h 1893"/>
                  <a:gd name="T6" fmla="*/ 178855222 w 702"/>
                  <a:gd name="T7" fmla="*/ 16607700 h 1893"/>
                  <a:gd name="T8" fmla="*/ 142804406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97" name="Freeform 1121"/>
              <p:cNvSpPr/>
              <p:nvPr/>
            </p:nvSpPr>
            <p:spPr bwMode="auto">
              <a:xfrm>
                <a:off x="7776652" y="3476723"/>
                <a:ext cx="58489" cy="139375"/>
              </a:xfrm>
              <a:custGeom>
                <a:avLst/>
                <a:gdLst>
                  <a:gd name="T0" fmla="*/ 179213623 w 756"/>
                  <a:gd name="T1" fmla="*/ 0 h 2184"/>
                  <a:gd name="T2" fmla="*/ 35656008 w 756"/>
                  <a:gd name="T3" fmla="*/ 82904513 h 2184"/>
                  <a:gd name="T4" fmla="*/ 0 w 756"/>
                  <a:gd name="T5" fmla="*/ 82904513 h 2184"/>
                  <a:gd name="T6" fmla="*/ 143090785 w 756"/>
                  <a:gd name="T7" fmla="*/ 16632211 h 2184"/>
                  <a:gd name="T8" fmla="*/ 179213623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98" name="Freeform 1122"/>
              <p:cNvSpPr/>
              <p:nvPr/>
            </p:nvSpPr>
            <p:spPr bwMode="auto">
              <a:xfrm>
                <a:off x="7596332" y="3569758"/>
                <a:ext cx="214545" cy="47048"/>
              </a:xfrm>
              <a:custGeom>
                <a:avLst/>
                <a:gdLst>
                  <a:gd name="T0" fmla="*/ 35658648 w 2773"/>
                  <a:gd name="T1" fmla="*/ 0 h 738"/>
                  <a:gd name="T2" fmla="*/ 0 w 2773"/>
                  <a:gd name="T3" fmla="*/ 16581742 h 738"/>
                  <a:gd name="T4" fmla="*/ 573357470 w 2773"/>
                  <a:gd name="T5" fmla="*/ 33163485 h 738"/>
                  <a:gd name="T6" fmla="*/ 573357470 w 2773"/>
                  <a:gd name="T7" fmla="*/ 16581742 h 738"/>
                  <a:gd name="T8" fmla="*/ 35658648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99" name="Freeform 1123"/>
              <p:cNvSpPr/>
              <p:nvPr/>
            </p:nvSpPr>
            <p:spPr bwMode="auto">
              <a:xfrm>
                <a:off x="7783165" y="3477902"/>
                <a:ext cx="54786" cy="139965"/>
              </a:xfrm>
              <a:custGeom>
                <a:avLst/>
                <a:gdLst>
                  <a:gd name="T0" fmla="*/ 656550006 w 637"/>
                  <a:gd name="T1" fmla="*/ 0 h 1659"/>
                  <a:gd name="T2" fmla="*/ 656550006 w 637"/>
                  <a:gd name="T3" fmla="*/ 0 h 1659"/>
                  <a:gd name="T4" fmla="*/ 54716163 w 637"/>
                  <a:gd name="T5" fmla="*/ 2147483646 h 1659"/>
                  <a:gd name="T6" fmla="*/ 0 w 637"/>
                  <a:gd name="T7" fmla="*/ 2147483646 h 1659"/>
                  <a:gd name="T8" fmla="*/ 656550006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0" name="Freeform 1124"/>
              <p:cNvSpPr/>
              <p:nvPr/>
            </p:nvSpPr>
            <p:spPr bwMode="auto">
              <a:xfrm>
                <a:off x="7596588" y="3576007"/>
                <a:ext cx="190792" cy="46458"/>
              </a:xfrm>
              <a:custGeom>
                <a:avLst/>
                <a:gdLst>
                  <a:gd name="T0" fmla="*/ 0 w 2216"/>
                  <a:gd name="T1" fmla="*/ 0 h 550"/>
                  <a:gd name="T2" fmla="*/ 54884212 w 2216"/>
                  <a:gd name="T3" fmla="*/ 101852492 h 550"/>
                  <a:gd name="T4" fmla="*/ 2147483646 w 2216"/>
                  <a:gd name="T5" fmla="*/ 1017940055 h 550"/>
                  <a:gd name="T6" fmla="*/ 2147483646 w 2216"/>
                  <a:gd name="T7" fmla="*/ 865464562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grpSp>
            <p:nvGrpSpPr>
              <p:cNvPr id="101" name="Group 1125"/>
              <p:cNvGrpSpPr/>
              <p:nvPr/>
            </p:nvGrpSpPr>
            <p:grpSpPr bwMode="auto">
              <a:xfrm>
                <a:off x="7593395" y="3625649"/>
                <a:ext cx="64747" cy="27592"/>
                <a:chOff x="1740" y="2642"/>
                <a:chExt cx="752" cy="327"/>
              </a:xfrm>
            </p:grpSpPr>
            <p:sp>
              <p:nvSpPr>
                <p:cNvPr id="140" name="Freeform 1126"/>
                <p:cNvSpPr/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1" name="Freeform 1127"/>
                <p:cNvSpPr/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2" name="Freeform 1128"/>
                <p:cNvSpPr/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3" name="Freeform 1129"/>
                <p:cNvSpPr/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4" name="Freeform 1130"/>
                <p:cNvSpPr/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5" name="Freeform 1131"/>
                <p:cNvSpPr/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sp>
            <p:nvSpPr>
              <p:cNvPr id="102" name="Freeform 1132"/>
              <p:cNvSpPr/>
              <p:nvPr/>
            </p:nvSpPr>
            <p:spPr bwMode="auto">
              <a:xfrm>
                <a:off x="7704243" y="3629776"/>
                <a:ext cx="78411" cy="60608"/>
              </a:xfrm>
              <a:custGeom>
                <a:avLst/>
                <a:gdLst>
                  <a:gd name="T0" fmla="*/ 39250883 w 990"/>
                  <a:gd name="T1" fmla="*/ 342828616 h 792"/>
                  <a:gd name="T2" fmla="*/ 354255671 w 990"/>
                  <a:gd name="T3" fmla="*/ 0 h 792"/>
                  <a:gd name="T4" fmla="*/ 354255671 w 990"/>
                  <a:gd name="T5" fmla="*/ 34504242 h 792"/>
                  <a:gd name="T6" fmla="*/ 0 w 990"/>
                  <a:gd name="T7" fmla="*/ 342828616 h 792"/>
                  <a:gd name="T8" fmla="*/ 39250883 w 990"/>
                  <a:gd name="T9" fmla="*/ 342828616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3" name="Freeform 1133"/>
              <p:cNvSpPr/>
              <p:nvPr/>
            </p:nvSpPr>
            <p:spPr bwMode="auto">
              <a:xfrm>
                <a:off x="7504129" y="3634611"/>
                <a:ext cx="200625" cy="55302"/>
              </a:xfrm>
              <a:custGeom>
                <a:avLst/>
                <a:gdLst>
                  <a:gd name="T0" fmla="*/ 39302216 w 2532"/>
                  <a:gd name="T1" fmla="*/ 0 h 723"/>
                  <a:gd name="T2" fmla="*/ 39302216 w 2532"/>
                  <a:gd name="T3" fmla="*/ 0 h 723"/>
                  <a:gd name="T4" fmla="*/ 867084690 w 2532"/>
                  <a:gd name="T5" fmla="*/ 307891170 h 723"/>
                  <a:gd name="T6" fmla="*/ 867084690 w 2532"/>
                  <a:gd name="T7" fmla="*/ 342351506 h 723"/>
                  <a:gd name="T8" fmla="*/ 0 w 2532"/>
                  <a:gd name="T9" fmla="*/ 34009889 h 723"/>
                  <a:gd name="T10" fmla="*/ 39302216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4" name="Freeform 1134"/>
              <p:cNvSpPr/>
              <p:nvPr/>
            </p:nvSpPr>
            <p:spPr bwMode="auto">
              <a:xfrm>
                <a:off x="7504257" y="3624470"/>
                <a:ext cx="2171" cy="11202"/>
              </a:xfrm>
              <a:custGeom>
                <a:avLst/>
                <a:gdLst>
                  <a:gd name="T0" fmla="*/ 48903362 w 26"/>
                  <a:gd name="T1" fmla="*/ 33634500 h 147"/>
                  <a:gd name="T2" fmla="*/ 48903362 w 26"/>
                  <a:gd name="T3" fmla="*/ 67263209 h 147"/>
                  <a:gd name="T4" fmla="*/ 0 w 26"/>
                  <a:gd name="T5" fmla="*/ 67263209 h 147"/>
                  <a:gd name="T6" fmla="*/ 48903362 w 26"/>
                  <a:gd name="T7" fmla="*/ 0 h 147"/>
                  <a:gd name="T8" fmla="*/ 48903362 w 26"/>
                  <a:gd name="T9" fmla="*/ 33634500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5" name="Freeform 1135"/>
              <p:cNvSpPr/>
              <p:nvPr/>
            </p:nvSpPr>
            <p:spPr bwMode="auto">
              <a:xfrm>
                <a:off x="7504384" y="3578837"/>
                <a:ext cx="93225" cy="46340"/>
              </a:xfrm>
              <a:custGeom>
                <a:avLst/>
                <a:gdLst>
                  <a:gd name="T0" fmla="*/ 395043791 w 1176"/>
                  <a:gd name="T1" fmla="*/ 0 h 606"/>
                  <a:gd name="T2" fmla="*/ 0 w 1176"/>
                  <a:gd name="T3" fmla="*/ 273654982 h 606"/>
                  <a:gd name="T4" fmla="*/ 39357994 w 1176"/>
                  <a:gd name="T5" fmla="*/ 273654982 h 606"/>
                  <a:gd name="T6" fmla="*/ 395043791 w 1176"/>
                  <a:gd name="T7" fmla="*/ 33985420 h 606"/>
                  <a:gd name="T8" fmla="*/ 39504379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6" name="Freeform 1136"/>
              <p:cNvSpPr/>
              <p:nvPr/>
            </p:nvSpPr>
            <p:spPr bwMode="auto">
              <a:xfrm>
                <a:off x="7510642" y="3626829"/>
                <a:ext cx="190281" cy="53180"/>
              </a:xfrm>
              <a:custGeom>
                <a:avLst/>
                <a:gdLst>
                  <a:gd name="T0" fmla="*/ 31829833 w 2532"/>
                  <a:gd name="T1" fmla="*/ 0 h 723"/>
                  <a:gd name="T2" fmla="*/ 31829833 w 2532"/>
                  <a:gd name="T3" fmla="*/ 0 h 723"/>
                  <a:gd name="T4" fmla="*/ 382827787 w 2532"/>
                  <a:gd name="T5" fmla="*/ 175498781 h 723"/>
                  <a:gd name="T6" fmla="*/ 382827787 w 2532"/>
                  <a:gd name="T7" fmla="*/ 175498781 h 723"/>
                  <a:gd name="T8" fmla="*/ 0 w 2532"/>
                  <a:gd name="T9" fmla="*/ 29448186 h 723"/>
                  <a:gd name="T10" fmla="*/ 31829833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7" name="Freeform 1137"/>
              <p:cNvSpPr/>
              <p:nvPr/>
            </p:nvSpPr>
            <p:spPr bwMode="auto">
              <a:xfrm flipV="1">
                <a:off x="7700668" y="3623055"/>
                <a:ext cx="77645" cy="55066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302641137 h 723"/>
                  <a:gd name="T6" fmla="*/ 0 w 2532"/>
                  <a:gd name="T7" fmla="*/ 302641137 h 723"/>
                  <a:gd name="T8" fmla="*/ 0 w 2532"/>
                  <a:gd name="T9" fmla="*/ 33575256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grpSp>
          <p:nvGrpSpPr>
            <p:cNvPr id="108" name="Group 1139"/>
            <p:cNvGrpSpPr/>
            <p:nvPr/>
          </p:nvGrpSpPr>
          <p:grpSpPr bwMode="auto">
            <a:xfrm flipH="1">
              <a:off x="7985622" y="3537823"/>
              <a:ext cx="359261" cy="342045"/>
              <a:chOff x="2839" y="3501"/>
              <a:chExt cx="755" cy="803"/>
            </a:xfrm>
          </p:grpSpPr>
          <p:pic>
            <p:nvPicPr>
              <p:cNvPr id="138" name="Picture 1140" descr="desktop_computer_stylized_medium"/>
              <p:cNvPicPr>
                <a:picLocks noChangeAspect="1" noChangeArrowheads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39" name="Freeform 1141"/>
              <p:cNvSpPr/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prstDash val="solid"/>
                    <a:round/>
                  </a14:hiddenLine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</p:grpSp>
        <p:grpSp>
          <p:nvGrpSpPr>
            <p:cNvPr id="694" name="Group 693"/>
            <p:cNvGrpSpPr/>
            <p:nvPr/>
          </p:nvGrpSpPr>
          <p:grpSpPr>
            <a:xfrm>
              <a:off x="7797061" y="3296104"/>
              <a:ext cx="347997" cy="396620"/>
              <a:chOff x="7797061" y="3296104"/>
              <a:chExt cx="347997" cy="396620"/>
            </a:xfrm>
          </p:grpSpPr>
          <p:pic>
            <p:nvPicPr>
              <p:cNvPr id="113" name="Picture 571" descr="fridge2.png"/>
              <p:cNvPicPr>
                <a:picLocks noChangeAspect="1"/>
              </p:cNvPicPr>
              <p:nvPr/>
            </p:nvPicPr>
            <p:blipFill>
              <a:blip r:embed="rId1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96825" y="3355697"/>
                <a:ext cx="189578" cy="3370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4" name="Picture 1115" descr="antenna_stylized"/>
              <p:cNvPicPr>
                <a:picLocks noChangeAspect="1" noChangeArrowheads="1"/>
              </p:cNvPicPr>
              <p:nvPr/>
            </p:nvPicPr>
            <p:blipFill>
              <a:blip r:embed="rId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97061" y="3296104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795" name="Group 794"/>
          <p:cNvGrpSpPr/>
          <p:nvPr/>
        </p:nvGrpSpPr>
        <p:grpSpPr>
          <a:xfrm>
            <a:off x="11039945" y="3460672"/>
            <a:ext cx="518448" cy="1212242"/>
            <a:chOff x="11058573" y="3399165"/>
            <a:chExt cx="518448" cy="1212242"/>
          </a:xfrm>
        </p:grpSpPr>
        <p:grpSp>
          <p:nvGrpSpPr>
            <p:cNvPr id="375" name="Group 374"/>
            <p:cNvGrpSpPr/>
            <p:nvPr/>
          </p:nvGrpSpPr>
          <p:grpSpPr>
            <a:xfrm>
              <a:off x="11087182" y="4159591"/>
              <a:ext cx="489839" cy="451816"/>
              <a:chOff x="5103720" y="2693365"/>
              <a:chExt cx="611650" cy="414788"/>
            </a:xfrm>
          </p:grpSpPr>
          <p:cxnSp>
            <p:nvCxnSpPr>
              <p:cNvPr id="376" name="Straight Connector 375"/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78" name="Group 377"/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379" name="Picture 378" descr="server_rack.png"/>
                <p:cNvPicPr>
                  <a:picLocks noChangeAspect="1"/>
                </p:cNvPicPr>
                <p:nvPr/>
              </p:nvPicPr>
              <p:blipFill>
                <a:blip r:embed="rId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80" name="Picture 379" descr="server_rack.png"/>
                <p:cNvPicPr>
                  <a:picLocks noChangeAspect="1"/>
                </p:cNvPicPr>
                <p:nvPr/>
              </p:nvPicPr>
              <p:blipFill>
                <a:blip r:embed="rId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81" name="Picture 380" descr="server_rack.png"/>
                <p:cNvPicPr>
                  <a:picLocks noChangeAspect="1"/>
                </p:cNvPicPr>
                <p:nvPr/>
              </p:nvPicPr>
              <p:blipFill>
                <a:blip r:embed="rId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392" name="Group 391"/>
            <p:cNvGrpSpPr/>
            <p:nvPr/>
          </p:nvGrpSpPr>
          <p:grpSpPr>
            <a:xfrm>
              <a:off x="11058573" y="3399165"/>
              <a:ext cx="423724" cy="405973"/>
              <a:chOff x="5103720" y="2693365"/>
              <a:chExt cx="611650" cy="414788"/>
            </a:xfrm>
          </p:grpSpPr>
          <p:cxnSp>
            <p:nvCxnSpPr>
              <p:cNvPr id="393" name="Straight Connector 392"/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95" name="Group 394"/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396" name="Picture 395" descr="server_rack.png"/>
                <p:cNvPicPr>
                  <a:picLocks noChangeAspect="1"/>
                </p:cNvPicPr>
                <p:nvPr/>
              </p:nvPicPr>
              <p:blipFill>
                <a:blip r:embed="rId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97" name="Picture 396" descr="server_rack.png"/>
                <p:cNvPicPr>
                  <a:picLocks noChangeAspect="1"/>
                </p:cNvPicPr>
                <p:nvPr/>
              </p:nvPicPr>
              <p:blipFill>
                <a:blip r:embed="rId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98" name="Picture 397" descr="server_rack.png"/>
                <p:cNvPicPr>
                  <a:picLocks noChangeAspect="1"/>
                </p:cNvPicPr>
                <p:nvPr/>
              </p:nvPicPr>
              <p:blipFill>
                <a:blip r:embed="rId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71" name="Group 950"/>
          <p:cNvGrpSpPr/>
          <p:nvPr/>
        </p:nvGrpSpPr>
        <p:grpSpPr bwMode="auto">
          <a:xfrm>
            <a:off x="10263913" y="5306138"/>
            <a:ext cx="177192" cy="330833"/>
            <a:chOff x="4140" y="429"/>
            <a:chExt cx="1425" cy="2396"/>
          </a:xfrm>
        </p:grpSpPr>
        <p:sp>
          <p:nvSpPr>
            <p:cNvPr id="207" name="Freeform 951"/>
            <p:cNvSpPr/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8" name="Rectangle 952"/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09" name="Freeform 953"/>
            <p:cNvSpPr/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0" name="Freeform 954"/>
            <p:cNvSpPr/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1" name="Rectangle 955"/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212" name="Group 956"/>
            <p:cNvGrpSpPr/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37" name="AutoShape 957"/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38" name="AutoShape 958"/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3" name="Rectangle 959"/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214" name="Group 960"/>
            <p:cNvGrpSpPr/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35" name="AutoShape 961"/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36" name="AutoShape 962"/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5" name="Rectangle 963"/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16" name="Rectangle 964"/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217" name="Group 965"/>
            <p:cNvGrpSpPr/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33" name="AutoShape 966"/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34" name="AutoShape 967"/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8" name="Freeform 968"/>
            <p:cNvSpPr/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219" name="Group 969"/>
            <p:cNvGrpSpPr/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31" name="AutoShape 970"/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32" name="AutoShape 971"/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20" name="Rectangle 972"/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21" name="Freeform 973"/>
            <p:cNvSpPr/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22" name="Freeform 974"/>
            <p:cNvSpPr/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23" name="Oval 975"/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24" name="Freeform 976"/>
            <p:cNvSpPr/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25" name="AutoShape 977"/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26" name="AutoShape 978"/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27" name="Oval 979"/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28" name="Oval 980"/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 dirty="0">
                <a:solidFill>
                  <a:srgbClr val="FF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29" name="Oval 981"/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30" name="Rectangle 982"/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</p:grpSp>
      <p:grpSp>
        <p:nvGrpSpPr>
          <p:cNvPr id="44" name="Group 590"/>
          <p:cNvGrpSpPr/>
          <p:nvPr/>
        </p:nvGrpSpPr>
        <p:grpSpPr bwMode="auto">
          <a:xfrm flipH="1">
            <a:off x="7955853" y="4932348"/>
            <a:ext cx="345630" cy="320302"/>
            <a:chOff x="2839" y="3501"/>
            <a:chExt cx="755" cy="803"/>
          </a:xfrm>
        </p:grpSpPr>
        <p:pic>
          <p:nvPicPr>
            <p:cNvPr id="367" name="Picture 591" descr="desktop_computer_stylized_medium"/>
            <p:cNvPicPr>
              <a:picLocks noChangeAspect="1" noChangeArrowheads="1"/>
            </p:cNvPicPr>
            <p:nvPr/>
          </p:nvPicPr>
          <p:blipFill>
            <a:blip r:embed="rId1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8" name="Freeform 592"/>
            <p:cNvSpPr/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90" name="Group 1064"/>
          <p:cNvGrpSpPr/>
          <p:nvPr/>
        </p:nvGrpSpPr>
        <p:grpSpPr bwMode="auto">
          <a:xfrm>
            <a:off x="9010801" y="5861358"/>
            <a:ext cx="310186" cy="307808"/>
            <a:chOff x="877" y="1008"/>
            <a:chExt cx="2747" cy="2591"/>
          </a:xfrm>
        </p:grpSpPr>
        <p:pic>
          <p:nvPicPr>
            <p:cNvPr id="146" name="Picture 1065" descr="antenna_stylized"/>
            <p:cNvPicPr>
              <a:picLocks noChangeAspect="1" noChangeArrowheads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7" name="Picture 1066" descr="laptop_keyboard"/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8" name="Freeform 1067"/>
            <p:cNvSpPr/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en-US" dirty="0"/>
            </a:p>
          </p:txBody>
        </p:sp>
        <p:pic>
          <p:nvPicPr>
            <p:cNvPr id="149" name="Picture 1068" descr="screen"/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0" name="Freeform 1069"/>
            <p:cNvSpPr/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1" name="Freeform 1070"/>
            <p:cNvSpPr/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2" name="Freeform 1071"/>
            <p:cNvSpPr/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3" name="Freeform 1072"/>
            <p:cNvSpPr/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4" name="Freeform 1073"/>
            <p:cNvSpPr/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5" name="Freeform 1074"/>
            <p:cNvSpPr/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156" name="Group 1075"/>
            <p:cNvGrpSpPr/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163" name="Freeform 1076"/>
              <p:cNvSpPr/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4" name="Freeform 1077"/>
              <p:cNvSpPr/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5" name="Freeform 1078"/>
              <p:cNvSpPr/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6" name="Freeform 1079"/>
              <p:cNvSpPr/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7" name="Freeform 1080"/>
              <p:cNvSpPr/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8" name="Freeform 1081"/>
              <p:cNvSpPr/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157" name="Freeform 1082"/>
            <p:cNvSpPr/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8" name="Freeform 1083"/>
            <p:cNvSpPr/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9" name="Freeform 1084"/>
            <p:cNvSpPr/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0" name="Freeform 1085"/>
            <p:cNvSpPr/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1" name="Freeform 1086"/>
            <p:cNvSpPr/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2" name="Freeform 1087"/>
            <p:cNvSpPr/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487" name="Group 590"/>
          <p:cNvGrpSpPr/>
          <p:nvPr/>
        </p:nvGrpSpPr>
        <p:grpSpPr bwMode="auto">
          <a:xfrm flipH="1">
            <a:off x="7748979" y="5313247"/>
            <a:ext cx="345630" cy="320302"/>
            <a:chOff x="2839" y="3501"/>
            <a:chExt cx="755" cy="803"/>
          </a:xfrm>
        </p:grpSpPr>
        <p:pic>
          <p:nvPicPr>
            <p:cNvPr id="488" name="Picture 591" descr="desktop_computer_stylized_medium"/>
            <p:cNvPicPr>
              <a:picLocks noChangeAspect="1" noChangeArrowheads="1"/>
            </p:cNvPicPr>
            <p:nvPr/>
          </p:nvPicPr>
          <p:blipFill>
            <a:blip r:embed="rId1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89" name="Freeform 592"/>
            <p:cNvSpPr/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490" name="Group 590"/>
          <p:cNvGrpSpPr/>
          <p:nvPr/>
        </p:nvGrpSpPr>
        <p:grpSpPr bwMode="auto">
          <a:xfrm flipH="1">
            <a:off x="8128907" y="5536844"/>
            <a:ext cx="345630" cy="320302"/>
            <a:chOff x="2839" y="3501"/>
            <a:chExt cx="755" cy="803"/>
          </a:xfrm>
        </p:grpSpPr>
        <p:pic>
          <p:nvPicPr>
            <p:cNvPr id="491" name="Picture 591" descr="desktop_computer_stylized_medium"/>
            <p:cNvPicPr>
              <a:picLocks noChangeAspect="1" noChangeArrowheads="1"/>
            </p:cNvPicPr>
            <p:nvPr/>
          </p:nvPicPr>
          <p:blipFill>
            <a:blip r:embed="rId1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2" name="Freeform 592"/>
            <p:cNvSpPr/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493" name="Group 590"/>
          <p:cNvGrpSpPr/>
          <p:nvPr/>
        </p:nvGrpSpPr>
        <p:grpSpPr bwMode="auto">
          <a:xfrm flipH="1">
            <a:off x="8527132" y="5558317"/>
            <a:ext cx="345630" cy="320302"/>
            <a:chOff x="2839" y="3501"/>
            <a:chExt cx="755" cy="803"/>
          </a:xfrm>
        </p:grpSpPr>
        <p:pic>
          <p:nvPicPr>
            <p:cNvPr id="494" name="Picture 591" descr="desktop_computer_stylized_medium"/>
            <p:cNvPicPr>
              <a:picLocks noChangeAspect="1" noChangeArrowheads="1"/>
            </p:cNvPicPr>
            <p:nvPr/>
          </p:nvPicPr>
          <p:blipFill>
            <a:blip r:embed="rId1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5" name="Freeform 592"/>
            <p:cNvSpPr/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496" name="Group 1064"/>
          <p:cNvGrpSpPr/>
          <p:nvPr/>
        </p:nvGrpSpPr>
        <p:grpSpPr bwMode="auto">
          <a:xfrm>
            <a:off x="9647169" y="6015687"/>
            <a:ext cx="319264" cy="253379"/>
            <a:chOff x="877" y="1008"/>
            <a:chExt cx="2747" cy="2591"/>
          </a:xfrm>
        </p:grpSpPr>
        <p:pic>
          <p:nvPicPr>
            <p:cNvPr id="497" name="Picture 1065" descr="antenna_stylized"/>
            <p:cNvPicPr>
              <a:picLocks noChangeAspect="1" noChangeArrowheads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98" name="Picture 1066" descr="laptop_keyboard"/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9" name="Freeform 1067"/>
            <p:cNvSpPr/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en-US" dirty="0"/>
            </a:p>
          </p:txBody>
        </p:sp>
        <p:pic>
          <p:nvPicPr>
            <p:cNvPr id="500" name="Picture 1068" descr="screen"/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01" name="Freeform 1069"/>
            <p:cNvSpPr/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2" name="Freeform 1070"/>
            <p:cNvSpPr/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3" name="Freeform 1071"/>
            <p:cNvSpPr/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4" name="Freeform 1072"/>
            <p:cNvSpPr/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5" name="Freeform 1073"/>
            <p:cNvSpPr/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6" name="Freeform 1074"/>
            <p:cNvSpPr/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507" name="Group 1075"/>
            <p:cNvGrpSpPr/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514" name="Freeform 1076"/>
              <p:cNvSpPr/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515" name="Freeform 1077"/>
              <p:cNvSpPr/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516" name="Freeform 1078"/>
              <p:cNvSpPr/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517" name="Freeform 1079"/>
              <p:cNvSpPr/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518" name="Freeform 1080"/>
              <p:cNvSpPr/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519" name="Freeform 1081"/>
              <p:cNvSpPr/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508" name="Freeform 1082"/>
            <p:cNvSpPr/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9" name="Freeform 1083"/>
            <p:cNvSpPr/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10" name="Freeform 1084"/>
            <p:cNvSpPr/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11" name="Freeform 1085"/>
            <p:cNvSpPr/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12" name="Freeform 1086"/>
            <p:cNvSpPr/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13" name="Freeform 1087"/>
            <p:cNvSpPr/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72" name="Group 983"/>
          <p:cNvGrpSpPr/>
          <p:nvPr/>
        </p:nvGrpSpPr>
        <p:grpSpPr bwMode="auto">
          <a:xfrm>
            <a:off x="9992875" y="5668575"/>
            <a:ext cx="171450" cy="348944"/>
            <a:chOff x="4140" y="429"/>
            <a:chExt cx="1425" cy="2396"/>
          </a:xfrm>
        </p:grpSpPr>
        <p:sp>
          <p:nvSpPr>
            <p:cNvPr id="175" name="Freeform 984"/>
            <p:cNvSpPr/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6" name="Rectangle 985"/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77" name="Freeform 986"/>
            <p:cNvSpPr/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8" name="Freeform 987"/>
            <p:cNvSpPr/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9" name="Rectangle 988"/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180" name="Group 989"/>
            <p:cNvGrpSpPr/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05" name="AutoShape 990"/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06" name="AutoShape 991"/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1" name="Rectangle 992"/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182" name="Group 993"/>
            <p:cNvGrpSpPr/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03" name="AutoShape 994"/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04" name="AutoShape 995"/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3" name="Rectangle 996"/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84" name="Rectangle 997"/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185" name="Group 998"/>
            <p:cNvGrpSpPr/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01" name="AutoShape 999"/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02" name="AutoShape 1000"/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6" name="Freeform 1001"/>
            <p:cNvSpPr/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187" name="Group 1002"/>
            <p:cNvGrpSpPr/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9" name="AutoShape 1003"/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00" name="AutoShape 1004"/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8" name="Rectangle 1005"/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89" name="Freeform 1006"/>
            <p:cNvSpPr/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" name="Freeform 1007"/>
            <p:cNvSpPr/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1" name="Oval 1008"/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92" name="Freeform 1009"/>
            <p:cNvSpPr/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3" name="AutoShape 1010"/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94" name="AutoShape 1011"/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95" name="Oval 1012"/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96" name="Oval 1013"/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 dirty="0">
                <a:solidFill>
                  <a:srgbClr val="FF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197" name="Oval 1014"/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98" name="Rectangle 1015"/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</p:grpSp>
      <p:grpSp>
        <p:nvGrpSpPr>
          <p:cNvPr id="1024" name="Group 1023"/>
          <p:cNvGrpSpPr/>
          <p:nvPr/>
        </p:nvGrpSpPr>
        <p:grpSpPr>
          <a:xfrm>
            <a:off x="7613882" y="2107963"/>
            <a:ext cx="3540395" cy="3733733"/>
            <a:chOff x="7619038" y="2102861"/>
            <a:chExt cx="3540395" cy="3733733"/>
          </a:xfrm>
        </p:grpSpPr>
        <p:sp>
          <p:nvSpPr>
            <p:cNvPr id="239" name="Line 426"/>
            <p:cNvSpPr>
              <a:spLocks noChangeShapeType="1"/>
            </p:cNvSpPr>
            <p:nvPr/>
          </p:nvSpPr>
          <p:spPr bwMode="auto">
            <a:xfrm>
              <a:off x="8213016" y="2695257"/>
              <a:ext cx="227964" cy="17435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241" name="Group 783"/>
            <p:cNvGrpSpPr/>
            <p:nvPr/>
          </p:nvGrpSpPr>
          <p:grpSpPr bwMode="auto">
            <a:xfrm>
              <a:off x="8055854" y="2304274"/>
              <a:ext cx="298450" cy="464008"/>
              <a:chOff x="3130" y="3288"/>
              <a:chExt cx="410" cy="742"/>
            </a:xfrm>
          </p:grpSpPr>
          <p:sp>
            <p:nvSpPr>
              <p:cNvPr id="244" name="Line 270"/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5" name="Line 271"/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6" name="Line 272"/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7" name="Line 273"/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8" name="Line 274"/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9" name="Line 275"/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0" name="Line 276"/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1" name="Line 277"/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2" name="Line 278"/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3" name="Line 279"/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4" name="Line 280"/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5" name="Line 281"/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6" name="Line 282"/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7" name="Line 283"/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8" name="Line 284"/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</p:grpSp>
        <p:pic>
          <p:nvPicPr>
            <p:cNvPr id="261" name="Picture 777" descr="access_point_stylized_small"/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19038" y="3856797"/>
              <a:ext cx="370169" cy="3067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59" name="Picture 780" descr="access_point_stylized_small"/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95766" y="5519130"/>
              <a:ext cx="380935" cy="3174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471" name="Group 470"/>
            <p:cNvGrpSpPr/>
            <p:nvPr/>
          </p:nvGrpSpPr>
          <p:grpSpPr>
            <a:xfrm>
              <a:off x="9788714" y="4984881"/>
              <a:ext cx="393760" cy="218578"/>
              <a:chOff x="7493876" y="2774731"/>
              <a:chExt cx="1481958" cy="894622"/>
            </a:xfrm>
          </p:grpSpPr>
          <p:sp>
            <p:nvSpPr>
              <p:cNvPr id="472" name="Freeform 471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  <a:endParaRPr lang="en-US" dirty="0"/>
              </a:p>
            </p:txBody>
          </p:sp>
          <p:sp>
            <p:nvSpPr>
              <p:cNvPr id="473" name="Oval 472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  <a:endParaRPr lang="en-US" dirty="0"/>
              </a:p>
            </p:txBody>
          </p:sp>
          <p:grpSp>
            <p:nvGrpSpPr>
              <p:cNvPr id="474" name="Group 473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75" name="Freeform 474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6" name="Freeform 475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7" name="Freeform 476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8" name="Freeform 477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20" name="Group 519"/>
            <p:cNvGrpSpPr/>
            <p:nvPr/>
          </p:nvGrpSpPr>
          <p:grpSpPr>
            <a:xfrm>
              <a:off x="9854521" y="5333935"/>
              <a:ext cx="309740" cy="190838"/>
              <a:chOff x="3668110" y="2448910"/>
              <a:chExt cx="3794234" cy="2165130"/>
            </a:xfrm>
          </p:grpSpPr>
          <p:sp>
            <p:nvSpPr>
              <p:cNvPr id="521" name="Rectangle 520"/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22" name="Freeform 521"/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523" name="Group 522"/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524" name="Freeform 523"/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25" name="Freeform 524"/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26" name="Freeform 525"/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27" name="Freeform 526"/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79" name="Group 478"/>
            <p:cNvGrpSpPr/>
            <p:nvPr/>
          </p:nvGrpSpPr>
          <p:grpSpPr>
            <a:xfrm>
              <a:off x="8681775" y="4962318"/>
              <a:ext cx="393760" cy="218578"/>
              <a:chOff x="7493876" y="2774731"/>
              <a:chExt cx="1481958" cy="894622"/>
            </a:xfrm>
          </p:grpSpPr>
          <p:sp>
            <p:nvSpPr>
              <p:cNvPr id="480" name="Freeform 479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  <a:endParaRPr lang="en-US" dirty="0"/>
              </a:p>
            </p:txBody>
          </p:sp>
          <p:sp>
            <p:nvSpPr>
              <p:cNvPr id="481" name="Oval 480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  <a:endParaRPr lang="en-US" dirty="0"/>
              </a:p>
            </p:txBody>
          </p:sp>
          <p:grpSp>
            <p:nvGrpSpPr>
              <p:cNvPr id="482" name="Group 481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83" name="Freeform 482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84" name="Freeform 483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85" name="Freeform 484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86" name="Freeform 485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29" name="Group 528"/>
            <p:cNvGrpSpPr/>
            <p:nvPr/>
          </p:nvGrpSpPr>
          <p:grpSpPr>
            <a:xfrm>
              <a:off x="8316676" y="5189331"/>
              <a:ext cx="309740" cy="190838"/>
              <a:chOff x="3668110" y="2448910"/>
              <a:chExt cx="3794234" cy="2165130"/>
            </a:xfrm>
          </p:grpSpPr>
          <p:sp>
            <p:nvSpPr>
              <p:cNvPr id="530" name="Rectangle 529"/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31" name="Freeform 530"/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532" name="Group 531"/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533" name="Freeform 532"/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34" name="Freeform 533"/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35" name="Freeform 534"/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36" name="Freeform 535"/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07" name="Group 406"/>
            <p:cNvGrpSpPr/>
            <p:nvPr/>
          </p:nvGrpSpPr>
          <p:grpSpPr>
            <a:xfrm>
              <a:off x="8444983" y="2807207"/>
              <a:ext cx="353678" cy="168275"/>
              <a:chOff x="7493876" y="2774731"/>
              <a:chExt cx="1481958" cy="894622"/>
            </a:xfrm>
          </p:grpSpPr>
          <p:sp>
            <p:nvSpPr>
              <p:cNvPr id="408" name="Freeform 407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  <a:endParaRPr lang="en-US" dirty="0"/>
              </a:p>
            </p:txBody>
          </p:sp>
          <p:sp>
            <p:nvSpPr>
              <p:cNvPr id="409" name="Oval 408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  <a:endParaRPr lang="en-US" dirty="0"/>
              </a:p>
            </p:txBody>
          </p:sp>
          <p:grpSp>
            <p:nvGrpSpPr>
              <p:cNvPr id="410" name="Group 409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1" name="Freeform 410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12" name="Freeform 411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13" name="Freeform 412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14" name="Freeform 413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15" name="Group 414"/>
            <p:cNvGrpSpPr/>
            <p:nvPr/>
          </p:nvGrpSpPr>
          <p:grpSpPr>
            <a:xfrm>
              <a:off x="8055226" y="3960892"/>
              <a:ext cx="354986" cy="175668"/>
              <a:chOff x="7493876" y="2774731"/>
              <a:chExt cx="1481958" cy="894622"/>
            </a:xfrm>
          </p:grpSpPr>
          <p:sp>
            <p:nvSpPr>
              <p:cNvPr id="416" name="Freeform 415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  <a:endParaRPr lang="en-US" dirty="0"/>
              </a:p>
            </p:txBody>
          </p:sp>
          <p:sp>
            <p:nvSpPr>
              <p:cNvPr id="417" name="Oval 416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  <a:endParaRPr lang="en-US" dirty="0"/>
              </a:p>
            </p:txBody>
          </p:sp>
          <p:grpSp>
            <p:nvGrpSpPr>
              <p:cNvPr id="418" name="Group 417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9" name="Freeform 418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20" name="Freeform 419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21" name="Freeform 420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22" name="Freeform 421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55" name="Group 454"/>
            <p:cNvGrpSpPr/>
            <p:nvPr/>
          </p:nvGrpSpPr>
          <p:grpSpPr>
            <a:xfrm>
              <a:off x="10889241" y="3596263"/>
              <a:ext cx="170989" cy="97052"/>
              <a:chOff x="7493876" y="2774731"/>
              <a:chExt cx="1481958" cy="894622"/>
            </a:xfrm>
          </p:grpSpPr>
          <p:sp>
            <p:nvSpPr>
              <p:cNvPr id="456" name="Freeform 455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  <a:endParaRPr lang="en-US" dirty="0"/>
              </a:p>
            </p:txBody>
          </p:sp>
          <p:sp>
            <p:nvSpPr>
              <p:cNvPr id="457" name="Oval 456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  <a:endParaRPr lang="en-US" dirty="0"/>
              </a:p>
            </p:txBody>
          </p:sp>
          <p:grpSp>
            <p:nvGrpSpPr>
              <p:cNvPr id="458" name="Group 457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9" name="Freeform 458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0" name="Freeform 459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1" name="Freeform 460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2" name="Freeform 461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615" name="Group 614"/>
            <p:cNvGrpSpPr/>
            <p:nvPr/>
          </p:nvGrpSpPr>
          <p:grpSpPr>
            <a:xfrm>
              <a:off x="10415765" y="3491036"/>
              <a:ext cx="353678" cy="198344"/>
              <a:chOff x="7493876" y="2774731"/>
              <a:chExt cx="1481958" cy="894622"/>
            </a:xfrm>
          </p:grpSpPr>
          <p:sp>
            <p:nvSpPr>
              <p:cNvPr id="616" name="Freeform 615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  <a:endParaRPr lang="en-US" dirty="0"/>
              </a:p>
            </p:txBody>
          </p:sp>
          <p:sp>
            <p:nvSpPr>
              <p:cNvPr id="617" name="Oval 616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  <a:endParaRPr lang="en-US" dirty="0"/>
              </a:p>
            </p:txBody>
          </p:sp>
          <p:grpSp>
            <p:nvGrpSpPr>
              <p:cNvPr id="618" name="Group 617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19" name="Freeform 618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0" name="Freeform 619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1" name="Freeform 620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2" name="Freeform 621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77" name="Group 576"/>
            <p:cNvGrpSpPr/>
            <p:nvPr/>
          </p:nvGrpSpPr>
          <p:grpSpPr>
            <a:xfrm>
              <a:off x="9953880" y="2197190"/>
              <a:ext cx="353678" cy="198344"/>
              <a:chOff x="7493876" y="2774731"/>
              <a:chExt cx="1481958" cy="894622"/>
            </a:xfrm>
          </p:grpSpPr>
          <p:sp>
            <p:nvSpPr>
              <p:cNvPr id="578" name="Freeform 577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  <a:endParaRPr lang="en-US" dirty="0"/>
              </a:p>
            </p:txBody>
          </p:sp>
          <p:sp>
            <p:nvSpPr>
              <p:cNvPr id="579" name="Oval 578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  <a:endParaRPr lang="en-US" dirty="0"/>
              </a:p>
            </p:txBody>
          </p:sp>
          <p:grpSp>
            <p:nvGrpSpPr>
              <p:cNvPr id="580" name="Group 579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81" name="Freeform 580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82" name="Freeform 581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83" name="Freeform 582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84" name="Freeform 583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93" name="Group 592"/>
            <p:cNvGrpSpPr/>
            <p:nvPr/>
          </p:nvGrpSpPr>
          <p:grpSpPr>
            <a:xfrm>
              <a:off x="10532370" y="2608265"/>
              <a:ext cx="353678" cy="198344"/>
              <a:chOff x="7493876" y="2774731"/>
              <a:chExt cx="1481958" cy="894622"/>
            </a:xfrm>
          </p:grpSpPr>
          <p:sp>
            <p:nvSpPr>
              <p:cNvPr id="594" name="Freeform 593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  <a:endParaRPr lang="en-US" dirty="0"/>
              </a:p>
            </p:txBody>
          </p:sp>
          <p:sp>
            <p:nvSpPr>
              <p:cNvPr id="595" name="Oval 594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  <a:endParaRPr lang="en-US" dirty="0"/>
              </a:p>
            </p:txBody>
          </p:sp>
          <p:grpSp>
            <p:nvGrpSpPr>
              <p:cNvPr id="596" name="Group 595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97" name="Freeform 596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8" name="Freeform 597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9" name="Freeform 598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0" name="Freeform 599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601" name="Group 600"/>
            <p:cNvGrpSpPr/>
            <p:nvPr/>
          </p:nvGrpSpPr>
          <p:grpSpPr>
            <a:xfrm>
              <a:off x="10648981" y="2102861"/>
              <a:ext cx="353678" cy="198344"/>
              <a:chOff x="7493876" y="2774731"/>
              <a:chExt cx="1481958" cy="894622"/>
            </a:xfrm>
          </p:grpSpPr>
          <p:sp>
            <p:nvSpPr>
              <p:cNvPr id="602" name="Freeform 601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  <a:endParaRPr lang="en-US" dirty="0"/>
              </a:p>
            </p:txBody>
          </p:sp>
          <p:sp>
            <p:nvSpPr>
              <p:cNvPr id="603" name="Oval 602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  <a:endParaRPr lang="en-US" dirty="0"/>
              </a:p>
            </p:txBody>
          </p:sp>
          <p:grpSp>
            <p:nvGrpSpPr>
              <p:cNvPr id="604" name="Group 603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05" name="Freeform 604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6" name="Freeform 605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7" name="Freeform 606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8" name="Freeform 607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54" name="Group 553"/>
            <p:cNvGrpSpPr/>
            <p:nvPr/>
          </p:nvGrpSpPr>
          <p:grpSpPr>
            <a:xfrm>
              <a:off x="9103944" y="3951522"/>
              <a:ext cx="367224" cy="240304"/>
              <a:chOff x="7493876" y="2774731"/>
              <a:chExt cx="1481958" cy="894622"/>
            </a:xfrm>
          </p:grpSpPr>
          <p:sp>
            <p:nvSpPr>
              <p:cNvPr id="555" name="Freeform 554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  <a:endParaRPr lang="en-US" dirty="0"/>
              </a:p>
            </p:txBody>
          </p:sp>
          <p:sp>
            <p:nvSpPr>
              <p:cNvPr id="556" name="Oval 555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  <a:endParaRPr lang="en-US" dirty="0"/>
              </a:p>
            </p:txBody>
          </p:sp>
          <p:grpSp>
            <p:nvGrpSpPr>
              <p:cNvPr id="557" name="Group 556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58" name="Freeform 557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9" name="Freeform 558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60" name="Freeform 559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61" name="Freeform 560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85" name="Group 584"/>
            <p:cNvGrpSpPr/>
            <p:nvPr/>
          </p:nvGrpSpPr>
          <p:grpSpPr>
            <a:xfrm>
              <a:off x="9985282" y="2656463"/>
              <a:ext cx="353678" cy="198344"/>
              <a:chOff x="7493876" y="2774731"/>
              <a:chExt cx="1481958" cy="894622"/>
            </a:xfrm>
          </p:grpSpPr>
          <p:sp>
            <p:nvSpPr>
              <p:cNvPr id="586" name="Freeform 585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  <a:endParaRPr lang="en-US" dirty="0"/>
              </a:p>
            </p:txBody>
          </p:sp>
          <p:sp>
            <p:nvSpPr>
              <p:cNvPr id="587" name="Oval 586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  <a:endParaRPr lang="en-US" dirty="0"/>
              </a:p>
            </p:txBody>
          </p:sp>
          <p:grpSp>
            <p:nvGrpSpPr>
              <p:cNvPr id="588" name="Group 587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89" name="Freeform 588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0" name="Freeform 589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1" name="Freeform 590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2" name="Freeform 591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38" name="Group 537"/>
            <p:cNvGrpSpPr/>
            <p:nvPr/>
          </p:nvGrpSpPr>
          <p:grpSpPr>
            <a:xfrm>
              <a:off x="9502294" y="3388930"/>
              <a:ext cx="367224" cy="240304"/>
              <a:chOff x="7493876" y="2774731"/>
              <a:chExt cx="1481958" cy="894622"/>
            </a:xfrm>
          </p:grpSpPr>
          <p:sp>
            <p:nvSpPr>
              <p:cNvPr id="539" name="Freeform 538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  <a:endParaRPr lang="en-US" dirty="0"/>
              </a:p>
            </p:txBody>
          </p:sp>
          <p:sp>
            <p:nvSpPr>
              <p:cNvPr id="540" name="Oval 539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  <a:endParaRPr lang="en-US" dirty="0"/>
              </a:p>
            </p:txBody>
          </p:sp>
          <p:grpSp>
            <p:nvGrpSpPr>
              <p:cNvPr id="541" name="Group 540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42" name="Freeform 541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43" name="Freeform 542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44" name="Freeform 543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45" name="Freeform 544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46" name="Group 545"/>
            <p:cNvGrpSpPr/>
            <p:nvPr/>
          </p:nvGrpSpPr>
          <p:grpSpPr>
            <a:xfrm>
              <a:off x="9606710" y="3994661"/>
              <a:ext cx="367224" cy="240304"/>
              <a:chOff x="7493876" y="2774731"/>
              <a:chExt cx="1481958" cy="894622"/>
            </a:xfrm>
          </p:grpSpPr>
          <p:sp>
            <p:nvSpPr>
              <p:cNvPr id="547" name="Freeform 546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  <a:endParaRPr lang="en-US" dirty="0"/>
              </a:p>
            </p:txBody>
          </p:sp>
          <p:sp>
            <p:nvSpPr>
              <p:cNvPr id="548" name="Oval 547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  <a:endParaRPr lang="en-US" dirty="0"/>
              </a:p>
            </p:txBody>
          </p:sp>
          <p:grpSp>
            <p:nvGrpSpPr>
              <p:cNvPr id="549" name="Group 548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50" name="Freeform 549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1" name="Freeform 550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2" name="Freeform 551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3" name="Freeform 552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623" name="Group 622"/>
            <p:cNvGrpSpPr/>
            <p:nvPr/>
          </p:nvGrpSpPr>
          <p:grpSpPr>
            <a:xfrm>
              <a:off x="10380415" y="3987223"/>
              <a:ext cx="353678" cy="198344"/>
              <a:chOff x="7493876" y="2774731"/>
              <a:chExt cx="1481958" cy="894622"/>
            </a:xfrm>
          </p:grpSpPr>
          <p:sp>
            <p:nvSpPr>
              <p:cNvPr id="624" name="Freeform 623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  <a:endParaRPr lang="en-US" dirty="0"/>
              </a:p>
            </p:txBody>
          </p:sp>
          <p:sp>
            <p:nvSpPr>
              <p:cNvPr id="625" name="Oval 624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  <a:endParaRPr lang="en-US" dirty="0"/>
              </a:p>
            </p:txBody>
          </p:sp>
          <p:grpSp>
            <p:nvGrpSpPr>
              <p:cNvPr id="626" name="Group 625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27" name="Freeform 626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8" name="Freeform 627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9" name="Freeform 628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30" name="Freeform 629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63" name="Group 462"/>
            <p:cNvGrpSpPr/>
            <p:nvPr/>
          </p:nvGrpSpPr>
          <p:grpSpPr>
            <a:xfrm>
              <a:off x="9253049" y="4770584"/>
              <a:ext cx="393760" cy="218578"/>
              <a:chOff x="7493876" y="2774731"/>
              <a:chExt cx="1481958" cy="894622"/>
            </a:xfrm>
          </p:grpSpPr>
          <p:sp>
            <p:nvSpPr>
              <p:cNvPr id="464" name="Freeform 463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  <a:endParaRPr lang="en-US" dirty="0"/>
              </a:p>
            </p:txBody>
          </p:sp>
          <p:sp>
            <p:nvSpPr>
              <p:cNvPr id="465" name="Oval 464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  <a:endParaRPr lang="en-US" dirty="0"/>
              </a:p>
            </p:txBody>
          </p:sp>
          <p:grpSp>
            <p:nvGrpSpPr>
              <p:cNvPr id="466" name="Group 465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67" name="Freeform 466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8" name="Freeform 467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9" name="Freeform 468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0" name="Freeform 469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47" name="Group 446"/>
            <p:cNvGrpSpPr/>
            <p:nvPr/>
          </p:nvGrpSpPr>
          <p:grpSpPr>
            <a:xfrm>
              <a:off x="10931138" y="4364023"/>
              <a:ext cx="228295" cy="120400"/>
              <a:chOff x="7493876" y="2774731"/>
              <a:chExt cx="1481958" cy="894622"/>
            </a:xfrm>
          </p:grpSpPr>
          <p:sp>
            <p:nvSpPr>
              <p:cNvPr id="448" name="Freeform 447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  <a:endParaRPr lang="en-US" dirty="0"/>
              </a:p>
            </p:txBody>
          </p:sp>
          <p:sp>
            <p:nvSpPr>
              <p:cNvPr id="449" name="Oval 448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  <a:endParaRPr lang="en-US" dirty="0"/>
              </a:p>
            </p:txBody>
          </p:sp>
          <p:grpSp>
            <p:nvGrpSpPr>
              <p:cNvPr id="450" name="Group 449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1" name="Freeform 450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52" name="Freeform 451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53" name="Freeform 452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54" name="Freeform 453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grpSp>
        <p:nvGrpSpPr>
          <p:cNvPr id="571" name="Group 570"/>
          <p:cNvGrpSpPr/>
          <p:nvPr/>
        </p:nvGrpSpPr>
        <p:grpSpPr>
          <a:xfrm>
            <a:off x="7562720" y="3698398"/>
            <a:ext cx="3589569" cy="1371857"/>
            <a:chOff x="7562720" y="3668418"/>
            <a:chExt cx="3589569" cy="1371857"/>
          </a:xfrm>
        </p:grpSpPr>
        <p:cxnSp>
          <p:nvCxnSpPr>
            <p:cNvPr id="572" name="Straight Connector 571"/>
            <p:cNvCxnSpPr/>
            <p:nvPr/>
          </p:nvCxnSpPr>
          <p:spPr>
            <a:xfrm flipH="1">
              <a:off x="8285300" y="3668418"/>
              <a:ext cx="2866989" cy="1371857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75" name="TextBox 574"/>
            <p:cNvSpPr txBox="1"/>
            <p:nvPr/>
          </p:nvSpPr>
          <p:spPr>
            <a:xfrm>
              <a:off x="7562720" y="4539626"/>
              <a:ext cx="62036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HTTP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576" name="Straight Connector 575"/>
            <p:cNvCxnSpPr/>
            <p:nvPr/>
          </p:nvCxnSpPr>
          <p:spPr>
            <a:xfrm>
              <a:off x="8099825" y="4723687"/>
              <a:ext cx="402218" cy="115861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11" name="Group 610"/>
          <p:cNvGrpSpPr/>
          <p:nvPr/>
        </p:nvGrpSpPr>
        <p:grpSpPr>
          <a:xfrm>
            <a:off x="6371219" y="2787535"/>
            <a:ext cx="1271296" cy="663792"/>
            <a:chOff x="6371219" y="2787535"/>
            <a:chExt cx="1271296" cy="663792"/>
          </a:xfrm>
        </p:grpSpPr>
        <p:cxnSp>
          <p:nvCxnSpPr>
            <p:cNvPr id="631" name="Straight Connector 630"/>
            <p:cNvCxnSpPr/>
            <p:nvPr/>
          </p:nvCxnSpPr>
          <p:spPr>
            <a:xfrm>
              <a:off x="7631020" y="2787535"/>
              <a:ext cx="11495" cy="663792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1" name="TextBox 650"/>
            <p:cNvSpPr txBox="1"/>
            <p:nvPr/>
          </p:nvSpPr>
          <p:spPr>
            <a:xfrm>
              <a:off x="6371219" y="2944679"/>
              <a:ext cx="665567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Skype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652" name="Straight Connector 651"/>
            <p:cNvCxnSpPr/>
            <p:nvPr/>
          </p:nvCxnSpPr>
          <p:spPr>
            <a:xfrm>
              <a:off x="6973411" y="3119431"/>
              <a:ext cx="559043" cy="0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54" name="Group 653"/>
          <p:cNvGrpSpPr/>
          <p:nvPr/>
        </p:nvGrpSpPr>
        <p:grpSpPr>
          <a:xfrm>
            <a:off x="9218788" y="2327787"/>
            <a:ext cx="2594095" cy="1025465"/>
            <a:chOff x="9218788" y="2327787"/>
            <a:chExt cx="2594095" cy="1025465"/>
          </a:xfrm>
        </p:grpSpPr>
        <p:cxnSp>
          <p:nvCxnSpPr>
            <p:cNvPr id="656" name="Straight Connector 655"/>
            <p:cNvCxnSpPr/>
            <p:nvPr/>
          </p:nvCxnSpPr>
          <p:spPr>
            <a:xfrm>
              <a:off x="9218788" y="2327787"/>
              <a:ext cx="1698979" cy="1025465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9" name="TextBox 658"/>
            <p:cNvSpPr txBox="1"/>
            <p:nvPr/>
          </p:nvSpPr>
          <p:spPr>
            <a:xfrm>
              <a:off x="10772213" y="2684297"/>
              <a:ext cx="1040670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流媒体</a:t>
              </a:r>
              <a:endParaRPr lang="en-US" sz="1600" i="1" dirty="0">
                <a:solidFill>
                  <a:srgbClr val="C00000"/>
                </a:solidFill>
              </a:endParaRPr>
            </a:p>
            <a:p>
              <a:r>
                <a:rPr lang="en-US" sz="1600" i="1" dirty="0">
                  <a:solidFill>
                    <a:srgbClr val="C00000"/>
                  </a:solidFill>
                </a:rPr>
                <a:t>视频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660" name="Straight Connector 659"/>
            <p:cNvCxnSpPr/>
            <p:nvPr/>
          </p:nvCxnSpPr>
          <p:spPr>
            <a:xfrm flipV="1">
              <a:off x="10569552" y="2937299"/>
              <a:ext cx="405322" cy="147574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09" name="Content Placeholder 2"/>
          <p:cNvSpPr txBox="1"/>
          <p:nvPr/>
        </p:nvSpPr>
        <p:spPr>
          <a:xfrm>
            <a:off x="868663" y="3677908"/>
            <a:ext cx="5394571" cy="2721011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SzPct val="75000"/>
            </a:pPr>
            <a:r>
              <a:rPr lang="en-US" altLang="en-US" dirty="0">
                <a:ea typeface="MS PGothic" panose="020B0600070205080204" pitchFamily="34" charset="-128"/>
              </a:rPr>
              <a:t>为分布式应用提供编程接口：</a:t>
            </a:r>
            <a:r>
              <a:rPr lang="en-US" altLang="en-US" i="1" dirty="0">
                <a:solidFill>
                  <a:srgbClr val="C00000"/>
                </a:solidFill>
                <a:ea typeface="MS PGothic" panose="020B0600070205080204" pitchFamily="34" charset="-128"/>
              </a:rPr>
              <a:t/>
            </a:r>
            <a:r>
              <a:rPr lang="en-US" altLang="en-US" dirty="0">
                <a:ea typeface="MS PGothic" panose="020B0600070205080204" pitchFamily="34" charset="-128"/>
              </a:rPr>
              <a:t/>
            </a:r>
            <a:endParaRPr lang="en-US" altLang="en-US" dirty="0">
              <a:ea typeface="MS PGothic" panose="020B0600070205080204" pitchFamily="34" charset="-128"/>
            </a:endParaRPr>
          </a:p>
          <a:p>
            <a:pPr lvl="1"/>
            <a:r>
              <a:rPr lang="en-US" altLang="en-US" dirty="0">
                <a:ea typeface="Arial" panose="020B0604020202020204" pitchFamily="34" charset="0"/>
              </a:rPr>
              <a:t>提供“钩子”，让发送/接收应用能够“连接”并使用互联网传输服务</a:t>
            </a:r>
            <a:r>
              <a:rPr lang="ja-JP" altLang="en-US">
                <a:ea typeface="MS PGothic" panose="020B0600070205080204" pitchFamily="34" charset="-128"/>
              </a:rPr>
              <a:t/>
            </a:r>
            <a:r>
              <a:rPr lang="en-US" altLang="ja-JP" dirty="0">
                <a:ea typeface="MS PGothic" panose="020B0600070205080204" pitchFamily="34" charset="-128"/>
              </a:rPr>
              <a:t/>
            </a:r>
            <a:r>
              <a:rPr lang="ja-JP" altLang="en-US">
                <a:ea typeface="MS PGothic" panose="020B0600070205080204" pitchFamily="34" charset="-128"/>
              </a:rPr>
              <a:t/>
            </a:r>
            <a:r>
              <a:rPr lang="en-US" altLang="ja-JP" dirty="0">
                <a:ea typeface="MS PGothic" panose="020B0600070205080204" pitchFamily="34" charset="-128"/>
              </a:rPr>
              <a:t/>
            </a:r>
            <a:endParaRPr lang="en-US" altLang="ja-JP" dirty="0">
              <a:ea typeface="MS PGothic" panose="020B0600070205080204" pitchFamily="34" charset="-128"/>
            </a:endParaRPr>
          </a:p>
          <a:p>
            <a:pPr lvl="1"/>
            <a:r>
              <a:rPr lang="en-US" altLang="en-US" dirty="0">
                <a:ea typeface="Arial" panose="020B0604020202020204" pitchFamily="34" charset="0"/>
              </a:rPr>
              <a:t>提供多种服务选项，类似邮政服务</a:t>
            </a:r>
            <a:endParaRPr lang="en-US" altLang="en-US" dirty="0">
              <a:ea typeface="Arial" panose="020B0604020202020204" pitchFamily="34" charset="0"/>
            </a:endParaRPr>
          </a:p>
          <a:p>
            <a:endParaRPr lang="en-US" altLang="en-US" dirty="0">
              <a:ea typeface="Arial" panose="020B0604020202020204" pitchFamily="34" charset="0"/>
            </a:endParaRPr>
          </a:p>
          <a:p>
            <a:pPr marL="0" indent="0">
              <a:buFont typeface="Wingdings" panose="05000000000000000000" pitchFamily="2" charset="2"/>
              <a:buNone/>
            </a:pPr>
            <a:endParaRPr lang="en-US" dirty="0"/>
          </a:p>
        </p:txBody>
      </p:sp>
      <p:sp>
        <p:nvSpPr>
          <p:cNvPr id="610" name="Slide Number Placeholder 2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引言：1-</a:t>
            </a:r>
            <a:fld id="{C4204591-24BD-A542-B9D5-F8D8A88D2FEE}" type="slidenum">
              <a:rPr lang="en-US" smtClean="0"/>
            </a:fld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09" grpId="0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</p:spPr>
        <p:txBody>
          <a:bodyPr/>
          <a:lstStyle/>
          <a:p>
            <a:r>
              <a:rPr lang="en-US" altLang="ja-JP" dirty="0"/>
              <a:t>什么是协议？</a:t>
            </a:r>
            <a:endParaRPr lang="en-US" dirty="0"/>
          </a:p>
        </p:txBody>
      </p:sp>
      <p:sp>
        <p:nvSpPr>
          <p:cNvPr id="609" name="Rectangle 3"/>
          <p:cNvSpPr txBox="1">
            <a:spLocks noChangeArrowheads="1"/>
          </p:cNvSpPr>
          <p:nvPr/>
        </p:nvSpPr>
        <p:spPr>
          <a:xfrm>
            <a:off x="844202" y="1490089"/>
            <a:ext cx="3581400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anose="05000000000000000000" pitchFamily="2" charset="2"/>
              <a:buNone/>
            </a:pPr>
            <a:r>
              <a:rPr lang="en-US" altLang="en-US" sz="3200" i="1" dirty="0">
                <a:solidFill>
                  <a:srgbClr val="CC0000"/>
                </a:solidFill>
                <a:ea typeface="MS PGothic" panose="020B0600070205080204" pitchFamily="34" charset="-128"/>
              </a:rPr>
              <a:t>人类协议：</a:t>
            </a:r>
            <a:endParaRPr lang="en-US" altLang="en-US" sz="3200" i="1" dirty="0">
              <a:solidFill>
                <a:srgbClr val="CC0000"/>
              </a:solidFill>
              <a:ea typeface="MS PGothic" panose="020B0600070205080204" pitchFamily="34" charset="-128"/>
            </a:endParaRPr>
          </a:p>
          <a:p>
            <a:pPr marL="349250" indent="-220980">
              <a:buSzPct val="75000"/>
            </a:pPr>
            <a:r>
              <a:rPr lang="en-US" altLang="ja-JP" sz="2400" dirty="0">
                <a:ea typeface="MS PGothic" panose="020B0600070205080204" pitchFamily="34" charset="-128"/>
              </a:rPr>
              <a:t>“现在几点？”</a:t>
            </a:r>
            <a:endParaRPr lang="en-US" altLang="ja-JP" sz="2400" dirty="0">
              <a:ea typeface="MS PGothic" panose="020B0600070205080204" pitchFamily="34" charset="-128"/>
            </a:endParaRPr>
          </a:p>
          <a:p>
            <a:pPr marL="349250" indent="-220980">
              <a:buSzPct val="75000"/>
            </a:pPr>
            <a:r>
              <a:rPr lang="en-US" altLang="ja-JP" sz="2400" dirty="0">
                <a:ea typeface="MS PGothic" panose="020B0600070205080204" pitchFamily="34" charset="-128"/>
              </a:rPr>
              <a:t>“我有一个问题”</a:t>
            </a:r>
            <a:endParaRPr lang="en-US" altLang="ja-JP" sz="2400" dirty="0">
              <a:ea typeface="MS PGothic" panose="020B0600070205080204" pitchFamily="34" charset="-128"/>
            </a:endParaRPr>
          </a:p>
          <a:p>
            <a:pPr marL="349250" indent="-220980">
              <a:buSzPct val="75000"/>
            </a:pPr>
            <a:r>
              <a:rPr lang="en-US" altLang="en-US" sz="2400" dirty="0">
                <a:ea typeface="MS PGothic" panose="020B0600070205080204" pitchFamily="34" charset="-128"/>
              </a:rPr>
              <a:t>自我介绍</a:t>
            </a:r>
            <a:endParaRPr lang="en-US" altLang="en-US" dirty="0">
              <a:ea typeface="MS PGothic" panose="020B0600070205080204" pitchFamily="34" charset="-128"/>
            </a:endParaRPr>
          </a:p>
        </p:txBody>
      </p:sp>
      <p:sp>
        <p:nvSpPr>
          <p:cNvPr id="610" name="Rectangle 4"/>
          <p:cNvSpPr txBox="1">
            <a:spLocks noChangeArrowheads="1"/>
          </p:cNvSpPr>
          <p:nvPr/>
        </p:nvSpPr>
        <p:spPr>
          <a:xfrm>
            <a:off x="5182172" y="1500137"/>
            <a:ext cx="5780439" cy="25908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anose="05000000000000000000" pitchFamily="2" charset="2"/>
              <a:buNone/>
            </a:pPr>
            <a:r>
              <a:rPr lang="en-US" altLang="en-US" sz="3200" i="1" dirty="0">
                <a:solidFill>
                  <a:srgbClr val="CC0000"/>
                </a:solidFill>
                <a:latin typeface="Calibri" panose="020F0502020204030204" pitchFamily="34" charset="0"/>
                <a:ea typeface="MS PGothic" panose="020B0600070205080204" pitchFamily="34" charset="-128"/>
                <a:cs typeface="Calibri" panose="020F0502020204030204" pitchFamily="34" charset="0"/>
              </a:rPr>
              <a:t>网络协议：</a:t>
            </a:r>
            <a:endParaRPr lang="en-US" altLang="en-US" sz="3200" i="1" dirty="0">
              <a:solidFill>
                <a:srgbClr val="CC0000"/>
              </a:solidFill>
              <a:latin typeface="Calibri" panose="020F0502020204030204" pitchFamily="34" charset="0"/>
              <a:ea typeface="MS PGothic" panose="020B0600070205080204" pitchFamily="34" charset="-128"/>
              <a:cs typeface="Calibri" panose="020F0502020204030204" pitchFamily="34" charset="0"/>
            </a:endParaRPr>
          </a:p>
          <a:p>
            <a:pPr marL="349250" indent="-220980">
              <a:buSzPct val="75000"/>
            </a:pPr>
            <a:r>
              <a:rPr lang="en-US" altLang="en-US" sz="2400" dirty="0">
                <a:latin typeface="Calibri" panose="020F0502020204030204" pitchFamily="34" charset="0"/>
                <a:ea typeface="MS PGothic" panose="020B0600070205080204" pitchFamily="34" charset="-128"/>
                <a:cs typeface="Calibri" panose="020F0502020204030204" pitchFamily="34" charset="0"/>
              </a:rPr>
              <a:t>参与者是计算机（设备），而不是人</a:t>
            </a:r>
            <a:endParaRPr lang="en-US" altLang="en-US" sz="2400" dirty="0">
              <a:latin typeface="Calibri" panose="020F0502020204030204" pitchFamily="34" charset="0"/>
              <a:ea typeface="MS PGothic" panose="020B0600070205080204" pitchFamily="34" charset="-128"/>
              <a:cs typeface="Calibri" panose="020F0502020204030204" pitchFamily="34" charset="0"/>
            </a:endParaRPr>
          </a:p>
          <a:p>
            <a:pPr marL="349250" indent="-220980">
              <a:buSzPct val="75000"/>
            </a:pPr>
            <a:r>
              <a:rPr lang="en-US" altLang="en-US" sz="2400" dirty="0">
                <a:latin typeface="Calibri" panose="020F0502020204030204" pitchFamily="34" charset="0"/>
                <a:ea typeface="MS PGothic" panose="020B0600070205080204" pitchFamily="34" charset="-128"/>
                <a:cs typeface="Calibri" panose="020F0502020204030204" pitchFamily="34" charset="0"/>
              </a:rPr>
              <a:t>互联网上的所有通信活动都受协议约束</a:t>
            </a:r>
            <a:endParaRPr lang="en-US" altLang="en-US" sz="2400" dirty="0">
              <a:latin typeface="Calibri" panose="020F0502020204030204" pitchFamily="34" charset="0"/>
              <a:ea typeface="MS PGothic" panose="020B0600070205080204" pitchFamily="34" charset="-128"/>
              <a:cs typeface="Calibri" panose="020F0502020204030204" pitchFamily="34" charset="0"/>
            </a:endParaRPr>
          </a:p>
        </p:txBody>
      </p:sp>
      <p:grpSp>
        <p:nvGrpSpPr>
          <p:cNvPr id="7" name="Group 6"/>
          <p:cNvGrpSpPr/>
          <p:nvPr/>
        </p:nvGrpSpPr>
        <p:grpSpPr>
          <a:xfrm>
            <a:off x="5192221" y="3708643"/>
            <a:ext cx="5860823" cy="2568587"/>
            <a:chOff x="5573361" y="3999310"/>
            <a:chExt cx="5860823" cy="2568587"/>
          </a:xfrm>
        </p:grpSpPr>
        <p:sp>
          <p:nvSpPr>
            <p:cNvPr id="612" name="Rectangle 5"/>
            <p:cNvSpPr>
              <a:spLocks noChangeArrowheads="1"/>
            </p:cNvSpPr>
            <p:nvPr/>
          </p:nvSpPr>
          <p:spPr bwMode="auto">
            <a:xfrm>
              <a:off x="5573361" y="4205697"/>
              <a:ext cx="5720151" cy="23622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marL="342900" indent="-3429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None/>
              </a:pPr>
              <a:r>
                <a:rPr lang="en-US" altLang="en-US" sz="2800" i="1" dirty="0">
                  <a:solidFill>
                    <a:srgbClr val="CC0000"/>
                  </a:solidFill>
                  <a:latin typeface="+mn-lt"/>
                </a:rPr>
                <a:t>协议定义网络实体之间发送和接收报文的格式与顺序，以及在发送、接收报文时采取的动作 </a:t>
              </a:r>
              <a:r>
                <a:rPr lang="en-US" altLang="en-US" sz="2800" i="1" dirty="0">
                  <a:latin typeface="+mn-lt"/>
                </a:rPr>
                <a:t/>
              </a:r>
              <a:r>
                <a:rPr lang="en-US" altLang="en-US" sz="2800" i="1" dirty="0">
                  <a:solidFill>
                    <a:srgbClr val="CC0000"/>
                  </a:solidFill>
                  <a:latin typeface="+mn-lt"/>
                </a:rPr>
                <a:t/>
              </a:r>
              <a:r>
                <a:rPr lang="en-US" altLang="en-US" sz="2800" i="1" dirty="0">
                  <a:latin typeface="+mn-lt"/>
                </a:rPr>
                <a:t/>
              </a:r>
              <a:r>
                <a:rPr lang="en-US" altLang="en-US" sz="2800" i="1" dirty="0">
                  <a:solidFill>
                    <a:srgbClr val="CC0000"/>
                  </a:solidFill>
                  <a:latin typeface="+mn-lt"/>
                </a:rPr>
                <a:t/>
              </a:r>
              <a:r>
                <a:rPr lang="en-US" altLang="en-US" sz="2800" i="1" dirty="0">
                  <a:latin typeface="+mn-lt"/>
                </a:rPr>
                <a:t/>
              </a:r>
              <a:r>
                <a:rPr lang="en-US" altLang="en-US" sz="2800" i="1" dirty="0">
                  <a:solidFill>
                    <a:srgbClr val="CC0000"/>
                  </a:solidFill>
                  <a:latin typeface="+mn-lt"/>
                </a:rPr>
                <a:t/>
              </a:r>
              <a:r>
                <a:rPr lang="en-US" altLang="en-US" sz="2800" i="1" dirty="0">
                  <a:latin typeface="+mn-lt"/>
                </a:rPr>
                <a:t/>
              </a:r>
              <a:r>
                <a:rPr lang="en-US" altLang="en-US" sz="2800" i="1" dirty="0">
                  <a:solidFill>
                    <a:srgbClr val="CC0000"/>
                  </a:solidFill>
                  <a:latin typeface="+mn-lt"/>
                </a:rPr>
                <a:t/>
              </a:r>
              <a:r>
                <a:rPr lang="en-US" altLang="en-US" sz="2800" i="1" dirty="0">
                  <a:latin typeface="+mn-lt"/>
                </a:rPr>
                <a:t/>
              </a:r>
              <a:r>
                <a:rPr lang="en-US" altLang="en-US" i="1" dirty="0">
                  <a:solidFill>
                    <a:srgbClr val="FF0000"/>
                  </a:solidFill>
                  <a:latin typeface="+mn-lt"/>
                </a:rPr>
                <a:t/>
              </a:r>
              <a:endParaRPr lang="en-US" altLang="en-US" i="1" dirty="0">
                <a:solidFill>
                  <a:srgbClr val="FF0000"/>
                </a:solidFill>
                <a:latin typeface="+mn-lt"/>
              </a:endParaRPr>
            </a:p>
          </p:txBody>
        </p:sp>
        <p:sp>
          <p:nvSpPr>
            <p:cNvPr id="613" name="Rectangle 6"/>
            <p:cNvSpPr>
              <a:spLocks noChangeArrowheads="1"/>
            </p:cNvSpPr>
            <p:nvPr/>
          </p:nvSpPr>
          <p:spPr bwMode="auto">
            <a:xfrm>
              <a:off x="5653745" y="3999310"/>
              <a:ext cx="5780439" cy="2362200"/>
            </a:xfrm>
            <a:prstGeom prst="rect">
              <a:avLst/>
            </a:prstGeom>
            <a:noFill/>
            <a:ln w="19050">
              <a:solidFill>
                <a:srgbClr val="000099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dirty="0">
                <a:latin typeface="Times New Roman" panose="02020603050405020304" pitchFamily="18" charset="0"/>
              </a:endParaRPr>
            </a:p>
          </p:txBody>
        </p:sp>
      </p:grpSp>
      <p:sp>
        <p:nvSpPr>
          <p:cNvPr id="9" name="Rectangle 3"/>
          <p:cNvSpPr txBox="1">
            <a:spLocks noChangeArrowheads="1"/>
          </p:cNvSpPr>
          <p:nvPr/>
        </p:nvSpPr>
        <p:spPr>
          <a:xfrm>
            <a:off x="952500" y="3843823"/>
            <a:ext cx="3581400" cy="206591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anose="05000000000000000000" pitchFamily="2" charset="2"/>
              <a:buNone/>
            </a:pPr>
            <a:r>
              <a:rPr lang="en-US" altLang="en-US" sz="2400" dirty="0">
                <a:ea typeface="MS PGothic" panose="020B0600070205080204" pitchFamily="34" charset="-128"/>
              </a:rPr>
              <a:t>规则规定：</a:t>
            </a:r>
            <a:endParaRPr lang="en-US" altLang="en-US" sz="2400" dirty="0">
              <a:ea typeface="MS PGothic" panose="020B0600070205080204" pitchFamily="34" charset="-128"/>
            </a:endParaRPr>
          </a:p>
          <a:p>
            <a:pPr>
              <a:buFont typeface="Wingdings" panose="05000000000000000000" pitchFamily="2" charset="2"/>
              <a:buNone/>
            </a:pPr>
            <a:r>
              <a:rPr lang="en-US" altLang="en-US" sz="2400" dirty="0">
                <a:ea typeface="MS PGothic" panose="020B0600070205080204" pitchFamily="34" charset="-128"/>
              </a:rPr>
              <a:t>……发送哪些具体报文</a:t>
            </a:r>
            <a:endParaRPr lang="en-US" altLang="en-US" sz="2400" dirty="0">
              <a:ea typeface="MS PGothic" panose="020B0600070205080204" pitchFamily="34" charset="-128"/>
            </a:endParaRPr>
          </a:p>
          <a:p>
            <a:pPr>
              <a:buFont typeface="Wingdings" panose="05000000000000000000" pitchFamily="2" charset="2"/>
              <a:buNone/>
            </a:pPr>
            <a:r>
              <a:rPr lang="en-US" altLang="en-US" sz="2400" dirty="0">
                <a:ea typeface="MS PGothic" panose="020B0600070205080204" pitchFamily="34" charset="-128"/>
              </a:rPr>
              <a:t>……收到报文或发生其他事件时采取哪些具体动作</a:t>
            </a:r>
            <a:endParaRPr lang="en-US" altLang="en-US" sz="2400" dirty="0">
              <a:ea typeface="MS PGothic" panose="020B0600070205080204" pitchFamily="34" charset="-128"/>
            </a:endParaRPr>
          </a:p>
        </p:txBody>
      </p:sp>
      <p:sp>
        <p:nvSpPr>
          <p:cNvPr id="10" name="Slide Number Placeholder 2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引言：1-</a:t>
            </a:r>
            <a:fld id="{C4204591-24BD-A542-B9D5-F8D8A88D2FEE}" type="slidenum">
              <a:rPr lang="en-US" smtClean="0"/>
            </a:fld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6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10" grpId="0"/>
      <p:bldP spid="9" grpId="0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</p:spPr>
        <p:txBody>
          <a:bodyPr/>
          <a:lstStyle/>
          <a:p>
            <a:r>
              <a:rPr lang="en-US" altLang="ja-JP" dirty="0"/>
              <a:t>什么是协议？</a:t>
            </a:r>
            <a:endParaRPr lang="en-US" dirty="0"/>
          </a:p>
        </p:txBody>
      </p:sp>
      <p:sp>
        <p:nvSpPr>
          <p:cNvPr id="10" name="Rectangle 3"/>
          <p:cNvSpPr txBox="1">
            <a:spLocks noChangeArrowheads="1"/>
          </p:cNvSpPr>
          <p:nvPr/>
        </p:nvSpPr>
        <p:spPr>
          <a:xfrm>
            <a:off x="885095" y="1371600"/>
            <a:ext cx="8153400" cy="6858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anose="05000000000000000000" pitchFamily="2" charset="2"/>
              <a:buNone/>
            </a:pPr>
            <a:r>
              <a:rPr lang="en-US" altLang="en-US" dirty="0">
                <a:ea typeface="MS PGothic" panose="020B0600070205080204" pitchFamily="34" charset="-128"/>
              </a:rPr>
              <a:t>一个人类协议和一个计算机网络协议：</a:t>
            </a:r>
            <a:endParaRPr lang="en-US" altLang="en-US" dirty="0">
              <a:ea typeface="MS PGothic" panose="020B0600070205080204" pitchFamily="34" charset="-128"/>
            </a:endParaRPr>
          </a:p>
          <a:p>
            <a:pPr>
              <a:buFont typeface="Wingdings" panose="05000000000000000000" pitchFamily="2" charset="2"/>
              <a:buNone/>
            </a:pPr>
            <a:endParaRPr lang="en-US" altLang="en-US" dirty="0">
              <a:ea typeface="MS PGothic" panose="020B0600070205080204" pitchFamily="34" charset="-128"/>
            </a:endParaRPr>
          </a:p>
        </p:txBody>
      </p:sp>
      <p:sp>
        <p:nvSpPr>
          <p:cNvPr id="11" name="Rectangle 8"/>
          <p:cNvSpPr>
            <a:spLocks noChangeArrowheads="1"/>
          </p:cNvSpPr>
          <p:nvPr/>
        </p:nvSpPr>
        <p:spPr bwMode="auto">
          <a:xfrm>
            <a:off x="980344" y="5862638"/>
            <a:ext cx="5511891" cy="533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None/>
            </a:pPr>
            <a:r>
              <a:rPr lang="en-US" altLang="en-US" sz="3200" i="1" dirty="0">
                <a:solidFill>
                  <a:srgbClr val="CC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问：还有哪些人类协议？ </a:t>
            </a:r>
            <a:r>
              <a:rPr lang="en-US" altLang="en-US" sz="3200" dirty="0">
                <a:latin typeface="Calibri" panose="020F0502020204030204" pitchFamily="34" charset="0"/>
                <a:cs typeface="Calibri" panose="020F0502020204030204" pitchFamily="34" charset="0"/>
              </a:rPr>
              <a:t/>
            </a:r>
            <a:endParaRPr lang="en-US" altLang="en-US" sz="3200" dirty="0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pic>
        <p:nvPicPr>
          <p:cNvPr id="13" name="Picture 62" descr="Alice"/>
          <p:cNvPicPr>
            <a:picLocks noChangeAspect="1" noChangeArrowheads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377642" y="2314576"/>
            <a:ext cx="561975" cy="6937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4" name="Picture 63" descr="Bob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96992" y="2709863"/>
            <a:ext cx="676275" cy="690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9" name="Group 8"/>
          <p:cNvGrpSpPr/>
          <p:nvPr/>
        </p:nvGrpSpPr>
        <p:grpSpPr>
          <a:xfrm>
            <a:off x="2925329" y="2422526"/>
            <a:ext cx="1762125" cy="563562"/>
            <a:chOff x="2925329" y="2422526"/>
            <a:chExt cx="1762125" cy="563562"/>
          </a:xfrm>
        </p:grpSpPr>
        <p:sp>
          <p:nvSpPr>
            <p:cNvPr id="12" name="Line 10"/>
            <p:cNvSpPr>
              <a:spLocks noChangeShapeType="1"/>
            </p:cNvSpPr>
            <p:nvPr/>
          </p:nvSpPr>
          <p:spPr bwMode="auto">
            <a:xfrm>
              <a:off x="2925329" y="2709863"/>
              <a:ext cx="1762125" cy="276225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15" name="Text Box 64"/>
            <p:cNvSpPr txBox="1">
              <a:spLocks noChangeArrowheads="1"/>
            </p:cNvSpPr>
            <p:nvPr/>
          </p:nvSpPr>
          <p:spPr bwMode="auto">
            <a:xfrm>
              <a:off x="3366654" y="2422526"/>
              <a:ext cx="44755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r>
                <a:rPr lang="en-US" altLang="en-US" dirty="0">
                  <a:latin typeface="Calibri" panose="020F0502020204030204" pitchFamily="34" charset="0"/>
                  <a:cs typeface="Calibri" panose="020F0502020204030204" pitchFamily="34" charset="0"/>
                </a:rPr>
                <a:t>你好</a:t>
              </a:r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</p:grpSp>
      <p:grpSp>
        <p:nvGrpSpPr>
          <p:cNvPr id="79" name="Group 78"/>
          <p:cNvGrpSpPr/>
          <p:nvPr/>
        </p:nvGrpSpPr>
        <p:grpSpPr>
          <a:xfrm>
            <a:off x="2617354" y="3046413"/>
            <a:ext cx="2085975" cy="584200"/>
            <a:chOff x="2617354" y="3046413"/>
            <a:chExt cx="2085975" cy="584200"/>
          </a:xfrm>
        </p:grpSpPr>
        <p:sp>
          <p:nvSpPr>
            <p:cNvPr id="16" name="Line 66"/>
            <p:cNvSpPr>
              <a:spLocks noChangeShapeType="1"/>
            </p:cNvSpPr>
            <p:nvPr/>
          </p:nvSpPr>
          <p:spPr bwMode="auto">
            <a:xfrm flipV="1">
              <a:off x="2617354" y="3268663"/>
              <a:ext cx="2085975" cy="361950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head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17" name="Text Box 67"/>
            <p:cNvSpPr txBox="1">
              <a:spLocks noChangeArrowheads="1"/>
            </p:cNvSpPr>
            <p:nvPr/>
          </p:nvSpPr>
          <p:spPr bwMode="auto">
            <a:xfrm>
              <a:off x="3357129" y="3046413"/>
              <a:ext cx="44755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r>
                <a:rPr lang="en-US" altLang="en-US" dirty="0">
                  <a:latin typeface="Calibri" panose="020F0502020204030204" pitchFamily="34" charset="0"/>
                  <a:cs typeface="Calibri" panose="020F0502020204030204" pitchFamily="34" charset="0"/>
                </a:rPr>
                <a:t>你好</a:t>
              </a:r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</p:grpSp>
      <p:grpSp>
        <p:nvGrpSpPr>
          <p:cNvPr id="80" name="Group 79"/>
          <p:cNvGrpSpPr/>
          <p:nvPr/>
        </p:nvGrpSpPr>
        <p:grpSpPr>
          <a:xfrm>
            <a:off x="2601479" y="3632201"/>
            <a:ext cx="2162175" cy="708025"/>
            <a:chOff x="2601479" y="3632201"/>
            <a:chExt cx="2162175" cy="708025"/>
          </a:xfrm>
        </p:grpSpPr>
        <p:sp>
          <p:nvSpPr>
            <p:cNvPr id="18" name="Line 70"/>
            <p:cNvSpPr>
              <a:spLocks noChangeShapeType="1"/>
            </p:cNvSpPr>
            <p:nvPr/>
          </p:nvSpPr>
          <p:spPr bwMode="auto">
            <a:xfrm>
              <a:off x="2601479" y="3700463"/>
              <a:ext cx="2162175" cy="438150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19" name="Group 72"/>
            <p:cNvGrpSpPr/>
            <p:nvPr/>
          </p:nvGrpSpPr>
          <p:grpSpPr bwMode="auto">
            <a:xfrm>
              <a:off x="3158693" y="3632201"/>
              <a:ext cx="974725" cy="708025"/>
              <a:chOff x="773" y="2747"/>
              <a:chExt cx="614" cy="446"/>
            </a:xfrm>
          </p:grpSpPr>
          <p:sp>
            <p:nvSpPr>
              <p:cNvPr id="20" name="Rectangle 71"/>
              <p:cNvSpPr>
                <a:spLocks noChangeArrowheads="1"/>
              </p:cNvSpPr>
              <p:nvPr/>
            </p:nvSpPr>
            <p:spPr bwMode="auto">
              <a:xfrm>
                <a:off x="786" y="2790"/>
                <a:ext cx="588" cy="3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1" name="Text Box 69"/>
              <p:cNvSpPr txBox="1">
                <a:spLocks noChangeArrowheads="1"/>
              </p:cNvSpPr>
              <p:nvPr/>
            </p:nvSpPr>
            <p:spPr bwMode="auto">
              <a:xfrm>
                <a:off x="773" y="2747"/>
                <a:ext cx="614" cy="44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r>
                  <a:rPr lang="en-US" altLang="en-US" sz="2000" dirty="0">
                    <a:latin typeface="Calibri" panose="020F0502020204030204" pitchFamily="34" charset="0"/>
                    <a:cs typeface="Calibri" panose="020F0502020204030204" pitchFamily="34" charset="0"/>
                  </a:rPr>
                  <a:t>现在</a:t>
                </a:r>
                <a:endParaRPr lang="en-US" altLang="en-US" sz="200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  <a:p>
                <a:pPr algn="ctr"/>
                <a:r>
                  <a:rPr lang="en-US" altLang="en-US" sz="2000" dirty="0">
                    <a:latin typeface="Calibri" panose="020F0502020204030204" pitchFamily="34" charset="0"/>
                    <a:cs typeface="Calibri" panose="020F0502020204030204" pitchFamily="34" charset="0"/>
                  </a:rPr>
                  <a:t>几点？</a:t>
                </a:r>
                <a:endParaRPr lang="en-US" altLang="en-US" sz="200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</p:grpSp>
      <p:grpSp>
        <p:nvGrpSpPr>
          <p:cNvPr id="81" name="Group 80"/>
          <p:cNvGrpSpPr/>
          <p:nvPr/>
        </p:nvGrpSpPr>
        <p:grpSpPr>
          <a:xfrm>
            <a:off x="2763404" y="4271963"/>
            <a:ext cx="1952625" cy="466731"/>
            <a:chOff x="2763404" y="4271963"/>
            <a:chExt cx="1952625" cy="466731"/>
          </a:xfrm>
        </p:grpSpPr>
        <p:sp>
          <p:nvSpPr>
            <p:cNvPr id="22" name="Line 73"/>
            <p:cNvSpPr>
              <a:spLocks noChangeShapeType="1"/>
            </p:cNvSpPr>
            <p:nvPr/>
          </p:nvSpPr>
          <p:spPr bwMode="auto">
            <a:xfrm flipV="1">
              <a:off x="2763404" y="4271963"/>
              <a:ext cx="1952625" cy="333375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head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23" name="Group 76"/>
            <p:cNvGrpSpPr/>
            <p:nvPr/>
          </p:nvGrpSpPr>
          <p:grpSpPr bwMode="auto">
            <a:xfrm>
              <a:off x="3233304" y="4276731"/>
              <a:ext cx="796925" cy="461963"/>
              <a:chOff x="1046" y="2771"/>
              <a:chExt cx="502" cy="291"/>
            </a:xfrm>
          </p:grpSpPr>
          <p:sp>
            <p:nvSpPr>
              <p:cNvPr id="24" name="Rectangle 75"/>
              <p:cNvSpPr>
                <a:spLocks noChangeArrowheads="1"/>
              </p:cNvSpPr>
              <p:nvPr/>
            </p:nvSpPr>
            <p:spPr bwMode="auto">
              <a:xfrm>
                <a:off x="1104" y="2820"/>
                <a:ext cx="444" cy="18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5" name="Text Box 74"/>
              <p:cNvSpPr txBox="1">
                <a:spLocks noChangeArrowheads="1"/>
              </p:cNvSpPr>
              <p:nvPr/>
            </p:nvSpPr>
            <p:spPr bwMode="auto">
              <a:xfrm>
                <a:off x="1046" y="2771"/>
                <a:ext cx="462" cy="2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r>
                  <a:rPr lang="en-US" altLang="en-US" dirty="0">
                    <a:latin typeface="Calibri" panose="020F0502020204030204" pitchFamily="34" charset="0"/>
                    <a:cs typeface="Calibri" panose="020F0502020204030204" pitchFamily="34" charset="0"/>
                  </a:rPr>
                  <a:t>2:00</a:t>
                </a:r>
                <a:endParaRPr lang="en-US" altLang="en-US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</p:grpSp>
      <p:sp>
        <p:nvSpPr>
          <p:cNvPr id="37" name="Line 101"/>
          <p:cNvSpPr>
            <a:spLocks noChangeShapeType="1"/>
          </p:cNvSpPr>
          <p:nvPr/>
        </p:nvSpPr>
        <p:spPr bwMode="auto">
          <a:xfrm>
            <a:off x="5730145" y="2115345"/>
            <a:ext cx="0" cy="3573462"/>
          </a:xfrm>
          <a:prstGeom prst="line">
            <a:avLst/>
          </a:prstGeom>
          <a:noFill/>
          <a:ln w="19050">
            <a:solidFill>
              <a:schemeClr val="bg1">
                <a:lumMod val="75000"/>
              </a:schemeClr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grpSp>
        <p:nvGrpSpPr>
          <p:cNvPr id="38" name="Group 105"/>
          <p:cNvGrpSpPr/>
          <p:nvPr/>
        </p:nvGrpSpPr>
        <p:grpSpPr bwMode="auto">
          <a:xfrm>
            <a:off x="5403417" y="4910138"/>
            <a:ext cx="720725" cy="396875"/>
            <a:chOff x="2198" y="3221"/>
            <a:chExt cx="454" cy="250"/>
          </a:xfrm>
        </p:grpSpPr>
        <p:sp>
          <p:nvSpPr>
            <p:cNvPr id="39" name="Rectangle 104"/>
            <p:cNvSpPr>
              <a:spLocks noChangeArrowheads="1"/>
            </p:cNvSpPr>
            <p:nvPr/>
          </p:nvSpPr>
          <p:spPr bwMode="auto">
            <a:xfrm>
              <a:off x="2244" y="3282"/>
              <a:ext cx="408" cy="162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40" name="Text Box 102"/>
            <p:cNvSpPr txBox="1">
              <a:spLocks noChangeArrowheads="1"/>
            </p:cNvSpPr>
            <p:nvPr/>
          </p:nvSpPr>
          <p:spPr bwMode="auto">
            <a:xfrm>
              <a:off x="2198" y="3221"/>
              <a:ext cx="418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r>
                <a:rPr lang="en-US" altLang="en-US" sz="2000" dirty="0">
                  <a:latin typeface="Calibri" panose="020F0502020204030204" pitchFamily="34" charset="0"/>
                  <a:cs typeface="Calibri" panose="020F0502020204030204" pitchFamily="34" charset="0"/>
                </a:rPr>
                <a:t>时间</a:t>
              </a:r>
              <a:endParaRPr lang="en-US" altLang="en-US" sz="2000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</p:grpSp>
      <p:grpSp>
        <p:nvGrpSpPr>
          <p:cNvPr id="83" name="Group 82"/>
          <p:cNvGrpSpPr/>
          <p:nvPr/>
        </p:nvGrpSpPr>
        <p:grpSpPr>
          <a:xfrm>
            <a:off x="6786129" y="3255963"/>
            <a:ext cx="2216150" cy="589096"/>
            <a:chOff x="6786129" y="3255963"/>
            <a:chExt cx="2216150" cy="589096"/>
          </a:xfrm>
        </p:grpSpPr>
        <p:sp>
          <p:nvSpPr>
            <p:cNvPr id="28" name="Line 90"/>
            <p:cNvSpPr>
              <a:spLocks noChangeShapeType="1"/>
            </p:cNvSpPr>
            <p:nvPr/>
          </p:nvSpPr>
          <p:spPr bwMode="auto">
            <a:xfrm flipV="1">
              <a:off x="6786129" y="3255963"/>
              <a:ext cx="2216150" cy="398463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head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29" name="Rectangle 92"/>
            <p:cNvSpPr>
              <a:spLocks noChangeArrowheads="1"/>
            </p:cNvSpPr>
            <p:nvPr/>
          </p:nvSpPr>
          <p:spPr bwMode="auto">
            <a:xfrm>
              <a:off x="7221104" y="3278188"/>
              <a:ext cx="1438275" cy="39370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30" name="Text Box 91"/>
            <p:cNvSpPr txBox="1">
              <a:spLocks noChangeArrowheads="1"/>
            </p:cNvSpPr>
            <p:nvPr/>
          </p:nvSpPr>
          <p:spPr bwMode="auto">
            <a:xfrm>
              <a:off x="7125853" y="3279776"/>
              <a:ext cx="1635127" cy="5652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85000"/>
                </a:lnSpc>
              </a:pPr>
              <a:r>
                <a:rPr lang="en-US" altLang="en-US" sz="1800" dirty="0">
                  <a:latin typeface="Calibri" panose="020F0502020204030204" pitchFamily="34" charset="0"/>
                  <a:cs typeface="Calibri" panose="020F0502020204030204" pitchFamily="34" charset="0"/>
                </a:rPr>
                <a:t>TCP 连接</a:t>
              </a:r>
              <a:endParaRPr lang="en-US" altLang="en-US" sz="1800" dirty="0">
                <a:latin typeface="Calibri" panose="020F0502020204030204" pitchFamily="34" charset="0"/>
                <a:cs typeface="Calibri" panose="020F0502020204030204" pitchFamily="34" charset="0"/>
              </a:endParaRPr>
            </a:p>
            <a:p>
              <a:pPr algn="ctr">
                <a:lnSpc>
                  <a:spcPct val="85000"/>
                </a:lnSpc>
              </a:pPr>
              <a:r>
                <a:rPr lang="en-US" altLang="en-US" sz="1800" dirty="0">
                  <a:latin typeface="Calibri" panose="020F0502020204030204" pitchFamily="34" charset="0"/>
                  <a:cs typeface="Calibri" panose="020F0502020204030204" pitchFamily="34" charset="0"/>
                </a:rPr>
                <a:t>响应</a:t>
              </a:r>
              <a:endParaRPr lang="en-US" altLang="en-US" sz="1800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</p:grpSp>
      <p:grpSp>
        <p:nvGrpSpPr>
          <p:cNvPr id="85" name="Group 84"/>
          <p:cNvGrpSpPr/>
          <p:nvPr/>
        </p:nvGrpSpPr>
        <p:grpSpPr>
          <a:xfrm>
            <a:off x="6833754" y="4448176"/>
            <a:ext cx="2343150" cy="461665"/>
            <a:chOff x="6833754" y="4448176"/>
            <a:chExt cx="2343150" cy="461665"/>
          </a:xfrm>
        </p:grpSpPr>
        <p:sp>
          <p:nvSpPr>
            <p:cNvPr id="26" name="Line 85"/>
            <p:cNvSpPr>
              <a:spLocks noChangeShapeType="1"/>
            </p:cNvSpPr>
            <p:nvPr/>
          </p:nvSpPr>
          <p:spPr bwMode="auto">
            <a:xfrm flipV="1">
              <a:off x="6833754" y="4464051"/>
              <a:ext cx="2343150" cy="428625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head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35" name="Rectangle 99"/>
            <p:cNvSpPr>
              <a:spLocks noChangeArrowheads="1"/>
            </p:cNvSpPr>
            <p:nvPr/>
          </p:nvSpPr>
          <p:spPr bwMode="auto">
            <a:xfrm>
              <a:off x="7602104" y="4562476"/>
              <a:ext cx="919163" cy="29527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36" name="Text Box 100"/>
            <p:cNvSpPr txBox="1">
              <a:spLocks noChangeArrowheads="1"/>
            </p:cNvSpPr>
            <p:nvPr/>
          </p:nvSpPr>
          <p:spPr bwMode="auto">
            <a:xfrm>
              <a:off x="7568767" y="4448176"/>
              <a:ext cx="88197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r>
                <a:rPr lang="en-US" altLang="en-US" dirty="0">
                  <a:latin typeface="Calibri" panose="020F0502020204030204" pitchFamily="34" charset="0"/>
                  <a:cs typeface="Calibri" panose="020F0502020204030204" pitchFamily="34" charset="0"/>
                </a:rPr>
                <a:t>&lt;文件&gt;</a:t>
              </a:r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</p:grpSp>
      <p:grpSp>
        <p:nvGrpSpPr>
          <p:cNvPr id="82" name="Group 81"/>
          <p:cNvGrpSpPr/>
          <p:nvPr/>
        </p:nvGrpSpPr>
        <p:grpSpPr>
          <a:xfrm>
            <a:off x="6848042" y="2620963"/>
            <a:ext cx="2176462" cy="565283"/>
            <a:chOff x="6848042" y="2620963"/>
            <a:chExt cx="2176462" cy="565283"/>
          </a:xfrm>
        </p:grpSpPr>
        <p:sp>
          <p:nvSpPr>
            <p:cNvPr id="27" name="Line 89"/>
            <p:cNvSpPr>
              <a:spLocks noChangeShapeType="1"/>
            </p:cNvSpPr>
            <p:nvPr/>
          </p:nvSpPr>
          <p:spPr bwMode="auto">
            <a:xfrm>
              <a:off x="6848042" y="2749551"/>
              <a:ext cx="2176462" cy="347662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41" name="Rectangle 52"/>
            <p:cNvSpPr>
              <a:spLocks noChangeArrowheads="1"/>
            </p:cNvSpPr>
            <p:nvPr/>
          </p:nvSpPr>
          <p:spPr bwMode="auto">
            <a:xfrm>
              <a:off x="7133792" y="2689226"/>
              <a:ext cx="1365250" cy="43973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42" name="Text Box 91"/>
            <p:cNvSpPr txBox="1">
              <a:spLocks noChangeArrowheads="1"/>
            </p:cNvSpPr>
            <p:nvPr/>
          </p:nvSpPr>
          <p:spPr bwMode="auto">
            <a:xfrm>
              <a:off x="7170303" y="2620963"/>
              <a:ext cx="1635127" cy="5652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85000"/>
                </a:lnSpc>
              </a:pPr>
              <a:r>
                <a:rPr lang="en-US" altLang="en-US" sz="1800" dirty="0">
                  <a:latin typeface="Calibri" panose="020F0502020204030204" pitchFamily="34" charset="0"/>
                  <a:cs typeface="Calibri" panose="020F0502020204030204" pitchFamily="34" charset="0"/>
                </a:rPr>
                <a:t>TCP 连接</a:t>
              </a:r>
              <a:endParaRPr lang="en-US" altLang="en-US" sz="1800" dirty="0">
                <a:latin typeface="Calibri" panose="020F0502020204030204" pitchFamily="34" charset="0"/>
                <a:cs typeface="Calibri" panose="020F0502020204030204" pitchFamily="34" charset="0"/>
              </a:endParaRPr>
            </a:p>
            <a:p>
              <a:pPr algn="ctr">
                <a:lnSpc>
                  <a:spcPct val="85000"/>
                </a:lnSpc>
              </a:pPr>
              <a:r>
                <a:rPr lang="en-US" altLang="en-US" sz="1800" dirty="0">
                  <a:latin typeface="Calibri" panose="020F0502020204030204" pitchFamily="34" charset="0"/>
                  <a:cs typeface="Calibri" panose="020F0502020204030204" pitchFamily="34" charset="0"/>
                </a:rPr>
                <a:t>请求</a:t>
              </a:r>
              <a:endParaRPr lang="en-US" altLang="en-US" sz="1800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</p:grpSp>
      <p:grpSp>
        <p:nvGrpSpPr>
          <p:cNvPr id="43" name="Group 57"/>
          <p:cNvGrpSpPr/>
          <p:nvPr/>
        </p:nvGrpSpPr>
        <p:grpSpPr bwMode="auto">
          <a:xfrm>
            <a:off x="9080067" y="2720976"/>
            <a:ext cx="357186" cy="755650"/>
            <a:chOff x="4140" y="429"/>
            <a:chExt cx="1425" cy="2396"/>
          </a:xfrm>
        </p:grpSpPr>
        <p:sp>
          <p:nvSpPr>
            <p:cNvPr id="44" name="Freeform 58"/>
            <p:cNvSpPr/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6 w 354"/>
                <a:gd name="T1" fmla="*/ 0 h 2742"/>
                <a:gd name="T2" fmla="*/ 30 w 354"/>
                <a:gd name="T3" fmla="*/ 46 h 2742"/>
                <a:gd name="T4" fmla="*/ 30 w 354"/>
                <a:gd name="T5" fmla="*/ 354 h 2742"/>
                <a:gd name="T6" fmla="*/ 0 w 354"/>
                <a:gd name="T7" fmla="*/ 371 h 2742"/>
                <a:gd name="T8" fmla="*/ 6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45" name="Rectangle 59"/>
            <p:cNvSpPr>
              <a:spLocks noChangeArrowheads="1"/>
            </p:cNvSpPr>
            <p:nvPr/>
          </p:nvSpPr>
          <p:spPr bwMode="auto">
            <a:xfrm>
              <a:off x="4208" y="429"/>
              <a:ext cx="1043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46" name="Freeform 60"/>
            <p:cNvSpPr/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18 w 211"/>
                <a:gd name="T3" fmla="*/ 30 h 2537"/>
                <a:gd name="T4" fmla="*/ 2 w 211"/>
                <a:gd name="T5" fmla="*/ 338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47" name="Freeform 61"/>
            <p:cNvSpPr/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29 w 328"/>
                <a:gd name="T3" fmla="*/ 18 h 226"/>
                <a:gd name="T4" fmla="*/ 29 w 328"/>
                <a:gd name="T5" fmla="*/ 32 h 226"/>
                <a:gd name="T6" fmla="*/ 0 w 328"/>
                <a:gd name="T7" fmla="*/ 13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48" name="Rectangle 62"/>
            <p:cNvSpPr>
              <a:spLocks noChangeArrowheads="1"/>
            </p:cNvSpPr>
            <p:nvPr/>
          </p:nvSpPr>
          <p:spPr bwMode="auto">
            <a:xfrm>
              <a:off x="4213" y="691"/>
              <a:ext cx="597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49" name="Group 63"/>
            <p:cNvGrpSpPr/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74" name="AutoShape 64"/>
              <p:cNvSpPr>
                <a:spLocks noChangeArrowheads="1"/>
              </p:cNvSpPr>
              <p:nvPr/>
            </p:nvSpPr>
            <p:spPr bwMode="auto">
              <a:xfrm>
                <a:off x="612" y="2566"/>
                <a:ext cx="726" cy="140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75" name="AutoShape 65"/>
              <p:cNvSpPr>
                <a:spLocks noChangeArrowheads="1"/>
              </p:cNvSpPr>
              <p:nvPr/>
            </p:nvSpPr>
            <p:spPr bwMode="auto">
              <a:xfrm>
                <a:off x="625" y="2580"/>
                <a:ext cx="693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50" name="Rectangle 66"/>
            <p:cNvSpPr>
              <a:spLocks noChangeArrowheads="1"/>
            </p:cNvSpPr>
            <p:nvPr/>
          </p:nvSpPr>
          <p:spPr bwMode="auto">
            <a:xfrm>
              <a:off x="4224" y="1018"/>
              <a:ext cx="597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51" name="Group 67"/>
            <p:cNvGrpSpPr/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72" name="AutoShape 68"/>
              <p:cNvSpPr>
                <a:spLocks noChangeArrowheads="1"/>
              </p:cNvSpPr>
              <p:nvPr/>
            </p:nvSpPr>
            <p:spPr bwMode="auto">
              <a:xfrm>
                <a:off x="615" y="2567"/>
                <a:ext cx="726" cy="14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73" name="AutoShape 69"/>
              <p:cNvSpPr>
                <a:spLocks noChangeArrowheads="1"/>
              </p:cNvSpPr>
              <p:nvPr/>
            </p:nvSpPr>
            <p:spPr bwMode="auto">
              <a:xfrm>
                <a:off x="628" y="2582"/>
                <a:ext cx="693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52" name="Rectangle 70"/>
            <p:cNvSpPr>
              <a:spLocks noChangeArrowheads="1"/>
            </p:cNvSpPr>
            <p:nvPr/>
          </p:nvSpPr>
          <p:spPr bwMode="auto">
            <a:xfrm>
              <a:off x="4219" y="1360"/>
              <a:ext cx="592" cy="45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53" name="Rectangle 71"/>
            <p:cNvSpPr>
              <a:spLocks noChangeArrowheads="1"/>
            </p:cNvSpPr>
            <p:nvPr/>
          </p:nvSpPr>
          <p:spPr bwMode="auto">
            <a:xfrm>
              <a:off x="4229" y="1657"/>
              <a:ext cx="597" cy="45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54" name="Group 72"/>
            <p:cNvGrpSpPr/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70" name="AutoShape 73"/>
              <p:cNvSpPr>
                <a:spLocks noChangeArrowheads="1"/>
              </p:cNvSpPr>
              <p:nvPr/>
            </p:nvSpPr>
            <p:spPr bwMode="auto">
              <a:xfrm>
                <a:off x="617" y="2568"/>
                <a:ext cx="724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71" name="AutoShape 74"/>
              <p:cNvSpPr>
                <a:spLocks noChangeArrowheads="1"/>
              </p:cNvSpPr>
              <p:nvPr/>
            </p:nvSpPr>
            <p:spPr bwMode="auto">
              <a:xfrm>
                <a:off x="630" y="2582"/>
                <a:ext cx="692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55" name="Freeform 75"/>
            <p:cNvSpPr/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29 w 328"/>
                <a:gd name="T3" fmla="*/ 17 h 226"/>
                <a:gd name="T4" fmla="*/ 29 w 328"/>
                <a:gd name="T5" fmla="*/ 30 h 226"/>
                <a:gd name="T6" fmla="*/ 0 w 328"/>
                <a:gd name="T7" fmla="*/ 1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56" name="Group 76"/>
            <p:cNvGrpSpPr/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68" name="AutoShape 77"/>
              <p:cNvSpPr>
                <a:spLocks noChangeArrowheads="1"/>
              </p:cNvSpPr>
              <p:nvPr/>
            </p:nvSpPr>
            <p:spPr bwMode="auto">
              <a:xfrm>
                <a:off x="612" y="2566"/>
                <a:ext cx="724" cy="14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69" name="AutoShape 78"/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2" cy="11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57" name="Rectangle 79"/>
            <p:cNvSpPr>
              <a:spLocks noChangeArrowheads="1"/>
            </p:cNvSpPr>
            <p:nvPr/>
          </p:nvSpPr>
          <p:spPr bwMode="auto">
            <a:xfrm>
              <a:off x="5251" y="429"/>
              <a:ext cx="68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58" name="Freeform 80"/>
            <p:cNvSpPr/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26 w 296"/>
                <a:gd name="T3" fmla="*/ 18 h 256"/>
                <a:gd name="T4" fmla="*/ 26 w 296"/>
                <a:gd name="T5" fmla="*/ 34 h 256"/>
                <a:gd name="T6" fmla="*/ 0 w 296"/>
                <a:gd name="T7" fmla="*/ 1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59" name="Freeform 81"/>
            <p:cNvSpPr/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27 w 304"/>
                <a:gd name="T3" fmla="*/ 23 h 288"/>
                <a:gd name="T4" fmla="*/ 25 w 304"/>
                <a:gd name="T5" fmla="*/ 39 h 288"/>
                <a:gd name="T6" fmla="*/ 2 w 304"/>
                <a:gd name="T7" fmla="*/ 1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0" name="Oval 82"/>
            <p:cNvSpPr>
              <a:spLocks noChangeArrowheads="1"/>
            </p:cNvSpPr>
            <p:nvPr/>
          </p:nvSpPr>
          <p:spPr bwMode="auto">
            <a:xfrm>
              <a:off x="5518" y="2609"/>
              <a:ext cx="47" cy="101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1" name="Freeform 83"/>
            <p:cNvSpPr/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15 h 240"/>
                <a:gd name="T2" fmla="*/ 2 w 306"/>
                <a:gd name="T3" fmla="*/ 33 h 240"/>
                <a:gd name="T4" fmla="*/ 27 w 306"/>
                <a:gd name="T5" fmla="*/ 15 h 240"/>
                <a:gd name="T6" fmla="*/ 26 w 306"/>
                <a:gd name="T7" fmla="*/ 0 h 240"/>
                <a:gd name="T8" fmla="*/ 0 w 306"/>
                <a:gd name="T9" fmla="*/ 15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2" name="AutoShape 84"/>
            <p:cNvSpPr>
              <a:spLocks noChangeArrowheads="1"/>
            </p:cNvSpPr>
            <p:nvPr/>
          </p:nvSpPr>
          <p:spPr bwMode="auto">
            <a:xfrm>
              <a:off x="4140" y="2679"/>
              <a:ext cx="1200" cy="146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3" name="AutoShape 85"/>
            <p:cNvSpPr>
              <a:spLocks noChangeArrowheads="1"/>
            </p:cNvSpPr>
            <p:nvPr/>
          </p:nvSpPr>
          <p:spPr bwMode="auto">
            <a:xfrm>
              <a:off x="4208" y="2709"/>
              <a:ext cx="1069" cy="86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4" name="Oval 86"/>
            <p:cNvSpPr>
              <a:spLocks noChangeArrowheads="1"/>
            </p:cNvSpPr>
            <p:nvPr/>
          </p:nvSpPr>
          <p:spPr bwMode="auto">
            <a:xfrm>
              <a:off x="4308" y="2382"/>
              <a:ext cx="157" cy="146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5" name="Oval 87"/>
            <p:cNvSpPr>
              <a:spLocks noChangeArrowheads="1"/>
            </p:cNvSpPr>
            <p:nvPr/>
          </p:nvSpPr>
          <p:spPr bwMode="auto">
            <a:xfrm>
              <a:off x="4486" y="2382"/>
              <a:ext cx="162" cy="146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/>
              <a:endParaRPr lang="en-US" altLang="en-US" sz="1800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6" name="Oval 88"/>
            <p:cNvSpPr>
              <a:spLocks noChangeArrowheads="1"/>
            </p:cNvSpPr>
            <p:nvPr/>
          </p:nvSpPr>
          <p:spPr bwMode="auto">
            <a:xfrm>
              <a:off x="4664" y="2382"/>
              <a:ext cx="157" cy="141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7" name="Rectangle 89"/>
            <p:cNvSpPr>
              <a:spLocks noChangeArrowheads="1"/>
            </p:cNvSpPr>
            <p:nvPr/>
          </p:nvSpPr>
          <p:spPr bwMode="auto">
            <a:xfrm>
              <a:off x="5062" y="1833"/>
              <a:ext cx="84" cy="765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</p:grpSp>
      <p:grpSp>
        <p:nvGrpSpPr>
          <p:cNvPr id="76" name="Group 90"/>
          <p:cNvGrpSpPr/>
          <p:nvPr/>
        </p:nvGrpSpPr>
        <p:grpSpPr bwMode="auto">
          <a:xfrm>
            <a:off x="5943167" y="2278063"/>
            <a:ext cx="893762" cy="828675"/>
            <a:chOff x="-44" y="1473"/>
            <a:chExt cx="981" cy="1105"/>
          </a:xfrm>
        </p:grpSpPr>
        <p:pic>
          <p:nvPicPr>
            <p:cNvPr id="77" name="Picture 91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8" name="Freeform 92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7497 w 356"/>
                <a:gd name="T3" fmla="*/ 469 h 368"/>
                <a:gd name="T4" fmla="*/ 8894 w 356"/>
                <a:gd name="T5" fmla="*/ 9780 h 368"/>
                <a:gd name="T6" fmla="*/ 1960 w 356"/>
                <a:gd name="T7" fmla="*/ 1223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</p:grpSp>
      <p:grpSp>
        <p:nvGrpSpPr>
          <p:cNvPr id="84" name="Group 83"/>
          <p:cNvGrpSpPr/>
          <p:nvPr/>
        </p:nvGrpSpPr>
        <p:grpSpPr>
          <a:xfrm>
            <a:off x="6666309" y="3902076"/>
            <a:ext cx="2925958" cy="425450"/>
            <a:chOff x="6666309" y="3902076"/>
            <a:chExt cx="2925958" cy="425450"/>
          </a:xfrm>
        </p:grpSpPr>
        <p:sp>
          <p:nvSpPr>
            <p:cNvPr id="31" name="Line 94"/>
            <p:cNvSpPr>
              <a:spLocks noChangeShapeType="1"/>
            </p:cNvSpPr>
            <p:nvPr/>
          </p:nvSpPr>
          <p:spPr bwMode="auto">
            <a:xfrm>
              <a:off x="6833754" y="3902076"/>
              <a:ext cx="2400300" cy="419100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3" name="Rectangle 2"/>
            <p:cNvSpPr/>
            <p:nvPr/>
          </p:nvSpPr>
          <p:spPr>
            <a:xfrm>
              <a:off x="7315200" y="4021087"/>
              <a:ext cx="1687079" cy="28293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" name="Text Box 95"/>
            <p:cNvSpPr txBox="1">
              <a:spLocks noChangeArrowheads="1"/>
            </p:cNvSpPr>
            <p:nvPr/>
          </p:nvSpPr>
          <p:spPr bwMode="auto">
            <a:xfrm>
              <a:off x="6666309" y="3960813"/>
              <a:ext cx="2925958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r>
                <a:rPr lang="en-US" altLang="en-US" sz="1800" dirty="0">
                  <a:latin typeface="Calibri" panose="020F0502020204030204" pitchFamily="34" charset="0"/>
                  <a:cs typeface="Calibri" panose="020F0502020204030204" pitchFamily="34" charset="0"/>
                </a:rPr>
                <a:t>GET</a:t>
              </a:r>
              <a:r>
                <a:rPr lang="en-US" altLang="en-US" sz="1400" dirty="0">
                  <a:latin typeface="Calibri" panose="020F0502020204030204" pitchFamily="34" charset="0"/>
                  <a:cs typeface="Calibri" panose="020F0502020204030204" pitchFamily="34" charset="0"/>
                </a:rPr>
                <a:t> </a:t>
              </a:r>
              <a:r>
                <a:rPr lang="en-US" altLang="en-US" sz="1200" dirty="0">
                  <a:latin typeface="+mn-lt"/>
                  <a:cs typeface="Calibri" panose="020F0502020204030204" pitchFamily="34" charset="0"/>
                </a:rPr>
                <a:t>http://gaia.cs.umass.edu/kurose_ross</a:t>
              </a:r>
              <a:endParaRPr lang="en-US" altLang="en-US" dirty="0">
                <a:latin typeface="+mn-lt"/>
                <a:cs typeface="Calibri" panose="020F0502020204030204" pitchFamily="34" charset="0"/>
              </a:endParaRPr>
            </a:p>
          </p:txBody>
        </p:sp>
      </p:grpSp>
      <p:sp>
        <p:nvSpPr>
          <p:cNvPr id="86" name="Slide Number Placeholder 2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引言：1-</a:t>
            </a:r>
            <a:fld id="{C4204591-24BD-A542-B9D5-F8D8A88D2FEE}" type="slidenum">
              <a:rPr lang="en-US" smtClean="0"/>
            </a:fld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9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7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9" presetClass="entr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500"/>
                            </p:stCondLst>
                            <p:childTnLst>
                              <p:par>
                                <p:cTn id="3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1000"/>
                            </p:stCondLst>
                            <p:childTnLst>
                              <p:par>
                                <p:cTn id="42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4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1500"/>
                            </p:stCondLst>
                            <p:childTnLst>
                              <p:par>
                                <p:cTn id="46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8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2000"/>
                            </p:stCondLst>
                            <p:childTnLst>
                              <p:par>
                                <p:cTn id="5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2500"/>
                            </p:stCondLst>
                            <p:childTnLst>
                              <p:par>
                                <p:cTn id="54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6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/>
          <a:lstStyle/>
          <a:p>
            <a:r>
              <a:rPr lang="en-US" altLang="en-US" dirty="0">
                <a:cs typeface="Calibri" panose="020F0502020204030204" pitchFamily="34" charset="0"/>
              </a:rPr>
              <a:t>第 1 章：路线图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引言：1-</a:t>
            </a:r>
            <a:fld id="{C4204591-24BD-A542-B9D5-F8D8A88D2FEE}" type="slidenum">
              <a:rPr lang="en-US" smtClean="0"/>
            </a:fld>
            <a:endParaRPr lang="en-US" dirty="0"/>
          </a:p>
        </p:txBody>
      </p:sp>
      <p:sp>
        <p:nvSpPr>
          <p:cNvPr id="9" name="Rectangle 4"/>
          <p:cNvSpPr>
            <a:spLocks noGrp="1" noChangeArrowheads="1"/>
          </p:cNvSpPr>
          <p:nvPr>
            <p:ph sz="half" idx="2"/>
          </p:nvPr>
        </p:nvSpPr>
        <p:spPr>
          <a:xfrm>
            <a:off x="798690" y="1414011"/>
            <a:ext cx="6618109" cy="5029078"/>
          </a:xfrm>
        </p:spPr>
        <p:txBody>
          <a:bodyPr>
            <a:normAutofit fontScale="92500"/>
          </a:bodyPr>
          <a:lstStyle/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什么是互联网？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/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/>
            </a:r>
            <a:endParaRPr lang="en-US" altLang="ja-JP" sz="3200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什么是协议？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/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/>
            </a:r>
            <a:endParaRPr lang="en-US" altLang="ja-JP" sz="3200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marL="403225" indent="-285750" eaLnBrk="1" hangingPunct="1">
              <a:spcBef>
                <a:spcPts val="800"/>
              </a:spcBef>
            </a:pPr>
            <a:r>
              <a:rPr lang="en-US" altLang="en-US" sz="3200" dirty="0">
                <a:solidFill>
                  <a:srgbClr val="0000A8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网络边缘：主机、接入网、物理媒体</a:t>
            </a:r>
            <a:r>
              <a:rPr lang="en-US" altLang="en-US" sz="3200" dirty="0">
                <a:latin typeface="Calibri" panose="020F0502020204030204" pitchFamily="34" charset="0"/>
                <a:cs typeface="Calibri" panose="020F0502020204030204" pitchFamily="34" charset="0"/>
              </a:rPr>
              <a:t/>
            </a:r>
            <a:endParaRPr lang="en-US" altLang="en-US" sz="3200" dirty="0"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网络核心：分组/电路交换、互联网结构</a:t>
            </a:r>
            <a:endParaRPr lang="en-US" altLang="en-US" sz="3200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性能：丢失、时延、吞吐量</a:t>
            </a:r>
            <a:endParaRPr lang="en-US" altLang="en-US" sz="3200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安全</a:t>
            </a:r>
            <a:endParaRPr lang="en-US" altLang="en-US" sz="3200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协议分层、服务模型</a:t>
            </a:r>
            <a:endParaRPr lang="en-US" altLang="en-US" sz="3200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历史</a:t>
            </a:r>
            <a:endParaRPr lang="en-US" altLang="en-US" sz="3200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eaLnBrk="1" hangingPunct="1">
              <a:buFont typeface="Wingdings" panose="05000000000000000000" pitchFamily="2" charset="2"/>
              <a:buNone/>
            </a:pPr>
            <a:endParaRPr lang="en-US" altLang="en-US" sz="2400" dirty="0"/>
          </a:p>
        </p:txBody>
      </p:sp>
      <p:pic>
        <p:nvPicPr>
          <p:cNvPr id="7" name="Picture 6" descr="Kurose&amp;Ross 8th ed cover picture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7774329" y="1293471"/>
            <a:ext cx="3657600" cy="2743200"/>
          </a:xfrm>
          <a:prstGeom prst="rect">
            <a:avLst/>
          </a:prstGeom>
        </p:spPr>
      </p:pic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ja-JP" sz="5400" b="0" dirty="0"/>
              <a:t>更仔细地观察互联网结构</a:t>
            </a:r>
            <a:endParaRPr lang="en-US" sz="5400" b="0" dirty="0"/>
          </a:p>
        </p:txBody>
      </p:sp>
      <p:grpSp>
        <p:nvGrpSpPr>
          <p:cNvPr id="801" name="Group 800"/>
          <p:cNvGrpSpPr/>
          <p:nvPr/>
        </p:nvGrpSpPr>
        <p:grpSpPr>
          <a:xfrm>
            <a:off x="7205350" y="1488461"/>
            <a:ext cx="4525460" cy="4859961"/>
            <a:chOff x="7268561" y="1458365"/>
            <a:chExt cx="4525460" cy="4859961"/>
          </a:xfrm>
        </p:grpSpPr>
        <p:sp>
          <p:nvSpPr>
            <p:cNvPr id="371" name="Freeform 370"/>
            <p:cNvSpPr/>
            <p:nvPr/>
          </p:nvSpPr>
          <p:spPr>
            <a:xfrm>
              <a:off x="9048399" y="3035682"/>
              <a:ext cx="1124807" cy="1337915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-1" fmla="*/ 434989 w 1537226"/>
                <a:gd name="connsiteY0-2" fmla="*/ 253346 h 1763594"/>
                <a:gd name="connsiteX1-3" fmla="*/ 488 w 1537226"/>
                <a:gd name="connsiteY1-4" fmla="*/ 921706 h 1763594"/>
                <a:gd name="connsiteX2-5" fmla="*/ 368142 w 1537226"/>
                <a:gd name="connsiteY2-6" fmla="*/ 1489812 h 1763594"/>
                <a:gd name="connsiteX3-7" fmla="*/ 1187008 w 1537226"/>
                <a:gd name="connsiteY3-8" fmla="*/ 1757156 h 1763594"/>
                <a:gd name="connsiteX4-9" fmla="*/ 1521239 w 1537226"/>
                <a:gd name="connsiteY4-10" fmla="*/ 1239177 h 1763594"/>
                <a:gd name="connsiteX5-11" fmla="*/ 1468998 w 1537226"/>
                <a:gd name="connsiteY5-12" fmla="*/ 654362 h 1763594"/>
                <a:gd name="connsiteX6-13" fmla="*/ 1337412 w 1537226"/>
                <a:gd name="connsiteY6-14" fmla="*/ 136383 h 1763594"/>
                <a:gd name="connsiteX7-15" fmla="*/ 1086739 w 1537226"/>
                <a:gd name="connsiteY7-16" fmla="*/ 2711 h 1763594"/>
                <a:gd name="connsiteX8-17" fmla="*/ 434989 w 1537226"/>
                <a:gd name="connsiteY8-18" fmla="*/ 253346 h 1763594"/>
                <a:gd name="connsiteX0-19" fmla="*/ 434989 w 1537226"/>
                <a:gd name="connsiteY0-20" fmla="*/ 253346 h 1763594"/>
                <a:gd name="connsiteX1-21" fmla="*/ 488 w 1537226"/>
                <a:gd name="connsiteY1-22" fmla="*/ 921706 h 1763594"/>
                <a:gd name="connsiteX2-23" fmla="*/ 368142 w 1537226"/>
                <a:gd name="connsiteY2-24" fmla="*/ 1489812 h 1763594"/>
                <a:gd name="connsiteX3-25" fmla="*/ 1187008 w 1537226"/>
                <a:gd name="connsiteY3-26" fmla="*/ 1757156 h 1763594"/>
                <a:gd name="connsiteX4-27" fmla="*/ 1521239 w 1537226"/>
                <a:gd name="connsiteY4-28" fmla="*/ 1239177 h 1763594"/>
                <a:gd name="connsiteX5-29" fmla="*/ 1468998 w 1537226"/>
                <a:gd name="connsiteY5-30" fmla="*/ 654362 h 1763594"/>
                <a:gd name="connsiteX6-31" fmla="*/ 1337412 w 1537226"/>
                <a:gd name="connsiteY6-32" fmla="*/ 136383 h 1763594"/>
                <a:gd name="connsiteX7-33" fmla="*/ 839572 w 1537226"/>
                <a:gd name="connsiteY7-34" fmla="*/ 2711 h 1763594"/>
                <a:gd name="connsiteX8-35" fmla="*/ 434989 w 1537226"/>
                <a:gd name="connsiteY8-36" fmla="*/ 253346 h 1763594"/>
                <a:gd name="connsiteX0-37" fmla="*/ 360357 w 1536743"/>
                <a:gd name="connsiteY0-38" fmla="*/ 534641 h 1782088"/>
                <a:gd name="connsiteX1-39" fmla="*/ 5 w 1536743"/>
                <a:gd name="connsiteY1-40" fmla="*/ 940200 h 1782088"/>
                <a:gd name="connsiteX2-41" fmla="*/ 367659 w 1536743"/>
                <a:gd name="connsiteY2-42" fmla="*/ 1508306 h 1782088"/>
                <a:gd name="connsiteX3-43" fmla="*/ 1186525 w 1536743"/>
                <a:gd name="connsiteY3-44" fmla="*/ 1775650 h 1782088"/>
                <a:gd name="connsiteX4-45" fmla="*/ 1520756 w 1536743"/>
                <a:gd name="connsiteY4-46" fmla="*/ 1257671 h 1782088"/>
                <a:gd name="connsiteX5-47" fmla="*/ 1468515 w 1536743"/>
                <a:gd name="connsiteY5-48" fmla="*/ 672856 h 1782088"/>
                <a:gd name="connsiteX6-49" fmla="*/ 1336929 w 1536743"/>
                <a:gd name="connsiteY6-50" fmla="*/ 154877 h 1782088"/>
                <a:gd name="connsiteX7-51" fmla="*/ 839089 w 1536743"/>
                <a:gd name="connsiteY7-52" fmla="*/ 21205 h 1782088"/>
                <a:gd name="connsiteX8-53" fmla="*/ 360357 w 1536743"/>
                <a:gd name="connsiteY8-54" fmla="*/ 534641 h 1782088"/>
                <a:gd name="connsiteX0-55" fmla="*/ 360355 w 1536741"/>
                <a:gd name="connsiteY0-56" fmla="*/ 534641 h 1782088"/>
                <a:gd name="connsiteX1-57" fmla="*/ 3 w 1536741"/>
                <a:gd name="connsiteY1-58" fmla="*/ 940200 h 1782088"/>
                <a:gd name="connsiteX2-59" fmla="*/ 367657 w 1536741"/>
                <a:gd name="connsiteY2-60" fmla="*/ 1508306 h 1782088"/>
                <a:gd name="connsiteX3-61" fmla="*/ 1186523 w 1536741"/>
                <a:gd name="connsiteY3-62" fmla="*/ 1775650 h 1782088"/>
                <a:gd name="connsiteX4-63" fmla="*/ 1520754 w 1536741"/>
                <a:gd name="connsiteY4-64" fmla="*/ 1257671 h 1782088"/>
                <a:gd name="connsiteX5-65" fmla="*/ 1468513 w 1536741"/>
                <a:gd name="connsiteY5-66" fmla="*/ 672856 h 1782088"/>
                <a:gd name="connsiteX6-67" fmla="*/ 1336927 w 1536741"/>
                <a:gd name="connsiteY6-68" fmla="*/ 154877 h 1782088"/>
                <a:gd name="connsiteX7-69" fmla="*/ 839087 w 1536741"/>
                <a:gd name="connsiteY7-70" fmla="*/ 21205 h 1782088"/>
                <a:gd name="connsiteX8-71" fmla="*/ 360355 w 1536741"/>
                <a:gd name="connsiteY8-72" fmla="*/ 534641 h 1782088"/>
                <a:gd name="connsiteX0-73" fmla="*/ 382604 w 1558990"/>
                <a:gd name="connsiteY0-74" fmla="*/ 534641 h 1810599"/>
                <a:gd name="connsiteX1-75" fmla="*/ 22252 w 1558990"/>
                <a:gd name="connsiteY1-76" fmla="*/ 940200 h 1810599"/>
                <a:gd name="connsiteX2-77" fmla="*/ 167457 w 1558990"/>
                <a:gd name="connsiteY2-78" fmla="*/ 1672556 h 1810599"/>
                <a:gd name="connsiteX3-79" fmla="*/ 1208772 w 1558990"/>
                <a:gd name="connsiteY3-80" fmla="*/ 1775650 h 1810599"/>
                <a:gd name="connsiteX4-81" fmla="*/ 1543003 w 1558990"/>
                <a:gd name="connsiteY4-82" fmla="*/ 1257671 h 1810599"/>
                <a:gd name="connsiteX5-83" fmla="*/ 1490762 w 1558990"/>
                <a:gd name="connsiteY5-84" fmla="*/ 672856 h 1810599"/>
                <a:gd name="connsiteX6-85" fmla="*/ 1359176 w 1558990"/>
                <a:gd name="connsiteY6-86" fmla="*/ 154877 h 1810599"/>
                <a:gd name="connsiteX7-87" fmla="*/ 861336 w 1558990"/>
                <a:gd name="connsiteY7-88" fmla="*/ 21205 h 1810599"/>
                <a:gd name="connsiteX8-89" fmla="*/ 382604 w 1558990"/>
                <a:gd name="connsiteY8-90" fmla="*/ 534641 h 1810599"/>
                <a:gd name="connsiteX0-91" fmla="*/ 393458 w 1593840"/>
                <a:gd name="connsiteY0-92" fmla="*/ 534641 h 1793264"/>
                <a:gd name="connsiteX1-93" fmla="*/ 33106 w 1593840"/>
                <a:gd name="connsiteY1-94" fmla="*/ 940200 h 1793264"/>
                <a:gd name="connsiteX2-95" fmla="*/ 178311 w 1593840"/>
                <a:gd name="connsiteY2-96" fmla="*/ 1672556 h 1793264"/>
                <a:gd name="connsiteX3-97" fmla="*/ 1464139 w 1593840"/>
                <a:gd name="connsiteY3-98" fmla="*/ 1752440 h 1793264"/>
                <a:gd name="connsiteX4-99" fmla="*/ 1553857 w 1593840"/>
                <a:gd name="connsiteY4-100" fmla="*/ 1257671 h 1793264"/>
                <a:gd name="connsiteX5-101" fmla="*/ 1501616 w 1593840"/>
                <a:gd name="connsiteY5-102" fmla="*/ 672856 h 1793264"/>
                <a:gd name="connsiteX6-103" fmla="*/ 1370030 w 1593840"/>
                <a:gd name="connsiteY6-104" fmla="*/ 154877 h 1793264"/>
                <a:gd name="connsiteX7-105" fmla="*/ 872190 w 1593840"/>
                <a:gd name="connsiteY7-106" fmla="*/ 21205 h 1793264"/>
                <a:gd name="connsiteX8-107" fmla="*/ 393458 w 1593840"/>
                <a:gd name="connsiteY8-108" fmla="*/ 534641 h 1793264"/>
                <a:gd name="connsiteX0-109" fmla="*/ 393458 w 1566550"/>
                <a:gd name="connsiteY0-110" fmla="*/ 534641 h 1840341"/>
                <a:gd name="connsiteX1-111" fmla="*/ 33106 w 1566550"/>
                <a:gd name="connsiteY1-112" fmla="*/ 940200 h 1840341"/>
                <a:gd name="connsiteX2-113" fmla="*/ 178311 w 1566550"/>
                <a:gd name="connsiteY2-114" fmla="*/ 1672556 h 1840341"/>
                <a:gd name="connsiteX3-115" fmla="*/ 1464139 w 1566550"/>
                <a:gd name="connsiteY3-116" fmla="*/ 1752440 h 1840341"/>
                <a:gd name="connsiteX4-117" fmla="*/ 1553857 w 1566550"/>
                <a:gd name="connsiteY4-118" fmla="*/ 1257671 h 1840341"/>
                <a:gd name="connsiteX5-119" fmla="*/ 1501616 w 1566550"/>
                <a:gd name="connsiteY5-120" fmla="*/ 672856 h 1840341"/>
                <a:gd name="connsiteX6-121" fmla="*/ 1370030 w 1566550"/>
                <a:gd name="connsiteY6-122" fmla="*/ 154877 h 1840341"/>
                <a:gd name="connsiteX7-123" fmla="*/ 872190 w 1566550"/>
                <a:gd name="connsiteY7-124" fmla="*/ 21205 h 1840341"/>
                <a:gd name="connsiteX8-125" fmla="*/ 393458 w 1566550"/>
                <a:gd name="connsiteY8-126" fmla="*/ 534641 h 1840341"/>
                <a:gd name="connsiteX0-127" fmla="*/ 393458 w 1555557"/>
                <a:gd name="connsiteY0-128" fmla="*/ 534641 h 1787187"/>
                <a:gd name="connsiteX1-129" fmla="*/ 33106 w 1555557"/>
                <a:gd name="connsiteY1-130" fmla="*/ 940200 h 1787187"/>
                <a:gd name="connsiteX2-131" fmla="*/ 178311 w 1555557"/>
                <a:gd name="connsiteY2-132" fmla="*/ 1672556 h 1787187"/>
                <a:gd name="connsiteX3-133" fmla="*/ 1464139 w 1555557"/>
                <a:gd name="connsiteY3-134" fmla="*/ 1752440 h 1787187"/>
                <a:gd name="connsiteX4-135" fmla="*/ 1553857 w 1555557"/>
                <a:gd name="connsiteY4-136" fmla="*/ 1257671 h 1787187"/>
                <a:gd name="connsiteX5-137" fmla="*/ 1501616 w 1555557"/>
                <a:gd name="connsiteY5-138" fmla="*/ 672856 h 1787187"/>
                <a:gd name="connsiteX6-139" fmla="*/ 1370030 w 1555557"/>
                <a:gd name="connsiteY6-140" fmla="*/ 154877 h 1787187"/>
                <a:gd name="connsiteX7-141" fmla="*/ 872190 w 1555557"/>
                <a:gd name="connsiteY7-142" fmla="*/ 21205 h 1787187"/>
                <a:gd name="connsiteX8-143" fmla="*/ 393458 w 1555557"/>
                <a:gd name="connsiteY8-144" fmla="*/ 534641 h 1787187"/>
                <a:gd name="connsiteX0-145" fmla="*/ 401126 w 1664928"/>
                <a:gd name="connsiteY0-146" fmla="*/ 534641 h 1783934"/>
                <a:gd name="connsiteX1-147" fmla="*/ 40774 w 1664928"/>
                <a:gd name="connsiteY1-148" fmla="*/ 940200 h 1783934"/>
                <a:gd name="connsiteX2-149" fmla="*/ 185979 w 1664928"/>
                <a:gd name="connsiteY2-150" fmla="*/ 1672556 h 1783934"/>
                <a:gd name="connsiteX3-151" fmla="*/ 1618513 w 1664928"/>
                <a:gd name="connsiteY3-152" fmla="*/ 1747798 h 1783934"/>
                <a:gd name="connsiteX4-153" fmla="*/ 1561525 w 1664928"/>
                <a:gd name="connsiteY4-154" fmla="*/ 1257671 h 1783934"/>
                <a:gd name="connsiteX5-155" fmla="*/ 1509284 w 1664928"/>
                <a:gd name="connsiteY5-156" fmla="*/ 672856 h 1783934"/>
                <a:gd name="connsiteX6-157" fmla="*/ 1377698 w 1664928"/>
                <a:gd name="connsiteY6-158" fmla="*/ 154877 h 1783934"/>
                <a:gd name="connsiteX7-159" fmla="*/ 879858 w 1664928"/>
                <a:gd name="connsiteY7-160" fmla="*/ 21205 h 1783934"/>
                <a:gd name="connsiteX8-161" fmla="*/ 401126 w 1664928"/>
                <a:gd name="connsiteY8-162" fmla="*/ 534641 h 1783934"/>
                <a:gd name="connsiteX0-163" fmla="*/ 408119 w 1718774"/>
                <a:gd name="connsiteY0-164" fmla="*/ 534641 h 1826522"/>
                <a:gd name="connsiteX1-165" fmla="*/ 47767 w 1718774"/>
                <a:gd name="connsiteY1-166" fmla="*/ 940200 h 1826522"/>
                <a:gd name="connsiteX2-167" fmla="*/ 179001 w 1718774"/>
                <a:gd name="connsiteY2-168" fmla="*/ 1742186 h 1826522"/>
                <a:gd name="connsiteX3-169" fmla="*/ 1625506 w 1718774"/>
                <a:gd name="connsiteY3-170" fmla="*/ 1747798 h 1826522"/>
                <a:gd name="connsiteX4-171" fmla="*/ 1568518 w 1718774"/>
                <a:gd name="connsiteY4-172" fmla="*/ 1257671 h 1826522"/>
                <a:gd name="connsiteX5-173" fmla="*/ 1516277 w 1718774"/>
                <a:gd name="connsiteY5-174" fmla="*/ 672856 h 1826522"/>
                <a:gd name="connsiteX6-175" fmla="*/ 1384691 w 1718774"/>
                <a:gd name="connsiteY6-176" fmla="*/ 154877 h 1826522"/>
                <a:gd name="connsiteX7-177" fmla="*/ 886851 w 1718774"/>
                <a:gd name="connsiteY7-178" fmla="*/ 21205 h 1826522"/>
                <a:gd name="connsiteX8-179" fmla="*/ 408119 w 1718774"/>
                <a:gd name="connsiteY8-180" fmla="*/ 534641 h 1826522"/>
                <a:gd name="connsiteX0-181" fmla="*/ 477759 w 1796623"/>
                <a:gd name="connsiteY0-182" fmla="*/ 534641 h 1818043"/>
                <a:gd name="connsiteX1-183" fmla="*/ 117407 w 1796623"/>
                <a:gd name="connsiteY1-184" fmla="*/ 940200 h 1818043"/>
                <a:gd name="connsiteX2-185" fmla="*/ 136864 w 1796623"/>
                <a:gd name="connsiteY2-186" fmla="*/ 1728260 h 1818043"/>
                <a:gd name="connsiteX3-187" fmla="*/ 1695146 w 1796623"/>
                <a:gd name="connsiteY3-188" fmla="*/ 1747798 h 1818043"/>
                <a:gd name="connsiteX4-189" fmla="*/ 1638158 w 1796623"/>
                <a:gd name="connsiteY4-190" fmla="*/ 1257671 h 1818043"/>
                <a:gd name="connsiteX5-191" fmla="*/ 1585917 w 1796623"/>
                <a:gd name="connsiteY5-192" fmla="*/ 672856 h 1818043"/>
                <a:gd name="connsiteX6-193" fmla="*/ 1454331 w 1796623"/>
                <a:gd name="connsiteY6-194" fmla="*/ 154877 h 1818043"/>
                <a:gd name="connsiteX7-195" fmla="*/ 956491 w 1796623"/>
                <a:gd name="connsiteY7-196" fmla="*/ 21205 h 1818043"/>
                <a:gd name="connsiteX8-197" fmla="*/ 477759 w 1796623"/>
                <a:gd name="connsiteY8-198" fmla="*/ 534641 h 1818043"/>
                <a:gd name="connsiteX0-199" fmla="*/ 396783 w 1688820"/>
                <a:gd name="connsiteY0-200" fmla="*/ 534641 h 1815615"/>
                <a:gd name="connsiteX1-201" fmla="*/ 36431 w 1688820"/>
                <a:gd name="connsiteY1-202" fmla="*/ 940200 h 1815615"/>
                <a:gd name="connsiteX2-203" fmla="*/ 55888 w 1688820"/>
                <a:gd name="connsiteY2-204" fmla="*/ 1728260 h 1815615"/>
                <a:gd name="connsiteX3-205" fmla="*/ 421834 w 1688820"/>
                <a:gd name="connsiteY3-206" fmla="*/ 1798118 h 1815615"/>
                <a:gd name="connsiteX4-207" fmla="*/ 1614170 w 1688820"/>
                <a:gd name="connsiteY4-208" fmla="*/ 1747798 h 1815615"/>
                <a:gd name="connsiteX5-209" fmla="*/ 1557182 w 1688820"/>
                <a:gd name="connsiteY5-210" fmla="*/ 1257671 h 1815615"/>
                <a:gd name="connsiteX6-211" fmla="*/ 1504941 w 1688820"/>
                <a:gd name="connsiteY6-212" fmla="*/ 672856 h 1815615"/>
                <a:gd name="connsiteX7-213" fmla="*/ 1373355 w 1688820"/>
                <a:gd name="connsiteY7-214" fmla="*/ 154877 h 1815615"/>
                <a:gd name="connsiteX8-215" fmla="*/ 875515 w 1688820"/>
                <a:gd name="connsiteY8-216" fmla="*/ 21205 h 1815615"/>
                <a:gd name="connsiteX9" fmla="*/ 396783 w 1688820"/>
                <a:gd name="connsiteY9" fmla="*/ 534641 h 1815615"/>
                <a:gd name="connsiteX0-217" fmla="*/ 394951 w 1689541"/>
                <a:gd name="connsiteY0-218" fmla="*/ 534641 h 1877271"/>
                <a:gd name="connsiteX1-219" fmla="*/ 34599 w 1689541"/>
                <a:gd name="connsiteY1-220" fmla="*/ 940200 h 1877271"/>
                <a:gd name="connsiteX2-221" fmla="*/ 54056 w 1689541"/>
                <a:gd name="connsiteY2-222" fmla="*/ 1728260 h 1877271"/>
                <a:gd name="connsiteX3-223" fmla="*/ 385071 w 1689541"/>
                <a:gd name="connsiteY3-224" fmla="*/ 1877032 h 1877271"/>
                <a:gd name="connsiteX4-225" fmla="*/ 1612338 w 1689541"/>
                <a:gd name="connsiteY4-226" fmla="*/ 1747798 h 1877271"/>
                <a:gd name="connsiteX5-227" fmla="*/ 1555350 w 1689541"/>
                <a:gd name="connsiteY5-228" fmla="*/ 1257671 h 1877271"/>
                <a:gd name="connsiteX6-229" fmla="*/ 1503109 w 1689541"/>
                <a:gd name="connsiteY6-230" fmla="*/ 672856 h 1877271"/>
                <a:gd name="connsiteX7-231" fmla="*/ 1371523 w 1689541"/>
                <a:gd name="connsiteY7-232" fmla="*/ 154877 h 1877271"/>
                <a:gd name="connsiteX8-233" fmla="*/ 873683 w 1689541"/>
                <a:gd name="connsiteY8-234" fmla="*/ 21205 h 1877271"/>
                <a:gd name="connsiteX9-235" fmla="*/ 394951 w 1689541"/>
                <a:gd name="connsiteY9-236" fmla="*/ 534641 h 1877271"/>
                <a:gd name="connsiteX0-237" fmla="*/ 394949 w 1689541"/>
                <a:gd name="connsiteY0-238" fmla="*/ 534641 h 1877032"/>
                <a:gd name="connsiteX1-239" fmla="*/ 34597 w 1689541"/>
                <a:gd name="connsiteY1-240" fmla="*/ 940200 h 1877032"/>
                <a:gd name="connsiteX2-241" fmla="*/ 54054 w 1689541"/>
                <a:gd name="connsiteY2-242" fmla="*/ 1728260 h 1877032"/>
                <a:gd name="connsiteX3-243" fmla="*/ 385069 w 1689541"/>
                <a:gd name="connsiteY3-244" fmla="*/ 1877032 h 1877032"/>
                <a:gd name="connsiteX4-245" fmla="*/ 1612336 w 1689541"/>
                <a:gd name="connsiteY4-246" fmla="*/ 1747798 h 1877032"/>
                <a:gd name="connsiteX5-247" fmla="*/ 1555348 w 1689541"/>
                <a:gd name="connsiteY5-248" fmla="*/ 1257671 h 1877032"/>
                <a:gd name="connsiteX6-249" fmla="*/ 1503107 w 1689541"/>
                <a:gd name="connsiteY6-250" fmla="*/ 672856 h 1877032"/>
                <a:gd name="connsiteX7-251" fmla="*/ 1371521 w 1689541"/>
                <a:gd name="connsiteY7-252" fmla="*/ 154877 h 1877032"/>
                <a:gd name="connsiteX8-253" fmla="*/ 873681 w 1689541"/>
                <a:gd name="connsiteY8-254" fmla="*/ 21205 h 1877032"/>
                <a:gd name="connsiteX9-255" fmla="*/ 394949 w 1689541"/>
                <a:gd name="connsiteY9-256" fmla="*/ 534641 h 1877032"/>
                <a:gd name="connsiteX0-257" fmla="*/ 394949 w 1683795"/>
                <a:gd name="connsiteY0-258" fmla="*/ 534641 h 1877032"/>
                <a:gd name="connsiteX1-259" fmla="*/ 34597 w 1683795"/>
                <a:gd name="connsiteY1-260" fmla="*/ 940200 h 1877032"/>
                <a:gd name="connsiteX2-261" fmla="*/ 54054 w 1683795"/>
                <a:gd name="connsiteY2-262" fmla="*/ 1728260 h 1877032"/>
                <a:gd name="connsiteX3-263" fmla="*/ 385069 w 1683795"/>
                <a:gd name="connsiteY3-264" fmla="*/ 1877032 h 1877032"/>
                <a:gd name="connsiteX4-265" fmla="*/ 1605349 w 1683795"/>
                <a:gd name="connsiteY4-266" fmla="*/ 1798860 h 1877032"/>
                <a:gd name="connsiteX5-267" fmla="*/ 1555348 w 1683795"/>
                <a:gd name="connsiteY5-268" fmla="*/ 1257671 h 1877032"/>
                <a:gd name="connsiteX6-269" fmla="*/ 1503107 w 1683795"/>
                <a:gd name="connsiteY6-270" fmla="*/ 672856 h 1877032"/>
                <a:gd name="connsiteX7-271" fmla="*/ 1371521 w 1683795"/>
                <a:gd name="connsiteY7-272" fmla="*/ 154877 h 1877032"/>
                <a:gd name="connsiteX8-273" fmla="*/ 873681 w 1683795"/>
                <a:gd name="connsiteY8-274" fmla="*/ 21205 h 1877032"/>
                <a:gd name="connsiteX9-275" fmla="*/ 394949 w 1683795"/>
                <a:gd name="connsiteY9-276" fmla="*/ 534641 h 1877032"/>
                <a:gd name="connsiteX0-277" fmla="*/ 394949 w 1720794"/>
                <a:gd name="connsiteY0-278" fmla="*/ 534641 h 1877032"/>
                <a:gd name="connsiteX1-279" fmla="*/ 34597 w 1720794"/>
                <a:gd name="connsiteY1-280" fmla="*/ 940200 h 1877032"/>
                <a:gd name="connsiteX2-281" fmla="*/ 54054 w 1720794"/>
                <a:gd name="connsiteY2-282" fmla="*/ 1728260 h 1877032"/>
                <a:gd name="connsiteX3-283" fmla="*/ 385069 w 1720794"/>
                <a:gd name="connsiteY3-284" fmla="*/ 1877032 h 1877032"/>
                <a:gd name="connsiteX4-285" fmla="*/ 1605349 w 1720794"/>
                <a:gd name="connsiteY4-286" fmla="*/ 1798860 h 1877032"/>
                <a:gd name="connsiteX5-287" fmla="*/ 1555348 w 1720794"/>
                <a:gd name="connsiteY5-288" fmla="*/ 1257671 h 1877032"/>
                <a:gd name="connsiteX6-289" fmla="*/ 1503107 w 1720794"/>
                <a:gd name="connsiteY6-290" fmla="*/ 672856 h 1877032"/>
                <a:gd name="connsiteX7-291" fmla="*/ 1371521 w 1720794"/>
                <a:gd name="connsiteY7-292" fmla="*/ 154877 h 1877032"/>
                <a:gd name="connsiteX8-293" fmla="*/ 873681 w 1720794"/>
                <a:gd name="connsiteY8-294" fmla="*/ 21205 h 1877032"/>
                <a:gd name="connsiteX9-295" fmla="*/ 394949 w 1720794"/>
                <a:gd name="connsiteY9-296" fmla="*/ 534641 h 1877032"/>
                <a:gd name="connsiteX0-297" fmla="*/ 394949 w 1720794"/>
                <a:gd name="connsiteY0-298" fmla="*/ 534641 h 1877032"/>
                <a:gd name="connsiteX1-299" fmla="*/ 34597 w 1720794"/>
                <a:gd name="connsiteY1-300" fmla="*/ 940200 h 1877032"/>
                <a:gd name="connsiteX2-301" fmla="*/ 54054 w 1720794"/>
                <a:gd name="connsiteY2-302" fmla="*/ 1728260 h 1877032"/>
                <a:gd name="connsiteX3-303" fmla="*/ 385069 w 1720794"/>
                <a:gd name="connsiteY3-304" fmla="*/ 1877032 h 1877032"/>
                <a:gd name="connsiteX4-305" fmla="*/ 1605349 w 1720794"/>
                <a:gd name="connsiteY4-306" fmla="*/ 1798860 h 1877032"/>
                <a:gd name="connsiteX5-307" fmla="*/ 1555348 w 1720794"/>
                <a:gd name="connsiteY5-308" fmla="*/ 1257671 h 1877032"/>
                <a:gd name="connsiteX6-309" fmla="*/ 1503107 w 1720794"/>
                <a:gd name="connsiteY6-310" fmla="*/ 672856 h 1877032"/>
                <a:gd name="connsiteX7-311" fmla="*/ 1371521 w 1720794"/>
                <a:gd name="connsiteY7-312" fmla="*/ 154877 h 1877032"/>
                <a:gd name="connsiteX8-313" fmla="*/ 873681 w 1720794"/>
                <a:gd name="connsiteY8-314" fmla="*/ 21205 h 1877032"/>
                <a:gd name="connsiteX9-315" fmla="*/ 394949 w 1720794"/>
                <a:gd name="connsiteY9-316" fmla="*/ 534641 h 1877032"/>
                <a:gd name="connsiteX0-317" fmla="*/ 394949 w 1671512"/>
                <a:gd name="connsiteY0-318" fmla="*/ 534641 h 1877032"/>
                <a:gd name="connsiteX1-319" fmla="*/ 34597 w 1671512"/>
                <a:gd name="connsiteY1-320" fmla="*/ 940200 h 1877032"/>
                <a:gd name="connsiteX2-321" fmla="*/ 54054 w 1671512"/>
                <a:gd name="connsiteY2-322" fmla="*/ 1728260 h 1877032"/>
                <a:gd name="connsiteX3-323" fmla="*/ 385069 w 1671512"/>
                <a:gd name="connsiteY3-324" fmla="*/ 1877032 h 1877032"/>
                <a:gd name="connsiteX4-325" fmla="*/ 1605349 w 1671512"/>
                <a:gd name="connsiteY4-326" fmla="*/ 1798860 h 1877032"/>
                <a:gd name="connsiteX5-327" fmla="*/ 1555348 w 1671512"/>
                <a:gd name="connsiteY5-328" fmla="*/ 1257671 h 1877032"/>
                <a:gd name="connsiteX6-329" fmla="*/ 1503107 w 1671512"/>
                <a:gd name="connsiteY6-330" fmla="*/ 672856 h 1877032"/>
                <a:gd name="connsiteX7-331" fmla="*/ 1371521 w 1671512"/>
                <a:gd name="connsiteY7-332" fmla="*/ 154877 h 1877032"/>
                <a:gd name="connsiteX8-333" fmla="*/ 873681 w 1671512"/>
                <a:gd name="connsiteY8-334" fmla="*/ 21205 h 1877032"/>
                <a:gd name="connsiteX9-335" fmla="*/ 394949 w 1671512"/>
                <a:gd name="connsiteY9-336" fmla="*/ 534641 h 1877032"/>
                <a:gd name="connsiteX0-337" fmla="*/ 394949 w 1677296"/>
                <a:gd name="connsiteY0-338" fmla="*/ 534641 h 1877032"/>
                <a:gd name="connsiteX1-339" fmla="*/ 34597 w 1677296"/>
                <a:gd name="connsiteY1-340" fmla="*/ 940200 h 1877032"/>
                <a:gd name="connsiteX2-341" fmla="*/ 54054 w 1677296"/>
                <a:gd name="connsiteY2-342" fmla="*/ 1728260 h 1877032"/>
                <a:gd name="connsiteX3-343" fmla="*/ 385069 w 1677296"/>
                <a:gd name="connsiteY3-344" fmla="*/ 1877032 h 1877032"/>
                <a:gd name="connsiteX4-345" fmla="*/ 1612334 w 1677296"/>
                <a:gd name="connsiteY4-346" fmla="*/ 1840637 h 1877032"/>
                <a:gd name="connsiteX5-347" fmla="*/ 1555348 w 1677296"/>
                <a:gd name="connsiteY5-348" fmla="*/ 1257671 h 1877032"/>
                <a:gd name="connsiteX6-349" fmla="*/ 1503107 w 1677296"/>
                <a:gd name="connsiteY6-350" fmla="*/ 672856 h 1877032"/>
                <a:gd name="connsiteX7-351" fmla="*/ 1371521 w 1677296"/>
                <a:gd name="connsiteY7-352" fmla="*/ 154877 h 1877032"/>
                <a:gd name="connsiteX8-353" fmla="*/ 873681 w 1677296"/>
                <a:gd name="connsiteY8-354" fmla="*/ 21205 h 1877032"/>
                <a:gd name="connsiteX9-355" fmla="*/ 394949 w 1677296"/>
                <a:gd name="connsiteY9-356" fmla="*/ 534641 h 1877032"/>
                <a:gd name="connsiteX0-357" fmla="*/ 394949 w 1677298"/>
                <a:gd name="connsiteY0-358" fmla="*/ 534641 h 1877032"/>
                <a:gd name="connsiteX1-359" fmla="*/ 34597 w 1677298"/>
                <a:gd name="connsiteY1-360" fmla="*/ 940200 h 1877032"/>
                <a:gd name="connsiteX2-361" fmla="*/ 54054 w 1677298"/>
                <a:gd name="connsiteY2-362" fmla="*/ 1728260 h 1877032"/>
                <a:gd name="connsiteX3-363" fmla="*/ 385069 w 1677298"/>
                <a:gd name="connsiteY3-364" fmla="*/ 1877032 h 1877032"/>
                <a:gd name="connsiteX4-365" fmla="*/ 1612334 w 1677298"/>
                <a:gd name="connsiteY4-366" fmla="*/ 1840637 h 1877032"/>
                <a:gd name="connsiteX5-367" fmla="*/ 1555348 w 1677298"/>
                <a:gd name="connsiteY5-368" fmla="*/ 1257671 h 1877032"/>
                <a:gd name="connsiteX6-369" fmla="*/ 1503107 w 1677298"/>
                <a:gd name="connsiteY6-370" fmla="*/ 672856 h 1877032"/>
                <a:gd name="connsiteX7-371" fmla="*/ 1371521 w 1677298"/>
                <a:gd name="connsiteY7-372" fmla="*/ 154877 h 1877032"/>
                <a:gd name="connsiteX8-373" fmla="*/ 873681 w 1677298"/>
                <a:gd name="connsiteY8-374" fmla="*/ 21205 h 1877032"/>
                <a:gd name="connsiteX9-375" fmla="*/ 394949 w 1677298"/>
                <a:gd name="connsiteY9-376" fmla="*/ 534641 h 1877032"/>
                <a:gd name="connsiteX0-377" fmla="*/ 394949 w 1677296"/>
                <a:gd name="connsiteY0-378" fmla="*/ 534641 h 1904936"/>
                <a:gd name="connsiteX1-379" fmla="*/ 34597 w 1677296"/>
                <a:gd name="connsiteY1-380" fmla="*/ 940200 h 1904936"/>
                <a:gd name="connsiteX2-381" fmla="*/ 54054 w 1677296"/>
                <a:gd name="connsiteY2-382" fmla="*/ 1728260 h 1904936"/>
                <a:gd name="connsiteX3-383" fmla="*/ 385069 w 1677296"/>
                <a:gd name="connsiteY3-384" fmla="*/ 1877032 h 1904936"/>
                <a:gd name="connsiteX4-385" fmla="*/ 1612334 w 1677296"/>
                <a:gd name="connsiteY4-386" fmla="*/ 1840637 h 1904936"/>
                <a:gd name="connsiteX5-387" fmla="*/ 1555348 w 1677296"/>
                <a:gd name="connsiteY5-388" fmla="*/ 1257671 h 1904936"/>
                <a:gd name="connsiteX6-389" fmla="*/ 1503107 w 1677296"/>
                <a:gd name="connsiteY6-390" fmla="*/ 672856 h 1904936"/>
                <a:gd name="connsiteX7-391" fmla="*/ 1371521 w 1677296"/>
                <a:gd name="connsiteY7-392" fmla="*/ 154877 h 1904936"/>
                <a:gd name="connsiteX8-393" fmla="*/ 873681 w 1677296"/>
                <a:gd name="connsiteY8-394" fmla="*/ 21205 h 1904936"/>
                <a:gd name="connsiteX9-395" fmla="*/ 394949 w 1677296"/>
                <a:gd name="connsiteY9-396" fmla="*/ 534641 h 1904936"/>
                <a:gd name="connsiteX0-397" fmla="*/ 461539 w 1743887"/>
                <a:gd name="connsiteY0-398" fmla="*/ 534641 h 1904936"/>
                <a:gd name="connsiteX1-399" fmla="*/ 101187 w 1743887"/>
                <a:gd name="connsiteY1-400" fmla="*/ 940200 h 1904936"/>
                <a:gd name="connsiteX2-401" fmla="*/ 22840 w 1743887"/>
                <a:gd name="connsiteY2-402" fmla="*/ 1737812 h 1904936"/>
                <a:gd name="connsiteX3-403" fmla="*/ 451659 w 1743887"/>
                <a:gd name="connsiteY3-404" fmla="*/ 1877032 h 1904936"/>
                <a:gd name="connsiteX4-405" fmla="*/ 1678924 w 1743887"/>
                <a:gd name="connsiteY4-406" fmla="*/ 1840637 h 1904936"/>
                <a:gd name="connsiteX5-407" fmla="*/ 1621938 w 1743887"/>
                <a:gd name="connsiteY5-408" fmla="*/ 1257671 h 1904936"/>
                <a:gd name="connsiteX6-409" fmla="*/ 1569697 w 1743887"/>
                <a:gd name="connsiteY6-410" fmla="*/ 672856 h 1904936"/>
                <a:gd name="connsiteX7-411" fmla="*/ 1438111 w 1743887"/>
                <a:gd name="connsiteY7-412" fmla="*/ 154877 h 1904936"/>
                <a:gd name="connsiteX8-413" fmla="*/ 940271 w 1743887"/>
                <a:gd name="connsiteY8-414" fmla="*/ 21205 h 1904936"/>
                <a:gd name="connsiteX9-415" fmla="*/ 461539 w 1743887"/>
                <a:gd name="connsiteY9-416" fmla="*/ 534641 h 1904936"/>
                <a:gd name="connsiteX0-417" fmla="*/ 452050 w 1756359"/>
                <a:gd name="connsiteY0-418" fmla="*/ 534641 h 1891359"/>
                <a:gd name="connsiteX1-419" fmla="*/ 91698 w 1756359"/>
                <a:gd name="connsiteY1-420" fmla="*/ 940200 h 1891359"/>
                <a:gd name="connsiteX2-421" fmla="*/ 13351 w 1756359"/>
                <a:gd name="connsiteY2-422" fmla="*/ 1737812 h 1891359"/>
                <a:gd name="connsiteX3-423" fmla="*/ 309435 w 1756359"/>
                <a:gd name="connsiteY3-424" fmla="*/ 1891359 h 1891359"/>
                <a:gd name="connsiteX4-425" fmla="*/ 1669435 w 1756359"/>
                <a:gd name="connsiteY4-426" fmla="*/ 1840637 h 1891359"/>
                <a:gd name="connsiteX5-427" fmla="*/ 1612449 w 1756359"/>
                <a:gd name="connsiteY5-428" fmla="*/ 1257671 h 1891359"/>
                <a:gd name="connsiteX6-429" fmla="*/ 1560208 w 1756359"/>
                <a:gd name="connsiteY6-430" fmla="*/ 672856 h 1891359"/>
                <a:gd name="connsiteX7-431" fmla="*/ 1428622 w 1756359"/>
                <a:gd name="connsiteY7-432" fmla="*/ 154877 h 1891359"/>
                <a:gd name="connsiteX8-433" fmla="*/ 930782 w 1756359"/>
                <a:gd name="connsiteY8-434" fmla="*/ 21205 h 1891359"/>
                <a:gd name="connsiteX9-435" fmla="*/ 452050 w 1756359"/>
                <a:gd name="connsiteY9-436" fmla="*/ 534641 h 1891359"/>
                <a:gd name="connsiteX0-437" fmla="*/ 452050 w 1756257"/>
                <a:gd name="connsiteY0-438" fmla="*/ 534641 h 1891359"/>
                <a:gd name="connsiteX1-439" fmla="*/ 91698 w 1756257"/>
                <a:gd name="connsiteY1-440" fmla="*/ 940200 h 1891359"/>
                <a:gd name="connsiteX2-441" fmla="*/ 13351 w 1756257"/>
                <a:gd name="connsiteY2-442" fmla="*/ 1737812 h 1891359"/>
                <a:gd name="connsiteX3-443" fmla="*/ 309435 w 1756257"/>
                <a:gd name="connsiteY3-444" fmla="*/ 1891359 h 1891359"/>
                <a:gd name="connsiteX4-445" fmla="*/ 1669435 w 1756257"/>
                <a:gd name="connsiteY4-446" fmla="*/ 1840637 h 1891359"/>
                <a:gd name="connsiteX5-447" fmla="*/ 1612449 w 1756257"/>
                <a:gd name="connsiteY5-448" fmla="*/ 1257671 h 1891359"/>
                <a:gd name="connsiteX6-449" fmla="*/ 1563496 w 1756257"/>
                <a:gd name="connsiteY6-450" fmla="*/ 959631 h 1891359"/>
                <a:gd name="connsiteX7-451" fmla="*/ 1560208 w 1756257"/>
                <a:gd name="connsiteY7-452" fmla="*/ 672856 h 1891359"/>
                <a:gd name="connsiteX8-453" fmla="*/ 1428622 w 1756257"/>
                <a:gd name="connsiteY8-454" fmla="*/ 154877 h 1891359"/>
                <a:gd name="connsiteX9-455" fmla="*/ 930782 w 1756257"/>
                <a:gd name="connsiteY9-456" fmla="*/ 21205 h 1891359"/>
                <a:gd name="connsiteX10" fmla="*/ 452050 w 1756257"/>
                <a:gd name="connsiteY10" fmla="*/ 534641 h 1891359"/>
                <a:gd name="connsiteX0-457" fmla="*/ 452050 w 1764590"/>
                <a:gd name="connsiteY0-458" fmla="*/ 534641 h 1891359"/>
                <a:gd name="connsiteX1-459" fmla="*/ 91698 w 1764590"/>
                <a:gd name="connsiteY1-460" fmla="*/ 940200 h 1891359"/>
                <a:gd name="connsiteX2-461" fmla="*/ 13351 w 1764590"/>
                <a:gd name="connsiteY2-462" fmla="*/ 1737812 h 1891359"/>
                <a:gd name="connsiteX3-463" fmla="*/ 309435 w 1764590"/>
                <a:gd name="connsiteY3-464" fmla="*/ 1891359 h 1891359"/>
                <a:gd name="connsiteX4-465" fmla="*/ 1669435 w 1764590"/>
                <a:gd name="connsiteY4-466" fmla="*/ 1840637 h 1891359"/>
                <a:gd name="connsiteX5-467" fmla="*/ 1612449 w 1764590"/>
                <a:gd name="connsiteY5-468" fmla="*/ 1257671 h 1891359"/>
                <a:gd name="connsiteX6-469" fmla="*/ 1309780 w 1764590"/>
                <a:gd name="connsiteY6-470" fmla="*/ 1046341 h 1891359"/>
                <a:gd name="connsiteX7-471" fmla="*/ 1560208 w 1764590"/>
                <a:gd name="connsiteY7-472" fmla="*/ 672856 h 1891359"/>
                <a:gd name="connsiteX8-473" fmla="*/ 1428622 w 1764590"/>
                <a:gd name="connsiteY8-474" fmla="*/ 154877 h 1891359"/>
                <a:gd name="connsiteX9-475" fmla="*/ 930782 w 1764590"/>
                <a:gd name="connsiteY9-476" fmla="*/ 21205 h 1891359"/>
                <a:gd name="connsiteX10-477" fmla="*/ 452050 w 1764590"/>
                <a:gd name="connsiteY10-478" fmla="*/ 534641 h 1891359"/>
                <a:gd name="connsiteX0-479" fmla="*/ 452050 w 1764592"/>
                <a:gd name="connsiteY0-480" fmla="*/ 534641 h 1891359"/>
                <a:gd name="connsiteX1-481" fmla="*/ 91698 w 1764592"/>
                <a:gd name="connsiteY1-482" fmla="*/ 940200 h 1891359"/>
                <a:gd name="connsiteX2-483" fmla="*/ 13351 w 1764592"/>
                <a:gd name="connsiteY2-484" fmla="*/ 1737812 h 1891359"/>
                <a:gd name="connsiteX3-485" fmla="*/ 309435 w 1764592"/>
                <a:gd name="connsiteY3-486" fmla="*/ 1891359 h 1891359"/>
                <a:gd name="connsiteX4-487" fmla="*/ 1669435 w 1764592"/>
                <a:gd name="connsiteY4-488" fmla="*/ 1840637 h 1891359"/>
                <a:gd name="connsiteX5-489" fmla="*/ 1612449 w 1764592"/>
                <a:gd name="connsiteY5-490" fmla="*/ 1257671 h 1891359"/>
                <a:gd name="connsiteX6-491" fmla="*/ 1309780 w 1764592"/>
                <a:gd name="connsiteY6-492" fmla="*/ 1046341 h 1891359"/>
                <a:gd name="connsiteX7-493" fmla="*/ 1560208 w 1764592"/>
                <a:gd name="connsiteY7-494" fmla="*/ 672856 h 1891359"/>
                <a:gd name="connsiteX8-495" fmla="*/ 1428622 w 1764592"/>
                <a:gd name="connsiteY8-496" fmla="*/ 154877 h 1891359"/>
                <a:gd name="connsiteX9-497" fmla="*/ 930782 w 1764592"/>
                <a:gd name="connsiteY9-498" fmla="*/ 21205 h 1891359"/>
                <a:gd name="connsiteX10-499" fmla="*/ 452050 w 1764592"/>
                <a:gd name="connsiteY10-500" fmla="*/ 534641 h 1891359"/>
                <a:gd name="connsiteX0-501" fmla="*/ 452050 w 1764590"/>
                <a:gd name="connsiteY0-502" fmla="*/ 534641 h 1891359"/>
                <a:gd name="connsiteX1-503" fmla="*/ 91698 w 1764590"/>
                <a:gd name="connsiteY1-504" fmla="*/ 940200 h 1891359"/>
                <a:gd name="connsiteX2-505" fmla="*/ 13351 w 1764590"/>
                <a:gd name="connsiteY2-506" fmla="*/ 1737812 h 1891359"/>
                <a:gd name="connsiteX3-507" fmla="*/ 309435 w 1764590"/>
                <a:gd name="connsiteY3-508" fmla="*/ 1891359 h 1891359"/>
                <a:gd name="connsiteX4-509" fmla="*/ 1669435 w 1764590"/>
                <a:gd name="connsiteY4-510" fmla="*/ 1840637 h 1891359"/>
                <a:gd name="connsiteX5-511" fmla="*/ 1612449 w 1764590"/>
                <a:gd name="connsiteY5-512" fmla="*/ 1257671 h 1891359"/>
                <a:gd name="connsiteX6-513" fmla="*/ 1309780 w 1764590"/>
                <a:gd name="connsiteY6-514" fmla="*/ 1046341 h 1891359"/>
                <a:gd name="connsiteX7-515" fmla="*/ 1560208 w 1764590"/>
                <a:gd name="connsiteY7-516" fmla="*/ 672856 h 1891359"/>
                <a:gd name="connsiteX8-517" fmla="*/ 1428622 w 1764590"/>
                <a:gd name="connsiteY8-518" fmla="*/ 154877 h 1891359"/>
                <a:gd name="connsiteX9-519" fmla="*/ 930782 w 1764590"/>
                <a:gd name="connsiteY9-520" fmla="*/ 21205 h 1891359"/>
                <a:gd name="connsiteX10-521" fmla="*/ 452050 w 1764590"/>
                <a:gd name="connsiteY10-522" fmla="*/ 534641 h 1891359"/>
                <a:gd name="connsiteX0-523" fmla="*/ 452050 w 1792731"/>
                <a:gd name="connsiteY0-524" fmla="*/ 534641 h 1891359"/>
                <a:gd name="connsiteX1-525" fmla="*/ 91698 w 1792731"/>
                <a:gd name="connsiteY1-526" fmla="*/ 940200 h 1891359"/>
                <a:gd name="connsiteX2-527" fmla="*/ 13351 w 1792731"/>
                <a:gd name="connsiteY2-528" fmla="*/ 1737812 h 1891359"/>
                <a:gd name="connsiteX3-529" fmla="*/ 309435 w 1792731"/>
                <a:gd name="connsiteY3-530" fmla="*/ 1891359 h 1891359"/>
                <a:gd name="connsiteX4-531" fmla="*/ 1669435 w 1792731"/>
                <a:gd name="connsiteY4-532" fmla="*/ 1840637 h 1891359"/>
                <a:gd name="connsiteX5-533" fmla="*/ 1688563 w 1792731"/>
                <a:gd name="connsiteY5-534" fmla="*/ 1292355 h 1891359"/>
                <a:gd name="connsiteX6-535" fmla="*/ 1309780 w 1792731"/>
                <a:gd name="connsiteY6-536" fmla="*/ 1046341 h 1891359"/>
                <a:gd name="connsiteX7-537" fmla="*/ 1560208 w 1792731"/>
                <a:gd name="connsiteY7-538" fmla="*/ 672856 h 1891359"/>
                <a:gd name="connsiteX8-539" fmla="*/ 1428622 w 1792731"/>
                <a:gd name="connsiteY8-540" fmla="*/ 154877 h 1891359"/>
                <a:gd name="connsiteX9-541" fmla="*/ 930782 w 1792731"/>
                <a:gd name="connsiteY9-542" fmla="*/ 21205 h 1891359"/>
                <a:gd name="connsiteX10-543" fmla="*/ 452050 w 1792731"/>
                <a:gd name="connsiteY10-544" fmla="*/ 534641 h 1891359"/>
                <a:gd name="connsiteX0-545" fmla="*/ 452050 w 1814809"/>
                <a:gd name="connsiteY0-546" fmla="*/ 534641 h 1891359"/>
                <a:gd name="connsiteX1-547" fmla="*/ 91698 w 1814809"/>
                <a:gd name="connsiteY1-548" fmla="*/ 940200 h 1891359"/>
                <a:gd name="connsiteX2-549" fmla="*/ 13351 w 1814809"/>
                <a:gd name="connsiteY2-550" fmla="*/ 1737812 h 1891359"/>
                <a:gd name="connsiteX3-551" fmla="*/ 309435 w 1814809"/>
                <a:gd name="connsiteY3-552" fmla="*/ 1891359 h 1891359"/>
                <a:gd name="connsiteX4-553" fmla="*/ 1669435 w 1814809"/>
                <a:gd name="connsiteY4-554" fmla="*/ 1840637 h 1891359"/>
                <a:gd name="connsiteX5-555" fmla="*/ 1688563 w 1814809"/>
                <a:gd name="connsiteY5-556" fmla="*/ 1292355 h 1891359"/>
                <a:gd name="connsiteX6-557" fmla="*/ 1309780 w 1814809"/>
                <a:gd name="connsiteY6-558" fmla="*/ 1046341 h 1891359"/>
                <a:gd name="connsiteX7-559" fmla="*/ 1560208 w 1814809"/>
                <a:gd name="connsiteY7-560" fmla="*/ 672856 h 1891359"/>
                <a:gd name="connsiteX8-561" fmla="*/ 1428622 w 1814809"/>
                <a:gd name="connsiteY8-562" fmla="*/ 154877 h 1891359"/>
                <a:gd name="connsiteX9-563" fmla="*/ 930782 w 1814809"/>
                <a:gd name="connsiteY9-564" fmla="*/ 21205 h 1891359"/>
                <a:gd name="connsiteX10-565" fmla="*/ 452050 w 1814809"/>
                <a:gd name="connsiteY10-566" fmla="*/ 534641 h 1891359"/>
                <a:gd name="connsiteX0-567" fmla="*/ 452050 w 1814809"/>
                <a:gd name="connsiteY0-568" fmla="*/ 534641 h 1891359"/>
                <a:gd name="connsiteX1-569" fmla="*/ 91698 w 1814809"/>
                <a:gd name="connsiteY1-570" fmla="*/ 940200 h 1891359"/>
                <a:gd name="connsiteX2-571" fmla="*/ 13351 w 1814809"/>
                <a:gd name="connsiteY2-572" fmla="*/ 1737812 h 1891359"/>
                <a:gd name="connsiteX3-573" fmla="*/ 309435 w 1814809"/>
                <a:gd name="connsiteY3-574" fmla="*/ 1891359 h 1891359"/>
                <a:gd name="connsiteX4-575" fmla="*/ 1669435 w 1814809"/>
                <a:gd name="connsiteY4-576" fmla="*/ 1840637 h 1891359"/>
                <a:gd name="connsiteX5-577" fmla="*/ 1688563 w 1814809"/>
                <a:gd name="connsiteY5-578" fmla="*/ 1292355 h 1891359"/>
                <a:gd name="connsiteX6-579" fmla="*/ 1309780 w 1814809"/>
                <a:gd name="connsiteY6-580" fmla="*/ 1046341 h 1891359"/>
                <a:gd name="connsiteX7-581" fmla="*/ 1619996 w 1814809"/>
                <a:gd name="connsiteY7-582" fmla="*/ 526399 h 1891359"/>
                <a:gd name="connsiteX8-583" fmla="*/ 1428622 w 1814809"/>
                <a:gd name="connsiteY8-584" fmla="*/ 154877 h 1891359"/>
                <a:gd name="connsiteX9-585" fmla="*/ 930782 w 1814809"/>
                <a:gd name="connsiteY9-586" fmla="*/ 21205 h 1891359"/>
                <a:gd name="connsiteX10-587" fmla="*/ 452050 w 1814809"/>
                <a:gd name="connsiteY10-588" fmla="*/ 534641 h 1891359"/>
                <a:gd name="connsiteX0-589" fmla="*/ 452050 w 1814809"/>
                <a:gd name="connsiteY0-590" fmla="*/ 542872 h 1899590"/>
                <a:gd name="connsiteX1-591" fmla="*/ 91698 w 1814809"/>
                <a:gd name="connsiteY1-592" fmla="*/ 948431 h 1899590"/>
                <a:gd name="connsiteX2-593" fmla="*/ 13351 w 1814809"/>
                <a:gd name="connsiteY2-594" fmla="*/ 1746043 h 1899590"/>
                <a:gd name="connsiteX3-595" fmla="*/ 309435 w 1814809"/>
                <a:gd name="connsiteY3-596" fmla="*/ 1899590 h 1899590"/>
                <a:gd name="connsiteX4-597" fmla="*/ 1669435 w 1814809"/>
                <a:gd name="connsiteY4-598" fmla="*/ 1848868 h 1899590"/>
                <a:gd name="connsiteX5-599" fmla="*/ 1688563 w 1814809"/>
                <a:gd name="connsiteY5-600" fmla="*/ 1300586 h 1899590"/>
                <a:gd name="connsiteX6-601" fmla="*/ 1309780 w 1814809"/>
                <a:gd name="connsiteY6-602" fmla="*/ 1054572 h 1899590"/>
                <a:gd name="connsiteX7-603" fmla="*/ 1619996 w 1814809"/>
                <a:gd name="connsiteY7-604" fmla="*/ 534630 h 1899590"/>
                <a:gd name="connsiteX8-605" fmla="*/ 1488411 w 1814809"/>
                <a:gd name="connsiteY8-606" fmla="*/ 129049 h 1899590"/>
                <a:gd name="connsiteX9-607" fmla="*/ 930782 w 1814809"/>
                <a:gd name="connsiteY9-608" fmla="*/ 29436 h 1899590"/>
                <a:gd name="connsiteX10-609" fmla="*/ 452050 w 1814809"/>
                <a:gd name="connsiteY10-610" fmla="*/ 542872 h 1899590"/>
                <a:gd name="connsiteX0-611" fmla="*/ 452050 w 1814809"/>
                <a:gd name="connsiteY0-612" fmla="*/ 540513 h 1897231"/>
                <a:gd name="connsiteX1-613" fmla="*/ 91698 w 1814809"/>
                <a:gd name="connsiteY1-614" fmla="*/ 946072 h 1897231"/>
                <a:gd name="connsiteX2-615" fmla="*/ 13351 w 1814809"/>
                <a:gd name="connsiteY2-616" fmla="*/ 1743684 h 1897231"/>
                <a:gd name="connsiteX3-617" fmla="*/ 309435 w 1814809"/>
                <a:gd name="connsiteY3-618" fmla="*/ 1897231 h 1897231"/>
                <a:gd name="connsiteX4-619" fmla="*/ 1669435 w 1814809"/>
                <a:gd name="connsiteY4-620" fmla="*/ 1846509 h 1897231"/>
                <a:gd name="connsiteX5-621" fmla="*/ 1688563 w 1814809"/>
                <a:gd name="connsiteY5-622" fmla="*/ 1298227 h 1897231"/>
                <a:gd name="connsiteX6-623" fmla="*/ 1309780 w 1814809"/>
                <a:gd name="connsiteY6-624" fmla="*/ 1052213 h 1897231"/>
                <a:gd name="connsiteX7-625" fmla="*/ 1619996 w 1814809"/>
                <a:gd name="connsiteY7-626" fmla="*/ 532271 h 1897231"/>
                <a:gd name="connsiteX8-627" fmla="*/ 1488411 w 1814809"/>
                <a:gd name="connsiteY8-628" fmla="*/ 126690 h 1897231"/>
                <a:gd name="connsiteX9-629" fmla="*/ 930782 w 1814809"/>
                <a:gd name="connsiteY9-630" fmla="*/ 27077 h 1897231"/>
                <a:gd name="connsiteX10-631" fmla="*/ 452050 w 1814809"/>
                <a:gd name="connsiteY10-632" fmla="*/ 540513 h 1897231"/>
                <a:gd name="connsiteX0-633" fmla="*/ 452050 w 1814809"/>
                <a:gd name="connsiteY0-634" fmla="*/ 540513 h 1897231"/>
                <a:gd name="connsiteX1-635" fmla="*/ 91698 w 1814809"/>
                <a:gd name="connsiteY1-636" fmla="*/ 946072 h 1897231"/>
                <a:gd name="connsiteX2-637" fmla="*/ 13351 w 1814809"/>
                <a:gd name="connsiteY2-638" fmla="*/ 1743684 h 1897231"/>
                <a:gd name="connsiteX3-639" fmla="*/ 309435 w 1814809"/>
                <a:gd name="connsiteY3-640" fmla="*/ 1897231 h 1897231"/>
                <a:gd name="connsiteX4-641" fmla="*/ 1669435 w 1814809"/>
                <a:gd name="connsiteY4-642" fmla="*/ 1846509 h 1897231"/>
                <a:gd name="connsiteX5-643" fmla="*/ 1688563 w 1814809"/>
                <a:gd name="connsiteY5-644" fmla="*/ 1298227 h 1897231"/>
                <a:gd name="connsiteX6-645" fmla="*/ 1309780 w 1814809"/>
                <a:gd name="connsiteY6-646" fmla="*/ 1052213 h 1897231"/>
                <a:gd name="connsiteX7-647" fmla="*/ 1619996 w 1814809"/>
                <a:gd name="connsiteY7-648" fmla="*/ 532271 h 1897231"/>
                <a:gd name="connsiteX8-649" fmla="*/ 1488411 w 1814809"/>
                <a:gd name="connsiteY8-650" fmla="*/ 126690 h 1897231"/>
                <a:gd name="connsiteX9-651" fmla="*/ 930782 w 1814809"/>
                <a:gd name="connsiteY9-652" fmla="*/ 27077 h 1897231"/>
                <a:gd name="connsiteX10-653" fmla="*/ 452050 w 1814809"/>
                <a:gd name="connsiteY10-654" fmla="*/ 540513 h 1897231"/>
                <a:gd name="connsiteX0-655" fmla="*/ 288567 w 1811701"/>
                <a:gd name="connsiteY0-656" fmla="*/ 555674 h 1898251"/>
                <a:gd name="connsiteX1-657" fmla="*/ 88590 w 1811701"/>
                <a:gd name="connsiteY1-658" fmla="*/ 947092 h 1898251"/>
                <a:gd name="connsiteX2-659" fmla="*/ 10243 w 1811701"/>
                <a:gd name="connsiteY2-660" fmla="*/ 1744704 h 1898251"/>
                <a:gd name="connsiteX3-661" fmla="*/ 306327 w 1811701"/>
                <a:gd name="connsiteY3-662" fmla="*/ 1898251 h 1898251"/>
                <a:gd name="connsiteX4-663" fmla="*/ 1666327 w 1811701"/>
                <a:gd name="connsiteY4-664" fmla="*/ 1847529 h 1898251"/>
                <a:gd name="connsiteX5-665" fmla="*/ 1685455 w 1811701"/>
                <a:gd name="connsiteY5-666" fmla="*/ 1299247 h 1898251"/>
                <a:gd name="connsiteX6-667" fmla="*/ 1306672 w 1811701"/>
                <a:gd name="connsiteY6-668" fmla="*/ 1053233 h 1898251"/>
                <a:gd name="connsiteX7-669" fmla="*/ 1616888 w 1811701"/>
                <a:gd name="connsiteY7-670" fmla="*/ 533291 h 1898251"/>
                <a:gd name="connsiteX8-671" fmla="*/ 1485303 w 1811701"/>
                <a:gd name="connsiteY8-672" fmla="*/ 127710 h 1898251"/>
                <a:gd name="connsiteX9-673" fmla="*/ 927674 w 1811701"/>
                <a:gd name="connsiteY9-674" fmla="*/ 28097 h 1898251"/>
                <a:gd name="connsiteX10-675" fmla="*/ 288567 w 1811701"/>
                <a:gd name="connsiteY10-676" fmla="*/ 555674 h 1898251"/>
                <a:gd name="connsiteX0-677" fmla="*/ 288567 w 1811701"/>
                <a:gd name="connsiteY0-678" fmla="*/ 479828 h 1822405"/>
                <a:gd name="connsiteX1-679" fmla="*/ 88590 w 1811701"/>
                <a:gd name="connsiteY1-680" fmla="*/ 871246 h 1822405"/>
                <a:gd name="connsiteX2-681" fmla="*/ 10243 w 1811701"/>
                <a:gd name="connsiteY2-682" fmla="*/ 1668858 h 1822405"/>
                <a:gd name="connsiteX3-683" fmla="*/ 306327 w 1811701"/>
                <a:gd name="connsiteY3-684" fmla="*/ 1822405 h 1822405"/>
                <a:gd name="connsiteX4-685" fmla="*/ 1666327 w 1811701"/>
                <a:gd name="connsiteY4-686" fmla="*/ 1771683 h 1822405"/>
                <a:gd name="connsiteX5-687" fmla="*/ 1685455 w 1811701"/>
                <a:gd name="connsiteY5-688" fmla="*/ 1223401 h 1822405"/>
                <a:gd name="connsiteX6-689" fmla="*/ 1306672 w 1811701"/>
                <a:gd name="connsiteY6-690" fmla="*/ 977387 h 1822405"/>
                <a:gd name="connsiteX7-691" fmla="*/ 1616888 w 1811701"/>
                <a:gd name="connsiteY7-692" fmla="*/ 457445 h 1822405"/>
                <a:gd name="connsiteX8-693" fmla="*/ 1485303 w 1811701"/>
                <a:gd name="connsiteY8-694" fmla="*/ 51864 h 1822405"/>
                <a:gd name="connsiteX9-695" fmla="*/ 895599 w 1811701"/>
                <a:gd name="connsiteY9-696" fmla="*/ 79530 h 1822405"/>
                <a:gd name="connsiteX10-697" fmla="*/ 288567 w 1811701"/>
                <a:gd name="connsiteY10-698" fmla="*/ 479828 h 1822405"/>
                <a:gd name="connsiteX0-699" fmla="*/ 288567 w 1811701"/>
                <a:gd name="connsiteY0-700" fmla="*/ 419258 h 1761835"/>
                <a:gd name="connsiteX1-701" fmla="*/ 88590 w 1811701"/>
                <a:gd name="connsiteY1-702" fmla="*/ 810676 h 1761835"/>
                <a:gd name="connsiteX2-703" fmla="*/ 10243 w 1811701"/>
                <a:gd name="connsiteY2-704" fmla="*/ 1608288 h 1761835"/>
                <a:gd name="connsiteX3-705" fmla="*/ 306327 w 1811701"/>
                <a:gd name="connsiteY3-706" fmla="*/ 1761835 h 1761835"/>
                <a:gd name="connsiteX4-707" fmla="*/ 1666327 w 1811701"/>
                <a:gd name="connsiteY4-708" fmla="*/ 1711113 h 1761835"/>
                <a:gd name="connsiteX5-709" fmla="*/ 1685455 w 1811701"/>
                <a:gd name="connsiteY5-710" fmla="*/ 1162831 h 1761835"/>
                <a:gd name="connsiteX6-711" fmla="*/ 1306672 w 1811701"/>
                <a:gd name="connsiteY6-712" fmla="*/ 916817 h 1761835"/>
                <a:gd name="connsiteX7-713" fmla="*/ 1616888 w 1811701"/>
                <a:gd name="connsiteY7-714" fmla="*/ 396875 h 1761835"/>
                <a:gd name="connsiteX8-715" fmla="*/ 1373040 w 1811701"/>
                <a:gd name="connsiteY8-716" fmla="*/ 118574 h 1761835"/>
                <a:gd name="connsiteX9-717" fmla="*/ 895599 w 1811701"/>
                <a:gd name="connsiteY9-718" fmla="*/ 18960 h 1761835"/>
                <a:gd name="connsiteX10-719" fmla="*/ 288567 w 1811701"/>
                <a:gd name="connsiteY10-720" fmla="*/ 419258 h 1761835"/>
                <a:gd name="connsiteX0-721" fmla="*/ 288567 w 1811701"/>
                <a:gd name="connsiteY0-722" fmla="*/ 419258 h 1761835"/>
                <a:gd name="connsiteX1-723" fmla="*/ 88590 w 1811701"/>
                <a:gd name="connsiteY1-724" fmla="*/ 810676 h 1761835"/>
                <a:gd name="connsiteX2-725" fmla="*/ 10243 w 1811701"/>
                <a:gd name="connsiteY2-726" fmla="*/ 1608288 h 1761835"/>
                <a:gd name="connsiteX3-727" fmla="*/ 306327 w 1811701"/>
                <a:gd name="connsiteY3-728" fmla="*/ 1761835 h 1761835"/>
                <a:gd name="connsiteX4-729" fmla="*/ 1666327 w 1811701"/>
                <a:gd name="connsiteY4-730" fmla="*/ 1711113 h 1761835"/>
                <a:gd name="connsiteX5-731" fmla="*/ 1685455 w 1811701"/>
                <a:gd name="connsiteY5-732" fmla="*/ 1162831 h 1761835"/>
                <a:gd name="connsiteX6-733" fmla="*/ 1306672 w 1811701"/>
                <a:gd name="connsiteY6-734" fmla="*/ 916817 h 1761835"/>
                <a:gd name="connsiteX7-735" fmla="*/ 1584814 w 1811701"/>
                <a:gd name="connsiteY7-736" fmla="*/ 510012 h 1761835"/>
                <a:gd name="connsiteX8-737" fmla="*/ 1373040 w 1811701"/>
                <a:gd name="connsiteY8-738" fmla="*/ 118574 h 1761835"/>
                <a:gd name="connsiteX9-739" fmla="*/ 895599 w 1811701"/>
                <a:gd name="connsiteY9-740" fmla="*/ 18960 h 1761835"/>
                <a:gd name="connsiteX10-741" fmla="*/ 288567 w 1811701"/>
                <a:gd name="connsiteY10-742" fmla="*/ 419258 h 1761835"/>
                <a:gd name="connsiteX0-743" fmla="*/ 288567 w 1770444"/>
                <a:gd name="connsiteY0-744" fmla="*/ 419258 h 1761835"/>
                <a:gd name="connsiteX1-745" fmla="*/ 88590 w 1770444"/>
                <a:gd name="connsiteY1-746" fmla="*/ 810676 h 1761835"/>
                <a:gd name="connsiteX2-747" fmla="*/ 10243 w 1770444"/>
                <a:gd name="connsiteY2-748" fmla="*/ 1608288 h 1761835"/>
                <a:gd name="connsiteX3-749" fmla="*/ 306327 w 1770444"/>
                <a:gd name="connsiteY3-750" fmla="*/ 1761835 h 1761835"/>
                <a:gd name="connsiteX4-751" fmla="*/ 1666327 w 1770444"/>
                <a:gd name="connsiteY4-752" fmla="*/ 1711113 h 1761835"/>
                <a:gd name="connsiteX5-753" fmla="*/ 1589229 w 1770444"/>
                <a:gd name="connsiteY5-754" fmla="*/ 1176973 h 1761835"/>
                <a:gd name="connsiteX6-755" fmla="*/ 1306672 w 1770444"/>
                <a:gd name="connsiteY6-756" fmla="*/ 916817 h 1761835"/>
                <a:gd name="connsiteX7-757" fmla="*/ 1584814 w 1770444"/>
                <a:gd name="connsiteY7-758" fmla="*/ 510012 h 1761835"/>
                <a:gd name="connsiteX8-759" fmla="*/ 1373040 w 1770444"/>
                <a:gd name="connsiteY8-760" fmla="*/ 118574 h 1761835"/>
                <a:gd name="connsiteX9-761" fmla="*/ 895599 w 1770444"/>
                <a:gd name="connsiteY9-762" fmla="*/ 18960 h 1761835"/>
                <a:gd name="connsiteX10-763" fmla="*/ 288567 w 1770444"/>
                <a:gd name="connsiteY10-764" fmla="*/ 419258 h 1761835"/>
                <a:gd name="connsiteX0-765" fmla="*/ 288567 w 1592514"/>
                <a:gd name="connsiteY0-766" fmla="*/ 419258 h 1863058"/>
                <a:gd name="connsiteX1-767" fmla="*/ 88590 w 1592514"/>
                <a:gd name="connsiteY1-768" fmla="*/ 810676 h 1863058"/>
                <a:gd name="connsiteX2-769" fmla="*/ 10243 w 1592514"/>
                <a:gd name="connsiteY2-770" fmla="*/ 1608288 h 1863058"/>
                <a:gd name="connsiteX3-771" fmla="*/ 306327 w 1592514"/>
                <a:gd name="connsiteY3-772" fmla="*/ 1761835 h 1863058"/>
                <a:gd name="connsiteX4-773" fmla="*/ 1377650 w 1592514"/>
                <a:gd name="connsiteY4-774" fmla="*/ 1838393 h 1863058"/>
                <a:gd name="connsiteX5-775" fmla="*/ 1589229 w 1592514"/>
                <a:gd name="connsiteY5-776" fmla="*/ 1176973 h 1863058"/>
                <a:gd name="connsiteX6-777" fmla="*/ 1306672 w 1592514"/>
                <a:gd name="connsiteY6-778" fmla="*/ 916817 h 1863058"/>
                <a:gd name="connsiteX7-779" fmla="*/ 1584814 w 1592514"/>
                <a:gd name="connsiteY7-780" fmla="*/ 510012 h 1863058"/>
                <a:gd name="connsiteX8-781" fmla="*/ 1373040 w 1592514"/>
                <a:gd name="connsiteY8-782" fmla="*/ 118574 h 1863058"/>
                <a:gd name="connsiteX9-783" fmla="*/ 895599 w 1592514"/>
                <a:gd name="connsiteY9-784" fmla="*/ 18960 h 1863058"/>
                <a:gd name="connsiteX10-785" fmla="*/ 288567 w 1592514"/>
                <a:gd name="connsiteY10-786" fmla="*/ 419258 h 1863058"/>
                <a:gd name="connsiteX0-787" fmla="*/ 421322 w 1594935"/>
                <a:gd name="connsiteY0-788" fmla="*/ 616342 h 1876292"/>
                <a:gd name="connsiteX1-789" fmla="*/ 91011 w 1594935"/>
                <a:gd name="connsiteY1-790" fmla="*/ 823910 h 1876292"/>
                <a:gd name="connsiteX2-791" fmla="*/ 12664 w 1594935"/>
                <a:gd name="connsiteY2-792" fmla="*/ 1621522 h 1876292"/>
                <a:gd name="connsiteX3-793" fmla="*/ 308748 w 1594935"/>
                <a:gd name="connsiteY3-794" fmla="*/ 1775069 h 1876292"/>
                <a:gd name="connsiteX4-795" fmla="*/ 1380071 w 1594935"/>
                <a:gd name="connsiteY4-796" fmla="*/ 1851627 h 1876292"/>
                <a:gd name="connsiteX5-797" fmla="*/ 1591650 w 1594935"/>
                <a:gd name="connsiteY5-798" fmla="*/ 1190207 h 1876292"/>
                <a:gd name="connsiteX6-799" fmla="*/ 1309093 w 1594935"/>
                <a:gd name="connsiteY6-800" fmla="*/ 930051 h 1876292"/>
                <a:gd name="connsiteX7-801" fmla="*/ 1587235 w 1594935"/>
                <a:gd name="connsiteY7-802" fmla="*/ 523246 h 1876292"/>
                <a:gd name="connsiteX8-803" fmla="*/ 1375461 w 1594935"/>
                <a:gd name="connsiteY8-804" fmla="*/ 131808 h 1876292"/>
                <a:gd name="connsiteX9-805" fmla="*/ 898020 w 1594935"/>
                <a:gd name="connsiteY9-806" fmla="*/ 32194 h 1876292"/>
                <a:gd name="connsiteX10-807" fmla="*/ 421322 w 1594935"/>
                <a:gd name="connsiteY10-808" fmla="*/ 616342 h 1876292"/>
                <a:gd name="connsiteX0-809" fmla="*/ 413257 w 1586870"/>
                <a:gd name="connsiteY0-810" fmla="*/ 616342 h 1876292"/>
                <a:gd name="connsiteX1-811" fmla="*/ 140873 w 1586870"/>
                <a:gd name="connsiteY1-812" fmla="*/ 993617 h 1876292"/>
                <a:gd name="connsiteX2-813" fmla="*/ 4599 w 1586870"/>
                <a:gd name="connsiteY2-814" fmla="*/ 1621522 h 1876292"/>
                <a:gd name="connsiteX3-815" fmla="*/ 300683 w 1586870"/>
                <a:gd name="connsiteY3-816" fmla="*/ 1775069 h 1876292"/>
                <a:gd name="connsiteX4-817" fmla="*/ 1372006 w 1586870"/>
                <a:gd name="connsiteY4-818" fmla="*/ 1851627 h 1876292"/>
                <a:gd name="connsiteX5-819" fmla="*/ 1583585 w 1586870"/>
                <a:gd name="connsiteY5-820" fmla="*/ 1190207 h 1876292"/>
                <a:gd name="connsiteX6-821" fmla="*/ 1301028 w 1586870"/>
                <a:gd name="connsiteY6-822" fmla="*/ 930051 h 1876292"/>
                <a:gd name="connsiteX7-823" fmla="*/ 1579170 w 1586870"/>
                <a:gd name="connsiteY7-824" fmla="*/ 523246 h 1876292"/>
                <a:gd name="connsiteX8-825" fmla="*/ 1367396 w 1586870"/>
                <a:gd name="connsiteY8-826" fmla="*/ 131808 h 1876292"/>
                <a:gd name="connsiteX9-827" fmla="*/ 889955 w 1586870"/>
                <a:gd name="connsiteY9-828" fmla="*/ 32194 h 1876292"/>
                <a:gd name="connsiteX10-829" fmla="*/ 413257 w 1586870"/>
                <a:gd name="connsiteY10-830" fmla="*/ 616342 h 1876292"/>
                <a:gd name="connsiteX0-831" fmla="*/ 284962 w 1458575"/>
                <a:gd name="connsiteY0-832" fmla="*/ 616342 h 1908017"/>
                <a:gd name="connsiteX1-833" fmla="*/ 12578 w 1458575"/>
                <a:gd name="connsiteY1-834" fmla="*/ 993617 h 1908017"/>
                <a:gd name="connsiteX2-835" fmla="*/ 172388 w 1458575"/>
                <a:gd name="connsiteY2-836" fmla="*/ 1775069 h 1908017"/>
                <a:gd name="connsiteX3-837" fmla="*/ 1243711 w 1458575"/>
                <a:gd name="connsiteY3-838" fmla="*/ 1851627 h 1908017"/>
                <a:gd name="connsiteX4-839" fmla="*/ 1455290 w 1458575"/>
                <a:gd name="connsiteY4-840" fmla="*/ 1190207 h 1908017"/>
                <a:gd name="connsiteX5-841" fmla="*/ 1172733 w 1458575"/>
                <a:gd name="connsiteY5-842" fmla="*/ 930051 h 1908017"/>
                <a:gd name="connsiteX6-843" fmla="*/ 1450875 w 1458575"/>
                <a:gd name="connsiteY6-844" fmla="*/ 523246 h 1908017"/>
                <a:gd name="connsiteX7-845" fmla="*/ 1239101 w 1458575"/>
                <a:gd name="connsiteY7-846" fmla="*/ 131808 h 1908017"/>
                <a:gd name="connsiteX8-847" fmla="*/ 761660 w 1458575"/>
                <a:gd name="connsiteY8-848" fmla="*/ 32194 h 1908017"/>
                <a:gd name="connsiteX9-849" fmla="*/ 284962 w 1458575"/>
                <a:gd name="connsiteY9-850" fmla="*/ 616342 h 1908017"/>
                <a:gd name="connsiteX0-851" fmla="*/ 343858 w 1519131"/>
                <a:gd name="connsiteY0-852" fmla="*/ 616342 h 1885036"/>
                <a:gd name="connsiteX1-853" fmla="*/ 71474 w 1519131"/>
                <a:gd name="connsiteY1-854" fmla="*/ 993617 h 1885036"/>
                <a:gd name="connsiteX2-855" fmla="*/ 115432 w 1519131"/>
                <a:gd name="connsiteY2-856" fmla="*/ 1704358 h 1885036"/>
                <a:gd name="connsiteX3-857" fmla="*/ 1302607 w 1519131"/>
                <a:gd name="connsiteY3-858" fmla="*/ 1851627 h 1885036"/>
                <a:gd name="connsiteX4-859" fmla="*/ 1514186 w 1519131"/>
                <a:gd name="connsiteY4-860" fmla="*/ 1190207 h 1885036"/>
                <a:gd name="connsiteX5-861" fmla="*/ 1231629 w 1519131"/>
                <a:gd name="connsiteY5-862" fmla="*/ 930051 h 1885036"/>
                <a:gd name="connsiteX6-863" fmla="*/ 1509771 w 1519131"/>
                <a:gd name="connsiteY6-864" fmla="*/ 523246 h 1885036"/>
                <a:gd name="connsiteX7-865" fmla="*/ 1297997 w 1519131"/>
                <a:gd name="connsiteY7-866" fmla="*/ 131808 h 1885036"/>
                <a:gd name="connsiteX8-867" fmla="*/ 820556 w 1519131"/>
                <a:gd name="connsiteY8-868" fmla="*/ 32194 h 1885036"/>
                <a:gd name="connsiteX9-869" fmla="*/ 343858 w 1519131"/>
                <a:gd name="connsiteY9-870" fmla="*/ 616342 h 1885036"/>
                <a:gd name="connsiteX0-871" fmla="*/ 343858 w 1549812"/>
                <a:gd name="connsiteY0-872" fmla="*/ 616342 h 1800235"/>
                <a:gd name="connsiteX1-873" fmla="*/ 71474 w 1549812"/>
                <a:gd name="connsiteY1-874" fmla="*/ 993617 h 1800235"/>
                <a:gd name="connsiteX2-875" fmla="*/ 115432 w 1549812"/>
                <a:gd name="connsiteY2-876" fmla="*/ 1704358 h 1800235"/>
                <a:gd name="connsiteX3-877" fmla="*/ 1389496 w 1549812"/>
                <a:gd name="connsiteY3-878" fmla="*/ 1724347 h 1800235"/>
                <a:gd name="connsiteX4-879" fmla="*/ 1514186 w 1549812"/>
                <a:gd name="connsiteY4-880" fmla="*/ 1190207 h 1800235"/>
                <a:gd name="connsiteX5-881" fmla="*/ 1231629 w 1549812"/>
                <a:gd name="connsiteY5-882" fmla="*/ 930051 h 1800235"/>
                <a:gd name="connsiteX6-883" fmla="*/ 1509771 w 1549812"/>
                <a:gd name="connsiteY6-884" fmla="*/ 523246 h 1800235"/>
                <a:gd name="connsiteX7-885" fmla="*/ 1297997 w 1549812"/>
                <a:gd name="connsiteY7-886" fmla="*/ 131808 h 1800235"/>
                <a:gd name="connsiteX8-887" fmla="*/ 820556 w 1549812"/>
                <a:gd name="connsiteY8-888" fmla="*/ 32194 h 1800235"/>
                <a:gd name="connsiteX9-889" fmla="*/ 343858 w 1549812"/>
                <a:gd name="connsiteY9-890" fmla="*/ 616342 h 1800235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  <a:cxn ang="0">
                  <a:pos x="connsiteX7-15" y="connsiteY7-16"/>
                </a:cxn>
                <a:cxn ang="0">
                  <a:pos x="connsiteX8-17" y="connsiteY8-18"/>
                </a:cxn>
                <a:cxn ang="0">
                  <a:pos x="connsiteX9-235" y="connsiteY9-236"/>
                </a:cxn>
              </a:cxnLst>
              <a:rect l="l" t="t" r="r" b="b"/>
              <a:pathLst>
                <a:path w="1549812" h="1800235">
                  <a:moveTo>
                    <a:pt x="343858" y="616342"/>
                  </a:moveTo>
                  <a:cubicBezTo>
                    <a:pt x="219011" y="776579"/>
                    <a:pt x="109545" y="812281"/>
                    <a:pt x="71474" y="993617"/>
                  </a:cubicBezTo>
                  <a:cubicBezTo>
                    <a:pt x="33403" y="1174953"/>
                    <a:pt x="-89757" y="1561356"/>
                    <a:pt x="115432" y="1704358"/>
                  </a:cubicBezTo>
                  <a:cubicBezTo>
                    <a:pt x="320621" y="1847360"/>
                    <a:pt x="1156371" y="1810039"/>
                    <a:pt x="1389496" y="1724347"/>
                  </a:cubicBezTo>
                  <a:cubicBezTo>
                    <a:pt x="1622621" y="1638655"/>
                    <a:pt x="1540497" y="1322590"/>
                    <a:pt x="1514186" y="1190207"/>
                  </a:cubicBezTo>
                  <a:cubicBezTo>
                    <a:pt x="1487875" y="1057824"/>
                    <a:pt x="1240336" y="1148914"/>
                    <a:pt x="1231629" y="930051"/>
                  </a:cubicBezTo>
                  <a:cubicBezTo>
                    <a:pt x="1248292" y="693847"/>
                    <a:pt x="1498710" y="656286"/>
                    <a:pt x="1509771" y="523246"/>
                  </a:cubicBezTo>
                  <a:cubicBezTo>
                    <a:pt x="1520832" y="390206"/>
                    <a:pt x="1431655" y="305130"/>
                    <a:pt x="1297997" y="131808"/>
                  </a:cubicBezTo>
                  <a:cubicBezTo>
                    <a:pt x="1189251" y="36824"/>
                    <a:pt x="979579" y="-48562"/>
                    <a:pt x="820556" y="32194"/>
                  </a:cubicBezTo>
                  <a:cubicBezTo>
                    <a:pt x="661533" y="112950"/>
                    <a:pt x="468705" y="456105"/>
                    <a:pt x="343858" y="616342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" name="Freeform 417"/>
            <p:cNvSpPr/>
            <p:nvPr/>
          </p:nvSpPr>
          <p:spPr bwMode="auto">
            <a:xfrm>
              <a:off x="7337287" y="1795939"/>
              <a:ext cx="1736725" cy="1317704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4" name="Group 418"/>
            <p:cNvGrpSpPr/>
            <p:nvPr/>
          </p:nvGrpSpPr>
          <p:grpSpPr bwMode="auto">
            <a:xfrm>
              <a:off x="7268561" y="3259155"/>
              <a:ext cx="1458912" cy="933450"/>
              <a:chOff x="2889" y="1631"/>
              <a:chExt cx="980" cy="743"/>
            </a:xfrm>
          </p:grpSpPr>
          <p:sp>
            <p:nvSpPr>
              <p:cNvPr id="369" name="Rectangle 419"/>
              <p:cNvSpPr>
                <a:spLocks noChangeArrowheads="1"/>
              </p:cNvSpPr>
              <p:nvPr/>
            </p:nvSpPr>
            <p:spPr bwMode="auto">
              <a:xfrm>
                <a:off x="3046" y="1841"/>
                <a:ext cx="663" cy="533"/>
              </a:xfrm>
              <a:prstGeom prst="rect">
                <a:avLst/>
              </a:prstGeom>
              <a:solidFill>
                <a:srgbClr val="9CDF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370" name="AutoShape 420"/>
              <p:cNvSpPr>
                <a:spLocks noChangeArrowheads="1"/>
              </p:cNvSpPr>
              <p:nvPr/>
            </p:nvSpPr>
            <p:spPr bwMode="auto">
              <a:xfrm>
                <a:off x="2889" y="1631"/>
                <a:ext cx="980" cy="253"/>
              </a:xfrm>
              <a:prstGeom prst="triangle">
                <a:avLst>
                  <a:gd name="adj" fmla="val 50000"/>
                </a:avLst>
              </a:prstGeom>
              <a:solidFill>
                <a:srgbClr val="9CDF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CCFF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" name="Freeform 427"/>
            <p:cNvSpPr/>
            <p:nvPr/>
          </p:nvSpPr>
          <p:spPr bwMode="auto">
            <a:xfrm>
              <a:off x="7775612" y="4653038"/>
              <a:ext cx="3079750" cy="1665288"/>
            </a:xfrm>
            <a:custGeom>
              <a:avLst/>
              <a:gdLst>
                <a:gd name="T0" fmla="*/ 2147483646 w 1940"/>
                <a:gd name="T1" fmla="*/ 2147483646 h 1049"/>
                <a:gd name="T2" fmla="*/ 2147483646 w 1940"/>
                <a:gd name="T3" fmla="*/ 2147483646 h 1049"/>
                <a:gd name="T4" fmla="*/ 2147483646 w 1940"/>
                <a:gd name="T5" fmla="*/ 2147483646 h 1049"/>
                <a:gd name="T6" fmla="*/ 2147483646 w 1940"/>
                <a:gd name="T7" fmla="*/ 2147483646 h 1049"/>
                <a:gd name="T8" fmla="*/ 2147483646 w 1940"/>
                <a:gd name="T9" fmla="*/ 2147483646 h 1049"/>
                <a:gd name="T10" fmla="*/ 2147483646 w 1940"/>
                <a:gd name="T11" fmla="*/ 2147483646 h 1049"/>
                <a:gd name="T12" fmla="*/ 2147483646 w 1940"/>
                <a:gd name="T13" fmla="*/ 2147483646 h 1049"/>
                <a:gd name="T14" fmla="*/ 2147483646 w 1940"/>
                <a:gd name="T15" fmla="*/ 2147483646 h 1049"/>
                <a:gd name="T16" fmla="*/ 2147483646 w 1940"/>
                <a:gd name="T17" fmla="*/ 2147483646 h 1049"/>
                <a:gd name="T18" fmla="*/ 2147483646 w 1940"/>
                <a:gd name="T19" fmla="*/ 2147483646 h 1049"/>
                <a:gd name="T20" fmla="*/ 2147483646 w 1940"/>
                <a:gd name="T21" fmla="*/ 2147483646 h 1049"/>
                <a:gd name="T22" fmla="*/ 2147483646 w 1940"/>
                <a:gd name="T23" fmla="*/ 2147483646 h 1049"/>
                <a:gd name="T24" fmla="*/ 2147483646 w 1940"/>
                <a:gd name="T25" fmla="*/ 2147483646 h 1049"/>
                <a:gd name="T26" fmla="*/ 2147483646 w 1940"/>
                <a:gd name="T27" fmla="*/ 2147483646 h 1049"/>
                <a:gd name="T28" fmla="*/ 2147483646 w 1940"/>
                <a:gd name="T29" fmla="*/ 2147483646 h 1049"/>
                <a:gd name="T30" fmla="*/ 2147483646 w 1940"/>
                <a:gd name="T31" fmla="*/ 2147483646 h 10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940"/>
                <a:gd name="T49" fmla="*/ 0 h 1049"/>
                <a:gd name="T50" fmla="*/ 1940 w 1940"/>
                <a:gd name="T51" fmla="*/ 1049 h 1049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940" h="1049">
                  <a:moveTo>
                    <a:pt x="952" y="26"/>
                  </a:moveTo>
                  <a:cubicBezTo>
                    <a:pt x="867" y="45"/>
                    <a:pt x="832" y="118"/>
                    <a:pt x="755" y="125"/>
                  </a:cubicBezTo>
                  <a:cubicBezTo>
                    <a:pt x="678" y="132"/>
                    <a:pt x="587" y="72"/>
                    <a:pt x="488" y="68"/>
                  </a:cubicBezTo>
                  <a:cubicBezTo>
                    <a:pt x="389" y="64"/>
                    <a:pt x="237" y="48"/>
                    <a:pt x="158" y="101"/>
                  </a:cubicBezTo>
                  <a:cubicBezTo>
                    <a:pt x="79" y="154"/>
                    <a:pt x="28" y="298"/>
                    <a:pt x="14" y="389"/>
                  </a:cubicBezTo>
                  <a:cubicBezTo>
                    <a:pt x="0" y="480"/>
                    <a:pt x="25" y="595"/>
                    <a:pt x="71" y="648"/>
                  </a:cubicBezTo>
                  <a:cubicBezTo>
                    <a:pt x="117" y="701"/>
                    <a:pt x="205" y="665"/>
                    <a:pt x="288" y="706"/>
                  </a:cubicBezTo>
                  <a:cubicBezTo>
                    <a:pt x="371" y="747"/>
                    <a:pt x="450" y="842"/>
                    <a:pt x="568" y="893"/>
                  </a:cubicBezTo>
                  <a:cubicBezTo>
                    <a:pt x="686" y="944"/>
                    <a:pt x="852" y="991"/>
                    <a:pt x="996" y="1014"/>
                  </a:cubicBezTo>
                  <a:cubicBezTo>
                    <a:pt x="1140" y="1036"/>
                    <a:pt x="1309" y="1049"/>
                    <a:pt x="1433" y="1031"/>
                  </a:cubicBezTo>
                  <a:cubicBezTo>
                    <a:pt x="1557" y="1012"/>
                    <a:pt x="1657" y="960"/>
                    <a:pt x="1739" y="907"/>
                  </a:cubicBezTo>
                  <a:cubicBezTo>
                    <a:pt x="1821" y="855"/>
                    <a:pt x="1906" y="824"/>
                    <a:pt x="1923" y="714"/>
                  </a:cubicBezTo>
                  <a:cubicBezTo>
                    <a:pt x="1940" y="604"/>
                    <a:pt x="1898" y="350"/>
                    <a:pt x="1839" y="251"/>
                  </a:cubicBezTo>
                  <a:cubicBezTo>
                    <a:pt x="1780" y="151"/>
                    <a:pt x="1662" y="153"/>
                    <a:pt x="1566" y="114"/>
                  </a:cubicBezTo>
                  <a:cubicBezTo>
                    <a:pt x="1470" y="76"/>
                    <a:pt x="1365" y="30"/>
                    <a:pt x="1263" y="15"/>
                  </a:cubicBezTo>
                  <a:cubicBezTo>
                    <a:pt x="1161" y="0"/>
                    <a:pt x="1037" y="8"/>
                    <a:pt x="952" y="26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" name="Text Box 580"/>
            <p:cNvSpPr txBox="1">
              <a:spLocks noChangeArrowheads="1"/>
            </p:cNvSpPr>
            <p:nvPr/>
          </p:nvSpPr>
          <p:spPr bwMode="auto">
            <a:xfrm>
              <a:off x="7742485" y="1458365"/>
              <a:ext cx="1339406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 pitchFamily="34" charset="0"/>
                </a:rPr>
                <a:t>移动网络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9" name="Text Box 580"/>
            <p:cNvSpPr txBox="1">
              <a:spLocks noChangeArrowheads="1"/>
            </p:cNvSpPr>
            <p:nvPr/>
          </p:nvSpPr>
          <p:spPr bwMode="auto">
            <a:xfrm>
              <a:off x="7394046" y="4161826"/>
              <a:ext cx="1955646" cy="2689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 pitchFamily="34" charset="0"/>
                </a:rPr>
                <a:t>家庭网络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70" name="Text Box 580"/>
            <p:cNvSpPr txBox="1">
              <a:spLocks noChangeArrowheads="1"/>
            </p:cNvSpPr>
            <p:nvPr/>
          </p:nvSpPr>
          <p:spPr bwMode="auto">
            <a:xfrm>
              <a:off x="7370119" y="5749679"/>
              <a:ext cx="1195135" cy="441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 pitchFamily="34" charset="0"/>
                </a:rPr>
                <a:t>企业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8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 pitchFamily="34" charset="0"/>
                </a:rPr>
                <a:t>          网络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72" name="Freeform 371"/>
            <p:cNvSpPr/>
            <p:nvPr/>
          </p:nvSpPr>
          <p:spPr>
            <a:xfrm>
              <a:off x="10285357" y="3149444"/>
              <a:ext cx="1273167" cy="1935748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-1" fmla="*/ 434989 w 1537226"/>
                <a:gd name="connsiteY0-2" fmla="*/ 253346 h 1763594"/>
                <a:gd name="connsiteX1-3" fmla="*/ 488 w 1537226"/>
                <a:gd name="connsiteY1-4" fmla="*/ 921706 h 1763594"/>
                <a:gd name="connsiteX2-5" fmla="*/ 368142 w 1537226"/>
                <a:gd name="connsiteY2-6" fmla="*/ 1489812 h 1763594"/>
                <a:gd name="connsiteX3-7" fmla="*/ 1187008 w 1537226"/>
                <a:gd name="connsiteY3-8" fmla="*/ 1757156 h 1763594"/>
                <a:gd name="connsiteX4-9" fmla="*/ 1521239 w 1537226"/>
                <a:gd name="connsiteY4-10" fmla="*/ 1239177 h 1763594"/>
                <a:gd name="connsiteX5-11" fmla="*/ 1468998 w 1537226"/>
                <a:gd name="connsiteY5-12" fmla="*/ 654362 h 1763594"/>
                <a:gd name="connsiteX6-13" fmla="*/ 1337412 w 1537226"/>
                <a:gd name="connsiteY6-14" fmla="*/ 136383 h 1763594"/>
                <a:gd name="connsiteX7-15" fmla="*/ 1086739 w 1537226"/>
                <a:gd name="connsiteY7-16" fmla="*/ 2711 h 1763594"/>
                <a:gd name="connsiteX8-17" fmla="*/ 434989 w 1537226"/>
                <a:gd name="connsiteY8-18" fmla="*/ 253346 h 1763594"/>
                <a:gd name="connsiteX0-19" fmla="*/ 434989 w 1537226"/>
                <a:gd name="connsiteY0-20" fmla="*/ 253346 h 1763594"/>
                <a:gd name="connsiteX1-21" fmla="*/ 488 w 1537226"/>
                <a:gd name="connsiteY1-22" fmla="*/ 921706 h 1763594"/>
                <a:gd name="connsiteX2-23" fmla="*/ 368142 w 1537226"/>
                <a:gd name="connsiteY2-24" fmla="*/ 1489812 h 1763594"/>
                <a:gd name="connsiteX3-25" fmla="*/ 1187008 w 1537226"/>
                <a:gd name="connsiteY3-26" fmla="*/ 1757156 h 1763594"/>
                <a:gd name="connsiteX4-27" fmla="*/ 1521239 w 1537226"/>
                <a:gd name="connsiteY4-28" fmla="*/ 1239177 h 1763594"/>
                <a:gd name="connsiteX5-29" fmla="*/ 1468998 w 1537226"/>
                <a:gd name="connsiteY5-30" fmla="*/ 654362 h 1763594"/>
                <a:gd name="connsiteX6-31" fmla="*/ 1337412 w 1537226"/>
                <a:gd name="connsiteY6-32" fmla="*/ 136383 h 1763594"/>
                <a:gd name="connsiteX7-33" fmla="*/ 839572 w 1537226"/>
                <a:gd name="connsiteY7-34" fmla="*/ 2711 h 1763594"/>
                <a:gd name="connsiteX8-35" fmla="*/ 434989 w 1537226"/>
                <a:gd name="connsiteY8-36" fmla="*/ 253346 h 1763594"/>
                <a:gd name="connsiteX0-37" fmla="*/ 360357 w 1536743"/>
                <a:gd name="connsiteY0-38" fmla="*/ 534641 h 1782088"/>
                <a:gd name="connsiteX1-39" fmla="*/ 5 w 1536743"/>
                <a:gd name="connsiteY1-40" fmla="*/ 940200 h 1782088"/>
                <a:gd name="connsiteX2-41" fmla="*/ 367659 w 1536743"/>
                <a:gd name="connsiteY2-42" fmla="*/ 1508306 h 1782088"/>
                <a:gd name="connsiteX3-43" fmla="*/ 1186525 w 1536743"/>
                <a:gd name="connsiteY3-44" fmla="*/ 1775650 h 1782088"/>
                <a:gd name="connsiteX4-45" fmla="*/ 1520756 w 1536743"/>
                <a:gd name="connsiteY4-46" fmla="*/ 1257671 h 1782088"/>
                <a:gd name="connsiteX5-47" fmla="*/ 1468515 w 1536743"/>
                <a:gd name="connsiteY5-48" fmla="*/ 672856 h 1782088"/>
                <a:gd name="connsiteX6-49" fmla="*/ 1336929 w 1536743"/>
                <a:gd name="connsiteY6-50" fmla="*/ 154877 h 1782088"/>
                <a:gd name="connsiteX7-51" fmla="*/ 839089 w 1536743"/>
                <a:gd name="connsiteY7-52" fmla="*/ 21205 h 1782088"/>
                <a:gd name="connsiteX8-53" fmla="*/ 360357 w 1536743"/>
                <a:gd name="connsiteY8-54" fmla="*/ 534641 h 1782088"/>
                <a:gd name="connsiteX0-55" fmla="*/ 360355 w 1536741"/>
                <a:gd name="connsiteY0-56" fmla="*/ 534641 h 1782088"/>
                <a:gd name="connsiteX1-57" fmla="*/ 3 w 1536741"/>
                <a:gd name="connsiteY1-58" fmla="*/ 940200 h 1782088"/>
                <a:gd name="connsiteX2-59" fmla="*/ 367657 w 1536741"/>
                <a:gd name="connsiteY2-60" fmla="*/ 1508306 h 1782088"/>
                <a:gd name="connsiteX3-61" fmla="*/ 1186523 w 1536741"/>
                <a:gd name="connsiteY3-62" fmla="*/ 1775650 h 1782088"/>
                <a:gd name="connsiteX4-63" fmla="*/ 1520754 w 1536741"/>
                <a:gd name="connsiteY4-64" fmla="*/ 1257671 h 1782088"/>
                <a:gd name="connsiteX5-65" fmla="*/ 1468513 w 1536741"/>
                <a:gd name="connsiteY5-66" fmla="*/ 672856 h 1782088"/>
                <a:gd name="connsiteX6-67" fmla="*/ 1336927 w 1536741"/>
                <a:gd name="connsiteY6-68" fmla="*/ 154877 h 1782088"/>
                <a:gd name="connsiteX7-69" fmla="*/ 839087 w 1536741"/>
                <a:gd name="connsiteY7-70" fmla="*/ 21205 h 1782088"/>
                <a:gd name="connsiteX8-71" fmla="*/ 360355 w 1536741"/>
                <a:gd name="connsiteY8-72" fmla="*/ 534641 h 1782088"/>
                <a:gd name="connsiteX0-73" fmla="*/ 360355 w 1534770"/>
                <a:gd name="connsiteY0-74" fmla="*/ 553225 h 1800672"/>
                <a:gd name="connsiteX1-75" fmla="*/ 3 w 1534770"/>
                <a:gd name="connsiteY1-76" fmla="*/ 958784 h 1800672"/>
                <a:gd name="connsiteX2-77" fmla="*/ 367657 w 1534770"/>
                <a:gd name="connsiteY2-78" fmla="*/ 1526890 h 1800672"/>
                <a:gd name="connsiteX3-79" fmla="*/ 1186523 w 1534770"/>
                <a:gd name="connsiteY3-80" fmla="*/ 1794234 h 1800672"/>
                <a:gd name="connsiteX4-81" fmla="*/ 1520754 w 1534770"/>
                <a:gd name="connsiteY4-82" fmla="*/ 1276255 h 1800672"/>
                <a:gd name="connsiteX5-83" fmla="*/ 1468513 w 1534770"/>
                <a:gd name="connsiteY5-84" fmla="*/ 691440 h 1800672"/>
                <a:gd name="connsiteX6-85" fmla="*/ 1435794 w 1534770"/>
                <a:gd name="connsiteY6-86" fmla="*/ 107761 h 1800672"/>
                <a:gd name="connsiteX7-87" fmla="*/ 839087 w 1534770"/>
                <a:gd name="connsiteY7-88" fmla="*/ 39789 h 1800672"/>
                <a:gd name="connsiteX8-89" fmla="*/ 360355 w 1534770"/>
                <a:gd name="connsiteY8-90" fmla="*/ 553225 h 1800672"/>
                <a:gd name="connsiteX0-91" fmla="*/ 360355 w 1580585"/>
                <a:gd name="connsiteY0-92" fmla="*/ 553225 h 1880420"/>
                <a:gd name="connsiteX1-93" fmla="*/ 3 w 1580585"/>
                <a:gd name="connsiteY1-94" fmla="*/ 958784 h 1880420"/>
                <a:gd name="connsiteX2-95" fmla="*/ 367657 w 1580585"/>
                <a:gd name="connsiteY2-96" fmla="*/ 1526890 h 1880420"/>
                <a:gd name="connsiteX3-97" fmla="*/ 1186523 w 1580585"/>
                <a:gd name="connsiteY3-98" fmla="*/ 1794234 h 1880420"/>
                <a:gd name="connsiteX4-99" fmla="*/ 1570188 w 1580585"/>
                <a:gd name="connsiteY4-100" fmla="*/ 1785433 h 1880420"/>
                <a:gd name="connsiteX5-101" fmla="*/ 1468513 w 1580585"/>
                <a:gd name="connsiteY5-102" fmla="*/ 691440 h 1880420"/>
                <a:gd name="connsiteX6-103" fmla="*/ 1435794 w 1580585"/>
                <a:gd name="connsiteY6-104" fmla="*/ 107761 h 1880420"/>
                <a:gd name="connsiteX7-105" fmla="*/ 839087 w 1580585"/>
                <a:gd name="connsiteY7-106" fmla="*/ 39789 h 1880420"/>
                <a:gd name="connsiteX8-107" fmla="*/ 360355 w 1580585"/>
                <a:gd name="connsiteY8-108" fmla="*/ 553225 h 1880420"/>
                <a:gd name="connsiteX0-109" fmla="*/ 316588 w 1580732"/>
                <a:gd name="connsiteY0-110" fmla="*/ 359285 h 1867156"/>
                <a:gd name="connsiteX1-111" fmla="*/ 150 w 1580732"/>
                <a:gd name="connsiteY1-112" fmla="*/ 945520 h 1867156"/>
                <a:gd name="connsiteX2-113" fmla="*/ 367804 w 1580732"/>
                <a:gd name="connsiteY2-114" fmla="*/ 1513626 h 1867156"/>
                <a:gd name="connsiteX3-115" fmla="*/ 1186670 w 1580732"/>
                <a:gd name="connsiteY3-116" fmla="*/ 1780970 h 1867156"/>
                <a:gd name="connsiteX4-117" fmla="*/ 1570335 w 1580732"/>
                <a:gd name="connsiteY4-118" fmla="*/ 1772169 h 1867156"/>
                <a:gd name="connsiteX5-119" fmla="*/ 1468660 w 1580732"/>
                <a:gd name="connsiteY5-120" fmla="*/ 678176 h 1867156"/>
                <a:gd name="connsiteX6-121" fmla="*/ 1435941 w 1580732"/>
                <a:gd name="connsiteY6-122" fmla="*/ 94497 h 1867156"/>
                <a:gd name="connsiteX7-123" fmla="*/ 839234 w 1580732"/>
                <a:gd name="connsiteY7-124" fmla="*/ 26525 h 1867156"/>
                <a:gd name="connsiteX8-125" fmla="*/ 316588 w 1580732"/>
                <a:gd name="connsiteY8-126" fmla="*/ 359285 h 1867156"/>
                <a:gd name="connsiteX0-127" fmla="*/ 163575 w 1427719"/>
                <a:gd name="connsiteY0-128" fmla="*/ 359285 h 1867156"/>
                <a:gd name="connsiteX1-129" fmla="*/ 836 w 1427719"/>
                <a:gd name="connsiteY1-130" fmla="*/ 1076921 h 1867156"/>
                <a:gd name="connsiteX2-131" fmla="*/ 214791 w 1427719"/>
                <a:gd name="connsiteY2-132" fmla="*/ 1513626 h 1867156"/>
                <a:gd name="connsiteX3-133" fmla="*/ 1033657 w 1427719"/>
                <a:gd name="connsiteY3-134" fmla="*/ 1780970 h 1867156"/>
                <a:gd name="connsiteX4-135" fmla="*/ 1417322 w 1427719"/>
                <a:gd name="connsiteY4-136" fmla="*/ 1772169 h 1867156"/>
                <a:gd name="connsiteX5-137" fmla="*/ 1315647 w 1427719"/>
                <a:gd name="connsiteY5-138" fmla="*/ 678176 h 1867156"/>
                <a:gd name="connsiteX6-139" fmla="*/ 1282928 w 1427719"/>
                <a:gd name="connsiteY6-140" fmla="*/ 94497 h 1867156"/>
                <a:gd name="connsiteX7-141" fmla="*/ 686221 w 1427719"/>
                <a:gd name="connsiteY7-142" fmla="*/ 26525 h 1867156"/>
                <a:gd name="connsiteX8-143" fmla="*/ 163575 w 1427719"/>
                <a:gd name="connsiteY8-144" fmla="*/ 359285 h 1867156"/>
                <a:gd name="connsiteX0-145" fmla="*/ 163575 w 1426632"/>
                <a:gd name="connsiteY0-146" fmla="*/ 394322 h 1902193"/>
                <a:gd name="connsiteX1-147" fmla="*/ 836 w 1426632"/>
                <a:gd name="connsiteY1-148" fmla="*/ 1111958 h 1902193"/>
                <a:gd name="connsiteX2-149" fmla="*/ 214791 w 1426632"/>
                <a:gd name="connsiteY2-150" fmla="*/ 1548663 h 1902193"/>
                <a:gd name="connsiteX3-151" fmla="*/ 1033657 w 1426632"/>
                <a:gd name="connsiteY3-152" fmla="*/ 1816007 h 1902193"/>
                <a:gd name="connsiteX4-153" fmla="*/ 1417322 w 1426632"/>
                <a:gd name="connsiteY4-154" fmla="*/ 1807206 h 1902193"/>
                <a:gd name="connsiteX5-155" fmla="*/ 1315647 w 1426632"/>
                <a:gd name="connsiteY5-156" fmla="*/ 713213 h 1902193"/>
                <a:gd name="connsiteX6-157" fmla="*/ 1401843 w 1426632"/>
                <a:gd name="connsiteY6-158" fmla="*/ 63834 h 1902193"/>
                <a:gd name="connsiteX7-159" fmla="*/ 686221 w 1426632"/>
                <a:gd name="connsiteY7-160" fmla="*/ 61562 h 1902193"/>
                <a:gd name="connsiteX8-161" fmla="*/ 163575 w 1426632"/>
                <a:gd name="connsiteY8-162" fmla="*/ 394322 h 1902193"/>
                <a:gd name="connsiteX0-163" fmla="*/ 163575 w 1435249"/>
                <a:gd name="connsiteY0-164" fmla="*/ 394322 h 1885560"/>
                <a:gd name="connsiteX1-165" fmla="*/ 836 w 1435249"/>
                <a:gd name="connsiteY1-166" fmla="*/ 1111958 h 1885560"/>
                <a:gd name="connsiteX2-167" fmla="*/ 214791 w 1435249"/>
                <a:gd name="connsiteY2-168" fmla="*/ 1548663 h 1885560"/>
                <a:gd name="connsiteX3-169" fmla="*/ 1033657 w 1435249"/>
                <a:gd name="connsiteY3-170" fmla="*/ 1816007 h 1885560"/>
                <a:gd name="connsiteX4-171" fmla="*/ 1417322 w 1435249"/>
                <a:gd name="connsiteY4-172" fmla="*/ 1807206 h 1885560"/>
                <a:gd name="connsiteX5-173" fmla="*/ 1375103 w 1435249"/>
                <a:gd name="connsiteY5-174" fmla="*/ 943164 h 1885560"/>
                <a:gd name="connsiteX6-175" fmla="*/ 1401843 w 1435249"/>
                <a:gd name="connsiteY6-176" fmla="*/ 63834 h 1885560"/>
                <a:gd name="connsiteX7-177" fmla="*/ 686221 w 1435249"/>
                <a:gd name="connsiteY7-178" fmla="*/ 61562 h 1885560"/>
                <a:gd name="connsiteX8-179" fmla="*/ 163575 w 1435249"/>
                <a:gd name="connsiteY8-180" fmla="*/ 394322 h 1885560"/>
                <a:gd name="connsiteX0-181" fmla="*/ 128947 w 1438213"/>
                <a:gd name="connsiteY0-182" fmla="*/ 345176 h 1883146"/>
                <a:gd name="connsiteX1-183" fmla="*/ 3802 w 1438213"/>
                <a:gd name="connsiteY1-184" fmla="*/ 1109544 h 1883146"/>
                <a:gd name="connsiteX2-185" fmla="*/ 217757 w 1438213"/>
                <a:gd name="connsiteY2-186" fmla="*/ 1546249 h 1883146"/>
                <a:gd name="connsiteX3-187" fmla="*/ 1036623 w 1438213"/>
                <a:gd name="connsiteY3-188" fmla="*/ 1813593 h 1883146"/>
                <a:gd name="connsiteX4-189" fmla="*/ 1420288 w 1438213"/>
                <a:gd name="connsiteY4-190" fmla="*/ 1804792 h 1883146"/>
                <a:gd name="connsiteX5-191" fmla="*/ 1378069 w 1438213"/>
                <a:gd name="connsiteY5-192" fmla="*/ 940750 h 1883146"/>
                <a:gd name="connsiteX6-193" fmla="*/ 1404809 w 1438213"/>
                <a:gd name="connsiteY6-194" fmla="*/ 61420 h 1883146"/>
                <a:gd name="connsiteX7-195" fmla="*/ 689187 w 1438213"/>
                <a:gd name="connsiteY7-196" fmla="*/ 59148 h 1883146"/>
                <a:gd name="connsiteX8-197" fmla="*/ 128947 w 1438213"/>
                <a:gd name="connsiteY8-198" fmla="*/ 345176 h 1883146"/>
                <a:gd name="connsiteX0-199" fmla="*/ 126587 w 1435854"/>
                <a:gd name="connsiteY0-200" fmla="*/ 353278 h 1891248"/>
                <a:gd name="connsiteX1-201" fmla="*/ 1442 w 1435854"/>
                <a:gd name="connsiteY1-202" fmla="*/ 1117646 h 1891248"/>
                <a:gd name="connsiteX2-203" fmla="*/ 215397 w 1435854"/>
                <a:gd name="connsiteY2-204" fmla="*/ 1554351 h 1891248"/>
                <a:gd name="connsiteX3-205" fmla="*/ 1034263 w 1435854"/>
                <a:gd name="connsiteY3-206" fmla="*/ 1821695 h 1891248"/>
                <a:gd name="connsiteX4-207" fmla="*/ 1417928 w 1435854"/>
                <a:gd name="connsiteY4-208" fmla="*/ 1812894 h 1891248"/>
                <a:gd name="connsiteX5-209" fmla="*/ 1375709 w 1435854"/>
                <a:gd name="connsiteY5-210" fmla="*/ 948852 h 1891248"/>
                <a:gd name="connsiteX6-211" fmla="*/ 1402449 w 1435854"/>
                <a:gd name="connsiteY6-212" fmla="*/ 69522 h 1891248"/>
                <a:gd name="connsiteX7-213" fmla="*/ 221605 w 1435854"/>
                <a:gd name="connsiteY7-214" fmla="*/ 47778 h 1891248"/>
                <a:gd name="connsiteX8-215" fmla="*/ 126587 w 1435854"/>
                <a:gd name="connsiteY8-216" fmla="*/ 353278 h 1891248"/>
                <a:gd name="connsiteX0-217" fmla="*/ 35803 w 1453152"/>
                <a:gd name="connsiteY0-218" fmla="*/ 439993 h 1896181"/>
                <a:gd name="connsiteX1-219" fmla="*/ 18740 w 1453152"/>
                <a:gd name="connsiteY1-220" fmla="*/ 1122579 h 1896181"/>
                <a:gd name="connsiteX2-221" fmla="*/ 232695 w 1453152"/>
                <a:gd name="connsiteY2-222" fmla="*/ 1559284 h 1896181"/>
                <a:gd name="connsiteX3-223" fmla="*/ 1051561 w 1453152"/>
                <a:gd name="connsiteY3-224" fmla="*/ 1826628 h 1896181"/>
                <a:gd name="connsiteX4-225" fmla="*/ 1435226 w 1453152"/>
                <a:gd name="connsiteY4-226" fmla="*/ 1817827 h 1896181"/>
                <a:gd name="connsiteX5-227" fmla="*/ 1393007 w 1453152"/>
                <a:gd name="connsiteY5-228" fmla="*/ 953785 h 1896181"/>
                <a:gd name="connsiteX6-229" fmla="*/ 1419747 w 1453152"/>
                <a:gd name="connsiteY6-230" fmla="*/ 74455 h 1896181"/>
                <a:gd name="connsiteX7-231" fmla="*/ 238903 w 1453152"/>
                <a:gd name="connsiteY7-232" fmla="*/ 52711 h 1896181"/>
                <a:gd name="connsiteX8-233" fmla="*/ 35803 w 1453152"/>
                <a:gd name="connsiteY8-234" fmla="*/ 439993 h 1896181"/>
                <a:gd name="connsiteX0-235" fmla="*/ 35803 w 1447873"/>
                <a:gd name="connsiteY0-236" fmla="*/ 439993 h 1952840"/>
                <a:gd name="connsiteX1-237" fmla="*/ 18740 w 1447873"/>
                <a:gd name="connsiteY1-238" fmla="*/ 1122579 h 1952840"/>
                <a:gd name="connsiteX2-239" fmla="*/ 232695 w 1447873"/>
                <a:gd name="connsiteY2-240" fmla="*/ 1559284 h 1952840"/>
                <a:gd name="connsiteX3-241" fmla="*/ 1130848 w 1447873"/>
                <a:gd name="connsiteY3-242" fmla="*/ 1925181 h 1952840"/>
                <a:gd name="connsiteX4-243" fmla="*/ 1435226 w 1447873"/>
                <a:gd name="connsiteY4-244" fmla="*/ 1817827 h 1952840"/>
                <a:gd name="connsiteX5-245" fmla="*/ 1393007 w 1447873"/>
                <a:gd name="connsiteY5-246" fmla="*/ 953785 h 1952840"/>
                <a:gd name="connsiteX6-247" fmla="*/ 1419747 w 1447873"/>
                <a:gd name="connsiteY6-248" fmla="*/ 74455 h 1952840"/>
                <a:gd name="connsiteX7-249" fmla="*/ 238903 w 1447873"/>
                <a:gd name="connsiteY7-250" fmla="*/ 52711 h 1952840"/>
                <a:gd name="connsiteX8-251" fmla="*/ 35803 w 1447873"/>
                <a:gd name="connsiteY8-252" fmla="*/ 439993 h 1952840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  <a:cxn ang="0">
                  <a:pos x="connsiteX7-15" y="connsiteY7-16"/>
                </a:cxn>
                <a:cxn ang="0">
                  <a:pos x="connsiteX8-17" y="connsiteY8-18"/>
                </a:cxn>
              </a:cxnLst>
              <a:rect l="l" t="t" r="r" b="b"/>
              <a:pathLst>
                <a:path w="1447873" h="1952840">
                  <a:moveTo>
                    <a:pt x="35803" y="439993"/>
                  </a:moveTo>
                  <a:cubicBezTo>
                    <a:pt x="-891" y="618304"/>
                    <a:pt x="-14075" y="936031"/>
                    <a:pt x="18740" y="1122579"/>
                  </a:cubicBezTo>
                  <a:cubicBezTo>
                    <a:pt x="51555" y="1309127"/>
                    <a:pt x="47344" y="1425517"/>
                    <a:pt x="232695" y="1559284"/>
                  </a:cubicBezTo>
                  <a:cubicBezTo>
                    <a:pt x="418046" y="1693051"/>
                    <a:pt x="930426" y="1882091"/>
                    <a:pt x="1130848" y="1925181"/>
                  </a:cubicBezTo>
                  <a:cubicBezTo>
                    <a:pt x="1331270" y="1968271"/>
                    <a:pt x="1391533" y="1979726"/>
                    <a:pt x="1435226" y="1817827"/>
                  </a:cubicBezTo>
                  <a:cubicBezTo>
                    <a:pt x="1478919" y="1655928"/>
                    <a:pt x="1395587" y="1244347"/>
                    <a:pt x="1393007" y="953785"/>
                  </a:cubicBezTo>
                  <a:cubicBezTo>
                    <a:pt x="1390427" y="663223"/>
                    <a:pt x="1458740" y="183063"/>
                    <a:pt x="1419747" y="74455"/>
                  </a:cubicBezTo>
                  <a:cubicBezTo>
                    <a:pt x="1380754" y="-34153"/>
                    <a:pt x="469560" y="-8212"/>
                    <a:pt x="238903" y="52711"/>
                  </a:cubicBezTo>
                  <a:cubicBezTo>
                    <a:pt x="8246" y="113634"/>
                    <a:pt x="72497" y="261682"/>
                    <a:pt x="35803" y="439993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9CDFF9"/>
                </a:gs>
                <a:gs pos="100000">
                  <a:schemeClr val="bg1"/>
                </a:gs>
                <a:gs pos="59000">
                  <a:schemeClr val="accent5">
                    <a:lumMod val="20000"/>
                    <a:lumOff val="80000"/>
                  </a:schemeClr>
                </a:gs>
              </a:gsLst>
              <a:lin ang="0" scaled="1"/>
              <a:tileRect/>
            </a:gra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374" name="Group 373"/>
            <p:cNvGrpSpPr/>
            <p:nvPr/>
          </p:nvGrpSpPr>
          <p:grpSpPr>
            <a:xfrm>
              <a:off x="10900911" y="3897954"/>
              <a:ext cx="687393" cy="721548"/>
              <a:chOff x="5203089" y="1751190"/>
              <a:chExt cx="858331" cy="662414"/>
            </a:xfrm>
          </p:grpSpPr>
          <p:sp>
            <p:nvSpPr>
              <p:cNvPr id="382" name="Freeform 381"/>
              <p:cNvSpPr/>
              <p:nvPr/>
            </p:nvSpPr>
            <p:spPr>
              <a:xfrm>
                <a:off x="5536769" y="1751190"/>
                <a:ext cx="524651" cy="662124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  <a:gd name="connsiteX0-1" fmla="*/ 3618 w 651290"/>
                  <a:gd name="connsiteY0-2" fmla="*/ 593378 h 593378"/>
                  <a:gd name="connsiteX1-3" fmla="*/ 0 w 651290"/>
                  <a:gd name="connsiteY1-4" fmla="*/ 242416 h 593378"/>
                  <a:gd name="connsiteX2-5" fmla="*/ 423338 w 651290"/>
                  <a:gd name="connsiteY2-6" fmla="*/ 101308 h 593378"/>
                  <a:gd name="connsiteX3-7" fmla="*/ 647672 w 651290"/>
                  <a:gd name="connsiteY3-8" fmla="*/ 0 h 593378"/>
                  <a:gd name="connsiteX4-9" fmla="*/ 651290 w 651290"/>
                  <a:gd name="connsiteY4-10" fmla="*/ 593378 h 593378"/>
                  <a:gd name="connsiteX5-11" fmla="*/ 3618 w 651290"/>
                  <a:gd name="connsiteY5-12" fmla="*/ 593378 h 593378"/>
                  <a:gd name="connsiteX0-13" fmla="*/ 3618 w 651290"/>
                  <a:gd name="connsiteY0-14" fmla="*/ 662124 h 662124"/>
                  <a:gd name="connsiteX1-15" fmla="*/ 0 w 651290"/>
                  <a:gd name="connsiteY1-16" fmla="*/ 311162 h 662124"/>
                  <a:gd name="connsiteX2-17" fmla="*/ 376300 w 651290"/>
                  <a:gd name="connsiteY2-18" fmla="*/ 0 h 662124"/>
                  <a:gd name="connsiteX3-19" fmla="*/ 647672 w 651290"/>
                  <a:gd name="connsiteY3-20" fmla="*/ 68746 h 662124"/>
                  <a:gd name="connsiteX4-21" fmla="*/ 651290 w 651290"/>
                  <a:gd name="connsiteY4-22" fmla="*/ 662124 h 662124"/>
                  <a:gd name="connsiteX5-23" fmla="*/ 3618 w 651290"/>
                  <a:gd name="connsiteY5-24" fmla="*/ 662124 h 662124"/>
                  <a:gd name="connsiteX0-25" fmla="*/ 0 w 647672"/>
                  <a:gd name="connsiteY0-26" fmla="*/ 662124 h 662124"/>
                  <a:gd name="connsiteX1-27" fmla="*/ 123021 w 647672"/>
                  <a:gd name="connsiteY1-28" fmla="*/ 83217 h 662124"/>
                  <a:gd name="connsiteX2-29" fmla="*/ 372682 w 647672"/>
                  <a:gd name="connsiteY2-30" fmla="*/ 0 h 662124"/>
                  <a:gd name="connsiteX3-31" fmla="*/ 644054 w 647672"/>
                  <a:gd name="connsiteY3-32" fmla="*/ 68746 h 662124"/>
                  <a:gd name="connsiteX4-33" fmla="*/ 647672 w 647672"/>
                  <a:gd name="connsiteY4-34" fmla="*/ 662124 h 662124"/>
                  <a:gd name="connsiteX5-35" fmla="*/ 0 w 647672"/>
                  <a:gd name="connsiteY5-36" fmla="*/ 662124 h 662124"/>
                  <a:gd name="connsiteX0-37" fmla="*/ 7238 w 524651"/>
                  <a:gd name="connsiteY0-38" fmla="*/ 669360 h 669360"/>
                  <a:gd name="connsiteX1-39" fmla="*/ 0 w 524651"/>
                  <a:gd name="connsiteY1-40" fmla="*/ 83217 h 669360"/>
                  <a:gd name="connsiteX2-41" fmla="*/ 249661 w 524651"/>
                  <a:gd name="connsiteY2-42" fmla="*/ 0 h 669360"/>
                  <a:gd name="connsiteX3-43" fmla="*/ 521033 w 524651"/>
                  <a:gd name="connsiteY3-44" fmla="*/ 68746 h 669360"/>
                  <a:gd name="connsiteX4-45" fmla="*/ 524651 w 524651"/>
                  <a:gd name="connsiteY4-46" fmla="*/ 662124 h 669360"/>
                  <a:gd name="connsiteX5-47" fmla="*/ 7238 w 524651"/>
                  <a:gd name="connsiteY5-48" fmla="*/ 669360 h 669360"/>
                  <a:gd name="connsiteX0-49" fmla="*/ 438 w 528706"/>
                  <a:gd name="connsiteY0-50" fmla="*/ 665742 h 665742"/>
                  <a:gd name="connsiteX1-51" fmla="*/ 4055 w 528706"/>
                  <a:gd name="connsiteY1-52" fmla="*/ 83217 h 665742"/>
                  <a:gd name="connsiteX2-53" fmla="*/ 253716 w 528706"/>
                  <a:gd name="connsiteY2-54" fmla="*/ 0 h 665742"/>
                  <a:gd name="connsiteX3-55" fmla="*/ 525088 w 528706"/>
                  <a:gd name="connsiteY3-56" fmla="*/ 68746 h 665742"/>
                  <a:gd name="connsiteX4-57" fmla="*/ 528706 w 528706"/>
                  <a:gd name="connsiteY4-58" fmla="*/ 662124 h 665742"/>
                  <a:gd name="connsiteX5-59" fmla="*/ 438 w 528706"/>
                  <a:gd name="connsiteY5-60" fmla="*/ 665742 h 665742"/>
                  <a:gd name="connsiteX0-61" fmla="*/ 155 w 546514"/>
                  <a:gd name="connsiteY0-62" fmla="*/ 662124 h 662124"/>
                  <a:gd name="connsiteX1-63" fmla="*/ 21863 w 546514"/>
                  <a:gd name="connsiteY1-64" fmla="*/ 83217 h 662124"/>
                  <a:gd name="connsiteX2-65" fmla="*/ 271524 w 546514"/>
                  <a:gd name="connsiteY2-66" fmla="*/ 0 h 662124"/>
                  <a:gd name="connsiteX3-67" fmla="*/ 542896 w 546514"/>
                  <a:gd name="connsiteY3-68" fmla="*/ 68746 h 662124"/>
                  <a:gd name="connsiteX4-69" fmla="*/ 546514 w 546514"/>
                  <a:gd name="connsiteY4-70" fmla="*/ 662124 h 662124"/>
                  <a:gd name="connsiteX5-71" fmla="*/ 155 w 546514"/>
                  <a:gd name="connsiteY5-72" fmla="*/ 662124 h 662124"/>
                  <a:gd name="connsiteX0-73" fmla="*/ 10856 w 524651"/>
                  <a:gd name="connsiteY0-74" fmla="*/ 658506 h 662124"/>
                  <a:gd name="connsiteX1-75" fmla="*/ 0 w 524651"/>
                  <a:gd name="connsiteY1-76" fmla="*/ 83217 h 662124"/>
                  <a:gd name="connsiteX2-77" fmla="*/ 249661 w 524651"/>
                  <a:gd name="connsiteY2-78" fmla="*/ 0 h 662124"/>
                  <a:gd name="connsiteX3-79" fmla="*/ 521033 w 524651"/>
                  <a:gd name="connsiteY3-80" fmla="*/ 68746 h 662124"/>
                  <a:gd name="connsiteX4-81" fmla="*/ 524651 w 524651"/>
                  <a:gd name="connsiteY4-82" fmla="*/ 662124 h 662124"/>
                  <a:gd name="connsiteX5-83" fmla="*/ 10856 w 524651"/>
                  <a:gd name="connsiteY5-84" fmla="*/ 658506 h 662124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</a:cxnLst>
                <a:rect l="l" t="t" r="r" b="b"/>
                <a:pathLst>
                  <a:path w="524651" h="662124">
                    <a:moveTo>
                      <a:pt x="10856" y="658506"/>
                    </a:moveTo>
                    <a:cubicBezTo>
                      <a:pt x="8443" y="463125"/>
                      <a:pt x="2413" y="278598"/>
                      <a:pt x="0" y="83217"/>
                    </a:cubicBezTo>
                    <a:lnTo>
                      <a:pt x="249661" y="0"/>
                    </a:lnTo>
                    <a:lnTo>
                      <a:pt x="521033" y="68746"/>
                    </a:lnTo>
                    <a:lnTo>
                      <a:pt x="524651" y="662124"/>
                    </a:lnTo>
                    <a:lnTo>
                      <a:pt x="10856" y="658506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3" name="Freeform 382"/>
              <p:cNvSpPr/>
              <p:nvPr/>
            </p:nvSpPr>
            <p:spPr>
              <a:xfrm>
                <a:off x="5203089" y="1921244"/>
                <a:ext cx="651290" cy="492070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51290" h="492070">
                    <a:moveTo>
                      <a:pt x="3618" y="492070"/>
                    </a:moveTo>
                    <a:lnTo>
                      <a:pt x="0" y="141108"/>
                    </a:lnTo>
                    <a:lnTo>
                      <a:pt x="423338" y="0"/>
                    </a:lnTo>
                    <a:lnTo>
                      <a:pt x="647672" y="57891"/>
                    </a:lnTo>
                    <a:lnTo>
                      <a:pt x="651290" y="492070"/>
                    </a:lnTo>
                    <a:lnTo>
                      <a:pt x="3618" y="492070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3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cxnSp>
            <p:nvCxnSpPr>
              <p:cNvPr id="384" name="Straight Connector 383"/>
              <p:cNvCxnSpPr/>
              <p:nvPr/>
            </p:nvCxnSpPr>
            <p:spPr>
              <a:xfrm flipV="1">
                <a:off x="5270526" y="2029553"/>
                <a:ext cx="295249" cy="73468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5" name="Straight Connector 384"/>
              <p:cNvCxnSpPr/>
              <p:nvPr/>
            </p:nvCxnSpPr>
            <p:spPr>
              <a:xfrm flipV="1">
                <a:off x="5275406" y="2261710"/>
                <a:ext cx="290369" cy="1675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6" name="Straight Connector 385"/>
              <p:cNvCxnSpPr/>
              <p:nvPr/>
            </p:nvCxnSpPr>
            <p:spPr>
              <a:xfrm flipV="1">
                <a:off x="5275406" y="2151772"/>
                <a:ext cx="290369" cy="4840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7" name="Straight Connector 386"/>
              <p:cNvCxnSpPr/>
              <p:nvPr/>
            </p:nvCxnSpPr>
            <p:spPr>
              <a:xfrm>
                <a:off x="5270094" y="2354086"/>
                <a:ext cx="295681" cy="0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8" name="Straight Connector 387"/>
              <p:cNvCxnSpPr/>
              <p:nvPr/>
            </p:nvCxnSpPr>
            <p:spPr>
              <a:xfrm flipV="1">
                <a:off x="5950242" y="1866900"/>
                <a:ext cx="0" cy="465273"/>
              </a:xfrm>
              <a:prstGeom prst="line">
                <a:avLst/>
              </a:prstGeom>
              <a:ln w="44450">
                <a:solidFill>
                  <a:schemeClr val="bg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9" name="Straight Connector 388"/>
              <p:cNvCxnSpPr/>
              <p:nvPr/>
            </p:nvCxnSpPr>
            <p:spPr>
              <a:xfrm>
                <a:off x="5628589" y="1936750"/>
                <a:ext cx="0" cy="476854"/>
              </a:xfrm>
              <a:prstGeom prst="line">
                <a:avLst/>
              </a:prstGeom>
              <a:ln w="15875">
                <a:solidFill>
                  <a:srgbClr val="0000A8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91" name="Group 390"/>
            <p:cNvGrpSpPr/>
            <p:nvPr/>
          </p:nvGrpSpPr>
          <p:grpSpPr>
            <a:xfrm>
              <a:off x="10834382" y="3164075"/>
              <a:ext cx="594613" cy="648336"/>
              <a:chOff x="5203089" y="1751190"/>
              <a:chExt cx="858331" cy="662414"/>
            </a:xfrm>
          </p:grpSpPr>
          <p:sp>
            <p:nvSpPr>
              <p:cNvPr id="399" name="Freeform 398"/>
              <p:cNvSpPr/>
              <p:nvPr/>
            </p:nvSpPr>
            <p:spPr>
              <a:xfrm>
                <a:off x="5536769" y="1751190"/>
                <a:ext cx="524651" cy="662124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  <a:gd name="connsiteX0-1" fmla="*/ 3618 w 651290"/>
                  <a:gd name="connsiteY0-2" fmla="*/ 593378 h 593378"/>
                  <a:gd name="connsiteX1-3" fmla="*/ 0 w 651290"/>
                  <a:gd name="connsiteY1-4" fmla="*/ 242416 h 593378"/>
                  <a:gd name="connsiteX2-5" fmla="*/ 423338 w 651290"/>
                  <a:gd name="connsiteY2-6" fmla="*/ 101308 h 593378"/>
                  <a:gd name="connsiteX3-7" fmla="*/ 647672 w 651290"/>
                  <a:gd name="connsiteY3-8" fmla="*/ 0 h 593378"/>
                  <a:gd name="connsiteX4-9" fmla="*/ 651290 w 651290"/>
                  <a:gd name="connsiteY4-10" fmla="*/ 593378 h 593378"/>
                  <a:gd name="connsiteX5-11" fmla="*/ 3618 w 651290"/>
                  <a:gd name="connsiteY5-12" fmla="*/ 593378 h 593378"/>
                  <a:gd name="connsiteX0-13" fmla="*/ 3618 w 651290"/>
                  <a:gd name="connsiteY0-14" fmla="*/ 662124 h 662124"/>
                  <a:gd name="connsiteX1-15" fmla="*/ 0 w 651290"/>
                  <a:gd name="connsiteY1-16" fmla="*/ 311162 h 662124"/>
                  <a:gd name="connsiteX2-17" fmla="*/ 376300 w 651290"/>
                  <a:gd name="connsiteY2-18" fmla="*/ 0 h 662124"/>
                  <a:gd name="connsiteX3-19" fmla="*/ 647672 w 651290"/>
                  <a:gd name="connsiteY3-20" fmla="*/ 68746 h 662124"/>
                  <a:gd name="connsiteX4-21" fmla="*/ 651290 w 651290"/>
                  <a:gd name="connsiteY4-22" fmla="*/ 662124 h 662124"/>
                  <a:gd name="connsiteX5-23" fmla="*/ 3618 w 651290"/>
                  <a:gd name="connsiteY5-24" fmla="*/ 662124 h 662124"/>
                  <a:gd name="connsiteX0-25" fmla="*/ 0 w 647672"/>
                  <a:gd name="connsiteY0-26" fmla="*/ 662124 h 662124"/>
                  <a:gd name="connsiteX1-27" fmla="*/ 123021 w 647672"/>
                  <a:gd name="connsiteY1-28" fmla="*/ 83217 h 662124"/>
                  <a:gd name="connsiteX2-29" fmla="*/ 372682 w 647672"/>
                  <a:gd name="connsiteY2-30" fmla="*/ 0 h 662124"/>
                  <a:gd name="connsiteX3-31" fmla="*/ 644054 w 647672"/>
                  <a:gd name="connsiteY3-32" fmla="*/ 68746 h 662124"/>
                  <a:gd name="connsiteX4-33" fmla="*/ 647672 w 647672"/>
                  <a:gd name="connsiteY4-34" fmla="*/ 662124 h 662124"/>
                  <a:gd name="connsiteX5-35" fmla="*/ 0 w 647672"/>
                  <a:gd name="connsiteY5-36" fmla="*/ 662124 h 662124"/>
                  <a:gd name="connsiteX0-37" fmla="*/ 7238 w 524651"/>
                  <a:gd name="connsiteY0-38" fmla="*/ 669360 h 669360"/>
                  <a:gd name="connsiteX1-39" fmla="*/ 0 w 524651"/>
                  <a:gd name="connsiteY1-40" fmla="*/ 83217 h 669360"/>
                  <a:gd name="connsiteX2-41" fmla="*/ 249661 w 524651"/>
                  <a:gd name="connsiteY2-42" fmla="*/ 0 h 669360"/>
                  <a:gd name="connsiteX3-43" fmla="*/ 521033 w 524651"/>
                  <a:gd name="connsiteY3-44" fmla="*/ 68746 h 669360"/>
                  <a:gd name="connsiteX4-45" fmla="*/ 524651 w 524651"/>
                  <a:gd name="connsiteY4-46" fmla="*/ 662124 h 669360"/>
                  <a:gd name="connsiteX5-47" fmla="*/ 7238 w 524651"/>
                  <a:gd name="connsiteY5-48" fmla="*/ 669360 h 669360"/>
                  <a:gd name="connsiteX0-49" fmla="*/ 438 w 528706"/>
                  <a:gd name="connsiteY0-50" fmla="*/ 665742 h 665742"/>
                  <a:gd name="connsiteX1-51" fmla="*/ 4055 w 528706"/>
                  <a:gd name="connsiteY1-52" fmla="*/ 83217 h 665742"/>
                  <a:gd name="connsiteX2-53" fmla="*/ 253716 w 528706"/>
                  <a:gd name="connsiteY2-54" fmla="*/ 0 h 665742"/>
                  <a:gd name="connsiteX3-55" fmla="*/ 525088 w 528706"/>
                  <a:gd name="connsiteY3-56" fmla="*/ 68746 h 665742"/>
                  <a:gd name="connsiteX4-57" fmla="*/ 528706 w 528706"/>
                  <a:gd name="connsiteY4-58" fmla="*/ 662124 h 665742"/>
                  <a:gd name="connsiteX5-59" fmla="*/ 438 w 528706"/>
                  <a:gd name="connsiteY5-60" fmla="*/ 665742 h 665742"/>
                  <a:gd name="connsiteX0-61" fmla="*/ 155 w 546514"/>
                  <a:gd name="connsiteY0-62" fmla="*/ 662124 h 662124"/>
                  <a:gd name="connsiteX1-63" fmla="*/ 21863 w 546514"/>
                  <a:gd name="connsiteY1-64" fmla="*/ 83217 h 662124"/>
                  <a:gd name="connsiteX2-65" fmla="*/ 271524 w 546514"/>
                  <a:gd name="connsiteY2-66" fmla="*/ 0 h 662124"/>
                  <a:gd name="connsiteX3-67" fmla="*/ 542896 w 546514"/>
                  <a:gd name="connsiteY3-68" fmla="*/ 68746 h 662124"/>
                  <a:gd name="connsiteX4-69" fmla="*/ 546514 w 546514"/>
                  <a:gd name="connsiteY4-70" fmla="*/ 662124 h 662124"/>
                  <a:gd name="connsiteX5-71" fmla="*/ 155 w 546514"/>
                  <a:gd name="connsiteY5-72" fmla="*/ 662124 h 662124"/>
                  <a:gd name="connsiteX0-73" fmla="*/ 10856 w 524651"/>
                  <a:gd name="connsiteY0-74" fmla="*/ 658506 h 662124"/>
                  <a:gd name="connsiteX1-75" fmla="*/ 0 w 524651"/>
                  <a:gd name="connsiteY1-76" fmla="*/ 83217 h 662124"/>
                  <a:gd name="connsiteX2-77" fmla="*/ 249661 w 524651"/>
                  <a:gd name="connsiteY2-78" fmla="*/ 0 h 662124"/>
                  <a:gd name="connsiteX3-79" fmla="*/ 521033 w 524651"/>
                  <a:gd name="connsiteY3-80" fmla="*/ 68746 h 662124"/>
                  <a:gd name="connsiteX4-81" fmla="*/ 524651 w 524651"/>
                  <a:gd name="connsiteY4-82" fmla="*/ 662124 h 662124"/>
                  <a:gd name="connsiteX5-83" fmla="*/ 10856 w 524651"/>
                  <a:gd name="connsiteY5-84" fmla="*/ 658506 h 662124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</a:cxnLst>
                <a:rect l="l" t="t" r="r" b="b"/>
                <a:pathLst>
                  <a:path w="524651" h="662124">
                    <a:moveTo>
                      <a:pt x="10856" y="658506"/>
                    </a:moveTo>
                    <a:cubicBezTo>
                      <a:pt x="8443" y="463125"/>
                      <a:pt x="2413" y="278598"/>
                      <a:pt x="0" y="83217"/>
                    </a:cubicBezTo>
                    <a:lnTo>
                      <a:pt x="249661" y="0"/>
                    </a:lnTo>
                    <a:lnTo>
                      <a:pt x="521033" y="68746"/>
                    </a:lnTo>
                    <a:lnTo>
                      <a:pt x="524651" y="662124"/>
                    </a:lnTo>
                    <a:lnTo>
                      <a:pt x="10856" y="658506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0" name="Freeform 399"/>
              <p:cNvSpPr/>
              <p:nvPr/>
            </p:nvSpPr>
            <p:spPr>
              <a:xfrm>
                <a:off x="5203089" y="1921244"/>
                <a:ext cx="651290" cy="492070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51290" h="492070">
                    <a:moveTo>
                      <a:pt x="3618" y="492070"/>
                    </a:moveTo>
                    <a:lnTo>
                      <a:pt x="0" y="141108"/>
                    </a:lnTo>
                    <a:lnTo>
                      <a:pt x="423338" y="0"/>
                    </a:lnTo>
                    <a:lnTo>
                      <a:pt x="647672" y="57891"/>
                    </a:lnTo>
                    <a:lnTo>
                      <a:pt x="651290" y="492070"/>
                    </a:lnTo>
                    <a:lnTo>
                      <a:pt x="3618" y="492070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3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cxnSp>
            <p:nvCxnSpPr>
              <p:cNvPr id="401" name="Straight Connector 400"/>
              <p:cNvCxnSpPr/>
              <p:nvPr/>
            </p:nvCxnSpPr>
            <p:spPr>
              <a:xfrm flipV="1">
                <a:off x="5270526" y="2029553"/>
                <a:ext cx="295249" cy="73468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2" name="Straight Connector 401"/>
              <p:cNvCxnSpPr/>
              <p:nvPr/>
            </p:nvCxnSpPr>
            <p:spPr>
              <a:xfrm flipV="1">
                <a:off x="5275406" y="2261710"/>
                <a:ext cx="290369" cy="1675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3" name="Straight Connector 402"/>
              <p:cNvCxnSpPr/>
              <p:nvPr/>
            </p:nvCxnSpPr>
            <p:spPr>
              <a:xfrm flipV="1">
                <a:off x="5275406" y="2151772"/>
                <a:ext cx="290369" cy="4840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4" name="Straight Connector 403"/>
              <p:cNvCxnSpPr/>
              <p:nvPr/>
            </p:nvCxnSpPr>
            <p:spPr>
              <a:xfrm>
                <a:off x="5270094" y="2354086"/>
                <a:ext cx="295681" cy="0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5" name="Straight Connector 404"/>
              <p:cNvCxnSpPr/>
              <p:nvPr/>
            </p:nvCxnSpPr>
            <p:spPr>
              <a:xfrm flipV="1">
                <a:off x="5950242" y="1866900"/>
                <a:ext cx="0" cy="465273"/>
              </a:xfrm>
              <a:prstGeom prst="line">
                <a:avLst/>
              </a:prstGeom>
              <a:ln w="44450">
                <a:solidFill>
                  <a:schemeClr val="bg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6" name="Straight Connector 405"/>
              <p:cNvCxnSpPr/>
              <p:nvPr/>
            </p:nvCxnSpPr>
            <p:spPr>
              <a:xfrm>
                <a:off x="5628589" y="1936750"/>
                <a:ext cx="0" cy="476854"/>
              </a:xfrm>
              <a:prstGeom prst="line">
                <a:avLst/>
              </a:prstGeom>
              <a:ln w="15875">
                <a:solidFill>
                  <a:srgbClr val="0000A8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562" name="Freeform 561"/>
            <p:cNvSpPr/>
            <p:nvPr/>
          </p:nvSpPr>
          <p:spPr>
            <a:xfrm>
              <a:off x="9604024" y="1751946"/>
              <a:ext cx="1497864" cy="1386455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-1" fmla="*/ 434989 w 1537226"/>
                <a:gd name="connsiteY0-2" fmla="*/ 253346 h 1763594"/>
                <a:gd name="connsiteX1-3" fmla="*/ 488 w 1537226"/>
                <a:gd name="connsiteY1-4" fmla="*/ 921706 h 1763594"/>
                <a:gd name="connsiteX2-5" fmla="*/ 368142 w 1537226"/>
                <a:gd name="connsiteY2-6" fmla="*/ 1489812 h 1763594"/>
                <a:gd name="connsiteX3-7" fmla="*/ 1187008 w 1537226"/>
                <a:gd name="connsiteY3-8" fmla="*/ 1757156 h 1763594"/>
                <a:gd name="connsiteX4-9" fmla="*/ 1521239 w 1537226"/>
                <a:gd name="connsiteY4-10" fmla="*/ 1239177 h 1763594"/>
                <a:gd name="connsiteX5-11" fmla="*/ 1468998 w 1537226"/>
                <a:gd name="connsiteY5-12" fmla="*/ 654362 h 1763594"/>
                <a:gd name="connsiteX6-13" fmla="*/ 1337412 w 1537226"/>
                <a:gd name="connsiteY6-14" fmla="*/ 136383 h 1763594"/>
                <a:gd name="connsiteX7-15" fmla="*/ 1086739 w 1537226"/>
                <a:gd name="connsiteY7-16" fmla="*/ 2711 h 1763594"/>
                <a:gd name="connsiteX8-17" fmla="*/ 434989 w 1537226"/>
                <a:gd name="connsiteY8-18" fmla="*/ 253346 h 1763594"/>
                <a:gd name="connsiteX0-19" fmla="*/ 434989 w 1537226"/>
                <a:gd name="connsiteY0-20" fmla="*/ 253346 h 1763594"/>
                <a:gd name="connsiteX1-21" fmla="*/ 488 w 1537226"/>
                <a:gd name="connsiteY1-22" fmla="*/ 921706 h 1763594"/>
                <a:gd name="connsiteX2-23" fmla="*/ 368142 w 1537226"/>
                <a:gd name="connsiteY2-24" fmla="*/ 1489812 h 1763594"/>
                <a:gd name="connsiteX3-25" fmla="*/ 1187008 w 1537226"/>
                <a:gd name="connsiteY3-26" fmla="*/ 1757156 h 1763594"/>
                <a:gd name="connsiteX4-27" fmla="*/ 1521239 w 1537226"/>
                <a:gd name="connsiteY4-28" fmla="*/ 1239177 h 1763594"/>
                <a:gd name="connsiteX5-29" fmla="*/ 1468998 w 1537226"/>
                <a:gd name="connsiteY5-30" fmla="*/ 654362 h 1763594"/>
                <a:gd name="connsiteX6-31" fmla="*/ 1337412 w 1537226"/>
                <a:gd name="connsiteY6-32" fmla="*/ 136383 h 1763594"/>
                <a:gd name="connsiteX7-33" fmla="*/ 839572 w 1537226"/>
                <a:gd name="connsiteY7-34" fmla="*/ 2711 h 1763594"/>
                <a:gd name="connsiteX8-35" fmla="*/ 434989 w 1537226"/>
                <a:gd name="connsiteY8-36" fmla="*/ 253346 h 1763594"/>
                <a:gd name="connsiteX0-37" fmla="*/ 360357 w 1536743"/>
                <a:gd name="connsiteY0-38" fmla="*/ 534641 h 1782088"/>
                <a:gd name="connsiteX1-39" fmla="*/ 5 w 1536743"/>
                <a:gd name="connsiteY1-40" fmla="*/ 940200 h 1782088"/>
                <a:gd name="connsiteX2-41" fmla="*/ 367659 w 1536743"/>
                <a:gd name="connsiteY2-42" fmla="*/ 1508306 h 1782088"/>
                <a:gd name="connsiteX3-43" fmla="*/ 1186525 w 1536743"/>
                <a:gd name="connsiteY3-44" fmla="*/ 1775650 h 1782088"/>
                <a:gd name="connsiteX4-45" fmla="*/ 1520756 w 1536743"/>
                <a:gd name="connsiteY4-46" fmla="*/ 1257671 h 1782088"/>
                <a:gd name="connsiteX5-47" fmla="*/ 1468515 w 1536743"/>
                <a:gd name="connsiteY5-48" fmla="*/ 672856 h 1782088"/>
                <a:gd name="connsiteX6-49" fmla="*/ 1336929 w 1536743"/>
                <a:gd name="connsiteY6-50" fmla="*/ 154877 h 1782088"/>
                <a:gd name="connsiteX7-51" fmla="*/ 839089 w 1536743"/>
                <a:gd name="connsiteY7-52" fmla="*/ 21205 h 1782088"/>
                <a:gd name="connsiteX8-53" fmla="*/ 360357 w 1536743"/>
                <a:gd name="connsiteY8-54" fmla="*/ 534641 h 1782088"/>
                <a:gd name="connsiteX0-55" fmla="*/ 360355 w 1536741"/>
                <a:gd name="connsiteY0-56" fmla="*/ 534641 h 1782088"/>
                <a:gd name="connsiteX1-57" fmla="*/ 3 w 1536741"/>
                <a:gd name="connsiteY1-58" fmla="*/ 940200 h 1782088"/>
                <a:gd name="connsiteX2-59" fmla="*/ 367657 w 1536741"/>
                <a:gd name="connsiteY2-60" fmla="*/ 1508306 h 1782088"/>
                <a:gd name="connsiteX3-61" fmla="*/ 1186523 w 1536741"/>
                <a:gd name="connsiteY3-62" fmla="*/ 1775650 h 1782088"/>
                <a:gd name="connsiteX4-63" fmla="*/ 1520754 w 1536741"/>
                <a:gd name="connsiteY4-64" fmla="*/ 1257671 h 1782088"/>
                <a:gd name="connsiteX5-65" fmla="*/ 1468513 w 1536741"/>
                <a:gd name="connsiteY5-66" fmla="*/ 672856 h 1782088"/>
                <a:gd name="connsiteX6-67" fmla="*/ 1336927 w 1536741"/>
                <a:gd name="connsiteY6-68" fmla="*/ 154877 h 1782088"/>
                <a:gd name="connsiteX7-69" fmla="*/ 839087 w 1536741"/>
                <a:gd name="connsiteY7-70" fmla="*/ 21205 h 1782088"/>
                <a:gd name="connsiteX8-71" fmla="*/ 360355 w 1536741"/>
                <a:gd name="connsiteY8-72" fmla="*/ 534641 h 1782088"/>
                <a:gd name="connsiteX0-73" fmla="*/ 360355 w 1494463"/>
                <a:gd name="connsiteY0-74" fmla="*/ 534641 h 1775651"/>
                <a:gd name="connsiteX1-75" fmla="*/ 3 w 1494463"/>
                <a:gd name="connsiteY1-76" fmla="*/ 940200 h 1775651"/>
                <a:gd name="connsiteX2-77" fmla="*/ 367657 w 1494463"/>
                <a:gd name="connsiteY2-78" fmla="*/ 1508306 h 1775651"/>
                <a:gd name="connsiteX3-79" fmla="*/ 1186523 w 1494463"/>
                <a:gd name="connsiteY3-80" fmla="*/ 1775650 h 1775651"/>
                <a:gd name="connsiteX4-81" fmla="*/ 1467465 w 1494463"/>
                <a:gd name="connsiteY4-82" fmla="*/ 1510813 h 1775651"/>
                <a:gd name="connsiteX5-83" fmla="*/ 1468513 w 1494463"/>
                <a:gd name="connsiteY5-84" fmla="*/ 672856 h 1775651"/>
                <a:gd name="connsiteX6-85" fmla="*/ 1336927 w 1494463"/>
                <a:gd name="connsiteY6-86" fmla="*/ 154877 h 1775651"/>
                <a:gd name="connsiteX7-87" fmla="*/ 839087 w 1494463"/>
                <a:gd name="connsiteY7-88" fmla="*/ 21205 h 1775651"/>
                <a:gd name="connsiteX8-89" fmla="*/ 360355 w 1494463"/>
                <a:gd name="connsiteY8-90" fmla="*/ 534641 h 1775651"/>
                <a:gd name="connsiteX0-91" fmla="*/ 360355 w 1491064"/>
                <a:gd name="connsiteY0-92" fmla="*/ 552327 h 1793337"/>
                <a:gd name="connsiteX1-93" fmla="*/ 3 w 1491064"/>
                <a:gd name="connsiteY1-94" fmla="*/ 957886 h 1793337"/>
                <a:gd name="connsiteX2-95" fmla="*/ 367657 w 1491064"/>
                <a:gd name="connsiteY2-96" fmla="*/ 1525992 h 1793337"/>
                <a:gd name="connsiteX3-97" fmla="*/ 1186523 w 1491064"/>
                <a:gd name="connsiteY3-98" fmla="*/ 1793336 h 1793337"/>
                <a:gd name="connsiteX4-99" fmla="*/ 1467465 w 1491064"/>
                <a:gd name="connsiteY4-100" fmla="*/ 1528499 h 1793337"/>
                <a:gd name="connsiteX5-101" fmla="*/ 1468513 w 1491064"/>
                <a:gd name="connsiteY5-102" fmla="*/ 690542 h 1793337"/>
                <a:gd name="connsiteX6-103" fmla="*/ 1407977 w 1491064"/>
                <a:gd name="connsiteY6-104" fmla="*/ 109278 h 1793337"/>
                <a:gd name="connsiteX7-105" fmla="*/ 839087 w 1491064"/>
                <a:gd name="connsiteY7-106" fmla="*/ 38891 h 1793337"/>
                <a:gd name="connsiteX8-107" fmla="*/ 360355 w 1491064"/>
                <a:gd name="connsiteY8-108" fmla="*/ 552327 h 1793337"/>
                <a:gd name="connsiteX0-109" fmla="*/ 360355 w 1502818"/>
                <a:gd name="connsiteY0-110" fmla="*/ 552327 h 1612281"/>
                <a:gd name="connsiteX1-111" fmla="*/ 3 w 1502818"/>
                <a:gd name="connsiteY1-112" fmla="*/ 957886 h 1612281"/>
                <a:gd name="connsiteX2-113" fmla="*/ 367657 w 1502818"/>
                <a:gd name="connsiteY2-114" fmla="*/ 1525992 h 1612281"/>
                <a:gd name="connsiteX3-115" fmla="*/ 1026659 w 1502818"/>
                <a:gd name="connsiteY3-116" fmla="*/ 1582385 h 1612281"/>
                <a:gd name="connsiteX4-117" fmla="*/ 1467465 w 1502818"/>
                <a:gd name="connsiteY4-118" fmla="*/ 1528499 h 1612281"/>
                <a:gd name="connsiteX5-119" fmla="*/ 1468513 w 1502818"/>
                <a:gd name="connsiteY5-120" fmla="*/ 690542 h 1612281"/>
                <a:gd name="connsiteX6-121" fmla="*/ 1407977 w 1502818"/>
                <a:gd name="connsiteY6-122" fmla="*/ 109278 h 1612281"/>
                <a:gd name="connsiteX7-123" fmla="*/ 839087 w 1502818"/>
                <a:gd name="connsiteY7-124" fmla="*/ 38891 h 1612281"/>
                <a:gd name="connsiteX8-125" fmla="*/ 360355 w 1502818"/>
                <a:gd name="connsiteY8-126" fmla="*/ 552327 h 1612281"/>
                <a:gd name="connsiteX0-127" fmla="*/ 360384 w 1502847"/>
                <a:gd name="connsiteY0-128" fmla="*/ 552327 h 1803602"/>
                <a:gd name="connsiteX1-129" fmla="*/ 32 w 1502847"/>
                <a:gd name="connsiteY1-130" fmla="*/ 957886 h 1803602"/>
                <a:gd name="connsiteX2-131" fmla="*/ 385448 w 1502847"/>
                <a:gd name="connsiteY2-132" fmla="*/ 1779134 h 1803602"/>
                <a:gd name="connsiteX3-133" fmla="*/ 1026688 w 1502847"/>
                <a:gd name="connsiteY3-134" fmla="*/ 1582385 h 1803602"/>
                <a:gd name="connsiteX4-135" fmla="*/ 1467494 w 1502847"/>
                <a:gd name="connsiteY4-136" fmla="*/ 1528499 h 1803602"/>
                <a:gd name="connsiteX5-137" fmla="*/ 1468542 w 1502847"/>
                <a:gd name="connsiteY5-138" fmla="*/ 690542 h 1803602"/>
                <a:gd name="connsiteX6-139" fmla="*/ 1408006 w 1502847"/>
                <a:gd name="connsiteY6-140" fmla="*/ 109278 h 1803602"/>
                <a:gd name="connsiteX7-141" fmla="*/ 839116 w 1502847"/>
                <a:gd name="connsiteY7-142" fmla="*/ 38891 h 1803602"/>
                <a:gd name="connsiteX8-143" fmla="*/ 360384 w 1502847"/>
                <a:gd name="connsiteY8-144" fmla="*/ 552327 h 1803602"/>
                <a:gd name="connsiteX0-145" fmla="*/ 360384 w 1502847"/>
                <a:gd name="connsiteY0-146" fmla="*/ 552327 h 1826319"/>
                <a:gd name="connsiteX1-147" fmla="*/ 32 w 1502847"/>
                <a:gd name="connsiteY1-148" fmla="*/ 957886 h 1826319"/>
                <a:gd name="connsiteX2-149" fmla="*/ 385448 w 1502847"/>
                <a:gd name="connsiteY2-150" fmla="*/ 1779134 h 1826319"/>
                <a:gd name="connsiteX3-151" fmla="*/ 1026688 w 1502847"/>
                <a:gd name="connsiteY3-152" fmla="*/ 1582385 h 1826319"/>
                <a:gd name="connsiteX4-153" fmla="*/ 1467494 w 1502847"/>
                <a:gd name="connsiteY4-154" fmla="*/ 1528499 h 1826319"/>
                <a:gd name="connsiteX5-155" fmla="*/ 1468542 w 1502847"/>
                <a:gd name="connsiteY5-156" fmla="*/ 690542 h 1826319"/>
                <a:gd name="connsiteX6-157" fmla="*/ 1408006 w 1502847"/>
                <a:gd name="connsiteY6-158" fmla="*/ 109278 h 1826319"/>
                <a:gd name="connsiteX7-159" fmla="*/ 839116 w 1502847"/>
                <a:gd name="connsiteY7-160" fmla="*/ 38891 h 1826319"/>
                <a:gd name="connsiteX8-161" fmla="*/ 360384 w 1502847"/>
                <a:gd name="connsiteY8-162" fmla="*/ 552327 h 1826319"/>
                <a:gd name="connsiteX0-163" fmla="*/ 289852 w 1503366"/>
                <a:gd name="connsiteY0-164" fmla="*/ 461730 h 1820101"/>
                <a:gd name="connsiteX1-165" fmla="*/ 551 w 1503366"/>
                <a:gd name="connsiteY1-166" fmla="*/ 951668 h 1820101"/>
                <a:gd name="connsiteX2-167" fmla="*/ 385967 w 1503366"/>
                <a:gd name="connsiteY2-168" fmla="*/ 1772916 h 1820101"/>
                <a:gd name="connsiteX3-169" fmla="*/ 1027207 w 1503366"/>
                <a:gd name="connsiteY3-170" fmla="*/ 1576167 h 1820101"/>
                <a:gd name="connsiteX4-171" fmla="*/ 1468013 w 1503366"/>
                <a:gd name="connsiteY4-172" fmla="*/ 1522281 h 1820101"/>
                <a:gd name="connsiteX5-173" fmla="*/ 1469061 w 1503366"/>
                <a:gd name="connsiteY5-174" fmla="*/ 684324 h 1820101"/>
                <a:gd name="connsiteX6-175" fmla="*/ 1408525 w 1503366"/>
                <a:gd name="connsiteY6-176" fmla="*/ 103060 h 1820101"/>
                <a:gd name="connsiteX7-177" fmla="*/ 839635 w 1503366"/>
                <a:gd name="connsiteY7-178" fmla="*/ 32673 h 1820101"/>
                <a:gd name="connsiteX8-179" fmla="*/ 289852 w 1503366"/>
                <a:gd name="connsiteY8-180" fmla="*/ 461730 h 1820101"/>
                <a:gd name="connsiteX0-181" fmla="*/ 293376 w 1506890"/>
                <a:gd name="connsiteY0-182" fmla="*/ 461730 h 1820101"/>
                <a:gd name="connsiteX1-183" fmla="*/ 4075 w 1506890"/>
                <a:gd name="connsiteY1-184" fmla="*/ 951668 h 1820101"/>
                <a:gd name="connsiteX2-185" fmla="*/ 389491 w 1506890"/>
                <a:gd name="connsiteY2-186" fmla="*/ 1772916 h 1820101"/>
                <a:gd name="connsiteX3-187" fmla="*/ 1030731 w 1506890"/>
                <a:gd name="connsiteY3-188" fmla="*/ 1576167 h 1820101"/>
                <a:gd name="connsiteX4-189" fmla="*/ 1471537 w 1506890"/>
                <a:gd name="connsiteY4-190" fmla="*/ 1522281 h 1820101"/>
                <a:gd name="connsiteX5-191" fmla="*/ 1472585 w 1506890"/>
                <a:gd name="connsiteY5-192" fmla="*/ 684324 h 1820101"/>
                <a:gd name="connsiteX6-193" fmla="*/ 1412049 w 1506890"/>
                <a:gd name="connsiteY6-194" fmla="*/ 103060 h 1820101"/>
                <a:gd name="connsiteX7-195" fmla="*/ 843159 w 1506890"/>
                <a:gd name="connsiteY7-196" fmla="*/ 32673 h 1820101"/>
                <a:gd name="connsiteX8-197" fmla="*/ 293376 w 1506890"/>
                <a:gd name="connsiteY8-198" fmla="*/ 461730 h 1820101"/>
                <a:gd name="connsiteX0-199" fmla="*/ 203955 w 1545103"/>
                <a:gd name="connsiteY0-200" fmla="*/ 206126 h 1802639"/>
                <a:gd name="connsiteX1-201" fmla="*/ 42288 w 1545103"/>
                <a:gd name="connsiteY1-202" fmla="*/ 934206 h 1802639"/>
                <a:gd name="connsiteX2-203" fmla="*/ 427704 w 1545103"/>
                <a:gd name="connsiteY2-204" fmla="*/ 1755454 h 1802639"/>
                <a:gd name="connsiteX3-205" fmla="*/ 1068944 w 1545103"/>
                <a:gd name="connsiteY3-206" fmla="*/ 1558705 h 1802639"/>
                <a:gd name="connsiteX4-207" fmla="*/ 1509750 w 1545103"/>
                <a:gd name="connsiteY4-208" fmla="*/ 1504819 h 1802639"/>
                <a:gd name="connsiteX5-209" fmla="*/ 1510798 w 1545103"/>
                <a:gd name="connsiteY5-210" fmla="*/ 666862 h 1802639"/>
                <a:gd name="connsiteX6-211" fmla="*/ 1450262 w 1545103"/>
                <a:gd name="connsiteY6-212" fmla="*/ 85598 h 1802639"/>
                <a:gd name="connsiteX7-213" fmla="*/ 881372 w 1545103"/>
                <a:gd name="connsiteY7-214" fmla="*/ 15211 h 1802639"/>
                <a:gd name="connsiteX8-215" fmla="*/ 203955 w 1545103"/>
                <a:gd name="connsiteY8-216" fmla="*/ 206126 h 1802639"/>
                <a:gd name="connsiteX0-217" fmla="*/ 147252 w 1634267"/>
                <a:gd name="connsiteY0-218" fmla="*/ 113266 h 1796376"/>
                <a:gd name="connsiteX1-219" fmla="*/ 131452 w 1634267"/>
                <a:gd name="connsiteY1-220" fmla="*/ 927943 h 1796376"/>
                <a:gd name="connsiteX2-221" fmla="*/ 516868 w 1634267"/>
                <a:gd name="connsiteY2-222" fmla="*/ 1749191 h 1796376"/>
                <a:gd name="connsiteX3-223" fmla="*/ 1158108 w 1634267"/>
                <a:gd name="connsiteY3-224" fmla="*/ 1552442 h 1796376"/>
                <a:gd name="connsiteX4-225" fmla="*/ 1598914 w 1634267"/>
                <a:gd name="connsiteY4-226" fmla="*/ 1498556 h 1796376"/>
                <a:gd name="connsiteX5-227" fmla="*/ 1599962 w 1634267"/>
                <a:gd name="connsiteY5-228" fmla="*/ 660599 h 1796376"/>
                <a:gd name="connsiteX6-229" fmla="*/ 1539426 w 1634267"/>
                <a:gd name="connsiteY6-230" fmla="*/ 79335 h 1796376"/>
                <a:gd name="connsiteX7-231" fmla="*/ 970536 w 1634267"/>
                <a:gd name="connsiteY7-232" fmla="*/ 8948 h 1796376"/>
                <a:gd name="connsiteX8-233" fmla="*/ 147252 w 1634267"/>
                <a:gd name="connsiteY8-234" fmla="*/ 113266 h 179637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  <a:cxn ang="0">
                  <a:pos x="connsiteX7-15" y="connsiteY7-16"/>
                </a:cxn>
                <a:cxn ang="0">
                  <a:pos x="connsiteX8-17" y="connsiteY8-18"/>
                </a:cxn>
              </a:cxnLst>
              <a:rect l="l" t="t" r="r" b="b"/>
              <a:pathLst>
                <a:path w="1634267" h="1796376">
                  <a:moveTo>
                    <a:pt x="147252" y="113266"/>
                  </a:moveTo>
                  <a:cubicBezTo>
                    <a:pt x="-139307" y="245497"/>
                    <a:pt x="69849" y="655289"/>
                    <a:pt x="131452" y="927943"/>
                  </a:cubicBezTo>
                  <a:cubicBezTo>
                    <a:pt x="193055" y="1200597"/>
                    <a:pt x="345759" y="1645108"/>
                    <a:pt x="516868" y="1749191"/>
                  </a:cubicBezTo>
                  <a:cubicBezTo>
                    <a:pt x="687977" y="1853274"/>
                    <a:pt x="1013294" y="1784070"/>
                    <a:pt x="1158108" y="1552442"/>
                  </a:cubicBezTo>
                  <a:cubicBezTo>
                    <a:pt x="1302922" y="1320814"/>
                    <a:pt x="1525272" y="1647197"/>
                    <a:pt x="1598914" y="1498556"/>
                  </a:cubicBezTo>
                  <a:cubicBezTo>
                    <a:pt x="1672556" y="1349916"/>
                    <a:pt x="1609877" y="897136"/>
                    <a:pt x="1599962" y="660599"/>
                  </a:cubicBezTo>
                  <a:cubicBezTo>
                    <a:pt x="1590047" y="424062"/>
                    <a:pt x="1578419" y="187943"/>
                    <a:pt x="1539426" y="79335"/>
                  </a:cubicBezTo>
                  <a:cubicBezTo>
                    <a:pt x="1500433" y="-29273"/>
                    <a:pt x="1202565" y="3293"/>
                    <a:pt x="970536" y="8948"/>
                  </a:cubicBezTo>
                  <a:cubicBezTo>
                    <a:pt x="738507" y="14603"/>
                    <a:pt x="433811" y="-18965"/>
                    <a:pt x="147252" y="113266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9CDFF9"/>
                </a:gs>
                <a:gs pos="100000">
                  <a:schemeClr val="bg1"/>
                </a:gs>
                <a:gs pos="57000">
                  <a:schemeClr val="accent5">
                    <a:lumMod val="20000"/>
                    <a:lumOff val="80000"/>
                  </a:schemeClr>
                </a:gs>
              </a:gsLst>
              <a:lin ang="0" scaled="1"/>
              <a:tileRect/>
            </a:gra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3" name="TextBox 572"/>
            <p:cNvSpPr txBox="1"/>
            <p:nvPr/>
          </p:nvSpPr>
          <p:spPr>
            <a:xfrm>
              <a:off x="9490412" y="1821099"/>
              <a:ext cx="1725088" cy="2862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全国或全球 ISP</a:t>
              </a: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5" name="Rectangle 654"/>
            <p:cNvSpPr/>
            <p:nvPr/>
          </p:nvSpPr>
          <p:spPr>
            <a:xfrm>
              <a:off x="9342279" y="3647812"/>
              <a:ext cx="305749" cy="197847"/>
            </a:xfrm>
            <a:prstGeom prst="rect">
              <a:avLst/>
            </a:prstGeom>
            <a:solidFill>
              <a:srgbClr val="9CDFF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3" name="TextBox 652"/>
            <p:cNvSpPr txBox="1"/>
            <p:nvPr/>
          </p:nvSpPr>
          <p:spPr>
            <a:xfrm>
              <a:off x="8829373" y="3417823"/>
              <a:ext cx="1040639" cy="4801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本地或区域 ISP</a:t>
              </a: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7" name="TextBox 656"/>
            <p:cNvSpPr txBox="1"/>
            <p:nvPr/>
          </p:nvSpPr>
          <p:spPr>
            <a:xfrm>
              <a:off x="10980978" y="4647841"/>
              <a:ext cx="813043" cy="3831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数据中心 </a:t>
              </a:r>
              <a:endPara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网络</a:t>
              </a:r>
              <a:endPara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8" name="TextBox 657"/>
            <p:cNvSpPr txBox="1"/>
            <p:nvPr/>
          </p:nvSpPr>
          <p:spPr>
            <a:xfrm>
              <a:off x="10126229" y="4198152"/>
              <a:ext cx="843051" cy="6740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内容 </a:t>
              </a: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提供商 </a:t>
              </a: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网络</a:t>
              </a:r>
              <a:endPara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025" name="Group 1024"/>
          <p:cNvGrpSpPr/>
          <p:nvPr/>
        </p:nvGrpSpPr>
        <p:grpSpPr>
          <a:xfrm>
            <a:off x="7562238" y="2127325"/>
            <a:ext cx="3578867" cy="3640283"/>
            <a:chOff x="7562238" y="2127325"/>
            <a:chExt cx="3578867" cy="3640283"/>
          </a:xfrm>
        </p:grpSpPr>
        <p:cxnSp>
          <p:nvCxnSpPr>
            <p:cNvPr id="830" name="Straight Connector 829"/>
            <p:cNvCxnSpPr/>
            <p:nvPr/>
          </p:nvCxnSpPr>
          <p:spPr>
            <a:xfrm flipH="1" flipV="1">
              <a:off x="10559920" y="3580125"/>
              <a:ext cx="412964" cy="63712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7" name="Straight Connector 826"/>
            <p:cNvCxnSpPr/>
            <p:nvPr/>
          </p:nvCxnSpPr>
          <p:spPr>
            <a:xfrm flipH="1" flipV="1">
              <a:off x="10660835" y="3640684"/>
              <a:ext cx="345866" cy="738975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5" name="Straight Connector 824"/>
            <p:cNvCxnSpPr/>
            <p:nvPr/>
          </p:nvCxnSpPr>
          <p:spPr>
            <a:xfrm flipV="1">
              <a:off x="10636897" y="3633421"/>
              <a:ext cx="335987" cy="39534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3" name="Straight Connector 822"/>
            <p:cNvCxnSpPr/>
            <p:nvPr/>
          </p:nvCxnSpPr>
          <p:spPr>
            <a:xfrm flipH="1" flipV="1">
              <a:off x="10570774" y="3594896"/>
              <a:ext cx="1" cy="48574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9" name="Straight Connector 818"/>
            <p:cNvCxnSpPr/>
            <p:nvPr/>
          </p:nvCxnSpPr>
          <p:spPr>
            <a:xfrm flipH="1" flipV="1">
              <a:off x="10550620" y="4071642"/>
              <a:ext cx="508543" cy="348647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8" name="Straight Connector 817"/>
            <p:cNvCxnSpPr/>
            <p:nvPr/>
          </p:nvCxnSpPr>
          <p:spPr>
            <a:xfrm flipH="1">
              <a:off x="9895195" y="4087742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6" name="Straight Connector 815"/>
            <p:cNvCxnSpPr/>
            <p:nvPr/>
          </p:nvCxnSpPr>
          <p:spPr>
            <a:xfrm flipH="1">
              <a:off x="9219616" y="4087742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3" name="Straight Connector 812"/>
            <p:cNvCxnSpPr/>
            <p:nvPr/>
          </p:nvCxnSpPr>
          <p:spPr>
            <a:xfrm flipH="1">
              <a:off x="9276868" y="3507672"/>
              <a:ext cx="382424" cy="51705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1" name="Straight Connector 810"/>
            <p:cNvCxnSpPr/>
            <p:nvPr/>
          </p:nvCxnSpPr>
          <p:spPr>
            <a:xfrm>
              <a:off x="9733069" y="3507672"/>
              <a:ext cx="0" cy="540294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8" name="Straight Connector 807"/>
            <p:cNvCxnSpPr/>
            <p:nvPr/>
          </p:nvCxnSpPr>
          <p:spPr>
            <a:xfrm>
              <a:off x="10137668" y="2754692"/>
              <a:ext cx="488174" cy="839333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3" name="Straight Connector 562"/>
            <p:cNvCxnSpPr/>
            <p:nvPr/>
          </p:nvCxnSpPr>
          <p:spPr>
            <a:xfrm flipH="1">
              <a:off x="9798719" y="2695013"/>
              <a:ext cx="380432" cy="694807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03" name="Group 802"/>
            <p:cNvGrpSpPr/>
            <p:nvPr/>
          </p:nvGrpSpPr>
          <p:grpSpPr>
            <a:xfrm>
              <a:off x="7562238" y="2127325"/>
              <a:ext cx="3578867" cy="3640283"/>
              <a:chOff x="7562238" y="2127325"/>
              <a:chExt cx="3578867" cy="3640283"/>
            </a:xfrm>
          </p:grpSpPr>
          <p:grpSp>
            <p:nvGrpSpPr>
              <p:cNvPr id="800" name="Group 799"/>
              <p:cNvGrpSpPr/>
              <p:nvPr/>
            </p:nvGrpSpPr>
            <p:grpSpPr>
              <a:xfrm>
                <a:off x="7857253" y="2127325"/>
                <a:ext cx="3283852" cy="3640283"/>
                <a:chOff x="7881336" y="2104198"/>
                <a:chExt cx="3283852" cy="3640283"/>
              </a:xfrm>
            </p:grpSpPr>
            <p:sp>
              <p:nvSpPr>
                <p:cNvPr id="22" name="Line 428"/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813692" y="5228612"/>
                  <a:ext cx="388062" cy="756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" name="Line 430"/>
                <p:cNvSpPr>
                  <a:spLocks noChangeShapeType="1"/>
                </p:cNvSpPr>
                <p:nvPr/>
              </p:nvSpPr>
              <p:spPr bwMode="auto">
                <a:xfrm rot="16200000">
                  <a:off x="10234009" y="5382159"/>
                  <a:ext cx="0" cy="11430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" name="Line 431"/>
                <p:cNvSpPr>
                  <a:spLocks noChangeShapeType="1"/>
                </p:cNvSpPr>
                <p:nvPr/>
              </p:nvSpPr>
              <p:spPr bwMode="auto">
                <a:xfrm>
                  <a:off x="9457042" y="4815390"/>
                  <a:ext cx="524483" cy="261537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" name="Line 432"/>
                <p:cNvSpPr>
                  <a:spLocks noChangeShapeType="1"/>
                </p:cNvSpPr>
                <p:nvPr/>
              </p:nvSpPr>
              <p:spPr bwMode="auto">
                <a:xfrm flipV="1">
                  <a:off x="8874149" y="4815390"/>
                  <a:ext cx="569255" cy="24626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7" name="Line 433"/>
                <p:cNvSpPr>
                  <a:spLocks noChangeShapeType="1"/>
                </p:cNvSpPr>
                <p:nvPr/>
              </p:nvSpPr>
              <p:spPr bwMode="auto">
                <a:xfrm flipV="1">
                  <a:off x="8845827" y="5085749"/>
                  <a:ext cx="1030502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8" name="Line 435"/>
                <p:cNvSpPr>
                  <a:spLocks noChangeShapeType="1"/>
                </p:cNvSpPr>
                <p:nvPr/>
              </p:nvSpPr>
              <p:spPr bwMode="auto">
                <a:xfrm>
                  <a:off x="8234290" y="5094207"/>
                  <a:ext cx="22680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9" name="Line 436"/>
                <p:cNvSpPr>
                  <a:spLocks noChangeShapeType="1"/>
                </p:cNvSpPr>
                <p:nvPr/>
              </p:nvSpPr>
              <p:spPr bwMode="auto">
                <a:xfrm flipV="1">
                  <a:off x="7972450" y="5267343"/>
                  <a:ext cx="41275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0" name="Line 439"/>
                <p:cNvSpPr>
                  <a:spLocks noChangeShapeType="1"/>
                </p:cNvSpPr>
                <p:nvPr/>
              </p:nvSpPr>
              <p:spPr bwMode="auto">
                <a:xfrm flipH="1">
                  <a:off x="8397900" y="5259125"/>
                  <a:ext cx="68080" cy="2939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1" name="Line 440"/>
                <p:cNvSpPr>
                  <a:spLocks noChangeShapeType="1"/>
                </p:cNvSpPr>
                <p:nvPr/>
              </p:nvSpPr>
              <p:spPr bwMode="auto">
                <a:xfrm flipH="1" flipV="1">
                  <a:off x="8512814" y="5284804"/>
                  <a:ext cx="280374" cy="26987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" name="Line 441"/>
                <p:cNvSpPr>
                  <a:spLocks noChangeShapeType="1"/>
                </p:cNvSpPr>
                <p:nvPr/>
              </p:nvSpPr>
              <p:spPr bwMode="auto">
                <a:xfrm>
                  <a:off x="8512814" y="5234921"/>
                  <a:ext cx="914184" cy="46862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3" name="Line 443"/>
                <p:cNvSpPr>
                  <a:spLocks noChangeShapeType="1"/>
                </p:cNvSpPr>
                <p:nvPr/>
              </p:nvSpPr>
              <p:spPr bwMode="auto">
                <a:xfrm>
                  <a:off x="8271861" y="3806843"/>
                  <a:ext cx="0" cy="13176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9" name="Line 449"/>
                <p:cNvSpPr>
                  <a:spLocks noChangeShapeType="1"/>
                </p:cNvSpPr>
                <p:nvPr/>
              </p:nvSpPr>
              <p:spPr bwMode="auto">
                <a:xfrm flipV="1">
                  <a:off x="7881336" y="4017980"/>
                  <a:ext cx="168275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8" name="Line 428"/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909628" y="5560344"/>
                  <a:ext cx="366793" cy="1482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37" name="Line 440"/>
                <p:cNvSpPr>
                  <a:spLocks noChangeShapeType="1"/>
                </p:cNvSpPr>
                <p:nvPr/>
              </p:nvSpPr>
              <p:spPr bwMode="auto">
                <a:xfrm flipV="1">
                  <a:off x="8483508" y="5013435"/>
                  <a:ext cx="404236" cy="207771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cxnSp>
              <p:nvCxnSpPr>
                <p:cNvPr id="564" name="Straight Connector 563"/>
                <p:cNvCxnSpPr/>
                <p:nvPr/>
              </p:nvCxnSpPr>
              <p:spPr>
                <a:xfrm flipH="1">
                  <a:off x="10124718" y="2146305"/>
                  <a:ext cx="761467" cy="577355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5" name="Straight Connector 564"/>
                <p:cNvCxnSpPr/>
                <p:nvPr/>
              </p:nvCxnSpPr>
              <p:spPr>
                <a:xfrm flipH="1">
                  <a:off x="10124718" y="2245186"/>
                  <a:ext cx="3970" cy="51846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6" name="Straight Connector 565"/>
                <p:cNvCxnSpPr/>
                <p:nvPr/>
              </p:nvCxnSpPr>
              <p:spPr>
                <a:xfrm flipH="1">
                  <a:off x="10696218" y="2177379"/>
                  <a:ext cx="149360" cy="51846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7" name="Straight Connector 566"/>
                <p:cNvCxnSpPr/>
                <p:nvPr/>
              </p:nvCxnSpPr>
              <p:spPr>
                <a:xfrm flipH="1">
                  <a:off x="10166249" y="2695840"/>
                  <a:ext cx="574283" cy="2782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8" name="Straight Connector 567"/>
                <p:cNvCxnSpPr/>
                <p:nvPr/>
              </p:nvCxnSpPr>
              <p:spPr>
                <a:xfrm flipH="1">
                  <a:off x="10093625" y="2146305"/>
                  <a:ext cx="788589" cy="9888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9" name="Straight Connector 568"/>
                <p:cNvCxnSpPr/>
                <p:nvPr/>
              </p:nvCxnSpPr>
              <p:spPr>
                <a:xfrm flipH="1">
                  <a:off x="10886186" y="2104198"/>
                  <a:ext cx="279002" cy="42107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0" name="Straight Connector 569"/>
                <p:cNvCxnSpPr/>
                <p:nvPr/>
              </p:nvCxnSpPr>
              <p:spPr>
                <a:xfrm flipH="1" flipV="1">
                  <a:off x="10706077" y="2695840"/>
                  <a:ext cx="353541" cy="67807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4" name="Straight Connector 573"/>
                <p:cNvCxnSpPr/>
                <p:nvPr/>
              </p:nvCxnSpPr>
              <p:spPr>
                <a:xfrm flipH="1">
                  <a:off x="8793306" y="2245186"/>
                  <a:ext cx="1300319" cy="606622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3" name="Line 541"/>
                <p:cNvSpPr>
                  <a:spLocks noChangeShapeType="1"/>
                </p:cNvSpPr>
                <p:nvPr/>
              </p:nvSpPr>
              <p:spPr bwMode="auto">
                <a:xfrm flipV="1">
                  <a:off x="9402788" y="4090252"/>
                  <a:ext cx="429324" cy="705603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" name="Line 424"/>
                <p:cNvSpPr>
                  <a:spLocks noChangeShapeType="1"/>
                </p:cNvSpPr>
                <p:nvPr/>
              </p:nvSpPr>
              <p:spPr bwMode="auto">
                <a:xfrm flipV="1">
                  <a:off x="8268637" y="4024329"/>
                  <a:ext cx="969051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262" name="Picture 778" descr="antenna_radiation_stylized"/>
              <p:cNvPicPr>
                <a:picLocks noChangeAspect="1"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562238" y="3813930"/>
                <a:ext cx="506412" cy="10600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60" name="Picture 781" descr="antenna_radiation_stylized"/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242073" y="5480938"/>
                <a:ext cx="452014" cy="9515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2" name="Picture 799" descr="cell_tower_radiation copy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80866" y="2158167"/>
                <a:ext cx="457200" cy="3327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3" name="Oval 800"/>
              <p:cNvSpPr>
                <a:spLocks noChangeArrowheads="1"/>
              </p:cNvSpPr>
              <p:nvPr/>
            </p:nvSpPr>
            <p:spPr bwMode="auto">
              <a:xfrm>
                <a:off x="8174541" y="2292995"/>
                <a:ext cx="52388" cy="49485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</p:grpSp>
      <p:grpSp>
        <p:nvGrpSpPr>
          <p:cNvPr id="1024" name="Group 1023"/>
          <p:cNvGrpSpPr/>
          <p:nvPr/>
        </p:nvGrpSpPr>
        <p:grpSpPr>
          <a:xfrm>
            <a:off x="7613882" y="2107963"/>
            <a:ext cx="3540395" cy="3733733"/>
            <a:chOff x="7619038" y="2102861"/>
            <a:chExt cx="3540395" cy="3733733"/>
          </a:xfrm>
        </p:grpSpPr>
        <p:sp>
          <p:nvSpPr>
            <p:cNvPr id="239" name="Line 426"/>
            <p:cNvSpPr>
              <a:spLocks noChangeShapeType="1"/>
            </p:cNvSpPr>
            <p:nvPr/>
          </p:nvSpPr>
          <p:spPr bwMode="auto">
            <a:xfrm>
              <a:off x="8213016" y="2695257"/>
              <a:ext cx="227964" cy="17435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41" name="Group 783"/>
            <p:cNvGrpSpPr/>
            <p:nvPr/>
          </p:nvGrpSpPr>
          <p:grpSpPr bwMode="auto">
            <a:xfrm>
              <a:off x="8055854" y="2304274"/>
              <a:ext cx="298450" cy="464008"/>
              <a:chOff x="3130" y="3288"/>
              <a:chExt cx="410" cy="742"/>
            </a:xfrm>
          </p:grpSpPr>
          <p:sp>
            <p:nvSpPr>
              <p:cNvPr id="244" name="Line 270"/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5" name="Line 271"/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6" name="Line 272"/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7" name="Line 273"/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8" name="Line 274"/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9" name="Line 275"/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0" name="Line 276"/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1" name="Line 277"/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2" name="Line 278"/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3" name="Line 279"/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4" name="Line 280"/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5" name="Line 281"/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6" name="Line 282"/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7" name="Line 283"/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8" name="Line 284"/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pic>
          <p:nvPicPr>
            <p:cNvPr id="261" name="Picture 777" descr="access_point_stylized_small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19038" y="3856797"/>
              <a:ext cx="370169" cy="3067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59" name="Picture 780" descr="access_point_stylized_small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95766" y="5519130"/>
              <a:ext cx="380935" cy="3174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471" name="Group 470"/>
            <p:cNvGrpSpPr/>
            <p:nvPr/>
          </p:nvGrpSpPr>
          <p:grpSpPr>
            <a:xfrm>
              <a:off x="9788714" y="4984881"/>
              <a:ext cx="393760" cy="218578"/>
              <a:chOff x="7493876" y="2774731"/>
              <a:chExt cx="1481958" cy="894622"/>
            </a:xfrm>
          </p:grpSpPr>
          <p:sp>
            <p:nvSpPr>
              <p:cNvPr id="472" name="Freeform 471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73" name="Oval 472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474" name="Group 473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75" name="Freeform 474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6" name="Freeform 475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7" name="Freeform 476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8" name="Freeform 477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20" name="Group 519"/>
            <p:cNvGrpSpPr/>
            <p:nvPr/>
          </p:nvGrpSpPr>
          <p:grpSpPr>
            <a:xfrm>
              <a:off x="9854521" y="5333935"/>
              <a:ext cx="309740" cy="190838"/>
              <a:chOff x="3668110" y="2448910"/>
              <a:chExt cx="3794234" cy="2165130"/>
            </a:xfrm>
          </p:grpSpPr>
          <p:sp>
            <p:nvSpPr>
              <p:cNvPr id="521" name="Rectangle 520"/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22" name="Freeform 521"/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523" name="Group 522"/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524" name="Freeform 523"/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5" name="Freeform 524"/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6" name="Freeform 525"/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7" name="Freeform 526"/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79" name="Group 478"/>
            <p:cNvGrpSpPr/>
            <p:nvPr/>
          </p:nvGrpSpPr>
          <p:grpSpPr>
            <a:xfrm>
              <a:off x="8681775" y="4962318"/>
              <a:ext cx="393760" cy="218578"/>
              <a:chOff x="7493876" y="2774731"/>
              <a:chExt cx="1481958" cy="894622"/>
            </a:xfrm>
          </p:grpSpPr>
          <p:sp>
            <p:nvSpPr>
              <p:cNvPr id="480" name="Freeform 479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1" name="Oval 480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482" name="Group 481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83" name="Freeform 482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4" name="Freeform 483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5" name="Freeform 484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6" name="Freeform 485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29" name="Group 528"/>
            <p:cNvGrpSpPr/>
            <p:nvPr/>
          </p:nvGrpSpPr>
          <p:grpSpPr>
            <a:xfrm>
              <a:off x="8316676" y="5189331"/>
              <a:ext cx="309740" cy="190838"/>
              <a:chOff x="3668110" y="2448910"/>
              <a:chExt cx="3794234" cy="2165130"/>
            </a:xfrm>
          </p:grpSpPr>
          <p:sp>
            <p:nvSpPr>
              <p:cNvPr id="530" name="Rectangle 529"/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1" name="Freeform 530"/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532" name="Group 531"/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533" name="Freeform 532"/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34" name="Freeform 533"/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35" name="Freeform 534"/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36" name="Freeform 535"/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07" name="Group 406"/>
            <p:cNvGrpSpPr/>
            <p:nvPr/>
          </p:nvGrpSpPr>
          <p:grpSpPr>
            <a:xfrm>
              <a:off x="8444983" y="2807207"/>
              <a:ext cx="353678" cy="168275"/>
              <a:chOff x="7493876" y="2774731"/>
              <a:chExt cx="1481958" cy="894622"/>
            </a:xfrm>
          </p:grpSpPr>
          <p:sp>
            <p:nvSpPr>
              <p:cNvPr id="408" name="Freeform 407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9" name="Oval 408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410" name="Group 409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1" name="Freeform 410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2" name="Freeform 411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3" name="Freeform 412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4" name="Freeform 413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15" name="Group 414"/>
            <p:cNvGrpSpPr/>
            <p:nvPr/>
          </p:nvGrpSpPr>
          <p:grpSpPr>
            <a:xfrm>
              <a:off x="8055226" y="3960892"/>
              <a:ext cx="354986" cy="175668"/>
              <a:chOff x="7493876" y="2774731"/>
              <a:chExt cx="1481958" cy="894622"/>
            </a:xfrm>
          </p:grpSpPr>
          <p:sp>
            <p:nvSpPr>
              <p:cNvPr id="416" name="Freeform 415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7" name="Oval 416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418" name="Group 417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9" name="Freeform 418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20" name="Freeform 419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21" name="Freeform 420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22" name="Freeform 421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55" name="Group 454"/>
            <p:cNvGrpSpPr/>
            <p:nvPr/>
          </p:nvGrpSpPr>
          <p:grpSpPr>
            <a:xfrm>
              <a:off x="10889241" y="3596263"/>
              <a:ext cx="170989" cy="97052"/>
              <a:chOff x="7493876" y="2774731"/>
              <a:chExt cx="1481958" cy="894622"/>
            </a:xfrm>
          </p:grpSpPr>
          <p:sp>
            <p:nvSpPr>
              <p:cNvPr id="456" name="Freeform 455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7" name="Oval 456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458" name="Group 457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9" name="Freeform 458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60" name="Freeform 459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61" name="Freeform 460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62" name="Freeform 461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615" name="Group 614"/>
            <p:cNvGrpSpPr/>
            <p:nvPr/>
          </p:nvGrpSpPr>
          <p:grpSpPr>
            <a:xfrm>
              <a:off x="10415765" y="3491036"/>
              <a:ext cx="353678" cy="198344"/>
              <a:chOff x="7493876" y="2774731"/>
              <a:chExt cx="1481958" cy="894622"/>
            </a:xfrm>
          </p:grpSpPr>
          <p:sp>
            <p:nvSpPr>
              <p:cNvPr id="616" name="Freeform 615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17" name="Oval 616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618" name="Group 617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19" name="Freeform 618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20" name="Freeform 619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21" name="Freeform 620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22" name="Freeform 621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77" name="Group 576"/>
            <p:cNvGrpSpPr/>
            <p:nvPr/>
          </p:nvGrpSpPr>
          <p:grpSpPr>
            <a:xfrm>
              <a:off x="9953880" y="2197190"/>
              <a:ext cx="353678" cy="198344"/>
              <a:chOff x="7493876" y="2774731"/>
              <a:chExt cx="1481958" cy="894622"/>
            </a:xfrm>
          </p:grpSpPr>
          <p:sp>
            <p:nvSpPr>
              <p:cNvPr id="578" name="Freeform 577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79" name="Oval 578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580" name="Group 579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81" name="Freeform 580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82" name="Freeform 581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83" name="Freeform 582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84" name="Freeform 583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93" name="Group 592"/>
            <p:cNvGrpSpPr/>
            <p:nvPr/>
          </p:nvGrpSpPr>
          <p:grpSpPr>
            <a:xfrm>
              <a:off x="10532370" y="2608265"/>
              <a:ext cx="353678" cy="198344"/>
              <a:chOff x="7493876" y="2774731"/>
              <a:chExt cx="1481958" cy="894622"/>
            </a:xfrm>
          </p:grpSpPr>
          <p:sp>
            <p:nvSpPr>
              <p:cNvPr id="594" name="Freeform 593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5" name="Oval 594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596" name="Group 595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97" name="Freeform 596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98" name="Freeform 597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99" name="Freeform 598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00" name="Freeform 599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601" name="Group 600"/>
            <p:cNvGrpSpPr/>
            <p:nvPr/>
          </p:nvGrpSpPr>
          <p:grpSpPr>
            <a:xfrm>
              <a:off x="10648981" y="2102861"/>
              <a:ext cx="353678" cy="198344"/>
              <a:chOff x="7493876" y="2774731"/>
              <a:chExt cx="1481958" cy="894622"/>
            </a:xfrm>
          </p:grpSpPr>
          <p:sp>
            <p:nvSpPr>
              <p:cNvPr id="602" name="Freeform 601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3" name="Oval 602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604" name="Group 603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05" name="Freeform 604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06" name="Freeform 605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07" name="Freeform 606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08" name="Freeform 607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54" name="Group 553"/>
            <p:cNvGrpSpPr/>
            <p:nvPr/>
          </p:nvGrpSpPr>
          <p:grpSpPr>
            <a:xfrm>
              <a:off x="9103944" y="3951522"/>
              <a:ext cx="367224" cy="240304"/>
              <a:chOff x="7493876" y="2774731"/>
              <a:chExt cx="1481958" cy="894622"/>
            </a:xfrm>
          </p:grpSpPr>
          <p:sp>
            <p:nvSpPr>
              <p:cNvPr id="555" name="Freeform 554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6" name="Oval 555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557" name="Group 556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58" name="Freeform 557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59" name="Freeform 558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60" name="Freeform 559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61" name="Freeform 560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85" name="Group 584"/>
            <p:cNvGrpSpPr/>
            <p:nvPr/>
          </p:nvGrpSpPr>
          <p:grpSpPr>
            <a:xfrm>
              <a:off x="9985282" y="2656463"/>
              <a:ext cx="353678" cy="198344"/>
              <a:chOff x="7493876" y="2774731"/>
              <a:chExt cx="1481958" cy="894622"/>
            </a:xfrm>
          </p:grpSpPr>
          <p:sp>
            <p:nvSpPr>
              <p:cNvPr id="586" name="Freeform 585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7" name="Oval 586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588" name="Group 587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89" name="Freeform 588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90" name="Freeform 589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91" name="Freeform 590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92" name="Freeform 591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38" name="Group 537"/>
            <p:cNvGrpSpPr/>
            <p:nvPr/>
          </p:nvGrpSpPr>
          <p:grpSpPr>
            <a:xfrm>
              <a:off x="9502294" y="3388930"/>
              <a:ext cx="367224" cy="240304"/>
              <a:chOff x="7493876" y="2774731"/>
              <a:chExt cx="1481958" cy="894622"/>
            </a:xfrm>
          </p:grpSpPr>
          <p:sp>
            <p:nvSpPr>
              <p:cNvPr id="539" name="Freeform 538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0" name="Oval 539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541" name="Group 540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42" name="Freeform 541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43" name="Freeform 542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44" name="Freeform 543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45" name="Freeform 544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46" name="Group 545"/>
            <p:cNvGrpSpPr/>
            <p:nvPr/>
          </p:nvGrpSpPr>
          <p:grpSpPr>
            <a:xfrm>
              <a:off x="9606710" y="3994661"/>
              <a:ext cx="367224" cy="240304"/>
              <a:chOff x="7493876" y="2774731"/>
              <a:chExt cx="1481958" cy="894622"/>
            </a:xfrm>
          </p:grpSpPr>
          <p:sp>
            <p:nvSpPr>
              <p:cNvPr id="547" name="Freeform 546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8" name="Oval 547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549" name="Group 548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50" name="Freeform 549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51" name="Freeform 550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52" name="Freeform 551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53" name="Freeform 552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623" name="Group 622"/>
            <p:cNvGrpSpPr/>
            <p:nvPr/>
          </p:nvGrpSpPr>
          <p:grpSpPr>
            <a:xfrm>
              <a:off x="10380415" y="3987223"/>
              <a:ext cx="353678" cy="198344"/>
              <a:chOff x="7493876" y="2774731"/>
              <a:chExt cx="1481958" cy="894622"/>
            </a:xfrm>
          </p:grpSpPr>
          <p:sp>
            <p:nvSpPr>
              <p:cNvPr id="624" name="Freeform 623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5" name="Oval 624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626" name="Group 625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27" name="Freeform 626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28" name="Freeform 627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29" name="Freeform 628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30" name="Freeform 629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63" name="Group 462"/>
            <p:cNvGrpSpPr/>
            <p:nvPr/>
          </p:nvGrpSpPr>
          <p:grpSpPr>
            <a:xfrm>
              <a:off x="9253049" y="4770584"/>
              <a:ext cx="393760" cy="218578"/>
              <a:chOff x="7493876" y="2774731"/>
              <a:chExt cx="1481958" cy="894622"/>
            </a:xfrm>
          </p:grpSpPr>
          <p:sp>
            <p:nvSpPr>
              <p:cNvPr id="464" name="Freeform 463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5" name="Oval 464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466" name="Group 465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67" name="Freeform 466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68" name="Freeform 467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69" name="Freeform 468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0" name="Freeform 469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47" name="Group 446"/>
            <p:cNvGrpSpPr/>
            <p:nvPr/>
          </p:nvGrpSpPr>
          <p:grpSpPr>
            <a:xfrm>
              <a:off x="10931138" y="4364023"/>
              <a:ext cx="228295" cy="120400"/>
              <a:chOff x="7493876" y="2774731"/>
              <a:chExt cx="1481958" cy="894622"/>
            </a:xfrm>
          </p:grpSpPr>
          <p:sp>
            <p:nvSpPr>
              <p:cNvPr id="448" name="Freeform 447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49" name="Oval 448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450" name="Group 449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1" name="Freeform 450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52" name="Freeform 451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53" name="Freeform 452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54" name="Freeform 453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sp>
        <p:nvSpPr>
          <p:cNvPr id="9" name="Rectangle 8"/>
          <p:cNvSpPr/>
          <p:nvPr/>
        </p:nvSpPr>
        <p:spPr>
          <a:xfrm>
            <a:off x="6718300" y="1488461"/>
            <a:ext cx="5359400" cy="4954628"/>
          </a:xfrm>
          <a:prstGeom prst="rect">
            <a:avLst/>
          </a:prstGeom>
          <a:solidFill>
            <a:schemeClr val="bg1">
              <a:alpha val="6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797" name="Group 796"/>
          <p:cNvGrpSpPr/>
          <p:nvPr/>
        </p:nvGrpSpPr>
        <p:grpSpPr>
          <a:xfrm>
            <a:off x="7439074" y="1859725"/>
            <a:ext cx="4144321" cy="4300892"/>
            <a:chOff x="7432700" y="1830405"/>
            <a:chExt cx="4144321" cy="4300892"/>
          </a:xfrm>
        </p:grpSpPr>
        <p:grpSp>
          <p:nvGrpSpPr>
            <p:cNvPr id="787" name="Group 786"/>
            <p:cNvGrpSpPr/>
            <p:nvPr/>
          </p:nvGrpSpPr>
          <p:grpSpPr>
            <a:xfrm>
              <a:off x="7432700" y="1830405"/>
              <a:ext cx="1909777" cy="938011"/>
              <a:chOff x="7432700" y="1830405"/>
              <a:chExt cx="1909777" cy="938011"/>
            </a:xfrm>
          </p:grpSpPr>
          <p:grpSp>
            <p:nvGrpSpPr>
              <p:cNvPr id="49" name="Group 652"/>
              <p:cNvGrpSpPr/>
              <p:nvPr/>
            </p:nvGrpSpPr>
            <p:grpSpPr bwMode="auto">
              <a:xfrm>
                <a:off x="7743850" y="1830405"/>
                <a:ext cx="415925" cy="385763"/>
                <a:chOff x="2751" y="1851"/>
                <a:chExt cx="462" cy="478"/>
              </a:xfrm>
            </p:grpSpPr>
            <p:pic>
              <p:nvPicPr>
                <p:cNvPr id="359" name="Picture 653" descr="iphone_stylized_small"/>
                <p:cNvPicPr>
                  <a:picLocks noChangeAspect="1" noChangeArrowheads="1"/>
                </p:cNvPicPr>
                <p:nvPr/>
              </p:nvPicPr>
              <p:blipFill>
                <a:blip r:embed="rId5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" y="1922"/>
                  <a:ext cx="152" cy="40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0" name="Picture 654" descr="antenna_radiation_stylized"/>
                <p:cNvPicPr>
                  <a:picLocks noChangeAspect="1" noChangeArrowheads="1"/>
                </p:cNvPicPr>
                <p:nvPr/>
              </p:nvPicPr>
              <p:blipFill>
                <a:blip r:embed="rId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1" y="1851"/>
                  <a:ext cx="462" cy="1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785" name="Group 784"/>
              <p:cNvGrpSpPr/>
              <p:nvPr/>
            </p:nvGrpSpPr>
            <p:grpSpPr>
              <a:xfrm>
                <a:off x="7432700" y="2327293"/>
                <a:ext cx="534987" cy="407988"/>
                <a:chOff x="7432700" y="2327293"/>
                <a:chExt cx="534987" cy="407988"/>
              </a:xfrm>
            </p:grpSpPr>
            <p:pic>
              <p:nvPicPr>
                <p:cNvPr id="73" name="Picture 1017" descr="antenna_stylized"/>
                <p:cNvPicPr>
                  <a:picLocks noChangeAspect="1" noChangeArrowheads="1"/>
                </p:cNvPicPr>
                <p:nvPr/>
              </p:nvPicPr>
              <p:blipFill>
                <a:blip r:embed="rId7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32700" y="2327293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4" name="Picture 1018" descr="laptop_keyboard"/>
                <p:cNvPicPr>
                  <a:picLocks noChangeAspect="1" noChangeArrowheads="1"/>
                </p:cNvPicPr>
                <p:nvPr/>
              </p:nvPicPr>
              <p:blipFill>
                <a:blip r:embed="rId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rot="109064" flipH="1">
                  <a:off x="7458407" y="2575770"/>
                  <a:ext cx="437221" cy="15951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75" name="Freeform 1019"/>
                <p:cNvSpPr/>
                <p:nvPr/>
              </p:nvSpPr>
              <p:spPr bwMode="auto">
                <a:xfrm>
                  <a:off x="7603304" y="2420984"/>
                  <a:ext cx="351919" cy="208167"/>
                </a:xfrm>
                <a:custGeom>
                  <a:avLst/>
                  <a:gdLst>
                    <a:gd name="T0" fmla="*/ 775798119 w 2982"/>
                    <a:gd name="T1" fmla="*/ 0 h 2442"/>
                    <a:gd name="T2" fmla="*/ 0 w 2982"/>
                    <a:gd name="T3" fmla="*/ 211226083 h 2442"/>
                    <a:gd name="T4" fmla="*/ 2147483646 w 2982"/>
                    <a:gd name="T5" fmla="*/ 263880059 h 2442"/>
                    <a:gd name="T6" fmla="*/ 2147483646 w 2982"/>
                    <a:gd name="T7" fmla="*/ 52653891 h 2442"/>
                    <a:gd name="T8" fmla="*/ 775798119 w 2982"/>
                    <a:gd name="T9" fmla="*/ 0 h 24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82"/>
                    <a:gd name="T16" fmla="*/ 0 h 2442"/>
                    <a:gd name="T17" fmla="*/ 2982 w 2982"/>
                    <a:gd name="T18" fmla="*/ 2442 h 24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82" h="2442">
                      <a:moveTo>
                        <a:pt x="540" y="0"/>
                      </a:moveTo>
                      <a:lnTo>
                        <a:pt x="0" y="1734"/>
                      </a:lnTo>
                      <a:lnTo>
                        <a:pt x="2394" y="2442"/>
                      </a:lnTo>
                      <a:lnTo>
                        <a:pt x="2982" y="318"/>
                      </a:lnTo>
                      <a:lnTo>
                        <a:pt x="54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76" name="Picture 1020" descr="screen"/>
                <p:cNvPicPr>
                  <a:picLocks noChangeAspect="1" noChangeArrowheads="1"/>
                </p:cNvPicPr>
                <p:nvPr/>
              </p:nvPicPr>
              <p:blipFill>
                <a:blip r:embed="rId9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637" y="2426338"/>
                  <a:ext cx="319785" cy="18942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77" name="Freeform 1021"/>
                <p:cNvSpPr/>
                <p:nvPr/>
              </p:nvSpPr>
              <p:spPr bwMode="auto">
                <a:xfrm>
                  <a:off x="7667378" y="2414843"/>
                  <a:ext cx="298167" cy="38736"/>
                </a:xfrm>
                <a:custGeom>
                  <a:avLst/>
                  <a:gdLst>
                    <a:gd name="T0" fmla="*/ 193616298 w 2528"/>
                    <a:gd name="T1" fmla="*/ 0 h 455"/>
                    <a:gd name="T2" fmla="*/ 2147483646 w 2528"/>
                    <a:gd name="T3" fmla="*/ 52445139 h 455"/>
                    <a:gd name="T4" fmla="*/ 2147483646 w 2528"/>
                    <a:gd name="T5" fmla="*/ 52445139 h 455"/>
                    <a:gd name="T6" fmla="*/ 0 w 2528"/>
                    <a:gd name="T7" fmla="*/ 52445139 h 455"/>
                    <a:gd name="T8" fmla="*/ 193616298 w 2528"/>
                    <a:gd name="T9" fmla="*/ 0 h 45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28"/>
                    <a:gd name="T16" fmla="*/ 0 h 455"/>
                    <a:gd name="T17" fmla="*/ 2528 w 2528"/>
                    <a:gd name="T18" fmla="*/ 455 h 45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28" h="455">
                      <a:moveTo>
                        <a:pt x="14" y="0"/>
                      </a:moveTo>
                      <a:lnTo>
                        <a:pt x="2528" y="341"/>
                      </a:lnTo>
                      <a:lnTo>
                        <a:pt x="2480" y="455"/>
                      </a:lnTo>
                      <a:lnTo>
                        <a:pt x="0" y="86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EAEAEA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8" name="Freeform 1022"/>
                <p:cNvSpPr/>
                <p:nvPr/>
              </p:nvSpPr>
              <p:spPr bwMode="auto">
                <a:xfrm>
                  <a:off x="7600188" y="2414528"/>
                  <a:ext cx="82770" cy="161243"/>
                </a:xfrm>
                <a:custGeom>
                  <a:avLst/>
                  <a:gdLst>
                    <a:gd name="T0" fmla="*/ 773664160 w 702"/>
                    <a:gd name="T1" fmla="*/ 0 h 1893"/>
                    <a:gd name="T2" fmla="*/ 0 w 702"/>
                    <a:gd name="T3" fmla="*/ 210739916 h 1893"/>
                    <a:gd name="T4" fmla="*/ 193416040 w 702"/>
                    <a:gd name="T5" fmla="*/ 210739916 h 1893"/>
                    <a:gd name="T6" fmla="*/ 967080200 w 702"/>
                    <a:gd name="T7" fmla="*/ 52529017 h 1893"/>
                    <a:gd name="T8" fmla="*/ 773664160 w 702"/>
                    <a:gd name="T9" fmla="*/ 0 h 189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02"/>
                    <a:gd name="T16" fmla="*/ 0 h 1893"/>
                    <a:gd name="T17" fmla="*/ 702 w 702"/>
                    <a:gd name="T18" fmla="*/ 1893 h 189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02" h="1893">
                      <a:moveTo>
                        <a:pt x="579" y="0"/>
                      </a:moveTo>
                      <a:lnTo>
                        <a:pt x="0" y="1869"/>
                      </a:lnTo>
                      <a:lnTo>
                        <a:pt x="114" y="1893"/>
                      </a:lnTo>
                      <a:lnTo>
                        <a:pt x="702" y="51"/>
                      </a:lnTo>
                      <a:lnTo>
                        <a:pt x="579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9" name="Freeform 1023"/>
                <p:cNvSpPr/>
                <p:nvPr/>
              </p:nvSpPr>
              <p:spPr bwMode="auto">
                <a:xfrm>
                  <a:off x="7874205" y="2443344"/>
                  <a:ext cx="89197" cy="186122"/>
                </a:xfrm>
                <a:custGeom>
                  <a:avLst/>
                  <a:gdLst>
                    <a:gd name="T0" fmla="*/ 969024527 w 756"/>
                    <a:gd name="T1" fmla="*/ 0 h 2184"/>
                    <a:gd name="T2" fmla="*/ 193802074 w 756"/>
                    <a:gd name="T3" fmla="*/ 263660221 h 2184"/>
                    <a:gd name="T4" fmla="*/ 0 w 756"/>
                    <a:gd name="T5" fmla="*/ 263660221 h 2184"/>
                    <a:gd name="T6" fmla="*/ 775222454 w 756"/>
                    <a:gd name="T7" fmla="*/ 52610059 h 2184"/>
                    <a:gd name="T8" fmla="*/ 969024527 w 756"/>
                    <a:gd name="T9" fmla="*/ 0 h 21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6"/>
                    <a:gd name="T16" fmla="*/ 0 h 2184"/>
                    <a:gd name="T17" fmla="*/ 756 w 756"/>
                    <a:gd name="T18" fmla="*/ 2184 h 218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6" h="2184">
                      <a:moveTo>
                        <a:pt x="756" y="0"/>
                      </a:moveTo>
                      <a:lnTo>
                        <a:pt x="138" y="2184"/>
                      </a:lnTo>
                      <a:lnTo>
                        <a:pt x="0" y="2148"/>
                      </a:lnTo>
                      <a:lnTo>
                        <a:pt x="606" y="78"/>
                      </a:lnTo>
                      <a:lnTo>
                        <a:pt x="75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chemeClr val="bg1"/>
                    </a:gs>
                  </a:gsLst>
                  <a:lin ang="54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0" name="Freeform 1024"/>
                <p:cNvSpPr/>
                <p:nvPr/>
              </p:nvSpPr>
              <p:spPr bwMode="auto">
                <a:xfrm>
                  <a:off x="7599214" y="2567582"/>
                  <a:ext cx="327185" cy="62828"/>
                </a:xfrm>
                <a:custGeom>
                  <a:avLst/>
                  <a:gdLst>
                    <a:gd name="T0" fmla="*/ 193829444 w 2773"/>
                    <a:gd name="T1" fmla="*/ 0 h 738"/>
                    <a:gd name="T2" fmla="*/ 0 w 2773"/>
                    <a:gd name="T3" fmla="*/ 52443587 h 738"/>
                    <a:gd name="T4" fmla="*/ 2147483646 w 2773"/>
                    <a:gd name="T5" fmla="*/ 104894411 h 738"/>
                    <a:gd name="T6" fmla="*/ 2147483646 w 2773"/>
                    <a:gd name="T7" fmla="*/ 52443587 h 738"/>
                    <a:gd name="T8" fmla="*/ 193829444 w 2773"/>
                    <a:gd name="T9" fmla="*/ 0 h 7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773"/>
                    <a:gd name="T16" fmla="*/ 0 h 738"/>
                    <a:gd name="T17" fmla="*/ 2773 w 2773"/>
                    <a:gd name="T18" fmla="*/ 738 h 7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773" h="738">
                      <a:moveTo>
                        <a:pt x="33" y="0"/>
                      </a:moveTo>
                      <a:lnTo>
                        <a:pt x="0" y="99"/>
                      </a:lnTo>
                      <a:lnTo>
                        <a:pt x="2436" y="738"/>
                      </a:lnTo>
                      <a:cubicBezTo>
                        <a:pt x="2499" y="501"/>
                        <a:pt x="2773" y="727"/>
                        <a:pt x="2373" y="603"/>
                      </a:cubicBezTo>
                      <a:lnTo>
                        <a:pt x="3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CC"/>
                    </a:gs>
                    <a:gs pos="100000">
                      <a:schemeClr val="bg1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1" name="Freeform 1025"/>
                <p:cNvSpPr/>
                <p:nvPr/>
              </p:nvSpPr>
              <p:spPr bwMode="auto">
                <a:xfrm>
                  <a:off x="7884138" y="2444918"/>
                  <a:ext cx="83549" cy="186909"/>
                </a:xfrm>
                <a:custGeom>
                  <a:avLst/>
                  <a:gdLst>
                    <a:gd name="T0" fmla="*/ 2147483646 w 637"/>
                    <a:gd name="T1" fmla="*/ 0 h 1659"/>
                    <a:gd name="T2" fmla="*/ 2147483646 w 637"/>
                    <a:gd name="T3" fmla="*/ 0 h 1659"/>
                    <a:gd name="T4" fmla="*/ 295581541 w 637"/>
                    <a:gd name="T5" fmla="*/ 2147483646 h 1659"/>
                    <a:gd name="T6" fmla="*/ 0 w 637"/>
                    <a:gd name="T7" fmla="*/ 2147483646 h 1659"/>
                    <a:gd name="T8" fmla="*/ 2147483646 w 637"/>
                    <a:gd name="T9" fmla="*/ 0 h 165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37"/>
                    <a:gd name="T16" fmla="*/ 0 h 1659"/>
                    <a:gd name="T17" fmla="*/ 637 w 637"/>
                    <a:gd name="T18" fmla="*/ 1659 h 165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37" h="1659">
                      <a:moveTo>
                        <a:pt x="615" y="0"/>
                      </a:moveTo>
                      <a:lnTo>
                        <a:pt x="637" y="0"/>
                      </a:lnTo>
                      <a:lnTo>
                        <a:pt x="68" y="1659"/>
                      </a:lnTo>
                      <a:lnTo>
                        <a:pt x="0" y="1647"/>
                      </a:lnTo>
                      <a:lnTo>
                        <a:pt x="615" y="0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2" name="Freeform 1026"/>
                <p:cNvSpPr/>
                <p:nvPr/>
              </p:nvSpPr>
              <p:spPr bwMode="auto">
                <a:xfrm>
                  <a:off x="7599603" y="2575928"/>
                  <a:ext cx="290961" cy="62041"/>
                </a:xfrm>
                <a:custGeom>
                  <a:avLst/>
                  <a:gdLst>
                    <a:gd name="T0" fmla="*/ 0 w 2216"/>
                    <a:gd name="T1" fmla="*/ 0 h 550"/>
                    <a:gd name="T2" fmla="*/ 296523134 w 2216"/>
                    <a:gd name="T3" fmla="*/ 324379338 h 550"/>
                    <a:gd name="T4" fmla="*/ 2147483646 w 2216"/>
                    <a:gd name="T5" fmla="*/ 2147483646 h 550"/>
                    <a:gd name="T6" fmla="*/ 2147483646 w 2216"/>
                    <a:gd name="T7" fmla="*/ 2147483646 h 550"/>
                    <a:gd name="T8" fmla="*/ 0 w 2216"/>
                    <a:gd name="T9" fmla="*/ 0 h 55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16"/>
                    <a:gd name="T16" fmla="*/ 0 h 550"/>
                    <a:gd name="T17" fmla="*/ 2216 w 2216"/>
                    <a:gd name="T18" fmla="*/ 550 h 55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16" h="550">
                      <a:moveTo>
                        <a:pt x="0" y="0"/>
                      </a:moveTo>
                      <a:lnTo>
                        <a:pt x="9" y="57"/>
                      </a:lnTo>
                      <a:lnTo>
                        <a:pt x="2164" y="550"/>
                      </a:lnTo>
                      <a:lnTo>
                        <a:pt x="2216" y="49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83" name="Group 1027"/>
                <p:cNvGrpSpPr/>
                <p:nvPr/>
              </p:nvGrpSpPr>
              <p:grpSpPr bwMode="auto">
                <a:xfrm>
                  <a:off x="7594735" y="2642220"/>
                  <a:ext cx="98740" cy="36846"/>
                  <a:chOff x="1740" y="2642"/>
                  <a:chExt cx="752" cy="327"/>
                </a:xfrm>
              </p:grpSpPr>
              <p:sp>
                <p:nvSpPr>
                  <p:cNvPr id="169" name="Freeform 1028"/>
                  <p:cNvSpPr/>
                  <p:nvPr/>
                </p:nvSpPr>
                <p:spPr bwMode="auto">
                  <a:xfrm>
                    <a:off x="1740" y="2642"/>
                    <a:ext cx="752" cy="327"/>
                  </a:xfrm>
                  <a:custGeom>
                    <a:avLst/>
                    <a:gdLst>
                      <a:gd name="T0" fmla="*/ 293 w 752"/>
                      <a:gd name="T1" fmla="*/ 0 h 327"/>
                      <a:gd name="T2" fmla="*/ 752 w 752"/>
                      <a:gd name="T3" fmla="*/ 124 h 327"/>
                      <a:gd name="T4" fmla="*/ 470 w 752"/>
                      <a:gd name="T5" fmla="*/ 327 h 327"/>
                      <a:gd name="T6" fmla="*/ 0 w 752"/>
                      <a:gd name="T7" fmla="*/ 183 h 327"/>
                      <a:gd name="T8" fmla="*/ 293 w 752"/>
                      <a:gd name="T9" fmla="*/ 0 h 32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2"/>
                      <a:gd name="T16" fmla="*/ 0 h 327"/>
                      <a:gd name="T17" fmla="*/ 752 w 752"/>
                      <a:gd name="T18" fmla="*/ 327 h 32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2" h="327">
                        <a:moveTo>
                          <a:pt x="293" y="0"/>
                        </a:moveTo>
                        <a:lnTo>
                          <a:pt x="752" y="124"/>
                        </a:lnTo>
                        <a:lnTo>
                          <a:pt x="470" y="327"/>
                        </a:lnTo>
                        <a:lnTo>
                          <a:pt x="0" y="183"/>
                        </a:lnTo>
                        <a:lnTo>
                          <a:pt x="293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0" name="Freeform 1029"/>
                  <p:cNvSpPr/>
                  <p:nvPr/>
                </p:nvSpPr>
                <p:spPr bwMode="auto">
                  <a:xfrm>
                    <a:off x="1754" y="2649"/>
                    <a:ext cx="726" cy="311"/>
                  </a:xfrm>
                  <a:custGeom>
                    <a:avLst/>
                    <a:gdLst>
                      <a:gd name="T0" fmla="*/ 282 w 726"/>
                      <a:gd name="T1" fmla="*/ 0 h 311"/>
                      <a:gd name="T2" fmla="*/ 726 w 726"/>
                      <a:gd name="T3" fmla="*/ 119 h 311"/>
                      <a:gd name="T4" fmla="*/ 457 w 726"/>
                      <a:gd name="T5" fmla="*/ 311 h 311"/>
                      <a:gd name="T6" fmla="*/ 0 w 726"/>
                      <a:gd name="T7" fmla="*/ 173 h 311"/>
                      <a:gd name="T8" fmla="*/ 282 w 726"/>
                      <a:gd name="T9" fmla="*/ 0 h 31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26"/>
                      <a:gd name="T16" fmla="*/ 0 h 311"/>
                      <a:gd name="T17" fmla="*/ 726 w 726"/>
                      <a:gd name="T18" fmla="*/ 311 h 31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26" h="311">
                        <a:moveTo>
                          <a:pt x="282" y="0"/>
                        </a:moveTo>
                        <a:lnTo>
                          <a:pt x="726" y="119"/>
                        </a:lnTo>
                        <a:lnTo>
                          <a:pt x="457" y="311"/>
                        </a:lnTo>
                        <a:lnTo>
                          <a:pt x="0" y="173"/>
                        </a:lnTo>
                        <a:lnTo>
                          <a:pt x="28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4D4D4D"/>
                      </a:gs>
                      <a:gs pos="100000">
                        <a:srgbClr val="DDDDDD"/>
                      </a:gs>
                    </a:gsLst>
                    <a:lin ang="189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1" name="Freeform 1030"/>
                  <p:cNvSpPr/>
                  <p:nvPr/>
                </p:nvSpPr>
                <p:spPr bwMode="auto">
                  <a:xfrm>
                    <a:off x="1808" y="2770"/>
                    <a:ext cx="258" cy="100"/>
                  </a:xfrm>
                  <a:custGeom>
                    <a:avLst/>
                    <a:gdLst>
                      <a:gd name="T0" fmla="*/ 0 w 258"/>
                      <a:gd name="T1" fmla="*/ 44 h 100"/>
                      <a:gd name="T2" fmla="*/ 75 w 258"/>
                      <a:gd name="T3" fmla="*/ 0 h 100"/>
                      <a:gd name="T4" fmla="*/ 258 w 258"/>
                      <a:gd name="T5" fmla="*/ 50 h 100"/>
                      <a:gd name="T6" fmla="*/ 183 w 258"/>
                      <a:gd name="T7" fmla="*/ 100 h 100"/>
                      <a:gd name="T8" fmla="*/ 0 w 258"/>
                      <a:gd name="T9" fmla="*/ 44 h 10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0"/>
                      <a:gd name="T17" fmla="*/ 258 w 258"/>
                      <a:gd name="T18" fmla="*/ 100 h 10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0">
                        <a:moveTo>
                          <a:pt x="0" y="44"/>
                        </a:moveTo>
                        <a:lnTo>
                          <a:pt x="75" y="0"/>
                        </a:lnTo>
                        <a:lnTo>
                          <a:pt x="258" y="50"/>
                        </a:lnTo>
                        <a:lnTo>
                          <a:pt x="183" y="100"/>
                        </a:lnTo>
                        <a:lnTo>
                          <a:pt x="0" y="44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2" name="Freeform 1031"/>
                  <p:cNvSpPr/>
                  <p:nvPr/>
                </p:nvSpPr>
                <p:spPr bwMode="auto">
                  <a:xfrm>
                    <a:off x="1799" y="2816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3" name="Freeform 1032"/>
                  <p:cNvSpPr/>
                  <p:nvPr/>
                </p:nvSpPr>
                <p:spPr bwMode="auto">
                  <a:xfrm>
                    <a:off x="2020" y="2834"/>
                    <a:ext cx="258" cy="102"/>
                  </a:xfrm>
                  <a:custGeom>
                    <a:avLst/>
                    <a:gdLst>
                      <a:gd name="T0" fmla="*/ 0 w 258"/>
                      <a:gd name="T1" fmla="*/ 46 h 102"/>
                      <a:gd name="T2" fmla="*/ 71 w 258"/>
                      <a:gd name="T3" fmla="*/ 0 h 102"/>
                      <a:gd name="T4" fmla="*/ 258 w 258"/>
                      <a:gd name="T5" fmla="*/ 52 h 102"/>
                      <a:gd name="T6" fmla="*/ 183 w 258"/>
                      <a:gd name="T7" fmla="*/ 102 h 102"/>
                      <a:gd name="T8" fmla="*/ 0 w 258"/>
                      <a:gd name="T9" fmla="*/ 46 h 10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2"/>
                      <a:gd name="T17" fmla="*/ 258 w 258"/>
                      <a:gd name="T18" fmla="*/ 102 h 10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2">
                        <a:moveTo>
                          <a:pt x="0" y="46"/>
                        </a:moveTo>
                        <a:lnTo>
                          <a:pt x="71" y="0"/>
                        </a:lnTo>
                        <a:lnTo>
                          <a:pt x="258" y="52"/>
                        </a:lnTo>
                        <a:lnTo>
                          <a:pt x="183" y="102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4" name="Freeform 1033"/>
                  <p:cNvSpPr/>
                  <p:nvPr/>
                </p:nvSpPr>
                <p:spPr bwMode="auto">
                  <a:xfrm>
                    <a:off x="2011" y="2882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84" name="Freeform 1034"/>
                <p:cNvSpPr/>
                <p:nvPr/>
              </p:nvSpPr>
              <p:spPr bwMode="auto">
                <a:xfrm>
                  <a:off x="7763780" y="2647731"/>
                  <a:ext cx="119578" cy="80936"/>
                </a:xfrm>
                <a:custGeom>
                  <a:avLst/>
                  <a:gdLst>
                    <a:gd name="T0" fmla="*/ 213221464 w 990"/>
                    <a:gd name="T1" fmla="*/ 1090686587 h 792"/>
                    <a:gd name="T2" fmla="*/ 1915477586 w 990"/>
                    <a:gd name="T3" fmla="*/ 0 h 792"/>
                    <a:gd name="T4" fmla="*/ 1915477586 w 990"/>
                    <a:gd name="T5" fmla="*/ 108859840 h 792"/>
                    <a:gd name="T6" fmla="*/ 0 w 990"/>
                    <a:gd name="T7" fmla="*/ 1090686587 h 792"/>
                    <a:gd name="T8" fmla="*/ 213221464 w 990"/>
                    <a:gd name="T9" fmla="*/ 1090686587 h 79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90"/>
                    <a:gd name="T16" fmla="*/ 0 h 792"/>
                    <a:gd name="T17" fmla="*/ 990 w 990"/>
                    <a:gd name="T18" fmla="*/ 792 h 79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90" h="792">
                      <a:moveTo>
                        <a:pt x="3" y="738"/>
                      </a:moveTo>
                      <a:lnTo>
                        <a:pt x="990" y="0"/>
                      </a:lnTo>
                      <a:lnTo>
                        <a:pt x="987" y="60"/>
                      </a:lnTo>
                      <a:lnTo>
                        <a:pt x="0" y="792"/>
                      </a:lnTo>
                      <a:lnTo>
                        <a:pt x="3" y="738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5" name="Freeform 1035"/>
                <p:cNvSpPr/>
                <p:nvPr/>
              </p:nvSpPr>
              <p:spPr bwMode="auto">
                <a:xfrm>
                  <a:off x="7458602" y="2654187"/>
                  <a:ext cx="305957" cy="73850"/>
                </a:xfrm>
                <a:custGeom>
                  <a:avLst/>
                  <a:gdLst>
                    <a:gd name="T0" fmla="*/ 213486572 w 2532"/>
                    <a:gd name="T1" fmla="*/ 0 h 723"/>
                    <a:gd name="T2" fmla="*/ 213486572 w 2532"/>
                    <a:gd name="T3" fmla="*/ 0 h 723"/>
                    <a:gd name="T4" fmla="*/ 2147483646 w 2532"/>
                    <a:gd name="T5" fmla="*/ 979380008 h 723"/>
                    <a:gd name="T6" fmla="*/ 2147483646 w 2532"/>
                    <a:gd name="T7" fmla="*/ 1088085165 h 723"/>
                    <a:gd name="T8" fmla="*/ 0 w 2532"/>
                    <a:gd name="T9" fmla="*/ 108705259 h 723"/>
                    <a:gd name="T10" fmla="*/ 21348657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6" name="Freeform 1036"/>
                <p:cNvSpPr/>
                <p:nvPr/>
              </p:nvSpPr>
              <p:spPr bwMode="auto">
                <a:xfrm>
                  <a:off x="7458797" y="2640645"/>
                  <a:ext cx="3311" cy="14959"/>
                </a:xfrm>
                <a:custGeom>
                  <a:avLst/>
                  <a:gdLst>
                    <a:gd name="T0" fmla="*/ 262278191 w 26"/>
                    <a:gd name="T1" fmla="*/ 107489981 h 147"/>
                    <a:gd name="T2" fmla="*/ 262278191 w 26"/>
                    <a:gd name="T3" fmla="*/ 214969480 h 147"/>
                    <a:gd name="T4" fmla="*/ 0 w 26"/>
                    <a:gd name="T5" fmla="*/ 214969480 h 147"/>
                    <a:gd name="T6" fmla="*/ 262278191 w 26"/>
                    <a:gd name="T7" fmla="*/ 0 h 147"/>
                    <a:gd name="T8" fmla="*/ 262278191 w 26"/>
                    <a:gd name="T9" fmla="*/ 107489981 h 1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"/>
                    <a:gd name="T16" fmla="*/ 0 h 147"/>
                    <a:gd name="T17" fmla="*/ 26 w 26"/>
                    <a:gd name="T18" fmla="*/ 147 h 1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" h="147">
                      <a:moveTo>
                        <a:pt x="26" y="10"/>
                      </a:moveTo>
                      <a:lnTo>
                        <a:pt x="23" y="147"/>
                      </a:lnTo>
                      <a:lnTo>
                        <a:pt x="0" y="144"/>
                      </a:lnTo>
                      <a:lnTo>
                        <a:pt x="3" y="0"/>
                      </a:lnTo>
                      <a:lnTo>
                        <a:pt x="26" y="1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7" name="Freeform 1037"/>
                <p:cNvSpPr/>
                <p:nvPr/>
              </p:nvSpPr>
              <p:spPr bwMode="auto">
                <a:xfrm>
                  <a:off x="7458992" y="2579707"/>
                  <a:ext cx="142170" cy="61883"/>
                </a:xfrm>
                <a:custGeom>
                  <a:avLst/>
                  <a:gdLst>
                    <a:gd name="T0" fmla="*/ 2136125890 w 1176"/>
                    <a:gd name="T1" fmla="*/ 0 h 606"/>
                    <a:gd name="T2" fmla="*/ 0 w 1176"/>
                    <a:gd name="T3" fmla="*/ 870000945 h 606"/>
                    <a:gd name="T4" fmla="*/ 213789467 w 1176"/>
                    <a:gd name="T5" fmla="*/ 870000945 h 606"/>
                    <a:gd name="T6" fmla="*/ 2136125890 w 1176"/>
                    <a:gd name="T7" fmla="*/ 108617123 h 606"/>
                    <a:gd name="T8" fmla="*/ 2136125890 w 1176"/>
                    <a:gd name="T9" fmla="*/ 0 h 60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76"/>
                    <a:gd name="T16" fmla="*/ 0 h 606"/>
                    <a:gd name="T17" fmla="*/ 1176 w 1176"/>
                    <a:gd name="T18" fmla="*/ 606 h 60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76" h="606">
                      <a:moveTo>
                        <a:pt x="1170" y="0"/>
                      </a:moveTo>
                      <a:lnTo>
                        <a:pt x="0" y="597"/>
                      </a:lnTo>
                      <a:lnTo>
                        <a:pt x="30" y="606"/>
                      </a:lnTo>
                      <a:lnTo>
                        <a:pt x="1176" y="18"/>
                      </a:lnTo>
                      <a:lnTo>
                        <a:pt x="1170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8" name="Freeform 1038"/>
                <p:cNvSpPr/>
                <p:nvPr/>
              </p:nvSpPr>
              <p:spPr bwMode="auto">
                <a:xfrm>
                  <a:off x="7468535" y="2643795"/>
                  <a:ext cx="290182" cy="71016"/>
                </a:xfrm>
                <a:custGeom>
                  <a:avLst/>
                  <a:gdLst>
                    <a:gd name="T0" fmla="*/ 173112702 w 2532"/>
                    <a:gd name="T1" fmla="*/ 0 h 723"/>
                    <a:gd name="T2" fmla="*/ 173112702 w 2532"/>
                    <a:gd name="T3" fmla="*/ 0 h 723"/>
                    <a:gd name="T4" fmla="*/ 2069773885 w 2532"/>
                    <a:gd name="T5" fmla="*/ 558173482 h 723"/>
                    <a:gd name="T6" fmla="*/ 2069773885 w 2532"/>
                    <a:gd name="T7" fmla="*/ 558173482 h 723"/>
                    <a:gd name="T8" fmla="*/ 0 w 2532"/>
                    <a:gd name="T9" fmla="*/ 92871346 h 723"/>
                    <a:gd name="T10" fmla="*/ 17311270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9" name="Freeform 1039"/>
                <p:cNvSpPr/>
                <p:nvPr/>
              </p:nvSpPr>
              <p:spPr bwMode="auto">
                <a:xfrm flipV="1">
                  <a:off x="7758327" y="2638756"/>
                  <a:ext cx="118410" cy="73535"/>
                </a:xfrm>
                <a:custGeom>
                  <a:avLst/>
                  <a:gdLst>
                    <a:gd name="T0" fmla="*/ 0 w 2532"/>
                    <a:gd name="T1" fmla="*/ 0 h 723"/>
                    <a:gd name="T2" fmla="*/ 0 w 2532"/>
                    <a:gd name="T3" fmla="*/ 0 h 723"/>
                    <a:gd name="T4" fmla="*/ 0 w 2532"/>
                    <a:gd name="T5" fmla="*/ 962694895 h 723"/>
                    <a:gd name="T6" fmla="*/ 0 w 2532"/>
                    <a:gd name="T7" fmla="*/ 962694895 h 723"/>
                    <a:gd name="T8" fmla="*/ 0 w 2532"/>
                    <a:gd name="T9" fmla="*/ 107314314 h 723"/>
                    <a:gd name="T10" fmla="*/ 0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740" name="Group 739"/>
              <p:cNvGrpSpPr/>
              <p:nvPr/>
            </p:nvGrpSpPr>
            <p:grpSpPr>
              <a:xfrm>
                <a:off x="8631407" y="2290407"/>
                <a:ext cx="530702" cy="478009"/>
                <a:chOff x="8631407" y="2290407"/>
                <a:chExt cx="530702" cy="478009"/>
              </a:xfrm>
            </p:grpSpPr>
            <p:pic>
              <p:nvPicPr>
                <p:cNvPr id="110" name="Picture 568" descr="light2.png"/>
                <p:cNvPicPr>
                  <a:picLocks noChangeAspect="1"/>
                </p:cNvPicPr>
                <p:nvPr/>
              </p:nvPicPr>
              <p:blipFill>
                <a:blip r:embed="rId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8825293" y="2362969"/>
                  <a:ext cx="92772" cy="40544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1" name="Picture 1017" descr="antenna_stylized"/>
                <p:cNvPicPr>
                  <a:picLocks noChangeAspect="1" noChangeArrowheads="1"/>
                </p:cNvPicPr>
                <p:nvPr/>
              </p:nvPicPr>
              <p:blipFill>
                <a:blip r:embed="rId7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31407" y="2290407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786" name="Group 785"/>
              <p:cNvGrpSpPr/>
              <p:nvPr/>
            </p:nvGrpSpPr>
            <p:grpSpPr>
              <a:xfrm>
                <a:off x="8493165" y="2029804"/>
                <a:ext cx="849312" cy="226109"/>
                <a:chOff x="8493165" y="2029804"/>
                <a:chExt cx="849312" cy="226109"/>
              </a:xfrm>
            </p:grpSpPr>
            <p:pic>
              <p:nvPicPr>
                <p:cNvPr id="48" name="Picture 603" descr="car_icon_small"/>
                <p:cNvPicPr>
                  <a:picLocks noChangeAspect="1" noChangeArrowheads="1"/>
                </p:cNvPicPr>
                <p:nvPr/>
              </p:nvPicPr>
              <p:blipFill>
                <a:blip r:embed="rId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93165" y="2087638"/>
                  <a:ext cx="849312" cy="16827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2" name="Picture 1017" descr="antenna_stylized"/>
                <p:cNvPicPr>
                  <a:picLocks noChangeAspect="1" noChangeArrowheads="1"/>
                </p:cNvPicPr>
                <p:nvPr/>
              </p:nvPicPr>
              <p:blipFill>
                <a:blip r:embed="rId7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04645" y="2029804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793" name="Group 792"/>
            <p:cNvGrpSpPr/>
            <p:nvPr/>
          </p:nvGrpSpPr>
          <p:grpSpPr>
            <a:xfrm>
              <a:off x="7487144" y="3296104"/>
              <a:ext cx="857739" cy="583764"/>
              <a:chOff x="7487144" y="3296104"/>
              <a:chExt cx="857739" cy="583764"/>
            </a:xfrm>
          </p:grpSpPr>
          <p:grpSp>
            <p:nvGrpSpPr>
              <p:cNvPr id="792" name="Group 791"/>
              <p:cNvGrpSpPr/>
              <p:nvPr/>
            </p:nvGrpSpPr>
            <p:grpSpPr>
              <a:xfrm>
                <a:off x="7487144" y="3389820"/>
                <a:ext cx="350807" cy="305517"/>
                <a:chOff x="7487144" y="3389820"/>
                <a:chExt cx="350807" cy="305517"/>
              </a:xfrm>
            </p:grpSpPr>
            <p:pic>
              <p:nvPicPr>
                <p:cNvPr id="91" name="Picture 1115" descr="antenna_stylized"/>
                <p:cNvPicPr>
                  <a:picLocks noChangeAspect="1" noChangeArrowheads="1"/>
                </p:cNvPicPr>
                <p:nvPr/>
              </p:nvPicPr>
              <p:blipFill>
                <a:blip r:embed="rId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87144" y="3389820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92" name="Picture 1116" descr="laptop_keyboard"/>
                <p:cNvPicPr>
                  <a:picLocks noChangeAspect="1" noChangeArrowheads="1"/>
                </p:cNvPicPr>
                <p:nvPr/>
              </p:nvPicPr>
              <p:blipFill>
                <a:blip r:embed="rId13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rot="109064" flipH="1">
                  <a:off x="7504001" y="3575889"/>
                  <a:ext cx="286699" cy="11944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93" name="Freeform 1117"/>
                <p:cNvSpPr/>
                <p:nvPr/>
              </p:nvSpPr>
              <p:spPr bwMode="auto">
                <a:xfrm>
                  <a:off x="7599014" y="3459979"/>
                  <a:ext cx="230764" cy="155883"/>
                </a:xfrm>
                <a:custGeom>
                  <a:avLst/>
                  <a:gdLst>
                    <a:gd name="T0" fmla="*/ 143665061 w 2982"/>
                    <a:gd name="T1" fmla="*/ 0 h 2442"/>
                    <a:gd name="T2" fmla="*/ 0 w 2982"/>
                    <a:gd name="T3" fmla="*/ 66329557 h 2442"/>
                    <a:gd name="T4" fmla="*/ 573719931 w 2982"/>
                    <a:gd name="T5" fmla="*/ 82975142 h 2442"/>
                    <a:gd name="T6" fmla="*/ 717384993 w 2982"/>
                    <a:gd name="T7" fmla="*/ 16645585 h 2442"/>
                    <a:gd name="T8" fmla="*/ 143665061 w 2982"/>
                    <a:gd name="T9" fmla="*/ 0 h 24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82"/>
                    <a:gd name="T16" fmla="*/ 0 h 2442"/>
                    <a:gd name="T17" fmla="*/ 2982 w 2982"/>
                    <a:gd name="T18" fmla="*/ 2442 h 24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82" h="2442">
                      <a:moveTo>
                        <a:pt x="540" y="0"/>
                      </a:moveTo>
                      <a:lnTo>
                        <a:pt x="0" y="1734"/>
                      </a:lnTo>
                      <a:lnTo>
                        <a:pt x="2394" y="2442"/>
                      </a:lnTo>
                      <a:lnTo>
                        <a:pt x="2982" y="318"/>
                      </a:lnTo>
                      <a:lnTo>
                        <a:pt x="54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94" name="Picture 1118" descr="screen"/>
                <p:cNvPicPr>
                  <a:picLocks noChangeAspect="1" noChangeArrowheads="1"/>
                </p:cNvPicPr>
                <p:nvPr/>
              </p:nvPicPr>
              <p:blipFill>
                <a:blip r:embed="rId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10380" y="3463988"/>
                  <a:ext cx="209692" cy="14185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95" name="Freeform 1119"/>
                <p:cNvSpPr/>
                <p:nvPr/>
              </p:nvSpPr>
              <p:spPr bwMode="auto">
                <a:xfrm>
                  <a:off x="7641029" y="3455381"/>
                  <a:ext cx="195517" cy="29007"/>
                </a:xfrm>
                <a:custGeom>
                  <a:avLst/>
                  <a:gdLst>
                    <a:gd name="T0" fmla="*/ 35620212 w 2528"/>
                    <a:gd name="T1" fmla="*/ 0 h 455"/>
                    <a:gd name="T2" fmla="*/ 608343257 w 2528"/>
                    <a:gd name="T3" fmla="*/ 16582250 h 455"/>
                    <a:gd name="T4" fmla="*/ 572256449 w 2528"/>
                    <a:gd name="T5" fmla="*/ 16582250 h 455"/>
                    <a:gd name="T6" fmla="*/ 0 w 2528"/>
                    <a:gd name="T7" fmla="*/ 16582250 h 455"/>
                    <a:gd name="T8" fmla="*/ 35620212 w 2528"/>
                    <a:gd name="T9" fmla="*/ 0 h 45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28"/>
                    <a:gd name="T16" fmla="*/ 0 h 455"/>
                    <a:gd name="T17" fmla="*/ 2528 w 2528"/>
                    <a:gd name="T18" fmla="*/ 455 h 45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28" h="455">
                      <a:moveTo>
                        <a:pt x="14" y="0"/>
                      </a:moveTo>
                      <a:lnTo>
                        <a:pt x="2528" y="341"/>
                      </a:lnTo>
                      <a:lnTo>
                        <a:pt x="2480" y="455"/>
                      </a:lnTo>
                      <a:lnTo>
                        <a:pt x="0" y="86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EAEAEA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6" name="Freeform 1120"/>
                <p:cNvSpPr/>
                <p:nvPr/>
              </p:nvSpPr>
              <p:spPr bwMode="auto">
                <a:xfrm>
                  <a:off x="7596971" y="3455145"/>
                  <a:ext cx="54275" cy="120745"/>
                </a:xfrm>
                <a:custGeom>
                  <a:avLst/>
                  <a:gdLst>
                    <a:gd name="T0" fmla="*/ 142804406 w 702"/>
                    <a:gd name="T1" fmla="*/ 0 h 1893"/>
                    <a:gd name="T2" fmla="*/ 0 w 702"/>
                    <a:gd name="T3" fmla="*/ 66174575 h 1893"/>
                    <a:gd name="T4" fmla="*/ 35584530 w 702"/>
                    <a:gd name="T5" fmla="*/ 66174575 h 1893"/>
                    <a:gd name="T6" fmla="*/ 178855222 w 702"/>
                    <a:gd name="T7" fmla="*/ 16607700 h 1893"/>
                    <a:gd name="T8" fmla="*/ 142804406 w 702"/>
                    <a:gd name="T9" fmla="*/ 0 h 189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02"/>
                    <a:gd name="T16" fmla="*/ 0 h 1893"/>
                    <a:gd name="T17" fmla="*/ 702 w 702"/>
                    <a:gd name="T18" fmla="*/ 1893 h 189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02" h="1893">
                      <a:moveTo>
                        <a:pt x="579" y="0"/>
                      </a:moveTo>
                      <a:lnTo>
                        <a:pt x="0" y="1869"/>
                      </a:lnTo>
                      <a:lnTo>
                        <a:pt x="114" y="1893"/>
                      </a:lnTo>
                      <a:lnTo>
                        <a:pt x="702" y="51"/>
                      </a:lnTo>
                      <a:lnTo>
                        <a:pt x="579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7" name="Freeform 1121"/>
                <p:cNvSpPr/>
                <p:nvPr/>
              </p:nvSpPr>
              <p:spPr bwMode="auto">
                <a:xfrm>
                  <a:off x="7776652" y="3476723"/>
                  <a:ext cx="58489" cy="139375"/>
                </a:xfrm>
                <a:custGeom>
                  <a:avLst/>
                  <a:gdLst>
                    <a:gd name="T0" fmla="*/ 179213623 w 756"/>
                    <a:gd name="T1" fmla="*/ 0 h 2184"/>
                    <a:gd name="T2" fmla="*/ 35656008 w 756"/>
                    <a:gd name="T3" fmla="*/ 82904513 h 2184"/>
                    <a:gd name="T4" fmla="*/ 0 w 756"/>
                    <a:gd name="T5" fmla="*/ 82904513 h 2184"/>
                    <a:gd name="T6" fmla="*/ 143090785 w 756"/>
                    <a:gd name="T7" fmla="*/ 16632211 h 2184"/>
                    <a:gd name="T8" fmla="*/ 179213623 w 756"/>
                    <a:gd name="T9" fmla="*/ 0 h 21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6"/>
                    <a:gd name="T16" fmla="*/ 0 h 2184"/>
                    <a:gd name="T17" fmla="*/ 756 w 756"/>
                    <a:gd name="T18" fmla="*/ 2184 h 218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6" h="2184">
                      <a:moveTo>
                        <a:pt x="756" y="0"/>
                      </a:moveTo>
                      <a:lnTo>
                        <a:pt x="138" y="2184"/>
                      </a:lnTo>
                      <a:lnTo>
                        <a:pt x="0" y="2148"/>
                      </a:lnTo>
                      <a:lnTo>
                        <a:pt x="606" y="78"/>
                      </a:lnTo>
                      <a:lnTo>
                        <a:pt x="75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chemeClr val="bg1"/>
                    </a:gs>
                  </a:gsLst>
                  <a:lin ang="54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8" name="Freeform 1122"/>
                <p:cNvSpPr/>
                <p:nvPr/>
              </p:nvSpPr>
              <p:spPr bwMode="auto">
                <a:xfrm>
                  <a:off x="7596332" y="3569758"/>
                  <a:ext cx="214545" cy="47048"/>
                </a:xfrm>
                <a:custGeom>
                  <a:avLst/>
                  <a:gdLst>
                    <a:gd name="T0" fmla="*/ 35658648 w 2773"/>
                    <a:gd name="T1" fmla="*/ 0 h 738"/>
                    <a:gd name="T2" fmla="*/ 0 w 2773"/>
                    <a:gd name="T3" fmla="*/ 16581742 h 738"/>
                    <a:gd name="T4" fmla="*/ 573357470 w 2773"/>
                    <a:gd name="T5" fmla="*/ 33163485 h 738"/>
                    <a:gd name="T6" fmla="*/ 573357470 w 2773"/>
                    <a:gd name="T7" fmla="*/ 16581742 h 738"/>
                    <a:gd name="T8" fmla="*/ 35658648 w 2773"/>
                    <a:gd name="T9" fmla="*/ 0 h 7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773"/>
                    <a:gd name="T16" fmla="*/ 0 h 738"/>
                    <a:gd name="T17" fmla="*/ 2773 w 2773"/>
                    <a:gd name="T18" fmla="*/ 738 h 7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773" h="738">
                      <a:moveTo>
                        <a:pt x="33" y="0"/>
                      </a:moveTo>
                      <a:lnTo>
                        <a:pt x="0" y="99"/>
                      </a:lnTo>
                      <a:lnTo>
                        <a:pt x="2436" y="738"/>
                      </a:lnTo>
                      <a:cubicBezTo>
                        <a:pt x="2499" y="501"/>
                        <a:pt x="2773" y="727"/>
                        <a:pt x="2373" y="603"/>
                      </a:cubicBezTo>
                      <a:lnTo>
                        <a:pt x="3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CC"/>
                    </a:gs>
                    <a:gs pos="100000">
                      <a:schemeClr val="bg1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9" name="Freeform 1123"/>
                <p:cNvSpPr/>
                <p:nvPr/>
              </p:nvSpPr>
              <p:spPr bwMode="auto">
                <a:xfrm>
                  <a:off x="7783165" y="3477902"/>
                  <a:ext cx="54786" cy="139965"/>
                </a:xfrm>
                <a:custGeom>
                  <a:avLst/>
                  <a:gdLst>
                    <a:gd name="T0" fmla="*/ 656550006 w 637"/>
                    <a:gd name="T1" fmla="*/ 0 h 1659"/>
                    <a:gd name="T2" fmla="*/ 656550006 w 637"/>
                    <a:gd name="T3" fmla="*/ 0 h 1659"/>
                    <a:gd name="T4" fmla="*/ 54716163 w 637"/>
                    <a:gd name="T5" fmla="*/ 2147483646 h 1659"/>
                    <a:gd name="T6" fmla="*/ 0 w 637"/>
                    <a:gd name="T7" fmla="*/ 2147483646 h 1659"/>
                    <a:gd name="T8" fmla="*/ 656550006 w 637"/>
                    <a:gd name="T9" fmla="*/ 0 h 165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37"/>
                    <a:gd name="T16" fmla="*/ 0 h 1659"/>
                    <a:gd name="T17" fmla="*/ 637 w 637"/>
                    <a:gd name="T18" fmla="*/ 1659 h 165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37" h="1659">
                      <a:moveTo>
                        <a:pt x="615" y="0"/>
                      </a:moveTo>
                      <a:lnTo>
                        <a:pt x="637" y="0"/>
                      </a:lnTo>
                      <a:lnTo>
                        <a:pt x="68" y="1659"/>
                      </a:lnTo>
                      <a:lnTo>
                        <a:pt x="0" y="1647"/>
                      </a:lnTo>
                      <a:lnTo>
                        <a:pt x="615" y="0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0" name="Freeform 1124"/>
                <p:cNvSpPr/>
                <p:nvPr/>
              </p:nvSpPr>
              <p:spPr bwMode="auto">
                <a:xfrm>
                  <a:off x="7596588" y="3576007"/>
                  <a:ext cx="190792" cy="46458"/>
                </a:xfrm>
                <a:custGeom>
                  <a:avLst/>
                  <a:gdLst>
                    <a:gd name="T0" fmla="*/ 0 w 2216"/>
                    <a:gd name="T1" fmla="*/ 0 h 550"/>
                    <a:gd name="T2" fmla="*/ 54884212 w 2216"/>
                    <a:gd name="T3" fmla="*/ 101852492 h 550"/>
                    <a:gd name="T4" fmla="*/ 2147483646 w 2216"/>
                    <a:gd name="T5" fmla="*/ 1017940055 h 550"/>
                    <a:gd name="T6" fmla="*/ 2147483646 w 2216"/>
                    <a:gd name="T7" fmla="*/ 865464562 h 550"/>
                    <a:gd name="T8" fmla="*/ 0 w 2216"/>
                    <a:gd name="T9" fmla="*/ 0 h 55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16"/>
                    <a:gd name="T16" fmla="*/ 0 h 550"/>
                    <a:gd name="T17" fmla="*/ 2216 w 2216"/>
                    <a:gd name="T18" fmla="*/ 550 h 55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16" h="550">
                      <a:moveTo>
                        <a:pt x="0" y="0"/>
                      </a:moveTo>
                      <a:lnTo>
                        <a:pt x="9" y="57"/>
                      </a:lnTo>
                      <a:lnTo>
                        <a:pt x="2164" y="550"/>
                      </a:lnTo>
                      <a:lnTo>
                        <a:pt x="2216" y="49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101" name="Group 1125"/>
                <p:cNvGrpSpPr/>
                <p:nvPr/>
              </p:nvGrpSpPr>
              <p:grpSpPr bwMode="auto">
                <a:xfrm>
                  <a:off x="7593395" y="3625649"/>
                  <a:ext cx="64747" cy="27592"/>
                  <a:chOff x="1740" y="2642"/>
                  <a:chExt cx="752" cy="327"/>
                </a:xfrm>
              </p:grpSpPr>
              <p:sp>
                <p:nvSpPr>
                  <p:cNvPr id="140" name="Freeform 1126"/>
                  <p:cNvSpPr/>
                  <p:nvPr/>
                </p:nvSpPr>
                <p:spPr bwMode="auto">
                  <a:xfrm>
                    <a:off x="1740" y="2642"/>
                    <a:ext cx="752" cy="327"/>
                  </a:xfrm>
                  <a:custGeom>
                    <a:avLst/>
                    <a:gdLst>
                      <a:gd name="T0" fmla="*/ 293 w 752"/>
                      <a:gd name="T1" fmla="*/ 0 h 327"/>
                      <a:gd name="T2" fmla="*/ 752 w 752"/>
                      <a:gd name="T3" fmla="*/ 124 h 327"/>
                      <a:gd name="T4" fmla="*/ 470 w 752"/>
                      <a:gd name="T5" fmla="*/ 327 h 327"/>
                      <a:gd name="T6" fmla="*/ 0 w 752"/>
                      <a:gd name="T7" fmla="*/ 183 h 327"/>
                      <a:gd name="T8" fmla="*/ 293 w 752"/>
                      <a:gd name="T9" fmla="*/ 0 h 32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2"/>
                      <a:gd name="T16" fmla="*/ 0 h 327"/>
                      <a:gd name="T17" fmla="*/ 752 w 752"/>
                      <a:gd name="T18" fmla="*/ 327 h 32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2" h="327">
                        <a:moveTo>
                          <a:pt x="293" y="0"/>
                        </a:moveTo>
                        <a:lnTo>
                          <a:pt x="752" y="124"/>
                        </a:lnTo>
                        <a:lnTo>
                          <a:pt x="470" y="327"/>
                        </a:lnTo>
                        <a:lnTo>
                          <a:pt x="0" y="183"/>
                        </a:lnTo>
                        <a:lnTo>
                          <a:pt x="293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41" name="Freeform 1127"/>
                  <p:cNvSpPr/>
                  <p:nvPr/>
                </p:nvSpPr>
                <p:spPr bwMode="auto">
                  <a:xfrm>
                    <a:off x="1754" y="2649"/>
                    <a:ext cx="726" cy="311"/>
                  </a:xfrm>
                  <a:custGeom>
                    <a:avLst/>
                    <a:gdLst>
                      <a:gd name="T0" fmla="*/ 282 w 726"/>
                      <a:gd name="T1" fmla="*/ 0 h 311"/>
                      <a:gd name="T2" fmla="*/ 726 w 726"/>
                      <a:gd name="T3" fmla="*/ 119 h 311"/>
                      <a:gd name="T4" fmla="*/ 457 w 726"/>
                      <a:gd name="T5" fmla="*/ 311 h 311"/>
                      <a:gd name="T6" fmla="*/ 0 w 726"/>
                      <a:gd name="T7" fmla="*/ 173 h 311"/>
                      <a:gd name="T8" fmla="*/ 282 w 726"/>
                      <a:gd name="T9" fmla="*/ 0 h 31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26"/>
                      <a:gd name="T16" fmla="*/ 0 h 311"/>
                      <a:gd name="T17" fmla="*/ 726 w 726"/>
                      <a:gd name="T18" fmla="*/ 311 h 31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26" h="311">
                        <a:moveTo>
                          <a:pt x="282" y="0"/>
                        </a:moveTo>
                        <a:lnTo>
                          <a:pt x="726" y="119"/>
                        </a:lnTo>
                        <a:lnTo>
                          <a:pt x="457" y="311"/>
                        </a:lnTo>
                        <a:lnTo>
                          <a:pt x="0" y="173"/>
                        </a:lnTo>
                        <a:lnTo>
                          <a:pt x="28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4D4D4D"/>
                      </a:gs>
                      <a:gs pos="100000">
                        <a:srgbClr val="DDDDDD"/>
                      </a:gs>
                    </a:gsLst>
                    <a:lin ang="189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42" name="Freeform 1128"/>
                  <p:cNvSpPr/>
                  <p:nvPr/>
                </p:nvSpPr>
                <p:spPr bwMode="auto">
                  <a:xfrm>
                    <a:off x="1808" y="2770"/>
                    <a:ext cx="258" cy="100"/>
                  </a:xfrm>
                  <a:custGeom>
                    <a:avLst/>
                    <a:gdLst>
                      <a:gd name="T0" fmla="*/ 0 w 258"/>
                      <a:gd name="T1" fmla="*/ 44 h 100"/>
                      <a:gd name="T2" fmla="*/ 75 w 258"/>
                      <a:gd name="T3" fmla="*/ 0 h 100"/>
                      <a:gd name="T4" fmla="*/ 258 w 258"/>
                      <a:gd name="T5" fmla="*/ 50 h 100"/>
                      <a:gd name="T6" fmla="*/ 183 w 258"/>
                      <a:gd name="T7" fmla="*/ 100 h 100"/>
                      <a:gd name="T8" fmla="*/ 0 w 258"/>
                      <a:gd name="T9" fmla="*/ 44 h 10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0"/>
                      <a:gd name="T17" fmla="*/ 258 w 258"/>
                      <a:gd name="T18" fmla="*/ 100 h 10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0">
                        <a:moveTo>
                          <a:pt x="0" y="44"/>
                        </a:moveTo>
                        <a:lnTo>
                          <a:pt x="75" y="0"/>
                        </a:lnTo>
                        <a:lnTo>
                          <a:pt x="258" y="50"/>
                        </a:lnTo>
                        <a:lnTo>
                          <a:pt x="183" y="100"/>
                        </a:lnTo>
                        <a:lnTo>
                          <a:pt x="0" y="44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43" name="Freeform 1129"/>
                  <p:cNvSpPr/>
                  <p:nvPr/>
                </p:nvSpPr>
                <p:spPr bwMode="auto">
                  <a:xfrm>
                    <a:off x="1799" y="2816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44" name="Freeform 1130"/>
                  <p:cNvSpPr/>
                  <p:nvPr/>
                </p:nvSpPr>
                <p:spPr bwMode="auto">
                  <a:xfrm>
                    <a:off x="2020" y="2834"/>
                    <a:ext cx="258" cy="102"/>
                  </a:xfrm>
                  <a:custGeom>
                    <a:avLst/>
                    <a:gdLst>
                      <a:gd name="T0" fmla="*/ 0 w 258"/>
                      <a:gd name="T1" fmla="*/ 46 h 102"/>
                      <a:gd name="T2" fmla="*/ 71 w 258"/>
                      <a:gd name="T3" fmla="*/ 0 h 102"/>
                      <a:gd name="T4" fmla="*/ 258 w 258"/>
                      <a:gd name="T5" fmla="*/ 52 h 102"/>
                      <a:gd name="T6" fmla="*/ 183 w 258"/>
                      <a:gd name="T7" fmla="*/ 102 h 102"/>
                      <a:gd name="T8" fmla="*/ 0 w 258"/>
                      <a:gd name="T9" fmla="*/ 46 h 10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2"/>
                      <a:gd name="T17" fmla="*/ 258 w 258"/>
                      <a:gd name="T18" fmla="*/ 102 h 10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2">
                        <a:moveTo>
                          <a:pt x="0" y="46"/>
                        </a:moveTo>
                        <a:lnTo>
                          <a:pt x="71" y="0"/>
                        </a:lnTo>
                        <a:lnTo>
                          <a:pt x="258" y="52"/>
                        </a:lnTo>
                        <a:lnTo>
                          <a:pt x="183" y="102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45" name="Freeform 1131"/>
                  <p:cNvSpPr/>
                  <p:nvPr/>
                </p:nvSpPr>
                <p:spPr bwMode="auto">
                  <a:xfrm>
                    <a:off x="2011" y="2882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102" name="Freeform 1132"/>
                <p:cNvSpPr/>
                <p:nvPr/>
              </p:nvSpPr>
              <p:spPr bwMode="auto">
                <a:xfrm>
                  <a:off x="7704243" y="3629776"/>
                  <a:ext cx="78411" cy="60608"/>
                </a:xfrm>
                <a:custGeom>
                  <a:avLst/>
                  <a:gdLst>
                    <a:gd name="T0" fmla="*/ 39250883 w 990"/>
                    <a:gd name="T1" fmla="*/ 342828616 h 792"/>
                    <a:gd name="T2" fmla="*/ 354255671 w 990"/>
                    <a:gd name="T3" fmla="*/ 0 h 792"/>
                    <a:gd name="T4" fmla="*/ 354255671 w 990"/>
                    <a:gd name="T5" fmla="*/ 34504242 h 792"/>
                    <a:gd name="T6" fmla="*/ 0 w 990"/>
                    <a:gd name="T7" fmla="*/ 342828616 h 792"/>
                    <a:gd name="T8" fmla="*/ 39250883 w 990"/>
                    <a:gd name="T9" fmla="*/ 342828616 h 79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90"/>
                    <a:gd name="T16" fmla="*/ 0 h 792"/>
                    <a:gd name="T17" fmla="*/ 990 w 990"/>
                    <a:gd name="T18" fmla="*/ 792 h 79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90" h="792">
                      <a:moveTo>
                        <a:pt x="3" y="738"/>
                      </a:moveTo>
                      <a:lnTo>
                        <a:pt x="990" y="0"/>
                      </a:lnTo>
                      <a:lnTo>
                        <a:pt x="987" y="60"/>
                      </a:lnTo>
                      <a:lnTo>
                        <a:pt x="0" y="792"/>
                      </a:lnTo>
                      <a:lnTo>
                        <a:pt x="3" y="738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3" name="Freeform 1133"/>
                <p:cNvSpPr/>
                <p:nvPr/>
              </p:nvSpPr>
              <p:spPr bwMode="auto">
                <a:xfrm>
                  <a:off x="7504129" y="3634611"/>
                  <a:ext cx="200625" cy="55302"/>
                </a:xfrm>
                <a:custGeom>
                  <a:avLst/>
                  <a:gdLst>
                    <a:gd name="T0" fmla="*/ 39302216 w 2532"/>
                    <a:gd name="T1" fmla="*/ 0 h 723"/>
                    <a:gd name="T2" fmla="*/ 39302216 w 2532"/>
                    <a:gd name="T3" fmla="*/ 0 h 723"/>
                    <a:gd name="T4" fmla="*/ 867084690 w 2532"/>
                    <a:gd name="T5" fmla="*/ 307891170 h 723"/>
                    <a:gd name="T6" fmla="*/ 867084690 w 2532"/>
                    <a:gd name="T7" fmla="*/ 342351506 h 723"/>
                    <a:gd name="T8" fmla="*/ 0 w 2532"/>
                    <a:gd name="T9" fmla="*/ 34009889 h 723"/>
                    <a:gd name="T10" fmla="*/ 39302216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4" name="Freeform 1134"/>
                <p:cNvSpPr/>
                <p:nvPr/>
              </p:nvSpPr>
              <p:spPr bwMode="auto">
                <a:xfrm>
                  <a:off x="7504257" y="3624470"/>
                  <a:ext cx="2171" cy="11202"/>
                </a:xfrm>
                <a:custGeom>
                  <a:avLst/>
                  <a:gdLst>
                    <a:gd name="T0" fmla="*/ 48903362 w 26"/>
                    <a:gd name="T1" fmla="*/ 33634500 h 147"/>
                    <a:gd name="T2" fmla="*/ 48903362 w 26"/>
                    <a:gd name="T3" fmla="*/ 67263209 h 147"/>
                    <a:gd name="T4" fmla="*/ 0 w 26"/>
                    <a:gd name="T5" fmla="*/ 67263209 h 147"/>
                    <a:gd name="T6" fmla="*/ 48903362 w 26"/>
                    <a:gd name="T7" fmla="*/ 0 h 147"/>
                    <a:gd name="T8" fmla="*/ 48903362 w 26"/>
                    <a:gd name="T9" fmla="*/ 33634500 h 1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"/>
                    <a:gd name="T16" fmla="*/ 0 h 147"/>
                    <a:gd name="T17" fmla="*/ 26 w 26"/>
                    <a:gd name="T18" fmla="*/ 147 h 1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" h="147">
                      <a:moveTo>
                        <a:pt x="26" y="10"/>
                      </a:moveTo>
                      <a:lnTo>
                        <a:pt x="23" y="147"/>
                      </a:lnTo>
                      <a:lnTo>
                        <a:pt x="0" y="144"/>
                      </a:lnTo>
                      <a:lnTo>
                        <a:pt x="3" y="0"/>
                      </a:lnTo>
                      <a:lnTo>
                        <a:pt x="26" y="1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" name="Freeform 1135"/>
                <p:cNvSpPr/>
                <p:nvPr/>
              </p:nvSpPr>
              <p:spPr bwMode="auto">
                <a:xfrm>
                  <a:off x="7504384" y="3578837"/>
                  <a:ext cx="93225" cy="46340"/>
                </a:xfrm>
                <a:custGeom>
                  <a:avLst/>
                  <a:gdLst>
                    <a:gd name="T0" fmla="*/ 395043791 w 1176"/>
                    <a:gd name="T1" fmla="*/ 0 h 606"/>
                    <a:gd name="T2" fmla="*/ 0 w 1176"/>
                    <a:gd name="T3" fmla="*/ 273654982 h 606"/>
                    <a:gd name="T4" fmla="*/ 39357994 w 1176"/>
                    <a:gd name="T5" fmla="*/ 273654982 h 606"/>
                    <a:gd name="T6" fmla="*/ 395043791 w 1176"/>
                    <a:gd name="T7" fmla="*/ 33985420 h 606"/>
                    <a:gd name="T8" fmla="*/ 395043791 w 1176"/>
                    <a:gd name="T9" fmla="*/ 0 h 60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76"/>
                    <a:gd name="T16" fmla="*/ 0 h 606"/>
                    <a:gd name="T17" fmla="*/ 1176 w 1176"/>
                    <a:gd name="T18" fmla="*/ 606 h 60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76" h="606">
                      <a:moveTo>
                        <a:pt x="1170" y="0"/>
                      </a:moveTo>
                      <a:lnTo>
                        <a:pt x="0" y="597"/>
                      </a:lnTo>
                      <a:lnTo>
                        <a:pt x="30" y="606"/>
                      </a:lnTo>
                      <a:lnTo>
                        <a:pt x="1176" y="18"/>
                      </a:lnTo>
                      <a:lnTo>
                        <a:pt x="1170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6" name="Freeform 1136"/>
                <p:cNvSpPr/>
                <p:nvPr/>
              </p:nvSpPr>
              <p:spPr bwMode="auto">
                <a:xfrm>
                  <a:off x="7510642" y="3626829"/>
                  <a:ext cx="190281" cy="53180"/>
                </a:xfrm>
                <a:custGeom>
                  <a:avLst/>
                  <a:gdLst>
                    <a:gd name="T0" fmla="*/ 31829833 w 2532"/>
                    <a:gd name="T1" fmla="*/ 0 h 723"/>
                    <a:gd name="T2" fmla="*/ 31829833 w 2532"/>
                    <a:gd name="T3" fmla="*/ 0 h 723"/>
                    <a:gd name="T4" fmla="*/ 382827787 w 2532"/>
                    <a:gd name="T5" fmla="*/ 175498781 h 723"/>
                    <a:gd name="T6" fmla="*/ 382827787 w 2532"/>
                    <a:gd name="T7" fmla="*/ 175498781 h 723"/>
                    <a:gd name="T8" fmla="*/ 0 w 2532"/>
                    <a:gd name="T9" fmla="*/ 29448186 h 723"/>
                    <a:gd name="T10" fmla="*/ 31829833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7" name="Freeform 1137"/>
                <p:cNvSpPr/>
                <p:nvPr/>
              </p:nvSpPr>
              <p:spPr bwMode="auto">
                <a:xfrm flipV="1">
                  <a:off x="7700668" y="3623055"/>
                  <a:ext cx="77645" cy="55066"/>
                </a:xfrm>
                <a:custGeom>
                  <a:avLst/>
                  <a:gdLst>
                    <a:gd name="T0" fmla="*/ 0 w 2532"/>
                    <a:gd name="T1" fmla="*/ 0 h 723"/>
                    <a:gd name="T2" fmla="*/ 0 w 2532"/>
                    <a:gd name="T3" fmla="*/ 0 h 723"/>
                    <a:gd name="T4" fmla="*/ 0 w 2532"/>
                    <a:gd name="T5" fmla="*/ 302641137 h 723"/>
                    <a:gd name="T6" fmla="*/ 0 w 2532"/>
                    <a:gd name="T7" fmla="*/ 302641137 h 723"/>
                    <a:gd name="T8" fmla="*/ 0 w 2532"/>
                    <a:gd name="T9" fmla="*/ 33575256 h 723"/>
                    <a:gd name="T10" fmla="*/ 0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08" name="Group 1139"/>
              <p:cNvGrpSpPr/>
              <p:nvPr/>
            </p:nvGrpSpPr>
            <p:grpSpPr bwMode="auto">
              <a:xfrm flipH="1">
                <a:off x="7985622" y="3537823"/>
                <a:ext cx="359261" cy="342045"/>
                <a:chOff x="2839" y="3501"/>
                <a:chExt cx="755" cy="803"/>
              </a:xfrm>
            </p:grpSpPr>
            <p:pic>
              <p:nvPicPr>
                <p:cNvPr id="138" name="Picture 1140" descr="desktop_computer_stylized_medium"/>
                <p:cNvPicPr>
                  <a:picLocks noChangeAspect="1" noChangeArrowheads="1"/>
                </p:cNvPicPr>
                <p:nvPr/>
              </p:nvPicPr>
              <p:blipFill>
                <a:blip r:embed="rId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39" y="3501"/>
                  <a:ext cx="755" cy="80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139" name="Freeform 1141"/>
                <p:cNvSpPr/>
                <p:nvPr/>
              </p:nvSpPr>
              <p:spPr bwMode="auto">
                <a:xfrm>
                  <a:off x="2916" y="3578"/>
                  <a:ext cx="356" cy="368"/>
                </a:xfrm>
                <a:custGeom>
                  <a:avLst/>
                  <a:gdLst>
                    <a:gd name="T0" fmla="*/ 0 w 356"/>
                    <a:gd name="T1" fmla="*/ 0 h 368"/>
                    <a:gd name="T2" fmla="*/ 300 w 356"/>
                    <a:gd name="T3" fmla="*/ 14 h 368"/>
                    <a:gd name="T4" fmla="*/ 356 w 356"/>
                    <a:gd name="T5" fmla="*/ 294 h 368"/>
                    <a:gd name="T6" fmla="*/ 78 w 356"/>
                    <a:gd name="T7" fmla="*/ 368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6"/>
                    <a:gd name="T16" fmla="*/ 0 h 368"/>
                    <a:gd name="T17" fmla="*/ 356 w 356"/>
                    <a:gd name="T18" fmla="*/ 368 h 36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chemeClr val="bg1"/>
                    </a:gs>
                  </a:gsLst>
                  <a:lin ang="27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prstDash val="solid"/>
                      <a:round/>
                    </a14:hiddenLine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94" name="Group 693"/>
              <p:cNvGrpSpPr/>
              <p:nvPr/>
            </p:nvGrpSpPr>
            <p:grpSpPr>
              <a:xfrm>
                <a:off x="7797061" y="3296104"/>
                <a:ext cx="347997" cy="396620"/>
                <a:chOff x="7797061" y="3296104"/>
                <a:chExt cx="347997" cy="396620"/>
              </a:xfrm>
            </p:grpSpPr>
            <p:pic>
              <p:nvPicPr>
                <p:cNvPr id="113" name="Picture 571" descr="fridge2.png"/>
                <p:cNvPicPr>
                  <a:picLocks noChangeAspect="1"/>
                </p:cNvPicPr>
                <p:nvPr/>
              </p:nvPicPr>
              <p:blipFill>
                <a:blip r:embed="rId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96825" y="3355697"/>
                  <a:ext cx="189578" cy="33702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4" name="Picture 1115" descr="antenna_stylized"/>
                <p:cNvPicPr>
                  <a:picLocks noChangeAspect="1" noChangeArrowheads="1"/>
                </p:cNvPicPr>
                <p:nvPr/>
              </p:nvPicPr>
              <p:blipFill>
                <a:blip r:embed="rId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97061" y="3296104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795" name="Group 794"/>
            <p:cNvGrpSpPr/>
            <p:nvPr/>
          </p:nvGrpSpPr>
          <p:grpSpPr>
            <a:xfrm>
              <a:off x="11058573" y="3399165"/>
              <a:ext cx="518448" cy="1212242"/>
              <a:chOff x="11058573" y="3399165"/>
              <a:chExt cx="518448" cy="1212242"/>
            </a:xfrm>
          </p:grpSpPr>
          <p:grpSp>
            <p:nvGrpSpPr>
              <p:cNvPr id="375" name="Group 374"/>
              <p:cNvGrpSpPr/>
              <p:nvPr/>
            </p:nvGrpSpPr>
            <p:grpSpPr>
              <a:xfrm>
                <a:off x="11087182" y="4159591"/>
                <a:ext cx="489839" cy="451816"/>
                <a:chOff x="5103720" y="2693365"/>
                <a:chExt cx="611650" cy="414788"/>
              </a:xfrm>
            </p:grpSpPr>
            <p:cxnSp>
              <p:nvCxnSpPr>
                <p:cNvPr id="376" name="Straight Connector 375"/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78" name="Group 377"/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79" name="Picture 378" descr="server_rack.png"/>
                  <p:cNvPicPr>
                    <a:picLocks noChangeAspect="1"/>
                  </p:cNvPicPr>
                  <p:nvPr/>
                </p:nvPicPr>
                <p:blipFill>
                  <a:blip r:embed="rId17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0" name="Picture 379" descr="server_rack.png"/>
                  <p:cNvPicPr>
                    <a:picLocks noChangeAspect="1"/>
                  </p:cNvPicPr>
                  <p:nvPr/>
                </p:nvPicPr>
                <p:blipFill>
                  <a:blip r:embed="rId17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1" name="Picture 380" descr="server_rack.png"/>
                  <p:cNvPicPr>
                    <a:picLocks noChangeAspect="1"/>
                  </p:cNvPicPr>
                  <p:nvPr/>
                </p:nvPicPr>
                <p:blipFill>
                  <a:blip r:embed="rId17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392" name="Group 391"/>
              <p:cNvGrpSpPr/>
              <p:nvPr/>
            </p:nvGrpSpPr>
            <p:grpSpPr>
              <a:xfrm>
                <a:off x="11058573" y="3399165"/>
                <a:ext cx="423724" cy="405973"/>
                <a:chOff x="5103720" y="2693365"/>
                <a:chExt cx="611650" cy="414788"/>
              </a:xfrm>
            </p:grpSpPr>
            <p:cxnSp>
              <p:nvCxnSpPr>
                <p:cNvPr id="393" name="Straight Connector 392"/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95" name="Group 394"/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96" name="Picture 395" descr="server_rack.png"/>
                  <p:cNvPicPr>
                    <a:picLocks noChangeAspect="1"/>
                  </p:cNvPicPr>
                  <p:nvPr/>
                </p:nvPicPr>
                <p:blipFill>
                  <a:blip r:embed="rId17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7" name="Picture 396" descr="server_rack.png"/>
                  <p:cNvPicPr>
                    <a:picLocks noChangeAspect="1"/>
                  </p:cNvPicPr>
                  <p:nvPr/>
                </p:nvPicPr>
                <p:blipFill>
                  <a:blip r:embed="rId17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8" name="Picture 397" descr="server_rack.png"/>
                  <p:cNvPicPr>
                    <a:picLocks noChangeAspect="1"/>
                  </p:cNvPicPr>
                  <p:nvPr/>
                </p:nvPicPr>
                <p:blipFill>
                  <a:blip r:embed="rId17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</p:grpSp>
        <p:grpSp>
          <p:nvGrpSpPr>
            <p:cNvPr id="796" name="Group 795"/>
            <p:cNvGrpSpPr/>
            <p:nvPr/>
          </p:nvGrpSpPr>
          <p:grpSpPr>
            <a:xfrm>
              <a:off x="7767607" y="4870841"/>
              <a:ext cx="2692126" cy="1260456"/>
              <a:chOff x="7767607" y="4870841"/>
              <a:chExt cx="2692126" cy="1260456"/>
            </a:xfrm>
          </p:grpSpPr>
          <p:grpSp>
            <p:nvGrpSpPr>
              <p:cNvPr id="71" name="Group 950"/>
              <p:cNvGrpSpPr/>
              <p:nvPr/>
            </p:nvGrpSpPr>
            <p:grpSpPr bwMode="auto">
              <a:xfrm>
                <a:off x="10282541" y="5244631"/>
                <a:ext cx="177192" cy="330833"/>
                <a:chOff x="4140" y="429"/>
                <a:chExt cx="1425" cy="2396"/>
              </a:xfrm>
            </p:grpSpPr>
            <p:sp>
              <p:nvSpPr>
                <p:cNvPr id="207" name="Freeform 951"/>
                <p:cNvSpPr/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8" name="Rectangle 952"/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09" name="Freeform 953"/>
                <p:cNvSpPr/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0" name="Freeform 954"/>
                <p:cNvSpPr/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1" name="Rectangle 955"/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grpSp>
              <p:nvGrpSpPr>
                <p:cNvPr id="212" name="Group 956"/>
                <p:cNvGrpSpPr/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237" name="AutoShape 957"/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4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238" name="AutoShape 958"/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4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213" name="Rectangle 959"/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grpSp>
              <p:nvGrpSpPr>
                <p:cNvPr id="214" name="Group 960"/>
                <p:cNvGrpSpPr/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235" name="AutoShape 961"/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4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236" name="AutoShape 962"/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4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215" name="Rectangle 963"/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16" name="Rectangle 964"/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grpSp>
              <p:nvGrpSpPr>
                <p:cNvPr id="217" name="Group 965"/>
                <p:cNvGrpSpPr/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233" name="AutoShape 966"/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4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234" name="AutoShape 967"/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4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218" name="Freeform 968"/>
                <p:cNvSpPr/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219" name="Group 969"/>
                <p:cNvGrpSpPr/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231" name="AutoShape 970"/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4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232" name="AutoShape 971"/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4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220" name="Rectangle 972"/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21" name="Freeform 973"/>
                <p:cNvSpPr/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2" name="Freeform 974"/>
                <p:cNvSpPr/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3" name="Oval 975"/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24" name="Freeform 976"/>
                <p:cNvSpPr/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5" name="AutoShape 977"/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26" name="AutoShape 978"/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27" name="Oval 979"/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28" name="Oval 980"/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29" name="Oval 981"/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30" name="Rectangle 982"/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grpSp>
            <p:nvGrpSpPr>
              <p:cNvPr id="794" name="Group 793"/>
              <p:cNvGrpSpPr/>
              <p:nvPr/>
            </p:nvGrpSpPr>
            <p:grpSpPr>
              <a:xfrm>
                <a:off x="7767607" y="4870841"/>
                <a:ext cx="2080029" cy="1260456"/>
                <a:chOff x="7767607" y="4870841"/>
                <a:chExt cx="2080029" cy="1260456"/>
              </a:xfrm>
            </p:grpSpPr>
            <p:grpSp>
              <p:nvGrpSpPr>
                <p:cNvPr id="44" name="Group 590"/>
                <p:cNvGrpSpPr/>
                <p:nvPr/>
              </p:nvGrpSpPr>
              <p:grpSpPr bwMode="auto">
                <a:xfrm flipH="1">
                  <a:off x="7974481" y="4870841"/>
                  <a:ext cx="345630" cy="320302"/>
                  <a:chOff x="2839" y="3501"/>
                  <a:chExt cx="755" cy="803"/>
                </a:xfrm>
              </p:grpSpPr>
              <p:pic>
                <p:nvPicPr>
                  <p:cNvPr id="367" name="Picture 591" descr="desktop_computer_stylized_medium"/>
                  <p:cNvPicPr>
                    <a:picLocks noChangeAspect="1" noChangeArrowheads="1"/>
                  </p:cNvPicPr>
                  <p:nvPr/>
                </p:nvPicPr>
                <p:blipFill>
                  <a:blip r:embed="rId18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839" y="3501"/>
                    <a:ext cx="755" cy="8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368" name="Freeform 592"/>
                  <p:cNvSpPr/>
                  <p:nvPr/>
                </p:nvSpPr>
                <p:spPr bwMode="auto">
                  <a:xfrm>
                    <a:off x="2916" y="3578"/>
                    <a:ext cx="356" cy="368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300 w 356"/>
                      <a:gd name="T3" fmla="*/ 14 h 368"/>
                      <a:gd name="T4" fmla="*/ 356 w 356"/>
                      <a:gd name="T5" fmla="*/ 294 h 368"/>
                      <a:gd name="T6" fmla="*/ 78 w 356"/>
                      <a:gd name="T7" fmla="*/ 368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6"/>
                      <a:gd name="T16" fmla="*/ 0 h 368"/>
                      <a:gd name="T17" fmla="*/ 356 w 356"/>
                      <a:gd name="T18" fmla="*/ 368 h 3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chemeClr val="bg1"/>
                      </a:gs>
                    </a:gsLst>
                    <a:lin ang="27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prstDash val="solid"/>
                        <a:round/>
                      </a14:hiddenLine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90" name="Group 1064"/>
                <p:cNvGrpSpPr/>
                <p:nvPr/>
              </p:nvGrpSpPr>
              <p:grpSpPr bwMode="auto">
                <a:xfrm>
                  <a:off x="9195307" y="5823489"/>
                  <a:ext cx="310186" cy="307808"/>
                  <a:chOff x="877" y="1008"/>
                  <a:chExt cx="2747" cy="2591"/>
                </a:xfrm>
              </p:grpSpPr>
              <p:pic>
                <p:nvPicPr>
                  <p:cNvPr id="146" name="Picture 1065" descr="antenna_stylized"/>
                  <p:cNvPicPr>
                    <a:picLocks noChangeAspect="1" noChangeArrowheads="1"/>
                  </p:cNvPicPr>
                  <p:nvPr/>
                </p:nvPicPr>
                <p:blipFill>
                  <a:blip r:embed="rId1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77" y="1008"/>
                    <a:ext cx="2725" cy="14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47" name="Picture 1066" descr="laptop_keyboard"/>
                  <p:cNvPicPr>
                    <a:picLocks noChangeAspect="1" noChangeArrowheads="1"/>
                  </p:cNvPicPr>
                  <p:nvPr/>
                </p:nvPicPr>
                <p:blipFill>
                  <a:blip r:embed="rId2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 rot="109064" flipH="1">
                    <a:off x="1009" y="2586"/>
                    <a:ext cx="2245" cy="101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148" name="Freeform 1067"/>
                  <p:cNvSpPr/>
                  <p:nvPr/>
                </p:nvSpPr>
                <p:spPr bwMode="auto">
                  <a:xfrm>
                    <a:off x="1753" y="1603"/>
                    <a:ext cx="1807" cy="1322"/>
                  </a:xfrm>
                  <a:custGeom>
                    <a:avLst/>
                    <a:gdLst>
                      <a:gd name="T0" fmla="*/ 1 w 2982"/>
                      <a:gd name="T1" fmla="*/ 0 h 2442"/>
                      <a:gd name="T2" fmla="*/ 0 w 2982"/>
                      <a:gd name="T3" fmla="*/ 1 h 2442"/>
                      <a:gd name="T4" fmla="*/ 2 w 2982"/>
                      <a:gd name="T5" fmla="*/ 1 h 2442"/>
                      <a:gd name="T6" fmla="*/ 2 w 2982"/>
                      <a:gd name="T7" fmla="*/ 1 h 2442"/>
                      <a:gd name="T8" fmla="*/ 1 w 2982"/>
                      <a:gd name="T9" fmla="*/ 0 h 24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982"/>
                      <a:gd name="T16" fmla="*/ 0 h 2442"/>
                      <a:gd name="T17" fmla="*/ 2982 w 2982"/>
                      <a:gd name="T18" fmla="*/ 2442 h 244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982" h="2442">
                        <a:moveTo>
                          <a:pt x="540" y="0"/>
                        </a:moveTo>
                        <a:lnTo>
                          <a:pt x="0" y="1734"/>
                        </a:lnTo>
                        <a:lnTo>
                          <a:pt x="2394" y="2442"/>
                        </a:lnTo>
                        <a:lnTo>
                          <a:pt x="2982" y="318"/>
                        </a:lnTo>
                        <a:lnTo>
                          <a:pt x="540" y="0"/>
                        </a:lnTo>
                        <a:close/>
                      </a:path>
                    </a:pathLst>
                  </a:cu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</a:ln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pic>
                <p:nvPicPr>
                  <p:cNvPr id="149" name="Picture 1068" descr="screen"/>
                  <p:cNvPicPr>
                    <a:picLocks noChangeAspect="1" noChangeArrowheads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842" y="1637"/>
                    <a:ext cx="1642" cy="12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150" name="Freeform 1069"/>
                  <p:cNvSpPr/>
                  <p:nvPr/>
                </p:nvSpPr>
                <p:spPr bwMode="auto">
                  <a:xfrm>
                    <a:off x="2082" y="1564"/>
                    <a:ext cx="1531" cy="246"/>
                  </a:xfrm>
                  <a:custGeom>
                    <a:avLst/>
                    <a:gdLst>
                      <a:gd name="T0" fmla="*/ 1 w 2528"/>
                      <a:gd name="T1" fmla="*/ 0 h 455"/>
                      <a:gd name="T2" fmla="*/ 2 w 2528"/>
                      <a:gd name="T3" fmla="*/ 1 h 455"/>
                      <a:gd name="T4" fmla="*/ 2 w 2528"/>
                      <a:gd name="T5" fmla="*/ 1 h 455"/>
                      <a:gd name="T6" fmla="*/ 0 w 2528"/>
                      <a:gd name="T7" fmla="*/ 1 h 455"/>
                      <a:gd name="T8" fmla="*/ 1 w 2528"/>
                      <a:gd name="T9" fmla="*/ 0 h 455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28"/>
                      <a:gd name="T16" fmla="*/ 0 h 455"/>
                      <a:gd name="T17" fmla="*/ 2528 w 2528"/>
                      <a:gd name="T18" fmla="*/ 455 h 455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28" h="455">
                        <a:moveTo>
                          <a:pt x="14" y="0"/>
                        </a:moveTo>
                        <a:lnTo>
                          <a:pt x="2528" y="341"/>
                        </a:lnTo>
                        <a:lnTo>
                          <a:pt x="2480" y="455"/>
                        </a:lnTo>
                        <a:lnTo>
                          <a:pt x="0" y="86"/>
                        </a:lnTo>
                        <a:lnTo>
                          <a:pt x="14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EAEAEA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51" name="Freeform 1070"/>
                  <p:cNvSpPr/>
                  <p:nvPr/>
                </p:nvSpPr>
                <p:spPr bwMode="auto">
                  <a:xfrm>
                    <a:off x="1737" y="1562"/>
                    <a:ext cx="425" cy="1024"/>
                  </a:xfrm>
                  <a:custGeom>
                    <a:avLst/>
                    <a:gdLst>
                      <a:gd name="T0" fmla="*/ 1 w 702"/>
                      <a:gd name="T1" fmla="*/ 0 h 1893"/>
                      <a:gd name="T2" fmla="*/ 0 w 702"/>
                      <a:gd name="T3" fmla="*/ 1 h 1893"/>
                      <a:gd name="T4" fmla="*/ 1 w 702"/>
                      <a:gd name="T5" fmla="*/ 1 h 1893"/>
                      <a:gd name="T6" fmla="*/ 1 w 702"/>
                      <a:gd name="T7" fmla="*/ 1 h 1893"/>
                      <a:gd name="T8" fmla="*/ 1 w 702"/>
                      <a:gd name="T9" fmla="*/ 0 h 189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02"/>
                      <a:gd name="T16" fmla="*/ 0 h 1893"/>
                      <a:gd name="T17" fmla="*/ 702 w 702"/>
                      <a:gd name="T18" fmla="*/ 1893 h 189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02" h="1893">
                        <a:moveTo>
                          <a:pt x="579" y="0"/>
                        </a:moveTo>
                        <a:lnTo>
                          <a:pt x="0" y="1869"/>
                        </a:lnTo>
                        <a:lnTo>
                          <a:pt x="114" y="1893"/>
                        </a:lnTo>
                        <a:lnTo>
                          <a:pt x="702" y="51"/>
                        </a:lnTo>
                        <a:lnTo>
                          <a:pt x="579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52" name="Freeform 1071"/>
                  <p:cNvSpPr/>
                  <p:nvPr/>
                </p:nvSpPr>
                <p:spPr bwMode="auto">
                  <a:xfrm>
                    <a:off x="3144" y="1745"/>
                    <a:ext cx="458" cy="1182"/>
                  </a:xfrm>
                  <a:custGeom>
                    <a:avLst/>
                    <a:gdLst>
                      <a:gd name="T0" fmla="*/ 1 w 756"/>
                      <a:gd name="T1" fmla="*/ 0 h 2184"/>
                      <a:gd name="T2" fmla="*/ 1 w 756"/>
                      <a:gd name="T3" fmla="*/ 1 h 2184"/>
                      <a:gd name="T4" fmla="*/ 0 w 756"/>
                      <a:gd name="T5" fmla="*/ 1 h 2184"/>
                      <a:gd name="T6" fmla="*/ 1 w 756"/>
                      <a:gd name="T7" fmla="*/ 1 h 2184"/>
                      <a:gd name="T8" fmla="*/ 1 w 756"/>
                      <a:gd name="T9" fmla="*/ 0 h 218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6"/>
                      <a:gd name="T16" fmla="*/ 0 h 2184"/>
                      <a:gd name="T17" fmla="*/ 756 w 756"/>
                      <a:gd name="T18" fmla="*/ 2184 h 2184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6" h="2184">
                        <a:moveTo>
                          <a:pt x="756" y="0"/>
                        </a:moveTo>
                        <a:lnTo>
                          <a:pt x="138" y="2184"/>
                        </a:lnTo>
                        <a:lnTo>
                          <a:pt x="0" y="2148"/>
                        </a:lnTo>
                        <a:lnTo>
                          <a:pt x="606" y="78"/>
                        </a:lnTo>
                        <a:lnTo>
                          <a:pt x="756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53" name="Freeform 1072"/>
                  <p:cNvSpPr/>
                  <p:nvPr/>
                </p:nvSpPr>
                <p:spPr bwMode="auto">
                  <a:xfrm>
                    <a:off x="1732" y="2534"/>
                    <a:ext cx="1680" cy="399"/>
                  </a:xfrm>
                  <a:custGeom>
                    <a:avLst/>
                    <a:gdLst>
                      <a:gd name="T0" fmla="*/ 1 w 2773"/>
                      <a:gd name="T1" fmla="*/ 0 h 738"/>
                      <a:gd name="T2" fmla="*/ 0 w 2773"/>
                      <a:gd name="T3" fmla="*/ 1 h 738"/>
                      <a:gd name="T4" fmla="*/ 2 w 2773"/>
                      <a:gd name="T5" fmla="*/ 1 h 738"/>
                      <a:gd name="T6" fmla="*/ 2 w 2773"/>
                      <a:gd name="T7" fmla="*/ 1 h 738"/>
                      <a:gd name="T8" fmla="*/ 1 w 2773"/>
                      <a:gd name="T9" fmla="*/ 0 h 73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773"/>
                      <a:gd name="T16" fmla="*/ 0 h 738"/>
                      <a:gd name="T17" fmla="*/ 2773 w 2773"/>
                      <a:gd name="T18" fmla="*/ 738 h 73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773" h="738">
                        <a:moveTo>
                          <a:pt x="33" y="0"/>
                        </a:moveTo>
                        <a:lnTo>
                          <a:pt x="0" y="99"/>
                        </a:lnTo>
                        <a:lnTo>
                          <a:pt x="2436" y="738"/>
                        </a:lnTo>
                        <a:cubicBezTo>
                          <a:pt x="2499" y="501"/>
                          <a:pt x="2773" y="727"/>
                          <a:pt x="2373" y="603"/>
                        </a:cubicBezTo>
                        <a:lnTo>
                          <a:pt x="3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CC"/>
                      </a:gs>
                      <a:gs pos="100000">
                        <a:schemeClr val="bg1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54" name="Freeform 1073"/>
                  <p:cNvSpPr/>
                  <p:nvPr/>
                </p:nvSpPr>
                <p:spPr bwMode="auto">
                  <a:xfrm>
                    <a:off x="3195" y="1755"/>
                    <a:ext cx="429" cy="1187"/>
                  </a:xfrm>
                  <a:custGeom>
                    <a:avLst/>
                    <a:gdLst>
                      <a:gd name="T0" fmla="*/ 2 w 637"/>
                      <a:gd name="T1" fmla="*/ 0 h 1659"/>
                      <a:gd name="T2" fmla="*/ 2 w 637"/>
                      <a:gd name="T3" fmla="*/ 0 h 1659"/>
                      <a:gd name="T4" fmla="*/ 1 w 637"/>
                      <a:gd name="T5" fmla="*/ 15 h 1659"/>
                      <a:gd name="T6" fmla="*/ 0 w 637"/>
                      <a:gd name="T7" fmla="*/ 15 h 1659"/>
                      <a:gd name="T8" fmla="*/ 2 w 637"/>
                      <a:gd name="T9" fmla="*/ 0 h 1659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637"/>
                      <a:gd name="T16" fmla="*/ 0 h 1659"/>
                      <a:gd name="T17" fmla="*/ 637 w 637"/>
                      <a:gd name="T18" fmla="*/ 1659 h 1659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637" h="1659">
                        <a:moveTo>
                          <a:pt x="615" y="0"/>
                        </a:moveTo>
                        <a:lnTo>
                          <a:pt x="637" y="0"/>
                        </a:lnTo>
                        <a:lnTo>
                          <a:pt x="68" y="1659"/>
                        </a:lnTo>
                        <a:lnTo>
                          <a:pt x="0" y="1647"/>
                        </a:lnTo>
                        <a:lnTo>
                          <a:pt x="615" y="0"/>
                        </a:lnTo>
                        <a:close/>
                      </a:path>
                    </a:pathLst>
                  </a:custGeom>
                  <a:solidFill>
                    <a:srgbClr val="4D4D4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55" name="Freeform 1074"/>
                  <p:cNvSpPr/>
                  <p:nvPr/>
                </p:nvSpPr>
                <p:spPr bwMode="auto">
                  <a:xfrm>
                    <a:off x="1734" y="2587"/>
                    <a:ext cx="1494" cy="394"/>
                  </a:xfrm>
                  <a:custGeom>
                    <a:avLst/>
                    <a:gdLst>
                      <a:gd name="T0" fmla="*/ 0 w 2216"/>
                      <a:gd name="T1" fmla="*/ 0 h 550"/>
                      <a:gd name="T2" fmla="*/ 1 w 2216"/>
                      <a:gd name="T3" fmla="*/ 1 h 550"/>
                      <a:gd name="T4" fmla="*/ 9 w 2216"/>
                      <a:gd name="T5" fmla="*/ 5 h 550"/>
                      <a:gd name="T6" fmla="*/ 9 w 2216"/>
                      <a:gd name="T7" fmla="*/ 4 h 550"/>
                      <a:gd name="T8" fmla="*/ 0 w 2216"/>
                      <a:gd name="T9" fmla="*/ 0 h 55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216"/>
                      <a:gd name="T16" fmla="*/ 0 h 550"/>
                      <a:gd name="T17" fmla="*/ 2216 w 2216"/>
                      <a:gd name="T18" fmla="*/ 550 h 55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216" h="550">
                        <a:moveTo>
                          <a:pt x="0" y="0"/>
                        </a:moveTo>
                        <a:lnTo>
                          <a:pt x="9" y="57"/>
                        </a:lnTo>
                        <a:lnTo>
                          <a:pt x="2164" y="550"/>
                        </a:lnTo>
                        <a:lnTo>
                          <a:pt x="2216" y="49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156" name="Group 1075"/>
                  <p:cNvGrpSpPr/>
                  <p:nvPr/>
                </p:nvGrpSpPr>
                <p:grpSpPr bwMode="auto">
                  <a:xfrm>
                    <a:off x="1709" y="3008"/>
                    <a:ext cx="507" cy="234"/>
                    <a:chOff x="1740" y="2642"/>
                    <a:chExt cx="752" cy="327"/>
                  </a:xfrm>
                </p:grpSpPr>
                <p:sp>
                  <p:nvSpPr>
                    <p:cNvPr id="163" name="Freeform 1076"/>
                    <p:cNvSpPr/>
                    <p:nvPr/>
                  </p:nvSpPr>
                  <p:spPr bwMode="auto">
                    <a:xfrm>
                      <a:off x="1740" y="2642"/>
                      <a:ext cx="752" cy="327"/>
                    </a:xfrm>
                    <a:custGeom>
                      <a:avLst/>
                      <a:gdLst>
                        <a:gd name="T0" fmla="*/ 293 w 752"/>
                        <a:gd name="T1" fmla="*/ 0 h 327"/>
                        <a:gd name="T2" fmla="*/ 752 w 752"/>
                        <a:gd name="T3" fmla="*/ 124 h 327"/>
                        <a:gd name="T4" fmla="*/ 470 w 752"/>
                        <a:gd name="T5" fmla="*/ 327 h 327"/>
                        <a:gd name="T6" fmla="*/ 0 w 752"/>
                        <a:gd name="T7" fmla="*/ 183 h 327"/>
                        <a:gd name="T8" fmla="*/ 293 w 752"/>
                        <a:gd name="T9" fmla="*/ 0 h 327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52"/>
                        <a:gd name="T16" fmla="*/ 0 h 327"/>
                        <a:gd name="T17" fmla="*/ 752 w 752"/>
                        <a:gd name="T18" fmla="*/ 327 h 327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52" h="327">
                          <a:moveTo>
                            <a:pt x="293" y="0"/>
                          </a:moveTo>
                          <a:lnTo>
                            <a:pt x="752" y="124"/>
                          </a:lnTo>
                          <a:lnTo>
                            <a:pt x="470" y="327"/>
                          </a:lnTo>
                          <a:lnTo>
                            <a:pt x="0" y="183"/>
                          </a:lnTo>
                          <a:lnTo>
                            <a:pt x="293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64" name="Freeform 1077"/>
                    <p:cNvSpPr/>
                    <p:nvPr/>
                  </p:nvSpPr>
                  <p:spPr bwMode="auto">
                    <a:xfrm>
                      <a:off x="1754" y="2649"/>
                      <a:ext cx="726" cy="311"/>
                    </a:xfrm>
                    <a:custGeom>
                      <a:avLst/>
                      <a:gdLst>
                        <a:gd name="T0" fmla="*/ 282 w 726"/>
                        <a:gd name="T1" fmla="*/ 0 h 311"/>
                        <a:gd name="T2" fmla="*/ 726 w 726"/>
                        <a:gd name="T3" fmla="*/ 119 h 311"/>
                        <a:gd name="T4" fmla="*/ 457 w 726"/>
                        <a:gd name="T5" fmla="*/ 311 h 311"/>
                        <a:gd name="T6" fmla="*/ 0 w 726"/>
                        <a:gd name="T7" fmla="*/ 173 h 311"/>
                        <a:gd name="T8" fmla="*/ 282 w 726"/>
                        <a:gd name="T9" fmla="*/ 0 h 311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26"/>
                        <a:gd name="T16" fmla="*/ 0 h 311"/>
                        <a:gd name="T17" fmla="*/ 726 w 726"/>
                        <a:gd name="T18" fmla="*/ 311 h 311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26" h="311">
                          <a:moveTo>
                            <a:pt x="282" y="0"/>
                          </a:moveTo>
                          <a:lnTo>
                            <a:pt x="726" y="119"/>
                          </a:lnTo>
                          <a:lnTo>
                            <a:pt x="457" y="311"/>
                          </a:lnTo>
                          <a:lnTo>
                            <a:pt x="0" y="173"/>
                          </a:lnTo>
                          <a:lnTo>
                            <a:pt x="282" y="0"/>
                          </a:ln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4D4D4D"/>
                        </a:gs>
                        <a:gs pos="100000">
                          <a:srgbClr val="DDDDDD"/>
                        </a:gs>
                      </a:gsLst>
                      <a:lin ang="1890000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65" name="Freeform 1078"/>
                    <p:cNvSpPr/>
                    <p:nvPr/>
                  </p:nvSpPr>
                  <p:spPr bwMode="auto">
                    <a:xfrm>
                      <a:off x="1808" y="2770"/>
                      <a:ext cx="258" cy="100"/>
                    </a:xfrm>
                    <a:custGeom>
                      <a:avLst/>
                      <a:gdLst>
                        <a:gd name="T0" fmla="*/ 0 w 258"/>
                        <a:gd name="T1" fmla="*/ 44 h 100"/>
                        <a:gd name="T2" fmla="*/ 75 w 258"/>
                        <a:gd name="T3" fmla="*/ 0 h 100"/>
                        <a:gd name="T4" fmla="*/ 258 w 258"/>
                        <a:gd name="T5" fmla="*/ 50 h 100"/>
                        <a:gd name="T6" fmla="*/ 183 w 258"/>
                        <a:gd name="T7" fmla="*/ 100 h 100"/>
                        <a:gd name="T8" fmla="*/ 0 w 258"/>
                        <a:gd name="T9" fmla="*/ 44 h 100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8"/>
                        <a:gd name="T16" fmla="*/ 0 h 100"/>
                        <a:gd name="T17" fmla="*/ 258 w 258"/>
                        <a:gd name="T18" fmla="*/ 100 h 100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8" h="100">
                          <a:moveTo>
                            <a:pt x="0" y="44"/>
                          </a:moveTo>
                          <a:lnTo>
                            <a:pt x="75" y="0"/>
                          </a:lnTo>
                          <a:lnTo>
                            <a:pt x="258" y="50"/>
                          </a:lnTo>
                          <a:lnTo>
                            <a:pt x="183" y="100"/>
                          </a:lnTo>
                          <a:lnTo>
                            <a:pt x="0" y="44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66" name="Freeform 1079"/>
                    <p:cNvSpPr/>
                    <p:nvPr/>
                  </p:nvSpPr>
                  <p:spPr bwMode="auto">
                    <a:xfrm>
                      <a:off x="1799" y="2816"/>
                      <a:ext cx="194" cy="63"/>
                    </a:xfrm>
                    <a:custGeom>
                      <a:avLst/>
                      <a:gdLst>
                        <a:gd name="T0" fmla="*/ 12 w 194"/>
                        <a:gd name="T1" fmla="*/ 0 h 63"/>
                        <a:gd name="T2" fmla="*/ 194 w 194"/>
                        <a:gd name="T3" fmla="*/ 53 h 63"/>
                        <a:gd name="T4" fmla="*/ 180 w 194"/>
                        <a:gd name="T5" fmla="*/ 63 h 63"/>
                        <a:gd name="T6" fmla="*/ 0 w 194"/>
                        <a:gd name="T7" fmla="*/ 9 h 63"/>
                        <a:gd name="T8" fmla="*/ 12 w 194"/>
                        <a:gd name="T9" fmla="*/ 0 h 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4"/>
                        <a:gd name="T16" fmla="*/ 0 h 63"/>
                        <a:gd name="T17" fmla="*/ 194 w 194"/>
                        <a:gd name="T18" fmla="*/ 63 h 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4" h="63">
                          <a:moveTo>
                            <a:pt x="12" y="0"/>
                          </a:moveTo>
                          <a:lnTo>
                            <a:pt x="194" y="53"/>
                          </a:lnTo>
                          <a:lnTo>
                            <a:pt x="180" y="63"/>
                          </a:lnTo>
                          <a:lnTo>
                            <a:pt x="0" y="9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67" name="Freeform 1080"/>
                    <p:cNvSpPr/>
                    <p:nvPr/>
                  </p:nvSpPr>
                  <p:spPr bwMode="auto">
                    <a:xfrm>
                      <a:off x="2020" y="2834"/>
                      <a:ext cx="258" cy="102"/>
                    </a:xfrm>
                    <a:custGeom>
                      <a:avLst/>
                      <a:gdLst>
                        <a:gd name="T0" fmla="*/ 0 w 258"/>
                        <a:gd name="T1" fmla="*/ 46 h 102"/>
                        <a:gd name="T2" fmla="*/ 71 w 258"/>
                        <a:gd name="T3" fmla="*/ 0 h 102"/>
                        <a:gd name="T4" fmla="*/ 258 w 258"/>
                        <a:gd name="T5" fmla="*/ 52 h 102"/>
                        <a:gd name="T6" fmla="*/ 183 w 258"/>
                        <a:gd name="T7" fmla="*/ 102 h 102"/>
                        <a:gd name="T8" fmla="*/ 0 w 258"/>
                        <a:gd name="T9" fmla="*/ 46 h 102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8"/>
                        <a:gd name="T16" fmla="*/ 0 h 102"/>
                        <a:gd name="T17" fmla="*/ 258 w 258"/>
                        <a:gd name="T18" fmla="*/ 102 h 102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8" h="102">
                          <a:moveTo>
                            <a:pt x="0" y="46"/>
                          </a:moveTo>
                          <a:lnTo>
                            <a:pt x="71" y="0"/>
                          </a:lnTo>
                          <a:lnTo>
                            <a:pt x="258" y="52"/>
                          </a:lnTo>
                          <a:lnTo>
                            <a:pt x="183" y="102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68" name="Freeform 1081"/>
                    <p:cNvSpPr/>
                    <p:nvPr/>
                  </p:nvSpPr>
                  <p:spPr bwMode="auto">
                    <a:xfrm>
                      <a:off x="2011" y="2882"/>
                      <a:ext cx="194" cy="63"/>
                    </a:xfrm>
                    <a:custGeom>
                      <a:avLst/>
                      <a:gdLst>
                        <a:gd name="T0" fmla="*/ 12 w 194"/>
                        <a:gd name="T1" fmla="*/ 0 h 63"/>
                        <a:gd name="T2" fmla="*/ 194 w 194"/>
                        <a:gd name="T3" fmla="*/ 53 h 63"/>
                        <a:gd name="T4" fmla="*/ 180 w 194"/>
                        <a:gd name="T5" fmla="*/ 63 h 63"/>
                        <a:gd name="T6" fmla="*/ 0 w 194"/>
                        <a:gd name="T7" fmla="*/ 9 h 63"/>
                        <a:gd name="T8" fmla="*/ 12 w 194"/>
                        <a:gd name="T9" fmla="*/ 0 h 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4"/>
                        <a:gd name="T16" fmla="*/ 0 h 63"/>
                        <a:gd name="T17" fmla="*/ 194 w 194"/>
                        <a:gd name="T18" fmla="*/ 63 h 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4" h="63">
                          <a:moveTo>
                            <a:pt x="12" y="0"/>
                          </a:moveTo>
                          <a:lnTo>
                            <a:pt x="194" y="53"/>
                          </a:lnTo>
                          <a:lnTo>
                            <a:pt x="180" y="63"/>
                          </a:lnTo>
                          <a:lnTo>
                            <a:pt x="0" y="9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sp>
                <p:nvSpPr>
                  <p:cNvPr id="157" name="Freeform 1082"/>
                  <p:cNvSpPr/>
                  <p:nvPr/>
                </p:nvSpPr>
                <p:spPr bwMode="auto">
                  <a:xfrm>
                    <a:off x="2577" y="3043"/>
                    <a:ext cx="614" cy="514"/>
                  </a:xfrm>
                  <a:custGeom>
                    <a:avLst/>
                    <a:gdLst>
                      <a:gd name="T0" fmla="*/ 1 w 990"/>
                      <a:gd name="T1" fmla="*/ 2 h 792"/>
                      <a:gd name="T2" fmla="*/ 1 w 990"/>
                      <a:gd name="T3" fmla="*/ 0 h 792"/>
                      <a:gd name="T4" fmla="*/ 1 w 990"/>
                      <a:gd name="T5" fmla="*/ 1 h 792"/>
                      <a:gd name="T6" fmla="*/ 0 w 990"/>
                      <a:gd name="T7" fmla="*/ 2 h 792"/>
                      <a:gd name="T8" fmla="*/ 1 w 990"/>
                      <a:gd name="T9" fmla="*/ 2 h 79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990"/>
                      <a:gd name="T16" fmla="*/ 0 h 792"/>
                      <a:gd name="T17" fmla="*/ 990 w 990"/>
                      <a:gd name="T18" fmla="*/ 792 h 79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990" h="792">
                        <a:moveTo>
                          <a:pt x="3" y="738"/>
                        </a:moveTo>
                        <a:lnTo>
                          <a:pt x="990" y="0"/>
                        </a:lnTo>
                        <a:lnTo>
                          <a:pt x="987" y="60"/>
                        </a:lnTo>
                        <a:lnTo>
                          <a:pt x="0" y="792"/>
                        </a:lnTo>
                        <a:lnTo>
                          <a:pt x="3" y="738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58" name="Freeform 1083"/>
                  <p:cNvSpPr/>
                  <p:nvPr/>
                </p:nvSpPr>
                <p:spPr bwMode="auto">
                  <a:xfrm>
                    <a:off x="1010" y="3084"/>
                    <a:ext cx="1571" cy="469"/>
                  </a:xfrm>
                  <a:custGeom>
                    <a:avLst/>
                    <a:gdLst>
                      <a:gd name="T0" fmla="*/ 1 w 2532"/>
                      <a:gd name="T1" fmla="*/ 0 h 723"/>
                      <a:gd name="T2" fmla="*/ 1 w 2532"/>
                      <a:gd name="T3" fmla="*/ 0 h 723"/>
                      <a:gd name="T4" fmla="*/ 4 w 2532"/>
                      <a:gd name="T5" fmla="*/ 2 h 723"/>
                      <a:gd name="T6" fmla="*/ 4 w 2532"/>
                      <a:gd name="T7" fmla="*/ 2 h 723"/>
                      <a:gd name="T8" fmla="*/ 0 w 2532"/>
                      <a:gd name="T9" fmla="*/ 1 h 723"/>
                      <a:gd name="T10" fmla="*/ 1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59" name="Freeform 1084"/>
                  <p:cNvSpPr/>
                  <p:nvPr/>
                </p:nvSpPr>
                <p:spPr bwMode="auto">
                  <a:xfrm>
                    <a:off x="1011" y="2998"/>
                    <a:ext cx="17" cy="95"/>
                  </a:xfrm>
                  <a:custGeom>
                    <a:avLst/>
                    <a:gdLst>
                      <a:gd name="T0" fmla="*/ 1 w 26"/>
                      <a:gd name="T1" fmla="*/ 1 h 147"/>
                      <a:gd name="T2" fmla="*/ 1 w 26"/>
                      <a:gd name="T3" fmla="*/ 1 h 147"/>
                      <a:gd name="T4" fmla="*/ 0 w 26"/>
                      <a:gd name="T5" fmla="*/ 1 h 147"/>
                      <a:gd name="T6" fmla="*/ 1 w 26"/>
                      <a:gd name="T7" fmla="*/ 0 h 147"/>
                      <a:gd name="T8" fmla="*/ 1 w 26"/>
                      <a:gd name="T9" fmla="*/ 1 h 14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6"/>
                      <a:gd name="T16" fmla="*/ 0 h 147"/>
                      <a:gd name="T17" fmla="*/ 26 w 26"/>
                      <a:gd name="T18" fmla="*/ 147 h 14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6" h="147">
                        <a:moveTo>
                          <a:pt x="26" y="10"/>
                        </a:moveTo>
                        <a:lnTo>
                          <a:pt x="23" y="147"/>
                        </a:lnTo>
                        <a:lnTo>
                          <a:pt x="0" y="144"/>
                        </a:lnTo>
                        <a:lnTo>
                          <a:pt x="3" y="0"/>
                        </a:lnTo>
                        <a:lnTo>
                          <a:pt x="26" y="1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60" name="Freeform 1085"/>
                  <p:cNvSpPr/>
                  <p:nvPr/>
                </p:nvSpPr>
                <p:spPr bwMode="auto">
                  <a:xfrm>
                    <a:off x="1012" y="2611"/>
                    <a:ext cx="730" cy="393"/>
                  </a:xfrm>
                  <a:custGeom>
                    <a:avLst/>
                    <a:gdLst>
                      <a:gd name="T0" fmla="*/ 1 w 1176"/>
                      <a:gd name="T1" fmla="*/ 0 h 606"/>
                      <a:gd name="T2" fmla="*/ 0 w 1176"/>
                      <a:gd name="T3" fmla="*/ 1 h 606"/>
                      <a:gd name="T4" fmla="*/ 1 w 1176"/>
                      <a:gd name="T5" fmla="*/ 1 h 606"/>
                      <a:gd name="T6" fmla="*/ 1 w 1176"/>
                      <a:gd name="T7" fmla="*/ 1 h 606"/>
                      <a:gd name="T8" fmla="*/ 1 w 1176"/>
                      <a:gd name="T9" fmla="*/ 0 h 60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176"/>
                      <a:gd name="T16" fmla="*/ 0 h 606"/>
                      <a:gd name="T17" fmla="*/ 1176 w 1176"/>
                      <a:gd name="T18" fmla="*/ 606 h 60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176" h="606">
                        <a:moveTo>
                          <a:pt x="1170" y="0"/>
                        </a:moveTo>
                        <a:lnTo>
                          <a:pt x="0" y="597"/>
                        </a:lnTo>
                        <a:lnTo>
                          <a:pt x="30" y="606"/>
                        </a:lnTo>
                        <a:lnTo>
                          <a:pt x="1176" y="18"/>
                        </a:lnTo>
                        <a:lnTo>
                          <a:pt x="1170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61" name="Freeform 1086"/>
                  <p:cNvSpPr/>
                  <p:nvPr/>
                </p:nvSpPr>
                <p:spPr bwMode="auto">
                  <a:xfrm>
                    <a:off x="1061" y="3018"/>
                    <a:ext cx="1490" cy="451"/>
                  </a:xfrm>
                  <a:custGeom>
                    <a:avLst/>
                    <a:gdLst>
                      <a:gd name="T0" fmla="*/ 1 w 2532"/>
                      <a:gd name="T1" fmla="*/ 0 h 723"/>
                      <a:gd name="T2" fmla="*/ 1 w 2532"/>
                      <a:gd name="T3" fmla="*/ 0 h 723"/>
                      <a:gd name="T4" fmla="*/ 1 w 2532"/>
                      <a:gd name="T5" fmla="*/ 1 h 723"/>
                      <a:gd name="T6" fmla="*/ 1 w 2532"/>
                      <a:gd name="T7" fmla="*/ 1 h 723"/>
                      <a:gd name="T8" fmla="*/ 0 w 2532"/>
                      <a:gd name="T9" fmla="*/ 1 h 723"/>
                      <a:gd name="T10" fmla="*/ 1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62" name="Freeform 1087"/>
                  <p:cNvSpPr/>
                  <p:nvPr/>
                </p:nvSpPr>
                <p:spPr bwMode="auto">
                  <a:xfrm flipV="1">
                    <a:off x="2549" y="2986"/>
                    <a:ext cx="608" cy="467"/>
                  </a:xfrm>
                  <a:custGeom>
                    <a:avLst/>
                    <a:gdLst>
                      <a:gd name="T0" fmla="*/ 0 w 2532"/>
                      <a:gd name="T1" fmla="*/ 0 h 723"/>
                      <a:gd name="T2" fmla="*/ 0 w 2532"/>
                      <a:gd name="T3" fmla="*/ 0 h 723"/>
                      <a:gd name="T4" fmla="*/ 0 w 2532"/>
                      <a:gd name="T5" fmla="*/ 2 h 723"/>
                      <a:gd name="T6" fmla="*/ 0 w 2532"/>
                      <a:gd name="T7" fmla="*/ 2 h 723"/>
                      <a:gd name="T8" fmla="*/ 0 w 2532"/>
                      <a:gd name="T9" fmla="*/ 1 h 723"/>
                      <a:gd name="T10" fmla="*/ 0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87" name="Group 590"/>
                <p:cNvGrpSpPr/>
                <p:nvPr/>
              </p:nvGrpSpPr>
              <p:grpSpPr bwMode="auto">
                <a:xfrm flipH="1">
                  <a:off x="7767607" y="5251740"/>
                  <a:ext cx="345630" cy="320302"/>
                  <a:chOff x="2839" y="3501"/>
                  <a:chExt cx="755" cy="803"/>
                </a:xfrm>
              </p:grpSpPr>
              <p:pic>
                <p:nvPicPr>
                  <p:cNvPr id="488" name="Picture 591" descr="desktop_computer_stylized_medium"/>
                  <p:cNvPicPr>
                    <a:picLocks noChangeAspect="1" noChangeArrowheads="1"/>
                  </p:cNvPicPr>
                  <p:nvPr/>
                </p:nvPicPr>
                <p:blipFill>
                  <a:blip r:embed="rId18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839" y="3501"/>
                    <a:ext cx="755" cy="8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89" name="Freeform 592"/>
                  <p:cNvSpPr/>
                  <p:nvPr/>
                </p:nvSpPr>
                <p:spPr bwMode="auto">
                  <a:xfrm>
                    <a:off x="2916" y="3578"/>
                    <a:ext cx="356" cy="368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300 w 356"/>
                      <a:gd name="T3" fmla="*/ 14 h 368"/>
                      <a:gd name="T4" fmla="*/ 356 w 356"/>
                      <a:gd name="T5" fmla="*/ 294 h 368"/>
                      <a:gd name="T6" fmla="*/ 78 w 356"/>
                      <a:gd name="T7" fmla="*/ 368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6"/>
                      <a:gd name="T16" fmla="*/ 0 h 368"/>
                      <a:gd name="T17" fmla="*/ 356 w 356"/>
                      <a:gd name="T18" fmla="*/ 368 h 3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chemeClr val="bg1"/>
                      </a:gs>
                    </a:gsLst>
                    <a:lin ang="27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prstDash val="solid"/>
                        <a:round/>
                      </a14:hiddenLine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90" name="Group 590"/>
                <p:cNvGrpSpPr/>
                <p:nvPr/>
              </p:nvGrpSpPr>
              <p:grpSpPr bwMode="auto">
                <a:xfrm flipH="1">
                  <a:off x="8147535" y="5475337"/>
                  <a:ext cx="345630" cy="320302"/>
                  <a:chOff x="2839" y="3501"/>
                  <a:chExt cx="755" cy="803"/>
                </a:xfrm>
              </p:grpSpPr>
              <p:pic>
                <p:nvPicPr>
                  <p:cNvPr id="491" name="Picture 591" descr="desktop_computer_stylized_medium"/>
                  <p:cNvPicPr>
                    <a:picLocks noChangeAspect="1" noChangeArrowheads="1"/>
                  </p:cNvPicPr>
                  <p:nvPr/>
                </p:nvPicPr>
                <p:blipFill>
                  <a:blip r:embed="rId18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839" y="3501"/>
                    <a:ext cx="755" cy="8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92" name="Freeform 592"/>
                  <p:cNvSpPr/>
                  <p:nvPr/>
                </p:nvSpPr>
                <p:spPr bwMode="auto">
                  <a:xfrm>
                    <a:off x="2916" y="3578"/>
                    <a:ext cx="356" cy="368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300 w 356"/>
                      <a:gd name="T3" fmla="*/ 14 h 368"/>
                      <a:gd name="T4" fmla="*/ 356 w 356"/>
                      <a:gd name="T5" fmla="*/ 294 h 368"/>
                      <a:gd name="T6" fmla="*/ 78 w 356"/>
                      <a:gd name="T7" fmla="*/ 368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6"/>
                      <a:gd name="T16" fmla="*/ 0 h 368"/>
                      <a:gd name="T17" fmla="*/ 356 w 356"/>
                      <a:gd name="T18" fmla="*/ 368 h 3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chemeClr val="bg1"/>
                      </a:gs>
                    </a:gsLst>
                    <a:lin ang="27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prstDash val="solid"/>
                        <a:round/>
                      </a14:hiddenLine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93" name="Group 590"/>
                <p:cNvGrpSpPr/>
                <p:nvPr/>
              </p:nvGrpSpPr>
              <p:grpSpPr bwMode="auto">
                <a:xfrm flipH="1">
                  <a:off x="8545760" y="5496810"/>
                  <a:ext cx="345630" cy="320302"/>
                  <a:chOff x="2839" y="3501"/>
                  <a:chExt cx="755" cy="803"/>
                </a:xfrm>
              </p:grpSpPr>
              <p:pic>
                <p:nvPicPr>
                  <p:cNvPr id="494" name="Picture 591" descr="desktop_computer_stylized_medium"/>
                  <p:cNvPicPr>
                    <a:picLocks noChangeAspect="1" noChangeArrowheads="1"/>
                  </p:cNvPicPr>
                  <p:nvPr/>
                </p:nvPicPr>
                <p:blipFill>
                  <a:blip r:embed="rId18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839" y="3501"/>
                    <a:ext cx="755" cy="8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95" name="Freeform 592"/>
                  <p:cNvSpPr/>
                  <p:nvPr/>
                </p:nvSpPr>
                <p:spPr bwMode="auto">
                  <a:xfrm>
                    <a:off x="2916" y="3578"/>
                    <a:ext cx="356" cy="368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300 w 356"/>
                      <a:gd name="T3" fmla="*/ 14 h 368"/>
                      <a:gd name="T4" fmla="*/ 356 w 356"/>
                      <a:gd name="T5" fmla="*/ 294 h 368"/>
                      <a:gd name="T6" fmla="*/ 78 w 356"/>
                      <a:gd name="T7" fmla="*/ 368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6"/>
                      <a:gd name="T16" fmla="*/ 0 h 368"/>
                      <a:gd name="T17" fmla="*/ 356 w 356"/>
                      <a:gd name="T18" fmla="*/ 368 h 3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chemeClr val="bg1"/>
                      </a:gs>
                    </a:gsLst>
                    <a:lin ang="27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prstDash val="solid"/>
                        <a:round/>
                      </a14:hiddenLine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96" name="Group 1064"/>
                <p:cNvGrpSpPr/>
                <p:nvPr/>
              </p:nvGrpSpPr>
              <p:grpSpPr bwMode="auto">
                <a:xfrm>
                  <a:off x="9528372" y="5765818"/>
                  <a:ext cx="319264" cy="253379"/>
                  <a:chOff x="877" y="1008"/>
                  <a:chExt cx="2747" cy="2591"/>
                </a:xfrm>
              </p:grpSpPr>
              <p:pic>
                <p:nvPicPr>
                  <p:cNvPr id="497" name="Picture 1065" descr="antenna_stylized"/>
                  <p:cNvPicPr>
                    <a:picLocks noChangeAspect="1" noChangeArrowheads="1"/>
                  </p:cNvPicPr>
                  <p:nvPr/>
                </p:nvPicPr>
                <p:blipFill>
                  <a:blip r:embed="rId1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77" y="1008"/>
                    <a:ext cx="2725" cy="14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498" name="Picture 1066" descr="laptop_keyboard"/>
                  <p:cNvPicPr>
                    <a:picLocks noChangeAspect="1" noChangeArrowheads="1"/>
                  </p:cNvPicPr>
                  <p:nvPr/>
                </p:nvPicPr>
                <p:blipFill>
                  <a:blip r:embed="rId2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 rot="109064" flipH="1">
                    <a:off x="1009" y="2586"/>
                    <a:ext cx="2245" cy="101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99" name="Freeform 1067"/>
                  <p:cNvSpPr/>
                  <p:nvPr/>
                </p:nvSpPr>
                <p:spPr bwMode="auto">
                  <a:xfrm>
                    <a:off x="1753" y="1603"/>
                    <a:ext cx="1807" cy="1322"/>
                  </a:xfrm>
                  <a:custGeom>
                    <a:avLst/>
                    <a:gdLst>
                      <a:gd name="T0" fmla="*/ 1 w 2982"/>
                      <a:gd name="T1" fmla="*/ 0 h 2442"/>
                      <a:gd name="T2" fmla="*/ 0 w 2982"/>
                      <a:gd name="T3" fmla="*/ 1 h 2442"/>
                      <a:gd name="T4" fmla="*/ 2 w 2982"/>
                      <a:gd name="T5" fmla="*/ 1 h 2442"/>
                      <a:gd name="T6" fmla="*/ 2 w 2982"/>
                      <a:gd name="T7" fmla="*/ 1 h 2442"/>
                      <a:gd name="T8" fmla="*/ 1 w 2982"/>
                      <a:gd name="T9" fmla="*/ 0 h 24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982"/>
                      <a:gd name="T16" fmla="*/ 0 h 2442"/>
                      <a:gd name="T17" fmla="*/ 2982 w 2982"/>
                      <a:gd name="T18" fmla="*/ 2442 h 244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982" h="2442">
                        <a:moveTo>
                          <a:pt x="540" y="0"/>
                        </a:moveTo>
                        <a:lnTo>
                          <a:pt x="0" y="1734"/>
                        </a:lnTo>
                        <a:lnTo>
                          <a:pt x="2394" y="2442"/>
                        </a:lnTo>
                        <a:lnTo>
                          <a:pt x="2982" y="318"/>
                        </a:lnTo>
                        <a:lnTo>
                          <a:pt x="540" y="0"/>
                        </a:lnTo>
                        <a:close/>
                      </a:path>
                    </a:pathLst>
                  </a:cu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</a:ln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pic>
                <p:nvPicPr>
                  <p:cNvPr id="500" name="Picture 1068" descr="screen"/>
                  <p:cNvPicPr>
                    <a:picLocks noChangeAspect="1" noChangeArrowheads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842" y="1637"/>
                    <a:ext cx="1642" cy="12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501" name="Freeform 1069"/>
                  <p:cNvSpPr/>
                  <p:nvPr/>
                </p:nvSpPr>
                <p:spPr bwMode="auto">
                  <a:xfrm>
                    <a:off x="2082" y="1564"/>
                    <a:ext cx="1531" cy="246"/>
                  </a:xfrm>
                  <a:custGeom>
                    <a:avLst/>
                    <a:gdLst>
                      <a:gd name="T0" fmla="*/ 1 w 2528"/>
                      <a:gd name="T1" fmla="*/ 0 h 455"/>
                      <a:gd name="T2" fmla="*/ 2 w 2528"/>
                      <a:gd name="T3" fmla="*/ 1 h 455"/>
                      <a:gd name="T4" fmla="*/ 2 w 2528"/>
                      <a:gd name="T5" fmla="*/ 1 h 455"/>
                      <a:gd name="T6" fmla="*/ 0 w 2528"/>
                      <a:gd name="T7" fmla="*/ 1 h 455"/>
                      <a:gd name="T8" fmla="*/ 1 w 2528"/>
                      <a:gd name="T9" fmla="*/ 0 h 455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28"/>
                      <a:gd name="T16" fmla="*/ 0 h 455"/>
                      <a:gd name="T17" fmla="*/ 2528 w 2528"/>
                      <a:gd name="T18" fmla="*/ 455 h 455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28" h="455">
                        <a:moveTo>
                          <a:pt x="14" y="0"/>
                        </a:moveTo>
                        <a:lnTo>
                          <a:pt x="2528" y="341"/>
                        </a:lnTo>
                        <a:lnTo>
                          <a:pt x="2480" y="455"/>
                        </a:lnTo>
                        <a:lnTo>
                          <a:pt x="0" y="86"/>
                        </a:lnTo>
                        <a:lnTo>
                          <a:pt x="14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EAEAEA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2" name="Freeform 1070"/>
                  <p:cNvSpPr/>
                  <p:nvPr/>
                </p:nvSpPr>
                <p:spPr bwMode="auto">
                  <a:xfrm>
                    <a:off x="1737" y="1562"/>
                    <a:ext cx="425" cy="1024"/>
                  </a:xfrm>
                  <a:custGeom>
                    <a:avLst/>
                    <a:gdLst>
                      <a:gd name="T0" fmla="*/ 1 w 702"/>
                      <a:gd name="T1" fmla="*/ 0 h 1893"/>
                      <a:gd name="T2" fmla="*/ 0 w 702"/>
                      <a:gd name="T3" fmla="*/ 1 h 1893"/>
                      <a:gd name="T4" fmla="*/ 1 w 702"/>
                      <a:gd name="T5" fmla="*/ 1 h 1893"/>
                      <a:gd name="T6" fmla="*/ 1 w 702"/>
                      <a:gd name="T7" fmla="*/ 1 h 1893"/>
                      <a:gd name="T8" fmla="*/ 1 w 702"/>
                      <a:gd name="T9" fmla="*/ 0 h 189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02"/>
                      <a:gd name="T16" fmla="*/ 0 h 1893"/>
                      <a:gd name="T17" fmla="*/ 702 w 702"/>
                      <a:gd name="T18" fmla="*/ 1893 h 189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02" h="1893">
                        <a:moveTo>
                          <a:pt x="579" y="0"/>
                        </a:moveTo>
                        <a:lnTo>
                          <a:pt x="0" y="1869"/>
                        </a:lnTo>
                        <a:lnTo>
                          <a:pt x="114" y="1893"/>
                        </a:lnTo>
                        <a:lnTo>
                          <a:pt x="702" y="51"/>
                        </a:lnTo>
                        <a:lnTo>
                          <a:pt x="579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3" name="Freeform 1071"/>
                  <p:cNvSpPr/>
                  <p:nvPr/>
                </p:nvSpPr>
                <p:spPr bwMode="auto">
                  <a:xfrm>
                    <a:off x="3144" y="1745"/>
                    <a:ext cx="458" cy="1182"/>
                  </a:xfrm>
                  <a:custGeom>
                    <a:avLst/>
                    <a:gdLst>
                      <a:gd name="T0" fmla="*/ 1 w 756"/>
                      <a:gd name="T1" fmla="*/ 0 h 2184"/>
                      <a:gd name="T2" fmla="*/ 1 w 756"/>
                      <a:gd name="T3" fmla="*/ 1 h 2184"/>
                      <a:gd name="T4" fmla="*/ 0 w 756"/>
                      <a:gd name="T5" fmla="*/ 1 h 2184"/>
                      <a:gd name="T6" fmla="*/ 1 w 756"/>
                      <a:gd name="T7" fmla="*/ 1 h 2184"/>
                      <a:gd name="T8" fmla="*/ 1 w 756"/>
                      <a:gd name="T9" fmla="*/ 0 h 218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6"/>
                      <a:gd name="T16" fmla="*/ 0 h 2184"/>
                      <a:gd name="T17" fmla="*/ 756 w 756"/>
                      <a:gd name="T18" fmla="*/ 2184 h 2184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6" h="2184">
                        <a:moveTo>
                          <a:pt x="756" y="0"/>
                        </a:moveTo>
                        <a:lnTo>
                          <a:pt x="138" y="2184"/>
                        </a:lnTo>
                        <a:lnTo>
                          <a:pt x="0" y="2148"/>
                        </a:lnTo>
                        <a:lnTo>
                          <a:pt x="606" y="78"/>
                        </a:lnTo>
                        <a:lnTo>
                          <a:pt x="756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4" name="Freeform 1072"/>
                  <p:cNvSpPr/>
                  <p:nvPr/>
                </p:nvSpPr>
                <p:spPr bwMode="auto">
                  <a:xfrm>
                    <a:off x="1732" y="2534"/>
                    <a:ext cx="1680" cy="399"/>
                  </a:xfrm>
                  <a:custGeom>
                    <a:avLst/>
                    <a:gdLst>
                      <a:gd name="T0" fmla="*/ 1 w 2773"/>
                      <a:gd name="T1" fmla="*/ 0 h 738"/>
                      <a:gd name="T2" fmla="*/ 0 w 2773"/>
                      <a:gd name="T3" fmla="*/ 1 h 738"/>
                      <a:gd name="T4" fmla="*/ 2 w 2773"/>
                      <a:gd name="T5" fmla="*/ 1 h 738"/>
                      <a:gd name="T6" fmla="*/ 2 w 2773"/>
                      <a:gd name="T7" fmla="*/ 1 h 738"/>
                      <a:gd name="T8" fmla="*/ 1 w 2773"/>
                      <a:gd name="T9" fmla="*/ 0 h 73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773"/>
                      <a:gd name="T16" fmla="*/ 0 h 738"/>
                      <a:gd name="T17" fmla="*/ 2773 w 2773"/>
                      <a:gd name="T18" fmla="*/ 738 h 73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773" h="738">
                        <a:moveTo>
                          <a:pt x="33" y="0"/>
                        </a:moveTo>
                        <a:lnTo>
                          <a:pt x="0" y="99"/>
                        </a:lnTo>
                        <a:lnTo>
                          <a:pt x="2436" y="738"/>
                        </a:lnTo>
                        <a:cubicBezTo>
                          <a:pt x="2499" y="501"/>
                          <a:pt x="2773" y="727"/>
                          <a:pt x="2373" y="603"/>
                        </a:cubicBezTo>
                        <a:lnTo>
                          <a:pt x="3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CC"/>
                      </a:gs>
                      <a:gs pos="100000">
                        <a:schemeClr val="bg1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5" name="Freeform 1073"/>
                  <p:cNvSpPr/>
                  <p:nvPr/>
                </p:nvSpPr>
                <p:spPr bwMode="auto">
                  <a:xfrm>
                    <a:off x="3195" y="1755"/>
                    <a:ext cx="429" cy="1187"/>
                  </a:xfrm>
                  <a:custGeom>
                    <a:avLst/>
                    <a:gdLst>
                      <a:gd name="T0" fmla="*/ 2 w 637"/>
                      <a:gd name="T1" fmla="*/ 0 h 1659"/>
                      <a:gd name="T2" fmla="*/ 2 w 637"/>
                      <a:gd name="T3" fmla="*/ 0 h 1659"/>
                      <a:gd name="T4" fmla="*/ 1 w 637"/>
                      <a:gd name="T5" fmla="*/ 15 h 1659"/>
                      <a:gd name="T6" fmla="*/ 0 w 637"/>
                      <a:gd name="T7" fmla="*/ 15 h 1659"/>
                      <a:gd name="T8" fmla="*/ 2 w 637"/>
                      <a:gd name="T9" fmla="*/ 0 h 1659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637"/>
                      <a:gd name="T16" fmla="*/ 0 h 1659"/>
                      <a:gd name="T17" fmla="*/ 637 w 637"/>
                      <a:gd name="T18" fmla="*/ 1659 h 1659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637" h="1659">
                        <a:moveTo>
                          <a:pt x="615" y="0"/>
                        </a:moveTo>
                        <a:lnTo>
                          <a:pt x="637" y="0"/>
                        </a:lnTo>
                        <a:lnTo>
                          <a:pt x="68" y="1659"/>
                        </a:lnTo>
                        <a:lnTo>
                          <a:pt x="0" y="1647"/>
                        </a:lnTo>
                        <a:lnTo>
                          <a:pt x="615" y="0"/>
                        </a:lnTo>
                        <a:close/>
                      </a:path>
                    </a:pathLst>
                  </a:custGeom>
                  <a:solidFill>
                    <a:srgbClr val="4D4D4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6" name="Freeform 1074"/>
                  <p:cNvSpPr/>
                  <p:nvPr/>
                </p:nvSpPr>
                <p:spPr bwMode="auto">
                  <a:xfrm>
                    <a:off x="1734" y="2587"/>
                    <a:ext cx="1494" cy="394"/>
                  </a:xfrm>
                  <a:custGeom>
                    <a:avLst/>
                    <a:gdLst>
                      <a:gd name="T0" fmla="*/ 0 w 2216"/>
                      <a:gd name="T1" fmla="*/ 0 h 550"/>
                      <a:gd name="T2" fmla="*/ 1 w 2216"/>
                      <a:gd name="T3" fmla="*/ 1 h 550"/>
                      <a:gd name="T4" fmla="*/ 9 w 2216"/>
                      <a:gd name="T5" fmla="*/ 5 h 550"/>
                      <a:gd name="T6" fmla="*/ 9 w 2216"/>
                      <a:gd name="T7" fmla="*/ 4 h 550"/>
                      <a:gd name="T8" fmla="*/ 0 w 2216"/>
                      <a:gd name="T9" fmla="*/ 0 h 55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216"/>
                      <a:gd name="T16" fmla="*/ 0 h 550"/>
                      <a:gd name="T17" fmla="*/ 2216 w 2216"/>
                      <a:gd name="T18" fmla="*/ 550 h 55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216" h="550">
                        <a:moveTo>
                          <a:pt x="0" y="0"/>
                        </a:moveTo>
                        <a:lnTo>
                          <a:pt x="9" y="57"/>
                        </a:lnTo>
                        <a:lnTo>
                          <a:pt x="2164" y="550"/>
                        </a:lnTo>
                        <a:lnTo>
                          <a:pt x="2216" y="49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507" name="Group 1075"/>
                  <p:cNvGrpSpPr/>
                  <p:nvPr/>
                </p:nvGrpSpPr>
                <p:grpSpPr bwMode="auto">
                  <a:xfrm>
                    <a:off x="1709" y="3008"/>
                    <a:ext cx="507" cy="234"/>
                    <a:chOff x="1740" y="2642"/>
                    <a:chExt cx="752" cy="327"/>
                  </a:xfrm>
                </p:grpSpPr>
                <p:sp>
                  <p:nvSpPr>
                    <p:cNvPr id="514" name="Freeform 1076"/>
                    <p:cNvSpPr/>
                    <p:nvPr/>
                  </p:nvSpPr>
                  <p:spPr bwMode="auto">
                    <a:xfrm>
                      <a:off x="1740" y="2642"/>
                      <a:ext cx="752" cy="327"/>
                    </a:xfrm>
                    <a:custGeom>
                      <a:avLst/>
                      <a:gdLst>
                        <a:gd name="T0" fmla="*/ 293 w 752"/>
                        <a:gd name="T1" fmla="*/ 0 h 327"/>
                        <a:gd name="T2" fmla="*/ 752 w 752"/>
                        <a:gd name="T3" fmla="*/ 124 h 327"/>
                        <a:gd name="T4" fmla="*/ 470 w 752"/>
                        <a:gd name="T5" fmla="*/ 327 h 327"/>
                        <a:gd name="T6" fmla="*/ 0 w 752"/>
                        <a:gd name="T7" fmla="*/ 183 h 327"/>
                        <a:gd name="T8" fmla="*/ 293 w 752"/>
                        <a:gd name="T9" fmla="*/ 0 h 327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52"/>
                        <a:gd name="T16" fmla="*/ 0 h 327"/>
                        <a:gd name="T17" fmla="*/ 752 w 752"/>
                        <a:gd name="T18" fmla="*/ 327 h 327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52" h="327">
                          <a:moveTo>
                            <a:pt x="293" y="0"/>
                          </a:moveTo>
                          <a:lnTo>
                            <a:pt x="752" y="124"/>
                          </a:lnTo>
                          <a:lnTo>
                            <a:pt x="470" y="327"/>
                          </a:lnTo>
                          <a:lnTo>
                            <a:pt x="0" y="183"/>
                          </a:lnTo>
                          <a:lnTo>
                            <a:pt x="293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15" name="Freeform 1077"/>
                    <p:cNvSpPr/>
                    <p:nvPr/>
                  </p:nvSpPr>
                  <p:spPr bwMode="auto">
                    <a:xfrm>
                      <a:off x="1754" y="2649"/>
                      <a:ext cx="726" cy="311"/>
                    </a:xfrm>
                    <a:custGeom>
                      <a:avLst/>
                      <a:gdLst>
                        <a:gd name="T0" fmla="*/ 282 w 726"/>
                        <a:gd name="T1" fmla="*/ 0 h 311"/>
                        <a:gd name="T2" fmla="*/ 726 w 726"/>
                        <a:gd name="T3" fmla="*/ 119 h 311"/>
                        <a:gd name="T4" fmla="*/ 457 w 726"/>
                        <a:gd name="T5" fmla="*/ 311 h 311"/>
                        <a:gd name="T6" fmla="*/ 0 w 726"/>
                        <a:gd name="T7" fmla="*/ 173 h 311"/>
                        <a:gd name="T8" fmla="*/ 282 w 726"/>
                        <a:gd name="T9" fmla="*/ 0 h 311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26"/>
                        <a:gd name="T16" fmla="*/ 0 h 311"/>
                        <a:gd name="T17" fmla="*/ 726 w 726"/>
                        <a:gd name="T18" fmla="*/ 311 h 311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26" h="311">
                          <a:moveTo>
                            <a:pt x="282" y="0"/>
                          </a:moveTo>
                          <a:lnTo>
                            <a:pt x="726" y="119"/>
                          </a:lnTo>
                          <a:lnTo>
                            <a:pt x="457" y="311"/>
                          </a:lnTo>
                          <a:lnTo>
                            <a:pt x="0" y="173"/>
                          </a:lnTo>
                          <a:lnTo>
                            <a:pt x="282" y="0"/>
                          </a:ln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4D4D4D"/>
                        </a:gs>
                        <a:gs pos="100000">
                          <a:srgbClr val="DDDDDD"/>
                        </a:gs>
                      </a:gsLst>
                      <a:lin ang="1890000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16" name="Freeform 1078"/>
                    <p:cNvSpPr/>
                    <p:nvPr/>
                  </p:nvSpPr>
                  <p:spPr bwMode="auto">
                    <a:xfrm>
                      <a:off x="1808" y="2770"/>
                      <a:ext cx="258" cy="100"/>
                    </a:xfrm>
                    <a:custGeom>
                      <a:avLst/>
                      <a:gdLst>
                        <a:gd name="T0" fmla="*/ 0 w 258"/>
                        <a:gd name="T1" fmla="*/ 44 h 100"/>
                        <a:gd name="T2" fmla="*/ 75 w 258"/>
                        <a:gd name="T3" fmla="*/ 0 h 100"/>
                        <a:gd name="T4" fmla="*/ 258 w 258"/>
                        <a:gd name="T5" fmla="*/ 50 h 100"/>
                        <a:gd name="T6" fmla="*/ 183 w 258"/>
                        <a:gd name="T7" fmla="*/ 100 h 100"/>
                        <a:gd name="T8" fmla="*/ 0 w 258"/>
                        <a:gd name="T9" fmla="*/ 44 h 100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8"/>
                        <a:gd name="T16" fmla="*/ 0 h 100"/>
                        <a:gd name="T17" fmla="*/ 258 w 258"/>
                        <a:gd name="T18" fmla="*/ 100 h 100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8" h="100">
                          <a:moveTo>
                            <a:pt x="0" y="44"/>
                          </a:moveTo>
                          <a:lnTo>
                            <a:pt x="75" y="0"/>
                          </a:lnTo>
                          <a:lnTo>
                            <a:pt x="258" y="50"/>
                          </a:lnTo>
                          <a:lnTo>
                            <a:pt x="183" y="100"/>
                          </a:lnTo>
                          <a:lnTo>
                            <a:pt x="0" y="44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17" name="Freeform 1079"/>
                    <p:cNvSpPr/>
                    <p:nvPr/>
                  </p:nvSpPr>
                  <p:spPr bwMode="auto">
                    <a:xfrm>
                      <a:off x="1799" y="2816"/>
                      <a:ext cx="194" cy="63"/>
                    </a:xfrm>
                    <a:custGeom>
                      <a:avLst/>
                      <a:gdLst>
                        <a:gd name="T0" fmla="*/ 12 w 194"/>
                        <a:gd name="T1" fmla="*/ 0 h 63"/>
                        <a:gd name="T2" fmla="*/ 194 w 194"/>
                        <a:gd name="T3" fmla="*/ 53 h 63"/>
                        <a:gd name="T4" fmla="*/ 180 w 194"/>
                        <a:gd name="T5" fmla="*/ 63 h 63"/>
                        <a:gd name="T6" fmla="*/ 0 w 194"/>
                        <a:gd name="T7" fmla="*/ 9 h 63"/>
                        <a:gd name="T8" fmla="*/ 12 w 194"/>
                        <a:gd name="T9" fmla="*/ 0 h 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4"/>
                        <a:gd name="T16" fmla="*/ 0 h 63"/>
                        <a:gd name="T17" fmla="*/ 194 w 194"/>
                        <a:gd name="T18" fmla="*/ 63 h 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4" h="63">
                          <a:moveTo>
                            <a:pt x="12" y="0"/>
                          </a:moveTo>
                          <a:lnTo>
                            <a:pt x="194" y="53"/>
                          </a:lnTo>
                          <a:lnTo>
                            <a:pt x="180" y="63"/>
                          </a:lnTo>
                          <a:lnTo>
                            <a:pt x="0" y="9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18" name="Freeform 1080"/>
                    <p:cNvSpPr/>
                    <p:nvPr/>
                  </p:nvSpPr>
                  <p:spPr bwMode="auto">
                    <a:xfrm>
                      <a:off x="2020" y="2834"/>
                      <a:ext cx="258" cy="102"/>
                    </a:xfrm>
                    <a:custGeom>
                      <a:avLst/>
                      <a:gdLst>
                        <a:gd name="T0" fmla="*/ 0 w 258"/>
                        <a:gd name="T1" fmla="*/ 46 h 102"/>
                        <a:gd name="T2" fmla="*/ 71 w 258"/>
                        <a:gd name="T3" fmla="*/ 0 h 102"/>
                        <a:gd name="T4" fmla="*/ 258 w 258"/>
                        <a:gd name="T5" fmla="*/ 52 h 102"/>
                        <a:gd name="T6" fmla="*/ 183 w 258"/>
                        <a:gd name="T7" fmla="*/ 102 h 102"/>
                        <a:gd name="T8" fmla="*/ 0 w 258"/>
                        <a:gd name="T9" fmla="*/ 46 h 102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8"/>
                        <a:gd name="T16" fmla="*/ 0 h 102"/>
                        <a:gd name="T17" fmla="*/ 258 w 258"/>
                        <a:gd name="T18" fmla="*/ 102 h 102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8" h="102">
                          <a:moveTo>
                            <a:pt x="0" y="46"/>
                          </a:moveTo>
                          <a:lnTo>
                            <a:pt x="71" y="0"/>
                          </a:lnTo>
                          <a:lnTo>
                            <a:pt x="258" y="52"/>
                          </a:lnTo>
                          <a:lnTo>
                            <a:pt x="183" y="102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19" name="Freeform 1081"/>
                    <p:cNvSpPr/>
                    <p:nvPr/>
                  </p:nvSpPr>
                  <p:spPr bwMode="auto">
                    <a:xfrm>
                      <a:off x="2011" y="2882"/>
                      <a:ext cx="194" cy="63"/>
                    </a:xfrm>
                    <a:custGeom>
                      <a:avLst/>
                      <a:gdLst>
                        <a:gd name="T0" fmla="*/ 12 w 194"/>
                        <a:gd name="T1" fmla="*/ 0 h 63"/>
                        <a:gd name="T2" fmla="*/ 194 w 194"/>
                        <a:gd name="T3" fmla="*/ 53 h 63"/>
                        <a:gd name="T4" fmla="*/ 180 w 194"/>
                        <a:gd name="T5" fmla="*/ 63 h 63"/>
                        <a:gd name="T6" fmla="*/ 0 w 194"/>
                        <a:gd name="T7" fmla="*/ 9 h 63"/>
                        <a:gd name="T8" fmla="*/ 12 w 194"/>
                        <a:gd name="T9" fmla="*/ 0 h 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4"/>
                        <a:gd name="T16" fmla="*/ 0 h 63"/>
                        <a:gd name="T17" fmla="*/ 194 w 194"/>
                        <a:gd name="T18" fmla="*/ 63 h 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4" h="63">
                          <a:moveTo>
                            <a:pt x="12" y="0"/>
                          </a:moveTo>
                          <a:lnTo>
                            <a:pt x="194" y="53"/>
                          </a:lnTo>
                          <a:lnTo>
                            <a:pt x="180" y="63"/>
                          </a:lnTo>
                          <a:lnTo>
                            <a:pt x="0" y="9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sp>
                <p:nvSpPr>
                  <p:cNvPr id="508" name="Freeform 1082"/>
                  <p:cNvSpPr/>
                  <p:nvPr/>
                </p:nvSpPr>
                <p:spPr bwMode="auto">
                  <a:xfrm>
                    <a:off x="2577" y="3043"/>
                    <a:ext cx="614" cy="514"/>
                  </a:xfrm>
                  <a:custGeom>
                    <a:avLst/>
                    <a:gdLst>
                      <a:gd name="T0" fmla="*/ 1 w 990"/>
                      <a:gd name="T1" fmla="*/ 2 h 792"/>
                      <a:gd name="T2" fmla="*/ 1 w 990"/>
                      <a:gd name="T3" fmla="*/ 0 h 792"/>
                      <a:gd name="T4" fmla="*/ 1 w 990"/>
                      <a:gd name="T5" fmla="*/ 1 h 792"/>
                      <a:gd name="T6" fmla="*/ 0 w 990"/>
                      <a:gd name="T7" fmla="*/ 2 h 792"/>
                      <a:gd name="T8" fmla="*/ 1 w 990"/>
                      <a:gd name="T9" fmla="*/ 2 h 79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990"/>
                      <a:gd name="T16" fmla="*/ 0 h 792"/>
                      <a:gd name="T17" fmla="*/ 990 w 990"/>
                      <a:gd name="T18" fmla="*/ 792 h 79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990" h="792">
                        <a:moveTo>
                          <a:pt x="3" y="738"/>
                        </a:moveTo>
                        <a:lnTo>
                          <a:pt x="990" y="0"/>
                        </a:lnTo>
                        <a:lnTo>
                          <a:pt x="987" y="60"/>
                        </a:lnTo>
                        <a:lnTo>
                          <a:pt x="0" y="792"/>
                        </a:lnTo>
                        <a:lnTo>
                          <a:pt x="3" y="738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9" name="Freeform 1083"/>
                  <p:cNvSpPr/>
                  <p:nvPr/>
                </p:nvSpPr>
                <p:spPr bwMode="auto">
                  <a:xfrm>
                    <a:off x="1010" y="3084"/>
                    <a:ext cx="1571" cy="469"/>
                  </a:xfrm>
                  <a:custGeom>
                    <a:avLst/>
                    <a:gdLst>
                      <a:gd name="T0" fmla="*/ 1 w 2532"/>
                      <a:gd name="T1" fmla="*/ 0 h 723"/>
                      <a:gd name="T2" fmla="*/ 1 w 2532"/>
                      <a:gd name="T3" fmla="*/ 0 h 723"/>
                      <a:gd name="T4" fmla="*/ 4 w 2532"/>
                      <a:gd name="T5" fmla="*/ 2 h 723"/>
                      <a:gd name="T6" fmla="*/ 4 w 2532"/>
                      <a:gd name="T7" fmla="*/ 2 h 723"/>
                      <a:gd name="T8" fmla="*/ 0 w 2532"/>
                      <a:gd name="T9" fmla="*/ 1 h 723"/>
                      <a:gd name="T10" fmla="*/ 1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10" name="Freeform 1084"/>
                  <p:cNvSpPr/>
                  <p:nvPr/>
                </p:nvSpPr>
                <p:spPr bwMode="auto">
                  <a:xfrm>
                    <a:off x="1011" y="2998"/>
                    <a:ext cx="17" cy="95"/>
                  </a:xfrm>
                  <a:custGeom>
                    <a:avLst/>
                    <a:gdLst>
                      <a:gd name="T0" fmla="*/ 1 w 26"/>
                      <a:gd name="T1" fmla="*/ 1 h 147"/>
                      <a:gd name="T2" fmla="*/ 1 w 26"/>
                      <a:gd name="T3" fmla="*/ 1 h 147"/>
                      <a:gd name="T4" fmla="*/ 0 w 26"/>
                      <a:gd name="T5" fmla="*/ 1 h 147"/>
                      <a:gd name="T6" fmla="*/ 1 w 26"/>
                      <a:gd name="T7" fmla="*/ 0 h 147"/>
                      <a:gd name="T8" fmla="*/ 1 w 26"/>
                      <a:gd name="T9" fmla="*/ 1 h 14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6"/>
                      <a:gd name="T16" fmla="*/ 0 h 147"/>
                      <a:gd name="T17" fmla="*/ 26 w 26"/>
                      <a:gd name="T18" fmla="*/ 147 h 14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6" h="147">
                        <a:moveTo>
                          <a:pt x="26" y="10"/>
                        </a:moveTo>
                        <a:lnTo>
                          <a:pt x="23" y="147"/>
                        </a:lnTo>
                        <a:lnTo>
                          <a:pt x="0" y="144"/>
                        </a:lnTo>
                        <a:lnTo>
                          <a:pt x="3" y="0"/>
                        </a:lnTo>
                        <a:lnTo>
                          <a:pt x="26" y="1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11" name="Freeform 1085"/>
                  <p:cNvSpPr/>
                  <p:nvPr/>
                </p:nvSpPr>
                <p:spPr bwMode="auto">
                  <a:xfrm>
                    <a:off x="1012" y="2611"/>
                    <a:ext cx="730" cy="393"/>
                  </a:xfrm>
                  <a:custGeom>
                    <a:avLst/>
                    <a:gdLst>
                      <a:gd name="T0" fmla="*/ 1 w 1176"/>
                      <a:gd name="T1" fmla="*/ 0 h 606"/>
                      <a:gd name="T2" fmla="*/ 0 w 1176"/>
                      <a:gd name="T3" fmla="*/ 1 h 606"/>
                      <a:gd name="T4" fmla="*/ 1 w 1176"/>
                      <a:gd name="T5" fmla="*/ 1 h 606"/>
                      <a:gd name="T6" fmla="*/ 1 w 1176"/>
                      <a:gd name="T7" fmla="*/ 1 h 606"/>
                      <a:gd name="T8" fmla="*/ 1 w 1176"/>
                      <a:gd name="T9" fmla="*/ 0 h 60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176"/>
                      <a:gd name="T16" fmla="*/ 0 h 606"/>
                      <a:gd name="T17" fmla="*/ 1176 w 1176"/>
                      <a:gd name="T18" fmla="*/ 606 h 60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176" h="606">
                        <a:moveTo>
                          <a:pt x="1170" y="0"/>
                        </a:moveTo>
                        <a:lnTo>
                          <a:pt x="0" y="597"/>
                        </a:lnTo>
                        <a:lnTo>
                          <a:pt x="30" y="606"/>
                        </a:lnTo>
                        <a:lnTo>
                          <a:pt x="1176" y="18"/>
                        </a:lnTo>
                        <a:lnTo>
                          <a:pt x="1170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12" name="Freeform 1086"/>
                  <p:cNvSpPr/>
                  <p:nvPr/>
                </p:nvSpPr>
                <p:spPr bwMode="auto">
                  <a:xfrm>
                    <a:off x="1061" y="3018"/>
                    <a:ext cx="1490" cy="451"/>
                  </a:xfrm>
                  <a:custGeom>
                    <a:avLst/>
                    <a:gdLst>
                      <a:gd name="T0" fmla="*/ 1 w 2532"/>
                      <a:gd name="T1" fmla="*/ 0 h 723"/>
                      <a:gd name="T2" fmla="*/ 1 w 2532"/>
                      <a:gd name="T3" fmla="*/ 0 h 723"/>
                      <a:gd name="T4" fmla="*/ 1 w 2532"/>
                      <a:gd name="T5" fmla="*/ 1 h 723"/>
                      <a:gd name="T6" fmla="*/ 1 w 2532"/>
                      <a:gd name="T7" fmla="*/ 1 h 723"/>
                      <a:gd name="T8" fmla="*/ 0 w 2532"/>
                      <a:gd name="T9" fmla="*/ 1 h 723"/>
                      <a:gd name="T10" fmla="*/ 1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13" name="Freeform 1087"/>
                  <p:cNvSpPr/>
                  <p:nvPr/>
                </p:nvSpPr>
                <p:spPr bwMode="auto">
                  <a:xfrm flipV="1">
                    <a:off x="2549" y="2986"/>
                    <a:ext cx="608" cy="467"/>
                  </a:xfrm>
                  <a:custGeom>
                    <a:avLst/>
                    <a:gdLst>
                      <a:gd name="T0" fmla="*/ 0 w 2532"/>
                      <a:gd name="T1" fmla="*/ 0 h 723"/>
                      <a:gd name="T2" fmla="*/ 0 w 2532"/>
                      <a:gd name="T3" fmla="*/ 0 h 723"/>
                      <a:gd name="T4" fmla="*/ 0 w 2532"/>
                      <a:gd name="T5" fmla="*/ 2 h 723"/>
                      <a:gd name="T6" fmla="*/ 0 w 2532"/>
                      <a:gd name="T7" fmla="*/ 2 h 723"/>
                      <a:gd name="T8" fmla="*/ 0 w 2532"/>
                      <a:gd name="T9" fmla="*/ 1 h 723"/>
                      <a:gd name="T10" fmla="*/ 0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72" name="Group 983"/>
              <p:cNvGrpSpPr/>
              <p:nvPr/>
            </p:nvGrpSpPr>
            <p:grpSpPr bwMode="auto">
              <a:xfrm>
                <a:off x="10011503" y="5607068"/>
                <a:ext cx="171450" cy="348944"/>
                <a:chOff x="4140" y="429"/>
                <a:chExt cx="1425" cy="2396"/>
              </a:xfrm>
            </p:grpSpPr>
            <p:sp>
              <p:nvSpPr>
                <p:cNvPr id="175" name="Freeform 984"/>
                <p:cNvSpPr/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6" name="Rectangle 985"/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77" name="Freeform 986"/>
                <p:cNvSpPr/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8" name="Freeform 987"/>
                <p:cNvSpPr/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9" name="Rectangle 988"/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grpSp>
              <p:nvGrpSpPr>
                <p:cNvPr id="180" name="Group 989"/>
                <p:cNvGrpSpPr/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205" name="AutoShape 990"/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4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206" name="AutoShape 991"/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4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81" name="Rectangle 992"/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grpSp>
              <p:nvGrpSpPr>
                <p:cNvPr id="182" name="Group 993"/>
                <p:cNvGrpSpPr/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203" name="AutoShape 994"/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4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204" name="AutoShape 995"/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4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83" name="Rectangle 996"/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84" name="Rectangle 997"/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grpSp>
              <p:nvGrpSpPr>
                <p:cNvPr id="185" name="Group 998"/>
                <p:cNvGrpSpPr/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201" name="AutoShape 999"/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4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202" name="AutoShape 1000"/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4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86" name="Freeform 1001"/>
                <p:cNvSpPr/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187" name="Group 1002"/>
                <p:cNvGrpSpPr/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199" name="AutoShape 1003"/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4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200" name="AutoShape 1004"/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4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88" name="Rectangle 1005"/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89" name="Freeform 1006"/>
                <p:cNvSpPr/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0" name="Freeform 1007"/>
                <p:cNvSpPr/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1" name="Oval 1008"/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92" name="Freeform 1009"/>
                <p:cNvSpPr/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3" name="AutoShape 1010"/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94" name="AutoShape 1011"/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95" name="Oval 1012"/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96" name="Oval 1013"/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97" name="Oval 1014"/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98" name="Rectangle 1015"/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</p:grpSp>
      </p:grpSp>
      <p:grpSp>
        <p:nvGrpSpPr>
          <p:cNvPr id="8" name="Group 7"/>
          <p:cNvGrpSpPr/>
          <p:nvPr/>
        </p:nvGrpSpPr>
        <p:grpSpPr>
          <a:xfrm>
            <a:off x="7332141" y="1814171"/>
            <a:ext cx="4398669" cy="4440468"/>
            <a:chOff x="7295123" y="1843082"/>
            <a:chExt cx="4398669" cy="4440468"/>
          </a:xfrm>
        </p:grpSpPr>
        <p:sp>
          <p:nvSpPr>
            <p:cNvPr id="614" name="Oval 613"/>
            <p:cNvSpPr/>
            <p:nvPr/>
          </p:nvSpPr>
          <p:spPr>
            <a:xfrm>
              <a:off x="7866885" y="3450880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1" name="Oval 630"/>
            <p:cNvSpPr/>
            <p:nvPr/>
          </p:nvSpPr>
          <p:spPr>
            <a:xfrm>
              <a:off x="7675465" y="3247424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2" name="Oval 631"/>
            <p:cNvSpPr/>
            <p:nvPr/>
          </p:nvSpPr>
          <p:spPr>
            <a:xfrm>
              <a:off x="7295123" y="3349484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7" name="Group 6"/>
            <p:cNvGrpSpPr/>
            <p:nvPr/>
          </p:nvGrpSpPr>
          <p:grpSpPr>
            <a:xfrm>
              <a:off x="7384850" y="1843082"/>
              <a:ext cx="4308942" cy="4440468"/>
              <a:chOff x="7384850" y="1843082"/>
              <a:chExt cx="4308942" cy="4440468"/>
            </a:xfrm>
          </p:grpSpPr>
          <p:sp>
            <p:nvSpPr>
              <p:cNvPr id="609" name="Oval 608"/>
              <p:cNvSpPr/>
              <p:nvPr/>
            </p:nvSpPr>
            <p:spPr>
              <a:xfrm>
                <a:off x="9026135" y="5773481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10" name="Oval 609"/>
              <p:cNvSpPr/>
              <p:nvPr/>
            </p:nvSpPr>
            <p:spPr>
              <a:xfrm>
                <a:off x="8465833" y="5458029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11" name="Oval 610"/>
              <p:cNvSpPr/>
              <p:nvPr/>
            </p:nvSpPr>
            <p:spPr>
              <a:xfrm>
                <a:off x="7992829" y="5385020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12" name="Oval 611"/>
              <p:cNvSpPr/>
              <p:nvPr/>
            </p:nvSpPr>
            <p:spPr>
              <a:xfrm>
                <a:off x="7652236" y="5189752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13" name="Oval 612"/>
              <p:cNvSpPr/>
              <p:nvPr/>
            </p:nvSpPr>
            <p:spPr>
              <a:xfrm>
                <a:off x="11017339" y="3399436"/>
                <a:ext cx="612311" cy="510076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3" name="Oval 632"/>
              <p:cNvSpPr/>
              <p:nvPr/>
            </p:nvSpPr>
            <p:spPr>
              <a:xfrm>
                <a:off x="8605132" y="1925480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4" name="Oval 633"/>
              <p:cNvSpPr/>
              <p:nvPr/>
            </p:nvSpPr>
            <p:spPr>
              <a:xfrm>
                <a:off x="7384850" y="2332725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5" name="Oval 634"/>
              <p:cNvSpPr/>
              <p:nvPr/>
            </p:nvSpPr>
            <p:spPr>
              <a:xfrm>
                <a:off x="7643306" y="1843082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6" name="Oval 635"/>
              <p:cNvSpPr/>
              <p:nvPr/>
            </p:nvSpPr>
            <p:spPr>
              <a:xfrm>
                <a:off x="11081481" y="4188998"/>
                <a:ext cx="612311" cy="510076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7" name="Oval 636"/>
              <p:cNvSpPr/>
              <p:nvPr/>
            </p:nvSpPr>
            <p:spPr>
              <a:xfrm>
                <a:off x="7866885" y="4808926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8" name="Oval 637"/>
              <p:cNvSpPr/>
              <p:nvPr/>
            </p:nvSpPr>
            <p:spPr>
              <a:xfrm>
                <a:off x="9786432" y="5583683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9" name="Oval 638"/>
              <p:cNvSpPr/>
              <p:nvPr/>
            </p:nvSpPr>
            <p:spPr>
              <a:xfrm>
                <a:off x="10048818" y="5198326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640" name="Content Placeholder 2"/>
          <p:cNvSpPr>
            <a:spLocks noGrp="1"/>
          </p:cNvSpPr>
          <p:nvPr>
            <p:ph sz="half" idx="1"/>
          </p:nvPr>
        </p:nvSpPr>
        <p:spPr>
          <a:xfrm>
            <a:off x="838199" y="1825625"/>
            <a:ext cx="5692665" cy="4617464"/>
          </a:xfrm>
        </p:spPr>
        <p:txBody>
          <a:bodyPr>
            <a:normAutofit/>
          </a:bodyPr>
          <a:lstStyle/>
          <a:p>
            <a:pPr marL="0" indent="0">
              <a:buSzPct val="75000"/>
              <a:buNone/>
            </a:pPr>
            <a:r>
              <a:rPr lang="en-US" altLang="en-US" sz="3200" dirty="0">
                <a:solidFill>
                  <a:srgbClr val="CC0000"/>
                </a:solidFill>
                <a:latin typeface="Calibri" panose="020F0502020204030204" pitchFamily="34" charset="0"/>
                <a:ea typeface="MS PGothic" panose="020B0600070205080204" pitchFamily="34" charset="-128"/>
                <a:cs typeface="Calibri" panose="020F0502020204030204" pitchFamily="34" charset="0"/>
              </a:rPr>
              <a:t>网络边缘：</a:t>
            </a:r>
            <a:endParaRPr lang="en-US" altLang="en-US" sz="3200" dirty="0">
              <a:solidFill>
                <a:srgbClr val="CC0000"/>
              </a:solidFill>
              <a:latin typeface="Calibri" panose="020F0502020204030204" pitchFamily="34" charset="0"/>
              <a:ea typeface="MS PGothic" panose="020B0600070205080204" pitchFamily="34" charset="-128"/>
              <a:cs typeface="Calibri" panose="020F0502020204030204" pitchFamily="34" charset="0"/>
            </a:endParaRPr>
          </a:p>
          <a:p>
            <a:pPr marL="351155" indent="-225425">
              <a:buSzPct val="100000"/>
            </a:pPr>
            <a:r>
              <a:rPr lang="en-US" altLang="en-US" dirty="0">
                <a:latin typeface="Calibri" panose="020F0502020204030204" pitchFamily="34" charset="0"/>
                <a:ea typeface="MS PGothic" panose="020B0600070205080204" pitchFamily="34" charset="-128"/>
                <a:cs typeface="Calibri" panose="020F0502020204030204" pitchFamily="34" charset="0"/>
              </a:rPr>
              <a:t>主机：客户机和服务器</a:t>
            </a:r>
            <a:endParaRPr lang="en-US" altLang="en-US" dirty="0">
              <a:latin typeface="Calibri" panose="020F0502020204030204" pitchFamily="34" charset="0"/>
              <a:ea typeface="MS PGothic" panose="020B0600070205080204" pitchFamily="34" charset="-128"/>
              <a:cs typeface="Calibri" panose="020F0502020204030204" pitchFamily="34" charset="0"/>
            </a:endParaRPr>
          </a:p>
          <a:p>
            <a:pPr marL="351155" indent="-225425">
              <a:buSzPct val="100000"/>
            </a:pPr>
            <a:r>
              <a:rPr lang="en-US" altLang="en-US" dirty="0">
                <a:latin typeface="Calibri" panose="020F0502020204030204" pitchFamily="34" charset="0"/>
                <a:ea typeface="MS PGothic" panose="020B0600070205080204" pitchFamily="34" charset="-128"/>
                <a:cs typeface="Calibri" panose="020F0502020204030204" pitchFamily="34" charset="0"/>
              </a:rPr>
              <a:t>服务器通常位于数据中心</a:t>
            </a:r>
            <a:endParaRPr lang="en-US" altLang="en-US" dirty="0">
              <a:latin typeface="Calibri" panose="020F0502020204030204" pitchFamily="34" charset="0"/>
              <a:ea typeface="MS PGothic" panose="020B0600070205080204" pitchFamily="34" charset="-128"/>
              <a:cs typeface="Calibri" panose="020F0502020204030204" pitchFamily="34" charset="0"/>
            </a:endParaRPr>
          </a:p>
          <a:p>
            <a:pPr marL="174625" indent="0">
              <a:buSzPct val="75000"/>
              <a:buNone/>
            </a:pPr>
            <a:endParaRPr lang="en-US" altLang="en-US" dirty="0"/>
          </a:p>
          <a:p>
            <a:endParaRPr lang="en-US" dirty="0"/>
          </a:p>
        </p:txBody>
      </p:sp>
      <p:sp>
        <p:nvSpPr>
          <p:cNvPr id="571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引言：1-</a:t>
            </a:r>
            <a:fld id="{C4204591-24BD-A542-B9D5-F8D8A88D2FEE}" type="slidenum">
              <a:rPr lang="en-US" smtClean="0"/>
            </a:fld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6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64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64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640" grpId="0" build="p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9" name="Rectangle 419"/>
          <p:cNvSpPr>
            <a:spLocks noChangeArrowheads="1"/>
          </p:cNvSpPr>
          <p:nvPr/>
        </p:nvSpPr>
        <p:spPr bwMode="auto">
          <a:xfrm>
            <a:off x="7439074" y="3553079"/>
            <a:ext cx="986999" cy="669622"/>
          </a:xfrm>
          <a:prstGeom prst="rect">
            <a:avLst/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ja-JP" sz="5400" b="0" dirty="0"/>
              <a:t>更仔细地观察互联网结构</a:t>
            </a:r>
            <a:endParaRPr lang="en-US" sz="5400" b="0" dirty="0"/>
          </a:p>
        </p:txBody>
      </p:sp>
      <p:sp>
        <p:nvSpPr>
          <p:cNvPr id="371" name="Freeform 370"/>
          <p:cNvSpPr/>
          <p:nvPr/>
        </p:nvSpPr>
        <p:spPr>
          <a:xfrm>
            <a:off x="8985188" y="3065778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-1" fmla="*/ 434989 w 1537226"/>
              <a:gd name="connsiteY0-2" fmla="*/ 253346 h 1763594"/>
              <a:gd name="connsiteX1-3" fmla="*/ 488 w 1537226"/>
              <a:gd name="connsiteY1-4" fmla="*/ 921706 h 1763594"/>
              <a:gd name="connsiteX2-5" fmla="*/ 368142 w 1537226"/>
              <a:gd name="connsiteY2-6" fmla="*/ 1489812 h 1763594"/>
              <a:gd name="connsiteX3-7" fmla="*/ 1187008 w 1537226"/>
              <a:gd name="connsiteY3-8" fmla="*/ 1757156 h 1763594"/>
              <a:gd name="connsiteX4-9" fmla="*/ 1521239 w 1537226"/>
              <a:gd name="connsiteY4-10" fmla="*/ 1239177 h 1763594"/>
              <a:gd name="connsiteX5-11" fmla="*/ 1468998 w 1537226"/>
              <a:gd name="connsiteY5-12" fmla="*/ 654362 h 1763594"/>
              <a:gd name="connsiteX6-13" fmla="*/ 1337412 w 1537226"/>
              <a:gd name="connsiteY6-14" fmla="*/ 136383 h 1763594"/>
              <a:gd name="connsiteX7-15" fmla="*/ 1086739 w 1537226"/>
              <a:gd name="connsiteY7-16" fmla="*/ 2711 h 1763594"/>
              <a:gd name="connsiteX8-17" fmla="*/ 434989 w 1537226"/>
              <a:gd name="connsiteY8-18" fmla="*/ 253346 h 1763594"/>
              <a:gd name="connsiteX0-19" fmla="*/ 434989 w 1537226"/>
              <a:gd name="connsiteY0-20" fmla="*/ 253346 h 1763594"/>
              <a:gd name="connsiteX1-21" fmla="*/ 488 w 1537226"/>
              <a:gd name="connsiteY1-22" fmla="*/ 921706 h 1763594"/>
              <a:gd name="connsiteX2-23" fmla="*/ 368142 w 1537226"/>
              <a:gd name="connsiteY2-24" fmla="*/ 1489812 h 1763594"/>
              <a:gd name="connsiteX3-25" fmla="*/ 1187008 w 1537226"/>
              <a:gd name="connsiteY3-26" fmla="*/ 1757156 h 1763594"/>
              <a:gd name="connsiteX4-27" fmla="*/ 1521239 w 1537226"/>
              <a:gd name="connsiteY4-28" fmla="*/ 1239177 h 1763594"/>
              <a:gd name="connsiteX5-29" fmla="*/ 1468998 w 1537226"/>
              <a:gd name="connsiteY5-30" fmla="*/ 654362 h 1763594"/>
              <a:gd name="connsiteX6-31" fmla="*/ 1337412 w 1537226"/>
              <a:gd name="connsiteY6-32" fmla="*/ 136383 h 1763594"/>
              <a:gd name="connsiteX7-33" fmla="*/ 839572 w 1537226"/>
              <a:gd name="connsiteY7-34" fmla="*/ 2711 h 1763594"/>
              <a:gd name="connsiteX8-35" fmla="*/ 434989 w 1537226"/>
              <a:gd name="connsiteY8-36" fmla="*/ 253346 h 1763594"/>
              <a:gd name="connsiteX0-37" fmla="*/ 360357 w 1536743"/>
              <a:gd name="connsiteY0-38" fmla="*/ 534641 h 1782088"/>
              <a:gd name="connsiteX1-39" fmla="*/ 5 w 1536743"/>
              <a:gd name="connsiteY1-40" fmla="*/ 940200 h 1782088"/>
              <a:gd name="connsiteX2-41" fmla="*/ 367659 w 1536743"/>
              <a:gd name="connsiteY2-42" fmla="*/ 1508306 h 1782088"/>
              <a:gd name="connsiteX3-43" fmla="*/ 1186525 w 1536743"/>
              <a:gd name="connsiteY3-44" fmla="*/ 1775650 h 1782088"/>
              <a:gd name="connsiteX4-45" fmla="*/ 1520756 w 1536743"/>
              <a:gd name="connsiteY4-46" fmla="*/ 1257671 h 1782088"/>
              <a:gd name="connsiteX5-47" fmla="*/ 1468515 w 1536743"/>
              <a:gd name="connsiteY5-48" fmla="*/ 672856 h 1782088"/>
              <a:gd name="connsiteX6-49" fmla="*/ 1336929 w 1536743"/>
              <a:gd name="connsiteY6-50" fmla="*/ 154877 h 1782088"/>
              <a:gd name="connsiteX7-51" fmla="*/ 839089 w 1536743"/>
              <a:gd name="connsiteY7-52" fmla="*/ 21205 h 1782088"/>
              <a:gd name="connsiteX8-53" fmla="*/ 360357 w 1536743"/>
              <a:gd name="connsiteY8-54" fmla="*/ 534641 h 1782088"/>
              <a:gd name="connsiteX0-55" fmla="*/ 360355 w 1536741"/>
              <a:gd name="connsiteY0-56" fmla="*/ 534641 h 1782088"/>
              <a:gd name="connsiteX1-57" fmla="*/ 3 w 1536741"/>
              <a:gd name="connsiteY1-58" fmla="*/ 940200 h 1782088"/>
              <a:gd name="connsiteX2-59" fmla="*/ 367657 w 1536741"/>
              <a:gd name="connsiteY2-60" fmla="*/ 1508306 h 1782088"/>
              <a:gd name="connsiteX3-61" fmla="*/ 1186523 w 1536741"/>
              <a:gd name="connsiteY3-62" fmla="*/ 1775650 h 1782088"/>
              <a:gd name="connsiteX4-63" fmla="*/ 1520754 w 1536741"/>
              <a:gd name="connsiteY4-64" fmla="*/ 1257671 h 1782088"/>
              <a:gd name="connsiteX5-65" fmla="*/ 1468513 w 1536741"/>
              <a:gd name="connsiteY5-66" fmla="*/ 672856 h 1782088"/>
              <a:gd name="connsiteX6-67" fmla="*/ 1336927 w 1536741"/>
              <a:gd name="connsiteY6-68" fmla="*/ 154877 h 1782088"/>
              <a:gd name="connsiteX7-69" fmla="*/ 839087 w 1536741"/>
              <a:gd name="connsiteY7-70" fmla="*/ 21205 h 1782088"/>
              <a:gd name="connsiteX8-71" fmla="*/ 360355 w 1536741"/>
              <a:gd name="connsiteY8-72" fmla="*/ 534641 h 1782088"/>
              <a:gd name="connsiteX0-73" fmla="*/ 382604 w 1558990"/>
              <a:gd name="connsiteY0-74" fmla="*/ 534641 h 1810599"/>
              <a:gd name="connsiteX1-75" fmla="*/ 22252 w 1558990"/>
              <a:gd name="connsiteY1-76" fmla="*/ 940200 h 1810599"/>
              <a:gd name="connsiteX2-77" fmla="*/ 167457 w 1558990"/>
              <a:gd name="connsiteY2-78" fmla="*/ 1672556 h 1810599"/>
              <a:gd name="connsiteX3-79" fmla="*/ 1208772 w 1558990"/>
              <a:gd name="connsiteY3-80" fmla="*/ 1775650 h 1810599"/>
              <a:gd name="connsiteX4-81" fmla="*/ 1543003 w 1558990"/>
              <a:gd name="connsiteY4-82" fmla="*/ 1257671 h 1810599"/>
              <a:gd name="connsiteX5-83" fmla="*/ 1490762 w 1558990"/>
              <a:gd name="connsiteY5-84" fmla="*/ 672856 h 1810599"/>
              <a:gd name="connsiteX6-85" fmla="*/ 1359176 w 1558990"/>
              <a:gd name="connsiteY6-86" fmla="*/ 154877 h 1810599"/>
              <a:gd name="connsiteX7-87" fmla="*/ 861336 w 1558990"/>
              <a:gd name="connsiteY7-88" fmla="*/ 21205 h 1810599"/>
              <a:gd name="connsiteX8-89" fmla="*/ 382604 w 1558990"/>
              <a:gd name="connsiteY8-90" fmla="*/ 534641 h 1810599"/>
              <a:gd name="connsiteX0-91" fmla="*/ 393458 w 1593840"/>
              <a:gd name="connsiteY0-92" fmla="*/ 534641 h 1793264"/>
              <a:gd name="connsiteX1-93" fmla="*/ 33106 w 1593840"/>
              <a:gd name="connsiteY1-94" fmla="*/ 940200 h 1793264"/>
              <a:gd name="connsiteX2-95" fmla="*/ 178311 w 1593840"/>
              <a:gd name="connsiteY2-96" fmla="*/ 1672556 h 1793264"/>
              <a:gd name="connsiteX3-97" fmla="*/ 1464139 w 1593840"/>
              <a:gd name="connsiteY3-98" fmla="*/ 1752440 h 1793264"/>
              <a:gd name="connsiteX4-99" fmla="*/ 1553857 w 1593840"/>
              <a:gd name="connsiteY4-100" fmla="*/ 1257671 h 1793264"/>
              <a:gd name="connsiteX5-101" fmla="*/ 1501616 w 1593840"/>
              <a:gd name="connsiteY5-102" fmla="*/ 672856 h 1793264"/>
              <a:gd name="connsiteX6-103" fmla="*/ 1370030 w 1593840"/>
              <a:gd name="connsiteY6-104" fmla="*/ 154877 h 1793264"/>
              <a:gd name="connsiteX7-105" fmla="*/ 872190 w 1593840"/>
              <a:gd name="connsiteY7-106" fmla="*/ 21205 h 1793264"/>
              <a:gd name="connsiteX8-107" fmla="*/ 393458 w 1593840"/>
              <a:gd name="connsiteY8-108" fmla="*/ 534641 h 1793264"/>
              <a:gd name="connsiteX0-109" fmla="*/ 393458 w 1566550"/>
              <a:gd name="connsiteY0-110" fmla="*/ 534641 h 1840341"/>
              <a:gd name="connsiteX1-111" fmla="*/ 33106 w 1566550"/>
              <a:gd name="connsiteY1-112" fmla="*/ 940200 h 1840341"/>
              <a:gd name="connsiteX2-113" fmla="*/ 178311 w 1566550"/>
              <a:gd name="connsiteY2-114" fmla="*/ 1672556 h 1840341"/>
              <a:gd name="connsiteX3-115" fmla="*/ 1464139 w 1566550"/>
              <a:gd name="connsiteY3-116" fmla="*/ 1752440 h 1840341"/>
              <a:gd name="connsiteX4-117" fmla="*/ 1553857 w 1566550"/>
              <a:gd name="connsiteY4-118" fmla="*/ 1257671 h 1840341"/>
              <a:gd name="connsiteX5-119" fmla="*/ 1501616 w 1566550"/>
              <a:gd name="connsiteY5-120" fmla="*/ 672856 h 1840341"/>
              <a:gd name="connsiteX6-121" fmla="*/ 1370030 w 1566550"/>
              <a:gd name="connsiteY6-122" fmla="*/ 154877 h 1840341"/>
              <a:gd name="connsiteX7-123" fmla="*/ 872190 w 1566550"/>
              <a:gd name="connsiteY7-124" fmla="*/ 21205 h 1840341"/>
              <a:gd name="connsiteX8-125" fmla="*/ 393458 w 1566550"/>
              <a:gd name="connsiteY8-126" fmla="*/ 534641 h 1840341"/>
              <a:gd name="connsiteX0-127" fmla="*/ 393458 w 1555557"/>
              <a:gd name="connsiteY0-128" fmla="*/ 534641 h 1787187"/>
              <a:gd name="connsiteX1-129" fmla="*/ 33106 w 1555557"/>
              <a:gd name="connsiteY1-130" fmla="*/ 940200 h 1787187"/>
              <a:gd name="connsiteX2-131" fmla="*/ 178311 w 1555557"/>
              <a:gd name="connsiteY2-132" fmla="*/ 1672556 h 1787187"/>
              <a:gd name="connsiteX3-133" fmla="*/ 1464139 w 1555557"/>
              <a:gd name="connsiteY3-134" fmla="*/ 1752440 h 1787187"/>
              <a:gd name="connsiteX4-135" fmla="*/ 1553857 w 1555557"/>
              <a:gd name="connsiteY4-136" fmla="*/ 1257671 h 1787187"/>
              <a:gd name="connsiteX5-137" fmla="*/ 1501616 w 1555557"/>
              <a:gd name="connsiteY5-138" fmla="*/ 672856 h 1787187"/>
              <a:gd name="connsiteX6-139" fmla="*/ 1370030 w 1555557"/>
              <a:gd name="connsiteY6-140" fmla="*/ 154877 h 1787187"/>
              <a:gd name="connsiteX7-141" fmla="*/ 872190 w 1555557"/>
              <a:gd name="connsiteY7-142" fmla="*/ 21205 h 1787187"/>
              <a:gd name="connsiteX8-143" fmla="*/ 393458 w 1555557"/>
              <a:gd name="connsiteY8-144" fmla="*/ 534641 h 1787187"/>
              <a:gd name="connsiteX0-145" fmla="*/ 401126 w 1664928"/>
              <a:gd name="connsiteY0-146" fmla="*/ 534641 h 1783934"/>
              <a:gd name="connsiteX1-147" fmla="*/ 40774 w 1664928"/>
              <a:gd name="connsiteY1-148" fmla="*/ 940200 h 1783934"/>
              <a:gd name="connsiteX2-149" fmla="*/ 185979 w 1664928"/>
              <a:gd name="connsiteY2-150" fmla="*/ 1672556 h 1783934"/>
              <a:gd name="connsiteX3-151" fmla="*/ 1618513 w 1664928"/>
              <a:gd name="connsiteY3-152" fmla="*/ 1747798 h 1783934"/>
              <a:gd name="connsiteX4-153" fmla="*/ 1561525 w 1664928"/>
              <a:gd name="connsiteY4-154" fmla="*/ 1257671 h 1783934"/>
              <a:gd name="connsiteX5-155" fmla="*/ 1509284 w 1664928"/>
              <a:gd name="connsiteY5-156" fmla="*/ 672856 h 1783934"/>
              <a:gd name="connsiteX6-157" fmla="*/ 1377698 w 1664928"/>
              <a:gd name="connsiteY6-158" fmla="*/ 154877 h 1783934"/>
              <a:gd name="connsiteX7-159" fmla="*/ 879858 w 1664928"/>
              <a:gd name="connsiteY7-160" fmla="*/ 21205 h 1783934"/>
              <a:gd name="connsiteX8-161" fmla="*/ 401126 w 1664928"/>
              <a:gd name="connsiteY8-162" fmla="*/ 534641 h 1783934"/>
              <a:gd name="connsiteX0-163" fmla="*/ 408119 w 1718774"/>
              <a:gd name="connsiteY0-164" fmla="*/ 534641 h 1826522"/>
              <a:gd name="connsiteX1-165" fmla="*/ 47767 w 1718774"/>
              <a:gd name="connsiteY1-166" fmla="*/ 940200 h 1826522"/>
              <a:gd name="connsiteX2-167" fmla="*/ 179001 w 1718774"/>
              <a:gd name="connsiteY2-168" fmla="*/ 1742186 h 1826522"/>
              <a:gd name="connsiteX3-169" fmla="*/ 1625506 w 1718774"/>
              <a:gd name="connsiteY3-170" fmla="*/ 1747798 h 1826522"/>
              <a:gd name="connsiteX4-171" fmla="*/ 1568518 w 1718774"/>
              <a:gd name="connsiteY4-172" fmla="*/ 1257671 h 1826522"/>
              <a:gd name="connsiteX5-173" fmla="*/ 1516277 w 1718774"/>
              <a:gd name="connsiteY5-174" fmla="*/ 672856 h 1826522"/>
              <a:gd name="connsiteX6-175" fmla="*/ 1384691 w 1718774"/>
              <a:gd name="connsiteY6-176" fmla="*/ 154877 h 1826522"/>
              <a:gd name="connsiteX7-177" fmla="*/ 886851 w 1718774"/>
              <a:gd name="connsiteY7-178" fmla="*/ 21205 h 1826522"/>
              <a:gd name="connsiteX8-179" fmla="*/ 408119 w 1718774"/>
              <a:gd name="connsiteY8-180" fmla="*/ 534641 h 1826522"/>
              <a:gd name="connsiteX0-181" fmla="*/ 477759 w 1796623"/>
              <a:gd name="connsiteY0-182" fmla="*/ 534641 h 1818043"/>
              <a:gd name="connsiteX1-183" fmla="*/ 117407 w 1796623"/>
              <a:gd name="connsiteY1-184" fmla="*/ 940200 h 1818043"/>
              <a:gd name="connsiteX2-185" fmla="*/ 136864 w 1796623"/>
              <a:gd name="connsiteY2-186" fmla="*/ 1728260 h 1818043"/>
              <a:gd name="connsiteX3-187" fmla="*/ 1695146 w 1796623"/>
              <a:gd name="connsiteY3-188" fmla="*/ 1747798 h 1818043"/>
              <a:gd name="connsiteX4-189" fmla="*/ 1638158 w 1796623"/>
              <a:gd name="connsiteY4-190" fmla="*/ 1257671 h 1818043"/>
              <a:gd name="connsiteX5-191" fmla="*/ 1585917 w 1796623"/>
              <a:gd name="connsiteY5-192" fmla="*/ 672856 h 1818043"/>
              <a:gd name="connsiteX6-193" fmla="*/ 1454331 w 1796623"/>
              <a:gd name="connsiteY6-194" fmla="*/ 154877 h 1818043"/>
              <a:gd name="connsiteX7-195" fmla="*/ 956491 w 1796623"/>
              <a:gd name="connsiteY7-196" fmla="*/ 21205 h 1818043"/>
              <a:gd name="connsiteX8-197" fmla="*/ 477759 w 1796623"/>
              <a:gd name="connsiteY8-198" fmla="*/ 534641 h 1818043"/>
              <a:gd name="connsiteX0-199" fmla="*/ 396783 w 1688820"/>
              <a:gd name="connsiteY0-200" fmla="*/ 534641 h 1815615"/>
              <a:gd name="connsiteX1-201" fmla="*/ 36431 w 1688820"/>
              <a:gd name="connsiteY1-202" fmla="*/ 940200 h 1815615"/>
              <a:gd name="connsiteX2-203" fmla="*/ 55888 w 1688820"/>
              <a:gd name="connsiteY2-204" fmla="*/ 1728260 h 1815615"/>
              <a:gd name="connsiteX3-205" fmla="*/ 421834 w 1688820"/>
              <a:gd name="connsiteY3-206" fmla="*/ 1798118 h 1815615"/>
              <a:gd name="connsiteX4-207" fmla="*/ 1614170 w 1688820"/>
              <a:gd name="connsiteY4-208" fmla="*/ 1747798 h 1815615"/>
              <a:gd name="connsiteX5-209" fmla="*/ 1557182 w 1688820"/>
              <a:gd name="connsiteY5-210" fmla="*/ 1257671 h 1815615"/>
              <a:gd name="connsiteX6-211" fmla="*/ 1504941 w 1688820"/>
              <a:gd name="connsiteY6-212" fmla="*/ 672856 h 1815615"/>
              <a:gd name="connsiteX7-213" fmla="*/ 1373355 w 1688820"/>
              <a:gd name="connsiteY7-214" fmla="*/ 154877 h 1815615"/>
              <a:gd name="connsiteX8-215" fmla="*/ 875515 w 1688820"/>
              <a:gd name="connsiteY8-216" fmla="*/ 21205 h 1815615"/>
              <a:gd name="connsiteX9" fmla="*/ 396783 w 1688820"/>
              <a:gd name="connsiteY9" fmla="*/ 534641 h 1815615"/>
              <a:gd name="connsiteX0-217" fmla="*/ 394951 w 1689541"/>
              <a:gd name="connsiteY0-218" fmla="*/ 534641 h 1877271"/>
              <a:gd name="connsiteX1-219" fmla="*/ 34599 w 1689541"/>
              <a:gd name="connsiteY1-220" fmla="*/ 940200 h 1877271"/>
              <a:gd name="connsiteX2-221" fmla="*/ 54056 w 1689541"/>
              <a:gd name="connsiteY2-222" fmla="*/ 1728260 h 1877271"/>
              <a:gd name="connsiteX3-223" fmla="*/ 385071 w 1689541"/>
              <a:gd name="connsiteY3-224" fmla="*/ 1877032 h 1877271"/>
              <a:gd name="connsiteX4-225" fmla="*/ 1612338 w 1689541"/>
              <a:gd name="connsiteY4-226" fmla="*/ 1747798 h 1877271"/>
              <a:gd name="connsiteX5-227" fmla="*/ 1555350 w 1689541"/>
              <a:gd name="connsiteY5-228" fmla="*/ 1257671 h 1877271"/>
              <a:gd name="connsiteX6-229" fmla="*/ 1503109 w 1689541"/>
              <a:gd name="connsiteY6-230" fmla="*/ 672856 h 1877271"/>
              <a:gd name="connsiteX7-231" fmla="*/ 1371523 w 1689541"/>
              <a:gd name="connsiteY7-232" fmla="*/ 154877 h 1877271"/>
              <a:gd name="connsiteX8-233" fmla="*/ 873683 w 1689541"/>
              <a:gd name="connsiteY8-234" fmla="*/ 21205 h 1877271"/>
              <a:gd name="connsiteX9-235" fmla="*/ 394951 w 1689541"/>
              <a:gd name="connsiteY9-236" fmla="*/ 534641 h 1877271"/>
              <a:gd name="connsiteX0-237" fmla="*/ 394949 w 1689541"/>
              <a:gd name="connsiteY0-238" fmla="*/ 534641 h 1877032"/>
              <a:gd name="connsiteX1-239" fmla="*/ 34597 w 1689541"/>
              <a:gd name="connsiteY1-240" fmla="*/ 940200 h 1877032"/>
              <a:gd name="connsiteX2-241" fmla="*/ 54054 w 1689541"/>
              <a:gd name="connsiteY2-242" fmla="*/ 1728260 h 1877032"/>
              <a:gd name="connsiteX3-243" fmla="*/ 385069 w 1689541"/>
              <a:gd name="connsiteY3-244" fmla="*/ 1877032 h 1877032"/>
              <a:gd name="connsiteX4-245" fmla="*/ 1612336 w 1689541"/>
              <a:gd name="connsiteY4-246" fmla="*/ 1747798 h 1877032"/>
              <a:gd name="connsiteX5-247" fmla="*/ 1555348 w 1689541"/>
              <a:gd name="connsiteY5-248" fmla="*/ 1257671 h 1877032"/>
              <a:gd name="connsiteX6-249" fmla="*/ 1503107 w 1689541"/>
              <a:gd name="connsiteY6-250" fmla="*/ 672856 h 1877032"/>
              <a:gd name="connsiteX7-251" fmla="*/ 1371521 w 1689541"/>
              <a:gd name="connsiteY7-252" fmla="*/ 154877 h 1877032"/>
              <a:gd name="connsiteX8-253" fmla="*/ 873681 w 1689541"/>
              <a:gd name="connsiteY8-254" fmla="*/ 21205 h 1877032"/>
              <a:gd name="connsiteX9-255" fmla="*/ 394949 w 1689541"/>
              <a:gd name="connsiteY9-256" fmla="*/ 534641 h 1877032"/>
              <a:gd name="connsiteX0-257" fmla="*/ 394949 w 1683795"/>
              <a:gd name="connsiteY0-258" fmla="*/ 534641 h 1877032"/>
              <a:gd name="connsiteX1-259" fmla="*/ 34597 w 1683795"/>
              <a:gd name="connsiteY1-260" fmla="*/ 940200 h 1877032"/>
              <a:gd name="connsiteX2-261" fmla="*/ 54054 w 1683795"/>
              <a:gd name="connsiteY2-262" fmla="*/ 1728260 h 1877032"/>
              <a:gd name="connsiteX3-263" fmla="*/ 385069 w 1683795"/>
              <a:gd name="connsiteY3-264" fmla="*/ 1877032 h 1877032"/>
              <a:gd name="connsiteX4-265" fmla="*/ 1605349 w 1683795"/>
              <a:gd name="connsiteY4-266" fmla="*/ 1798860 h 1877032"/>
              <a:gd name="connsiteX5-267" fmla="*/ 1555348 w 1683795"/>
              <a:gd name="connsiteY5-268" fmla="*/ 1257671 h 1877032"/>
              <a:gd name="connsiteX6-269" fmla="*/ 1503107 w 1683795"/>
              <a:gd name="connsiteY6-270" fmla="*/ 672856 h 1877032"/>
              <a:gd name="connsiteX7-271" fmla="*/ 1371521 w 1683795"/>
              <a:gd name="connsiteY7-272" fmla="*/ 154877 h 1877032"/>
              <a:gd name="connsiteX8-273" fmla="*/ 873681 w 1683795"/>
              <a:gd name="connsiteY8-274" fmla="*/ 21205 h 1877032"/>
              <a:gd name="connsiteX9-275" fmla="*/ 394949 w 1683795"/>
              <a:gd name="connsiteY9-276" fmla="*/ 534641 h 1877032"/>
              <a:gd name="connsiteX0-277" fmla="*/ 394949 w 1720794"/>
              <a:gd name="connsiteY0-278" fmla="*/ 534641 h 1877032"/>
              <a:gd name="connsiteX1-279" fmla="*/ 34597 w 1720794"/>
              <a:gd name="connsiteY1-280" fmla="*/ 940200 h 1877032"/>
              <a:gd name="connsiteX2-281" fmla="*/ 54054 w 1720794"/>
              <a:gd name="connsiteY2-282" fmla="*/ 1728260 h 1877032"/>
              <a:gd name="connsiteX3-283" fmla="*/ 385069 w 1720794"/>
              <a:gd name="connsiteY3-284" fmla="*/ 1877032 h 1877032"/>
              <a:gd name="connsiteX4-285" fmla="*/ 1605349 w 1720794"/>
              <a:gd name="connsiteY4-286" fmla="*/ 1798860 h 1877032"/>
              <a:gd name="connsiteX5-287" fmla="*/ 1555348 w 1720794"/>
              <a:gd name="connsiteY5-288" fmla="*/ 1257671 h 1877032"/>
              <a:gd name="connsiteX6-289" fmla="*/ 1503107 w 1720794"/>
              <a:gd name="connsiteY6-290" fmla="*/ 672856 h 1877032"/>
              <a:gd name="connsiteX7-291" fmla="*/ 1371521 w 1720794"/>
              <a:gd name="connsiteY7-292" fmla="*/ 154877 h 1877032"/>
              <a:gd name="connsiteX8-293" fmla="*/ 873681 w 1720794"/>
              <a:gd name="connsiteY8-294" fmla="*/ 21205 h 1877032"/>
              <a:gd name="connsiteX9-295" fmla="*/ 394949 w 1720794"/>
              <a:gd name="connsiteY9-296" fmla="*/ 534641 h 1877032"/>
              <a:gd name="connsiteX0-297" fmla="*/ 394949 w 1720794"/>
              <a:gd name="connsiteY0-298" fmla="*/ 534641 h 1877032"/>
              <a:gd name="connsiteX1-299" fmla="*/ 34597 w 1720794"/>
              <a:gd name="connsiteY1-300" fmla="*/ 940200 h 1877032"/>
              <a:gd name="connsiteX2-301" fmla="*/ 54054 w 1720794"/>
              <a:gd name="connsiteY2-302" fmla="*/ 1728260 h 1877032"/>
              <a:gd name="connsiteX3-303" fmla="*/ 385069 w 1720794"/>
              <a:gd name="connsiteY3-304" fmla="*/ 1877032 h 1877032"/>
              <a:gd name="connsiteX4-305" fmla="*/ 1605349 w 1720794"/>
              <a:gd name="connsiteY4-306" fmla="*/ 1798860 h 1877032"/>
              <a:gd name="connsiteX5-307" fmla="*/ 1555348 w 1720794"/>
              <a:gd name="connsiteY5-308" fmla="*/ 1257671 h 1877032"/>
              <a:gd name="connsiteX6-309" fmla="*/ 1503107 w 1720794"/>
              <a:gd name="connsiteY6-310" fmla="*/ 672856 h 1877032"/>
              <a:gd name="connsiteX7-311" fmla="*/ 1371521 w 1720794"/>
              <a:gd name="connsiteY7-312" fmla="*/ 154877 h 1877032"/>
              <a:gd name="connsiteX8-313" fmla="*/ 873681 w 1720794"/>
              <a:gd name="connsiteY8-314" fmla="*/ 21205 h 1877032"/>
              <a:gd name="connsiteX9-315" fmla="*/ 394949 w 1720794"/>
              <a:gd name="connsiteY9-316" fmla="*/ 534641 h 1877032"/>
              <a:gd name="connsiteX0-317" fmla="*/ 394949 w 1671512"/>
              <a:gd name="connsiteY0-318" fmla="*/ 534641 h 1877032"/>
              <a:gd name="connsiteX1-319" fmla="*/ 34597 w 1671512"/>
              <a:gd name="connsiteY1-320" fmla="*/ 940200 h 1877032"/>
              <a:gd name="connsiteX2-321" fmla="*/ 54054 w 1671512"/>
              <a:gd name="connsiteY2-322" fmla="*/ 1728260 h 1877032"/>
              <a:gd name="connsiteX3-323" fmla="*/ 385069 w 1671512"/>
              <a:gd name="connsiteY3-324" fmla="*/ 1877032 h 1877032"/>
              <a:gd name="connsiteX4-325" fmla="*/ 1605349 w 1671512"/>
              <a:gd name="connsiteY4-326" fmla="*/ 1798860 h 1877032"/>
              <a:gd name="connsiteX5-327" fmla="*/ 1555348 w 1671512"/>
              <a:gd name="connsiteY5-328" fmla="*/ 1257671 h 1877032"/>
              <a:gd name="connsiteX6-329" fmla="*/ 1503107 w 1671512"/>
              <a:gd name="connsiteY6-330" fmla="*/ 672856 h 1877032"/>
              <a:gd name="connsiteX7-331" fmla="*/ 1371521 w 1671512"/>
              <a:gd name="connsiteY7-332" fmla="*/ 154877 h 1877032"/>
              <a:gd name="connsiteX8-333" fmla="*/ 873681 w 1671512"/>
              <a:gd name="connsiteY8-334" fmla="*/ 21205 h 1877032"/>
              <a:gd name="connsiteX9-335" fmla="*/ 394949 w 1671512"/>
              <a:gd name="connsiteY9-336" fmla="*/ 534641 h 1877032"/>
              <a:gd name="connsiteX0-337" fmla="*/ 394949 w 1677296"/>
              <a:gd name="connsiteY0-338" fmla="*/ 534641 h 1877032"/>
              <a:gd name="connsiteX1-339" fmla="*/ 34597 w 1677296"/>
              <a:gd name="connsiteY1-340" fmla="*/ 940200 h 1877032"/>
              <a:gd name="connsiteX2-341" fmla="*/ 54054 w 1677296"/>
              <a:gd name="connsiteY2-342" fmla="*/ 1728260 h 1877032"/>
              <a:gd name="connsiteX3-343" fmla="*/ 385069 w 1677296"/>
              <a:gd name="connsiteY3-344" fmla="*/ 1877032 h 1877032"/>
              <a:gd name="connsiteX4-345" fmla="*/ 1612334 w 1677296"/>
              <a:gd name="connsiteY4-346" fmla="*/ 1840637 h 1877032"/>
              <a:gd name="connsiteX5-347" fmla="*/ 1555348 w 1677296"/>
              <a:gd name="connsiteY5-348" fmla="*/ 1257671 h 1877032"/>
              <a:gd name="connsiteX6-349" fmla="*/ 1503107 w 1677296"/>
              <a:gd name="connsiteY6-350" fmla="*/ 672856 h 1877032"/>
              <a:gd name="connsiteX7-351" fmla="*/ 1371521 w 1677296"/>
              <a:gd name="connsiteY7-352" fmla="*/ 154877 h 1877032"/>
              <a:gd name="connsiteX8-353" fmla="*/ 873681 w 1677296"/>
              <a:gd name="connsiteY8-354" fmla="*/ 21205 h 1877032"/>
              <a:gd name="connsiteX9-355" fmla="*/ 394949 w 1677296"/>
              <a:gd name="connsiteY9-356" fmla="*/ 534641 h 1877032"/>
              <a:gd name="connsiteX0-357" fmla="*/ 394949 w 1677298"/>
              <a:gd name="connsiteY0-358" fmla="*/ 534641 h 1877032"/>
              <a:gd name="connsiteX1-359" fmla="*/ 34597 w 1677298"/>
              <a:gd name="connsiteY1-360" fmla="*/ 940200 h 1877032"/>
              <a:gd name="connsiteX2-361" fmla="*/ 54054 w 1677298"/>
              <a:gd name="connsiteY2-362" fmla="*/ 1728260 h 1877032"/>
              <a:gd name="connsiteX3-363" fmla="*/ 385069 w 1677298"/>
              <a:gd name="connsiteY3-364" fmla="*/ 1877032 h 1877032"/>
              <a:gd name="connsiteX4-365" fmla="*/ 1612334 w 1677298"/>
              <a:gd name="connsiteY4-366" fmla="*/ 1840637 h 1877032"/>
              <a:gd name="connsiteX5-367" fmla="*/ 1555348 w 1677298"/>
              <a:gd name="connsiteY5-368" fmla="*/ 1257671 h 1877032"/>
              <a:gd name="connsiteX6-369" fmla="*/ 1503107 w 1677298"/>
              <a:gd name="connsiteY6-370" fmla="*/ 672856 h 1877032"/>
              <a:gd name="connsiteX7-371" fmla="*/ 1371521 w 1677298"/>
              <a:gd name="connsiteY7-372" fmla="*/ 154877 h 1877032"/>
              <a:gd name="connsiteX8-373" fmla="*/ 873681 w 1677298"/>
              <a:gd name="connsiteY8-374" fmla="*/ 21205 h 1877032"/>
              <a:gd name="connsiteX9-375" fmla="*/ 394949 w 1677298"/>
              <a:gd name="connsiteY9-376" fmla="*/ 534641 h 1877032"/>
              <a:gd name="connsiteX0-377" fmla="*/ 394949 w 1677296"/>
              <a:gd name="connsiteY0-378" fmla="*/ 534641 h 1904936"/>
              <a:gd name="connsiteX1-379" fmla="*/ 34597 w 1677296"/>
              <a:gd name="connsiteY1-380" fmla="*/ 940200 h 1904936"/>
              <a:gd name="connsiteX2-381" fmla="*/ 54054 w 1677296"/>
              <a:gd name="connsiteY2-382" fmla="*/ 1728260 h 1904936"/>
              <a:gd name="connsiteX3-383" fmla="*/ 385069 w 1677296"/>
              <a:gd name="connsiteY3-384" fmla="*/ 1877032 h 1904936"/>
              <a:gd name="connsiteX4-385" fmla="*/ 1612334 w 1677296"/>
              <a:gd name="connsiteY4-386" fmla="*/ 1840637 h 1904936"/>
              <a:gd name="connsiteX5-387" fmla="*/ 1555348 w 1677296"/>
              <a:gd name="connsiteY5-388" fmla="*/ 1257671 h 1904936"/>
              <a:gd name="connsiteX6-389" fmla="*/ 1503107 w 1677296"/>
              <a:gd name="connsiteY6-390" fmla="*/ 672856 h 1904936"/>
              <a:gd name="connsiteX7-391" fmla="*/ 1371521 w 1677296"/>
              <a:gd name="connsiteY7-392" fmla="*/ 154877 h 1904936"/>
              <a:gd name="connsiteX8-393" fmla="*/ 873681 w 1677296"/>
              <a:gd name="connsiteY8-394" fmla="*/ 21205 h 1904936"/>
              <a:gd name="connsiteX9-395" fmla="*/ 394949 w 1677296"/>
              <a:gd name="connsiteY9-396" fmla="*/ 534641 h 1904936"/>
              <a:gd name="connsiteX0-397" fmla="*/ 461539 w 1743887"/>
              <a:gd name="connsiteY0-398" fmla="*/ 534641 h 1904936"/>
              <a:gd name="connsiteX1-399" fmla="*/ 101187 w 1743887"/>
              <a:gd name="connsiteY1-400" fmla="*/ 940200 h 1904936"/>
              <a:gd name="connsiteX2-401" fmla="*/ 22840 w 1743887"/>
              <a:gd name="connsiteY2-402" fmla="*/ 1737812 h 1904936"/>
              <a:gd name="connsiteX3-403" fmla="*/ 451659 w 1743887"/>
              <a:gd name="connsiteY3-404" fmla="*/ 1877032 h 1904936"/>
              <a:gd name="connsiteX4-405" fmla="*/ 1678924 w 1743887"/>
              <a:gd name="connsiteY4-406" fmla="*/ 1840637 h 1904936"/>
              <a:gd name="connsiteX5-407" fmla="*/ 1621938 w 1743887"/>
              <a:gd name="connsiteY5-408" fmla="*/ 1257671 h 1904936"/>
              <a:gd name="connsiteX6-409" fmla="*/ 1569697 w 1743887"/>
              <a:gd name="connsiteY6-410" fmla="*/ 672856 h 1904936"/>
              <a:gd name="connsiteX7-411" fmla="*/ 1438111 w 1743887"/>
              <a:gd name="connsiteY7-412" fmla="*/ 154877 h 1904936"/>
              <a:gd name="connsiteX8-413" fmla="*/ 940271 w 1743887"/>
              <a:gd name="connsiteY8-414" fmla="*/ 21205 h 1904936"/>
              <a:gd name="connsiteX9-415" fmla="*/ 461539 w 1743887"/>
              <a:gd name="connsiteY9-416" fmla="*/ 534641 h 1904936"/>
              <a:gd name="connsiteX0-417" fmla="*/ 452050 w 1756359"/>
              <a:gd name="connsiteY0-418" fmla="*/ 534641 h 1891359"/>
              <a:gd name="connsiteX1-419" fmla="*/ 91698 w 1756359"/>
              <a:gd name="connsiteY1-420" fmla="*/ 940200 h 1891359"/>
              <a:gd name="connsiteX2-421" fmla="*/ 13351 w 1756359"/>
              <a:gd name="connsiteY2-422" fmla="*/ 1737812 h 1891359"/>
              <a:gd name="connsiteX3-423" fmla="*/ 309435 w 1756359"/>
              <a:gd name="connsiteY3-424" fmla="*/ 1891359 h 1891359"/>
              <a:gd name="connsiteX4-425" fmla="*/ 1669435 w 1756359"/>
              <a:gd name="connsiteY4-426" fmla="*/ 1840637 h 1891359"/>
              <a:gd name="connsiteX5-427" fmla="*/ 1612449 w 1756359"/>
              <a:gd name="connsiteY5-428" fmla="*/ 1257671 h 1891359"/>
              <a:gd name="connsiteX6-429" fmla="*/ 1560208 w 1756359"/>
              <a:gd name="connsiteY6-430" fmla="*/ 672856 h 1891359"/>
              <a:gd name="connsiteX7-431" fmla="*/ 1428622 w 1756359"/>
              <a:gd name="connsiteY7-432" fmla="*/ 154877 h 1891359"/>
              <a:gd name="connsiteX8-433" fmla="*/ 930782 w 1756359"/>
              <a:gd name="connsiteY8-434" fmla="*/ 21205 h 1891359"/>
              <a:gd name="connsiteX9-435" fmla="*/ 452050 w 1756359"/>
              <a:gd name="connsiteY9-436" fmla="*/ 534641 h 1891359"/>
              <a:gd name="connsiteX0-437" fmla="*/ 452050 w 1756257"/>
              <a:gd name="connsiteY0-438" fmla="*/ 534641 h 1891359"/>
              <a:gd name="connsiteX1-439" fmla="*/ 91698 w 1756257"/>
              <a:gd name="connsiteY1-440" fmla="*/ 940200 h 1891359"/>
              <a:gd name="connsiteX2-441" fmla="*/ 13351 w 1756257"/>
              <a:gd name="connsiteY2-442" fmla="*/ 1737812 h 1891359"/>
              <a:gd name="connsiteX3-443" fmla="*/ 309435 w 1756257"/>
              <a:gd name="connsiteY3-444" fmla="*/ 1891359 h 1891359"/>
              <a:gd name="connsiteX4-445" fmla="*/ 1669435 w 1756257"/>
              <a:gd name="connsiteY4-446" fmla="*/ 1840637 h 1891359"/>
              <a:gd name="connsiteX5-447" fmla="*/ 1612449 w 1756257"/>
              <a:gd name="connsiteY5-448" fmla="*/ 1257671 h 1891359"/>
              <a:gd name="connsiteX6-449" fmla="*/ 1563496 w 1756257"/>
              <a:gd name="connsiteY6-450" fmla="*/ 959631 h 1891359"/>
              <a:gd name="connsiteX7-451" fmla="*/ 1560208 w 1756257"/>
              <a:gd name="connsiteY7-452" fmla="*/ 672856 h 1891359"/>
              <a:gd name="connsiteX8-453" fmla="*/ 1428622 w 1756257"/>
              <a:gd name="connsiteY8-454" fmla="*/ 154877 h 1891359"/>
              <a:gd name="connsiteX9-455" fmla="*/ 930782 w 1756257"/>
              <a:gd name="connsiteY9-456" fmla="*/ 21205 h 1891359"/>
              <a:gd name="connsiteX10" fmla="*/ 452050 w 1756257"/>
              <a:gd name="connsiteY10" fmla="*/ 534641 h 1891359"/>
              <a:gd name="connsiteX0-457" fmla="*/ 452050 w 1764590"/>
              <a:gd name="connsiteY0-458" fmla="*/ 534641 h 1891359"/>
              <a:gd name="connsiteX1-459" fmla="*/ 91698 w 1764590"/>
              <a:gd name="connsiteY1-460" fmla="*/ 940200 h 1891359"/>
              <a:gd name="connsiteX2-461" fmla="*/ 13351 w 1764590"/>
              <a:gd name="connsiteY2-462" fmla="*/ 1737812 h 1891359"/>
              <a:gd name="connsiteX3-463" fmla="*/ 309435 w 1764590"/>
              <a:gd name="connsiteY3-464" fmla="*/ 1891359 h 1891359"/>
              <a:gd name="connsiteX4-465" fmla="*/ 1669435 w 1764590"/>
              <a:gd name="connsiteY4-466" fmla="*/ 1840637 h 1891359"/>
              <a:gd name="connsiteX5-467" fmla="*/ 1612449 w 1764590"/>
              <a:gd name="connsiteY5-468" fmla="*/ 1257671 h 1891359"/>
              <a:gd name="connsiteX6-469" fmla="*/ 1309780 w 1764590"/>
              <a:gd name="connsiteY6-470" fmla="*/ 1046341 h 1891359"/>
              <a:gd name="connsiteX7-471" fmla="*/ 1560208 w 1764590"/>
              <a:gd name="connsiteY7-472" fmla="*/ 672856 h 1891359"/>
              <a:gd name="connsiteX8-473" fmla="*/ 1428622 w 1764590"/>
              <a:gd name="connsiteY8-474" fmla="*/ 154877 h 1891359"/>
              <a:gd name="connsiteX9-475" fmla="*/ 930782 w 1764590"/>
              <a:gd name="connsiteY9-476" fmla="*/ 21205 h 1891359"/>
              <a:gd name="connsiteX10-477" fmla="*/ 452050 w 1764590"/>
              <a:gd name="connsiteY10-478" fmla="*/ 534641 h 1891359"/>
              <a:gd name="connsiteX0-479" fmla="*/ 452050 w 1764592"/>
              <a:gd name="connsiteY0-480" fmla="*/ 534641 h 1891359"/>
              <a:gd name="connsiteX1-481" fmla="*/ 91698 w 1764592"/>
              <a:gd name="connsiteY1-482" fmla="*/ 940200 h 1891359"/>
              <a:gd name="connsiteX2-483" fmla="*/ 13351 w 1764592"/>
              <a:gd name="connsiteY2-484" fmla="*/ 1737812 h 1891359"/>
              <a:gd name="connsiteX3-485" fmla="*/ 309435 w 1764592"/>
              <a:gd name="connsiteY3-486" fmla="*/ 1891359 h 1891359"/>
              <a:gd name="connsiteX4-487" fmla="*/ 1669435 w 1764592"/>
              <a:gd name="connsiteY4-488" fmla="*/ 1840637 h 1891359"/>
              <a:gd name="connsiteX5-489" fmla="*/ 1612449 w 1764592"/>
              <a:gd name="connsiteY5-490" fmla="*/ 1257671 h 1891359"/>
              <a:gd name="connsiteX6-491" fmla="*/ 1309780 w 1764592"/>
              <a:gd name="connsiteY6-492" fmla="*/ 1046341 h 1891359"/>
              <a:gd name="connsiteX7-493" fmla="*/ 1560208 w 1764592"/>
              <a:gd name="connsiteY7-494" fmla="*/ 672856 h 1891359"/>
              <a:gd name="connsiteX8-495" fmla="*/ 1428622 w 1764592"/>
              <a:gd name="connsiteY8-496" fmla="*/ 154877 h 1891359"/>
              <a:gd name="connsiteX9-497" fmla="*/ 930782 w 1764592"/>
              <a:gd name="connsiteY9-498" fmla="*/ 21205 h 1891359"/>
              <a:gd name="connsiteX10-499" fmla="*/ 452050 w 1764592"/>
              <a:gd name="connsiteY10-500" fmla="*/ 534641 h 1891359"/>
              <a:gd name="connsiteX0-501" fmla="*/ 452050 w 1764590"/>
              <a:gd name="connsiteY0-502" fmla="*/ 534641 h 1891359"/>
              <a:gd name="connsiteX1-503" fmla="*/ 91698 w 1764590"/>
              <a:gd name="connsiteY1-504" fmla="*/ 940200 h 1891359"/>
              <a:gd name="connsiteX2-505" fmla="*/ 13351 w 1764590"/>
              <a:gd name="connsiteY2-506" fmla="*/ 1737812 h 1891359"/>
              <a:gd name="connsiteX3-507" fmla="*/ 309435 w 1764590"/>
              <a:gd name="connsiteY3-508" fmla="*/ 1891359 h 1891359"/>
              <a:gd name="connsiteX4-509" fmla="*/ 1669435 w 1764590"/>
              <a:gd name="connsiteY4-510" fmla="*/ 1840637 h 1891359"/>
              <a:gd name="connsiteX5-511" fmla="*/ 1612449 w 1764590"/>
              <a:gd name="connsiteY5-512" fmla="*/ 1257671 h 1891359"/>
              <a:gd name="connsiteX6-513" fmla="*/ 1309780 w 1764590"/>
              <a:gd name="connsiteY6-514" fmla="*/ 1046341 h 1891359"/>
              <a:gd name="connsiteX7-515" fmla="*/ 1560208 w 1764590"/>
              <a:gd name="connsiteY7-516" fmla="*/ 672856 h 1891359"/>
              <a:gd name="connsiteX8-517" fmla="*/ 1428622 w 1764590"/>
              <a:gd name="connsiteY8-518" fmla="*/ 154877 h 1891359"/>
              <a:gd name="connsiteX9-519" fmla="*/ 930782 w 1764590"/>
              <a:gd name="connsiteY9-520" fmla="*/ 21205 h 1891359"/>
              <a:gd name="connsiteX10-521" fmla="*/ 452050 w 1764590"/>
              <a:gd name="connsiteY10-522" fmla="*/ 534641 h 1891359"/>
              <a:gd name="connsiteX0-523" fmla="*/ 452050 w 1792731"/>
              <a:gd name="connsiteY0-524" fmla="*/ 534641 h 1891359"/>
              <a:gd name="connsiteX1-525" fmla="*/ 91698 w 1792731"/>
              <a:gd name="connsiteY1-526" fmla="*/ 940200 h 1891359"/>
              <a:gd name="connsiteX2-527" fmla="*/ 13351 w 1792731"/>
              <a:gd name="connsiteY2-528" fmla="*/ 1737812 h 1891359"/>
              <a:gd name="connsiteX3-529" fmla="*/ 309435 w 1792731"/>
              <a:gd name="connsiteY3-530" fmla="*/ 1891359 h 1891359"/>
              <a:gd name="connsiteX4-531" fmla="*/ 1669435 w 1792731"/>
              <a:gd name="connsiteY4-532" fmla="*/ 1840637 h 1891359"/>
              <a:gd name="connsiteX5-533" fmla="*/ 1688563 w 1792731"/>
              <a:gd name="connsiteY5-534" fmla="*/ 1292355 h 1891359"/>
              <a:gd name="connsiteX6-535" fmla="*/ 1309780 w 1792731"/>
              <a:gd name="connsiteY6-536" fmla="*/ 1046341 h 1891359"/>
              <a:gd name="connsiteX7-537" fmla="*/ 1560208 w 1792731"/>
              <a:gd name="connsiteY7-538" fmla="*/ 672856 h 1891359"/>
              <a:gd name="connsiteX8-539" fmla="*/ 1428622 w 1792731"/>
              <a:gd name="connsiteY8-540" fmla="*/ 154877 h 1891359"/>
              <a:gd name="connsiteX9-541" fmla="*/ 930782 w 1792731"/>
              <a:gd name="connsiteY9-542" fmla="*/ 21205 h 1891359"/>
              <a:gd name="connsiteX10-543" fmla="*/ 452050 w 1792731"/>
              <a:gd name="connsiteY10-544" fmla="*/ 534641 h 1891359"/>
              <a:gd name="connsiteX0-545" fmla="*/ 452050 w 1814809"/>
              <a:gd name="connsiteY0-546" fmla="*/ 534641 h 1891359"/>
              <a:gd name="connsiteX1-547" fmla="*/ 91698 w 1814809"/>
              <a:gd name="connsiteY1-548" fmla="*/ 940200 h 1891359"/>
              <a:gd name="connsiteX2-549" fmla="*/ 13351 w 1814809"/>
              <a:gd name="connsiteY2-550" fmla="*/ 1737812 h 1891359"/>
              <a:gd name="connsiteX3-551" fmla="*/ 309435 w 1814809"/>
              <a:gd name="connsiteY3-552" fmla="*/ 1891359 h 1891359"/>
              <a:gd name="connsiteX4-553" fmla="*/ 1669435 w 1814809"/>
              <a:gd name="connsiteY4-554" fmla="*/ 1840637 h 1891359"/>
              <a:gd name="connsiteX5-555" fmla="*/ 1688563 w 1814809"/>
              <a:gd name="connsiteY5-556" fmla="*/ 1292355 h 1891359"/>
              <a:gd name="connsiteX6-557" fmla="*/ 1309780 w 1814809"/>
              <a:gd name="connsiteY6-558" fmla="*/ 1046341 h 1891359"/>
              <a:gd name="connsiteX7-559" fmla="*/ 1560208 w 1814809"/>
              <a:gd name="connsiteY7-560" fmla="*/ 672856 h 1891359"/>
              <a:gd name="connsiteX8-561" fmla="*/ 1428622 w 1814809"/>
              <a:gd name="connsiteY8-562" fmla="*/ 154877 h 1891359"/>
              <a:gd name="connsiteX9-563" fmla="*/ 930782 w 1814809"/>
              <a:gd name="connsiteY9-564" fmla="*/ 21205 h 1891359"/>
              <a:gd name="connsiteX10-565" fmla="*/ 452050 w 1814809"/>
              <a:gd name="connsiteY10-566" fmla="*/ 534641 h 1891359"/>
              <a:gd name="connsiteX0-567" fmla="*/ 452050 w 1814809"/>
              <a:gd name="connsiteY0-568" fmla="*/ 534641 h 1891359"/>
              <a:gd name="connsiteX1-569" fmla="*/ 91698 w 1814809"/>
              <a:gd name="connsiteY1-570" fmla="*/ 940200 h 1891359"/>
              <a:gd name="connsiteX2-571" fmla="*/ 13351 w 1814809"/>
              <a:gd name="connsiteY2-572" fmla="*/ 1737812 h 1891359"/>
              <a:gd name="connsiteX3-573" fmla="*/ 309435 w 1814809"/>
              <a:gd name="connsiteY3-574" fmla="*/ 1891359 h 1891359"/>
              <a:gd name="connsiteX4-575" fmla="*/ 1669435 w 1814809"/>
              <a:gd name="connsiteY4-576" fmla="*/ 1840637 h 1891359"/>
              <a:gd name="connsiteX5-577" fmla="*/ 1688563 w 1814809"/>
              <a:gd name="connsiteY5-578" fmla="*/ 1292355 h 1891359"/>
              <a:gd name="connsiteX6-579" fmla="*/ 1309780 w 1814809"/>
              <a:gd name="connsiteY6-580" fmla="*/ 1046341 h 1891359"/>
              <a:gd name="connsiteX7-581" fmla="*/ 1619996 w 1814809"/>
              <a:gd name="connsiteY7-582" fmla="*/ 526399 h 1891359"/>
              <a:gd name="connsiteX8-583" fmla="*/ 1428622 w 1814809"/>
              <a:gd name="connsiteY8-584" fmla="*/ 154877 h 1891359"/>
              <a:gd name="connsiteX9-585" fmla="*/ 930782 w 1814809"/>
              <a:gd name="connsiteY9-586" fmla="*/ 21205 h 1891359"/>
              <a:gd name="connsiteX10-587" fmla="*/ 452050 w 1814809"/>
              <a:gd name="connsiteY10-588" fmla="*/ 534641 h 1891359"/>
              <a:gd name="connsiteX0-589" fmla="*/ 452050 w 1814809"/>
              <a:gd name="connsiteY0-590" fmla="*/ 542872 h 1899590"/>
              <a:gd name="connsiteX1-591" fmla="*/ 91698 w 1814809"/>
              <a:gd name="connsiteY1-592" fmla="*/ 948431 h 1899590"/>
              <a:gd name="connsiteX2-593" fmla="*/ 13351 w 1814809"/>
              <a:gd name="connsiteY2-594" fmla="*/ 1746043 h 1899590"/>
              <a:gd name="connsiteX3-595" fmla="*/ 309435 w 1814809"/>
              <a:gd name="connsiteY3-596" fmla="*/ 1899590 h 1899590"/>
              <a:gd name="connsiteX4-597" fmla="*/ 1669435 w 1814809"/>
              <a:gd name="connsiteY4-598" fmla="*/ 1848868 h 1899590"/>
              <a:gd name="connsiteX5-599" fmla="*/ 1688563 w 1814809"/>
              <a:gd name="connsiteY5-600" fmla="*/ 1300586 h 1899590"/>
              <a:gd name="connsiteX6-601" fmla="*/ 1309780 w 1814809"/>
              <a:gd name="connsiteY6-602" fmla="*/ 1054572 h 1899590"/>
              <a:gd name="connsiteX7-603" fmla="*/ 1619996 w 1814809"/>
              <a:gd name="connsiteY7-604" fmla="*/ 534630 h 1899590"/>
              <a:gd name="connsiteX8-605" fmla="*/ 1488411 w 1814809"/>
              <a:gd name="connsiteY8-606" fmla="*/ 129049 h 1899590"/>
              <a:gd name="connsiteX9-607" fmla="*/ 930782 w 1814809"/>
              <a:gd name="connsiteY9-608" fmla="*/ 29436 h 1899590"/>
              <a:gd name="connsiteX10-609" fmla="*/ 452050 w 1814809"/>
              <a:gd name="connsiteY10-610" fmla="*/ 542872 h 1899590"/>
              <a:gd name="connsiteX0-611" fmla="*/ 452050 w 1814809"/>
              <a:gd name="connsiteY0-612" fmla="*/ 540513 h 1897231"/>
              <a:gd name="connsiteX1-613" fmla="*/ 91698 w 1814809"/>
              <a:gd name="connsiteY1-614" fmla="*/ 946072 h 1897231"/>
              <a:gd name="connsiteX2-615" fmla="*/ 13351 w 1814809"/>
              <a:gd name="connsiteY2-616" fmla="*/ 1743684 h 1897231"/>
              <a:gd name="connsiteX3-617" fmla="*/ 309435 w 1814809"/>
              <a:gd name="connsiteY3-618" fmla="*/ 1897231 h 1897231"/>
              <a:gd name="connsiteX4-619" fmla="*/ 1669435 w 1814809"/>
              <a:gd name="connsiteY4-620" fmla="*/ 1846509 h 1897231"/>
              <a:gd name="connsiteX5-621" fmla="*/ 1688563 w 1814809"/>
              <a:gd name="connsiteY5-622" fmla="*/ 1298227 h 1897231"/>
              <a:gd name="connsiteX6-623" fmla="*/ 1309780 w 1814809"/>
              <a:gd name="connsiteY6-624" fmla="*/ 1052213 h 1897231"/>
              <a:gd name="connsiteX7-625" fmla="*/ 1619996 w 1814809"/>
              <a:gd name="connsiteY7-626" fmla="*/ 532271 h 1897231"/>
              <a:gd name="connsiteX8-627" fmla="*/ 1488411 w 1814809"/>
              <a:gd name="connsiteY8-628" fmla="*/ 126690 h 1897231"/>
              <a:gd name="connsiteX9-629" fmla="*/ 930782 w 1814809"/>
              <a:gd name="connsiteY9-630" fmla="*/ 27077 h 1897231"/>
              <a:gd name="connsiteX10-631" fmla="*/ 452050 w 1814809"/>
              <a:gd name="connsiteY10-632" fmla="*/ 540513 h 1897231"/>
              <a:gd name="connsiteX0-633" fmla="*/ 452050 w 1814809"/>
              <a:gd name="connsiteY0-634" fmla="*/ 540513 h 1897231"/>
              <a:gd name="connsiteX1-635" fmla="*/ 91698 w 1814809"/>
              <a:gd name="connsiteY1-636" fmla="*/ 946072 h 1897231"/>
              <a:gd name="connsiteX2-637" fmla="*/ 13351 w 1814809"/>
              <a:gd name="connsiteY2-638" fmla="*/ 1743684 h 1897231"/>
              <a:gd name="connsiteX3-639" fmla="*/ 309435 w 1814809"/>
              <a:gd name="connsiteY3-640" fmla="*/ 1897231 h 1897231"/>
              <a:gd name="connsiteX4-641" fmla="*/ 1669435 w 1814809"/>
              <a:gd name="connsiteY4-642" fmla="*/ 1846509 h 1897231"/>
              <a:gd name="connsiteX5-643" fmla="*/ 1688563 w 1814809"/>
              <a:gd name="connsiteY5-644" fmla="*/ 1298227 h 1897231"/>
              <a:gd name="connsiteX6-645" fmla="*/ 1309780 w 1814809"/>
              <a:gd name="connsiteY6-646" fmla="*/ 1052213 h 1897231"/>
              <a:gd name="connsiteX7-647" fmla="*/ 1619996 w 1814809"/>
              <a:gd name="connsiteY7-648" fmla="*/ 532271 h 1897231"/>
              <a:gd name="connsiteX8-649" fmla="*/ 1488411 w 1814809"/>
              <a:gd name="connsiteY8-650" fmla="*/ 126690 h 1897231"/>
              <a:gd name="connsiteX9-651" fmla="*/ 930782 w 1814809"/>
              <a:gd name="connsiteY9-652" fmla="*/ 27077 h 1897231"/>
              <a:gd name="connsiteX10-653" fmla="*/ 452050 w 1814809"/>
              <a:gd name="connsiteY10-654" fmla="*/ 540513 h 1897231"/>
              <a:gd name="connsiteX0-655" fmla="*/ 288567 w 1811701"/>
              <a:gd name="connsiteY0-656" fmla="*/ 555674 h 1898251"/>
              <a:gd name="connsiteX1-657" fmla="*/ 88590 w 1811701"/>
              <a:gd name="connsiteY1-658" fmla="*/ 947092 h 1898251"/>
              <a:gd name="connsiteX2-659" fmla="*/ 10243 w 1811701"/>
              <a:gd name="connsiteY2-660" fmla="*/ 1744704 h 1898251"/>
              <a:gd name="connsiteX3-661" fmla="*/ 306327 w 1811701"/>
              <a:gd name="connsiteY3-662" fmla="*/ 1898251 h 1898251"/>
              <a:gd name="connsiteX4-663" fmla="*/ 1666327 w 1811701"/>
              <a:gd name="connsiteY4-664" fmla="*/ 1847529 h 1898251"/>
              <a:gd name="connsiteX5-665" fmla="*/ 1685455 w 1811701"/>
              <a:gd name="connsiteY5-666" fmla="*/ 1299247 h 1898251"/>
              <a:gd name="connsiteX6-667" fmla="*/ 1306672 w 1811701"/>
              <a:gd name="connsiteY6-668" fmla="*/ 1053233 h 1898251"/>
              <a:gd name="connsiteX7-669" fmla="*/ 1616888 w 1811701"/>
              <a:gd name="connsiteY7-670" fmla="*/ 533291 h 1898251"/>
              <a:gd name="connsiteX8-671" fmla="*/ 1485303 w 1811701"/>
              <a:gd name="connsiteY8-672" fmla="*/ 127710 h 1898251"/>
              <a:gd name="connsiteX9-673" fmla="*/ 927674 w 1811701"/>
              <a:gd name="connsiteY9-674" fmla="*/ 28097 h 1898251"/>
              <a:gd name="connsiteX10-675" fmla="*/ 288567 w 1811701"/>
              <a:gd name="connsiteY10-676" fmla="*/ 555674 h 1898251"/>
              <a:gd name="connsiteX0-677" fmla="*/ 288567 w 1811701"/>
              <a:gd name="connsiteY0-678" fmla="*/ 479828 h 1822405"/>
              <a:gd name="connsiteX1-679" fmla="*/ 88590 w 1811701"/>
              <a:gd name="connsiteY1-680" fmla="*/ 871246 h 1822405"/>
              <a:gd name="connsiteX2-681" fmla="*/ 10243 w 1811701"/>
              <a:gd name="connsiteY2-682" fmla="*/ 1668858 h 1822405"/>
              <a:gd name="connsiteX3-683" fmla="*/ 306327 w 1811701"/>
              <a:gd name="connsiteY3-684" fmla="*/ 1822405 h 1822405"/>
              <a:gd name="connsiteX4-685" fmla="*/ 1666327 w 1811701"/>
              <a:gd name="connsiteY4-686" fmla="*/ 1771683 h 1822405"/>
              <a:gd name="connsiteX5-687" fmla="*/ 1685455 w 1811701"/>
              <a:gd name="connsiteY5-688" fmla="*/ 1223401 h 1822405"/>
              <a:gd name="connsiteX6-689" fmla="*/ 1306672 w 1811701"/>
              <a:gd name="connsiteY6-690" fmla="*/ 977387 h 1822405"/>
              <a:gd name="connsiteX7-691" fmla="*/ 1616888 w 1811701"/>
              <a:gd name="connsiteY7-692" fmla="*/ 457445 h 1822405"/>
              <a:gd name="connsiteX8-693" fmla="*/ 1485303 w 1811701"/>
              <a:gd name="connsiteY8-694" fmla="*/ 51864 h 1822405"/>
              <a:gd name="connsiteX9-695" fmla="*/ 895599 w 1811701"/>
              <a:gd name="connsiteY9-696" fmla="*/ 79530 h 1822405"/>
              <a:gd name="connsiteX10-697" fmla="*/ 288567 w 1811701"/>
              <a:gd name="connsiteY10-698" fmla="*/ 479828 h 1822405"/>
              <a:gd name="connsiteX0-699" fmla="*/ 288567 w 1811701"/>
              <a:gd name="connsiteY0-700" fmla="*/ 419258 h 1761835"/>
              <a:gd name="connsiteX1-701" fmla="*/ 88590 w 1811701"/>
              <a:gd name="connsiteY1-702" fmla="*/ 810676 h 1761835"/>
              <a:gd name="connsiteX2-703" fmla="*/ 10243 w 1811701"/>
              <a:gd name="connsiteY2-704" fmla="*/ 1608288 h 1761835"/>
              <a:gd name="connsiteX3-705" fmla="*/ 306327 w 1811701"/>
              <a:gd name="connsiteY3-706" fmla="*/ 1761835 h 1761835"/>
              <a:gd name="connsiteX4-707" fmla="*/ 1666327 w 1811701"/>
              <a:gd name="connsiteY4-708" fmla="*/ 1711113 h 1761835"/>
              <a:gd name="connsiteX5-709" fmla="*/ 1685455 w 1811701"/>
              <a:gd name="connsiteY5-710" fmla="*/ 1162831 h 1761835"/>
              <a:gd name="connsiteX6-711" fmla="*/ 1306672 w 1811701"/>
              <a:gd name="connsiteY6-712" fmla="*/ 916817 h 1761835"/>
              <a:gd name="connsiteX7-713" fmla="*/ 1616888 w 1811701"/>
              <a:gd name="connsiteY7-714" fmla="*/ 396875 h 1761835"/>
              <a:gd name="connsiteX8-715" fmla="*/ 1373040 w 1811701"/>
              <a:gd name="connsiteY8-716" fmla="*/ 118574 h 1761835"/>
              <a:gd name="connsiteX9-717" fmla="*/ 895599 w 1811701"/>
              <a:gd name="connsiteY9-718" fmla="*/ 18960 h 1761835"/>
              <a:gd name="connsiteX10-719" fmla="*/ 288567 w 1811701"/>
              <a:gd name="connsiteY10-720" fmla="*/ 419258 h 1761835"/>
              <a:gd name="connsiteX0-721" fmla="*/ 288567 w 1811701"/>
              <a:gd name="connsiteY0-722" fmla="*/ 419258 h 1761835"/>
              <a:gd name="connsiteX1-723" fmla="*/ 88590 w 1811701"/>
              <a:gd name="connsiteY1-724" fmla="*/ 810676 h 1761835"/>
              <a:gd name="connsiteX2-725" fmla="*/ 10243 w 1811701"/>
              <a:gd name="connsiteY2-726" fmla="*/ 1608288 h 1761835"/>
              <a:gd name="connsiteX3-727" fmla="*/ 306327 w 1811701"/>
              <a:gd name="connsiteY3-728" fmla="*/ 1761835 h 1761835"/>
              <a:gd name="connsiteX4-729" fmla="*/ 1666327 w 1811701"/>
              <a:gd name="connsiteY4-730" fmla="*/ 1711113 h 1761835"/>
              <a:gd name="connsiteX5-731" fmla="*/ 1685455 w 1811701"/>
              <a:gd name="connsiteY5-732" fmla="*/ 1162831 h 1761835"/>
              <a:gd name="connsiteX6-733" fmla="*/ 1306672 w 1811701"/>
              <a:gd name="connsiteY6-734" fmla="*/ 916817 h 1761835"/>
              <a:gd name="connsiteX7-735" fmla="*/ 1584814 w 1811701"/>
              <a:gd name="connsiteY7-736" fmla="*/ 510012 h 1761835"/>
              <a:gd name="connsiteX8-737" fmla="*/ 1373040 w 1811701"/>
              <a:gd name="connsiteY8-738" fmla="*/ 118574 h 1761835"/>
              <a:gd name="connsiteX9-739" fmla="*/ 895599 w 1811701"/>
              <a:gd name="connsiteY9-740" fmla="*/ 18960 h 1761835"/>
              <a:gd name="connsiteX10-741" fmla="*/ 288567 w 1811701"/>
              <a:gd name="connsiteY10-742" fmla="*/ 419258 h 1761835"/>
              <a:gd name="connsiteX0-743" fmla="*/ 288567 w 1770444"/>
              <a:gd name="connsiteY0-744" fmla="*/ 419258 h 1761835"/>
              <a:gd name="connsiteX1-745" fmla="*/ 88590 w 1770444"/>
              <a:gd name="connsiteY1-746" fmla="*/ 810676 h 1761835"/>
              <a:gd name="connsiteX2-747" fmla="*/ 10243 w 1770444"/>
              <a:gd name="connsiteY2-748" fmla="*/ 1608288 h 1761835"/>
              <a:gd name="connsiteX3-749" fmla="*/ 306327 w 1770444"/>
              <a:gd name="connsiteY3-750" fmla="*/ 1761835 h 1761835"/>
              <a:gd name="connsiteX4-751" fmla="*/ 1666327 w 1770444"/>
              <a:gd name="connsiteY4-752" fmla="*/ 1711113 h 1761835"/>
              <a:gd name="connsiteX5-753" fmla="*/ 1589229 w 1770444"/>
              <a:gd name="connsiteY5-754" fmla="*/ 1176973 h 1761835"/>
              <a:gd name="connsiteX6-755" fmla="*/ 1306672 w 1770444"/>
              <a:gd name="connsiteY6-756" fmla="*/ 916817 h 1761835"/>
              <a:gd name="connsiteX7-757" fmla="*/ 1584814 w 1770444"/>
              <a:gd name="connsiteY7-758" fmla="*/ 510012 h 1761835"/>
              <a:gd name="connsiteX8-759" fmla="*/ 1373040 w 1770444"/>
              <a:gd name="connsiteY8-760" fmla="*/ 118574 h 1761835"/>
              <a:gd name="connsiteX9-761" fmla="*/ 895599 w 1770444"/>
              <a:gd name="connsiteY9-762" fmla="*/ 18960 h 1761835"/>
              <a:gd name="connsiteX10-763" fmla="*/ 288567 w 1770444"/>
              <a:gd name="connsiteY10-764" fmla="*/ 419258 h 1761835"/>
              <a:gd name="connsiteX0-765" fmla="*/ 288567 w 1592514"/>
              <a:gd name="connsiteY0-766" fmla="*/ 419258 h 1863058"/>
              <a:gd name="connsiteX1-767" fmla="*/ 88590 w 1592514"/>
              <a:gd name="connsiteY1-768" fmla="*/ 810676 h 1863058"/>
              <a:gd name="connsiteX2-769" fmla="*/ 10243 w 1592514"/>
              <a:gd name="connsiteY2-770" fmla="*/ 1608288 h 1863058"/>
              <a:gd name="connsiteX3-771" fmla="*/ 306327 w 1592514"/>
              <a:gd name="connsiteY3-772" fmla="*/ 1761835 h 1863058"/>
              <a:gd name="connsiteX4-773" fmla="*/ 1377650 w 1592514"/>
              <a:gd name="connsiteY4-774" fmla="*/ 1838393 h 1863058"/>
              <a:gd name="connsiteX5-775" fmla="*/ 1589229 w 1592514"/>
              <a:gd name="connsiteY5-776" fmla="*/ 1176973 h 1863058"/>
              <a:gd name="connsiteX6-777" fmla="*/ 1306672 w 1592514"/>
              <a:gd name="connsiteY6-778" fmla="*/ 916817 h 1863058"/>
              <a:gd name="connsiteX7-779" fmla="*/ 1584814 w 1592514"/>
              <a:gd name="connsiteY7-780" fmla="*/ 510012 h 1863058"/>
              <a:gd name="connsiteX8-781" fmla="*/ 1373040 w 1592514"/>
              <a:gd name="connsiteY8-782" fmla="*/ 118574 h 1863058"/>
              <a:gd name="connsiteX9-783" fmla="*/ 895599 w 1592514"/>
              <a:gd name="connsiteY9-784" fmla="*/ 18960 h 1863058"/>
              <a:gd name="connsiteX10-785" fmla="*/ 288567 w 1592514"/>
              <a:gd name="connsiteY10-786" fmla="*/ 419258 h 1863058"/>
              <a:gd name="connsiteX0-787" fmla="*/ 421322 w 1594935"/>
              <a:gd name="connsiteY0-788" fmla="*/ 616342 h 1876292"/>
              <a:gd name="connsiteX1-789" fmla="*/ 91011 w 1594935"/>
              <a:gd name="connsiteY1-790" fmla="*/ 823910 h 1876292"/>
              <a:gd name="connsiteX2-791" fmla="*/ 12664 w 1594935"/>
              <a:gd name="connsiteY2-792" fmla="*/ 1621522 h 1876292"/>
              <a:gd name="connsiteX3-793" fmla="*/ 308748 w 1594935"/>
              <a:gd name="connsiteY3-794" fmla="*/ 1775069 h 1876292"/>
              <a:gd name="connsiteX4-795" fmla="*/ 1380071 w 1594935"/>
              <a:gd name="connsiteY4-796" fmla="*/ 1851627 h 1876292"/>
              <a:gd name="connsiteX5-797" fmla="*/ 1591650 w 1594935"/>
              <a:gd name="connsiteY5-798" fmla="*/ 1190207 h 1876292"/>
              <a:gd name="connsiteX6-799" fmla="*/ 1309093 w 1594935"/>
              <a:gd name="connsiteY6-800" fmla="*/ 930051 h 1876292"/>
              <a:gd name="connsiteX7-801" fmla="*/ 1587235 w 1594935"/>
              <a:gd name="connsiteY7-802" fmla="*/ 523246 h 1876292"/>
              <a:gd name="connsiteX8-803" fmla="*/ 1375461 w 1594935"/>
              <a:gd name="connsiteY8-804" fmla="*/ 131808 h 1876292"/>
              <a:gd name="connsiteX9-805" fmla="*/ 898020 w 1594935"/>
              <a:gd name="connsiteY9-806" fmla="*/ 32194 h 1876292"/>
              <a:gd name="connsiteX10-807" fmla="*/ 421322 w 1594935"/>
              <a:gd name="connsiteY10-808" fmla="*/ 616342 h 1876292"/>
              <a:gd name="connsiteX0-809" fmla="*/ 413257 w 1586870"/>
              <a:gd name="connsiteY0-810" fmla="*/ 616342 h 1876292"/>
              <a:gd name="connsiteX1-811" fmla="*/ 140873 w 1586870"/>
              <a:gd name="connsiteY1-812" fmla="*/ 993617 h 1876292"/>
              <a:gd name="connsiteX2-813" fmla="*/ 4599 w 1586870"/>
              <a:gd name="connsiteY2-814" fmla="*/ 1621522 h 1876292"/>
              <a:gd name="connsiteX3-815" fmla="*/ 300683 w 1586870"/>
              <a:gd name="connsiteY3-816" fmla="*/ 1775069 h 1876292"/>
              <a:gd name="connsiteX4-817" fmla="*/ 1372006 w 1586870"/>
              <a:gd name="connsiteY4-818" fmla="*/ 1851627 h 1876292"/>
              <a:gd name="connsiteX5-819" fmla="*/ 1583585 w 1586870"/>
              <a:gd name="connsiteY5-820" fmla="*/ 1190207 h 1876292"/>
              <a:gd name="connsiteX6-821" fmla="*/ 1301028 w 1586870"/>
              <a:gd name="connsiteY6-822" fmla="*/ 930051 h 1876292"/>
              <a:gd name="connsiteX7-823" fmla="*/ 1579170 w 1586870"/>
              <a:gd name="connsiteY7-824" fmla="*/ 523246 h 1876292"/>
              <a:gd name="connsiteX8-825" fmla="*/ 1367396 w 1586870"/>
              <a:gd name="connsiteY8-826" fmla="*/ 131808 h 1876292"/>
              <a:gd name="connsiteX9-827" fmla="*/ 889955 w 1586870"/>
              <a:gd name="connsiteY9-828" fmla="*/ 32194 h 1876292"/>
              <a:gd name="connsiteX10-829" fmla="*/ 413257 w 1586870"/>
              <a:gd name="connsiteY10-830" fmla="*/ 616342 h 1876292"/>
              <a:gd name="connsiteX0-831" fmla="*/ 284962 w 1458575"/>
              <a:gd name="connsiteY0-832" fmla="*/ 616342 h 1908017"/>
              <a:gd name="connsiteX1-833" fmla="*/ 12578 w 1458575"/>
              <a:gd name="connsiteY1-834" fmla="*/ 993617 h 1908017"/>
              <a:gd name="connsiteX2-835" fmla="*/ 172388 w 1458575"/>
              <a:gd name="connsiteY2-836" fmla="*/ 1775069 h 1908017"/>
              <a:gd name="connsiteX3-837" fmla="*/ 1243711 w 1458575"/>
              <a:gd name="connsiteY3-838" fmla="*/ 1851627 h 1908017"/>
              <a:gd name="connsiteX4-839" fmla="*/ 1455290 w 1458575"/>
              <a:gd name="connsiteY4-840" fmla="*/ 1190207 h 1908017"/>
              <a:gd name="connsiteX5-841" fmla="*/ 1172733 w 1458575"/>
              <a:gd name="connsiteY5-842" fmla="*/ 930051 h 1908017"/>
              <a:gd name="connsiteX6-843" fmla="*/ 1450875 w 1458575"/>
              <a:gd name="connsiteY6-844" fmla="*/ 523246 h 1908017"/>
              <a:gd name="connsiteX7-845" fmla="*/ 1239101 w 1458575"/>
              <a:gd name="connsiteY7-846" fmla="*/ 131808 h 1908017"/>
              <a:gd name="connsiteX8-847" fmla="*/ 761660 w 1458575"/>
              <a:gd name="connsiteY8-848" fmla="*/ 32194 h 1908017"/>
              <a:gd name="connsiteX9-849" fmla="*/ 284962 w 1458575"/>
              <a:gd name="connsiteY9-850" fmla="*/ 616342 h 1908017"/>
              <a:gd name="connsiteX0-851" fmla="*/ 343858 w 1519131"/>
              <a:gd name="connsiteY0-852" fmla="*/ 616342 h 1885036"/>
              <a:gd name="connsiteX1-853" fmla="*/ 71474 w 1519131"/>
              <a:gd name="connsiteY1-854" fmla="*/ 993617 h 1885036"/>
              <a:gd name="connsiteX2-855" fmla="*/ 115432 w 1519131"/>
              <a:gd name="connsiteY2-856" fmla="*/ 1704358 h 1885036"/>
              <a:gd name="connsiteX3-857" fmla="*/ 1302607 w 1519131"/>
              <a:gd name="connsiteY3-858" fmla="*/ 1851627 h 1885036"/>
              <a:gd name="connsiteX4-859" fmla="*/ 1514186 w 1519131"/>
              <a:gd name="connsiteY4-860" fmla="*/ 1190207 h 1885036"/>
              <a:gd name="connsiteX5-861" fmla="*/ 1231629 w 1519131"/>
              <a:gd name="connsiteY5-862" fmla="*/ 930051 h 1885036"/>
              <a:gd name="connsiteX6-863" fmla="*/ 1509771 w 1519131"/>
              <a:gd name="connsiteY6-864" fmla="*/ 523246 h 1885036"/>
              <a:gd name="connsiteX7-865" fmla="*/ 1297997 w 1519131"/>
              <a:gd name="connsiteY7-866" fmla="*/ 131808 h 1885036"/>
              <a:gd name="connsiteX8-867" fmla="*/ 820556 w 1519131"/>
              <a:gd name="connsiteY8-868" fmla="*/ 32194 h 1885036"/>
              <a:gd name="connsiteX9-869" fmla="*/ 343858 w 1519131"/>
              <a:gd name="connsiteY9-870" fmla="*/ 616342 h 1885036"/>
              <a:gd name="connsiteX0-871" fmla="*/ 343858 w 1549812"/>
              <a:gd name="connsiteY0-872" fmla="*/ 616342 h 1800235"/>
              <a:gd name="connsiteX1-873" fmla="*/ 71474 w 1549812"/>
              <a:gd name="connsiteY1-874" fmla="*/ 993617 h 1800235"/>
              <a:gd name="connsiteX2-875" fmla="*/ 115432 w 1549812"/>
              <a:gd name="connsiteY2-876" fmla="*/ 1704358 h 1800235"/>
              <a:gd name="connsiteX3-877" fmla="*/ 1389496 w 1549812"/>
              <a:gd name="connsiteY3-878" fmla="*/ 1724347 h 1800235"/>
              <a:gd name="connsiteX4-879" fmla="*/ 1514186 w 1549812"/>
              <a:gd name="connsiteY4-880" fmla="*/ 1190207 h 1800235"/>
              <a:gd name="connsiteX5-881" fmla="*/ 1231629 w 1549812"/>
              <a:gd name="connsiteY5-882" fmla="*/ 930051 h 1800235"/>
              <a:gd name="connsiteX6-883" fmla="*/ 1509771 w 1549812"/>
              <a:gd name="connsiteY6-884" fmla="*/ 523246 h 1800235"/>
              <a:gd name="connsiteX7-885" fmla="*/ 1297997 w 1549812"/>
              <a:gd name="connsiteY7-886" fmla="*/ 131808 h 1800235"/>
              <a:gd name="connsiteX8-887" fmla="*/ 820556 w 1549812"/>
              <a:gd name="connsiteY8-888" fmla="*/ 32194 h 1800235"/>
              <a:gd name="connsiteX9-889" fmla="*/ 343858 w 1549812"/>
              <a:gd name="connsiteY9-890" fmla="*/ 616342 h 1800235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  <a:cxn ang="0">
                <a:pos x="connsiteX7-15" y="connsiteY7-16"/>
              </a:cxn>
              <a:cxn ang="0">
                <a:pos x="connsiteX8-17" y="connsiteY8-18"/>
              </a:cxn>
              <a:cxn ang="0">
                <a:pos x="connsiteX9-235" y="connsiteY9-236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" name="Freeform 417"/>
          <p:cNvSpPr/>
          <p:nvPr/>
        </p:nvSpPr>
        <p:spPr bwMode="auto">
          <a:xfrm>
            <a:off x="7274076" y="1826035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70" name="AutoShape 420"/>
          <p:cNvSpPr>
            <a:spLocks noChangeArrowheads="1"/>
          </p:cNvSpPr>
          <p:nvPr/>
        </p:nvSpPr>
        <p:spPr bwMode="auto">
          <a:xfrm>
            <a:off x="7205350" y="3289251"/>
            <a:ext cx="1458912" cy="317850"/>
          </a:xfrm>
          <a:prstGeom prst="triangle">
            <a:avLst>
              <a:gd name="adj" fmla="val 50000"/>
            </a:avLst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CCFF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1" name="Freeform 427"/>
          <p:cNvSpPr/>
          <p:nvPr/>
        </p:nvSpPr>
        <p:spPr bwMode="auto">
          <a:xfrm>
            <a:off x="7712401" y="4683134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6" name="Text Box 580"/>
          <p:cNvSpPr txBox="1">
            <a:spLocks noChangeArrowheads="1"/>
          </p:cNvSpPr>
          <p:nvPr/>
        </p:nvSpPr>
        <p:spPr bwMode="auto">
          <a:xfrm>
            <a:off x="7679274" y="1488461"/>
            <a:ext cx="13394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移动网络</a:t>
            </a:r>
            <a:endParaRPr kumimoji="0" lang="en-US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69" name="Text Box 580"/>
          <p:cNvSpPr txBox="1">
            <a:spLocks noChangeArrowheads="1"/>
          </p:cNvSpPr>
          <p:nvPr/>
        </p:nvSpPr>
        <p:spPr bwMode="auto">
          <a:xfrm>
            <a:off x="7330835" y="4191922"/>
            <a:ext cx="1955646" cy="268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家庭网络</a:t>
            </a:r>
            <a:endParaRPr kumimoji="0" lang="en-US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70" name="Text Box 580"/>
          <p:cNvSpPr txBox="1">
            <a:spLocks noChangeArrowheads="1"/>
          </p:cNvSpPr>
          <p:nvPr/>
        </p:nvSpPr>
        <p:spPr bwMode="auto">
          <a:xfrm>
            <a:off x="7306908" y="5779775"/>
            <a:ext cx="1195135" cy="44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企业</a:t>
            </a:r>
            <a:endParaRPr kumimoji="0" lang="en-US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 pitchFamily="34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          网络</a:t>
            </a:r>
            <a:endParaRPr kumimoji="0" lang="en-US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372" name="Freeform 371"/>
          <p:cNvSpPr/>
          <p:nvPr/>
        </p:nvSpPr>
        <p:spPr>
          <a:xfrm>
            <a:off x="10222146" y="3179540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-1" fmla="*/ 434989 w 1537226"/>
              <a:gd name="connsiteY0-2" fmla="*/ 253346 h 1763594"/>
              <a:gd name="connsiteX1-3" fmla="*/ 488 w 1537226"/>
              <a:gd name="connsiteY1-4" fmla="*/ 921706 h 1763594"/>
              <a:gd name="connsiteX2-5" fmla="*/ 368142 w 1537226"/>
              <a:gd name="connsiteY2-6" fmla="*/ 1489812 h 1763594"/>
              <a:gd name="connsiteX3-7" fmla="*/ 1187008 w 1537226"/>
              <a:gd name="connsiteY3-8" fmla="*/ 1757156 h 1763594"/>
              <a:gd name="connsiteX4-9" fmla="*/ 1521239 w 1537226"/>
              <a:gd name="connsiteY4-10" fmla="*/ 1239177 h 1763594"/>
              <a:gd name="connsiteX5-11" fmla="*/ 1468998 w 1537226"/>
              <a:gd name="connsiteY5-12" fmla="*/ 654362 h 1763594"/>
              <a:gd name="connsiteX6-13" fmla="*/ 1337412 w 1537226"/>
              <a:gd name="connsiteY6-14" fmla="*/ 136383 h 1763594"/>
              <a:gd name="connsiteX7-15" fmla="*/ 1086739 w 1537226"/>
              <a:gd name="connsiteY7-16" fmla="*/ 2711 h 1763594"/>
              <a:gd name="connsiteX8-17" fmla="*/ 434989 w 1537226"/>
              <a:gd name="connsiteY8-18" fmla="*/ 253346 h 1763594"/>
              <a:gd name="connsiteX0-19" fmla="*/ 434989 w 1537226"/>
              <a:gd name="connsiteY0-20" fmla="*/ 253346 h 1763594"/>
              <a:gd name="connsiteX1-21" fmla="*/ 488 w 1537226"/>
              <a:gd name="connsiteY1-22" fmla="*/ 921706 h 1763594"/>
              <a:gd name="connsiteX2-23" fmla="*/ 368142 w 1537226"/>
              <a:gd name="connsiteY2-24" fmla="*/ 1489812 h 1763594"/>
              <a:gd name="connsiteX3-25" fmla="*/ 1187008 w 1537226"/>
              <a:gd name="connsiteY3-26" fmla="*/ 1757156 h 1763594"/>
              <a:gd name="connsiteX4-27" fmla="*/ 1521239 w 1537226"/>
              <a:gd name="connsiteY4-28" fmla="*/ 1239177 h 1763594"/>
              <a:gd name="connsiteX5-29" fmla="*/ 1468998 w 1537226"/>
              <a:gd name="connsiteY5-30" fmla="*/ 654362 h 1763594"/>
              <a:gd name="connsiteX6-31" fmla="*/ 1337412 w 1537226"/>
              <a:gd name="connsiteY6-32" fmla="*/ 136383 h 1763594"/>
              <a:gd name="connsiteX7-33" fmla="*/ 839572 w 1537226"/>
              <a:gd name="connsiteY7-34" fmla="*/ 2711 h 1763594"/>
              <a:gd name="connsiteX8-35" fmla="*/ 434989 w 1537226"/>
              <a:gd name="connsiteY8-36" fmla="*/ 253346 h 1763594"/>
              <a:gd name="connsiteX0-37" fmla="*/ 360357 w 1536743"/>
              <a:gd name="connsiteY0-38" fmla="*/ 534641 h 1782088"/>
              <a:gd name="connsiteX1-39" fmla="*/ 5 w 1536743"/>
              <a:gd name="connsiteY1-40" fmla="*/ 940200 h 1782088"/>
              <a:gd name="connsiteX2-41" fmla="*/ 367659 w 1536743"/>
              <a:gd name="connsiteY2-42" fmla="*/ 1508306 h 1782088"/>
              <a:gd name="connsiteX3-43" fmla="*/ 1186525 w 1536743"/>
              <a:gd name="connsiteY3-44" fmla="*/ 1775650 h 1782088"/>
              <a:gd name="connsiteX4-45" fmla="*/ 1520756 w 1536743"/>
              <a:gd name="connsiteY4-46" fmla="*/ 1257671 h 1782088"/>
              <a:gd name="connsiteX5-47" fmla="*/ 1468515 w 1536743"/>
              <a:gd name="connsiteY5-48" fmla="*/ 672856 h 1782088"/>
              <a:gd name="connsiteX6-49" fmla="*/ 1336929 w 1536743"/>
              <a:gd name="connsiteY6-50" fmla="*/ 154877 h 1782088"/>
              <a:gd name="connsiteX7-51" fmla="*/ 839089 w 1536743"/>
              <a:gd name="connsiteY7-52" fmla="*/ 21205 h 1782088"/>
              <a:gd name="connsiteX8-53" fmla="*/ 360357 w 1536743"/>
              <a:gd name="connsiteY8-54" fmla="*/ 534641 h 1782088"/>
              <a:gd name="connsiteX0-55" fmla="*/ 360355 w 1536741"/>
              <a:gd name="connsiteY0-56" fmla="*/ 534641 h 1782088"/>
              <a:gd name="connsiteX1-57" fmla="*/ 3 w 1536741"/>
              <a:gd name="connsiteY1-58" fmla="*/ 940200 h 1782088"/>
              <a:gd name="connsiteX2-59" fmla="*/ 367657 w 1536741"/>
              <a:gd name="connsiteY2-60" fmla="*/ 1508306 h 1782088"/>
              <a:gd name="connsiteX3-61" fmla="*/ 1186523 w 1536741"/>
              <a:gd name="connsiteY3-62" fmla="*/ 1775650 h 1782088"/>
              <a:gd name="connsiteX4-63" fmla="*/ 1520754 w 1536741"/>
              <a:gd name="connsiteY4-64" fmla="*/ 1257671 h 1782088"/>
              <a:gd name="connsiteX5-65" fmla="*/ 1468513 w 1536741"/>
              <a:gd name="connsiteY5-66" fmla="*/ 672856 h 1782088"/>
              <a:gd name="connsiteX6-67" fmla="*/ 1336927 w 1536741"/>
              <a:gd name="connsiteY6-68" fmla="*/ 154877 h 1782088"/>
              <a:gd name="connsiteX7-69" fmla="*/ 839087 w 1536741"/>
              <a:gd name="connsiteY7-70" fmla="*/ 21205 h 1782088"/>
              <a:gd name="connsiteX8-71" fmla="*/ 360355 w 1536741"/>
              <a:gd name="connsiteY8-72" fmla="*/ 534641 h 1782088"/>
              <a:gd name="connsiteX0-73" fmla="*/ 360355 w 1534770"/>
              <a:gd name="connsiteY0-74" fmla="*/ 553225 h 1800672"/>
              <a:gd name="connsiteX1-75" fmla="*/ 3 w 1534770"/>
              <a:gd name="connsiteY1-76" fmla="*/ 958784 h 1800672"/>
              <a:gd name="connsiteX2-77" fmla="*/ 367657 w 1534770"/>
              <a:gd name="connsiteY2-78" fmla="*/ 1526890 h 1800672"/>
              <a:gd name="connsiteX3-79" fmla="*/ 1186523 w 1534770"/>
              <a:gd name="connsiteY3-80" fmla="*/ 1794234 h 1800672"/>
              <a:gd name="connsiteX4-81" fmla="*/ 1520754 w 1534770"/>
              <a:gd name="connsiteY4-82" fmla="*/ 1276255 h 1800672"/>
              <a:gd name="connsiteX5-83" fmla="*/ 1468513 w 1534770"/>
              <a:gd name="connsiteY5-84" fmla="*/ 691440 h 1800672"/>
              <a:gd name="connsiteX6-85" fmla="*/ 1435794 w 1534770"/>
              <a:gd name="connsiteY6-86" fmla="*/ 107761 h 1800672"/>
              <a:gd name="connsiteX7-87" fmla="*/ 839087 w 1534770"/>
              <a:gd name="connsiteY7-88" fmla="*/ 39789 h 1800672"/>
              <a:gd name="connsiteX8-89" fmla="*/ 360355 w 1534770"/>
              <a:gd name="connsiteY8-90" fmla="*/ 553225 h 1800672"/>
              <a:gd name="connsiteX0-91" fmla="*/ 360355 w 1580585"/>
              <a:gd name="connsiteY0-92" fmla="*/ 553225 h 1880420"/>
              <a:gd name="connsiteX1-93" fmla="*/ 3 w 1580585"/>
              <a:gd name="connsiteY1-94" fmla="*/ 958784 h 1880420"/>
              <a:gd name="connsiteX2-95" fmla="*/ 367657 w 1580585"/>
              <a:gd name="connsiteY2-96" fmla="*/ 1526890 h 1880420"/>
              <a:gd name="connsiteX3-97" fmla="*/ 1186523 w 1580585"/>
              <a:gd name="connsiteY3-98" fmla="*/ 1794234 h 1880420"/>
              <a:gd name="connsiteX4-99" fmla="*/ 1570188 w 1580585"/>
              <a:gd name="connsiteY4-100" fmla="*/ 1785433 h 1880420"/>
              <a:gd name="connsiteX5-101" fmla="*/ 1468513 w 1580585"/>
              <a:gd name="connsiteY5-102" fmla="*/ 691440 h 1880420"/>
              <a:gd name="connsiteX6-103" fmla="*/ 1435794 w 1580585"/>
              <a:gd name="connsiteY6-104" fmla="*/ 107761 h 1880420"/>
              <a:gd name="connsiteX7-105" fmla="*/ 839087 w 1580585"/>
              <a:gd name="connsiteY7-106" fmla="*/ 39789 h 1880420"/>
              <a:gd name="connsiteX8-107" fmla="*/ 360355 w 1580585"/>
              <a:gd name="connsiteY8-108" fmla="*/ 553225 h 1880420"/>
              <a:gd name="connsiteX0-109" fmla="*/ 316588 w 1580732"/>
              <a:gd name="connsiteY0-110" fmla="*/ 359285 h 1867156"/>
              <a:gd name="connsiteX1-111" fmla="*/ 150 w 1580732"/>
              <a:gd name="connsiteY1-112" fmla="*/ 945520 h 1867156"/>
              <a:gd name="connsiteX2-113" fmla="*/ 367804 w 1580732"/>
              <a:gd name="connsiteY2-114" fmla="*/ 1513626 h 1867156"/>
              <a:gd name="connsiteX3-115" fmla="*/ 1186670 w 1580732"/>
              <a:gd name="connsiteY3-116" fmla="*/ 1780970 h 1867156"/>
              <a:gd name="connsiteX4-117" fmla="*/ 1570335 w 1580732"/>
              <a:gd name="connsiteY4-118" fmla="*/ 1772169 h 1867156"/>
              <a:gd name="connsiteX5-119" fmla="*/ 1468660 w 1580732"/>
              <a:gd name="connsiteY5-120" fmla="*/ 678176 h 1867156"/>
              <a:gd name="connsiteX6-121" fmla="*/ 1435941 w 1580732"/>
              <a:gd name="connsiteY6-122" fmla="*/ 94497 h 1867156"/>
              <a:gd name="connsiteX7-123" fmla="*/ 839234 w 1580732"/>
              <a:gd name="connsiteY7-124" fmla="*/ 26525 h 1867156"/>
              <a:gd name="connsiteX8-125" fmla="*/ 316588 w 1580732"/>
              <a:gd name="connsiteY8-126" fmla="*/ 359285 h 1867156"/>
              <a:gd name="connsiteX0-127" fmla="*/ 163575 w 1427719"/>
              <a:gd name="connsiteY0-128" fmla="*/ 359285 h 1867156"/>
              <a:gd name="connsiteX1-129" fmla="*/ 836 w 1427719"/>
              <a:gd name="connsiteY1-130" fmla="*/ 1076921 h 1867156"/>
              <a:gd name="connsiteX2-131" fmla="*/ 214791 w 1427719"/>
              <a:gd name="connsiteY2-132" fmla="*/ 1513626 h 1867156"/>
              <a:gd name="connsiteX3-133" fmla="*/ 1033657 w 1427719"/>
              <a:gd name="connsiteY3-134" fmla="*/ 1780970 h 1867156"/>
              <a:gd name="connsiteX4-135" fmla="*/ 1417322 w 1427719"/>
              <a:gd name="connsiteY4-136" fmla="*/ 1772169 h 1867156"/>
              <a:gd name="connsiteX5-137" fmla="*/ 1315647 w 1427719"/>
              <a:gd name="connsiteY5-138" fmla="*/ 678176 h 1867156"/>
              <a:gd name="connsiteX6-139" fmla="*/ 1282928 w 1427719"/>
              <a:gd name="connsiteY6-140" fmla="*/ 94497 h 1867156"/>
              <a:gd name="connsiteX7-141" fmla="*/ 686221 w 1427719"/>
              <a:gd name="connsiteY7-142" fmla="*/ 26525 h 1867156"/>
              <a:gd name="connsiteX8-143" fmla="*/ 163575 w 1427719"/>
              <a:gd name="connsiteY8-144" fmla="*/ 359285 h 1867156"/>
              <a:gd name="connsiteX0-145" fmla="*/ 163575 w 1426632"/>
              <a:gd name="connsiteY0-146" fmla="*/ 394322 h 1902193"/>
              <a:gd name="connsiteX1-147" fmla="*/ 836 w 1426632"/>
              <a:gd name="connsiteY1-148" fmla="*/ 1111958 h 1902193"/>
              <a:gd name="connsiteX2-149" fmla="*/ 214791 w 1426632"/>
              <a:gd name="connsiteY2-150" fmla="*/ 1548663 h 1902193"/>
              <a:gd name="connsiteX3-151" fmla="*/ 1033657 w 1426632"/>
              <a:gd name="connsiteY3-152" fmla="*/ 1816007 h 1902193"/>
              <a:gd name="connsiteX4-153" fmla="*/ 1417322 w 1426632"/>
              <a:gd name="connsiteY4-154" fmla="*/ 1807206 h 1902193"/>
              <a:gd name="connsiteX5-155" fmla="*/ 1315647 w 1426632"/>
              <a:gd name="connsiteY5-156" fmla="*/ 713213 h 1902193"/>
              <a:gd name="connsiteX6-157" fmla="*/ 1401843 w 1426632"/>
              <a:gd name="connsiteY6-158" fmla="*/ 63834 h 1902193"/>
              <a:gd name="connsiteX7-159" fmla="*/ 686221 w 1426632"/>
              <a:gd name="connsiteY7-160" fmla="*/ 61562 h 1902193"/>
              <a:gd name="connsiteX8-161" fmla="*/ 163575 w 1426632"/>
              <a:gd name="connsiteY8-162" fmla="*/ 394322 h 1902193"/>
              <a:gd name="connsiteX0-163" fmla="*/ 163575 w 1435249"/>
              <a:gd name="connsiteY0-164" fmla="*/ 394322 h 1885560"/>
              <a:gd name="connsiteX1-165" fmla="*/ 836 w 1435249"/>
              <a:gd name="connsiteY1-166" fmla="*/ 1111958 h 1885560"/>
              <a:gd name="connsiteX2-167" fmla="*/ 214791 w 1435249"/>
              <a:gd name="connsiteY2-168" fmla="*/ 1548663 h 1885560"/>
              <a:gd name="connsiteX3-169" fmla="*/ 1033657 w 1435249"/>
              <a:gd name="connsiteY3-170" fmla="*/ 1816007 h 1885560"/>
              <a:gd name="connsiteX4-171" fmla="*/ 1417322 w 1435249"/>
              <a:gd name="connsiteY4-172" fmla="*/ 1807206 h 1885560"/>
              <a:gd name="connsiteX5-173" fmla="*/ 1375103 w 1435249"/>
              <a:gd name="connsiteY5-174" fmla="*/ 943164 h 1885560"/>
              <a:gd name="connsiteX6-175" fmla="*/ 1401843 w 1435249"/>
              <a:gd name="connsiteY6-176" fmla="*/ 63834 h 1885560"/>
              <a:gd name="connsiteX7-177" fmla="*/ 686221 w 1435249"/>
              <a:gd name="connsiteY7-178" fmla="*/ 61562 h 1885560"/>
              <a:gd name="connsiteX8-179" fmla="*/ 163575 w 1435249"/>
              <a:gd name="connsiteY8-180" fmla="*/ 394322 h 1885560"/>
              <a:gd name="connsiteX0-181" fmla="*/ 128947 w 1438213"/>
              <a:gd name="connsiteY0-182" fmla="*/ 345176 h 1883146"/>
              <a:gd name="connsiteX1-183" fmla="*/ 3802 w 1438213"/>
              <a:gd name="connsiteY1-184" fmla="*/ 1109544 h 1883146"/>
              <a:gd name="connsiteX2-185" fmla="*/ 217757 w 1438213"/>
              <a:gd name="connsiteY2-186" fmla="*/ 1546249 h 1883146"/>
              <a:gd name="connsiteX3-187" fmla="*/ 1036623 w 1438213"/>
              <a:gd name="connsiteY3-188" fmla="*/ 1813593 h 1883146"/>
              <a:gd name="connsiteX4-189" fmla="*/ 1420288 w 1438213"/>
              <a:gd name="connsiteY4-190" fmla="*/ 1804792 h 1883146"/>
              <a:gd name="connsiteX5-191" fmla="*/ 1378069 w 1438213"/>
              <a:gd name="connsiteY5-192" fmla="*/ 940750 h 1883146"/>
              <a:gd name="connsiteX6-193" fmla="*/ 1404809 w 1438213"/>
              <a:gd name="connsiteY6-194" fmla="*/ 61420 h 1883146"/>
              <a:gd name="connsiteX7-195" fmla="*/ 689187 w 1438213"/>
              <a:gd name="connsiteY7-196" fmla="*/ 59148 h 1883146"/>
              <a:gd name="connsiteX8-197" fmla="*/ 128947 w 1438213"/>
              <a:gd name="connsiteY8-198" fmla="*/ 345176 h 1883146"/>
              <a:gd name="connsiteX0-199" fmla="*/ 126587 w 1435854"/>
              <a:gd name="connsiteY0-200" fmla="*/ 353278 h 1891248"/>
              <a:gd name="connsiteX1-201" fmla="*/ 1442 w 1435854"/>
              <a:gd name="connsiteY1-202" fmla="*/ 1117646 h 1891248"/>
              <a:gd name="connsiteX2-203" fmla="*/ 215397 w 1435854"/>
              <a:gd name="connsiteY2-204" fmla="*/ 1554351 h 1891248"/>
              <a:gd name="connsiteX3-205" fmla="*/ 1034263 w 1435854"/>
              <a:gd name="connsiteY3-206" fmla="*/ 1821695 h 1891248"/>
              <a:gd name="connsiteX4-207" fmla="*/ 1417928 w 1435854"/>
              <a:gd name="connsiteY4-208" fmla="*/ 1812894 h 1891248"/>
              <a:gd name="connsiteX5-209" fmla="*/ 1375709 w 1435854"/>
              <a:gd name="connsiteY5-210" fmla="*/ 948852 h 1891248"/>
              <a:gd name="connsiteX6-211" fmla="*/ 1402449 w 1435854"/>
              <a:gd name="connsiteY6-212" fmla="*/ 69522 h 1891248"/>
              <a:gd name="connsiteX7-213" fmla="*/ 221605 w 1435854"/>
              <a:gd name="connsiteY7-214" fmla="*/ 47778 h 1891248"/>
              <a:gd name="connsiteX8-215" fmla="*/ 126587 w 1435854"/>
              <a:gd name="connsiteY8-216" fmla="*/ 353278 h 1891248"/>
              <a:gd name="connsiteX0-217" fmla="*/ 35803 w 1453152"/>
              <a:gd name="connsiteY0-218" fmla="*/ 439993 h 1896181"/>
              <a:gd name="connsiteX1-219" fmla="*/ 18740 w 1453152"/>
              <a:gd name="connsiteY1-220" fmla="*/ 1122579 h 1896181"/>
              <a:gd name="connsiteX2-221" fmla="*/ 232695 w 1453152"/>
              <a:gd name="connsiteY2-222" fmla="*/ 1559284 h 1896181"/>
              <a:gd name="connsiteX3-223" fmla="*/ 1051561 w 1453152"/>
              <a:gd name="connsiteY3-224" fmla="*/ 1826628 h 1896181"/>
              <a:gd name="connsiteX4-225" fmla="*/ 1435226 w 1453152"/>
              <a:gd name="connsiteY4-226" fmla="*/ 1817827 h 1896181"/>
              <a:gd name="connsiteX5-227" fmla="*/ 1393007 w 1453152"/>
              <a:gd name="connsiteY5-228" fmla="*/ 953785 h 1896181"/>
              <a:gd name="connsiteX6-229" fmla="*/ 1419747 w 1453152"/>
              <a:gd name="connsiteY6-230" fmla="*/ 74455 h 1896181"/>
              <a:gd name="connsiteX7-231" fmla="*/ 238903 w 1453152"/>
              <a:gd name="connsiteY7-232" fmla="*/ 52711 h 1896181"/>
              <a:gd name="connsiteX8-233" fmla="*/ 35803 w 1453152"/>
              <a:gd name="connsiteY8-234" fmla="*/ 439993 h 1896181"/>
              <a:gd name="connsiteX0-235" fmla="*/ 35803 w 1447873"/>
              <a:gd name="connsiteY0-236" fmla="*/ 439993 h 1952840"/>
              <a:gd name="connsiteX1-237" fmla="*/ 18740 w 1447873"/>
              <a:gd name="connsiteY1-238" fmla="*/ 1122579 h 1952840"/>
              <a:gd name="connsiteX2-239" fmla="*/ 232695 w 1447873"/>
              <a:gd name="connsiteY2-240" fmla="*/ 1559284 h 1952840"/>
              <a:gd name="connsiteX3-241" fmla="*/ 1130848 w 1447873"/>
              <a:gd name="connsiteY3-242" fmla="*/ 1925181 h 1952840"/>
              <a:gd name="connsiteX4-243" fmla="*/ 1435226 w 1447873"/>
              <a:gd name="connsiteY4-244" fmla="*/ 1817827 h 1952840"/>
              <a:gd name="connsiteX5-245" fmla="*/ 1393007 w 1447873"/>
              <a:gd name="connsiteY5-246" fmla="*/ 953785 h 1952840"/>
              <a:gd name="connsiteX6-247" fmla="*/ 1419747 w 1447873"/>
              <a:gd name="connsiteY6-248" fmla="*/ 74455 h 1952840"/>
              <a:gd name="connsiteX7-249" fmla="*/ 238903 w 1447873"/>
              <a:gd name="connsiteY7-250" fmla="*/ 52711 h 1952840"/>
              <a:gd name="connsiteX8-251" fmla="*/ 35803 w 1447873"/>
              <a:gd name="connsiteY8-252" fmla="*/ 439993 h 1952840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  <a:cxn ang="0">
                <a:pos x="connsiteX7-15" y="connsiteY7-16"/>
              </a:cxn>
              <a:cxn ang="0">
                <a:pos x="connsiteX8-17" y="connsiteY8-1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9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374" name="Group 373"/>
          <p:cNvGrpSpPr/>
          <p:nvPr/>
        </p:nvGrpSpPr>
        <p:grpSpPr>
          <a:xfrm>
            <a:off x="10837700" y="3928050"/>
            <a:ext cx="687393" cy="721548"/>
            <a:chOff x="5203089" y="1751190"/>
            <a:chExt cx="858331" cy="662414"/>
          </a:xfrm>
        </p:grpSpPr>
        <p:sp>
          <p:nvSpPr>
            <p:cNvPr id="382" name="Freeform 381"/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-1" fmla="*/ 3618 w 651290"/>
                <a:gd name="connsiteY0-2" fmla="*/ 593378 h 593378"/>
                <a:gd name="connsiteX1-3" fmla="*/ 0 w 651290"/>
                <a:gd name="connsiteY1-4" fmla="*/ 242416 h 593378"/>
                <a:gd name="connsiteX2-5" fmla="*/ 423338 w 651290"/>
                <a:gd name="connsiteY2-6" fmla="*/ 101308 h 593378"/>
                <a:gd name="connsiteX3-7" fmla="*/ 647672 w 651290"/>
                <a:gd name="connsiteY3-8" fmla="*/ 0 h 593378"/>
                <a:gd name="connsiteX4-9" fmla="*/ 651290 w 651290"/>
                <a:gd name="connsiteY4-10" fmla="*/ 593378 h 593378"/>
                <a:gd name="connsiteX5-11" fmla="*/ 3618 w 651290"/>
                <a:gd name="connsiteY5-12" fmla="*/ 593378 h 593378"/>
                <a:gd name="connsiteX0-13" fmla="*/ 3618 w 651290"/>
                <a:gd name="connsiteY0-14" fmla="*/ 662124 h 662124"/>
                <a:gd name="connsiteX1-15" fmla="*/ 0 w 651290"/>
                <a:gd name="connsiteY1-16" fmla="*/ 311162 h 662124"/>
                <a:gd name="connsiteX2-17" fmla="*/ 376300 w 651290"/>
                <a:gd name="connsiteY2-18" fmla="*/ 0 h 662124"/>
                <a:gd name="connsiteX3-19" fmla="*/ 647672 w 651290"/>
                <a:gd name="connsiteY3-20" fmla="*/ 68746 h 662124"/>
                <a:gd name="connsiteX4-21" fmla="*/ 651290 w 651290"/>
                <a:gd name="connsiteY4-22" fmla="*/ 662124 h 662124"/>
                <a:gd name="connsiteX5-23" fmla="*/ 3618 w 651290"/>
                <a:gd name="connsiteY5-24" fmla="*/ 662124 h 662124"/>
                <a:gd name="connsiteX0-25" fmla="*/ 0 w 647672"/>
                <a:gd name="connsiteY0-26" fmla="*/ 662124 h 662124"/>
                <a:gd name="connsiteX1-27" fmla="*/ 123021 w 647672"/>
                <a:gd name="connsiteY1-28" fmla="*/ 83217 h 662124"/>
                <a:gd name="connsiteX2-29" fmla="*/ 372682 w 647672"/>
                <a:gd name="connsiteY2-30" fmla="*/ 0 h 662124"/>
                <a:gd name="connsiteX3-31" fmla="*/ 644054 w 647672"/>
                <a:gd name="connsiteY3-32" fmla="*/ 68746 h 662124"/>
                <a:gd name="connsiteX4-33" fmla="*/ 647672 w 647672"/>
                <a:gd name="connsiteY4-34" fmla="*/ 662124 h 662124"/>
                <a:gd name="connsiteX5-35" fmla="*/ 0 w 647672"/>
                <a:gd name="connsiteY5-36" fmla="*/ 662124 h 662124"/>
                <a:gd name="connsiteX0-37" fmla="*/ 7238 w 524651"/>
                <a:gd name="connsiteY0-38" fmla="*/ 669360 h 669360"/>
                <a:gd name="connsiteX1-39" fmla="*/ 0 w 524651"/>
                <a:gd name="connsiteY1-40" fmla="*/ 83217 h 669360"/>
                <a:gd name="connsiteX2-41" fmla="*/ 249661 w 524651"/>
                <a:gd name="connsiteY2-42" fmla="*/ 0 h 669360"/>
                <a:gd name="connsiteX3-43" fmla="*/ 521033 w 524651"/>
                <a:gd name="connsiteY3-44" fmla="*/ 68746 h 669360"/>
                <a:gd name="connsiteX4-45" fmla="*/ 524651 w 524651"/>
                <a:gd name="connsiteY4-46" fmla="*/ 662124 h 669360"/>
                <a:gd name="connsiteX5-47" fmla="*/ 7238 w 524651"/>
                <a:gd name="connsiteY5-48" fmla="*/ 669360 h 669360"/>
                <a:gd name="connsiteX0-49" fmla="*/ 438 w 528706"/>
                <a:gd name="connsiteY0-50" fmla="*/ 665742 h 665742"/>
                <a:gd name="connsiteX1-51" fmla="*/ 4055 w 528706"/>
                <a:gd name="connsiteY1-52" fmla="*/ 83217 h 665742"/>
                <a:gd name="connsiteX2-53" fmla="*/ 253716 w 528706"/>
                <a:gd name="connsiteY2-54" fmla="*/ 0 h 665742"/>
                <a:gd name="connsiteX3-55" fmla="*/ 525088 w 528706"/>
                <a:gd name="connsiteY3-56" fmla="*/ 68746 h 665742"/>
                <a:gd name="connsiteX4-57" fmla="*/ 528706 w 528706"/>
                <a:gd name="connsiteY4-58" fmla="*/ 662124 h 665742"/>
                <a:gd name="connsiteX5-59" fmla="*/ 438 w 528706"/>
                <a:gd name="connsiteY5-60" fmla="*/ 665742 h 665742"/>
                <a:gd name="connsiteX0-61" fmla="*/ 155 w 546514"/>
                <a:gd name="connsiteY0-62" fmla="*/ 662124 h 662124"/>
                <a:gd name="connsiteX1-63" fmla="*/ 21863 w 546514"/>
                <a:gd name="connsiteY1-64" fmla="*/ 83217 h 662124"/>
                <a:gd name="connsiteX2-65" fmla="*/ 271524 w 546514"/>
                <a:gd name="connsiteY2-66" fmla="*/ 0 h 662124"/>
                <a:gd name="connsiteX3-67" fmla="*/ 542896 w 546514"/>
                <a:gd name="connsiteY3-68" fmla="*/ 68746 h 662124"/>
                <a:gd name="connsiteX4-69" fmla="*/ 546514 w 546514"/>
                <a:gd name="connsiteY4-70" fmla="*/ 662124 h 662124"/>
                <a:gd name="connsiteX5-71" fmla="*/ 155 w 546514"/>
                <a:gd name="connsiteY5-72" fmla="*/ 662124 h 662124"/>
                <a:gd name="connsiteX0-73" fmla="*/ 10856 w 524651"/>
                <a:gd name="connsiteY0-74" fmla="*/ 658506 h 662124"/>
                <a:gd name="connsiteX1-75" fmla="*/ 0 w 524651"/>
                <a:gd name="connsiteY1-76" fmla="*/ 83217 h 662124"/>
                <a:gd name="connsiteX2-77" fmla="*/ 249661 w 524651"/>
                <a:gd name="connsiteY2-78" fmla="*/ 0 h 662124"/>
                <a:gd name="connsiteX3-79" fmla="*/ 521033 w 524651"/>
                <a:gd name="connsiteY3-80" fmla="*/ 68746 h 662124"/>
                <a:gd name="connsiteX4-81" fmla="*/ 524651 w 524651"/>
                <a:gd name="connsiteY4-82" fmla="*/ 662124 h 662124"/>
                <a:gd name="connsiteX5-83" fmla="*/ 10856 w 524651"/>
                <a:gd name="connsiteY5-84" fmla="*/ 658506 h 66212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3" name="Freeform 382"/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384" name="Straight Connector 383"/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Straight Connector 384"/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Straight Connector 385"/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Straight Connector 386"/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Straight Connector 387"/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Straight Connector 388"/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1" name="Group 390"/>
          <p:cNvGrpSpPr/>
          <p:nvPr/>
        </p:nvGrpSpPr>
        <p:grpSpPr>
          <a:xfrm>
            <a:off x="10771171" y="3194171"/>
            <a:ext cx="594613" cy="648336"/>
            <a:chOff x="5203089" y="1751190"/>
            <a:chExt cx="858331" cy="662414"/>
          </a:xfrm>
        </p:grpSpPr>
        <p:sp>
          <p:nvSpPr>
            <p:cNvPr id="399" name="Freeform 398"/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-1" fmla="*/ 3618 w 651290"/>
                <a:gd name="connsiteY0-2" fmla="*/ 593378 h 593378"/>
                <a:gd name="connsiteX1-3" fmla="*/ 0 w 651290"/>
                <a:gd name="connsiteY1-4" fmla="*/ 242416 h 593378"/>
                <a:gd name="connsiteX2-5" fmla="*/ 423338 w 651290"/>
                <a:gd name="connsiteY2-6" fmla="*/ 101308 h 593378"/>
                <a:gd name="connsiteX3-7" fmla="*/ 647672 w 651290"/>
                <a:gd name="connsiteY3-8" fmla="*/ 0 h 593378"/>
                <a:gd name="connsiteX4-9" fmla="*/ 651290 w 651290"/>
                <a:gd name="connsiteY4-10" fmla="*/ 593378 h 593378"/>
                <a:gd name="connsiteX5-11" fmla="*/ 3618 w 651290"/>
                <a:gd name="connsiteY5-12" fmla="*/ 593378 h 593378"/>
                <a:gd name="connsiteX0-13" fmla="*/ 3618 w 651290"/>
                <a:gd name="connsiteY0-14" fmla="*/ 662124 h 662124"/>
                <a:gd name="connsiteX1-15" fmla="*/ 0 w 651290"/>
                <a:gd name="connsiteY1-16" fmla="*/ 311162 h 662124"/>
                <a:gd name="connsiteX2-17" fmla="*/ 376300 w 651290"/>
                <a:gd name="connsiteY2-18" fmla="*/ 0 h 662124"/>
                <a:gd name="connsiteX3-19" fmla="*/ 647672 w 651290"/>
                <a:gd name="connsiteY3-20" fmla="*/ 68746 h 662124"/>
                <a:gd name="connsiteX4-21" fmla="*/ 651290 w 651290"/>
                <a:gd name="connsiteY4-22" fmla="*/ 662124 h 662124"/>
                <a:gd name="connsiteX5-23" fmla="*/ 3618 w 651290"/>
                <a:gd name="connsiteY5-24" fmla="*/ 662124 h 662124"/>
                <a:gd name="connsiteX0-25" fmla="*/ 0 w 647672"/>
                <a:gd name="connsiteY0-26" fmla="*/ 662124 h 662124"/>
                <a:gd name="connsiteX1-27" fmla="*/ 123021 w 647672"/>
                <a:gd name="connsiteY1-28" fmla="*/ 83217 h 662124"/>
                <a:gd name="connsiteX2-29" fmla="*/ 372682 w 647672"/>
                <a:gd name="connsiteY2-30" fmla="*/ 0 h 662124"/>
                <a:gd name="connsiteX3-31" fmla="*/ 644054 w 647672"/>
                <a:gd name="connsiteY3-32" fmla="*/ 68746 h 662124"/>
                <a:gd name="connsiteX4-33" fmla="*/ 647672 w 647672"/>
                <a:gd name="connsiteY4-34" fmla="*/ 662124 h 662124"/>
                <a:gd name="connsiteX5-35" fmla="*/ 0 w 647672"/>
                <a:gd name="connsiteY5-36" fmla="*/ 662124 h 662124"/>
                <a:gd name="connsiteX0-37" fmla="*/ 7238 w 524651"/>
                <a:gd name="connsiteY0-38" fmla="*/ 669360 h 669360"/>
                <a:gd name="connsiteX1-39" fmla="*/ 0 w 524651"/>
                <a:gd name="connsiteY1-40" fmla="*/ 83217 h 669360"/>
                <a:gd name="connsiteX2-41" fmla="*/ 249661 w 524651"/>
                <a:gd name="connsiteY2-42" fmla="*/ 0 h 669360"/>
                <a:gd name="connsiteX3-43" fmla="*/ 521033 w 524651"/>
                <a:gd name="connsiteY3-44" fmla="*/ 68746 h 669360"/>
                <a:gd name="connsiteX4-45" fmla="*/ 524651 w 524651"/>
                <a:gd name="connsiteY4-46" fmla="*/ 662124 h 669360"/>
                <a:gd name="connsiteX5-47" fmla="*/ 7238 w 524651"/>
                <a:gd name="connsiteY5-48" fmla="*/ 669360 h 669360"/>
                <a:gd name="connsiteX0-49" fmla="*/ 438 w 528706"/>
                <a:gd name="connsiteY0-50" fmla="*/ 665742 h 665742"/>
                <a:gd name="connsiteX1-51" fmla="*/ 4055 w 528706"/>
                <a:gd name="connsiteY1-52" fmla="*/ 83217 h 665742"/>
                <a:gd name="connsiteX2-53" fmla="*/ 253716 w 528706"/>
                <a:gd name="connsiteY2-54" fmla="*/ 0 h 665742"/>
                <a:gd name="connsiteX3-55" fmla="*/ 525088 w 528706"/>
                <a:gd name="connsiteY3-56" fmla="*/ 68746 h 665742"/>
                <a:gd name="connsiteX4-57" fmla="*/ 528706 w 528706"/>
                <a:gd name="connsiteY4-58" fmla="*/ 662124 h 665742"/>
                <a:gd name="connsiteX5-59" fmla="*/ 438 w 528706"/>
                <a:gd name="connsiteY5-60" fmla="*/ 665742 h 665742"/>
                <a:gd name="connsiteX0-61" fmla="*/ 155 w 546514"/>
                <a:gd name="connsiteY0-62" fmla="*/ 662124 h 662124"/>
                <a:gd name="connsiteX1-63" fmla="*/ 21863 w 546514"/>
                <a:gd name="connsiteY1-64" fmla="*/ 83217 h 662124"/>
                <a:gd name="connsiteX2-65" fmla="*/ 271524 w 546514"/>
                <a:gd name="connsiteY2-66" fmla="*/ 0 h 662124"/>
                <a:gd name="connsiteX3-67" fmla="*/ 542896 w 546514"/>
                <a:gd name="connsiteY3-68" fmla="*/ 68746 h 662124"/>
                <a:gd name="connsiteX4-69" fmla="*/ 546514 w 546514"/>
                <a:gd name="connsiteY4-70" fmla="*/ 662124 h 662124"/>
                <a:gd name="connsiteX5-71" fmla="*/ 155 w 546514"/>
                <a:gd name="connsiteY5-72" fmla="*/ 662124 h 662124"/>
                <a:gd name="connsiteX0-73" fmla="*/ 10856 w 524651"/>
                <a:gd name="connsiteY0-74" fmla="*/ 658506 h 662124"/>
                <a:gd name="connsiteX1-75" fmla="*/ 0 w 524651"/>
                <a:gd name="connsiteY1-76" fmla="*/ 83217 h 662124"/>
                <a:gd name="connsiteX2-77" fmla="*/ 249661 w 524651"/>
                <a:gd name="connsiteY2-78" fmla="*/ 0 h 662124"/>
                <a:gd name="connsiteX3-79" fmla="*/ 521033 w 524651"/>
                <a:gd name="connsiteY3-80" fmla="*/ 68746 h 662124"/>
                <a:gd name="connsiteX4-81" fmla="*/ 524651 w 524651"/>
                <a:gd name="connsiteY4-82" fmla="*/ 662124 h 662124"/>
                <a:gd name="connsiteX5-83" fmla="*/ 10856 w 524651"/>
                <a:gd name="connsiteY5-84" fmla="*/ 658506 h 66212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0" name="Freeform 399"/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401" name="Straight Connector 400"/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Straight Connector 401"/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Straight Connector 402"/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4" name="Straight Connector 403"/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Straight Connector 404"/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Straight Connector 405"/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62" name="Freeform 561"/>
          <p:cNvSpPr/>
          <p:nvPr/>
        </p:nvSpPr>
        <p:spPr>
          <a:xfrm>
            <a:off x="9540813" y="1782042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-1" fmla="*/ 434989 w 1537226"/>
              <a:gd name="connsiteY0-2" fmla="*/ 253346 h 1763594"/>
              <a:gd name="connsiteX1-3" fmla="*/ 488 w 1537226"/>
              <a:gd name="connsiteY1-4" fmla="*/ 921706 h 1763594"/>
              <a:gd name="connsiteX2-5" fmla="*/ 368142 w 1537226"/>
              <a:gd name="connsiteY2-6" fmla="*/ 1489812 h 1763594"/>
              <a:gd name="connsiteX3-7" fmla="*/ 1187008 w 1537226"/>
              <a:gd name="connsiteY3-8" fmla="*/ 1757156 h 1763594"/>
              <a:gd name="connsiteX4-9" fmla="*/ 1521239 w 1537226"/>
              <a:gd name="connsiteY4-10" fmla="*/ 1239177 h 1763594"/>
              <a:gd name="connsiteX5-11" fmla="*/ 1468998 w 1537226"/>
              <a:gd name="connsiteY5-12" fmla="*/ 654362 h 1763594"/>
              <a:gd name="connsiteX6-13" fmla="*/ 1337412 w 1537226"/>
              <a:gd name="connsiteY6-14" fmla="*/ 136383 h 1763594"/>
              <a:gd name="connsiteX7-15" fmla="*/ 1086739 w 1537226"/>
              <a:gd name="connsiteY7-16" fmla="*/ 2711 h 1763594"/>
              <a:gd name="connsiteX8-17" fmla="*/ 434989 w 1537226"/>
              <a:gd name="connsiteY8-18" fmla="*/ 253346 h 1763594"/>
              <a:gd name="connsiteX0-19" fmla="*/ 434989 w 1537226"/>
              <a:gd name="connsiteY0-20" fmla="*/ 253346 h 1763594"/>
              <a:gd name="connsiteX1-21" fmla="*/ 488 w 1537226"/>
              <a:gd name="connsiteY1-22" fmla="*/ 921706 h 1763594"/>
              <a:gd name="connsiteX2-23" fmla="*/ 368142 w 1537226"/>
              <a:gd name="connsiteY2-24" fmla="*/ 1489812 h 1763594"/>
              <a:gd name="connsiteX3-25" fmla="*/ 1187008 w 1537226"/>
              <a:gd name="connsiteY3-26" fmla="*/ 1757156 h 1763594"/>
              <a:gd name="connsiteX4-27" fmla="*/ 1521239 w 1537226"/>
              <a:gd name="connsiteY4-28" fmla="*/ 1239177 h 1763594"/>
              <a:gd name="connsiteX5-29" fmla="*/ 1468998 w 1537226"/>
              <a:gd name="connsiteY5-30" fmla="*/ 654362 h 1763594"/>
              <a:gd name="connsiteX6-31" fmla="*/ 1337412 w 1537226"/>
              <a:gd name="connsiteY6-32" fmla="*/ 136383 h 1763594"/>
              <a:gd name="connsiteX7-33" fmla="*/ 839572 w 1537226"/>
              <a:gd name="connsiteY7-34" fmla="*/ 2711 h 1763594"/>
              <a:gd name="connsiteX8-35" fmla="*/ 434989 w 1537226"/>
              <a:gd name="connsiteY8-36" fmla="*/ 253346 h 1763594"/>
              <a:gd name="connsiteX0-37" fmla="*/ 360357 w 1536743"/>
              <a:gd name="connsiteY0-38" fmla="*/ 534641 h 1782088"/>
              <a:gd name="connsiteX1-39" fmla="*/ 5 w 1536743"/>
              <a:gd name="connsiteY1-40" fmla="*/ 940200 h 1782088"/>
              <a:gd name="connsiteX2-41" fmla="*/ 367659 w 1536743"/>
              <a:gd name="connsiteY2-42" fmla="*/ 1508306 h 1782088"/>
              <a:gd name="connsiteX3-43" fmla="*/ 1186525 w 1536743"/>
              <a:gd name="connsiteY3-44" fmla="*/ 1775650 h 1782088"/>
              <a:gd name="connsiteX4-45" fmla="*/ 1520756 w 1536743"/>
              <a:gd name="connsiteY4-46" fmla="*/ 1257671 h 1782088"/>
              <a:gd name="connsiteX5-47" fmla="*/ 1468515 w 1536743"/>
              <a:gd name="connsiteY5-48" fmla="*/ 672856 h 1782088"/>
              <a:gd name="connsiteX6-49" fmla="*/ 1336929 w 1536743"/>
              <a:gd name="connsiteY6-50" fmla="*/ 154877 h 1782088"/>
              <a:gd name="connsiteX7-51" fmla="*/ 839089 w 1536743"/>
              <a:gd name="connsiteY7-52" fmla="*/ 21205 h 1782088"/>
              <a:gd name="connsiteX8-53" fmla="*/ 360357 w 1536743"/>
              <a:gd name="connsiteY8-54" fmla="*/ 534641 h 1782088"/>
              <a:gd name="connsiteX0-55" fmla="*/ 360355 w 1536741"/>
              <a:gd name="connsiteY0-56" fmla="*/ 534641 h 1782088"/>
              <a:gd name="connsiteX1-57" fmla="*/ 3 w 1536741"/>
              <a:gd name="connsiteY1-58" fmla="*/ 940200 h 1782088"/>
              <a:gd name="connsiteX2-59" fmla="*/ 367657 w 1536741"/>
              <a:gd name="connsiteY2-60" fmla="*/ 1508306 h 1782088"/>
              <a:gd name="connsiteX3-61" fmla="*/ 1186523 w 1536741"/>
              <a:gd name="connsiteY3-62" fmla="*/ 1775650 h 1782088"/>
              <a:gd name="connsiteX4-63" fmla="*/ 1520754 w 1536741"/>
              <a:gd name="connsiteY4-64" fmla="*/ 1257671 h 1782088"/>
              <a:gd name="connsiteX5-65" fmla="*/ 1468513 w 1536741"/>
              <a:gd name="connsiteY5-66" fmla="*/ 672856 h 1782088"/>
              <a:gd name="connsiteX6-67" fmla="*/ 1336927 w 1536741"/>
              <a:gd name="connsiteY6-68" fmla="*/ 154877 h 1782088"/>
              <a:gd name="connsiteX7-69" fmla="*/ 839087 w 1536741"/>
              <a:gd name="connsiteY7-70" fmla="*/ 21205 h 1782088"/>
              <a:gd name="connsiteX8-71" fmla="*/ 360355 w 1536741"/>
              <a:gd name="connsiteY8-72" fmla="*/ 534641 h 1782088"/>
              <a:gd name="connsiteX0-73" fmla="*/ 360355 w 1494463"/>
              <a:gd name="connsiteY0-74" fmla="*/ 534641 h 1775651"/>
              <a:gd name="connsiteX1-75" fmla="*/ 3 w 1494463"/>
              <a:gd name="connsiteY1-76" fmla="*/ 940200 h 1775651"/>
              <a:gd name="connsiteX2-77" fmla="*/ 367657 w 1494463"/>
              <a:gd name="connsiteY2-78" fmla="*/ 1508306 h 1775651"/>
              <a:gd name="connsiteX3-79" fmla="*/ 1186523 w 1494463"/>
              <a:gd name="connsiteY3-80" fmla="*/ 1775650 h 1775651"/>
              <a:gd name="connsiteX4-81" fmla="*/ 1467465 w 1494463"/>
              <a:gd name="connsiteY4-82" fmla="*/ 1510813 h 1775651"/>
              <a:gd name="connsiteX5-83" fmla="*/ 1468513 w 1494463"/>
              <a:gd name="connsiteY5-84" fmla="*/ 672856 h 1775651"/>
              <a:gd name="connsiteX6-85" fmla="*/ 1336927 w 1494463"/>
              <a:gd name="connsiteY6-86" fmla="*/ 154877 h 1775651"/>
              <a:gd name="connsiteX7-87" fmla="*/ 839087 w 1494463"/>
              <a:gd name="connsiteY7-88" fmla="*/ 21205 h 1775651"/>
              <a:gd name="connsiteX8-89" fmla="*/ 360355 w 1494463"/>
              <a:gd name="connsiteY8-90" fmla="*/ 534641 h 1775651"/>
              <a:gd name="connsiteX0-91" fmla="*/ 360355 w 1491064"/>
              <a:gd name="connsiteY0-92" fmla="*/ 552327 h 1793337"/>
              <a:gd name="connsiteX1-93" fmla="*/ 3 w 1491064"/>
              <a:gd name="connsiteY1-94" fmla="*/ 957886 h 1793337"/>
              <a:gd name="connsiteX2-95" fmla="*/ 367657 w 1491064"/>
              <a:gd name="connsiteY2-96" fmla="*/ 1525992 h 1793337"/>
              <a:gd name="connsiteX3-97" fmla="*/ 1186523 w 1491064"/>
              <a:gd name="connsiteY3-98" fmla="*/ 1793336 h 1793337"/>
              <a:gd name="connsiteX4-99" fmla="*/ 1467465 w 1491064"/>
              <a:gd name="connsiteY4-100" fmla="*/ 1528499 h 1793337"/>
              <a:gd name="connsiteX5-101" fmla="*/ 1468513 w 1491064"/>
              <a:gd name="connsiteY5-102" fmla="*/ 690542 h 1793337"/>
              <a:gd name="connsiteX6-103" fmla="*/ 1407977 w 1491064"/>
              <a:gd name="connsiteY6-104" fmla="*/ 109278 h 1793337"/>
              <a:gd name="connsiteX7-105" fmla="*/ 839087 w 1491064"/>
              <a:gd name="connsiteY7-106" fmla="*/ 38891 h 1793337"/>
              <a:gd name="connsiteX8-107" fmla="*/ 360355 w 1491064"/>
              <a:gd name="connsiteY8-108" fmla="*/ 552327 h 1793337"/>
              <a:gd name="connsiteX0-109" fmla="*/ 360355 w 1502818"/>
              <a:gd name="connsiteY0-110" fmla="*/ 552327 h 1612281"/>
              <a:gd name="connsiteX1-111" fmla="*/ 3 w 1502818"/>
              <a:gd name="connsiteY1-112" fmla="*/ 957886 h 1612281"/>
              <a:gd name="connsiteX2-113" fmla="*/ 367657 w 1502818"/>
              <a:gd name="connsiteY2-114" fmla="*/ 1525992 h 1612281"/>
              <a:gd name="connsiteX3-115" fmla="*/ 1026659 w 1502818"/>
              <a:gd name="connsiteY3-116" fmla="*/ 1582385 h 1612281"/>
              <a:gd name="connsiteX4-117" fmla="*/ 1467465 w 1502818"/>
              <a:gd name="connsiteY4-118" fmla="*/ 1528499 h 1612281"/>
              <a:gd name="connsiteX5-119" fmla="*/ 1468513 w 1502818"/>
              <a:gd name="connsiteY5-120" fmla="*/ 690542 h 1612281"/>
              <a:gd name="connsiteX6-121" fmla="*/ 1407977 w 1502818"/>
              <a:gd name="connsiteY6-122" fmla="*/ 109278 h 1612281"/>
              <a:gd name="connsiteX7-123" fmla="*/ 839087 w 1502818"/>
              <a:gd name="connsiteY7-124" fmla="*/ 38891 h 1612281"/>
              <a:gd name="connsiteX8-125" fmla="*/ 360355 w 1502818"/>
              <a:gd name="connsiteY8-126" fmla="*/ 552327 h 1612281"/>
              <a:gd name="connsiteX0-127" fmla="*/ 360384 w 1502847"/>
              <a:gd name="connsiteY0-128" fmla="*/ 552327 h 1803602"/>
              <a:gd name="connsiteX1-129" fmla="*/ 32 w 1502847"/>
              <a:gd name="connsiteY1-130" fmla="*/ 957886 h 1803602"/>
              <a:gd name="connsiteX2-131" fmla="*/ 385448 w 1502847"/>
              <a:gd name="connsiteY2-132" fmla="*/ 1779134 h 1803602"/>
              <a:gd name="connsiteX3-133" fmla="*/ 1026688 w 1502847"/>
              <a:gd name="connsiteY3-134" fmla="*/ 1582385 h 1803602"/>
              <a:gd name="connsiteX4-135" fmla="*/ 1467494 w 1502847"/>
              <a:gd name="connsiteY4-136" fmla="*/ 1528499 h 1803602"/>
              <a:gd name="connsiteX5-137" fmla="*/ 1468542 w 1502847"/>
              <a:gd name="connsiteY5-138" fmla="*/ 690542 h 1803602"/>
              <a:gd name="connsiteX6-139" fmla="*/ 1408006 w 1502847"/>
              <a:gd name="connsiteY6-140" fmla="*/ 109278 h 1803602"/>
              <a:gd name="connsiteX7-141" fmla="*/ 839116 w 1502847"/>
              <a:gd name="connsiteY7-142" fmla="*/ 38891 h 1803602"/>
              <a:gd name="connsiteX8-143" fmla="*/ 360384 w 1502847"/>
              <a:gd name="connsiteY8-144" fmla="*/ 552327 h 1803602"/>
              <a:gd name="connsiteX0-145" fmla="*/ 360384 w 1502847"/>
              <a:gd name="connsiteY0-146" fmla="*/ 552327 h 1826319"/>
              <a:gd name="connsiteX1-147" fmla="*/ 32 w 1502847"/>
              <a:gd name="connsiteY1-148" fmla="*/ 957886 h 1826319"/>
              <a:gd name="connsiteX2-149" fmla="*/ 385448 w 1502847"/>
              <a:gd name="connsiteY2-150" fmla="*/ 1779134 h 1826319"/>
              <a:gd name="connsiteX3-151" fmla="*/ 1026688 w 1502847"/>
              <a:gd name="connsiteY3-152" fmla="*/ 1582385 h 1826319"/>
              <a:gd name="connsiteX4-153" fmla="*/ 1467494 w 1502847"/>
              <a:gd name="connsiteY4-154" fmla="*/ 1528499 h 1826319"/>
              <a:gd name="connsiteX5-155" fmla="*/ 1468542 w 1502847"/>
              <a:gd name="connsiteY5-156" fmla="*/ 690542 h 1826319"/>
              <a:gd name="connsiteX6-157" fmla="*/ 1408006 w 1502847"/>
              <a:gd name="connsiteY6-158" fmla="*/ 109278 h 1826319"/>
              <a:gd name="connsiteX7-159" fmla="*/ 839116 w 1502847"/>
              <a:gd name="connsiteY7-160" fmla="*/ 38891 h 1826319"/>
              <a:gd name="connsiteX8-161" fmla="*/ 360384 w 1502847"/>
              <a:gd name="connsiteY8-162" fmla="*/ 552327 h 1826319"/>
              <a:gd name="connsiteX0-163" fmla="*/ 289852 w 1503366"/>
              <a:gd name="connsiteY0-164" fmla="*/ 461730 h 1820101"/>
              <a:gd name="connsiteX1-165" fmla="*/ 551 w 1503366"/>
              <a:gd name="connsiteY1-166" fmla="*/ 951668 h 1820101"/>
              <a:gd name="connsiteX2-167" fmla="*/ 385967 w 1503366"/>
              <a:gd name="connsiteY2-168" fmla="*/ 1772916 h 1820101"/>
              <a:gd name="connsiteX3-169" fmla="*/ 1027207 w 1503366"/>
              <a:gd name="connsiteY3-170" fmla="*/ 1576167 h 1820101"/>
              <a:gd name="connsiteX4-171" fmla="*/ 1468013 w 1503366"/>
              <a:gd name="connsiteY4-172" fmla="*/ 1522281 h 1820101"/>
              <a:gd name="connsiteX5-173" fmla="*/ 1469061 w 1503366"/>
              <a:gd name="connsiteY5-174" fmla="*/ 684324 h 1820101"/>
              <a:gd name="connsiteX6-175" fmla="*/ 1408525 w 1503366"/>
              <a:gd name="connsiteY6-176" fmla="*/ 103060 h 1820101"/>
              <a:gd name="connsiteX7-177" fmla="*/ 839635 w 1503366"/>
              <a:gd name="connsiteY7-178" fmla="*/ 32673 h 1820101"/>
              <a:gd name="connsiteX8-179" fmla="*/ 289852 w 1503366"/>
              <a:gd name="connsiteY8-180" fmla="*/ 461730 h 1820101"/>
              <a:gd name="connsiteX0-181" fmla="*/ 293376 w 1506890"/>
              <a:gd name="connsiteY0-182" fmla="*/ 461730 h 1820101"/>
              <a:gd name="connsiteX1-183" fmla="*/ 4075 w 1506890"/>
              <a:gd name="connsiteY1-184" fmla="*/ 951668 h 1820101"/>
              <a:gd name="connsiteX2-185" fmla="*/ 389491 w 1506890"/>
              <a:gd name="connsiteY2-186" fmla="*/ 1772916 h 1820101"/>
              <a:gd name="connsiteX3-187" fmla="*/ 1030731 w 1506890"/>
              <a:gd name="connsiteY3-188" fmla="*/ 1576167 h 1820101"/>
              <a:gd name="connsiteX4-189" fmla="*/ 1471537 w 1506890"/>
              <a:gd name="connsiteY4-190" fmla="*/ 1522281 h 1820101"/>
              <a:gd name="connsiteX5-191" fmla="*/ 1472585 w 1506890"/>
              <a:gd name="connsiteY5-192" fmla="*/ 684324 h 1820101"/>
              <a:gd name="connsiteX6-193" fmla="*/ 1412049 w 1506890"/>
              <a:gd name="connsiteY6-194" fmla="*/ 103060 h 1820101"/>
              <a:gd name="connsiteX7-195" fmla="*/ 843159 w 1506890"/>
              <a:gd name="connsiteY7-196" fmla="*/ 32673 h 1820101"/>
              <a:gd name="connsiteX8-197" fmla="*/ 293376 w 1506890"/>
              <a:gd name="connsiteY8-198" fmla="*/ 461730 h 1820101"/>
              <a:gd name="connsiteX0-199" fmla="*/ 203955 w 1545103"/>
              <a:gd name="connsiteY0-200" fmla="*/ 206126 h 1802639"/>
              <a:gd name="connsiteX1-201" fmla="*/ 42288 w 1545103"/>
              <a:gd name="connsiteY1-202" fmla="*/ 934206 h 1802639"/>
              <a:gd name="connsiteX2-203" fmla="*/ 427704 w 1545103"/>
              <a:gd name="connsiteY2-204" fmla="*/ 1755454 h 1802639"/>
              <a:gd name="connsiteX3-205" fmla="*/ 1068944 w 1545103"/>
              <a:gd name="connsiteY3-206" fmla="*/ 1558705 h 1802639"/>
              <a:gd name="connsiteX4-207" fmla="*/ 1509750 w 1545103"/>
              <a:gd name="connsiteY4-208" fmla="*/ 1504819 h 1802639"/>
              <a:gd name="connsiteX5-209" fmla="*/ 1510798 w 1545103"/>
              <a:gd name="connsiteY5-210" fmla="*/ 666862 h 1802639"/>
              <a:gd name="connsiteX6-211" fmla="*/ 1450262 w 1545103"/>
              <a:gd name="connsiteY6-212" fmla="*/ 85598 h 1802639"/>
              <a:gd name="connsiteX7-213" fmla="*/ 881372 w 1545103"/>
              <a:gd name="connsiteY7-214" fmla="*/ 15211 h 1802639"/>
              <a:gd name="connsiteX8-215" fmla="*/ 203955 w 1545103"/>
              <a:gd name="connsiteY8-216" fmla="*/ 206126 h 1802639"/>
              <a:gd name="connsiteX0-217" fmla="*/ 147252 w 1634267"/>
              <a:gd name="connsiteY0-218" fmla="*/ 113266 h 1796376"/>
              <a:gd name="connsiteX1-219" fmla="*/ 131452 w 1634267"/>
              <a:gd name="connsiteY1-220" fmla="*/ 927943 h 1796376"/>
              <a:gd name="connsiteX2-221" fmla="*/ 516868 w 1634267"/>
              <a:gd name="connsiteY2-222" fmla="*/ 1749191 h 1796376"/>
              <a:gd name="connsiteX3-223" fmla="*/ 1158108 w 1634267"/>
              <a:gd name="connsiteY3-224" fmla="*/ 1552442 h 1796376"/>
              <a:gd name="connsiteX4-225" fmla="*/ 1598914 w 1634267"/>
              <a:gd name="connsiteY4-226" fmla="*/ 1498556 h 1796376"/>
              <a:gd name="connsiteX5-227" fmla="*/ 1599962 w 1634267"/>
              <a:gd name="connsiteY5-228" fmla="*/ 660599 h 1796376"/>
              <a:gd name="connsiteX6-229" fmla="*/ 1539426 w 1634267"/>
              <a:gd name="connsiteY6-230" fmla="*/ 79335 h 1796376"/>
              <a:gd name="connsiteX7-231" fmla="*/ 970536 w 1634267"/>
              <a:gd name="connsiteY7-232" fmla="*/ 8948 h 1796376"/>
              <a:gd name="connsiteX8-233" fmla="*/ 147252 w 1634267"/>
              <a:gd name="connsiteY8-234" fmla="*/ 113266 h 1796376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  <a:cxn ang="0">
                <a:pos x="connsiteX7-15" y="connsiteY7-16"/>
              </a:cxn>
              <a:cxn ang="0">
                <a:pos x="connsiteX8-17" y="connsiteY8-1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7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73" name="TextBox 572"/>
          <p:cNvSpPr txBox="1"/>
          <p:nvPr/>
        </p:nvSpPr>
        <p:spPr>
          <a:xfrm>
            <a:off x="9427201" y="1851195"/>
            <a:ext cx="1725088" cy="2862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全国或全球 ISP</a:t>
            </a:r>
            <a:endParaRPr kumimoji="0" 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5" name="Rectangle 654"/>
          <p:cNvSpPr/>
          <p:nvPr/>
        </p:nvSpPr>
        <p:spPr>
          <a:xfrm>
            <a:off x="9279068" y="3677908"/>
            <a:ext cx="305749" cy="197847"/>
          </a:xfrm>
          <a:prstGeom prst="rect">
            <a:avLst/>
          </a:prstGeom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3" name="TextBox 652"/>
          <p:cNvSpPr txBox="1"/>
          <p:nvPr/>
        </p:nvSpPr>
        <p:spPr>
          <a:xfrm>
            <a:off x="8766162" y="3447919"/>
            <a:ext cx="1040639" cy="4801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本地或区域 ISP</a:t>
            </a:r>
            <a:endParaRPr kumimoji="0" 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7" name="TextBox 656"/>
          <p:cNvSpPr txBox="1"/>
          <p:nvPr/>
        </p:nvSpPr>
        <p:spPr>
          <a:xfrm>
            <a:off x="10917767" y="4677937"/>
            <a:ext cx="813043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数据中心 </a:t>
            </a:r>
            <a:endParaRPr kumimoji="0" lang="en-US" sz="105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网络</a:t>
            </a:r>
            <a:endParaRPr kumimoji="0" lang="en-US" sz="105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8" name="TextBox 657"/>
          <p:cNvSpPr txBox="1"/>
          <p:nvPr/>
        </p:nvSpPr>
        <p:spPr>
          <a:xfrm>
            <a:off x="10063018" y="4228248"/>
            <a:ext cx="843051" cy="6740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内容 </a:t>
            </a:r>
            <a:endParaRPr kumimoji="0" 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提供商 </a:t>
            </a:r>
            <a:endParaRPr kumimoji="0" 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网络</a:t>
            </a:r>
            <a:endParaRPr kumimoji="0" 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830" name="Straight Connector 829"/>
          <p:cNvCxnSpPr/>
          <p:nvPr/>
        </p:nvCxnSpPr>
        <p:spPr>
          <a:xfrm flipH="1" flipV="1">
            <a:off x="10559920" y="3580125"/>
            <a:ext cx="412964" cy="63712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7" name="Straight Connector 826"/>
          <p:cNvCxnSpPr/>
          <p:nvPr/>
        </p:nvCxnSpPr>
        <p:spPr>
          <a:xfrm flipH="1" flipV="1">
            <a:off x="10660835" y="3640684"/>
            <a:ext cx="345866" cy="738975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5" name="Straight Connector 824"/>
          <p:cNvCxnSpPr/>
          <p:nvPr/>
        </p:nvCxnSpPr>
        <p:spPr>
          <a:xfrm flipV="1">
            <a:off x="10636897" y="3633421"/>
            <a:ext cx="335987" cy="39534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3" name="Straight Connector 822"/>
          <p:cNvCxnSpPr/>
          <p:nvPr/>
        </p:nvCxnSpPr>
        <p:spPr>
          <a:xfrm flipH="1" flipV="1">
            <a:off x="10570774" y="3594896"/>
            <a:ext cx="1" cy="485748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9" name="Straight Connector 818"/>
          <p:cNvCxnSpPr/>
          <p:nvPr/>
        </p:nvCxnSpPr>
        <p:spPr>
          <a:xfrm flipH="1" flipV="1">
            <a:off x="10550620" y="4071642"/>
            <a:ext cx="508543" cy="348647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8" name="Straight Connector 817"/>
          <p:cNvCxnSpPr/>
          <p:nvPr/>
        </p:nvCxnSpPr>
        <p:spPr>
          <a:xfrm flipH="1">
            <a:off x="9895195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6" name="Straight Connector 815"/>
          <p:cNvCxnSpPr/>
          <p:nvPr/>
        </p:nvCxnSpPr>
        <p:spPr>
          <a:xfrm flipH="1">
            <a:off x="9219616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3" name="Straight Connector 812"/>
          <p:cNvCxnSpPr/>
          <p:nvPr/>
        </p:nvCxnSpPr>
        <p:spPr>
          <a:xfrm flipH="1">
            <a:off x="9276868" y="3507672"/>
            <a:ext cx="382424" cy="51705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1" name="Straight Connector 810"/>
          <p:cNvCxnSpPr/>
          <p:nvPr/>
        </p:nvCxnSpPr>
        <p:spPr>
          <a:xfrm>
            <a:off x="9733069" y="3507672"/>
            <a:ext cx="0" cy="54029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8" name="Straight Connector 807"/>
          <p:cNvCxnSpPr/>
          <p:nvPr/>
        </p:nvCxnSpPr>
        <p:spPr>
          <a:xfrm>
            <a:off x="10137668" y="2754692"/>
            <a:ext cx="488174" cy="83933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3" name="Straight Connector 562"/>
          <p:cNvCxnSpPr/>
          <p:nvPr/>
        </p:nvCxnSpPr>
        <p:spPr>
          <a:xfrm flipH="1">
            <a:off x="9798719" y="2695013"/>
            <a:ext cx="380432" cy="694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4" name="Straight Connector 563"/>
          <p:cNvCxnSpPr/>
          <p:nvPr/>
        </p:nvCxnSpPr>
        <p:spPr>
          <a:xfrm flipH="1">
            <a:off x="10100635" y="2169432"/>
            <a:ext cx="761467" cy="577355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5" name="Straight Connector 564"/>
          <p:cNvCxnSpPr/>
          <p:nvPr/>
        </p:nvCxnSpPr>
        <p:spPr>
          <a:xfrm flipH="1">
            <a:off x="10100635" y="2268313"/>
            <a:ext cx="397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6" name="Straight Connector 565"/>
          <p:cNvCxnSpPr/>
          <p:nvPr/>
        </p:nvCxnSpPr>
        <p:spPr>
          <a:xfrm flipH="1">
            <a:off x="10672135" y="2200506"/>
            <a:ext cx="14936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7" name="Straight Connector 566"/>
          <p:cNvCxnSpPr/>
          <p:nvPr/>
        </p:nvCxnSpPr>
        <p:spPr>
          <a:xfrm flipH="1">
            <a:off x="10142166" y="2718967"/>
            <a:ext cx="574283" cy="2782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8" name="Straight Connector 567"/>
          <p:cNvCxnSpPr/>
          <p:nvPr/>
        </p:nvCxnSpPr>
        <p:spPr>
          <a:xfrm flipH="1">
            <a:off x="10069542" y="2169432"/>
            <a:ext cx="788589" cy="9888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9" name="Straight Connector 568"/>
          <p:cNvCxnSpPr/>
          <p:nvPr/>
        </p:nvCxnSpPr>
        <p:spPr>
          <a:xfrm flipH="1">
            <a:off x="10862103" y="2127325"/>
            <a:ext cx="279002" cy="421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0" name="Straight Connector 569"/>
          <p:cNvCxnSpPr/>
          <p:nvPr/>
        </p:nvCxnSpPr>
        <p:spPr>
          <a:xfrm flipH="1" flipV="1">
            <a:off x="10681994" y="2718967"/>
            <a:ext cx="353541" cy="67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4" name="Straight Connector 573"/>
          <p:cNvCxnSpPr/>
          <p:nvPr/>
        </p:nvCxnSpPr>
        <p:spPr>
          <a:xfrm flipH="1">
            <a:off x="8769223" y="2268313"/>
            <a:ext cx="1300319" cy="606622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3" name="Line 541"/>
          <p:cNvSpPr>
            <a:spLocks noChangeShapeType="1"/>
          </p:cNvSpPr>
          <p:nvPr/>
        </p:nvSpPr>
        <p:spPr bwMode="auto">
          <a:xfrm flipV="1">
            <a:off x="9378705" y="4113379"/>
            <a:ext cx="429324" cy="70560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" name="Line 424"/>
          <p:cNvSpPr>
            <a:spLocks noChangeShapeType="1"/>
          </p:cNvSpPr>
          <p:nvPr/>
        </p:nvSpPr>
        <p:spPr bwMode="auto">
          <a:xfrm flipV="1">
            <a:off x="8244554" y="4047456"/>
            <a:ext cx="969051" cy="31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43" name="Oval 800"/>
          <p:cNvSpPr>
            <a:spLocks noChangeArrowheads="1"/>
          </p:cNvSpPr>
          <p:nvPr/>
        </p:nvSpPr>
        <p:spPr bwMode="auto">
          <a:xfrm>
            <a:off x="8174541" y="2292995"/>
            <a:ext cx="52388" cy="49485"/>
          </a:xfrm>
          <a:prstGeom prst="ellipse">
            <a:avLst/>
          </a:prstGeom>
          <a:solidFill>
            <a:schemeClr val="tx2"/>
          </a:solidFill>
          <a:ln w="9525">
            <a:solidFill>
              <a:schemeClr val="tx1"/>
            </a:solidFill>
            <a:rou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615" name="Group 614"/>
          <p:cNvGrpSpPr/>
          <p:nvPr/>
        </p:nvGrpSpPr>
        <p:grpSpPr>
          <a:xfrm>
            <a:off x="10410609" y="3496138"/>
            <a:ext cx="353678" cy="198344"/>
            <a:chOff x="7493876" y="2774731"/>
            <a:chExt cx="1481958" cy="894622"/>
          </a:xfrm>
        </p:grpSpPr>
        <p:sp>
          <p:nvSpPr>
            <p:cNvPr id="616" name="Freeform 615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7" name="Oval 616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618" name="Group 617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19" name="Freeform 618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0" name="Freeform 619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1" name="Freeform 620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2" name="Freeform 621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77" name="Group 576"/>
          <p:cNvGrpSpPr/>
          <p:nvPr/>
        </p:nvGrpSpPr>
        <p:grpSpPr>
          <a:xfrm>
            <a:off x="9948724" y="2202292"/>
            <a:ext cx="353678" cy="198344"/>
            <a:chOff x="7493876" y="2774731"/>
            <a:chExt cx="1481958" cy="894622"/>
          </a:xfrm>
        </p:grpSpPr>
        <p:sp>
          <p:nvSpPr>
            <p:cNvPr id="578" name="Freeform 577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9" name="Oval 578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80" name="Group 579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1" name="Freeform 580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2" name="Freeform 581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3" name="Freeform 582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4" name="Freeform 583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93" name="Group 592"/>
          <p:cNvGrpSpPr/>
          <p:nvPr/>
        </p:nvGrpSpPr>
        <p:grpSpPr>
          <a:xfrm>
            <a:off x="10527214" y="2613367"/>
            <a:ext cx="353678" cy="198344"/>
            <a:chOff x="7493876" y="2774731"/>
            <a:chExt cx="1481958" cy="894622"/>
          </a:xfrm>
        </p:grpSpPr>
        <p:sp>
          <p:nvSpPr>
            <p:cNvPr id="594" name="Freeform 593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95" name="Oval 594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96" name="Group 595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7" name="Freeform 596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8" name="Freeform 597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9" name="Freeform 598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0" name="Freeform 599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01" name="Group 600"/>
          <p:cNvGrpSpPr/>
          <p:nvPr/>
        </p:nvGrpSpPr>
        <p:grpSpPr>
          <a:xfrm>
            <a:off x="10643825" y="2107963"/>
            <a:ext cx="353678" cy="198344"/>
            <a:chOff x="7493876" y="2774731"/>
            <a:chExt cx="1481958" cy="894622"/>
          </a:xfrm>
        </p:grpSpPr>
        <p:sp>
          <p:nvSpPr>
            <p:cNvPr id="602" name="Freeform 601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03" name="Oval 602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604" name="Group 603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05" name="Freeform 604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6" name="Freeform 605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7" name="Freeform 606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8" name="Freeform 607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54" name="Group 553"/>
          <p:cNvGrpSpPr/>
          <p:nvPr/>
        </p:nvGrpSpPr>
        <p:grpSpPr>
          <a:xfrm>
            <a:off x="9098788" y="3956624"/>
            <a:ext cx="367224" cy="240304"/>
            <a:chOff x="7493876" y="2774731"/>
            <a:chExt cx="1481958" cy="894622"/>
          </a:xfrm>
        </p:grpSpPr>
        <p:sp>
          <p:nvSpPr>
            <p:cNvPr id="555" name="Freeform 554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56" name="Oval 555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57" name="Group 556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8" name="Freeform 557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9" name="Freeform 558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0" name="Freeform 559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1" name="Freeform 560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85" name="Group 584"/>
          <p:cNvGrpSpPr/>
          <p:nvPr/>
        </p:nvGrpSpPr>
        <p:grpSpPr>
          <a:xfrm>
            <a:off x="9980126" y="2661565"/>
            <a:ext cx="353678" cy="198344"/>
            <a:chOff x="7493876" y="2774731"/>
            <a:chExt cx="1481958" cy="894622"/>
          </a:xfrm>
        </p:grpSpPr>
        <p:sp>
          <p:nvSpPr>
            <p:cNvPr id="586" name="Freeform 585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7" name="Oval 586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88" name="Group 587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9" name="Freeform 588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0" name="Freeform 589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1" name="Freeform 590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2" name="Freeform 591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38" name="Group 537"/>
          <p:cNvGrpSpPr/>
          <p:nvPr/>
        </p:nvGrpSpPr>
        <p:grpSpPr>
          <a:xfrm>
            <a:off x="9497138" y="3394032"/>
            <a:ext cx="367224" cy="240304"/>
            <a:chOff x="7493876" y="2774731"/>
            <a:chExt cx="1481958" cy="894622"/>
          </a:xfrm>
        </p:grpSpPr>
        <p:sp>
          <p:nvSpPr>
            <p:cNvPr id="539" name="Freeform 538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40" name="Oval 539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41" name="Group 540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42" name="Freeform 541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3" name="Freeform 542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4" name="Freeform 543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5" name="Freeform 544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46" name="Group 545"/>
          <p:cNvGrpSpPr/>
          <p:nvPr/>
        </p:nvGrpSpPr>
        <p:grpSpPr>
          <a:xfrm>
            <a:off x="9601554" y="3999763"/>
            <a:ext cx="367224" cy="240304"/>
            <a:chOff x="7493876" y="2774731"/>
            <a:chExt cx="1481958" cy="894622"/>
          </a:xfrm>
        </p:grpSpPr>
        <p:sp>
          <p:nvSpPr>
            <p:cNvPr id="547" name="Freeform 546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48" name="Oval 547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49" name="Group 548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0" name="Freeform 549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1" name="Freeform 550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2" name="Freeform 551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3" name="Freeform 552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23" name="Group 622"/>
          <p:cNvGrpSpPr/>
          <p:nvPr/>
        </p:nvGrpSpPr>
        <p:grpSpPr>
          <a:xfrm>
            <a:off x="10375259" y="3992325"/>
            <a:ext cx="353678" cy="198344"/>
            <a:chOff x="7493876" y="2774731"/>
            <a:chExt cx="1481958" cy="894622"/>
          </a:xfrm>
        </p:grpSpPr>
        <p:sp>
          <p:nvSpPr>
            <p:cNvPr id="624" name="Freeform 623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25" name="Oval 624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626" name="Group 625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27" name="Freeform 626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8" name="Freeform 627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9" name="Freeform 628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0" name="Freeform 629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pic>
        <p:nvPicPr>
          <p:cNvPr id="359" name="Picture 653" descr="iphone_stylized_small"/>
          <p:cNvPicPr>
            <a:picLocks noChangeAspect="1"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9572" y="1917025"/>
            <a:ext cx="136841" cy="32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4" name="Picture 1018" descr="laptop_keyboard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464781" y="2605090"/>
            <a:ext cx="437221" cy="1595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5" name="Freeform 1019"/>
          <p:cNvSpPr/>
          <p:nvPr/>
        </p:nvSpPr>
        <p:spPr bwMode="auto">
          <a:xfrm>
            <a:off x="7609678" y="2450304"/>
            <a:ext cx="351919" cy="208167"/>
          </a:xfrm>
          <a:custGeom>
            <a:avLst/>
            <a:gdLst>
              <a:gd name="T0" fmla="*/ 775798119 w 2982"/>
              <a:gd name="T1" fmla="*/ 0 h 2442"/>
              <a:gd name="T2" fmla="*/ 0 w 2982"/>
              <a:gd name="T3" fmla="*/ 211226083 h 2442"/>
              <a:gd name="T4" fmla="*/ 2147483646 w 2982"/>
              <a:gd name="T5" fmla="*/ 263880059 h 2442"/>
              <a:gd name="T6" fmla="*/ 2147483646 w 2982"/>
              <a:gd name="T7" fmla="*/ 52653891 h 2442"/>
              <a:gd name="T8" fmla="*/ 775798119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76" name="Picture 1020" descr="screen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7011" y="2455658"/>
            <a:ext cx="319785" cy="1894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7" name="Freeform 1021"/>
          <p:cNvSpPr/>
          <p:nvPr/>
        </p:nvSpPr>
        <p:spPr bwMode="auto">
          <a:xfrm>
            <a:off x="7673752" y="2444163"/>
            <a:ext cx="298167" cy="38736"/>
          </a:xfrm>
          <a:custGeom>
            <a:avLst/>
            <a:gdLst>
              <a:gd name="T0" fmla="*/ 193616298 w 2528"/>
              <a:gd name="T1" fmla="*/ 0 h 455"/>
              <a:gd name="T2" fmla="*/ 2147483646 w 2528"/>
              <a:gd name="T3" fmla="*/ 52445139 h 455"/>
              <a:gd name="T4" fmla="*/ 2147483646 w 2528"/>
              <a:gd name="T5" fmla="*/ 52445139 h 455"/>
              <a:gd name="T6" fmla="*/ 0 w 2528"/>
              <a:gd name="T7" fmla="*/ 52445139 h 455"/>
              <a:gd name="T8" fmla="*/ 193616298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8" name="Freeform 1022"/>
          <p:cNvSpPr/>
          <p:nvPr/>
        </p:nvSpPr>
        <p:spPr bwMode="auto">
          <a:xfrm>
            <a:off x="7606562" y="2443848"/>
            <a:ext cx="82770" cy="161243"/>
          </a:xfrm>
          <a:custGeom>
            <a:avLst/>
            <a:gdLst>
              <a:gd name="T0" fmla="*/ 773664160 w 702"/>
              <a:gd name="T1" fmla="*/ 0 h 1893"/>
              <a:gd name="T2" fmla="*/ 0 w 702"/>
              <a:gd name="T3" fmla="*/ 210739916 h 1893"/>
              <a:gd name="T4" fmla="*/ 193416040 w 702"/>
              <a:gd name="T5" fmla="*/ 210739916 h 1893"/>
              <a:gd name="T6" fmla="*/ 967080200 w 702"/>
              <a:gd name="T7" fmla="*/ 52529017 h 1893"/>
              <a:gd name="T8" fmla="*/ 773664160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9" name="Freeform 1023"/>
          <p:cNvSpPr/>
          <p:nvPr/>
        </p:nvSpPr>
        <p:spPr bwMode="auto">
          <a:xfrm>
            <a:off x="7880579" y="2472664"/>
            <a:ext cx="89197" cy="186122"/>
          </a:xfrm>
          <a:custGeom>
            <a:avLst/>
            <a:gdLst>
              <a:gd name="T0" fmla="*/ 969024527 w 756"/>
              <a:gd name="T1" fmla="*/ 0 h 2184"/>
              <a:gd name="T2" fmla="*/ 193802074 w 756"/>
              <a:gd name="T3" fmla="*/ 263660221 h 2184"/>
              <a:gd name="T4" fmla="*/ 0 w 756"/>
              <a:gd name="T5" fmla="*/ 263660221 h 2184"/>
              <a:gd name="T6" fmla="*/ 775222454 w 756"/>
              <a:gd name="T7" fmla="*/ 52610059 h 2184"/>
              <a:gd name="T8" fmla="*/ 969024527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0" name="Freeform 1024"/>
          <p:cNvSpPr/>
          <p:nvPr/>
        </p:nvSpPr>
        <p:spPr bwMode="auto">
          <a:xfrm>
            <a:off x="7605588" y="2596902"/>
            <a:ext cx="327185" cy="62828"/>
          </a:xfrm>
          <a:custGeom>
            <a:avLst/>
            <a:gdLst>
              <a:gd name="T0" fmla="*/ 193829444 w 2773"/>
              <a:gd name="T1" fmla="*/ 0 h 738"/>
              <a:gd name="T2" fmla="*/ 0 w 2773"/>
              <a:gd name="T3" fmla="*/ 52443587 h 738"/>
              <a:gd name="T4" fmla="*/ 2147483646 w 2773"/>
              <a:gd name="T5" fmla="*/ 104894411 h 738"/>
              <a:gd name="T6" fmla="*/ 2147483646 w 2773"/>
              <a:gd name="T7" fmla="*/ 52443587 h 738"/>
              <a:gd name="T8" fmla="*/ 193829444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1" name="Freeform 1025"/>
          <p:cNvSpPr/>
          <p:nvPr/>
        </p:nvSpPr>
        <p:spPr bwMode="auto">
          <a:xfrm>
            <a:off x="7890512" y="2474238"/>
            <a:ext cx="83549" cy="186909"/>
          </a:xfrm>
          <a:custGeom>
            <a:avLst/>
            <a:gdLst>
              <a:gd name="T0" fmla="*/ 2147483646 w 637"/>
              <a:gd name="T1" fmla="*/ 0 h 1659"/>
              <a:gd name="T2" fmla="*/ 2147483646 w 637"/>
              <a:gd name="T3" fmla="*/ 0 h 1659"/>
              <a:gd name="T4" fmla="*/ 295581541 w 637"/>
              <a:gd name="T5" fmla="*/ 2147483646 h 1659"/>
              <a:gd name="T6" fmla="*/ 0 w 637"/>
              <a:gd name="T7" fmla="*/ 2147483646 h 1659"/>
              <a:gd name="T8" fmla="*/ 214748364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2" name="Freeform 1026"/>
          <p:cNvSpPr/>
          <p:nvPr/>
        </p:nvSpPr>
        <p:spPr bwMode="auto">
          <a:xfrm>
            <a:off x="7605977" y="2605248"/>
            <a:ext cx="290961" cy="62041"/>
          </a:xfrm>
          <a:custGeom>
            <a:avLst/>
            <a:gdLst>
              <a:gd name="T0" fmla="*/ 0 w 2216"/>
              <a:gd name="T1" fmla="*/ 0 h 550"/>
              <a:gd name="T2" fmla="*/ 296523134 w 2216"/>
              <a:gd name="T3" fmla="*/ 324379338 h 550"/>
              <a:gd name="T4" fmla="*/ 2147483646 w 2216"/>
              <a:gd name="T5" fmla="*/ 2147483646 h 550"/>
              <a:gd name="T6" fmla="*/ 2147483646 w 2216"/>
              <a:gd name="T7" fmla="*/ 2147483646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83" name="Group 1027"/>
          <p:cNvGrpSpPr/>
          <p:nvPr/>
        </p:nvGrpSpPr>
        <p:grpSpPr bwMode="auto">
          <a:xfrm>
            <a:off x="7601109" y="2671540"/>
            <a:ext cx="98740" cy="36846"/>
            <a:chOff x="1740" y="2642"/>
            <a:chExt cx="752" cy="327"/>
          </a:xfrm>
        </p:grpSpPr>
        <p:sp>
          <p:nvSpPr>
            <p:cNvPr id="169" name="Freeform 1028"/>
            <p:cNvSpPr/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0" name="Freeform 1029"/>
            <p:cNvSpPr/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1" name="Freeform 1030"/>
            <p:cNvSpPr/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2" name="Freeform 1031"/>
            <p:cNvSpPr/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3" name="Freeform 1032"/>
            <p:cNvSpPr/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4" name="Freeform 1033"/>
            <p:cNvSpPr/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84" name="Freeform 1034"/>
          <p:cNvSpPr/>
          <p:nvPr/>
        </p:nvSpPr>
        <p:spPr bwMode="auto">
          <a:xfrm>
            <a:off x="7770154" y="2677051"/>
            <a:ext cx="119578" cy="80936"/>
          </a:xfrm>
          <a:custGeom>
            <a:avLst/>
            <a:gdLst>
              <a:gd name="T0" fmla="*/ 213221464 w 990"/>
              <a:gd name="T1" fmla="*/ 1090686587 h 792"/>
              <a:gd name="T2" fmla="*/ 1915477586 w 990"/>
              <a:gd name="T3" fmla="*/ 0 h 792"/>
              <a:gd name="T4" fmla="*/ 1915477586 w 990"/>
              <a:gd name="T5" fmla="*/ 108859840 h 792"/>
              <a:gd name="T6" fmla="*/ 0 w 990"/>
              <a:gd name="T7" fmla="*/ 1090686587 h 792"/>
              <a:gd name="T8" fmla="*/ 213221464 w 990"/>
              <a:gd name="T9" fmla="*/ 1090686587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5" name="Freeform 1035"/>
          <p:cNvSpPr/>
          <p:nvPr/>
        </p:nvSpPr>
        <p:spPr bwMode="auto">
          <a:xfrm>
            <a:off x="7464976" y="2683507"/>
            <a:ext cx="305957" cy="73850"/>
          </a:xfrm>
          <a:custGeom>
            <a:avLst/>
            <a:gdLst>
              <a:gd name="T0" fmla="*/ 213486572 w 2532"/>
              <a:gd name="T1" fmla="*/ 0 h 723"/>
              <a:gd name="T2" fmla="*/ 213486572 w 2532"/>
              <a:gd name="T3" fmla="*/ 0 h 723"/>
              <a:gd name="T4" fmla="*/ 2147483646 w 2532"/>
              <a:gd name="T5" fmla="*/ 979380008 h 723"/>
              <a:gd name="T6" fmla="*/ 2147483646 w 2532"/>
              <a:gd name="T7" fmla="*/ 1088085165 h 723"/>
              <a:gd name="T8" fmla="*/ 0 w 2532"/>
              <a:gd name="T9" fmla="*/ 108705259 h 723"/>
              <a:gd name="T10" fmla="*/ 21348657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6" name="Freeform 1036"/>
          <p:cNvSpPr/>
          <p:nvPr/>
        </p:nvSpPr>
        <p:spPr bwMode="auto">
          <a:xfrm>
            <a:off x="7465171" y="2669965"/>
            <a:ext cx="3311" cy="14959"/>
          </a:xfrm>
          <a:custGeom>
            <a:avLst/>
            <a:gdLst>
              <a:gd name="T0" fmla="*/ 262278191 w 26"/>
              <a:gd name="T1" fmla="*/ 107489981 h 147"/>
              <a:gd name="T2" fmla="*/ 262278191 w 26"/>
              <a:gd name="T3" fmla="*/ 214969480 h 147"/>
              <a:gd name="T4" fmla="*/ 0 w 26"/>
              <a:gd name="T5" fmla="*/ 214969480 h 147"/>
              <a:gd name="T6" fmla="*/ 262278191 w 26"/>
              <a:gd name="T7" fmla="*/ 0 h 147"/>
              <a:gd name="T8" fmla="*/ 262278191 w 26"/>
              <a:gd name="T9" fmla="*/ 10748998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7" name="Freeform 1037"/>
          <p:cNvSpPr/>
          <p:nvPr/>
        </p:nvSpPr>
        <p:spPr bwMode="auto">
          <a:xfrm>
            <a:off x="7465366" y="2609027"/>
            <a:ext cx="142170" cy="61883"/>
          </a:xfrm>
          <a:custGeom>
            <a:avLst/>
            <a:gdLst>
              <a:gd name="T0" fmla="*/ 2136125890 w 1176"/>
              <a:gd name="T1" fmla="*/ 0 h 606"/>
              <a:gd name="T2" fmla="*/ 0 w 1176"/>
              <a:gd name="T3" fmla="*/ 870000945 h 606"/>
              <a:gd name="T4" fmla="*/ 213789467 w 1176"/>
              <a:gd name="T5" fmla="*/ 870000945 h 606"/>
              <a:gd name="T6" fmla="*/ 2136125890 w 1176"/>
              <a:gd name="T7" fmla="*/ 108617123 h 606"/>
              <a:gd name="T8" fmla="*/ 2136125890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8" name="Freeform 1038"/>
          <p:cNvSpPr/>
          <p:nvPr/>
        </p:nvSpPr>
        <p:spPr bwMode="auto">
          <a:xfrm>
            <a:off x="7474909" y="2673115"/>
            <a:ext cx="290182" cy="71016"/>
          </a:xfrm>
          <a:custGeom>
            <a:avLst/>
            <a:gdLst>
              <a:gd name="T0" fmla="*/ 173112702 w 2532"/>
              <a:gd name="T1" fmla="*/ 0 h 723"/>
              <a:gd name="T2" fmla="*/ 173112702 w 2532"/>
              <a:gd name="T3" fmla="*/ 0 h 723"/>
              <a:gd name="T4" fmla="*/ 2069773885 w 2532"/>
              <a:gd name="T5" fmla="*/ 558173482 h 723"/>
              <a:gd name="T6" fmla="*/ 2069773885 w 2532"/>
              <a:gd name="T7" fmla="*/ 558173482 h 723"/>
              <a:gd name="T8" fmla="*/ 0 w 2532"/>
              <a:gd name="T9" fmla="*/ 92871346 h 723"/>
              <a:gd name="T10" fmla="*/ 17311270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9" name="Freeform 1039"/>
          <p:cNvSpPr/>
          <p:nvPr/>
        </p:nvSpPr>
        <p:spPr bwMode="auto">
          <a:xfrm flipV="1">
            <a:off x="7764701" y="2668076"/>
            <a:ext cx="118410" cy="73535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962694895 h 723"/>
              <a:gd name="T6" fmla="*/ 0 w 2532"/>
              <a:gd name="T7" fmla="*/ 962694895 h 723"/>
              <a:gd name="T8" fmla="*/ 0 w 2532"/>
              <a:gd name="T9" fmla="*/ 107314314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10" name="Picture 568" descr="light2.png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8831667" y="2392289"/>
            <a:ext cx="92772" cy="4054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8" name="Picture 603" descr="car_icon_small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99539" y="2116958"/>
            <a:ext cx="849312" cy="168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2" name="Picture 1116" descr="laptop_keyboard"/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510375" y="3605209"/>
            <a:ext cx="286699" cy="11944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3" name="Freeform 1117"/>
          <p:cNvSpPr/>
          <p:nvPr/>
        </p:nvSpPr>
        <p:spPr bwMode="auto">
          <a:xfrm>
            <a:off x="7605388" y="3489299"/>
            <a:ext cx="230764" cy="155883"/>
          </a:xfrm>
          <a:custGeom>
            <a:avLst/>
            <a:gdLst>
              <a:gd name="T0" fmla="*/ 143665061 w 2982"/>
              <a:gd name="T1" fmla="*/ 0 h 2442"/>
              <a:gd name="T2" fmla="*/ 0 w 2982"/>
              <a:gd name="T3" fmla="*/ 66329557 h 2442"/>
              <a:gd name="T4" fmla="*/ 573719931 w 2982"/>
              <a:gd name="T5" fmla="*/ 82975142 h 2442"/>
              <a:gd name="T6" fmla="*/ 717384993 w 2982"/>
              <a:gd name="T7" fmla="*/ 16645585 h 2442"/>
              <a:gd name="T8" fmla="*/ 14366506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94" name="Picture 1118" descr="screen"/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16754" y="3493308"/>
            <a:ext cx="209692" cy="1418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5" name="Freeform 1119"/>
          <p:cNvSpPr/>
          <p:nvPr/>
        </p:nvSpPr>
        <p:spPr bwMode="auto">
          <a:xfrm>
            <a:off x="7647403" y="3484701"/>
            <a:ext cx="195517" cy="29007"/>
          </a:xfrm>
          <a:custGeom>
            <a:avLst/>
            <a:gdLst>
              <a:gd name="T0" fmla="*/ 35620212 w 2528"/>
              <a:gd name="T1" fmla="*/ 0 h 455"/>
              <a:gd name="T2" fmla="*/ 608343257 w 2528"/>
              <a:gd name="T3" fmla="*/ 16582250 h 455"/>
              <a:gd name="T4" fmla="*/ 572256449 w 2528"/>
              <a:gd name="T5" fmla="*/ 16582250 h 455"/>
              <a:gd name="T6" fmla="*/ 0 w 2528"/>
              <a:gd name="T7" fmla="*/ 16582250 h 455"/>
              <a:gd name="T8" fmla="*/ 35620212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6" name="Freeform 1120"/>
          <p:cNvSpPr/>
          <p:nvPr/>
        </p:nvSpPr>
        <p:spPr bwMode="auto">
          <a:xfrm>
            <a:off x="7603345" y="3484465"/>
            <a:ext cx="54275" cy="120745"/>
          </a:xfrm>
          <a:custGeom>
            <a:avLst/>
            <a:gdLst>
              <a:gd name="T0" fmla="*/ 142804406 w 702"/>
              <a:gd name="T1" fmla="*/ 0 h 1893"/>
              <a:gd name="T2" fmla="*/ 0 w 702"/>
              <a:gd name="T3" fmla="*/ 66174575 h 1893"/>
              <a:gd name="T4" fmla="*/ 35584530 w 702"/>
              <a:gd name="T5" fmla="*/ 66174575 h 1893"/>
              <a:gd name="T6" fmla="*/ 178855222 w 702"/>
              <a:gd name="T7" fmla="*/ 16607700 h 1893"/>
              <a:gd name="T8" fmla="*/ 142804406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7" name="Freeform 1121"/>
          <p:cNvSpPr/>
          <p:nvPr/>
        </p:nvSpPr>
        <p:spPr bwMode="auto">
          <a:xfrm>
            <a:off x="7783026" y="3506043"/>
            <a:ext cx="58489" cy="139375"/>
          </a:xfrm>
          <a:custGeom>
            <a:avLst/>
            <a:gdLst>
              <a:gd name="T0" fmla="*/ 179213623 w 756"/>
              <a:gd name="T1" fmla="*/ 0 h 2184"/>
              <a:gd name="T2" fmla="*/ 35656008 w 756"/>
              <a:gd name="T3" fmla="*/ 82904513 h 2184"/>
              <a:gd name="T4" fmla="*/ 0 w 756"/>
              <a:gd name="T5" fmla="*/ 82904513 h 2184"/>
              <a:gd name="T6" fmla="*/ 143090785 w 756"/>
              <a:gd name="T7" fmla="*/ 16632211 h 2184"/>
              <a:gd name="T8" fmla="*/ 179213623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8" name="Freeform 1122"/>
          <p:cNvSpPr/>
          <p:nvPr/>
        </p:nvSpPr>
        <p:spPr bwMode="auto">
          <a:xfrm>
            <a:off x="7602706" y="3599078"/>
            <a:ext cx="214545" cy="47048"/>
          </a:xfrm>
          <a:custGeom>
            <a:avLst/>
            <a:gdLst>
              <a:gd name="T0" fmla="*/ 35658648 w 2773"/>
              <a:gd name="T1" fmla="*/ 0 h 738"/>
              <a:gd name="T2" fmla="*/ 0 w 2773"/>
              <a:gd name="T3" fmla="*/ 16581742 h 738"/>
              <a:gd name="T4" fmla="*/ 573357470 w 2773"/>
              <a:gd name="T5" fmla="*/ 33163485 h 738"/>
              <a:gd name="T6" fmla="*/ 573357470 w 2773"/>
              <a:gd name="T7" fmla="*/ 16581742 h 738"/>
              <a:gd name="T8" fmla="*/ 35658648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9" name="Freeform 1123"/>
          <p:cNvSpPr/>
          <p:nvPr/>
        </p:nvSpPr>
        <p:spPr bwMode="auto">
          <a:xfrm>
            <a:off x="7789539" y="3507222"/>
            <a:ext cx="54786" cy="139965"/>
          </a:xfrm>
          <a:custGeom>
            <a:avLst/>
            <a:gdLst>
              <a:gd name="T0" fmla="*/ 656550006 w 637"/>
              <a:gd name="T1" fmla="*/ 0 h 1659"/>
              <a:gd name="T2" fmla="*/ 656550006 w 637"/>
              <a:gd name="T3" fmla="*/ 0 h 1659"/>
              <a:gd name="T4" fmla="*/ 54716163 w 637"/>
              <a:gd name="T5" fmla="*/ 2147483646 h 1659"/>
              <a:gd name="T6" fmla="*/ 0 w 637"/>
              <a:gd name="T7" fmla="*/ 2147483646 h 1659"/>
              <a:gd name="T8" fmla="*/ 65655000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0" name="Freeform 1124"/>
          <p:cNvSpPr/>
          <p:nvPr/>
        </p:nvSpPr>
        <p:spPr bwMode="auto">
          <a:xfrm>
            <a:off x="7602962" y="3605327"/>
            <a:ext cx="190792" cy="46458"/>
          </a:xfrm>
          <a:custGeom>
            <a:avLst/>
            <a:gdLst>
              <a:gd name="T0" fmla="*/ 0 w 2216"/>
              <a:gd name="T1" fmla="*/ 0 h 550"/>
              <a:gd name="T2" fmla="*/ 54884212 w 2216"/>
              <a:gd name="T3" fmla="*/ 101852492 h 550"/>
              <a:gd name="T4" fmla="*/ 2147483646 w 2216"/>
              <a:gd name="T5" fmla="*/ 1017940055 h 550"/>
              <a:gd name="T6" fmla="*/ 2147483646 w 2216"/>
              <a:gd name="T7" fmla="*/ 865464562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01" name="Group 1125"/>
          <p:cNvGrpSpPr/>
          <p:nvPr/>
        </p:nvGrpSpPr>
        <p:grpSpPr bwMode="auto">
          <a:xfrm>
            <a:off x="7599769" y="3654969"/>
            <a:ext cx="64747" cy="27592"/>
            <a:chOff x="1740" y="2642"/>
            <a:chExt cx="752" cy="327"/>
          </a:xfrm>
        </p:grpSpPr>
        <p:sp>
          <p:nvSpPr>
            <p:cNvPr id="140" name="Freeform 1126"/>
            <p:cNvSpPr/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1" name="Freeform 1127"/>
            <p:cNvSpPr/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2" name="Freeform 1128"/>
            <p:cNvSpPr/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3" name="Freeform 1129"/>
            <p:cNvSpPr/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4" name="Freeform 1130"/>
            <p:cNvSpPr/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5" name="Freeform 1131"/>
            <p:cNvSpPr/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02" name="Freeform 1132"/>
          <p:cNvSpPr/>
          <p:nvPr/>
        </p:nvSpPr>
        <p:spPr bwMode="auto">
          <a:xfrm>
            <a:off x="7710617" y="3659096"/>
            <a:ext cx="78411" cy="60608"/>
          </a:xfrm>
          <a:custGeom>
            <a:avLst/>
            <a:gdLst>
              <a:gd name="T0" fmla="*/ 39250883 w 990"/>
              <a:gd name="T1" fmla="*/ 342828616 h 792"/>
              <a:gd name="T2" fmla="*/ 354255671 w 990"/>
              <a:gd name="T3" fmla="*/ 0 h 792"/>
              <a:gd name="T4" fmla="*/ 354255671 w 990"/>
              <a:gd name="T5" fmla="*/ 34504242 h 792"/>
              <a:gd name="T6" fmla="*/ 0 w 990"/>
              <a:gd name="T7" fmla="*/ 342828616 h 792"/>
              <a:gd name="T8" fmla="*/ 39250883 w 990"/>
              <a:gd name="T9" fmla="*/ 342828616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3" name="Freeform 1133"/>
          <p:cNvSpPr/>
          <p:nvPr/>
        </p:nvSpPr>
        <p:spPr bwMode="auto">
          <a:xfrm>
            <a:off x="7510503" y="3663931"/>
            <a:ext cx="200625" cy="55302"/>
          </a:xfrm>
          <a:custGeom>
            <a:avLst/>
            <a:gdLst>
              <a:gd name="T0" fmla="*/ 39302216 w 2532"/>
              <a:gd name="T1" fmla="*/ 0 h 723"/>
              <a:gd name="T2" fmla="*/ 39302216 w 2532"/>
              <a:gd name="T3" fmla="*/ 0 h 723"/>
              <a:gd name="T4" fmla="*/ 867084690 w 2532"/>
              <a:gd name="T5" fmla="*/ 307891170 h 723"/>
              <a:gd name="T6" fmla="*/ 867084690 w 2532"/>
              <a:gd name="T7" fmla="*/ 342351506 h 723"/>
              <a:gd name="T8" fmla="*/ 0 w 2532"/>
              <a:gd name="T9" fmla="*/ 34009889 h 723"/>
              <a:gd name="T10" fmla="*/ 39302216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4" name="Freeform 1134"/>
          <p:cNvSpPr/>
          <p:nvPr/>
        </p:nvSpPr>
        <p:spPr bwMode="auto">
          <a:xfrm>
            <a:off x="7510631" y="3653790"/>
            <a:ext cx="2171" cy="11202"/>
          </a:xfrm>
          <a:custGeom>
            <a:avLst/>
            <a:gdLst>
              <a:gd name="T0" fmla="*/ 48903362 w 26"/>
              <a:gd name="T1" fmla="*/ 33634500 h 147"/>
              <a:gd name="T2" fmla="*/ 48903362 w 26"/>
              <a:gd name="T3" fmla="*/ 67263209 h 147"/>
              <a:gd name="T4" fmla="*/ 0 w 26"/>
              <a:gd name="T5" fmla="*/ 67263209 h 147"/>
              <a:gd name="T6" fmla="*/ 48903362 w 26"/>
              <a:gd name="T7" fmla="*/ 0 h 147"/>
              <a:gd name="T8" fmla="*/ 48903362 w 26"/>
              <a:gd name="T9" fmla="*/ 33634500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" name="Freeform 1135"/>
          <p:cNvSpPr/>
          <p:nvPr/>
        </p:nvSpPr>
        <p:spPr bwMode="auto">
          <a:xfrm>
            <a:off x="7510758" y="3608157"/>
            <a:ext cx="93225" cy="46340"/>
          </a:xfrm>
          <a:custGeom>
            <a:avLst/>
            <a:gdLst>
              <a:gd name="T0" fmla="*/ 395043791 w 1176"/>
              <a:gd name="T1" fmla="*/ 0 h 606"/>
              <a:gd name="T2" fmla="*/ 0 w 1176"/>
              <a:gd name="T3" fmla="*/ 273654982 h 606"/>
              <a:gd name="T4" fmla="*/ 39357994 w 1176"/>
              <a:gd name="T5" fmla="*/ 273654982 h 606"/>
              <a:gd name="T6" fmla="*/ 395043791 w 1176"/>
              <a:gd name="T7" fmla="*/ 33985420 h 606"/>
              <a:gd name="T8" fmla="*/ 39504379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6" name="Freeform 1136"/>
          <p:cNvSpPr/>
          <p:nvPr/>
        </p:nvSpPr>
        <p:spPr bwMode="auto">
          <a:xfrm>
            <a:off x="7517016" y="3656149"/>
            <a:ext cx="190281" cy="53180"/>
          </a:xfrm>
          <a:custGeom>
            <a:avLst/>
            <a:gdLst>
              <a:gd name="T0" fmla="*/ 31829833 w 2532"/>
              <a:gd name="T1" fmla="*/ 0 h 723"/>
              <a:gd name="T2" fmla="*/ 31829833 w 2532"/>
              <a:gd name="T3" fmla="*/ 0 h 723"/>
              <a:gd name="T4" fmla="*/ 382827787 w 2532"/>
              <a:gd name="T5" fmla="*/ 175498781 h 723"/>
              <a:gd name="T6" fmla="*/ 382827787 w 2532"/>
              <a:gd name="T7" fmla="*/ 175498781 h 723"/>
              <a:gd name="T8" fmla="*/ 0 w 2532"/>
              <a:gd name="T9" fmla="*/ 29448186 h 723"/>
              <a:gd name="T10" fmla="*/ 31829833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7" name="Freeform 1137"/>
          <p:cNvSpPr/>
          <p:nvPr/>
        </p:nvSpPr>
        <p:spPr bwMode="auto">
          <a:xfrm flipV="1">
            <a:off x="7707042" y="3652375"/>
            <a:ext cx="77645" cy="55066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302641137 h 723"/>
              <a:gd name="T6" fmla="*/ 0 w 2532"/>
              <a:gd name="T7" fmla="*/ 302641137 h 723"/>
              <a:gd name="T8" fmla="*/ 0 w 2532"/>
              <a:gd name="T9" fmla="*/ 33575256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38" name="Picture 1140" descr="desktop_computer_stylized_medium"/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7991996" y="3567143"/>
            <a:ext cx="359261" cy="3420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9" name="Freeform 1141"/>
          <p:cNvSpPr/>
          <p:nvPr/>
        </p:nvSpPr>
        <p:spPr bwMode="auto">
          <a:xfrm flipH="1">
            <a:off x="8145217" y="3599942"/>
            <a:ext cx="169400" cy="156753"/>
          </a:xfrm>
          <a:custGeom>
            <a:avLst/>
            <a:gdLst>
              <a:gd name="T0" fmla="*/ 0 w 356"/>
              <a:gd name="T1" fmla="*/ 0 h 368"/>
              <a:gd name="T2" fmla="*/ 300 w 356"/>
              <a:gd name="T3" fmla="*/ 14 h 368"/>
              <a:gd name="T4" fmla="*/ 356 w 356"/>
              <a:gd name="T5" fmla="*/ 294 h 368"/>
              <a:gd name="T6" fmla="*/ 78 w 356"/>
              <a:gd name="T7" fmla="*/ 368 h 368"/>
              <a:gd name="T8" fmla="*/ 0 w 356"/>
              <a:gd name="T9" fmla="*/ 0 h 36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6"/>
              <a:gd name="T16" fmla="*/ 0 h 368"/>
              <a:gd name="T17" fmla="*/ 356 w 356"/>
              <a:gd name="T18" fmla="*/ 368 h 36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6" h="368">
                <a:moveTo>
                  <a:pt x="0" y="0"/>
                </a:moveTo>
                <a:lnTo>
                  <a:pt x="300" y="14"/>
                </a:lnTo>
                <a:lnTo>
                  <a:pt x="356" y="294"/>
                </a:lnTo>
                <a:lnTo>
                  <a:pt x="78" y="368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chemeClr val="bg1"/>
              </a:gs>
            </a:gsLst>
            <a:lin ang="27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prstDash val="solid"/>
                <a:round/>
              </a14:hiddenLine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13" name="Picture 571" descr="fridge2.png"/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3199" y="3385017"/>
            <a:ext cx="189578" cy="3370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71" name="Group 950"/>
          <p:cNvGrpSpPr/>
          <p:nvPr/>
        </p:nvGrpSpPr>
        <p:grpSpPr bwMode="auto">
          <a:xfrm>
            <a:off x="10288915" y="5273951"/>
            <a:ext cx="177192" cy="330833"/>
            <a:chOff x="4140" y="429"/>
            <a:chExt cx="1425" cy="2396"/>
          </a:xfrm>
        </p:grpSpPr>
        <p:sp>
          <p:nvSpPr>
            <p:cNvPr id="207" name="Freeform 951"/>
            <p:cNvSpPr/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8" name="Rectangle 952"/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09" name="Freeform 953"/>
            <p:cNvSpPr/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0" name="Freeform 954"/>
            <p:cNvSpPr/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1" name="Rectangle 955"/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2" name="Group 956"/>
            <p:cNvGrpSpPr/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37" name="AutoShape 957"/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8" name="AutoShape 958"/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3" name="Rectangle 959"/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4" name="Group 960"/>
            <p:cNvGrpSpPr/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35" name="AutoShape 961"/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6" name="AutoShape 962"/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5" name="Rectangle 963"/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16" name="Rectangle 964"/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7" name="Group 965"/>
            <p:cNvGrpSpPr/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33" name="AutoShape 966"/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4" name="AutoShape 967"/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8" name="Freeform 968"/>
            <p:cNvSpPr/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19" name="Group 969"/>
            <p:cNvGrpSpPr/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31" name="AutoShape 970"/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2" name="AutoShape 971"/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20" name="Rectangle 972"/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1" name="Freeform 973"/>
            <p:cNvSpPr/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2" name="Freeform 974"/>
            <p:cNvSpPr/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3" name="Oval 975"/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4" name="Freeform 976"/>
            <p:cNvSpPr/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5" name="AutoShape 977"/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6" name="AutoShape 978"/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7" name="Oval 979"/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8" name="Oval 980"/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9" name="Oval 981"/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30" name="Rectangle 982"/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44" name="Group 590"/>
          <p:cNvGrpSpPr/>
          <p:nvPr/>
        </p:nvGrpSpPr>
        <p:grpSpPr bwMode="auto">
          <a:xfrm flipH="1">
            <a:off x="7980855" y="4900161"/>
            <a:ext cx="345630" cy="320302"/>
            <a:chOff x="2839" y="3501"/>
            <a:chExt cx="755" cy="803"/>
          </a:xfrm>
        </p:grpSpPr>
        <p:pic>
          <p:nvPicPr>
            <p:cNvPr id="367" name="Picture 591" descr="desktop_computer_stylized_medium"/>
            <p:cNvPicPr>
              <a:picLocks noChangeAspect="1" noChangeArrowheads="1"/>
            </p:cNvPicPr>
            <p:nvPr/>
          </p:nvPicPr>
          <p:blipFill>
            <a:blip r:embed="rId10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8" name="Freeform 592"/>
            <p:cNvSpPr/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147" name="Picture 1066" descr="laptop_keyboard"/>
          <p:cNvPicPr>
            <a:picLocks noChangeAspect="1" noChangeArrowheads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216586" y="6040274"/>
            <a:ext cx="253501" cy="1203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8" name="Freeform 1067"/>
          <p:cNvSpPr/>
          <p:nvPr/>
        </p:nvSpPr>
        <p:spPr bwMode="auto">
          <a:xfrm>
            <a:off x="9300597" y="5923494"/>
            <a:ext cx="204043" cy="157052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49" name="Picture 1068" descr="screen"/>
          <p:cNvPicPr>
            <a:picLocks noChangeAspect="1" noChangeArrowheads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10647" y="5927534"/>
            <a:ext cx="185412" cy="14291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0" name="Freeform 1069"/>
          <p:cNvSpPr/>
          <p:nvPr/>
        </p:nvSpPr>
        <p:spPr bwMode="auto">
          <a:xfrm>
            <a:off x="9337747" y="5918861"/>
            <a:ext cx="172878" cy="29225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1" name="Freeform 1070"/>
          <p:cNvSpPr/>
          <p:nvPr/>
        </p:nvSpPr>
        <p:spPr bwMode="auto">
          <a:xfrm>
            <a:off x="9298791" y="5918624"/>
            <a:ext cx="47990" cy="121650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2" name="Freeform 1071"/>
          <p:cNvSpPr/>
          <p:nvPr/>
        </p:nvSpPr>
        <p:spPr bwMode="auto">
          <a:xfrm>
            <a:off x="9457666" y="5940364"/>
            <a:ext cx="51716" cy="14042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3" name="Freeform 1072"/>
          <p:cNvSpPr/>
          <p:nvPr/>
        </p:nvSpPr>
        <p:spPr bwMode="auto">
          <a:xfrm>
            <a:off x="9298226" y="6034096"/>
            <a:ext cx="189702" cy="47401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4" name="Freeform 1073"/>
          <p:cNvSpPr/>
          <p:nvPr/>
        </p:nvSpPr>
        <p:spPr bwMode="auto">
          <a:xfrm>
            <a:off x="9463425" y="5941552"/>
            <a:ext cx="48442" cy="141014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5" name="Freeform 1074"/>
          <p:cNvSpPr/>
          <p:nvPr/>
        </p:nvSpPr>
        <p:spPr bwMode="auto">
          <a:xfrm>
            <a:off x="9298452" y="6040392"/>
            <a:ext cx="168700" cy="46807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56" name="Group 1075"/>
          <p:cNvGrpSpPr/>
          <p:nvPr/>
        </p:nvGrpSpPr>
        <p:grpSpPr bwMode="auto">
          <a:xfrm>
            <a:off x="9295629" y="6090407"/>
            <a:ext cx="57249" cy="27799"/>
            <a:chOff x="1740" y="2642"/>
            <a:chExt cx="752" cy="327"/>
          </a:xfrm>
        </p:grpSpPr>
        <p:sp>
          <p:nvSpPr>
            <p:cNvPr id="163" name="Freeform 1076"/>
            <p:cNvSpPr/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4" name="Freeform 1077"/>
            <p:cNvSpPr/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5" name="Freeform 1078"/>
            <p:cNvSpPr/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6" name="Freeform 1079"/>
            <p:cNvSpPr/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7" name="Freeform 1080"/>
            <p:cNvSpPr/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8" name="Freeform 1081"/>
            <p:cNvSpPr/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57" name="Freeform 1082"/>
          <p:cNvSpPr/>
          <p:nvPr/>
        </p:nvSpPr>
        <p:spPr bwMode="auto">
          <a:xfrm>
            <a:off x="9393642" y="6094565"/>
            <a:ext cx="69332" cy="61063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8" name="Freeform 1083"/>
          <p:cNvSpPr/>
          <p:nvPr/>
        </p:nvSpPr>
        <p:spPr bwMode="auto">
          <a:xfrm>
            <a:off x="9216699" y="6099436"/>
            <a:ext cx="177394" cy="55717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9" name="Freeform 1084"/>
          <p:cNvSpPr/>
          <p:nvPr/>
        </p:nvSpPr>
        <p:spPr bwMode="auto">
          <a:xfrm>
            <a:off x="9216812" y="6089219"/>
            <a:ext cx="1920" cy="11286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0" name="Freeform 1085"/>
          <p:cNvSpPr/>
          <p:nvPr/>
        </p:nvSpPr>
        <p:spPr bwMode="auto">
          <a:xfrm>
            <a:off x="9216925" y="6043244"/>
            <a:ext cx="82430" cy="46688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1" name="Freeform 1086"/>
          <p:cNvSpPr/>
          <p:nvPr/>
        </p:nvSpPr>
        <p:spPr bwMode="auto">
          <a:xfrm>
            <a:off x="9222458" y="6091595"/>
            <a:ext cx="168248" cy="53578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2" name="Freeform 1087"/>
          <p:cNvSpPr/>
          <p:nvPr/>
        </p:nvSpPr>
        <p:spPr bwMode="auto">
          <a:xfrm flipV="1">
            <a:off x="9390480" y="6087793"/>
            <a:ext cx="68654" cy="5547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490" name="Group 590"/>
          <p:cNvGrpSpPr/>
          <p:nvPr/>
        </p:nvGrpSpPr>
        <p:grpSpPr bwMode="auto">
          <a:xfrm flipH="1">
            <a:off x="8153909" y="5504657"/>
            <a:ext cx="345630" cy="320302"/>
            <a:chOff x="2839" y="3501"/>
            <a:chExt cx="755" cy="803"/>
          </a:xfrm>
        </p:grpSpPr>
        <p:pic>
          <p:nvPicPr>
            <p:cNvPr id="491" name="Picture 591" descr="desktop_computer_stylized_medium"/>
            <p:cNvPicPr>
              <a:picLocks noChangeAspect="1" noChangeArrowheads="1"/>
            </p:cNvPicPr>
            <p:nvPr/>
          </p:nvPicPr>
          <p:blipFill>
            <a:blip r:embed="rId10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2" name="Freeform 592"/>
            <p:cNvSpPr/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493" name="Group 590"/>
          <p:cNvGrpSpPr/>
          <p:nvPr/>
        </p:nvGrpSpPr>
        <p:grpSpPr bwMode="auto">
          <a:xfrm flipH="1">
            <a:off x="8552134" y="5526130"/>
            <a:ext cx="345630" cy="320302"/>
            <a:chOff x="2839" y="3501"/>
            <a:chExt cx="755" cy="803"/>
          </a:xfrm>
        </p:grpSpPr>
        <p:pic>
          <p:nvPicPr>
            <p:cNvPr id="494" name="Picture 591" descr="desktop_computer_stylized_medium"/>
            <p:cNvPicPr>
              <a:picLocks noChangeAspect="1" noChangeArrowheads="1"/>
            </p:cNvPicPr>
            <p:nvPr/>
          </p:nvPicPr>
          <p:blipFill>
            <a:blip r:embed="rId10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5" name="Freeform 592"/>
            <p:cNvSpPr/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498" name="Picture 1066" descr="laptop_keyboard"/>
          <p:cNvPicPr>
            <a:picLocks noChangeAspect="1" noChangeArrowheads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550087" y="5949454"/>
            <a:ext cx="260920" cy="99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99" name="Freeform 1067"/>
          <p:cNvSpPr/>
          <p:nvPr/>
        </p:nvSpPr>
        <p:spPr bwMode="auto">
          <a:xfrm>
            <a:off x="9636557" y="5853324"/>
            <a:ext cx="210015" cy="129281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500" name="Picture 1068" descr="screen"/>
          <p:cNvPicPr>
            <a:picLocks noChangeAspect="1" noChangeArrowheads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646901" y="5856649"/>
            <a:ext cx="190838" cy="1176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01" name="Freeform 1069"/>
          <p:cNvSpPr/>
          <p:nvPr/>
        </p:nvSpPr>
        <p:spPr bwMode="auto">
          <a:xfrm>
            <a:off x="9674794" y="5849510"/>
            <a:ext cx="177937" cy="24057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2" name="Freeform 1070"/>
          <p:cNvSpPr/>
          <p:nvPr/>
        </p:nvSpPr>
        <p:spPr bwMode="auto">
          <a:xfrm>
            <a:off x="9634698" y="5849315"/>
            <a:ext cx="49395" cy="100139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3" name="Freeform 1071"/>
          <p:cNvSpPr/>
          <p:nvPr/>
        </p:nvSpPr>
        <p:spPr bwMode="auto">
          <a:xfrm>
            <a:off x="9798223" y="5867211"/>
            <a:ext cx="53230" cy="11559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4" name="Freeform 1072"/>
          <p:cNvSpPr/>
          <p:nvPr/>
        </p:nvSpPr>
        <p:spPr bwMode="auto">
          <a:xfrm>
            <a:off x="9634116" y="5944369"/>
            <a:ext cx="195254" cy="39019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5" name="Freeform 1073"/>
          <p:cNvSpPr/>
          <p:nvPr/>
        </p:nvSpPr>
        <p:spPr bwMode="auto">
          <a:xfrm>
            <a:off x="9804150" y="5868189"/>
            <a:ext cx="49860" cy="116079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6" name="Freeform 1074"/>
          <p:cNvSpPr/>
          <p:nvPr/>
        </p:nvSpPr>
        <p:spPr bwMode="auto">
          <a:xfrm>
            <a:off x="9634349" y="5949552"/>
            <a:ext cx="173637" cy="38530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507" name="Group 1075"/>
          <p:cNvGrpSpPr/>
          <p:nvPr/>
        </p:nvGrpSpPr>
        <p:grpSpPr bwMode="auto">
          <a:xfrm>
            <a:off x="9631443" y="5990722"/>
            <a:ext cx="58925" cy="22883"/>
            <a:chOff x="1740" y="2642"/>
            <a:chExt cx="752" cy="327"/>
          </a:xfrm>
        </p:grpSpPr>
        <p:sp>
          <p:nvSpPr>
            <p:cNvPr id="514" name="Freeform 1076"/>
            <p:cNvSpPr/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5" name="Freeform 1077"/>
            <p:cNvSpPr/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6" name="Freeform 1078"/>
            <p:cNvSpPr/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7" name="Freeform 1079"/>
            <p:cNvSpPr/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8" name="Freeform 1080"/>
            <p:cNvSpPr/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9" name="Freeform 1081"/>
            <p:cNvSpPr/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508" name="Freeform 1082"/>
          <p:cNvSpPr/>
          <p:nvPr/>
        </p:nvSpPr>
        <p:spPr bwMode="auto">
          <a:xfrm>
            <a:off x="9732325" y="5994145"/>
            <a:ext cx="71361" cy="50265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9" name="Freeform 1083"/>
          <p:cNvSpPr/>
          <p:nvPr/>
        </p:nvSpPr>
        <p:spPr bwMode="auto">
          <a:xfrm>
            <a:off x="9550204" y="5998154"/>
            <a:ext cx="182586" cy="4586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0" name="Freeform 1084"/>
          <p:cNvSpPr/>
          <p:nvPr/>
        </p:nvSpPr>
        <p:spPr bwMode="auto">
          <a:xfrm>
            <a:off x="9550320" y="5989744"/>
            <a:ext cx="1976" cy="9290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1" name="Freeform 1085"/>
          <p:cNvSpPr/>
          <p:nvPr/>
        </p:nvSpPr>
        <p:spPr bwMode="auto">
          <a:xfrm>
            <a:off x="9550436" y="5951899"/>
            <a:ext cx="84843" cy="38432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2" name="Freeform 1086"/>
          <p:cNvSpPr/>
          <p:nvPr/>
        </p:nvSpPr>
        <p:spPr bwMode="auto">
          <a:xfrm>
            <a:off x="9556131" y="5991700"/>
            <a:ext cx="173172" cy="4410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3" name="Freeform 1087"/>
          <p:cNvSpPr/>
          <p:nvPr/>
        </p:nvSpPr>
        <p:spPr bwMode="auto">
          <a:xfrm flipV="1">
            <a:off x="9729071" y="5988571"/>
            <a:ext cx="70663" cy="4566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72" name="Group 983"/>
          <p:cNvGrpSpPr/>
          <p:nvPr/>
        </p:nvGrpSpPr>
        <p:grpSpPr bwMode="auto">
          <a:xfrm>
            <a:off x="10017877" y="5636388"/>
            <a:ext cx="171450" cy="348944"/>
            <a:chOff x="4140" y="429"/>
            <a:chExt cx="1425" cy="2396"/>
          </a:xfrm>
        </p:grpSpPr>
        <p:sp>
          <p:nvSpPr>
            <p:cNvPr id="175" name="Freeform 984"/>
            <p:cNvSpPr/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6" name="Rectangle 985"/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7" name="Freeform 986"/>
            <p:cNvSpPr/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8" name="Freeform 987"/>
            <p:cNvSpPr/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9" name="Rectangle 988"/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0" name="Group 989"/>
            <p:cNvGrpSpPr/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05" name="AutoShape 990"/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6" name="AutoShape 991"/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1" name="Rectangle 992"/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2" name="Group 993"/>
            <p:cNvGrpSpPr/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03" name="AutoShape 994"/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4" name="AutoShape 995"/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3" name="Rectangle 996"/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4" name="Rectangle 997"/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5" name="Group 998"/>
            <p:cNvGrpSpPr/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01" name="AutoShape 999"/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2" name="AutoShape 1000"/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6" name="Freeform 1001"/>
            <p:cNvSpPr/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87" name="Group 1002"/>
            <p:cNvGrpSpPr/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9" name="AutoShape 1003"/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0" name="AutoShape 1004"/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8" name="Rectangle 1005"/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9" name="Freeform 1006"/>
            <p:cNvSpPr/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0" name="Freeform 1007"/>
            <p:cNvSpPr/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1" name="Oval 1008"/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2" name="Freeform 1009"/>
            <p:cNvSpPr/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3" name="AutoShape 1010"/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4" name="AutoShape 1011"/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5" name="Oval 1012"/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6" name="Oval 1013"/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7" name="Oval 1014"/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8" name="Rectangle 1015"/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487" name="Group 590"/>
          <p:cNvGrpSpPr/>
          <p:nvPr/>
        </p:nvGrpSpPr>
        <p:grpSpPr bwMode="auto">
          <a:xfrm flipH="1">
            <a:off x="7773981" y="5281060"/>
            <a:ext cx="345630" cy="320302"/>
            <a:chOff x="2839" y="3501"/>
            <a:chExt cx="755" cy="803"/>
          </a:xfrm>
        </p:grpSpPr>
        <p:pic>
          <p:nvPicPr>
            <p:cNvPr id="488" name="Picture 591" descr="desktop_computer_stylized_medium"/>
            <p:cNvPicPr>
              <a:picLocks noChangeAspect="1" noChangeArrowheads="1"/>
            </p:cNvPicPr>
            <p:nvPr/>
          </p:nvPicPr>
          <p:blipFill>
            <a:blip r:embed="rId10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89" name="Freeform 592"/>
            <p:cNvSpPr/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9" name="Rectangle 8"/>
          <p:cNvSpPr/>
          <p:nvPr/>
        </p:nvSpPr>
        <p:spPr>
          <a:xfrm>
            <a:off x="6471025" y="1451551"/>
            <a:ext cx="5359400" cy="4954628"/>
          </a:xfrm>
          <a:prstGeom prst="rect">
            <a:avLst/>
          </a:prstGeom>
          <a:solidFill>
            <a:schemeClr val="bg1">
              <a:alpha val="6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0" name="Group 19"/>
          <p:cNvGrpSpPr/>
          <p:nvPr/>
        </p:nvGrpSpPr>
        <p:grpSpPr>
          <a:xfrm>
            <a:off x="7439074" y="1859725"/>
            <a:ext cx="4144321" cy="4127477"/>
            <a:chOff x="7439074" y="1859725"/>
            <a:chExt cx="4144321" cy="4127477"/>
          </a:xfrm>
        </p:grpSpPr>
        <p:grpSp>
          <p:nvGrpSpPr>
            <p:cNvPr id="15" name="Group 14"/>
            <p:cNvGrpSpPr/>
            <p:nvPr/>
          </p:nvGrpSpPr>
          <p:grpSpPr>
            <a:xfrm>
              <a:off x="7439074" y="1859725"/>
              <a:ext cx="1802647" cy="1120859"/>
              <a:chOff x="7439074" y="1859725"/>
              <a:chExt cx="1802647" cy="1120859"/>
            </a:xfrm>
          </p:grpSpPr>
          <p:pic>
            <p:nvPicPr>
              <p:cNvPr id="242" name="Picture 799" descr="cell_tower_radiation copy"/>
              <p:cNvPicPr>
                <a:picLocks noChangeAspect="1" noChangeArrowheads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80866" y="2158167"/>
                <a:ext cx="457200" cy="3327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39" name="Line 426"/>
              <p:cNvSpPr>
                <a:spLocks noChangeShapeType="1"/>
              </p:cNvSpPr>
              <p:nvPr/>
            </p:nvSpPr>
            <p:spPr bwMode="auto">
              <a:xfrm>
                <a:off x="8207860" y="2700359"/>
                <a:ext cx="227964" cy="17435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241" name="Group 783"/>
              <p:cNvGrpSpPr/>
              <p:nvPr/>
            </p:nvGrpSpPr>
            <p:grpSpPr bwMode="auto">
              <a:xfrm>
                <a:off x="8050698" y="2309376"/>
                <a:ext cx="298450" cy="464008"/>
                <a:chOff x="3130" y="3288"/>
                <a:chExt cx="410" cy="742"/>
              </a:xfrm>
            </p:grpSpPr>
            <p:sp>
              <p:nvSpPr>
                <p:cNvPr id="244" name="Line 270"/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5" name="Line 271"/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6" name="Line 272"/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7" name="Line 273"/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8" name="Line 274"/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9" name="Line 275"/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0" name="Line 276"/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1" name="Line 277"/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2" name="Line 278"/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3" name="Line 279"/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4" name="Line 280"/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5" name="Line 281"/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6" name="Line 282"/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7" name="Line 283"/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8" name="Line 284"/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07" name="Group 406"/>
              <p:cNvGrpSpPr/>
              <p:nvPr/>
            </p:nvGrpSpPr>
            <p:grpSpPr>
              <a:xfrm>
                <a:off x="8439827" y="2812309"/>
                <a:ext cx="353678" cy="168275"/>
                <a:chOff x="7493876" y="2774731"/>
                <a:chExt cx="1481958" cy="894622"/>
              </a:xfrm>
            </p:grpSpPr>
            <p:sp>
              <p:nvSpPr>
                <p:cNvPr id="408" name="Freeform 407"/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-1" fmla="*/ 8187558 w 8187558"/>
                    <a:gd name="connsiteY0-2" fmla="*/ 0 h 2617076"/>
                    <a:gd name="connsiteX1-3" fmla="*/ 8187558 w 8187558"/>
                    <a:gd name="connsiteY1-4" fmla="*/ 1271752 h 2617076"/>
                    <a:gd name="connsiteX2-5" fmla="*/ 4025462 w 8187558"/>
                    <a:gd name="connsiteY2-6" fmla="*/ 2617076 h 2617076"/>
                    <a:gd name="connsiteX3-7" fmla="*/ 0 w 8187558"/>
                    <a:gd name="connsiteY3-8" fmla="*/ 1229711 h 2617076"/>
                    <a:gd name="connsiteX4-9" fmla="*/ 31531 w 8187558"/>
                    <a:gd name="connsiteY4-10" fmla="*/ 147145 h 2617076"/>
                    <a:gd name="connsiteX5-11" fmla="*/ 4046482 w 8187558"/>
                    <a:gd name="connsiteY5-12" fmla="*/ 1576552 h 2617076"/>
                    <a:gd name="connsiteX6-13" fmla="*/ 8187558 w 8187558"/>
                    <a:gd name="connsiteY6-14" fmla="*/ 0 h 2617076"/>
                    <a:gd name="connsiteX0-15" fmla="*/ 8187558 w 8187558"/>
                    <a:gd name="connsiteY0-16" fmla="*/ 0 h 2617076"/>
                    <a:gd name="connsiteX1-17" fmla="*/ 8187558 w 8187558"/>
                    <a:gd name="connsiteY1-18" fmla="*/ 1271752 h 2617076"/>
                    <a:gd name="connsiteX2-19" fmla="*/ 4025462 w 8187558"/>
                    <a:gd name="connsiteY2-20" fmla="*/ 2617076 h 2617076"/>
                    <a:gd name="connsiteX3-21" fmla="*/ 0 w 8187558"/>
                    <a:gd name="connsiteY3-22" fmla="*/ 1229711 h 2617076"/>
                    <a:gd name="connsiteX4-23" fmla="*/ 31531 w 8187558"/>
                    <a:gd name="connsiteY4-24" fmla="*/ 147145 h 2617076"/>
                    <a:gd name="connsiteX5-25" fmla="*/ 4046482 w 8187558"/>
                    <a:gd name="connsiteY5-26" fmla="*/ 1576552 h 2617076"/>
                    <a:gd name="connsiteX6-27" fmla="*/ 8187558 w 8187558"/>
                    <a:gd name="connsiteY6-28" fmla="*/ 0 h 2617076"/>
                    <a:gd name="connsiteX0-29" fmla="*/ 8187558 w 8187558"/>
                    <a:gd name="connsiteY0-30" fmla="*/ 0 h 2617076"/>
                    <a:gd name="connsiteX1-31" fmla="*/ 8187558 w 8187558"/>
                    <a:gd name="connsiteY1-32" fmla="*/ 1271752 h 2617076"/>
                    <a:gd name="connsiteX2-33" fmla="*/ 4025462 w 8187558"/>
                    <a:gd name="connsiteY2-34" fmla="*/ 2617076 h 2617076"/>
                    <a:gd name="connsiteX3-35" fmla="*/ 0 w 8187558"/>
                    <a:gd name="connsiteY3-36" fmla="*/ 1229711 h 2617076"/>
                    <a:gd name="connsiteX4-37" fmla="*/ 31531 w 8187558"/>
                    <a:gd name="connsiteY4-38" fmla="*/ 147145 h 2617076"/>
                    <a:gd name="connsiteX5-39" fmla="*/ 4046482 w 8187558"/>
                    <a:gd name="connsiteY5-40" fmla="*/ 1576552 h 2617076"/>
                    <a:gd name="connsiteX6-41" fmla="*/ 8187558 w 8187558"/>
                    <a:gd name="connsiteY6-42" fmla="*/ 0 h 2617076"/>
                    <a:gd name="connsiteX0-43" fmla="*/ 8187558 w 8187558"/>
                    <a:gd name="connsiteY0-44" fmla="*/ 0 h 2617076"/>
                    <a:gd name="connsiteX1-45" fmla="*/ 8187558 w 8187558"/>
                    <a:gd name="connsiteY1-46" fmla="*/ 1271752 h 2617076"/>
                    <a:gd name="connsiteX2-47" fmla="*/ 4025462 w 8187558"/>
                    <a:gd name="connsiteY2-48" fmla="*/ 2617076 h 2617076"/>
                    <a:gd name="connsiteX3-49" fmla="*/ 0 w 8187558"/>
                    <a:gd name="connsiteY3-50" fmla="*/ 1229711 h 2617076"/>
                    <a:gd name="connsiteX4-51" fmla="*/ 31531 w 8187558"/>
                    <a:gd name="connsiteY4-52" fmla="*/ 147145 h 2617076"/>
                    <a:gd name="connsiteX5-53" fmla="*/ 4046482 w 8187558"/>
                    <a:gd name="connsiteY5-54" fmla="*/ 1576552 h 2617076"/>
                    <a:gd name="connsiteX6-55" fmla="*/ 8187558 w 8187558"/>
                    <a:gd name="connsiteY6-56" fmla="*/ 0 h 2617076"/>
                    <a:gd name="connsiteX0-57" fmla="*/ 8187558 w 8187558"/>
                    <a:gd name="connsiteY0-58" fmla="*/ 0 h 2617076"/>
                    <a:gd name="connsiteX1-59" fmla="*/ 8187558 w 8187558"/>
                    <a:gd name="connsiteY1-60" fmla="*/ 1271752 h 2617076"/>
                    <a:gd name="connsiteX2-61" fmla="*/ 4025462 w 8187558"/>
                    <a:gd name="connsiteY2-62" fmla="*/ 2617076 h 2617076"/>
                    <a:gd name="connsiteX3-63" fmla="*/ 0 w 8187558"/>
                    <a:gd name="connsiteY3-64" fmla="*/ 1229711 h 2617076"/>
                    <a:gd name="connsiteX4-65" fmla="*/ 31531 w 8187558"/>
                    <a:gd name="connsiteY4-66" fmla="*/ 147145 h 2617076"/>
                    <a:gd name="connsiteX5-67" fmla="*/ 4046482 w 8187558"/>
                    <a:gd name="connsiteY5-68" fmla="*/ 1576552 h 2617076"/>
                    <a:gd name="connsiteX6-69" fmla="*/ 8187558 w 8187558"/>
                    <a:gd name="connsiteY6-70" fmla="*/ 0 h 2617076"/>
                    <a:gd name="connsiteX0-71" fmla="*/ 8187558 w 8187558"/>
                    <a:gd name="connsiteY0-72" fmla="*/ 0 h 2617076"/>
                    <a:gd name="connsiteX1-73" fmla="*/ 8187558 w 8187558"/>
                    <a:gd name="connsiteY1-74" fmla="*/ 1271752 h 2617076"/>
                    <a:gd name="connsiteX2-75" fmla="*/ 4025462 w 8187558"/>
                    <a:gd name="connsiteY2-76" fmla="*/ 2617076 h 2617076"/>
                    <a:gd name="connsiteX3-77" fmla="*/ 0 w 8187558"/>
                    <a:gd name="connsiteY3-78" fmla="*/ 1229711 h 2617076"/>
                    <a:gd name="connsiteX4-79" fmla="*/ 31531 w 8187558"/>
                    <a:gd name="connsiteY4-80" fmla="*/ 147145 h 2617076"/>
                    <a:gd name="connsiteX5-81" fmla="*/ 4046482 w 8187558"/>
                    <a:gd name="connsiteY5-82" fmla="*/ 1576552 h 2617076"/>
                    <a:gd name="connsiteX6-83" fmla="*/ 8187558 w 8187558"/>
                    <a:gd name="connsiteY6-84" fmla="*/ 0 h 2617076"/>
                    <a:gd name="connsiteX0-85" fmla="*/ 8187558 w 8187558"/>
                    <a:gd name="connsiteY0-86" fmla="*/ 0 h 2638097"/>
                    <a:gd name="connsiteX1-87" fmla="*/ 8187558 w 8187558"/>
                    <a:gd name="connsiteY1-88" fmla="*/ 1271752 h 2638097"/>
                    <a:gd name="connsiteX2-89" fmla="*/ 4099035 w 8187558"/>
                    <a:gd name="connsiteY2-90" fmla="*/ 2638097 h 2638097"/>
                    <a:gd name="connsiteX3-91" fmla="*/ 0 w 8187558"/>
                    <a:gd name="connsiteY3-92" fmla="*/ 1229711 h 2638097"/>
                    <a:gd name="connsiteX4-93" fmla="*/ 31531 w 8187558"/>
                    <a:gd name="connsiteY4-94" fmla="*/ 147145 h 2638097"/>
                    <a:gd name="connsiteX5-95" fmla="*/ 4046482 w 8187558"/>
                    <a:gd name="connsiteY5-96" fmla="*/ 1576552 h 2638097"/>
                    <a:gd name="connsiteX6-97" fmla="*/ 8187558 w 8187558"/>
                    <a:gd name="connsiteY6-98" fmla="*/ 0 h 2638097"/>
                    <a:gd name="connsiteX0-99" fmla="*/ 8187558 w 8187558"/>
                    <a:gd name="connsiteY0-100" fmla="*/ 0 h 2638097"/>
                    <a:gd name="connsiteX1-101" fmla="*/ 8187558 w 8187558"/>
                    <a:gd name="connsiteY1-102" fmla="*/ 1271752 h 2638097"/>
                    <a:gd name="connsiteX2-103" fmla="*/ 4099035 w 8187558"/>
                    <a:gd name="connsiteY2-104" fmla="*/ 2638097 h 2638097"/>
                    <a:gd name="connsiteX3-105" fmla="*/ 0 w 8187558"/>
                    <a:gd name="connsiteY3-106" fmla="*/ 1229711 h 2638097"/>
                    <a:gd name="connsiteX4-107" fmla="*/ 31531 w 8187558"/>
                    <a:gd name="connsiteY4-108" fmla="*/ 147145 h 2638097"/>
                    <a:gd name="connsiteX5-109" fmla="*/ 4046482 w 8187558"/>
                    <a:gd name="connsiteY5-110" fmla="*/ 1576552 h 2638097"/>
                    <a:gd name="connsiteX6-111" fmla="*/ 8187558 w 8187558"/>
                    <a:gd name="connsiteY6-112" fmla="*/ 0 h 2638097"/>
                    <a:gd name="connsiteX0-113" fmla="*/ 8187558 w 8187558"/>
                    <a:gd name="connsiteY0-114" fmla="*/ 0 h 2638097"/>
                    <a:gd name="connsiteX1-115" fmla="*/ 8187558 w 8187558"/>
                    <a:gd name="connsiteY1-116" fmla="*/ 1271752 h 2638097"/>
                    <a:gd name="connsiteX2-117" fmla="*/ 4099035 w 8187558"/>
                    <a:gd name="connsiteY2-118" fmla="*/ 2638097 h 2638097"/>
                    <a:gd name="connsiteX3-119" fmla="*/ 0 w 8187558"/>
                    <a:gd name="connsiteY3-120" fmla="*/ 1229711 h 2638097"/>
                    <a:gd name="connsiteX4-121" fmla="*/ 31531 w 8187558"/>
                    <a:gd name="connsiteY4-122" fmla="*/ 147145 h 2638097"/>
                    <a:gd name="connsiteX5-123" fmla="*/ 4046482 w 8187558"/>
                    <a:gd name="connsiteY5-124" fmla="*/ 1576552 h 2638097"/>
                    <a:gd name="connsiteX6-125" fmla="*/ 8187558 w 8187558"/>
                    <a:gd name="connsiteY6-126" fmla="*/ 0 h 2638097"/>
                    <a:gd name="connsiteX0-127" fmla="*/ 8187558 w 8187558"/>
                    <a:gd name="connsiteY0-128" fmla="*/ 0 h 2638097"/>
                    <a:gd name="connsiteX1-129" fmla="*/ 8187558 w 8187558"/>
                    <a:gd name="connsiteY1-130" fmla="*/ 1271752 h 2638097"/>
                    <a:gd name="connsiteX2-131" fmla="*/ 4099035 w 8187558"/>
                    <a:gd name="connsiteY2-132" fmla="*/ 2638097 h 2638097"/>
                    <a:gd name="connsiteX3-133" fmla="*/ 0 w 8187558"/>
                    <a:gd name="connsiteY3-134" fmla="*/ 1229711 h 2638097"/>
                    <a:gd name="connsiteX4-135" fmla="*/ 31531 w 8187558"/>
                    <a:gd name="connsiteY4-136" fmla="*/ 147145 h 2638097"/>
                    <a:gd name="connsiteX5-137" fmla="*/ 4046482 w 8187558"/>
                    <a:gd name="connsiteY5-138" fmla="*/ 1576552 h 2638097"/>
                    <a:gd name="connsiteX6-139" fmla="*/ 8187558 w 8187558"/>
                    <a:gd name="connsiteY6-140" fmla="*/ 0 h 2638097"/>
                    <a:gd name="connsiteX0-141" fmla="*/ 8187558 w 8187558"/>
                    <a:gd name="connsiteY0-142" fmla="*/ 0 h 2638097"/>
                    <a:gd name="connsiteX1-143" fmla="*/ 8187558 w 8187558"/>
                    <a:gd name="connsiteY1-144" fmla="*/ 1271752 h 2638097"/>
                    <a:gd name="connsiteX2-145" fmla="*/ 4099035 w 8187558"/>
                    <a:gd name="connsiteY2-146" fmla="*/ 2638097 h 2638097"/>
                    <a:gd name="connsiteX3-147" fmla="*/ 0 w 8187558"/>
                    <a:gd name="connsiteY3-148" fmla="*/ 1229711 h 2638097"/>
                    <a:gd name="connsiteX4-149" fmla="*/ 31531 w 8187558"/>
                    <a:gd name="connsiteY4-150" fmla="*/ 147145 h 2638097"/>
                    <a:gd name="connsiteX5-151" fmla="*/ 4088524 w 8187558"/>
                    <a:gd name="connsiteY5-152" fmla="*/ 1597573 h 2638097"/>
                    <a:gd name="connsiteX6-153" fmla="*/ 8187558 w 8187558"/>
                    <a:gd name="connsiteY6-154" fmla="*/ 0 h 2638097"/>
                    <a:gd name="connsiteX0-155" fmla="*/ 8187558 w 8187558"/>
                    <a:gd name="connsiteY0-156" fmla="*/ 0 h 2638097"/>
                    <a:gd name="connsiteX1-157" fmla="*/ 8187558 w 8187558"/>
                    <a:gd name="connsiteY1-158" fmla="*/ 1271752 h 2638097"/>
                    <a:gd name="connsiteX2-159" fmla="*/ 4099035 w 8187558"/>
                    <a:gd name="connsiteY2-160" fmla="*/ 2638097 h 2638097"/>
                    <a:gd name="connsiteX3-161" fmla="*/ 0 w 8187558"/>
                    <a:gd name="connsiteY3-162" fmla="*/ 1229711 h 2638097"/>
                    <a:gd name="connsiteX4-163" fmla="*/ 31531 w 8187558"/>
                    <a:gd name="connsiteY4-164" fmla="*/ 147145 h 2638097"/>
                    <a:gd name="connsiteX5-165" fmla="*/ 4088524 w 8187558"/>
                    <a:gd name="connsiteY5-166" fmla="*/ 1597573 h 2638097"/>
                    <a:gd name="connsiteX6-167" fmla="*/ 8187558 w 8187558"/>
                    <a:gd name="connsiteY6-168" fmla="*/ 0 h 2638097"/>
                    <a:gd name="connsiteX0-169" fmla="*/ 8187558 w 8187558"/>
                    <a:gd name="connsiteY0-170" fmla="*/ 0 h 2638097"/>
                    <a:gd name="connsiteX1-171" fmla="*/ 8187558 w 8187558"/>
                    <a:gd name="connsiteY1-172" fmla="*/ 1271752 h 2638097"/>
                    <a:gd name="connsiteX2-173" fmla="*/ 4099035 w 8187558"/>
                    <a:gd name="connsiteY2-174" fmla="*/ 2638097 h 2638097"/>
                    <a:gd name="connsiteX3-175" fmla="*/ 0 w 8187558"/>
                    <a:gd name="connsiteY3-176" fmla="*/ 1229711 h 2638097"/>
                    <a:gd name="connsiteX4-177" fmla="*/ 31531 w 8187558"/>
                    <a:gd name="connsiteY4-178" fmla="*/ 147145 h 2638097"/>
                    <a:gd name="connsiteX5-179" fmla="*/ 4099035 w 8187558"/>
                    <a:gd name="connsiteY5-180" fmla="*/ 1566042 h 2638097"/>
                    <a:gd name="connsiteX6-181" fmla="*/ 8187558 w 8187558"/>
                    <a:gd name="connsiteY6-182" fmla="*/ 0 h 2638097"/>
                    <a:gd name="connsiteX0-183" fmla="*/ 8187558 w 8187558"/>
                    <a:gd name="connsiteY0-184" fmla="*/ 0 h 2638097"/>
                    <a:gd name="connsiteX1-185" fmla="*/ 8187558 w 8187558"/>
                    <a:gd name="connsiteY1-186" fmla="*/ 1271752 h 2638097"/>
                    <a:gd name="connsiteX2-187" fmla="*/ 4099035 w 8187558"/>
                    <a:gd name="connsiteY2-188" fmla="*/ 2638097 h 2638097"/>
                    <a:gd name="connsiteX3-189" fmla="*/ 0 w 8187558"/>
                    <a:gd name="connsiteY3-190" fmla="*/ 1229711 h 2638097"/>
                    <a:gd name="connsiteX4-191" fmla="*/ 31531 w 8187558"/>
                    <a:gd name="connsiteY4-192" fmla="*/ 147145 h 2638097"/>
                    <a:gd name="connsiteX5-193" fmla="*/ 4099035 w 8187558"/>
                    <a:gd name="connsiteY5-194" fmla="*/ 1566042 h 2638097"/>
                    <a:gd name="connsiteX6-195" fmla="*/ 8187558 w 8187558"/>
                    <a:gd name="connsiteY6-196" fmla="*/ 0 h 2638097"/>
                    <a:gd name="connsiteX0-197" fmla="*/ 8187558 w 8187558"/>
                    <a:gd name="connsiteY0-198" fmla="*/ 0 h 2638097"/>
                    <a:gd name="connsiteX1-199" fmla="*/ 8187558 w 8187558"/>
                    <a:gd name="connsiteY1-200" fmla="*/ 1271752 h 2638097"/>
                    <a:gd name="connsiteX2-201" fmla="*/ 4099035 w 8187558"/>
                    <a:gd name="connsiteY2-202" fmla="*/ 2638097 h 2638097"/>
                    <a:gd name="connsiteX3-203" fmla="*/ 0 w 8187558"/>
                    <a:gd name="connsiteY3-204" fmla="*/ 1229711 h 2638097"/>
                    <a:gd name="connsiteX4-205" fmla="*/ 31531 w 8187558"/>
                    <a:gd name="connsiteY4-206" fmla="*/ 147145 h 2638097"/>
                    <a:gd name="connsiteX5-207" fmla="*/ 4099035 w 8187558"/>
                    <a:gd name="connsiteY5-208" fmla="*/ 1566042 h 2638097"/>
                    <a:gd name="connsiteX6-209" fmla="*/ 8187558 w 8187558"/>
                    <a:gd name="connsiteY6-210" fmla="*/ 0 h 2638097"/>
                    <a:gd name="connsiteX0-211" fmla="*/ 8187558 w 8187558"/>
                    <a:gd name="connsiteY0-212" fmla="*/ 0 h 2638097"/>
                    <a:gd name="connsiteX1-213" fmla="*/ 8187558 w 8187558"/>
                    <a:gd name="connsiteY1-214" fmla="*/ 1271752 h 2638097"/>
                    <a:gd name="connsiteX2-215" fmla="*/ 4099035 w 8187558"/>
                    <a:gd name="connsiteY2-216" fmla="*/ 2638097 h 2638097"/>
                    <a:gd name="connsiteX3-217" fmla="*/ 0 w 8187558"/>
                    <a:gd name="connsiteY3-218" fmla="*/ 1229711 h 2638097"/>
                    <a:gd name="connsiteX4-219" fmla="*/ 31531 w 8187558"/>
                    <a:gd name="connsiteY4-220" fmla="*/ 147145 h 2638097"/>
                    <a:gd name="connsiteX5-221" fmla="*/ 4099035 w 8187558"/>
                    <a:gd name="connsiteY5-222" fmla="*/ 1566042 h 2638097"/>
                    <a:gd name="connsiteX6-223" fmla="*/ 8187558 w 8187558"/>
                    <a:gd name="connsiteY6-224" fmla="*/ 0 h 2638097"/>
                    <a:gd name="connsiteX0-225" fmla="*/ 8187558 w 8187558"/>
                    <a:gd name="connsiteY0-226" fmla="*/ 0 h 2638097"/>
                    <a:gd name="connsiteX1-227" fmla="*/ 8187558 w 8187558"/>
                    <a:gd name="connsiteY1-228" fmla="*/ 1271752 h 2638097"/>
                    <a:gd name="connsiteX2-229" fmla="*/ 4099035 w 8187558"/>
                    <a:gd name="connsiteY2-230" fmla="*/ 2638097 h 2638097"/>
                    <a:gd name="connsiteX3-231" fmla="*/ 0 w 8187558"/>
                    <a:gd name="connsiteY3-232" fmla="*/ 1229711 h 2638097"/>
                    <a:gd name="connsiteX4-233" fmla="*/ 31531 w 8187558"/>
                    <a:gd name="connsiteY4-234" fmla="*/ 147145 h 2638097"/>
                    <a:gd name="connsiteX5-235" fmla="*/ 4099035 w 8187558"/>
                    <a:gd name="connsiteY5-236" fmla="*/ 1566042 h 2638097"/>
                    <a:gd name="connsiteX6-237" fmla="*/ 8187558 w 8187558"/>
                    <a:gd name="connsiteY6-238" fmla="*/ 0 h 2638097"/>
                    <a:gd name="connsiteX0-239" fmla="*/ 8187558 w 8187558"/>
                    <a:gd name="connsiteY0-240" fmla="*/ 0 h 2638097"/>
                    <a:gd name="connsiteX1-241" fmla="*/ 8187558 w 8187558"/>
                    <a:gd name="connsiteY1-242" fmla="*/ 1271752 h 2638097"/>
                    <a:gd name="connsiteX2-243" fmla="*/ 4099035 w 8187558"/>
                    <a:gd name="connsiteY2-244" fmla="*/ 2638097 h 2638097"/>
                    <a:gd name="connsiteX3-245" fmla="*/ 0 w 8187558"/>
                    <a:gd name="connsiteY3-246" fmla="*/ 1229711 h 2638097"/>
                    <a:gd name="connsiteX4-247" fmla="*/ 31531 w 8187558"/>
                    <a:gd name="connsiteY4-248" fmla="*/ 147145 h 2638097"/>
                    <a:gd name="connsiteX5-249" fmla="*/ 4099035 w 8187558"/>
                    <a:gd name="connsiteY5-250" fmla="*/ 1566042 h 2638097"/>
                    <a:gd name="connsiteX6-251" fmla="*/ 8187558 w 8187558"/>
                    <a:gd name="connsiteY6-252" fmla="*/ 0 h 2638097"/>
                    <a:gd name="connsiteX0-253" fmla="*/ 8187558 w 8187558"/>
                    <a:gd name="connsiteY0-254" fmla="*/ 0 h 2638097"/>
                    <a:gd name="connsiteX1-255" fmla="*/ 8187558 w 8187558"/>
                    <a:gd name="connsiteY1-256" fmla="*/ 1271752 h 2638097"/>
                    <a:gd name="connsiteX2-257" fmla="*/ 4099035 w 8187558"/>
                    <a:gd name="connsiteY2-258" fmla="*/ 2638097 h 2638097"/>
                    <a:gd name="connsiteX3-259" fmla="*/ 0 w 8187558"/>
                    <a:gd name="connsiteY3-260" fmla="*/ 1229711 h 2638097"/>
                    <a:gd name="connsiteX4-261" fmla="*/ 31531 w 8187558"/>
                    <a:gd name="connsiteY4-262" fmla="*/ 147145 h 2638097"/>
                    <a:gd name="connsiteX5-263" fmla="*/ 4099035 w 8187558"/>
                    <a:gd name="connsiteY5-264" fmla="*/ 1566042 h 2638097"/>
                    <a:gd name="connsiteX6-265" fmla="*/ 8187558 w 8187558"/>
                    <a:gd name="connsiteY6-266" fmla="*/ 0 h 2638097"/>
                    <a:gd name="connsiteX0-267" fmla="*/ 8187558 w 8187558"/>
                    <a:gd name="connsiteY0-268" fmla="*/ 0 h 2638097"/>
                    <a:gd name="connsiteX1-269" fmla="*/ 8187558 w 8187558"/>
                    <a:gd name="connsiteY1-270" fmla="*/ 1271752 h 2638097"/>
                    <a:gd name="connsiteX2-271" fmla="*/ 4099035 w 8187558"/>
                    <a:gd name="connsiteY2-272" fmla="*/ 2638097 h 2638097"/>
                    <a:gd name="connsiteX3-273" fmla="*/ 0 w 8187558"/>
                    <a:gd name="connsiteY3-274" fmla="*/ 1229711 h 2638097"/>
                    <a:gd name="connsiteX4-275" fmla="*/ 31531 w 8187558"/>
                    <a:gd name="connsiteY4-276" fmla="*/ 147145 h 2638097"/>
                    <a:gd name="connsiteX5-277" fmla="*/ 4099035 w 8187558"/>
                    <a:gd name="connsiteY5-278" fmla="*/ 1566042 h 2638097"/>
                    <a:gd name="connsiteX6-279" fmla="*/ 8187558 w 8187558"/>
                    <a:gd name="connsiteY6-280" fmla="*/ 0 h 2638097"/>
                    <a:gd name="connsiteX0-281" fmla="*/ 8187558 w 8187558"/>
                    <a:gd name="connsiteY0-282" fmla="*/ 0 h 2638097"/>
                    <a:gd name="connsiteX1-283" fmla="*/ 8187558 w 8187558"/>
                    <a:gd name="connsiteY1-284" fmla="*/ 1271752 h 2638097"/>
                    <a:gd name="connsiteX2-285" fmla="*/ 4099035 w 8187558"/>
                    <a:gd name="connsiteY2-286" fmla="*/ 2638097 h 2638097"/>
                    <a:gd name="connsiteX3-287" fmla="*/ 0 w 8187558"/>
                    <a:gd name="connsiteY3-288" fmla="*/ 1229711 h 2638097"/>
                    <a:gd name="connsiteX4-289" fmla="*/ 31531 w 8187558"/>
                    <a:gd name="connsiteY4-290" fmla="*/ 147145 h 2638097"/>
                    <a:gd name="connsiteX5-291" fmla="*/ 4099035 w 8187558"/>
                    <a:gd name="connsiteY5-292" fmla="*/ 1566042 h 2638097"/>
                    <a:gd name="connsiteX6-293" fmla="*/ 8187558 w 8187558"/>
                    <a:gd name="connsiteY6-294" fmla="*/ 0 h 2638097"/>
                    <a:gd name="connsiteX0-295" fmla="*/ 8176538 w 8176538"/>
                    <a:gd name="connsiteY0-296" fmla="*/ 0 h 2638097"/>
                    <a:gd name="connsiteX1-297" fmla="*/ 8176538 w 8176538"/>
                    <a:gd name="connsiteY1-298" fmla="*/ 1271752 h 2638097"/>
                    <a:gd name="connsiteX2-299" fmla="*/ 4088015 w 8176538"/>
                    <a:gd name="connsiteY2-300" fmla="*/ 2638097 h 2638097"/>
                    <a:gd name="connsiteX3-301" fmla="*/ 0 w 8176538"/>
                    <a:gd name="connsiteY3-302" fmla="*/ 1269888 h 2638097"/>
                    <a:gd name="connsiteX4-303" fmla="*/ 20511 w 8176538"/>
                    <a:gd name="connsiteY4-304" fmla="*/ 147145 h 2638097"/>
                    <a:gd name="connsiteX5-305" fmla="*/ 4088015 w 8176538"/>
                    <a:gd name="connsiteY5-306" fmla="*/ 1566042 h 2638097"/>
                    <a:gd name="connsiteX6-307" fmla="*/ 8176538 w 8176538"/>
                    <a:gd name="connsiteY6-308" fmla="*/ 0 h 2638097"/>
                    <a:gd name="connsiteX0-309" fmla="*/ 8176538 w 8176538"/>
                    <a:gd name="connsiteY0-310" fmla="*/ 0 h 2772020"/>
                    <a:gd name="connsiteX1-311" fmla="*/ 8176538 w 8176538"/>
                    <a:gd name="connsiteY1-312" fmla="*/ 1271752 h 2772020"/>
                    <a:gd name="connsiteX2-313" fmla="*/ 4099034 w 8176538"/>
                    <a:gd name="connsiteY2-314" fmla="*/ 2772020 h 2772020"/>
                    <a:gd name="connsiteX3-315" fmla="*/ 0 w 8176538"/>
                    <a:gd name="connsiteY3-316" fmla="*/ 1269888 h 2772020"/>
                    <a:gd name="connsiteX4-317" fmla="*/ 20511 w 8176538"/>
                    <a:gd name="connsiteY4-318" fmla="*/ 147145 h 2772020"/>
                    <a:gd name="connsiteX5-319" fmla="*/ 4088015 w 8176538"/>
                    <a:gd name="connsiteY5-320" fmla="*/ 1566042 h 2772020"/>
                    <a:gd name="connsiteX6-321" fmla="*/ 8176538 w 8176538"/>
                    <a:gd name="connsiteY6-322" fmla="*/ 0 h 2772020"/>
                    <a:gd name="connsiteX0-323" fmla="*/ 8176538 w 8176538"/>
                    <a:gd name="connsiteY0-324" fmla="*/ 0 h 2772339"/>
                    <a:gd name="connsiteX1-325" fmla="*/ 8176538 w 8176538"/>
                    <a:gd name="connsiteY1-326" fmla="*/ 1378890 h 2772339"/>
                    <a:gd name="connsiteX2-327" fmla="*/ 4099034 w 8176538"/>
                    <a:gd name="connsiteY2-328" fmla="*/ 2772020 h 2772339"/>
                    <a:gd name="connsiteX3-329" fmla="*/ 0 w 8176538"/>
                    <a:gd name="connsiteY3-330" fmla="*/ 1269888 h 2772339"/>
                    <a:gd name="connsiteX4-331" fmla="*/ 20511 w 8176538"/>
                    <a:gd name="connsiteY4-332" fmla="*/ 147145 h 2772339"/>
                    <a:gd name="connsiteX5-333" fmla="*/ 4088015 w 8176538"/>
                    <a:gd name="connsiteY5-334" fmla="*/ 1566042 h 2772339"/>
                    <a:gd name="connsiteX6-335" fmla="*/ 8176538 w 8176538"/>
                    <a:gd name="connsiteY6-336" fmla="*/ 0 h 2772339"/>
                    <a:gd name="connsiteX0-337" fmla="*/ 8176538 w 8176538"/>
                    <a:gd name="connsiteY0-338" fmla="*/ 0 h 2825888"/>
                    <a:gd name="connsiteX1-339" fmla="*/ 8176538 w 8176538"/>
                    <a:gd name="connsiteY1-340" fmla="*/ 1378890 h 2825888"/>
                    <a:gd name="connsiteX2-341" fmla="*/ 4099034 w 8176538"/>
                    <a:gd name="connsiteY2-342" fmla="*/ 2825590 h 2825888"/>
                    <a:gd name="connsiteX3-343" fmla="*/ 0 w 8176538"/>
                    <a:gd name="connsiteY3-344" fmla="*/ 1269888 h 2825888"/>
                    <a:gd name="connsiteX4-345" fmla="*/ 20511 w 8176538"/>
                    <a:gd name="connsiteY4-346" fmla="*/ 147145 h 2825888"/>
                    <a:gd name="connsiteX5-347" fmla="*/ 4088015 w 8176538"/>
                    <a:gd name="connsiteY5-348" fmla="*/ 1566042 h 2825888"/>
                    <a:gd name="connsiteX6-349" fmla="*/ 8176538 w 8176538"/>
                    <a:gd name="connsiteY6-350" fmla="*/ 0 h 2825888"/>
                    <a:gd name="connsiteX0-351" fmla="*/ 8165518 w 8165518"/>
                    <a:gd name="connsiteY0-352" fmla="*/ 0 h 2825606"/>
                    <a:gd name="connsiteX1-353" fmla="*/ 8165518 w 8165518"/>
                    <a:gd name="connsiteY1-354" fmla="*/ 1378890 h 2825606"/>
                    <a:gd name="connsiteX2-355" fmla="*/ 4088014 w 8165518"/>
                    <a:gd name="connsiteY2-356" fmla="*/ 2825590 h 2825606"/>
                    <a:gd name="connsiteX3-357" fmla="*/ 0 w 8165518"/>
                    <a:gd name="connsiteY3-358" fmla="*/ 1403811 h 2825606"/>
                    <a:gd name="connsiteX4-359" fmla="*/ 9491 w 8165518"/>
                    <a:gd name="connsiteY4-360" fmla="*/ 147145 h 2825606"/>
                    <a:gd name="connsiteX5-361" fmla="*/ 4076995 w 8165518"/>
                    <a:gd name="connsiteY5-362" fmla="*/ 1566042 h 2825606"/>
                    <a:gd name="connsiteX6-363" fmla="*/ 8165518 w 8165518"/>
                    <a:gd name="connsiteY6-364" fmla="*/ 0 h 2825606"/>
                    <a:gd name="connsiteX0-365" fmla="*/ 8165518 w 8165518"/>
                    <a:gd name="connsiteY0-366" fmla="*/ 0 h 2879174"/>
                    <a:gd name="connsiteX1-367" fmla="*/ 8165518 w 8165518"/>
                    <a:gd name="connsiteY1-368" fmla="*/ 1378890 h 2879174"/>
                    <a:gd name="connsiteX2-369" fmla="*/ 4132092 w 8165518"/>
                    <a:gd name="connsiteY2-370" fmla="*/ 2879159 h 2879174"/>
                    <a:gd name="connsiteX3-371" fmla="*/ 0 w 8165518"/>
                    <a:gd name="connsiteY3-372" fmla="*/ 1403811 h 2879174"/>
                    <a:gd name="connsiteX4-373" fmla="*/ 9491 w 8165518"/>
                    <a:gd name="connsiteY4-374" fmla="*/ 147145 h 2879174"/>
                    <a:gd name="connsiteX5-375" fmla="*/ 4076995 w 8165518"/>
                    <a:gd name="connsiteY5-376" fmla="*/ 1566042 h 2879174"/>
                    <a:gd name="connsiteX6-377" fmla="*/ 8165518 w 8165518"/>
                    <a:gd name="connsiteY6-378" fmla="*/ 0 h 2879174"/>
                    <a:gd name="connsiteX0-379" fmla="*/ 8165518 w 8176537"/>
                    <a:gd name="connsiteY0-380" fmla="*/ 0 h 2879410"/>
                    <a:gd name="connsiteX1-381" fmla="*/ 8176537 w 8176537"/>
                    <a:gd name="connsiteY1-382" fmla="*/ 1499420 h 2879410"/>
                    <a:gd name="connsiteX2-383" fmla="*/ 4132092 w 8176537"/>
                    <a:gd name="connsiteY2-384" fmla="*/ 2879159 h 2879410"/>
                    <a:gd name="connsiteX3-385" fmla="*/ 0 w 8176537"/>
                    <a:gd name="connsiteY3-386" fmla="*/ 1403811 h 2879410"/>
                    <a:gd name="connsiteX4-387" fmla="*/ 9491 w 8176537"/>
                    <a:gd name="connsiteY4-388" fmla="*/ 147145 h 2879410"/>
                    <a:gd name="connsiteX5-389" fmla="*/ 4076995 w 8176537"/>
                    <a:gd name="connsiteY5-390" fmla="*/ 1566042 h 2879410"/>
                    <a:gd name="connsiteX6-391" fmla="*/ 8165518 w 8176537"/>
                    <a:gd name="connsiteY6-392" fmla="*/ 0 h 2879410"/>
                    <a:gd name="connsiteX0-393" fmla="*/ 8165518 w 8176537"/>
                    <a:gd name="connsiteY0-394" fmla="*/ 0 h 2879262"/>
                    <a:gd name="connsiteX1-395" fmla="*/ 8176537 w 8176537"/>
                    <a:gd name="connsiteY1-396" fmla="*/ 1499420 h 2879262"/>
                    <a:gd name="connsiteX2-397" fmla="*/ 4132092 w 8176537"/>
                    <a:gd name="connsiteY2-398" fmla="*/ 2879159 h 2879262"/>
                    <a:gd name="connsiteX3-399" fmla="*/ 0 w 8176537"/>
                    <a:gd name="connsiteY3-400" fmla="*/ 1403811 h 2879262"/>
                    <a:gd name="connsiteX4-401" fmla="*/ 9491 w 8176537"/>
                    <a:gd name="connsiteY4-402" fmla="*/ 147145 h 2879262"/>
                    <a:gd name="connsiteX5-403" fmla="*/ 4076995 w 8176537"/>
                    <a:gd name="connsiteY5-404" fmla="*/ 1566042 h 2879262"/>
                    <a:gd name="connsiteX6-405" fmla="*/ 8165518 w 8176537"/>
                    <a:gd name="connsiteY6-406" fmla="*/ 0 h 2879262"/>
                    <a:gd name="connsiteX0-407" fmla="*/ 8165518 w 8176537"/>
                    <a:gd name="connsiteY0-408" fmla="*/ 0 h 2879163"/>
                    <a:gd name="connsiteX1-409" fmla="*/ 8176537 w 8176537"/>
                    <a:gd name="connsiteY1-410" fmla="*/ 1499420 h 2879163"/>
                    <a:gd name="connsiteX2-411" fmla="*/ 4132092 w 8176537"/>
                    <a:gd name="connsiteY2-412" fmla="*/ 2879159 h 2879163"/>
                    <a:gd name="connsiteX3-413" fmla="*/ 0 w 8176537"/>
                    <a:gd name="connsiteY3-414" fmla="*/ 1510948 h 2879163"/>
                    <a:gd name="connsiteX4-415" fmla="*/ 9491 w 8176537"/>
                    <a:gd name="connsiteY4-416" fmla="*/ 147145 h 2879163"/>
                    <a:gd name="connsiteX5-417" fmla="*/ 4076995 w 8176537"/>
                    <a:gd name="connsiteY5-418" fmla="*/ 1566042 h 2879163"/>
                    <a:gd name="connsiteX6-419" fmla="*/ 8165518 w 8176537"/>
                    <a:gd name="connsiteY6-420" fmla="*/ 0 h 2879163"/>
                    <a:gd name="connsiteX0-421" fmla="*/ 8165518 w 8198577"/>
                    <a:gd name="connsiteY0-422" fmla="*/ 0 h 2879451"/>
                    <a:gd name="connsiteX1-423" fmla="*/ 8198577 w 8198577"/>
                    <a:gd name="connsiteY1-424" fmla="*/ 1606558 h 2879451"/>
                    <a:gd name="connsiteX2-425" fmla="*/ 4132092 w 8198577"/>
                    <a:gd name="connsiteY2-426" fmla="*/ 2879159 h 2879451"/>
                    <a:gd name="connsiteX3-427" fmla="*/ 0 w 8198577"/>
                    <a:gd name="connsiteY3-428" fmla="*/ 1510948 h 2879451"/>
                    <a:gd name="connsiteX4-429" fmla="*/ 9491 w 8198577"/>
                    <a:gd name="connsiteY4-430" fmla="*/ 147145 h 2879451"/>
                    <a:gd name="connsiteX5-431" fmla="*/ 4076995 w 8198577"/>
                    <a:gd name="connsiteY5-432" fmla="*/ 1566042 h 2879451"/>
                    <a:gd name="connsiteX6-433" fmla="*/ 8165518 w 8198577"/>
                    <a:gd name="connsiteY6-434" fmla="*/ 0 h 2879451"/>
                    <a:gd name="connsiteX0-435" fmla="*/ 8165518 w 8165518"/>
                    <a:gd name="connsiteY0-436" fmla="*/ 0 h 2880066"/>
                    <a:gd name="connsiteX1-437" fmla="*/ 8165518 w 8165518"/>
                    <a:gd name="connsiteY1-438" fmla="*/ 1673520 h 2880066"/>
                    <a:gd name="connsiteX2-439" fmla="*/ 4132092 w 8165518"/>
                    <a:gd name="connsiteY2-440" fmla="*/ 2879159 h 2880066"/>
                    <a:gd name="connsiteX3-441" fmla="*/ 0 w 8165518"/>
                    <a:gd name="connsiteY3-442" fmla="*/ 1510948 h 2880066"/>
                    <a:gd name="connsiteX4-443" fmla="*/ 9491 w 8165518"/>
                    <a:gd name="connsiteY4-444" fmla="*/ 147145 h 2880066"/>
                    <a:gd name="connsiteX5-445" fmla="*/ 4076995 w 8165518"/>
                    <a:gd name="connsiteY5-446" fmla="*/ 1566042 h 2880066"/>
                    <a:gd name="connsiteX6-447" fmla="*/ 8165518 w 8165518"/>
                    <a:gd name="connsiteY6-448" fmla="*/ 0 h 2880066"/>
                    <a:gd name="connsiteX0-449" fmla="*/ 8156794 w 8156794"/>
                    <a:gd name="connsiteY0-450" fmla="*/ 0 h 2879270"/>
                    <a:gd name="connsiteX1-451" fmla="*/ 8156794 w 8156794"/>
                    <a:gd name="connsiteY1-452" fmla="*/ 1673520 h 2879270"/>
                    <a:gd name="connsiteX2-453" fmla="*/ 4123368 w 8156794"/>
                    <a:gd name="connsiteY2-454" fmla="*/ 2879159 h 2879270"/>
                    <a:gd name="connsiteX3-455" fmla="*/ 2295 w 8156794"/>
                    <a:gd name="connsiteY3-456" fmla="*/ 1618086 h 2879270"/>
                    <a:gd name="connsiteX4-457" fmla="*/ 767 w 8156794"/>
                    <a:gd name="connsiteY4-458" fmla="*/ 147145 h 2879270"/>
                    <a:gd name="connsiteX5-459" fmla="*/ 4068271 w 8156794"/>
                    <a:gd name="connsiteY5-460" fmla="*/ 1566042 h 2879270"/>
                    <a:gd name="connsiteX6-461" fmla="*/ 8156794 w 8156794"/>
                    <a:gd name="connsiteY6-462" fmla="*/ 0 h 2879270"/>
                    <a:gd name="connsiteX0-463" fmla="*/ 8156794 w 8156794"/>
                    <a:gd name="connsiteY0-464" fmla="*/ 0 h 2973000"/>
                    <a:gd name="connsiteX1-465" fmla="*/ 8156794 w 8156794"/>
                    <a:gd name="connsiteY1-466" fmla="*/ 1673520 h 2973000"/>
                    <a:gd name="connsiteX2-467" fmla="*/ 4134388 w 8156794"/>
                    <a:gd name="connsiteY2-468" fmla="*/ 2972904 h 2973000"/>
                    <a:gd name="connsiteX3-469" fmla="*/ 2295 w 8156794"/>
                    <a:gd name="connsiteY3-470" fmla="*/ 1618086 h 2973000"/>
                    <a:gd name="connsiteX4-471" fmla="*/ 767 w 8156794"/>
                    <a:gd name="connsiteY4-472" fmla="*/ 147145 h 2973000"/>
                    <a:gd name="connsiteX5-473" fmla="*/ 4068271 w 8156794"/>
                    <a:gd name="connsiteY5-474" fmla="*/ 1566042 h 2973000"/>
                    <a:gd name="connsiteX6-475" fmla="*/ 8156794 w 8156794"/>
                    <a:gd name="connsiteY6-476" fmla="*/ 0 h 2973000"/>
                    <a:gd name="connsiteX0-477" fmla="*/ 8156794 w 8156794"/>
                    <a:gd name="connsiteY0-478" fmla="*/ 0 h 2973000"/>
                    <a:gd name="connsiteX1-479" fmla="*/ 8156794 w 8156794"/>
                    <a:gd name="connsiteY1-480" fmla="*/ 1673520 h 2973000"/>
                    <a:gd name="connsiteX2-481" fmla="*/ 4134388 w 8156794"/>
                    <a:gd name="connsiteY2-482" fmla="*/ 2972904 h 2973000"/>
                    <a:gd name="connsiteX3-483" fmla="*/ 2295 w 8156794"/>
                    <a:gd name="connsiteY3-484" fmla="*/ 1618086 h 2973000"/>
                    <a:gd name="connsiteX4-485" fmla="*/ 767 w 8156794"/>
                    <a:gd name="connsiteY4-486" fmla="*/ 147145 h 2973000"/>
                    <a:gd name="connsiteX5-487" fmla="*/ 4068271 w 8156794"/>
                    <a:gd name="connsiteY5-488" fmla="*/ 1566042 h 2973000"/>
                    <a:gd name="connsiteX6-489" fmla="*/ 8156794 w 8156794"/>
                    <a:gd name="connsiteY6-490" fmla="*/ 0 h 2973000"/>
                    <a:gd name="connsiteX0-491" fmla="*/ 8156794 w 8156794"/>
                    <a:gd name="connsiteY0-492" fmla="*/ 0 h 2973000"/>
                    <a:gd name="connsiteX1-493" fmla="*/ 8156794 w 8156794"/>
                    <a:gd name="connsiteY1-494" fmla="*/ 1673520 h 2973000"/>
                    <a:gd name="connsiteX2-495" fmla="*/ 4134388 w 8156794"/>
                    <a:gd name="connsiteY2-496" fmla="*/ 2972904 h 2973000"/>
                    <a:gd name="connsiteX3-497" fmla="*/ 2295 w 8156794"/>
                    <a:gd name="connsiteY3-498" fmla="*/ 1618086 h 2973000"/>
                    <a:gd name="connsiteX4-499" fmla="*/ 767 w 8156794"/>
                    <a:gd name="connsiteY4-500" fmla="*/ 147145 h 2973000"/>
                    <a:gd name="connsiteX5-501" fmla="*/ 4068271 w 8156794"/>
                    <a:gd name="connsiteY5-502" fmla="*/ 1566042 h 2973000"/>
                    <a:gd name="connsiteX6-503" fmla="*/ 8156794 w 8156794"/>
                    <a:gd name="connsiteY6-504" fmla="*/ 0 h 2973000"/>
                    <a:gd name="connsiteX0-505" fmla="*/ 8156794 w 8156794"/>
                    <a:gd name="connsiteY0-506" fmla="*/ 0 h 2973020"/>
                    <a:gd name="connsiteX1-507" fmla="*/ 8156794 w 8156794"/>
                    <a:gd name="connsiteY1-508" fmla="*/ 1673520 h 2973020"/>
                    <a:gd name="connsiteX2-509" fmla="*/ 4134388 w 8156794"/>
                    <a:gd name="connsiteY2-510" fmla="*/ 2972904 h 2973020"/>
                    <a:gd name="connsiteX3-511" fmla="*/ 2295 w 8156794"/>
                    <a:gd name="connsiteY3-512" fmla="*/ 1618086 h 2973020"/>
                    <a:gd name="connsiteX4-513" fmla="*/ 767 w 8156794"/>
                    <a:gd name="connsiteY4-514" fmla="*/ 147145 h 2973020"/>
                    <a:gd name="connsiteX5-515" fmla="*/ 4068271 w 8156794"/>
                    <a:gd name="connsiteY5-516" fmla="*/ 1566042 h 2973020"/>
                    <a:gd name="connsiteX6-517" fmla="*/ 8156794 w 8156794"/>
                    <a:gd name="connsiteY6-518" fmla="*/ 0 h 2973020"/>
                    <a:gd name="connsiteX0-519" fmla="*/ 8156794 w 8156794"/>
                    <a:gd name="connsiteY0-520" fmla="*/ 0 h 2973021"/>
                    <a:gd name="connsiteX1-521" fmla="*/ 8156794 w 8156794"/>
                    <a:gd name="connsiteY1-522" fmla="*/ 1673520 h 2973021"/>
                    <a:gd name="connsiteX2-523" fmla="*/ 4134388 w 8156794"/>
                    <a:gd name="connsiteY2-524" fmla="*/ 2972904 h 2973021"/>
                    <a:gd name="connsiteX3-525" fmla="*/ 2295 w 8156794"/>
                    <a:gd name="connsiteY3-526" fmla="*/ 1618086 h 2973021"/>
                    <a:gd name="connsiteX4-527" fmla="*/ 767 w 8156794"/>
                    <a:gd name="connsiteY4-528" fmla="*/ 147145 h 2973021"/>
                    <a:gd name="connsiteX5-529" fmla="*/ 4068271 w 8156794"/>
                    <a:gd name="connsiteY5-530" fmla="*/ 1566042 h 2973021"/>
                    <a:gd name="connsiteX6-531" fmla="*/ 8156794 w 8156794"/>
                    <a:gd name="connsiteY6-532" fmla="*/ 0 h 2973021"/>
                    <a:gd name="connsiteX0-533" fmla="*/ 8156794 w 8156794"/>
                    <a:gd name="connsiteY0-534" fmla="*/ 0 h 2973021"/>
                    <a:gd name="connsiteX1-535" fmla="*/ 8156794 w 8156794"/>
                    <a:gd name="connsiteY1-536" fmla="*/ 1673520 h 2973021"/>
                    <a:gd name="connsiteX2-537" fmla="*/ 4134388 w 8156794"/>
                    <a:gd name="connsiteY2-538" fmla="*/ 2972904 h 2973021"/>
                    <a:gd name="connsiteX3-539" fmla="*/ 2295 w 8156794"/>
                    <a:gd name="connsiteY3-540" fmla="*/ 1618086 h 2973021"/>
                    <a:gd name="connsiteX4-541" fmla="*/ 767 w 8156794"/>
                    <a:gd name="connsiteY4-542" fmla="*/ 147145 h 2973021"/>
                    <a:gd name="connsiteX5-543" fmla="*/ 4068271 w 8156794"/>
                    <a:gd name="connsiteY5-544" fmla="*/ 1566042 h 2973021"/>
                    <a:gd name="connsiteX6-545" fmla="*/ 8156794 w 8156794"/>
                    <a:gd name="connsiteY6-546" fmla="*/ 0 h 2973021"/>
                    <a:gd name="connsiteX0-547" fmla="*/ 8156794 w 8156794"/>
                    <a:gd name="connsiteY0-548" fmla="*/ 0 h 2973021"/>
                    <a:gd name="connsiteX1-549" fmla="*/ 8156794 w 8156794"/>
                    <a:gd name="connsiteY1-550" fmla="*/ 1673520 h 2973021"/>
                    <a:gd name="connsiteX2-551" fmla="*/ 4134388 w 8156794"/>
                    <a:gd name="connsiteY2-552" fmla="*/ 2972904 h 2973021"/>
                    <a:gd name="connsiteX3-553" fmla="*/ 2295 w 8156794"/>
                    <a:gd name="connsiteY3-554" fmla="*/ 1618086 h 2973021"/>
                    <a:gd name="connsiteX4-555" fmla="*/ 767 w 8156794"/>
                    <a:gd name="connsiteY4-556" fmla="*/ 147145 h 2973021"/>
                    <a:gd name="connsiteX5-557" fmla="*/ 4068271 w 8156794"/>
                    <a:gd name="connsiteY5-558" fmla="*/ 1566042 h 2973021"/>
                    <a:gd name="connsiteX6-559" fmla="*/ 8156794 w 8156794"/>
                    <a:gd name="connsiteY6-560" fmla="*/ 0 h 2973021"/>
                    <a:gd name="connsiteX0-561" fmla="*/ 8156794 w 8156794"/>
                    <a:gd name="connsiteY0-562" fmla="*/ 0 h 2973021"/>
                    <a:gd name="connsiteX1-563" fmla="*/ 8156794 w 8156794"/>
                    <a:gd name="connsiteY1-564" fmla="*/ 1673520 h 2973021"/>
                    <a:gd name="connsiteX2-565" fmla="*/ 4134388 w 8156794"/>
                    <a:gd name="connsiteY2-566" fmla="*/ 2972904 h 2973021"/>
                    <a:gd name="connsiteX3-567" fmla="*/ 2295 w 8156794"/>
                    <a:gd name="connsiteY3-568" fmla="*/ 1618086 h 2973021"/>
                    <a:gd name="connsiteX4-569" fmla="*/ 767 w 8156794"/>
                    <a:gd name="connsiteY4-570" fmla="*/ 147145 h 2973021"/>
                    <a:gd name="connsiteX5-571" fmla="*/ 4068271 w 8156794"/>
                    <a:gd name="connsiteY5-572" fmla="*/ 1566042 h 2973021"/>
                    <a:gd name="connsiteX6-573" fmla="*/ 8156794 w 8156794"/>
                    <a:gd name="connsiteY6-574" fmla="*/ 0 h 2973021"/>
                    <a:gd name="connsiteX0-575" fmla="*/ 8156794 w 8156794"/>
                    <a:gd name="connsiteY0-576" fmla="*/ 0 h 2973141"/>
                    <a:gd name="connsiteX1-577" fmla="*/ 8156794 w 8156794"/>
                    <a:gd name="connsiteY1-578" fmla="*/ 1673520 h 2973141"/>
                    <a:gd name="connsiteX2-579" fmla="*/ 4134388 w 8156794"/>
                    <a:gd name="connsiteY2-580" fmla="*/ 2972904 h 2973141"/>
                    <a:gd name="connsiteX3-581" fmla="*/ 2295 w 8156794"/>
                    <a:gd name="connsiteY3-582" fmla="*/ 1618086 h 2973141"/>
                    <a:gd name="connsiteX4-583" fmla="*/ 767 w 8156794"/>
                    <a:gd name="connsiteY4-584" fmla="*/ 147145 h 2973141"/>
                    <a:gd name="connsiteX5-585" fmla="*/ 4068271 w 8156794"/>
                    <a:gd name="connsiteY5-586" fmla="*/ 1566042 h 2973141"/>
                    <a:gd name="connsiteX6-587" fmla="*/ 8156794 w 8156794"/>
                    <a:gd name="connsiteY6-588" fmla="*/ 0 h 2973141"/>
                    <a:gd name="connsiteX0-589" fmla="*/ 8156794 w 8156794"/>
                    <a:gd name="connsiteY0-590" fmla="*/ 0 h 3066827"/>
                    <a:gd name="connsiteX1-591" fmla="*/ 8156794 w 8156794"/>
                    <a:gd name="connsiteY1-592" fmla="*/ 1673520 h 3066827"/>
                    <a:gd name="connsiteX2-593" fmla="*/ 4123353 w 8156794"/>
                    <a:gd name="connsiteY2-594" fmla="*/ 3066650 h 3066827"/>
                    <a:gd name="connsiteX3-595" fmla="*/ 2295 w 8156794"/>
                    <a:gd name="connsiteY3-596" fmla="*/ 1618086 h 3066827"/>
                    <a:gd name="connsiteX4-597" fmla="*/ 767 w 8156794"/>
                    <a:gd name="connsiteY4-598" fmla="*/ 147145 h 3066827"/>
                    <a:gd name="connsiteX5-599" fmla="*/ 4068271 w 8156794"/>
                    <a:gd name="connsiteY5-600" fmla="*/ 1566042 h 3066827"/>
                    <a:gd name="connsiteX6-601" fmla="*/ 8156794 w 8156794"/>
                    <a:gd name="connsiteY6-602" fmla="*/ 0 h 3066827"/>
                    <a:gd name="connsiteX0-603" fmla="*/ 8123689 w 8156794"/>
                    <a:gd name="connsiteY0-604" fmla="*/ 0 h 2999866"/>
                    <a:gd name="connsiteX1-605" fmla="*/ 8156794 w 8156794"/>
                    <a:gd name="connsiteY1-606" fmla="*/ 1606559 h 2999866"/>
                    <a:gd name="connsiteX2-607" fmla="*/ 4123353 w 8156794"/>
                    <a:gd name="connsiteY2-608" fmla="*/ 2999689 h 2999866"/>
                    <a:gd name="connsiteX3-609" fmla="*/ 2295 w 8156794"/>
                    <a:gd name="connsiteY3-610" fmla="*/ 1551125 h 2999866"/>
                    <a:gd name="connsiteX4-611" fmla="*/ 767 w 8156794"/>
                    <a:gd name="connsiteY4-612" fmla="*/ 80184 h 2999866"/>
                    <a:gd name="connsiteX5-613" fmla="*/ 4068271 w 8156794"/>
                    <a:gd name="connsiteY5-614" fmla="*/ 1499081 h 2999866"/>
                    <a:gd name="connsiteX6-615" fmla="*/ 8123689 w 8156794"/>
                    <a:gd name="connsiteY6-616" fmla="*/ 0 h 2999866"/>
                    <a:gd name="connsiteX0-617" fmla="*/ 8167828 w 8167828"/>
                    <a:gd name="connsiteY0-618" fmla="*/ 0 h 3026651"/>
                    <a:gd name="connsiteX1-619" fmla="*/ 8156794 w 8167828"/>
                    <a:gd name="connsiteY1-620" fmla="*/ 1633344 h 3026651"/>
                    <a:gd name="connsiteX2-621" fmla="*/ 4123353 w 8167828"/>
                    <a:gd name="connsiteY2-622" fmla="*/ 3026474 h 3026651"/>
                    <a:gd name="connsiteX3-623" fmla="*/ 2295 w 8167828"/>
                    <a:gd name="connsiteY3-624" fmla="*/ 1577910 h 3026651"/>
                    <a:gd name="connsiteX4-625" fmla="*/ 767 w 8167828"/>
                    <a:gd name="connsiteY4-626" fmla="*/ 106969 h 3026651"/>
                    <a:gd name="connsiteX5-627" fmla="*/ 4068271 w 8167828"/>
                    <a:gd name="connsiteY5-628" fmla="*/ 1525866 h 3026651"/>
                    <a:gd name="connsiteX6-629" fmla="*/ 8167828 w 8167828"/>
                    <a:gd name="connsiteY6-630" fmla="*/ 0 h 3026651"/>
                    <a:gd name="connsiteX0-631" fmla="*/ 8167828 w 8167828"/>
                    <a:gd name="connsiteY0-632" fmla="*/ 0 h 3027228"/>
                    <a:gd name="connsiteX1-633" fmla="*/ 8145760 w 8167828"/>
                    <a:gd name="connsiteY1-634" fmla="*/ 1686913 h 3027228"/>
                    <a:gd name="connsiteX2-635" fmla="*/ 4123353 w 8167828"/>
                    <a:gd name="connsiteY2-636" fmla="*/ 3026474 h 3027228"/>
                    <a:gd name="connsiteX3-637" fmla="*/ 2295 w 8167828"/>
                    <a:gd name="connsiteY3-638" fmla="*/ 1577910 h 3027228"/>
                    <a:gd name="connsiteX4-639" fmla="*/ 767 w 8167828"/>
                    <a:gd name="connsiteY4-640" fmla="*/ 106969 h 3027228"/>
                    <a:gd name="connsiteX5-641" fmla="*/ 4068271 w 8167828"/>
                    <a:gd name="connsiteY5-642" fmla="*/ 1525866 h 3027228"/>
                    <a:gd name="connsiteX6-643" fmla="*/ 8167828 w 8167828"/>
                    <a:gd name="connsiteY6-644" fmla="*/ 0 h 3027228"/>
                    <a:gd name="connsiteX0-645" fmla="*/ 8156794 w 8156794"/>
                    <a:gd name="connsiteY0-646" fmla="*/ 0 h 2933483"/>
                    <a:gd name="connsiteX1-647" fmla="*/ 8145760 w 8156794"/>
                    <a:gd name="connsiteY1-648" fmla="*/ 1593168 h 2933483"/>
                    <a:gd name="connsiteX2-649" fmla="*/ 4123353 w 8156794"/>
                    <a:gd name="connsiteY2-650" fmla="*/ 2932729 h 2933483"/>
                    <a:gd name="connsiteX3-651" fmla="*/ 2295 w 8156794"/>
                    <a:gd name="connsiteY3-652" fmla="*/ 1484165 h 2933483"/>
                    <a:gd name="connsiteX4-653" fmla="*/ 767 w 8156794"/>
                    <a:gd name="connsiteY4-654" fmla="*/ 13224 h 2933483"/>
                    <a:gd name="connsiteX5-655" fmla="*/ 4068271 w 8156794"/>
                    <a:gd name="connsiteY5-656" fmla="*/ 1432121 h 2933483"/>
                    <a:gd name="connsiteX6-657" fmla="*/ 8156794 w 8156794"/>
                    <a:gd name="connsiteY6-658" fmla="*/ 0 h 2933483"/>
                    <a:gd name="connsiteX0-659" fmla="*/ 8156794 w 8156794"/>
                    <a:gd name="connsiteY0-660" fmla="*/ 0 h 2933483"/>
                    <a:gd name="connsiteX1-661" fmla="*/ 8145760 w 8156794"/>
                    <a:gd name="connsiteY1-662" fmla="*/ 1593168 h 2933483"/>
                    <a:gd name="connsiteX2-663" fmla="*/ 4123353 w 8156794"/>
                    <a:gd name="connsiteY2-664" fmla="*/ 2932729 h 2933483"/>
                    <a:gd name="connsiteX3-665" fmla="*/ 2295 w 8156794"/>
                    <a:gd name="connsiteY3-666" fmla="*/ 1484165 h 2933483"/>
                    <a:gd name="connsiteX4-667" fmla="*/ 767 w 8156794"/>
                    <a:gd name="connsiteY4-668" fmla="*/ 13224 h 2933483"/>
                    <a:gd name="connsiteX5-669" fmla="*/ 4068271 w 8156794"/>
                    <a:gd name="connsiteY5-670" fmla="*/ 1432121 h 2933483"/>
                    <a:gd name="connsiteX6-671" fmla="*/ 8156794 w 8156794"/>
                    <a:gd name="connsiteY6-672" fmla="*/ 0 h 2933483"/>
                    <a:gd name="connsiteX0-673" fmla="*/ 8123689 w 8145760"/>
                    <a:gd name="connsiteY0-674" fmla="*/ 13560 h 2920259"/>
                    <a:gd name="connsiteX1-675" fmla="*/ 8145760 w 8145760"/>
                    <a:gd name="connsiteY1-676" fmla="*/ 1579944 h 2920259"/>
                    <a:gd name="connsiteX2-677" fmla="*/ 4123353 w 8145760"/>
                    <a:gd name="connsiteY2-678" fmla="*/ 2919505 h 2920259"/>
                    <a:gd name="connsiteX3-679" fmla="*/ 2295 w 8145760"/>
                    <a:gd name="connsiteY3-680" fmla="*/ 1470941 h 2920259"/>
                    <a:gd name="connsiteX4-681" fmla="*/ 767 w 8145760"/>
                    <a:gd name="connsiteY4-682" fmla="*/ 0 h 2920259"/>
                    <a:gd name="connsiteX5-683" fmla="*/ 4068271 w 8145760"/>
                    <a:gd name="connsiteY5-684" fmla="*/ 1418897 h 2920259"/>
                    <a:gd name="connsiteX6-685" fmla="*/ 8123689 w 8145760"/>
                    <a:gd name="connsiteY6-686" fmla="*/ 13560 h 2920259"/>
                    <a:gd name="connsiteX0-687" fmla="*/ 8178863 w 8178863"/>
                    <a:gd name="connsiteY0-688" fmla="*/ 26952 h 2920259"/>
                    <a:gd name="connsiteX1-689" fmla="*/ 8145760 w 8178863"/>
                    <a:gd name="connsiteY1-690" fmla="*/ 1579944 h 2920259"/>
                    <a:gd name="connsiteX2-691" fmla="*/ 4123353 w 8178863"/>
                    <a:gd name="connsiteY2-692" fmla="*/ 2919505 h 2920259"/>
                    <a:gd name="connsiteX3-693" fmla="*/ 2295 w 8178863"/>
                    <a:gd name="connsiteY3-694" fmla="*/ 1470941 h 2920259"/>
                    <a:gd name="connsiteX4-695" fmla="*/ 767 w 8178863"/>
                    <a:gd name="connsiteY4-696" fmla="*/ 0 h 2920259"/>
                    <a:gd name="connsiteX5-697" fmla="*/ 4068271 w 8178863"/>
                    <a:gd name="connsiteY5-698" fmla="*/ 1418897 h 2920259"/>
                    <a:gd name="connsiteX6-699" fmla="*/ 8178863 w 8178863"/>
                    <a:gd name="connsiteY6-700" fmla="*/ 26952 h 2920259"/>
                    <a:gd name="connsiteX0-701" fmla="*/ 8167827 w 8167827"/>
                    <a:gd name="connsiteY0-702" fmla="*/ 40343 h 2920259"/>
                    <a:gd name="connsiteX1-703" fmla="*/ 8145760 w 8167827"/>
                    <a:gd name="connsiteY1-704" fmla="*/ 1579944 h 2920259"/>
                    <a:gd name="connsiteX2-705" fmla="*/ 4123353 w 8167827"/>
                    <a:gd name="connsiteY2-706" fmla="*/ 2919505 h 2920259"/>
                    <a:gd name="connsiteX3-707" fmla="*/ 2295 w 8167827"/>
                    <a:gd name="connsiteY3-708" fmla="*/ 1470941 h 2920259"/>
                    <a:gd name="connsiteX4-709" fmla="*/ 767 w 8167827"/>
                    <a:gd name="connsiteY4-710" fmla="*/ 0 h 2920259"/>
                    <a:gd name="connsiteX5-711" fmla="*/ 4068271 w 8167827"/>
                    <a:gd name="connsiteY5-712" fmla="*/ 1418897 h 2920259"/>
                    <a:gd name="connsiteX6-713" fmla="*/ 8167827 w 8167827"/>
                    <a:gd name="connsiteY6-714" fmla="*/ 40343 h 2920259"/>
                    <a:gd name="connsiteX0-715" fmla="*/ 8123687 w 8145760"/>
                    <a:gd name="connsiteY0-716" fmla="*/ 53735 h 2920259"/>
                    <a:gd name="connsiteX1-717" fmla="*/ 8145760 w 8145760"/>
                    <a:gd name="connsiteY1-718" fmla="*/ 1579944 h 2920259"/>
                    <a:gd name="connsiteX2-719" fmla="*/ 4123353 w 8145760"/>
                    <a:gd name="connsiteY2-720" fmla="*/ 2919505 h 2920259"/>
                    <a:gd name="connsiteX3-721" fmla="*/ 2295 w 8145760"/>
                    <a:gd name="connsiteY3-722" fmla="*/ 1470941 h 2920259"/>
                    <a:gd name="connsiteX4-723" fmla="*/ 767 w 8145760"/>
                    <a:gd name="connsiteY4-724" fmla="*/ 0 h 2920259"/>
                    <a:gd name="connsiteX5-725" fmla="*/ 4068271 w 8145760"/>
                    <a:gd name="connsiteY5-726" fmla="*/ 1418897 h 2920259"/>
                    <a:gd name="connsiteX6-727" fmla="*/ 8123687 w 8145760"/>
                    <a:gd name="connsiteY6-728" fmla="*/ 53735 h 2920259"/>
                    <a:gd name="connsiteX0-729" fmla="*/ 8161918 w 8161918"/>
                    <a:gd name="connsiteY0-730" fmla="*/ 0 h 2943855"/>
                    <a:gd name="connsiteX1-731" fmla="*/ 8145760 w 8161918"/>
                    <a:gd name="connsiteY1-732" fmla="*/ 1603540 h 2943855"/>
                    <a:gd name="connsiteX2-733" fmla="*/ 4123353 w 8161918"/>
                    <a:gd name="connsiteY2-734" fmla="*/ 2943101 h 2943855"/>
                    <a:gd name="connsiteX3-735" fmla="*/ 2295 w 8161918"/>
                    <a:gd name="connsiteY3-736" fmla="*/ 1494537 h 2943855"/>
                    <a:gd name="connsiteX4-737" fmla="*/ 767 w 8161918"/>
                    <a:gd name="connsiteY4-738" fmla="*/ 23596 h 2943855"/>
                    <a:gd name="connsiteX5-739" fmla="*/ 4068271 w 8161918"/>
                    <a:gd name="connsiteY5-740" fmla="*/ 1442493 h 2943855"/>
                    <a:gd name="connsiteX6-741" fmla="*/ 8161918 w 8161918"/>
                    <a:gd name="connsiteY6-742" fmla="*/ 0 h 2943855"/>
                    <a:gd name="connsiteX0-743" fmla="*/ 8144926 w 8145760"/>
                    <a:gd name="connsiteY0-744" fmla="*/ 43424 h 2920259"/>
                    <a:gd name="connsiteX1-745" fmla="*/ 8145760 w 8145760"/>
                    <a:gd name="connsiteY1-746" fmla="*/ 1579944 h 2920259"/>
                    <a:gd name="connsiteX2-747" fmla="*/ 4123353 w 8145760"/>
                    <a:gd name="connsiteY2-748" fmla="*/ 2919505 h 2920259"/>
                    <a:gd name="connsiteX3-749" fmla="*/ 2295 w 8145760"/>
                    <a:gd name="connsiteY3-750" fmla="*/ 1470941 h 2920259"/>
                    <a:gd name="connsiteX4-751" fmla="*/ 767 w 8145760"/>
                    <a:gd name="connsiteY4-752" fmla="*/ 0 h 2920259"/>
                    <a:gd name="connsiteX5-753" fmla="*/ 4068271 w 8145760"/>
                    <a:gd name="connsiteY5-754" fmla="*/ 1418897 h 2920259"/>
                    <a:gd name="connsiteX6-755" fmla="*/ 8144926 w 8145760"/>
                    <a:gd name="connsiteY6-756" fmla="*/ 43424 h 2920259"/>
                    <a:gd name="connsiteX0-757" fmla="*/ 8161918 w 8161918"/>
                    <a:gd name="connsiteY0-758" fmla="*/ 0 h 2959321"/>
                    <a:gd name="connsiteX1-759" fmla="*/ 8145760 w 8161918"/>
                    <a:gd name="connsiteY1-760" fmla="*/ 1619006 h 2959321"/>
                    <a:gd name="connsiteX2-761" fmla="*/ 4123353 w 8161918"/>
                    <a:gd name="connsiteY2-762" fmla="*/ 2958567 h 2959321"/>
                    <a:gd name="connsiteX3-763" fmla="*/ 2295 w 8161918"/>
                    <a:gd name="connsiteY3-764" fmla="*/ 1510003 h 2959321"/>
                    <a:gd name="connsiteX4-765" fmla="*/ 767 w 8161918"/>
                    <a:gd name="connsiteY4-766" fmla="*/ 39062 h 2959321"/>
                    <a:gd name="connsiteX5-767" fmla="*/ 4068271 w 8161918"/>
                    <a:gd name="connsiteY5-768" fmla="*/ 1457959 h 2959321"/>
                    <a:gd name="connsiteX6-769" fmla="*/ 8161918 w 8161918"/>
                    <a:gd name="connsiteY6-770" fmla="*/ 0 h 2959321"/>
                    <a:gd name="connsiteX0-771" fmla="*/ 8161918 w 8162752"/>
                    <a:gd name="connsiteY0-772" fmla="*/ 0 h 2959488"/>
                    <a:gd name="connsiteX1-773" fmla="*/ 8162752 w 8162752"/>
                    <a:gd name="connsiteY1-774" fmla="*/ 1629317 h 2959488"/>
                    <a:gd name="connsiteX2-775" fmla="*/ 4123353 w 8162752"/>
                    <a:gd name="connsiteY2-776" fmla="*/ 2958567 h 2959488"/>
                    <a:gd name="connsiteX3-777" fmla="*/ 2295 w 8162752"/>
                    <a:gd name="connsiteY3-778" fmla="*/ 1510003 h 2959488"/>
                    <a:gd name="connsiteX4-779" fmla="*/ 767 w 8162752"/>
                    <a:gd name="connsiteY4-780" fmla="*/ 39062 h 2959488"/>
                    <a:gd name="connsiteX5-781" fmla="*/ 4068271 w 8162752"/>
                    <a:gd name="connsiteY5-782" fmla="*/ 1457959 h 2959488"/>
                    <a:gd name="connsiteX6-783" fmla="*/ 8161918 w 8162752"/>
                    <a:gd name="connsiteY6-784" fmla="*/ 0 h 2959488"/>
                    <a:gd name="connsiteX0-785" fmla="*/ 8165930 w 8166764"/>
                    <a:gd name="connsiteY0-786" fmla="*/ 7337 h 2966825"/>
                    <a:gd name="connsiteX1-787" fmla="*/ 8166764 w 8166764"/>
                    <a:gd name="connsiteY1-788" fmla="*/ 1636654 h 2966825"/>
                    <a:gd name="connsiteX2-789" fmla="*/ 4127365 w 8166764"/>
                    <a:gd name="connsiteY2-790" fmla="*/ 2965904 h 2966825"/>
                    <a:gd name="connsiteX3-791" fmla="*/ 6307 w 8166764"/>
                    <a:gd name="connsiteY3-792" fmla="*/ 1517340 h 2966825"/>
                    <a:gd name="connsiteX4-793" fmla="*/ 532 w 8166764"/>
                    <a:gd name="connsiteY4-794" fmla="*/ 0 h 2966825"/>
                    <a:gd name="connsiteX5-795" fmla="*/ 4072283 w 8166764"/>
                    <a:gd name="connsiteY5-796" fmla="*/ 1465296 h 2966825"/>
                    <a:gd name="connsiteX6-797" fmla="*/ 8165930 w 8166764"/>
                    <a:gd name="connsiteY6-798" fmla="*/ 7337 h 2966825"/>
                    <a:gd name="connsiteX0-799" fmla="*/ 8168119 w 8168953"/>
                    <a:gd name="connsiteY0-800" fmla="*/ 7337 h 2966682"/>
                    <a:gd name="connsiteX1-801" fmla="*/ 8168953 w 8168953"/>
                    <a:gd name="connsiteY1-802" fmla="*/ 1636654 h 2966682"/>
                    <a:gd name="connsiteX2-803" fmla="*/ 4129554 w 8168953"/>
                    <a:gd name="connsiteY2-804" fmla="*/ 2965904 h 2966682"/>
                    <a:gd name="connsiteX3-805" fmla="*/ 0 w 8168953"/>
                    <a:gd name="connsiteY3-806" fmla="*/ 1527651 h 2966682"/>
                    <a:gd name="connsiteX4-807" fmla="*/ 2721 w 8168953"/>
                    <a:gd name="connsiteY4-808" fmla="*/ 0 h 2966682"/>
                    <a:gd name="connsiteX5-809" fmla="*/ 4074472 w 8168953"/>
                    <a:gd name="connsiteY5-810" fmla="*/ 1465296 h 2966682"/>
                    <a:gd name="connsiteX6-811" fmla="*/ 8168119 w 8168953"/>
                    <a:gd name="connsiteY6-812" fmla="*/ 7337 h 2966682"/>
                    <a:gd name="connsiteX0-813" fmla="*/ 8168119 w 8168953"/>
                    <a:gd name="connsiteY0-814" fmla="*/ 7337 h 3100377"/>
                    <a:gd name="connsiteX1-815" fmla="*/ 8168953 w 8168953"/>
                    <a:gd name="connsiteY1-816" fmla="*/ 1636654 h 3100377"/>
                    <a:gd name="connsiteX2-817" fmla="*/ 4118520 w 8168953"/>
                    <a:gd name="connsiteY2-818" fmla="*/ 3099826 h 3100377"/>
                    <a:gd name="connsiteX3-819" fmla="*/ 0 w 8168953"/>
                    <a:gd name="connsiteY3-820" fmla="*/ 1527651 h 3100377"/>
                    <a:gd name="connsiteX4-821" fmla="*/ 2721 w 8168953"/>
                    <a:gd name="connsiteY4-822" fmla="*/ 0 h 3100377"/>
                    <a:gd name="connsiteX5-823" fmla="*/ 4074472 w 8168953"/>
                    <a:gd name="connsiteY5-824" fmla="*/ 1465296 h 3100377"/>
                    <a:gd name="connsiteX6-825" fmla="*/ 8168119 w 8168953"/>
                    <a:gd name="connsiteY6-826" fmla="*/ 7337 h 3100377"/>
                    <a:gd name="connsiteX0-827" fmla="*/ 8168119 w 8168953"/>
                    <a:gd name="connsiteY0-828" fmla="*/ 7337 h 3100429"/>
                    <a:gd name="connsiteX1-829" fmla="*/ 8168953 w 8168953"/>
                    <a:gd name="connsiteY1-830" fmla="*/ 1636654 h 3100429"/>
                    <a:gd name="connsiteX2-831" fmla="*/ 4118520 w 8168953"/>
                    <a:gd name="connsiteY2-832" fmla="*/ 3099826 h 3100429"/>
                    <a:gd name="connsiteX3-833" fmla="*/ 0 w 8168953"/>
                    <a:gd name="connsiteY3-834" fmla="*/ 1527651 h 3100429"/>
                    <a:gd name="connsiteX4-835" fmla="*/ 2721 w 8168953"/>
                    <a:gd name="connsiteY4-836" fmla="*/ 0 h 3100429"/>
                    <a:gd name="connsiteX5-837" fmla="*/ 4074472 w 8168953"/>
                    <a:gd name="connsiteY5-838" fmla="*/ 1465296 h 3100429"/>
                    <a:gd name="connsiteX6-839" fmla="*/ 8168119 w 8168953"/>
                    <a:gd name="connsiteY6-840" fmla="*/ 7337 h 3100429"/>
                    <a:gd name="connsiteX0-841" fmla="*/ 8165849 w 8166683"/>
                    <a:gd name="connsiteY0-842" fmla="*/ 7337 h 3099826"/>
                    <a:gd name="connsiteX1-843" fmla="*/ 8166683 w 8166683"/>
                    <a:gd name="connsiteY1-844" fmla="*/ 1636654 h 3099826"/>
                    <a:gd name="connsiteX2-845" fmla="*/ 4116250 w 8166683"/>
                    <a:gd name="connsiteY2-846" fmla="*/ 3099826 h 3099826"/>
                    <a:gd name="connsiteX3-847" fmla="*/ 8764 w 8166683"/>
                    <a:gd name="connsiteY3-848" fmla="*/ 1634789 h 3099826"/>
                    <a:gd name="connsiteX4-849" fmla="*/ 451 w 8166683"/>
                    <a:gd name="connsiteY4-850" fmla="*/ 0 h 3099826"/>
                    <a:gd name="connsiteX5-851" fmla="*/ 4072202 w 8166683"/>
                    <a:gd name="connsiteY5-852" fmla="*/ 1465296 h 3099826"/>
                    <a:gd name="connsiteX6-853" fmla="*/ 8165849 w 8166683"/>
                    <a:gd name="connsiteY6-854" fmla="*/ 7337 h 3099826"/>
                    <a:gd name="connsiteX0-855" fmla="*/ 8165849 w 8166683"/>
                    <a:gd name="connsiteY0-856" fmla="*/ 7337 h 3099826"/>
                    <a:gd name="connsiteX1-857" fmla="*/ 8166683 w 8166683"/>
                    <a:gd name="connsiteY1-858" fmla="*/ 1636654 h 3099826"/>
                    <a:gd name="connsiteX2-859" fmla="*/ 4116250 w 8166683"/>
                    <a:gd name="connsiteY2-860" fmla="*/ 3099826 h 3099826"/>
                    <a:gd name="connsiteX3-861" fmla="*/ 8764 w 8166683"/>
                    <a:gd name="connsiteY3-862" fmla="*/ 1634789 h 3099826"/>
                    <a:gd name="connsiteX4-863" fmla="*/ 451 w 8166683"/>
                    <a:gd name="connsiteY4-864" fmla="*/ 0 h 3099826"/>
                    <a:gd name="connsiteX5-865" fmla="*/ 4072202 w 8166683"/>
                    <a:gd name="connsiteY5-866" fmla="*/ 1465296 h 3099826"/>
                    <a:gd name="connsiteX6-867" fmla="*/ 8165849 w 8166683"/>
                    <a:gd name="connsiteY6-868" fmla="*/ 7337 h 3099826"/>
                    <a:gd name="connsiteX0-869" fmla="*/ 8165849 w 8166683"/>
                    <a:gd name="connsiteY0-870" fmla="*/ 7337 h 3099826"/>
                    <a:gd name="connsiteX1-871" fmla="*/ 8166683 w 8166683"/>
                    <a:gd name="connsiteY1-872" fmla="*/ 1636654 h 3099826"/>
                    <a:gd name="connsiteX2-873" fmla="*/ 4116250 w 8166683"/>
                    <a:gd name="connsiteY2-874" fmla="*/ 3099826 h 3099826"/>
                    <a:gd name="connsiteX3-875" fmla="*/ 8764 w 8166683"/>
                    <a:gd name="connsiteY3-876" fmla="*/ 1634789 h 3099826"/>
                    <a:gd name="connsiteX4-877" fmla="*/ 451 w 8166683"/>
                    <a:gd name="connsiteY4-878" fmla="*/ 0 h 3099826"/>
                    <a:gd name="connsiteX5-879" fmla="*/ 4061168 w 8166683"/>
                    <a:gd name="connsiteY5-880" fmla="*/ 1438511 h 3099826"/>
                    <a:gd name="connsiteX6-881" fmla="*/ 8165849 w 8166683"/>
                    <a:gd name="connsiteY6-882" fmla="*/ 7337 h 3099826"/>
                    <a:gd name="connsiteX0-883" fmla="*/ 8165849 w 8166683"/>
                    <a:gd name="connsiteY0-884" fmla="*/ 7337 h 3099826"/>
                    <a:gd name="connsiteX1-885" fmla="*/ 8166683 w 8166683"/>
                    <a:gd name="connsiteY1-886" fmla="*/ 1636654 h 3099826"/>
                    <a:gd name="connsiteX2-887" fmla="*/ 4116250 w 8166683"/>
                    <a:gd name="connsiteY2-888" fmla="*/ 3099826 h 3099826"/>
                    <a:gd name="connsiteX3-889" fmla="*/ 8764 w 8166683"/>
                    <a:gd name="connsiteY3-890" fmla="*/ 1634789 h 3099826"/>
                    <a:gd name="connsiteX4-891" fmla="*/ 451 w 8166683"/>
                    <a:gd name="connsiteY4-892" fmla="*/ 0 h 3099826"/>
                    <a:gd name="connsiteX5-893" fmla="*/ 4061168 w 8166683"/>
                    <a:gd name="connsiteY5-894" fmla="*/ 1438511 h 3099826"/>
                    <a:gd name="connsiteX6-895" fmla="*/ 8165849 w 8166683"/>
                    <a:gd name="connsiteY6-896" fmla="*/ 7337 h 309982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09" name="Oval 408"/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410" name="Group 409"/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11" name="Freeform 410"/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-1" fmla="*/ 3725333 w 4641485"/>
                      <a:gd name="connsiteY0-2" fmla="*/ 0 h 1049866"/>
                      <a:gd name="connsiteX1-3" fmla="*/ 4641485 w 4641485"/>
                      <a:gd name="connsiteY1-4" fmla="*/ 239402 h 1049866"/>
                      <a:gd name="connsiteX2-5" fmla="*/ 3962400 w 4641485"/>
                      <a:gd name="connsiteY2-6" fmla="*/ 541866 h 1049866"/>
                      <a:gd name="connsiteX3-7" fmla="*/ 3742267 w 4641485"/>
                      <a:gd name="connsiteY3-8" fmla="*/ 457200 h 1049866"/>
                      <a:gd name="connsiteX4-9" fmla="*/ 2269067 w 4641485"/>
                      <a:gd name="connsiteY4-10" fmla="*/ 1049866 h 1049866"/>
                      <a:gd name="connsiteX5-11" fmla="*/ 880533 w 4641485"/>
                      <a:gd name="connsiteY5-12" fmla="*/ 457200 h 1049866"/>
                      <a:gd name="connsiteX6-13" fmla="*/ 592667 w 4641485"/>
                      <a:gd name="connsiteY6-14" fmla="*/ 541866 h 1049866"/>
                      <a:gd name="connsiteX7-15" fmla="*/ 0 w 4641485"/>
                      <a:gd name="connsiteY7-16" fmla="*/ 254000 h 1049866"/>
                      <a:gd name="connsiteX8-17" fmla="*/ 880533 w 4641485"/>
                      <a:gd name="connsiteY8-18" fmla="*/ 16933 h 1049866"/>
                      <a:gd name="connsiteX9-19" fmla="*/ 2302933 w 4641485"/>
                      <a:gd name="connsiteY9-20" fmla="*/ 626533 h 1049866"/>
                      <a:gd name="connsiteX10-21" fmla="*/ 3725333 w 4641485"/>
                      <a:gd name="connsiteY10-22" fmla="*/ 0 h 1049866"/>
                      <a:gd name="connsiteX0-23" fmla="*/ 3756864 w 4673016"/>
                      <a:gd name="connsiteY0-24" fmla="*/ 0 h 1049866"/>
                      <a:gd name="connsiteX1-25" fmla="*/ 4673016 w 4673016"/>
                      <a:gd name="connsiteY1-26" fmla="*/ 239402 h 1049866"/>
                      <a:gd name="connsiteX2-27" fmla="*/ 3993931 w 4673016"/>
                      <a:gd name="connsiteY2-28" fmla="*/ 541866 h 1049866"/>
                      <a:gd name="connsiteX3-29" fmla="*/ 3773798 w 4673016"/>
                      <a:gd name="connsiteY3-30" fmla="*/ 457200 h 1049866"/>
                      <a:gd name="connsiteX4-31" fmla="*/ 2300598 w 4673016"/>
                      <a:gd name="connsiteY4-32" fmla="*/ 1049866 h 1049866"/>
                      <a:gd name="connsiteX5-33" fmla="*/ 912064 w 4673016"/>
                      <a:gd name="connsiteY5-34" fmla="*/ 457200 h 1049866"/>
                      <a:gd name="connsiteX6-35" fmla="*/ 624198 w 4673016"/>
                      <a:gd name="connsiteY6-36" fmla="*/ 541866 h 1049866"/>
                      <a:gd name="connsiteX7-37" fmla="*/ 0 w 4673016"/>
                      <a:gd name="connsiteY7-38" fmla="*/ 232979 h 1049866"/>
                      <a:gd name="connsiteX8-39" fmla="*/ 912064 w 4673016"/>
                      <a:gd name="connsiteY8-40" fmla="*/ 16933 h 1049866"/>
                      <a:gd name="connsiteX9-41" fmla="*/ 2334464 w 4673016"/>
                      <a:gd name="connsiteY9-42" fmla="*/ 626533 h 1049866"/>
                      <a:gd name="connsiteX10-43" fmla="*/ 3756864 w 4673016"/>
                      <a:gd name="connsiteY10-44" fmla="*/ 0 h 1049866"/>
                      <a:gd name="connsiteX0-45" fmla="*/ 3756864 w 4673016"/>
                      <a:gd name="connsiteY0-46" fmla="*/ 0 h 1049866"/>
                      <a:gd name="connsiteX1-47" fmla="*/ 4673016 w 4673016"/>
                      <a:gd name="connsiteY1-48" fmla="*/ 239402 h 1049866"/>
                      <a:gd name="connsiteX2-49" fmla="*/ 3993931 w 4673016"/>
                      <a:gd name="connsiteY2-50" fmla="*/ 541866 h 1049866"/>
                      <a:gd name="connsiteX3-51" fmla="*/ 3784308 w 4673016"/>
                      <a:gd name="connsiteY3-52" fmla="*/ 404648 h 1049866"/>
                      <a:gd name="connsiteX4-53" fmla="*/ 2300598 w 4673016"/>
                      <a:gd name="connsiteY4-54" fmla="*/ 1049866 h 1049866"/>
                      <a:gd name="connsiteX5-55" fmla="*/ 912064 w 4673016"/>
                      <a:gd name="connsiteY5-56" fmla="*/ 457200 h 1049866"/>
                      <a:gd name="connsiteX6-57" fmla="*/ 624198 w 4673016"/>
                      <a:gd name="connsiteY6-58" fmla="*/ 541866 h 1049866"/>
                      <a:gd name="connsiteX7-59" fmla="*/ 0 w 4673016"/>
                      <a:gd name="connsiteY7-60" fmla="*/ 232979 h 1049866"/>
                      <a:gd name="connsiteX8-61" fmla="*/ 912064 w 4673016"/>
                      <a:gd name="connsiteY8-62" fmla="*/ 16933 h 1049866"/>
                      <a:gd name="connsiteX9-63" fmla="*/ 2334464 w 4673016"/>
                      <a:gd name="connsiteY9-64" fmla="*/ 626533 h 1049866"/>
                      <a:gd name="connsiteX10-65" fmla="*/ 3756864 w 4673016"/>
                      <a:gd name="connsiteY10-66" fmla="*/ 0 h 1049866"/>
                      <a:gd name="connsiteX0-67" fmla="*/ 3756864 w 4673016"/>
                      <a:gd name="connsiteY0-68" fmla="*/ 0 h 1049866"/>
                      <a:gd name="connsiteX1-69" fmla="*/ 4673016 w 4673016"/>
                      <a:gd name="connsiteY1-70" fmla="*/ 239402 h 1049866"/>
                      <a:gd name="connsiteX2-71" fmla="*/ 3993931 w 4673016"/>
                      <a:gd name="connsiteY2-72" fmla="*/ 541866 h 1049866"/>
                      <a:gd name="connsiteX3-73" fmla="*/ 3794818 w 4673016"/>
                      <a:gd name="connsiteY3-74" fmla="*/ 436179 h 1049866"/>
                      <a:gd name="connsiteX4-75" fmla="*/ 2300598 w 4673016"/>
                      <a:gd name="connsiteY4-76" fmla="*/ 1049866 h 1049866"/>
                      <a:gd name="connsiteX5-77" fmla="*/ 912064 w 4673016"/>
                      <a:gd name="connsiteY5-78" fmla="*/ 457200 h 1049866"/>
                      <a:gd name="connsiteX6-79" fmla="*/ 624198 w 4673016"/>
                      <a:gd name="connsiteY6-80" fmla="*/ 541866 h 1049866"/>
                      <a:gd name="connsiteX7-81" fmla="*/ 0 w 4673016"/>
                      <a:gd name="connsiteY7-82" fmla="*/ 232979 h 1049866"/>
                      <a:gd name="connsiteX8-83" fmla="*/ 912064 w 4673016"/>
                      <a:gd name="connsiteY8-84" fmla="*/ 16933 h 1049866"/>
                      <a:gd name="connsiteX9-85" fmla="*/ 2334464 w 4673016"/>
                      <a:gd name="connsiteY9-86" fmla="*/ 626533 h 1049866"/>
                      <a:gd name="connsiteX10-87" fmla="*/ 3756864 w 4673016"/>
                      <a:gd name="connsiteY10-88" fmla="*/ 0 h 1049866"/>
                      <a:gd name="connsiteX0-89" fmla="*/ 3756864 w 4673016"/>
                      <a:gd name="connsiteY0-90" fmla="*/ 0 h 1049866"/>
                      <a:gd name="connsiteX1-91" fmla="*/ 4673016 w 4673016"/>
                      <a:gd name="connsiteY1-92" fmla="*/ 239402 h 1049866"/>
                      <a:gd name="connsiteX2-93" fmla="*/ 3993931 w 4673016"/>
                      <a:gd name="connsiteY2-94" fmla="*/ 541866 h 1049866"/>
                      <a:gd name="connsiteX3-95" fmla="*/ 3794818 w 4673016"/>
                      <a:gd name="connsiteY3-96" fmla="*/ 436179 h 1049866"/>
                      <a:gd name="connsiteX4-97" fmla="*/ 2300598 w 4673016"/>
                      <a:gd name="connsiteY4-98" fmla="*/ 1049866 h 1049866"/>
                      <a:gd name="connsiteX5-99" fmla="*/ 912064 w 4673016"/>
                      <a:gd name="connsiteY5-100" fmla="*/ 457200 h 1049866"/>
                      <a:gd name="connsiteX6-101" fmla="*/ 624198 w 4673016"/>
                      <a:gd name="connsiteY6-102" fmla="*/ 541866 h 1049866"/>
                      <a:gd name="connsiteX7-103" fmla="*/ 0 w 4673016"/>
                      <a:gd name="connsiteY7-104" fmla="*/ 232979 h 1049866"/>
                      <a:gd name="connsiteX8-105" fmla="*/ 912064 w 4673016"/>
                      <a:gd name="connsiteY8-106" fmla="*/ 16933 h 1049866"/>
                      <a:gd name="connsiteX9-107" fmla="*/ 2323954 w 4673016"/>
                      <a:gd name="connsiteY9-108" fmla="*/ 616023 h 1049866"/>
                      <a:gd name="connsiteX10-109" fmla="*/ 3756864 w 4673016"/>
                      <a:gd name="connsiteY10-110" fmla="*/ 0 h 1049866"/>
                      <a:gd name="connsiteX0-111" fmla="*/ 3756864 w 4673016"/>
                      <a:gd name="connsiteY0-112" fmla="*/ 0 h 1049866"/>
                      <a:gd name="connsiteX1-113" fmla="*/ 4673016 w 4673016"/>
                      <a:gd name="connsiteY1-114" fmla="*/ 239402 h 1049866"/>
                      <a:gd name="connsiteX2-115" fmla="*/ 3993931 w 4673016"/>
                      <a:gd name="connsiteY2-116" fmla="*/ 541866 h 1049866"/>
                      <a:gd name="connsiteX3-117" fmla="*/ 3794818 w 4673016"/>
                      <a:gd name="connsiteY3-118" fmla="*/ 436179 h 1049866"/>
                      <a:gd name="connsiteX4-119" fmla="*/ 2300598 w 4673016"/>
                      <a:gd name="connsiteY4-120" fmla="*/ 1049866 h 1049866"/>
                      <a:gd name="connsiteX5-121" fmla="*/ 912064 w 4673016"/>
                      <a:gd name="connsiteY5-122" fmla="*/ 457200 h 1049866"/>
                      <a:gd name="connsiteX6-123" fmla="*/ 624198 w 4673016"/>
                      <a:gd name="connsiteY6-124" fmla="*/ 541866 h 1049866"/>
                      <a:gd name="connsiteX7-125" fmla="*/ 0 w 4673016"/>
                      <a:gd name="connsiteY7-126" fmla="*/ 275021 h 1049866"/>
                      <a:gd name="connsiteX8-127" fmla="*/ 912064 w 4673016"/>
                      <a:gd name="connsiteY8-128" fmla="*/ 16933 h 1049866"/>
                      <a:gd name="connsiteX9-129" fmla="*/ 2323954 w 4673016"/>
                      <a:gd name="connsiteY9-130" fmla="*/ 616023 h 1049866"/>
                      <a:gd name="connsiteX10-131" fmla="*/ 3756864 w 4673016"/>
                      <a:gd name="connsiteY10-132" fmla="*/ 0 h 1049866"/>
                      <a:gd name="connsiteX0-133" fmla="*/ 3756864 w 4673016"/>
                      <a:gd name="connsiteY0-134" fmla="*/ 0 h 1049866"/>
                      <a:gd name="connsiteX1-135" fmla="*/ 4673016 w 4673016"/>
                      <a:gd name="connsiteY1-136" fmla="*/ 239402 h 1049866"/>
                      <a:gd name="connsiteX2-137" fmla="*/ 3993931 w 4673016"/>
                      <a:gd name="connsiteY2-138" fmla="*/ 541866 h 1049866"/>
                      <a:gd name="connsiteX3-139" fmla="*/ 3815839 w 4673016"/>
                      <a:gd name="connsiteY3-140" fmla="*/ 467710 h 1049866"/>
                      <a:gd name="connsiteX4-141" fmla="*/ 2300598 w 4673016"/>
                      <a:gd name="connsiteY4-142" fmla="*/ 1049866 h 1049866"/>
                      <a:gd name="connsiteX5-143" fmla="*/ 912064 w 4673016"/>
                      <a:gd name="connsiteY5-144" fmla="*/ 457200 h 1049866"/>
                      <a:gd name="connsiteX6-145" fmla="*/ 624198 w 4673016"/>
                      <a:gd name="connsiteY6-146" fmla="*/ 541866 h 1049866"/>
                      <a:gd name="connsiteX7-147" fmla="*/ 0 w 4673016"/>
                      <a:gd name="connsiteY7-148" fmla="*/ 275021 h 1049866"/>
                      <a:gd name="connsiteX8-149" fmla="*/ 912064 w 4673016"/>
                      <a:gd name="connsiteY8-150" fmla="*/ 16933 h 1049866"/>
                      <a:gd name="connsiteX9-151" fmla="*/ 2323954 w 4673016"/>
                      <a:gd name="connsiteY9-152" fmla="*/ 616023 h 1049866"/>
                      <a:gd name="connsiteX10-153" fmla="*/ 3756864 w 4673016"/>
                      <a:gd name="connsiteY10-154" fmla="*/ 0 h 104986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2" name="Freeform 411"/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3" name="Freeform 412"/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4" name="Freeform 413"/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-1" fmla="*/ 168165 w 3731172"/>
                      <a:gd name="connsiteY0-2" fmla="*/ 73572 h 1418896"/>
                      <a:gd name="connsiteX1-3" fmla="*/ 451945 w 3731172"/>
                      <a:gd name="connsiteY1-4" fmla="*/ 0 h 1418896"/>
                      <a:gd name="connsiteX2-5" fmla="*/ 1881352 w 3731172"/>
                      <a:gd name="connsiteY2-6" fmla="*/ 599089 h 1418896"/>
                      <a:gd name="connsiteX3-7" fmla="*/ 3363310 w 3731172"/>
                      <a:gd name="connsiteY3-8" fmla="*/ 0 h 1418896"/>
                      <a:gd name="connsiteX4-9" fmla="*/ 3584027 w 3731172"/>
                      <a:gd name="connsiteY4-10" fmla="*/ 73572 h 1418896"/>
                      <a:gd name="connsiteX5-11" fmla="*/ 2627586 w 3731172"/>
                      <a:gd name="connsiteY5-12" fmla="*/ 441434 h 1418896"/>
                      <a:gd name="connsiteX6-13" fmla="*/ 2596055 w 3731172"/>
                      <a:gd name="connsiteY6-14" fmla="*/ 914400 h 1418896"/>
                      <a:gd name="connsiteX7-15" fmla="*/ 3731172 w 3731172"/>
                      <a:gd name="connsiteY7-16" fmla="*/ 1345324 h 1418896"/>
                      <a:gd name="connsiteX8-17" fmla="*/ 3447393 w 3731172"/>
                      <a:gd name="connsiteY8-18" fmla="*/ 1408386 h 1418896"/>
                      <a:gd name="connsiteX9-19" fmla="*/ 1870841 w 3731172"/>
                      <a:gd name="connsiteY9-20" fmla="*/ 746234 h 1418896"/>
                      <a:gd name="connsiteX10-21" fmla="*/ 262758 w 3731172"/>
                      <a:gd name="connsiteY10-22" fmla="*/ 1418896 h 1418896"/>
                      <a:gd name="connsiteX11-23" fmla="*/ 0 w 3731172"/>
                      <a:gd name="connsiteY11-24" fmla="*/ 1324303 h 1418896"/>
                      <a:gd name="connsiteX12-25" fmla="*/ 1145627 w 3731172"/>
                      <a:gd name="connsiteY12-26" fmla="*/ 882869 h 1418896"/>
                      <a:gd name="connsiteX13-27" fmla="*/ 1114096 w 3731172"/>
                      <a:gd name="connsiteY13-28" fmla="*/ 409903 h 1418896"/>
                      <a:gd name="connsiteX14-29" fmla="*/ 441434 w 3731172"/>
                      <a:gd name="connsiteY14-30" fmla="*/ 10510 h 1418896"/>
                      <a:gd name="connsiteX15-31" fmla="*/ 441434 w 3731172"/>
                      <a:gd name="connsiteY15-32" fmla="*/ 10510 h 1418896"/>
                      <a:gd name="connsiteX0-33" fmla="*/ 168165 w 3731172"/>
                      <a:gd name="connsiteY0-34" fmla="*/ 73572 h 1418896"/>
                      <a:gd name="connsiteX1-35" fmla="*/ 451945 w 3731172"/>
                      <a:gd name="connsiteY1-36" fmla="*/ 0 h 1418896"/>
                      <a:gd name="connsiteX2-37" fmla="*/ 1881352 w 3731172"/>
                      <a:gd name="connsiteY2-38" fmla="*/ 599089 h 1418896"/>
                      <a:gd name="connsiteX3-39" fmla="*/ 3363310 w 3731172"/>
                      <a:gd name="connsiteY3-40" fmla="*/ 0 h 1418896"/>
                      <a:gd name="connsiteX4-41" fmla="*/ 3584027 w 3731172"/>
                      <a:gd name="connsiteY4-42" fmla="*/ 73572 h 1418896"/>
                      <a:gd name="connsiteX5-43" fmla="*/ 2627586 w 3731172"/>
                      <a:gd name="connsiteY5-44" fmla="*/ 441434 h 1418896"/>
                      <a:gd name="connsiteX6-45" fmla="*/ 2596055 w 3731172"/>
                      <a:gd name="connsiteY6-46" fmla="*/ 914400 h 1418896"/>
                      <a:gd name="connsiteX7-47" fmla="*/ 3731172 w 3731172"/>
                      <a:gd name="connsiteY7-48" fmla="*/ 1345324 h 1418896"/>
                      <a:gd name="connsiteX8-49" fmla="*/ 3447393 w 3731172"/>
                      <a:gd name="connsiteY8-50" fmla="*/ 1408386 h 1418896"/>
                      <a:gd name="connsiteX9-51" fmla="*/ 1870841 w 3731172"/>
                      <a:gd name="connsiteY9-52" fmla="*/ 746234 h 1418896"/>
                      <a:gd name="connsiteX10-53" fmla="*/ 262758 w 3731172"/>
                      <a:gd name="connsiteY10-54" fmla="*/ 1418896 h 1418896"/>
                      <a:gd name="connsiteX11-55" fmla="*/ 0 w 3731172"/>
                      <a:gd name="connsiteY11-56" fmla="*/ 1324303 h 1418896"/>
                      <a:gd name="connsiteX12-57" fmla="*/ 1145627 w 3731172"/>
                      <a:gd name="connsiteY12-58" fmla="*/ 882869 h 1418896"/>
                      <a:gd name="connsiteX13-59" fmla="*/ 1114096 w 3731172"/>
                      <a:gd name="connsiteY13-60" fmla="*/ 409903 h 1418896"/>
                      <a:gd name="connsiteX14-61" fmla="*/ 441434 w 3731172"/>
                      <a:gd name="connsiteY14-62" fmla="*/ 10510 h 1418896"/>
                      <a:gd name="connsiteX0-63" fmla="*/ 168165 w 3731172"/>
                      <a:gd name="connsiteY0-64" fmla="*/ 73572 h 1418896"/>
                      <a:gd name="connsiteX1-65" fmla="*/ 451945 w 3731172"/>
                      <a:gd name="connsiteY1-66" fmla="*/ 0 h 1418896"/>
                      <a:gd name="connsiteX2-67" fmla="*/ 1881352 w 3731172"/>
                      <a:gd name="connsiteY2-68" fmla="*/ 599089 h 1418896"/>
                      <a:gd name="connsiteX3-69" fmla="*/ 3363310 w 3731172"/>
                      <a:gd name="connsiteY3-70" fmla="*/ 0 h 1418896"/>
                      <a:gd name="connsiteX4-71" fmla="*/ 3584027 w 3731172"/>
                      <a:gd name="connsiteY4-72" fmla="*/ 73572 h 1418896"/>
                      <a:gd name="connsiteX5-73" fmla="*/ 2627586 w 3731172"/>
                      <a:gd name="connsiteY5-74" fmla="*/ 441434 h 1418896"/>
                      <a:gd name="connsiteX6-75" fmla="*/ 2596055 w 3731172"/>
                      <a:gd name="connsiteY6-76" fmla="*/ 914400 h 1418896"/>
                      <a:gd name="connsiteX7-77" fmla="*/ 3731172 w 3731172"/>
                      <a:gd name="connsiteY7-78" fmla="*/ 1345324 h 1418896"/>
                      <a:gd name="connsiteX8-79" fmla="*/ 3447393 w 3731172"/>
                      <a:gd name="connsiteY8-80" fmla="*/ 1408386 h 1418896"/>
                      <a:gd name="connsiteX9-81" fmla="*/ 1870841 w 3731172"/>
                      <a:gd name="connsiteY9-82" fmla="*/ 746234 h 1418896"/>
                      <a:gd name="connsiteX10-83" fmla="*/ 262758 w 3731172"/>
                      <a:gd name="connsiteY10-84" fmla="*/ 1418896 h 1418896"/>
                      <a:gd name="connsiteX11-85" fmla="*/ 0 w 3731172"/>
                      <a:gd name="connsiteY11-86" fmla="*/ 1324303 h 1418896"/>
                      <a:gd name="connsiteX12-87" fmla="*/ 1145627 w 3731172"/>
                      <a:gd name="connsiteY12-88" fmla="*/ 882869 h 1418896"/>
                      <a:gd name="connsiteX13-89" fmla="*/ 1114096 w 3731172"/>
                      <a:gd name="connsiteY13-90" fmla="*/ 409903 h 1418896"/>
                      <a:gd name="connsiteX14-91" fmla="*/ 357351 w 3731172"/>
                      <a:gd name="connsiteY14-92" fmla="*/ 115613 h 1418896"/>
                      <a:gd name="connsiteX0-93" fmla="*/ 168165 w 3731172"/>
                      <a:gd name="connsiteY0-94" fmla="*/ 73572 h 1418896"/>
                      <a:gd name="connsiteX1-95" fmla="*/ 451945 w 3731172"/>
                      <a:gd name="connsiteY1-96" fmla="*/ 0 h 1418896"/>
                      <a:gd name="connsiteX2-97" fmla="*/ 1881352 w 3731172"/>
                      <a:gd name="connsiteY2-98" fmla="*/ 599089 h 1418896"/>
                      <a:gd name="connsiteX3-99" fmla="*/ 3363310 w 3731172"/>
                      <a:gd name="connsiteY3-100" fmla="*/ 0 h 1418896"/>
                      <a:gd name="connsiteX4-101" fmla="*/ 3584027 w 3731172"/>
                      <a:gd name="connsiteY4-102" fmla="*/ 73572 h 1418896"/>
                      <a:gd name="connsiteX5-103" fmla="*/ 2627586 w 3731172"/>
                      <a:gd name="connsiteY5-104" fmla="*/ 441434 h 1418896"/>
                      <a:gd name="connsiteX6-105" fmla="*/ 2596055 w 3731172"/>
                      <a:gd name="connsiteY6-106" fmla="*/ 914400 h 1418896"/>
                      <a:gd name="connsiteX7-107" fmla="*/ 3731172 w 3731172"/>
                      <a:gd name="connsiteY7-108" fmla="*/ 1345324 h 1418896"/>
                      <a:gd name="connsiteX8-109" fmla="*/ 3447393 w 3731172"/>
                      <a:gd name="connsiteY8-110" fmla="*/ 1408386 h 1418896"/>
                      <a:gd name="connsiteX9-111" fmla="*/ 1870841 w 3731172"/>
                      <a:gd name="connsiteY9-112" fmla="*/ 746234 h 1418896"/>
                      <a:gd name="connsiteX10-113" fmla="*/ 262758 w 3731172"/>
                      <a:gd name="connsiteY10-114" fmla="*/ 1418896 h 1418896"/>
                      <a:gd name="connsiteX11-115" fmla="*/ 0 w 3731172"/>
                      <a:gd name="connsiteY11-116" fmla="*/ 1324303 h 1418896"/>
                      <a:gd name="connsiteX12-117" fmla="*/ 1145627 w 3731172"/>
                      <a:gd name="connsiteY12-118" fmla="*/ 882869 h 1418896"/>
                      <a:gd name="connsiteX13-119" fmla="*/ 1114096 w 3731172"/>
                      <a:gd name="connsiteY13-120" fmla="*/ 409903 h 1418896"/>
                      <a:gd name="connsiteX14-121" fmla="*/ 147144 w 3731172"/>
                      <a:gd name="connsiteY14-122" fmla="*/ 63061 h 1418896"/>
                      <a:gd name="connsiteX0-123" fmla="*/ 168165 w 3731172"/>
                      <a:gd name="connsiteY0-124" fmla="*/ 73572 h 1418896"/>
                      <a:gd name="connsiteX1-125" fmla="*/ 451945 w 3731172"/>
                      <a:gd name="connsiteY1-126" fmla="*/ 0 h 1418896"/>
                      <a:gd name="connsiteX2-127" fmla="*/ 1881352 w 3731172"/>
                      <a:gd name="connsiteY2-128" fmla="*/ 599089 h 1418896"/>
                      <a:gd name="connsiteX3-129" fmla="*/ 3363310 w 3731172"/>
                      <a:gd name="connsiteY3-130" fmla="*/ 0 h 1418896"/>
                      <a:gd name="connsiteX4-131" fmla="*/ 3584027 w 3731172"/>
                      <a:gd name="connsiteY4-132" fmla="*/ 73572 h 1418896"/>
                      <a:gd name="connsiteX5-133" fmla="*/ 2627586 w 3731172"/>
                      <a:gd name="connsiteY5-134" fmla="*/ 441434 h 1418896"/>
                      <a:gd name="connsiteX6-135" fmla="*/ 2596055 w 3731172"/>
                      <a:gd name="connsiteY6-136" fmla="*/ 914400 h 1418896"/>
                      <a:gd name="connsiteX7-137" fmla="*/ 3731172 w 3731172"/>
                      <a:gd name="connsiteY7-138" fmla="*/ 1345324 h 1418896"/>
                      <a:gd name="connsiteX8-139" fmla="*/ 3447393 w 3731172"/>
                      <a:gd name="connsiteY8-140" fmla="*/ 1408386 h 1418896"/>
                      <a:gd name="connsiteX9-141" fmla="*/ 1870841 w 3731172"/>
                      <a:gd name="connsiteY9-142" fmla="*/ 746234 h 1418896"/>
                      <a:gd name="connsiteX10-143" fmla="*/ 262758 w 3731172"/>
                      <a:gd name="connsiteY10-144" fmla="*/ 1418896 h 1418896"/>
                      <a:gd name="connsiteX11-145" fmla="*/ 0 w 3731172"/>
                      <a:gd name="connsiteY11-146" fmla="*/ 1324303 h 1418896"/>
                      <a:gd name="connsiteX12-147" fmla="*/ 1145627 w 3731172"/>
                      <a:gd name="connsiteY12-148" fmla="*/ 882869 h 1418896"/>
                      <a:gd name="connsiteX13-149" fmla="*/ 1114096 w 3731172"/>
                      <a:gd name="connsiteY13-150" fmla="*/ 420413 h 1418896"/>
                      <a:gd name="connsiteX14-151" fmla="*/ 147144 w 3731172"/>
                      <a:gd name="connsiteY14-152" fmla="*/ 63061 h 1418896"/>
                      <a:gd name="connsiteX0-153" fmla="*/ 168165 w 3731172"/>
                      <a:gd name="connsiteY0-154" fmla="*/ 73572 h 1418896"/>
                      <a:gd name="connsiteX1-155" fmla="*/ 451945 w 3731172"/>
                      <a:gd name="connsiteY1-156" fmla="*/ 0 h 1418896"/>
                      <a:gd name="connsiteX2-157" fmla="*/ 1881352 w 3731172"/>
                      <a:gd name="connsiteY2-158" fmla="*/ 599089 h 1418896"/>
                      <a:gd name="connsiteX3-159" fmla="*/ 3363310 w 3731172"/>
                      <a:gd name="connsiteY3-160" fmla="*/ 0 h 1418896"/>
                      <a:gd name="connsiteX4-161" fmla="*/ 3584027 w 3731172"/>
                      <a:gd name="connsiteY4-162" fmla="*/ 73572 h 1418896"/>
                      <a:gd name="connsiteX5-163" fmla="*/ 2627586 w 3731172"/>
                      <a:gd name="connsiteY5-164" fmla="*/ 441434 h 1418896"/>
                      <a:gd name="connsiteX6-165" fmla="*/ 2596055 w 3731172"/>
                      <a:gd name="connsiteY6-166" fmla="*/ 914400 h 1418896"/>
                      <a:gd name="connsiteX7-167" fmla="*/ 3731172 w 3731172"/>
                      <a:gd name="connsiteY7-168" fmla="*/ 1345324 h 1418896"/>
                      <a:gd name="connsiteX8-169" fmla="*/ 3447393 w 3731172"/>
                      <a:gd name="connsiteY8-170" fmla="*/ 1408386 h 1418896"/>
                      <a:gd name="connsiteX9-171" fmla="*/ 1870841 w 3731172"/>
                      <a:gd name="connsiteY9-172" fmla="*/ 746234 h 1418896"/>
                      <a:gd name="connsiteX10-173" fmla="*/ 262758 w 3731172"/>
                      <a:gd name="connsiteY10-174" fmla="*/ 1418896 h 1418896"/>
                      <a:gd name="connsiteX11-175" fmla="*/ 0 w 3731172"/>
                      <a:gd name="connsiteY11-176" fmla="*/ 1324303 h 1418896"/>
                      <a:gd name="connsiteX12-177" fmla="*/ 1145627 w 3731172"/>
                      <a:gd name="connsiteY12-178" fmla="*/ 882869 h 1418896"/>
                      <a:gd name="connsiteX13-179" fmla="*/ 1114096 w 3731172"/>
                      <a:gd name="connsiteY13-180" fmla="*/ 420413 h 1418896"/>
                      <a:gd name="connsiteX14-181" fmla="*/ 189185 w 3731172"/>
                      <a:gd name="connsiteY14-182" fmla="*/ 84081 h 1418896"/>
                      <a:gd name="connsiteX0-183" fmla="*/ 168165 w 3731172"/>
                      <a:gd name="connsiteY0-184" fmla="*/ 73572 h 1418896"/>
                      <a:gd name="connsiteX1-185" fmla="*/ 451945 w 3731172"/>
                      <a:gd name="connsiteY1-186" fmla="*/ 0 h 1418896"/>
                      <a:gd name="connsiteX2-187" fmla="*/ 1881352 w 3731172"/>
                      <a:gd name="connsiteY2-188" fmla="*/ 599089 h 1418896"/>
                      <a:gd name="connsiteX3-189" fmla="*/ 3363310 w 3731172"/>
                      <a:gd name="connsiteY3-190" fmla="*/ 0 h 1418896"/>
                      <a:gd name="connsiteX4-191" fmla="*/ 3584027 w 3731172"/>
                      <a:gd name="connsiteY4-192" fmla="*/ 73572 h 1418896"/>
                      <a:gd name="connsiteX5-193" fmla="*/ 2627586 w 3731172"/>
                      <a:gd name="connsiteY5-194" fmla="*/ 441434 h 1418896"/>
                      <a:gd name="connsiteX6-195" fmla="*/ 2596055 w 3731172"/>
                      <a:gd name="connsiteY6-196" fmla="*/ 914400 h 1418896"/>
                      <a:gd name="connsiteX7-197" fmla="*/ 3731172 w 3731172"/>
                      <a:gd name="connsiteY7-198" fmla="*/ 1345324 h 1418896"/>
                      <a:gd name="connsiteX8-199" fmla="*/ 3447393 w 3731172"/>
                      <a:gd name="connsiteY8-200" fmla="*/ 1408386 h 1418896"/>
                      <a:gd name="connsiteX9-201" fmla="*/ 1870841 w 3731172"/>
                      <a:gd name="connsiteY9-202" fmla="*/ 746234 h 1418896"/>
                      <a:gd name="connsiteX10-203" fmla="*/ 262758 w 3731172"/>
                      <a:gd name="connsiteY10-204" fmla="*/ 1418896 h 1418896"/>
                      <a:gd name="connsiteX11-205" fmla="*/ 0 w 3731172"/>
                      <a:gd name="connsiteY11-206" fmla="*/ 1324303 h 1418896"/>
                      <a:gd name="connsiteX12-207" fmla="*/ 1145627 w 3731172"/>
                      <a:gd name="connsiteY12-208" fmla="*/ 882869 h 1418896"/>
                      <a:gd name="connsiteX13-209" fmla="*/ 1114096 w 3731172"/>
                      <a:gd name="connsiteY13-210" fmla="*/ 420413 h 1418896"/>
                      <a:gd name="connsiteX14-211" fmla="*/ 189185 w 3731172"/>
                      <a:gd name="connsiteY14-212" fmla="*/ 84081 h 1418896"/>
                      <a:gd name="connsiteX15-213" fmla="*/ 168165 w 3731172"/>
                      <a:gd name="connsiteY15-214" fmla="*/ 73572 h 1418896"/>
                      <a:gd name="connsiteX0-215" fmla="*/ 168165 w 3731172"/>
                      <a:gd name="connsiteY0-216" fmla="*/ 73572 h 1418896"/>
                      <a:gd name="connsiteX1-217" fmla="*/ 451945 w 3731172"/>
                      <a:gd name="connsiteY1-218" fmla="*/ 0 h 1418896"/>
                      <a:gd name="connsiteX2-219" fmla="*/ 1881352 w 3731172"/>
                      <a:gd name="connsiteY2-220" fmla="*/ 599089 h 1418896"/>
                      <a:gd name="connsiteX3-221" fmla="*/ 3363310 w 3731172"/>
                      <a:gd name="connsiteY3-222" fmla="*/ 0 h 1418896"/>
                      <a:gd name="connsiteX4-223" fmla="*/ 3584027 w 3731172"/>
                      <a:gd name="connsiteY4-224" fmla="*/ 73572 h 1418896"/>
                      <a:gd name="connsiteX5-225" fmla="*/ 2627586 w 3731172"/>
                      <a:gd name="connsiteY5-226" fmla="*/ 441434 h 1418896"/>
                      <a:gd name="connsiteX6-227" fmla="*/ 2596055 w 3731172"/>
                      <a:gd name="connsiteY6-228" fmla="*/ 914400 h 1418896"/>
                      <a:gd name="connsiteX7-229" fmla="*/ 3731172 w 3731172"/>
                      <a:gd name="connsiteY7-230" fmla="*/ 1345324 h 1418896"/>
                      <a:gd name="connsiteX8-231" fmla="*/ 3447393 w 3731172"/>
                      <a:gd name="connsiteY8-232" fmla="*/ 1408386 h 1418896"/>
                      <a:gd name="connsiteX9-233" fmla="*/ 1870841 w 3731172"/>
                      <a:gd name="connsiteY9-234" fmla="*/ 746234 h 1418896"/>
                      <a:gd name="connsiteX10-235" fmla="*/ 262758 w 3731172"/>
                      <a:gd name="connsiteY10-236" fmla="*/ 1418896 h 1418896"/>
                      <a:gd name="connsiteX11-237" fmla="*/ 0 w 3731172"/>
                      <a:gd name="connsiteY11-238" fmla="*/ 1324303 h 1418896"/>
                      <a:gd name="connsiteX12-239" fmla="*/ 1145627 w 3731172"/>
                      <a:gd name="connsiteY12-240" fmla="*/ 882869 h 1418896"/>
                      <a:gd name="connsiteX13-241" fmla="*/ 1156137 w 3731172"/>
                      <a:gd name="connsiteY13-242" fmla="*/ 441434 h 1418896"/>
                      <a:gd name="connsiteX14-243" fmla="*/ 189185 w 3731172"/>
                      <a:gd name="connsiteY14-244" fmla="*/ 84081 h 1418896"/>
                      <a:gd name="connsiteX15-245" fmla="*/ 168165 w 3731172"/>
                      <a:gd name="connsiteY15-246" fmla="*/ 73572 h 1418896"/>
                      <a:gd name="connsiteX0-247" fmla="*/ 168165 w 3731172"/>
                      <a:gd name="connsiteY0-248" fmla="*/ 73572 h 1418896"/>
                      <a:gd name="connsiteX1-249" fmla="*/ 451945 w 3731172"/>
                      <a:gd name="connsiteY1-250" fmla="*/ 0 h 1418896"/>
                      <a:gd name="connsiteX2-251" fmla="*/ 1881352 w 3731172"/>
                      <a:gd name="connsiteY2-252" fmla="*/ 599089 h 1418896"/>
                      <a:gd name="connsiteX3-253" fmla="*/ 3363310 w 3731172"/>
                      <a:gd name="connsiteY3-254" fmla="*/ 0 h 1418896"/>
                      <a:gd name="connsiteX4-255" fmla="*/ 3584027 w 3731172"/>
                      <a:gd name="connsiteY4-256" fmla="*/ 73572 h 1418896"/>
                      <a:gd name="connsiteX5-257" fmla="*/ 2627586 w 3731172"/>
                      <a:gd name="connsiteY5-258" fmla="*/ 441434 h 1418896"/>
                      <a:gd name="connsiteX6-259" fmla="*/ 2596055 w 3731172"/>
                      <a:gd name="connsiteY6-260" fmla="*/ 914400 h 1418896"/>
                      <a:gd name="connsiteX7-261" fmla="*/ 3731172 w 3731172"/>
                      <a:gd name="connsiteY7-262" fmla="*/ 1345324 h 1418896"/>
                      <a:gd name="connsiteX8-263" fmla="*/ 3447393 w 3731172"/>
                      <a:gd name="connsiteY8-264" fmla="*/ 1408386 h 1418896"/>
                      <a:gd name="connsiteX9-265" fmla="*/ 1870841 w 3731172"/>
                      <a:gd name="connsiteY9-266" fmla="*/ 746234 h 1418896"/>
                      <a:gd name="connsiteX10-267" fmla="*/ 262758 w 3731172"/>
                      <a:gd name="connsiteY10-268" fmla="*/ 1418896 h 1418896"/>
                      <a:gd name="connsiteX11-269" fmla="*/ 0 w 3731172"/>
                      <a:gd name="connsiteY11-270" fmla="*/ 1324303 h 1418896"/>
                      <a:gd name="connsiteX12-271" fmla="*/ 1145627 w 3731172"/>
                      <a:gd name="connsiteY12-272" fmla="*/ 882869 h 1418896"/>
                      <a:gd name="connsiteX13-273" fmla="*/ 1145626 w 3731172"/>
                      <a:gd name="connsiteY13-274" fmla="*/ 451945 h 1418896"/>
                      <a:gd name="connsiteX14-275" fmla="*/ 189185 w 3731172"/>
                      <a:gd name="connsiteY14-276" fmla="*/ 84081 h 1418896"/>
                      <a:gd name="connsiteX15-277" fmla="*/ 168165 w 3731172"/>
                      <a:gd name="connsiteY15-278" fmla="*/ 73572 h 1418896"/>
                      <a:gd name="connsiteX0-279" fmla="*/ 168165 w 3731172"/>
                      <a:gd name="connsiteY0-280" fmla="*/ 73572 h 1418896"/>
                      <a:gd name="connsiteX1-281" fmla="*/ 451945 w 3731172"/>
                      <a:gd name="connsiteY1-282" fmla="*/ 0 h 1418896"/>
                      <a:gd name="connsiteX2-283" fmla="*/ 1881352 w 3731172"/>
                      <a:gd name="connsiteY2-284" fmla="*/ 599089 h 1418896"/>
                      <a:gd name="connsiteX3-285" fmla="*/ 3363310 w 3731172"/>
                      <a:gd name="connsiteY3-286" fmla="*/ 0 h 1418896"/>
                      <a:gd name="connsiteX4-287" fmla="*/ 3584027 w 3731172"/>
                      <a:gd name="connsiteY4-288" fmla="*/ 73572 h 1418896"/>
                      <a:gd name="connsiteX5-289" fmla="*/ 2627586 w 3731172"/>
                      <a:gd name="connsiteY5-290" fmla="*/ 441434 h 1418896"/>
                      <a:gd name="connsiteX6-291" fmla="*/ 2596055 w 3731172"/>
                      <a:gd name="connsiteY6-292" fmla="*/ 914400 h 1418896"/>
                      <a:gd name="connsiteX7-293" fmla="*/ 3731172 w 3731172"/>
                      <a:gd name="connsiteY7-294" fmla="*/ 1345324 h 1418896"/>
                      <a:gd name="connsiteX8-295" fmla="*/ 3447393 w 3731172"/>
                      <a:gd name="connsiteY8-296" fmla="*/ 1408386 h 1418896"/>
                      <a:gd name="connsiteX9-297" fmla="*/ 1870841 w 3731172"/>
                      <a:gd name="connsiteY9-298" fmla="*/ 746234 h 1418896"/>
                      <a:gd name="connsiteX10-299" fmla="*/ 262758 w 3731172"/>
                      <a:gd name="connsiteY10-300" fmla="*/ 1418896 h 1418896"/>
                      <a:gd name="connsiteX11-301" fmla="*/ 0 w 3731172"/>
                      <a:gd name="connsiteY11-302" fmla="*/ 1324303 h 1418896"/>
                      <a:gd name="connsiteX12-303" fmla="*/ 1145627 w 3731172"/>
                      <a:gd name="connsiteY12-304" fmla="*/ 903890 h 1418896"/>
                      <a:gd name="connsiteX13-305" fmla="*/ 1145626 w 3731172"/>
                      <a:gd name="connsiteY13-306" fmla="*/ 451945 h 1418896"/>
                      <a:gd name="connsiteX14-307" fmla="*/ 189185 w 3731172"/>
                      <a:gd name="connsiteY14-308" fmla="*/ 84081 h 1418896"/>
                      <a:gd name="connsiteX15-309" fmla="*/ 168165 w 3731172"/>
                      <a:gd name="connsiteY15-310" fmla="*/ 73572 h 1418896"/>
                      <a:gd name="connsiteX0-311" fmla="*/ 147144 w 3710151"/>
                      <a:gd name="connsiteY0-312" fmla="*/ 73572 h 1418896"/>
                      <a:gd name="connsiteX1-313" fmla="*/ 430924 w 3710151"/>
                      <a:gd name="connsiteY1-314" fmla="*/ 0 h 1418896"/>
                      <a:gd name="connsiteX2-315" fmla="*/ 1860331 w 3710151"/>
                      <a:gd name="connsiteY2-316" fmla="*/ 599089 h 1418896"/>
                      <a:gd name="connsiteX3-317" fmla="*/ 3342289 w 3710151"/>
                      <a:gd name="connsiteY3-318" fmla="*/ 0 h 1418896"/>
                      <a:gd name="connsiteX4-319" fmla="*/ 3563006 w 3710151"/>
                      <a:gd name="connsiteY4-320" fmla="*/ 73572 h 1418896"/>
                      <a:gd name="connsiteX5-321" fmla="*/ 2606565 w 3710151"/>
                      <a:gd name="connsiteY5-322" fmla="*/ 441434 h 1418896"/>
                      <a:gd name="connsiteX6-323" fmla="*/ 2575034 w 3710151"/>
                      <a:gd name="connsiteY6-324" fmla="*/ 914400 h 1418896"/>
                      <a:gd name="connsiteX7-325" fmla="*/ 3710151 w 3710151"/>
                      <a:gd name="connsiteY7-326" fmla="*/ 1345324 h 1418896"/>
                      <a:gd name="connsiteX8-327" fmla="*/ 3426372 w 3710151"/>
                      <a:gd name="connsiteY8-328" fmla="*/ 1408386 h 1418896"/>
                      <a:gd name="connsiteX9-329" fmla="*/ 1849820 w 3710151"/>
                      <a:gd name="connsiteY9-330" fmla="*/ 746234 h 1418896"/>
                      <a:gd name="connsiteX10-331" fmla="*/ 241737 w 3710151"/>
                      <a:gd name="connsiteY10-332" fmla="*/ 1418896 h 1418896"/>
                      <a:gd name="connsiteX11-333" fmla="*/ 0 w 3710151"/>
                      <a:gd name="connsiteY11-334" fmla="*/ 1334814 h 1418896"/>
                      <a:gd name="connsiteX12-335" fmla="*/ 1124606 w 3710151"/>
                      <a:gd name="connsiteY12-336" fmla="*/ 903890 h 1418896"/>
                      <a:gd name="connsiteX13-337" fmla="*/ 1124605 w 3710151"/>
                      <a:gd name="connsiteY13-338" fmla="*/ 451945 h 1418896"/>
                      <a:gd name="connsiteX14-339" fmla="*/ 168164 w 3710151"/>
                      <a:gd name="connsiteY14-340" fmla="*/ 84081 h 1418896"/>
                      <a:gd name="connsiteX15-341" fmla="*/ 147144 w 3710151"/>
                      <a:gd name="connsiteY15-342" fmla="*/ 73572 h 1418896"/>
                      <a:gd name="connsiteX0-343" fmla="*/ 147144 w 3710151"/>
                      <a:gd name="connsiteY0-344" fmla="*/ 73572 h 1418896"/>
                      <a:gd name="connsiteX1-345" fmla="*/ 430924 w 3710151"/>
                      <a:gd name="connsiteY1-346" fmla="*/ 0 h 1418896"/>
                      <a:gd name="connsiteX2-347" fmla="*/ 1860331 w 3710151"/>
                      <a:gd name="connsiteY2-348" fmla="*/ 599089 h 1418896"/>
                      <a:gd name="connsiteX3-349" fmla="*/ 3342289 w 3710151"/>
                      <a:gd name="connsiteY3-350" fmla="*/ 0 h 1418896"/>
                      <a:gd name="connsiteX4-351" fmla="*/ 3563006 w 3710151"/>
                      <a:gd name="connsiteY4-352" fmla="*/ 73572 h 1418896"/>
                      <a:gd name="connsiteX5-353" fmla="*/ 2606565 w 3710151"/>
                      <a:gd name="connsiteY5-354" fmla="*/ 441434 h 1418896"/>
                      <a:gd name="connsiteX6-355" fmla="*/ 2606565 w 3710151"/>
                      <a:gd name="connsiteY6-356" fmla="*/ 924910 h 1418896"/>
                      <a:gd name="connsiteX7-357" fmla="*/ 3710151 w 3710151"/>
                      <a:gd name="connsiteY7-358" fmla="*/ 1345324 h 1418896"/>
                      <a:gd name="connsiteX8-359" fmla="*/ 3426372 w 3710151"/>
                      <a:gd name="connsiteY8-360" fmla="*/ 1408386 h 1418896"/>
                      <a:gd name="connsiteX9-361" fmla="*/ 1849820 w 3710151"/>
                      <a:gd name="connsiteY9-362" fmla="*/ 746234 h 1418896"/>
                      <a:gd name="connsiteX10-363" fmla="*/ 241737 w 3710151"/>
                      <a:gd name="connsiteY10-364" fmla="*/ 1418896 h 1418896"/>
                      <a:gd name="connsiteX11-365" fmla="*/ 0 w 3710151"/>
                      <a:gd name="connsiteY11-366" fmla="*/ 1334814 h 1418896"/>
                      <a:gd name="connsiteX12-367" fmla="*/ 1124606 w 3710151"/>
                      <a:gd name="connsiteY12-368" fmla="*/ 903890 h 1418896"/>
                      <a:gd name="connsiteX13-369" fmla="*/ 1124605 w 3710151"/>
                      <a:gd name="connsiteY13-370" fmla="*/ 451945 h 1418896"/>
                      <a:gd name="connsiteX14-371" fmla="*/ 168164 w 3710151"/>
                      <a:gd name="connsiteY14-372" fmla="*/ 84081 h 1418896"/>
                      <a:gd name="connsiteX15-373" fmla="*/ 147144 w 3710151"/>
                      <a:gd name="connsiteY15-374" fmla="*/ 73572 h 1418896"/>
                      <a:gd name="connsiteX0-375" fmla="*/ 147144 w 3710151"/>
                      <a:gd name="connsiteY0-376" fmla="*/ 73572 h 1418896"/>
                      <a:gd name="connsiteX1-377" fmla="*/ 430924 w 3710151"/>
                      <a:gd name="connsiteY1-378" fmla="*/ 0 h 1418896"/>
                      <a:gd name="connsiteX2-379" fmla="*/ 1860331 w 3710151"/>
                      <a:gd name="connsiteY2-380" fmla="*/ 599089 h 1418896"/>
                      <a:gd name="connsiteX3-381" fmla="*/ 3342289 w 3710151"/>
                      <a:gd name="connsiteY3-382" fmla="*/ 0 h 1418896"/>
                      <a:gd name="connsiteX4-383" fmla="*/ 3563006 w 3710151"/>
                      <a:gd name="connsiteY4-384" fmla="*/ 73572 h 1418896"/>
                      <a:gd name="connsiteX5-385" fmla="*/ 2606565 w 3710151"/>
                      <a:gd name="connsiteY5-386" fmla="*/ 441434 h 1418896"/>
                      <a:gd name="connsiteX6-387" fmla="*/ 2610282 w 3710151"/>
                      <a:gd name="connsiteY6-388" fmla="*/ 902607 h 1418896"/>
                      <a:gd name="connsiteX7-389" fmla="*/ 3710151 w 3710151"/>
                      <a:gd name="connsiteY7-390" fmla="*/ 1345324 h 1418896"/>
                      <a:gd name="connsiteX8-391" fmla="*/ 3426372 w 3710151"/>
                      <a:gd name="connsiteY8-392" fmla="*/ 1408386 h 1418896"/>
                      <a:gd name="connsiteX9-393" fmla="*/ 1849820 w 3710151"/>
                      <a:gd name="connsiteY9-394" fmla="*/ 746234 h 1418896"/>
                      <a:gd name="connsiteX10-395" fmla="*/ 241737 w 3710151"/>
                      <a:gd name="connsiteY10-396" fmla="*/ 1418896 h 1418896"/>
                      <a:gd name="connsiteX11-397" fmla="*/ 0 w 3710151"/>
                      <a:gd name="connsiteY11-398" fmla="*/ 1334814 h 1418896"/>
                      <a:gd name="connsiteX12-399" fmla="*/ 1124606 w 3710151"/>
                      <a:gd name="connsiteY12-400" fmla="*/ 903890 h 1418896"/>
                      <a:gd name="connsiteX13-401" fmla="*/ 1124605 w 3710151"/>
                      <a:gd name="connsiteY13-402" fmla="*/ 451945 h 1418896"/>
                      <a:gd name="connsiteX14-403" fmla="*/ 168164 w 3710151"/>
                      <a:gd name="connsiteY14-404" fmla="*/ 84081 h 1418896"/>
                      <a:gd name="connsiteX15-405" fmla="*/ 147144 w 3710151"/>
                      <a:gd name="connsiteY15-406" fmla="*/ 73572 h 1418896"/>
                      <a:gd name="connsiteX0-407" fmla="*/ 147144 w 3710151"/>
                      <a:gd name="connsiteY0-408" fmla="*/ 73572 h 1418896"/>
                      <a:gd name="connsiteX1-409" fmla="*/ 430924 w 3710151"/>
                      <a:gd name="connsiteY1-410" fmla="*/ 0 h 1418896"/>
                      <a:gd name="connsiteX2-411" fmla="*/ 1860331 w 3710151"/>
                      <a:gd name="connsiteY2-412" fmla="*/ 599089 h 1418896"/>
                      <a:gd name="connsiteX3-413" fmla="*/ 3342289 w 3710151"/>
                      <a:gd name="connsiteY3-414" fmla="*/ 0 h 1418896"/>
                      <a:gd name="connsiteX4-415" fmla="*/ 3563006 w 3710151"/>
                      <a:gd name="connsiteY4-416" fmla="*/ 73572 h 1418896"/>
                      <a:gd name="connsiteX5-417" fmla="*/ 2617717 w 3710151"/>
                      <a:gd name="connsiteY5-418" fmla="*/ 445151 h 1418896"/>
                      <a:gd name="connsiteX6-419" fmla="*/ 2610282 w 3710151"/>
                      <a:gd name="connsiteY6-420" fmla="*/ 902607 h 1418896"/>
                      <a:gd name="connsiteX7-421" fmla="*/ 3710151 w 3710151"/>
                      <a:gd name="connsiteY7-422" fmla="*/ 1345324 h 1418896"/>
                      <a:gd name="connsiteX8-423" fmla="*/ 3426372 w 3710151"/>
                      <a:gd name="connsiteY8-424" fmla="*/ 1408386 h 1418896"/>
                      <a:gd name="connsiteX9-425" fmla="*/ 1849820 w 3710151"/>
                      <a:gd name="connsiteY9-426" fmla="*/ 746234 h 1418896"/>
                      <a:gd name="connsiteX10-427" fmla="*/ 241737 w 3710151"/>
                      <a:gd name="connsiteY10-428" fmla="*/ 1418896 h 1418896"/>
                      <a:gd name="connsiteX11-429" fmla="*/ 0 w 3710151"/>
                      <a:gd name="connsiteY11-430" fmla="*/ 1334814 h 1418896"/>
                      <a:gd name="connsiteX12-431" fmla="*/ 1124606 w 3710151"/>
                      <a:gd name="connsiteY12-432" fmla="*/ 903890 h 1418896"/>
                      <a:gd name="connsiteX13-433" fmla="*/ 1124605 w 3710151"/>
                      <a:gd name="connsiteY13-434" fmla="*/ 451945 h 1418896"/>
                      <a:gd name="connsiteX14-435" fmla="*/ 168164 w 3710151"/>
                      <a:gd name="connsiteY14-436" fmla="*/ 84081 h 1418896"/>
                      <a:gd name="connsiteX15-437" fmla="*/ 147144 w 3710151"/>
                      <a:gd name="connsiteY15-438" fmla="*/ 73572 h 1418896"/>
                      <a:gd name="connsiteX0-439" fmla="*/ 147144 w 3710151"/>
                      <a:gd name="connsiteY0-440" fmla="*/ 73572 h 1418896"/>
                      <a:gd name="connsiteX1-441" fmla="*/ 430924 w 3710151"/>
                      <a:gd name="connsiteY1-442" fmla="*/ 0 h 1418896"/>
                      <a:gd name="connsiteX2-443" fmla="*/ 1860331 w 3710151"/>
                      <a:gd name="connsiteY2-444" fmla="*/ 599089 h 1418896"/>
                      <a:gd name="connsiteX3-445" fmla="*/ 3342289 w 3710151"/>
                      <a:gd name="connsiteY3-446" fmla="*/ 0 h 1418896"/>
                      <a:gd name="connsiteX4-447" fmla="*/ 3563006 w 3710151"/>
                      <a:gd name="connsiteY4-448" fmla="*/ 73572 h 1418896"/>
                      <a:gd name="connsiteX5-449" fmla="*/ 2617717 w 3710151"/>
                      <a:gd name="connsiteY5-450" fmla="*/ 448868 h 1418896"/>
                      <a:gd name="connsiteX6-451" fmla="*/ 2610282 w 3710151"/>
                      <a:gd name="connsiteY6-452" fmla="*/ 902607 h 1418896"/>
                      <a:gd name="connsiteX7-453" fmla="*/ 3710151 w 3710151"/>
                      <a:gd name="connsiteY7-454" fmla="*/ 1345324 h 1418896"/>
                      <a:gd name="connsiteX8-455" fmla="*/ 3426372 w 3710151"/>
                      <a:gd name="connsiteY8-456" fmla="*/ 1408386 h 1418896"/>
                      <a:gd name="connsiteX9-457" fmla="*/ 1849820 w 3710151"/>
                      <a:gd name="connsiteY9-458" fmla="*/ 746234 h 1418896"/>
                      <a:gd name="connsiteX10-459" fmla="*/ 241737 w 3710151"/>
                      <a:gd name="connsiteY10-460" fmla="*/ 1418896 h 1418896"/>
                      <a:gd name="connsiteX11-461" fmla="*/ 0 w 3710151"/>
                      <a:gd name="connsiteY11-462" fmla="*/ 1334814 h 1418896"/>
                      <a:gd name="connsiteX12-463" fmla="*/ 1124606 w 3710151"/>
                      <a:gd name="connsiteY12-464" fmla="*/ 903890 h 1418896"/>
                      <a:gd name="connsiteX13-465" fmla="*/ 1124605 w 3710151"/>
                      <a:gd name="connsiteY13-466" fmla="*/ 451945 h 1418896"/>
                      <a:gd name="connsiteX14-467" fmla="*/ 168164 w 3710151"/>
                      <a:gd name="connsiteY14-468" fmla="*/ 84081 h 1418896"/>
                      <a:gd name="connsiteX15-469" fmla="*/ 147144 w 3710151"/>
                      <a:gd name="connsiteY15-470" fmla="*/ 73572 h 1418896"/>
                      <a:gd name="connsiteX0-471" fmla="*/ 147144 w 3710151"/>
                      <a:gd name="connsiteY0-472" fmla="*/ 73572 h 1418896"/>
                      <a:gd name="connsiteX1-473" fmla="*/ 430924 w 3710151"/>
                      <a:gd name="connsiteY1-474" fmla="*/ 0 h 1418896"/>
                      <a:gd name="connsiteX2-475" fmla="*/ 1838028 w 3710151"/>
                      <a:gd name="connsiteY2-476" fmla="*/ 591655 h 1418896"/>
                      <a:gd name="connsiteX3-477" fmla="*/ 3342289 w 3710151"/>
                      <a:gd name="connsiteY3-478" fmla="*/ 0 h 1418896"/>
                      <a:gd name="connsiteX4-479" fmla="*/ 3563006 w 3710151"/>
                      <a:gd name="connsiteY4-480" fmla="*/ 73572 h 1418896"/>
                      <a:gd name="connsiteX5-481" fmla="*/ 2617717 w 3710151"/>
                      <a:gd name="connsiteY5-482" fmla="*/ 448868 h 1418896"/>
                      <a:gd name="connsiteX6-483" fmla="*/ 2610282 w 3710151"/>
                      <a:gd name="connsiteY6-484" fmla="*/ 902607 h 1418896"/>
                      <a:gd name="connsiteX7-485" fmla="*/ 3710151 w 3710151"/>
                      <a:gd name="connsiteY7-486" fmla="*/ 1345324 h 1418896"/>
                      <a:gd name="connsiteX8-487" fmla="*/ 3426372 w 3710151"/>
                      <a:gd name="connsiteY8-488" fmla="*/ 1408386 h 1418896"/>
                      <a:gd name="connsiteX9-489" fmla="*/ 1849820 w 3710151"/>
                      <a:gd name="connsiteY9-490" fmla="*/ 746234 h 1418896"/>
                      <a:gd name="connsiteX10-491" fmla="*/ 241737 w 3710151"/>
                      <a:gd name="connsiteY10-492" fmla="*/ 1418896 h 1418896"/>
                      <a:gd name="connsiteX11-493" fmla="*/ 0 w 3710151"/>
                      <a:gd name="connsiteY11-494" fmla="*/ 1334814 h 1418896"/>
                      <a:gd name="connsiteX12-495" fmla="*/ 1124606 w 3710151"/>
                      <a:gd name="connsiteY12-496" fmla="*/ 903890 h 1418896"/>
                      <a:gd name="connsiteX13-497" fmla="*/ 1124605 w 3710151"/>
                      <a:gd name="connsiteY13-498" fmla="*/ 451945 h 1418896"/>
                      <a:gd name="connsiteX14-499" fmla="*/ 168164 w 3710151"/>
                      <a:gd name="connsiteY14-500" fmla="*/ 84081 h 1418896"/>
                      <a:gd name="connsiteX15-501" fmla="*/ 147144 w 3710151"/>
                      <a:gd name="connsiteY15-502" fmla="*/ 73572 h 1418896"/>
                      <a:gd name="connsiteX0-503" fmla="*/ 147144 w 3710151"/>
                      <a:gd name="connsiteY0-504" fmla="*/ 73572 h 1418896"/>
                      <a:gd name="connsiteX1-505" fmla="*/ 430924 w 3710151"/>
                      <a:gd name="connsiteY1-506" fmla="*/ 0 h 1418896"/>
                      <a:gd name="connsiteX2-507" fmla="*/ 1838028 w 3710151"/>
                      <a:gd name="connsiteY2-508" fmla="*/ 591655 h 1418896"/>
                      <a:gd name="connsiteX3-509" fmla="*/ 3342289 w 3710151"/>
                      <a:gd name="connsiteY3-510" fmla="*/ 0 h 1418896"/>
                      <a:gd name="connsiteX4-511" fmla="*/ 3563006 w 3710151"/>
                      <a:gd name="connsiteY4-512" fmla="*/ 73572 h 1418896"/>
                      <a:gd name="connsiteX5-513" fmla="*/ 2617717 w 3710151"/>
                      <a:gd name="connsiteY5-514" fmla="*/ 448868 h 1418896"/>
                      <a:gd name="connsiteX6-515" fmla="*/ 2610282 w 3710151"/>
                      <a:gd name="connsiteY6-516" fmla="*/ 902607 h 1418896"/>
                      <a:gd name="connsiteX7-517" fmla="*/ 3710151 w 3710151"/>
                      <a:gd name="connsiteY7-518" fmla="*/ 1345324 h 1418896"/>
                      <a:gd name="connsiteX8-519" fmla="*/ 3426372 w 3710151"/>
                      <a:gd name="connsiteY8-520" fmla="*/ 1408386 h 1418896"/>
                      <a:gd name="connsiteX9-521" fmla="*/ 1849820 w 3710151"/>
                      <a:gd name="connsiteY9-522" fmla="*/ 746234 h 1418896"/>
                      <a:gd name="connsiteX10-523" fmla="*/ 241737 w 3710151"/>
                      <a:gd name="connsiteY10-524" fmla="*/ 1418896 h 1418896"/>
                      <a:gd name="connsiteX11-525" fmla="*/ 0 w 3710151"/>
                      <a:gd name="connsiteY11-526" fmla="*/ 1334814 h 1418896"/>
                      <a:gd name="connsiteX12-527" fmla="*/ 1124606 w 3710151"/>
                      <a:gd name="connsiteY12-528" fmla="*/ 903890 h 1418896"/>
                      <a:gd name="connsiteX13-529" fmla="*/ 1087434 w 3710151"/>
                      <a:gd name="connsiteY13-530" fmla="*/ 451945 h 1418896"/>
                      <a:gd name="connsiteX14-531" fmla="*/ 168164 w 3710151"/>
                      <a:gd name="connsiteY14-532" fmla="*/ 84081 h 1418896"/>
                      <a:gd name="connsiteX15-533" fmla="*/ 147144 w 3710151"/>
                      <a:gd name="connsiteY15-534" fmla="*/ 73572 h 1418896"/>
                      <a:gd name="connsiteX0-535" fmla="*/ 147144 w 3710151"/>
                      <a:gd name="connsiteY0-536" fmla="*/ 73572 h 1418896"/>
                      <a:gd name="connsiteX1-537" fmla="*/ 430924 w 3710151"/>
                      <a:gd name="connsiteY1-538" fmla="*/ 0 h 1418896"/>
                      <a:gd name="connsiteX2-539" fmla="*/ 1838028 w 3710151"/>
                      <a:gd name="connsiteY2-540" fmla="*/ 591655 h 1418896"/>
                      <a:gd name="connsiteX3-541" fmla="*/ 3342289 w 3710151"/>
                      <a:gd name="connsiteY3-542" fmla="*/ 0 h 1418896"/>
                      <a:gd name="connsiteX4-543" fmla="*/ 3563006 w 3710151"/>
                      <a:gd name="connsiteY4-544" fmla="*/ 73572 h 1418896"/>
                      <a:gd name="connsiteX5-545" fmla="*/ 2617717 w 3710151"/>
                      <a:gd name="connsiteY5-546" fmla="*/ 448868 h 1418896"/>
                      <a:gd name="connsiteX6-547" fmla="*/ 2610282 w 3710151"/>
                      <a:gd name="connsiteY6-548" fmla="*/ 902607 h 1418896"/>
                      <a:gd name="connsiteX7-549" fmla="*/ 3710151 w 3710151"/>
                      <a:gd name="connsiteY7-550" fmla="*/ 1345324 h 1418896"/>
                      <a:gd name="connsiteX8-551" fmla="*/ 3426372 w 3710151"/>
                      <a:gd name="connsiteY8-552" fmla="*/ 1408386 h 1418896"/>
                      <a:gd name="connsiteX9-553" fmla="*/ 1849820 w 3710151"/>
                      <a:gd name="connsiteY9-554" fmla="*/ 746234 h 1418896"/>
                      <a:gd name="connsiteX10-555" fmla="*/ 241737 w 3710151"/>
                      <a:gd name="connsiteY10-556" fmla="*/ 1418896 h 1418896"/>
                      <a:gd name="connsiteX11-557" fmla="*/ 0 w 3710151"/>
                      <a:gd name="connsiteY11-558" fmla="*/ 1334814 h 1418896"/>
                      <a:gd name="connsiteX12-559" fmla="*/ 1098586 w 3710151"/>
                      <a:gd name="connsiteY12-560" fmla="*/ 903890 h 1418896"/>
                      <a:gd name="connsiteX13-561" fmla="*/ 1087434 w 3710151"/>
                      <a:gd name="connsiteY13-562" fmla="*/ 451945 h 1418896"/>
                      <a:gd name="connsiteX14-563" fmla="*/ 168164 w 3710151"/>
                      <a:gd name="connsiteY14-564" fmla="*/ 84081 h 1418896"/>
                      <a:gd name="connsiteX15-565" fmla="*/ 147144 w 3710151"/>
                      <a:gd name="connsiteY15-566" fmla="*/ 73572 h 1418896"/>
                      <a:gd name="connsiteX0-567" fmla="*/ 162012 w 3725019"/>
                      <a:gd name="connsiteY0-568" fmla="*/ 73572 h 1418896"/>
                      <a:gd name="connsiteX1-569" fmla="*/ 445792 w 3725019"/>
                      <a:gd name="connsiteY1-570" fmla="*/ 0 h 1418896"/>
                      <a:gd name="connsiteX2-571" fmla="*/ 1852896 w 3725019"/>
                      <a:gd name="connsiteY2-572" fmla="*/ 591655 h 1418896"/>
                      <a:gd name="connsiteX3-573" fmla="*/ 3357157 w 3725019"/>
                      <a:gd name="connsiteY3-574" fmla="*/ 0 h 1418896"/>
                      <a:gd name="connsiteX4-575" fmla="*/ 3577874 w 3725019"/>
                      <a:gd name="connsiteY4-576" fmla="*/ 73572 h 1418896"/>
                      <a:gd name="connsiteX5-577" fmla="*/ 2632585 w 3725019"/>
                      <a:gd name="connsiteY5-578" fmla="*/ 448868 h 1418896"/>
                      <a:gd name="connsiteX6-579" fmla="*/ 2625150 w 3725019"/>
                      <a:gd name="connsiteY6-580" fmla="*/ 902607 h 1418896"/>
                      <a:gd name="connsiteX7-581" fmla="*/ 3725019 w 3725019"/>
                      <a:gd name="connsiteY7-582" fmla="*/ 1345324 h 1418896"/>
                      <a:gd name="connsiteX8-583" fmla="*/ 3441240 w 3725019"/>
                      <a:gd name="connsiteY8-584" fmla="*/ 1408386 h 1418896"/>
                      <a:gd name="connsiteX9-585" fmla="*/ 1864688 w 3725019"/>
                      <a:gd name="connsiteY9-586" fmla="*/ 746234 h 1418896"/>
                      <a:gd name="connsiteX10-587" fmla="*/ 256605 w 3725019"/>
                      <a:gd name="connsiteY10-588" fmla="*/ 1418896 h 1418896"/>
                      <a:gd name="connsiteX11-589" fmla="*/ 0 w 3725019"/>
                      <a:gd name="connsiteY11-590" fmla="*/ 1331097 h 1418896"/>
                      <a:gd name="connsiteX12-591" fmla="*/ 1113454 w 3725019"/>
                      <a:gd name="connsiteY12-592" fmla="*/ 903890 h 1418896"/>
                      <a:gd name="connsiteX13-593" fmla="*/ 1102302 w 3725019"/>
                      <a:gd name="connsiteY13-594" fmla="*/ 451945 h 1418896"/>
                      <a:gd name="connsiteX14-595" fmla="*/ 183032 w 3725019"/>
                      <a:gd name="connsiteY14-596" fmla="*/ 84081 h 1418896"/>
                      <a:gd name="connsiteX15-597" fmla="*/ 162012 w 3725019"/>
                      <a:gd name="connsiteY15-598" fmla="*/ 73572 h 141889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  <a:cxn ang="0">
                        <a:pos x="connsiteX11-23" y="connsiteY11-24"/>
                      </a:cxn>
                      <a:cxn ang="0">
                        <a:pos x="connsiteX12-25" y="connsiteY12-26"/>
                      </a:cxn>
                      <a:cxn ang="0">
                        <a:pos x="connsiteX13-27" y="connsiteY13-28"/>
                      </a:cxn>
                      <a:cxn ang="0">
                        <a:pos x="connsiteX14-29" y="connsiteY14-30"/>
                      </a:cxn>
                      <a:cxn ang="0">
                        <a:pos x="connsiteX15-31" y="connsiteY15-32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pic>
            <p:nvPicPr>
              <p:cNvPr id="360" name="Picture 654" descr="antenna_radiation_stylized"/>
              <p:cNvPicPr>
                <a:picLocks noChangeAspect="1" noChangeArrowheads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50224" y="1859725"/>
                <a:ext cx="415925" cy="8877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3" name="Picture 1017" descr="antenna_stylized"/>
              <p:cNvPicPr>
                <a:picLocks noChangeAspect="1" noChangeArrowheads="1"/>
              </p:cNvPicPr>
              <p:nvPr/>
            </p:nvPicPr>
            <p:blipFill>
              <a:blip r:embed="rId1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39074" y="2356613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1" name="Picture 1017" descr="antenna_stylized"/>
              <p:cNvPicPr>
                <a:picLocks noChangeAspect="1" noChangeArrowheads="1"/>
              </p:cNvPicPr>
              <p:nvPr/>
            </p:nvPicPr>
            <p:blipFill>
              <a:blip r:embed="rId1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37781" y="2319727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2" name="Picture 1017" descr="antenna_stylized"/>
              <p:cNvPicPr>
                <a:picLocks noChangeAspect="1" noChangeArrowheads="1"/>
              </p:cNvPicPr>
              <p:nvPr/>
            </p:nvPicPr>
            <p:blipFill>
              <a:blip r:embed="rId1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11019" y="2059124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2" name="Group 11"/>
            <p:cNvGrpSpPr/>
            <p:nvPr/>
          </p:nvGrpSpPr>
          <p:grpSpPr>
            <a:xfrm>
              <a:off x="7493518" y="3325424"/>
              <a:ext cx="911538" cy="843226"/>
              <a:chOff x="7493518" y="3325424"/>
              <a:chExt cx="911538" cy="843226"/>
            </a:xfrm>
          </p:grpSpPr>
          <p:pic>
            <p:nvPicPr>
              <p:cNvPr id="261" name="Picture 777" descr="access_point_stylized_small"/>
              <p:cNvPicPr>
                <a:picLocks noChangeAspect="1" noChangeArrowheads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13882" y="3861899"/>
                <a:ext cx="370169" cy="3067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11" name="Group 10"/>
              <p:cNvGrpSpPr/>
              <p:nvPr/>
            </p:nvGrpSpPr>
            <p:grpSpPr>
              <a:xfrm>
                <a:off x="7493518" y="3325424"/>
                <a:ext cx="911538" cy="816238"/>
                <a:chOff x="7493518" y="3325424"/>
                <a:chExt cx="911538" cy="816238"/>
              </a:xfrm>
            </p:grpSpPr>
            <p:sp>
              <p:nvSpPr>
                <p:cNvPr id="33" name="Line 443"/>
                <p:cNvSpPr>
                  <a:spLocks noChangeShapeType="1"/>
                </p:cNvSpPr>
                <p:nvPr/>
              </p:nvSpPr>
              <p:spPr bwMode="auto">
                <a:xfrm>
                  <a:off x="8247778" y="3829970"/>
                  <a:ext cx="0" cy="13176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9" name="Line 449"/>
                <p:cNvSpPr>
                  <a:spLocks noChangeShapeType="1"/>
                </p:cNvSpPr>
                <p:nvPr/>
              </p:nvSpPr>
              <p:spPr bwMode="auto">
                <a:xfrm flipV="1">
                  <a:off x="7857253" y="4041107"/>
                  <a:ext cx="168275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262" name="Picture 778" descr="antenna_radiation_stylized"/>
                <p:cNvPicPr>
                  <a:picLocks noChangeAspect="1" noChangeArrowheads="1"/>
                </p:cNvPicPr>
                <p:nvPr/>
              </p:nvPicPr>
              <p:blipFill>
                <a:blip r:embed="rId17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62238" y="3813930"/>
                  <a:ext cx="506412" cy="10600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415" name="Group 414"/>
                <p:cNvGrpSpPr/>
                <p:nvPr/>
              </p:nvGrpSpPr>
              <p:grpSpPr>
                <a:xfrm>
                  <a:off x="8050070" y="3965994"/>
                  <a:ext cx="354986" cy="175668"/>
                  <a:chOff x="7493876" y="2774731"/>
                  <a:chExt cx="1481958" cy="894622"/>
                </a:xfrm>
              </p:grpSpPr>
              <p:sp>
                <p:nvSpPr>
                  <p:cNvPr id="416" name="Freeform 415"/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-1" fmla="*/ 8187558 w 8187558"/>
                      <a:gd name="connsiteY0-2" fmla="*/ 0 h 2617076"/>
                      <a:gd name="connsiteX1-3" fmla="*/ 8187558 w 8187558"/>
                      <a:gd name="connsiteY1-4" fmla="*/ 1271752 h 2617076"/>
                      <a:gd name="connsiteX2-5" fmla="*/ 4025462 w 8187558"/>
                      <a:gd name="connsiteY2-6" fmla="*/ 2617076 h 2617076"/>
                      <a:gd name="connsiteX3-7" fmla="*/ 0 w 8187558"/>
                      <a:gd name="connsiteY3-8" fmla="*/ 1229711 h 2617076"/>
                      <a:gd name="connsiteX4-9" fmla="*/ 31531 w 8187558"/>
                      <a:gd name="connsiteY4-10" fmla="*/ 147145 h 2617076"/>
                      <a:gd name="connsiteX5-11" fmla="*/ 4046482 w 8187558"/>
                      <a:gd name="connsiteY5-12" fmla="*/ 1576552 h 2617076"/>
                      <a:gd name="connsiteX6-13" fmla="*/ 8187558 w 8187558"/>
                      <a:gd name="connsiteY6-14" fmla="*/ 0 h 2617076"/>
                      <a:gd name="connsiteX0-15" fmla="*/ 8187558 w 8187558"/>
                      <a:gd name="connsiteY0-16" fmla="*/ 0 h 2617076"/>
                      <a:gd name="connsiteX1-17" fmla="*/ 8187558 w 8187558"/>
                      <a:gd name="connsiteY1-18" fmla="*/ 1271752 h 2617076"/>
                      <a:gd name="connsiteX2-19" fmla="*/ 4025462 w 8187558"/>
                      <a:gd name="connsiteY2-20" fmla="*/ 2617076 h 2617076"/>
                      <a:gd name="connsiteX3-21" fmla="*/ 0 w 8187558"/>
                      <a:gd name="connsiteY3-22" fmla="*/ 1229711 h 2617076"/>
                      <a:gd name="connsiteX4-23" fmla="*/ 31531 w 8187558"/>
                      <a:gd name="connsiteY4-24" fmla="*/ 147145 h 2617076"/>
                      <a:gd name="connsiteX5-25" fmla="*/ 4046482 w 8187558"/>
                      <a:gd name="connsiteY5-26" fmla="*/ 1576552 h 2617076"/>
                      <a:gd name="connsiteX6-27" fmla="*/ 8187558 w 8187558"/>
                      <a:gd name="connsiteY6-28" fmla="*/ 0 h 2617076"/>
                      <a:gd name="connsiteX0-29" fmla="*/ 8187558 w 8187558"/>
                      <a:gd name="connsiteY0-30" fmla="*/ 0 h 2617076"/>
                      <a:gd name="connsiteX1-31" fmla="*/ 8187558 w 8187558"/>
                      <a:gd name="connsiteY1-32" fmla="*/ 1271752 h 2617076"/>
                      <a:gd name="connsiteX2-33" fmla="*/ 4025462 w 8187558"/>
                      <a:gd name="connsiteY2-34" fmla="*/ 2617076 h 2617076"/>
                      <a:gd name="connsiteX3-35" fmla="*/ 0 w 8187558"/>
                      <a:gd name="connsiteY3-36" fmla="*/ 1229711 h 2617076"/>
                      <a:gd name="connsiteX4-37" fmla="*/ 31531 w 8187558"/>
                      <a:gd name="connsiteY4-38" fmla="*/ 147145 h 2617076"/>
                      <a:gd name="connsiteX5-39" fmla="*/ 4046482 w 8187558"/>
                      <a:gd name="connsiteY5-40" fmla="*/ 1576552 h 2617076"/>
                      <a:gd name="connsiteX6-41" fmla="*/ 8187558 w 8187558"/>
                      <a:gd name="connsiteY6-42" fmla="*/ 0 h 2617076"/>
                      <a:gd name="connsiteX0-43" fmla="*/ 8187558 w 8187558"/>
                      <a:gd name="connsiteY0-44" fmla="*/ 0 h 2617076"/>
                      <a:gd name="connsiteX1-45" fmla="*/ 8187558 w 8187558"/>
                      <a:gd name="connsiteY1-46" fmla="*/ 1271752 h 2617076"/>
                      <a:gd name="connsiteX2-47" fmla="*/ 4025462 w 8187558"/>
                      <a:gd name="connsiteY2-48" fmla="*/ 2617076 h 2617076"/>
                      <a:gd name="connsiteX3-49" fmla="*/ 0 w 8187558"/>
                      <a:gd name="connsiteY3-50" fmla="*/ 1229711 h 2617076"/>
                      <a:gd name="connsiteX4-51" fmla="*/ 31531 w 8187558"/>
                      <a:gd name="connsiteY4-52" fmla="*/ 147145 h 2617076"/>
                      <a:gd name="connsiteX5-53" fmla="*/ 4046482 w 8187558"/>
                      <a:gd name="connsiteY5-54" fmla="*/ 1576552 h 2617076"/>
                      <a:gd name="connsiteX6-55" fmla="*/ 8187558 w 8187558"/>
                      <a:gd name="connsiteY6-56" fmla="*/ 0 h 2617076"/>
                      <a:gd name="connsiteX0-57" fmla="*/ 8187558 w 8187558"/>
                      <a:gd name="connsiteY0-58" fmla="*/ 0 h 2617076"/>
                      <a:gd name="connsiteX1-59" fmla="*/ 8187558 w 8187558"/>
                      <a:gd name="connsiteY1-60" fmla="*/ 1271752 h 2617076"/>
                      <a:gd name="connsiteX2-61" fmla="*/ 4025462 w 8187558"/>
                      <a:gd name="connsiteY2-62" fmla="*/ 2617076 h 2617076"/>
                      <a:gd name="connsiteX3-63" fmla="*/ 0 w 8187558"/>
                      <a:gd name="connsiteY3-64" fmla="*/ 1229711 h 2617076"/>
                      <a:gd name="connsiteX4-65" fmla="*/ 31531 w 8187558"/>
                      <a:gd name="connsiteY4-66" fmla="*/ 147145 h 2617076"/>
                      <a:gd name="connsiteX5-67" fmla="*/ 4046482 w 8187558"/>
                      <a:gd name="connsiteY5-68" fmla="*/ 1576552 h 2617076"/>
                      <a:gd name="connsiteX6-69" fmla="*/ 8187558 w 8187558"/>
                      <a:gd name="connsiteY6-70" fmla="*/ 0 h 2617076"/>
                      <a:gd name="connsiteX0-71" fmla="*/ 8187558 w 8187558"/>
                      <a:gd name="connsiteY0-72" fmla="*/ 0 h 2617076"/>
                      <a:gd name="connsiteX1-73" fmla="*/ 8187558 w 8187558"/>
                      <a:gd name="connsiteY1-74" fmla="*/ 1271752 h 2617076"/>
                      <a:gd name="connsiteX2-75" fmla="*/ 4025462 w 8187558"/>
                      <a:gd name="connsiteY2-76" fmla="*/ 2617076 h 2617076"/>
                      <a:gd name="connsiteX3-77" fmla="*/ 0 w 8187558"/>
                      <a:gd name="connsiteY3-78" fmla="*/ 1229711 h 2617076"/>
                      <a:gd name="connsiteX4-79" fmla="*/ 31531 w 8187558"/>
                      <a:gd name="connsiteY4-80" fmla="*/ 147145 h 2617076"/>
                      <a:gd name="connsiteX5-81" fmla="*/ 4046482 w 8187558"/>
                      <a:gd name="connsiteY5-82" fmla="*/ 1576552 h 2617076"/>
                      <a:gd name="connsiteX6-83" fmla="*/ 8187558 w 8187558"/>
                      <a:gd name="connsiteY6-84" fmla="*/ 0 h 2617076"/>
                      <a:gd name="connsiteX0-85" fmla="*/ 8187558 w 8187558"/>
                      <a:gd name="connsiteY0-86" fmla="*/ 0 h 2638097"/>
                      <a:gd name="connsiteX1-87" fmla="*/ 8187558 w 8187558"/>
                      <a:gd name="connsiteY1-88" fmla="*/ 1271752 h 2638097"/>
                      <a:gd name="connsiteX2-89" fmla="*/ 4099035 w 8187558"/>
                      <a:gd name="connsiteY2-90" fmla="*/ 2638097 h 2638097"/>
                      <a:gd name="connsiteX3-91" fmla="*/ 0 w 8187558"/>
                      <a:gd name="connsiteY3-92" fmla="*/ 1229711 h 2638097"/>
                      <a:gd name="connsiteX4-93" fmla="*/ 31531 w 8187558"/>
                      <a:gd name="connsiteY4-94" fmla="*/ 147145 h 2638097"/>
                      <a:gd name="connsiteX5-95" fmla="*/ 4046482 w 8187558"/>
                      <a:gd name="connsiteY5-96" fmla="*/ 1576552 h 2638097"/>
                      <a:gd name="connsiteX6-97" fmla="*/ 8187558 w 8187558"/>
                      <a:gd name="connsiteY6-98" fmla="*/ 0 h 2638097"/>
                      <a:gd name="connsiteX0-99" fmla="*/ 8187558 w 8187558"/>
                      <a:gd name="connsiteY0-100" fmla="*/ 0 h 2638097"/>
                      <a:gd name="connsiteX1-101" fmla="*/ 8187558 w 8187558"/>
                      <a:gd name="connsiteY1-102" fmla="*/ 1271752 h 2638097"/>
                      <a:gd name="connsiteX2-103" fmla="*/ 4099035 w 8187558"/>
                      <a:gd name="connsiteY2-104" fmla="*/ 2638097 h 2638097"/>
                      <a:gd name="connsiteX3-105" fmla="*/ 0 w 8187558"/>
                      <a:gd name="connsiteY3-106" fmla="*/ 1229711 h 2638097"/>
                      <a:gd name="connsiteX4-107" fmla="*/ 31531 w 8187558"/>
                      <a:gd name="connsiteY4-108" fmla="*/ 147145 h 2638097"/>
                      <a:gd name="connsiteX5-109" fmla="*/ 4046482 w 8187558"/>
                      <a:gd name="connsiteY5-110" fmla="*/ 1576552 h 2638097"/>
                      <a:gd name="connsiteX6-111" fmla="*/ 8187558 w 8187558"/>
                      <a:gd name="connsiteY6-112" fmla="*/ 0 h 2638097"/>
                      <a:gd name="connsiteX0-113" fmla="*/ 8187558 w 8187558"/>
                      <a:gd name="connsiteY0-114" fmla="*/ 0 h 2638097"/>
                      <a:gd name="connsiteX1-115" fmla="*/ 8187558 w 8187558"/>
                      <a:gd name="connsiteY1-116" fmla="*/ 1271752 h 2638097"/>
                      <a:gd name="connsiteX2-117" fmla="*/ 4099035 w 8187558"/>
                      <a:gd name="connsiteY2-118" fmla="*/ 2638097 h 2638097"/>
                      <a:gd name="connsiteX3-119" fmla="*/ 0 w 8187558"/>
                      <a:gd name="connsiteY3-120" fmla="*/ 1229711 h 2638097"/>
                      <a:gd name="connsiteX4-121" fmla="*/ 31531 w 8187558"/>
                      <a:gd name="connsiteY4-122" fmla="*/ 147145 h 2638097"/>
                      <a:gd name="connsiteX5-123" fmla="*/ 4046482 w 8187558"/>
                      <a:gd name="connsiteY5-124" fmla="*/ 1576552 h 2638097"/>
                      <a:gd name="connsiteX6-125" fmla="*/ 8187558 w 8187558"/>
                      <a:gd name="connsiteY6-126" fmla="*/ 0 h 2638097"/>
                      <a:gd name="connsiteX0-127" fmla="*/ 8187558 w 8187558"/>
                      <a:gd name="connsiteY0-128" fmla="*/ 0 h 2638097"/>
                      <a:gd name="connsiteX1-129" fmla="*/ 8187558 w 8187558"/>
                      <a:gd name="connsiteY1-130" fmla="*/ 1271752 h 2638097"/>
                      <a:gd name="connsiteX2-131" fmla="*/ 4099035 w 8187558"/>
                      <a:gd name="connsiteY2-132" fmla="*/ 2638097 h 2638097"/>
                      <a:gd name="connsiteX3-133" fmla="*/ 0 w 8187558"/>
                      <a:gd name="connsiteY3-134" fmla="*/ 1229711 h 2638097"/>
                      <a:gd name="connsiteX4-135" fmla="*/ 31531 w 8187558"/>
                      <a:gd name="connsiteY4-136" fmla="*/ 147145 h 2638097"/>
                      <a:gd name="connsiteX5-137" fmla="*/ 4046482 w 8187558"/>
                      <a:gd name="connsiteY5-138" fmla="*/ 1576552 h 2638097"/>
                      <a:gd name="connsiteX6-139" fmla="*/ 8187558 w 8187558"/>
                      <a:gd name="connsiteY6-140" fmla="*/ 0 h 2638097"/>
                      <a:gd name="connsiteX0-141" fmla="*/ 8187558 w 8187558"/>
                      <a:gd name="connsiteY0-142" fmla="*/ 0 h 2638097"/>
                      <a:gd name="connsiteX1-143" fmla="*/ 8187558 w 8187558"/>
                      <a:gd name="connsiteY1-144" fmla="*/ 1271752 h 2638097"/>
                      <a:gd name="connsiteX2-145" fmla="*/ 4099035 w 8187558"/>
                      <a:gd name="connsiteY2-146" fmla="*/ 2638097 h 2638097"/>
                      <a:gd name="connsiteX3-147" fmla="*/ 0 w 8187558"/>
                      <a:gd name="connsiteY3-148" fmla="*/ 1229711 h 2638097"/>
                      <a:gd name="connsiteX4-149" fmla="*/ 31531 w 8187558"/>
                      <a:gd name="connsiteY4-150" fmla="*/ 147145 h 2638097"/>
                      <a:gd name="connsiteX5-151" fmla="*/ 4088524 w 8187558"/>
                      <a:gd name="connsiteY5-152" fmla="*/ 1597573 h 2638097"/>
                      <a:gd name="connsiteX6-153" fmla="*/ 8187558 w 8187558"/>
                      <a:gd name="connsiteY6-154" fmla="*/ 0 h 2638097"/>
                      <a:gd name="connsiteX0-155" fmla="*/ 8187558 w 8187558"/>
                      <a:gd name="connsiteY0-156" fmla="*/ 0 h 2638097"/>
                      <a:gd name="connsiteX1-157" fmla="*/ 8187558 w 8187558"/>
                      <a:gd name="connsiteY1-158" fmla="*/ 1271752 h 2638097"/>
                      <a:gd name="connsiteX2-159" fmla="*/ 4099035 w 8187558"/>
                      <a:gd name="connsiteY2-160" fmla="*/ 2638097 h 2638097"/>
                      <a:gd name="connsiteX3-161" fmla="*/ 0 w 8187558"/>
                      <a:gd name="connsiteY3-162" fmla="*/ 1229711 h 2638097"/>
                      <a:gd name="connsiteX4-163" fmla="*/ 31531 w 8187558"/>
                      <a:gd name="connsiteY4-164" fmla="*/ 147145 h 2638097"/>
                      <a:gd name="connsiteX5-165" fmla="*/ 4088524 w 8187558"/>
                      <a:gd name="connsiteY5-166" fmla="*/ 1597573 h 2638097"/>
                      <a:gd name="connsiteX6-167" fmla="*/ 8187558 w 8187558"/>
                      <a:gd name="connsiteY6-168" fmla="*/ 0 h 2638097"/>
                      <a:gd name="connsiteX0-169" fmla="*/ 8187558 w 8187558"/>
                      <a:gd name="connsiteY0-170" fmla="*/ 0 h 2638097"/>
                      <a:gd name="connsiteX1-171" fmla="*/ 8187558 w 8187558"/>
                      <a:gd name="connsiteY1-172" fmla="*/ 1271752 h 2638097"/>
                      <a:gd name="connsiteX2-173" fmla="*/ 4099035 w 8187558"/>
                      <a:gd name="connsiteY2-174" fmla="*/ 2638097 h 2638097"/>
                      <a:gd name="connsiteX3-175" fmla="*/ 0 w 8187558"/>
                      <a:gd name="connsiteY3-176" fmla="*/ 1229711 h 2638097"/>
                      <a:gd name="connsiteX4-177" fmla="*/ 31531 w 8187558"/>
                      <a:gd name="connsiteY4-178" fmla="*/ 147145 h 2638097"/>
                      <a:gd name="connsiteX5-179" fmla="*/ 4099035 w 8187558"/>
                      <a:gd name="connsiteY5-180" fmla="*/ 1566042 h 2638097"/>
                      <a:gd name="connsiteX6-181" fmla="*/ 8187558 w 8187558"/>
                      <a:gd name="connsiteY6-182" fmla="*/ 0 h 2638097"/>
                      <a:gd name="connsiteX0-183" fmla="*/ 8187558 w 8187558"/>
                      <a:gd name="connsiteY0-184" fmla="*/ 0 h 2638097"/>
                      <a:gd name="connsiteX1-185" fmla="*/ 8187558 w 8187558"/>
                      <a:gd name="connsiteY1-186" fmla="*/ 1271752 h 2638097"/>
                      <a:gd name="connsiteX2-187" fmla="*/ 4099035 w 8187558"/>
                      <a:gd name="connsiteY2-188" fmla="*/ 2638097 h 2638097"/>
                      <a:gd name="connsiteX3-189" fmla="*/ 0 w 8187558"/>
                      <a:gd name="connsiteY3-190" fmla="*/ 1229711 h 2638097"/>
                      <a:gd name="connsiteX4-191" fmla="*/ 31531 w 8187558"/>
                      <a:gd name="connsiteY4-192" fmla="*/ 147145 h 2638097"/>
                      <a:gd name="connsiteX5-193" fmla="*/ 4099035 w 8187558"/>
                      <a:gd name="connsiteY5-194" fmla="*/ 1566042 h 2638097"/>
                      <a:gd name="connsiteX6-195" fmla="*/ 8187558 w 8187558"/>
                      <a:gd name="connsiteY6-196" fmla="*/ 0 h 2638097"/>
                      <a:gd name="connsiteX0-197" fmla="*/ 8187558 w 8187558"/>
                      <a:gd name="connsiteY0-198" fmla="*/ 0 h 2638097"/>
                      <a:gd name="connsiteX1-199" fmla="*/ 8187558 w 8187558"/>
                      <a:gd name="connsiteY1-200" fmla="*/ 1271752 h 2638097"/>
                      <a:gd name="connsiteX2-201" fmla="*/ 4099035 w 8187558"/>
                      <a:gd name="connsiteY2-202" fmla="*/ 2638097 h 2638097"/>
                      <a:gd name="connsiteX3-203" fmla="*/ 0 w 8187558"/>
                      <a:gd name="connsiteY3-204" fmla="*/ 1229711 h 2638097"/>
                      <a:gd name="connsiteX4-205" fmla="*/ 31531 w 8187558"/>
                      <a:gd name="connsiteY4-206" fmla="*/ 147145 h 2638097"/>
                      <a:gd name="connsiteX5-207" fmla="*/ 4099035 w 8187558"/>
                      <a:gd name="connsiteY5-208" fmla="*/ 1566042 h 2638097"/>
                      <a:gd name="connsiteX6-209" fmla="*/ 8187558 w 8187558"/>
                      <a:gd name="connsiteY6-210" fmla="*/ 0 h 2638097"/>
                      <a:gd name="connsiteX0-211" fmla="*/ 8187558 w 8187558"/>
                      <a:gd name="connsiteY0-212" fmla="*/ 0 h 2638097"/>
                      <a:gd name="connsiteX1-213" fmla="*/ 8187558 w 8187558"/>
                      <a:gd name="connsiteY1-214" fmla="*/ 1271752 h 2638097"/>
                      <a:gd name="connsiteX2-215" fmla="*/ 4099035 w 8187558"/>
                      <a:gd name="connsiteY2-216" fmla="*/ 2638097 h 2638097"/>
                      <a:gd name="connsiteX3-217" fmla="*/ 0 w 8187558"/>
                      <a:gd name="connsiteY3-218" fmla="*/ 1229711 h 2638097"/>
                      <a:gd name="connsiteX4-219" fmla="*/ 31531 w 8187558"/>
                      <a:gd name="connsiteY4-220" fmla="*/ 147145 h 2638097"/>
                      <a:gd name="connsiteX5-221" fmla="*/ 4099035 w 8187558"/>
                      <a:gd name="connsiteY5-222" fmla="*/ 1566042 h 2638097"/>
                      <a:gd name="connsiteX6-223" fmla="*/ 8187558 w 8187558"/>
                      <a:gd name="connsiteY6-224" fmla="*/ 0 h 2638097"/>
                      <a:gd name="connsiteX0-225" fmla="*/ 8187558 w 8187558"/>
                      <a:gd name="connsiteY0-226" fmla="*/ 0 h 2638097"/>
                      <a:gd name="connsiteX1-227" fmla="*/ 8187558 w 8187558"/>
                      <a:gd name="connsiteY1-228" fmla="*/ 1271752 h 2638097"/>
                      <a:gd name="connsiteX2-229" fmla="*/ 4099035 w 8187558"/>
                      <a:gd name="connsiteY2-230" fmla="*/ 2638097 h 2638097"/>
                      <a:gd name="connsiteX3-231" fmla="*/ 0 w 8187558"/>
                      <a:gd name="connsiteY3-232" fmla="*/ 1229711 h 2638097"/>
                      <a:gd name="connsiteX4-233" fmla="*/ 31531 w 8187558"/>
                      <a:gd name="connsiteY4-234" fmla="*/ 147145 h 2638097"/>
                      <a:gd name="connsiteX5-235" fmla="*/ 4099035 w 8187558"/>
                      <a:gd name="connsiteY5-236" fmla="*/ 1566042 h 2638097"/>
                      <a:gd name="connsiteX6-237" fmla="*/ 8187558 w 8187558"/>
                      <a:gd name="connsiteY6-238" fmla="*/ 0 h 2638097"/>
                      <a:gd name="connsiteX0-239" fmla="*/ 8187558 w 8187558"/>
                      <a:gd name="connsiteY0-240" fmla="*/ 0 h 2638097"/>
                      <a:gd name="connsiteX1-241" fmla="*/ 8187558 w 8187558"/>
                      <a:gd name="connsiteY1-242" fmla="*/ 1271752 h 2638097"/>
                      <a:gd name="connsiteX2-243" fmla="*/ 4099035 w 8187558"/>
                      <a:gd name="connsiteY2-244" fmla="*/ 2638097 h 2638097"/>
                      <a:gd name="connsiteX3-245" fmla="*/ 0 w 8187558"/>
                      <a:gd name="connsiteY3-246" fmla="*/ 1229711 h 2638097"/>
                      <a:gd name="connsiteX4-247" fmla="*/ 31531 w 8187558"/>
                      <a:gd name="connsiteY4-248" fmla="*/ 147145 h 2638097"/>
                      <a:gd name="connsiteX5-249" fmla="*/ 4099035 w 8187558"/>
                      <a:gd name="connsiteY5-250" fmla="*/ 1566042 h 2638097"/>
                      <a:gd name="connsiteX6-251" fmla="*/ 8187558 w 8187558"/>
                      <a:gd name="connsiteY6-252" fmla="*/ 0 h 2638097"/>
                      <a:gd name="connsiteX0-253" fmla="*/ 8187558 w 8187558"/>
                      <a:gd name="connsiteY0-254" fmla="*/ 0 h 2638097"/>
                      <a:gd name="connsiteX1-255" fmla="*/ 8187558 w 8187558"/>
                      <a:gd name="connsiteY1-256" fmla="*/ 1271752 h 2638097"/>
                      <a:gd name="connsiteX2-257" fmla="*/ 4099035 w 8187558"/>
                      <a:gd name="connsiteY2-258" fmla="*/ 2638097 h 2638097"/>
                      <a:gd name="connsiteX3-259" fmla="*/ 0 w 8187558"/>
                      <a:gd name="connsiteY3-260" fmla="*/ 1229711 h 2638097"/>
                      <a:gd name="connsiteX4-261" fmla="*/ 31531 w 8187558"/>
                      <a:gd name="connsiteY4-262" fmla="*/ 147145 h 2638097"/>
                      <a:gd name="connsiteX5-263" fmla="*/ 4099035 w 8187558"/>
                      <a:gd name="connsiteY5-264" fmla="*/ 1566042 h 2638097"/>
                      <a:gd name="connsiteX6-265" fmla="*/ 8187558 w 8187558"/>
                      <a:gd name="connsiteY6-266" fmla="*/ 0 h 2638097"/>
                      <a:gd name="connsiteX0-267" fmla="*/ 8187558 w 8187558"/>
                      <a:gd name="connsiteY0-268" fmla="*/ 0 h 2638097"/>
                      <a:gd name="connsiteX1-269" fmla="*/ 8187558 w 8187558"/>
                      <a:gd name="connsiteY1-270" fmla="*/ 1271752 h 2638097"/>
                      <a:gd name="connsiteX2-271" fmla="*/ 4099035 w 8187558"/>
                      <a:gd name="connsiteY2-272" fmla="*/ 2638097 h 2638097"/>
                      <a:gd name="connsiteX3-273" fmla="*/ 0 w 8187558"/>
                      <a:gd name="connsiteY3-274" fmla="*/ 1229711 h 2638097"/>
                      <a:gd name="connsiteX4-275" fmla="*/ 31531 w 8187558"/>
                      <a:gd name="connsiteY4-276" fmla="*/ 147145 h 2638097"/>
                      <a:gd name="connsiteX5-277" fmla="*/ 4099035 w 8187558"/>
                      <a:gd name="connsiteY5-278" fmla="*/ 1566042 h 2638097"/>
                      <a:gd name="connsiteX6-279" fmla="*/ 8187558 w 8187558"/>
                      <a:gd name="connsiteY6-280" fmla="*/ 0 h 2638097"/>
                      <a:gd name="connsiteX0-281" fmla="*/ 8187558 w 8187558"/>
                      <a:gd name="connsiteY0-282" fmla="*/ 0 h 2638097"/>
                      <a:gd name="connsiteX1-283" fmla="*/ 8187558 w 8187558"/>
                      <a:gd name="connsiteY1-284" fmla="*/ 1271752 h 2638097"/>
                      <a:gd name="connsiteX2-285" fmla="*/ 4099035 w 8187558"/>
                      <a:gd name="connsiteY2-286" fmla="*/ 2638097 h 2638097"/>
                      <a:gd name="connsiteX3-287" fmla="*/ 0 w 8187558"/>
                      <a:gd name="connsiteY3-288" fmla="*/ 1229711 h 2638097"/>
                      <a:gd name="connsiteX4-289" fmla="*/ 31531 w 8187558"/>
                      <a:gd name="connsiteY4-290" fmla="*/ 147145 h 2638097"/>
                      <a:gd name="connsiteX5-291" fmla="*/ 4099035 w 8187558"/>
                      <a:gd name="connsiteY5-292" fmla="*/ 1566042 h 2638097"/>
                      <a:gd name="connsiteX6-293" fmla="*/ 8187558 w 8187558"/>
                      <a:gd name="connsiteY6-294" fmla="*/ 0 h 2638097"/>
                      <a:gd name="connsiteX0-295" fmla="*/ 8176538 w 8176538"/>
                      <a:gd name="connsiteY0-296" fmla="*/ 0 h 2638097"/>
                      <a:gd name="connsiteX1-297" fmla="*/ 8176538 w 8176538"/>
                      <a:gd name="connsiteY1-298" fmla="*/ 1271752 h 2638097"/>
                      <a:gd name="connsiteX2-299" fmla="*/ 4088015 w 8176538"/>
                      <a:gd name="connsiteY2-300" fmla="*/ 2638097 h 2638097"/>
                      <a:gd name="connsiteX3-301" fmla="*/ 0 w 8176538"/>
                      <a:gd name="connsiteY3-302" fmla="*/ 1269888 h 2638097"/>
                      <a:gd name="connsiteX4-303" fmla="*/ 20511 w 8176538"/>
                      <a:gd name="connsiteY4-304" fmla="*/ 147145 h 2638097"/>
                      <a:gd name="connsiteX5-305" fmla="*/ 4088015 w 8176538"/>
                      <a:gd name="connsiteY5-306" fmla="*/ 1566042 h 2638097"/>
                      <a:gd name="connsiteX6-307" fmla="*/ 8176538 w 8176538"/>
                      <a:gd name="connsiteY6-308" fmla="*/ 0 h 2638097"/>
                      <a:gd name="connsiteX0-309" fmla="*/ 8176538 w 8176538"/>
                      <a:gd name="connsiteY0-310" fmla="*/ 0 h 2772020"/>
                      <a:gd name="connsiteX1-311" fmla="*/ 8176538 w 8176538"/>
                      <a:gd name="connsiteY1-312" fmla="*/ 1271752 h 2772020"/>
                      <a:gd name="connsiteX2-313" fmla="*/ 4099034 w 8176538"/>
                      <a:gd name="connsiteY2-314" fmla="*/ 2772020 h 2772020"/>
                      <a:gd name="connsiteX3-315" fmla="*/ 0 w 8176538"/>
                      <a:gd name="connsiteY3-316" fmla="*/ 1269888 h 2772020"/>
                      <a:gd name="connsiteX4-317" fmla="*/ 20511 w 8176538"/>
                      <a:gd name="connsiteY4-318" fmla="*/ 147145 h 2772020"/>
                      <a:gd name="connsiteX5-319" fmla="*/ 4088015 w 8176538"/>
                      <a:gd name="connsiteY5-320" fmla="*/ 1566042 h 2772020"/>
                      <a:gd name="connsiteX6-321" fmla="*/ 8176538 w 8176538"/>
                      <a:gd name="connsiteY6-322" fmla="*/ 0 h 2772020"/>
                      <a:gd name="connsiteX0-323" fmla="*/ 8176538 w 8176538"/>
                      <a:gd name="connsiteY0-324" fmla="*/ 0 h 2772339"/>
                      <a:gd name="connsiteX1-325" fmla="*/ 8176538 w 8176538"/>
                      <a:gd name="connsiteY1-326" fmla="*/ 1378890 h 2772339"/>
                      <a:gd name="connsiteX2-327" fmla="*/ 4099034 w 8176538"/>
                      <a:gd name="connsiteY2-328" fmla="*/ 2772020 h 2772339"/>
                      <a:gd name="connsiteX3-329" fmla="*/ 0 w 8176538"/>
                      <a:gd name="connsiteY3-330" fmla="*/ 1269888 h 2772339"/>
                      <a:gd name="connsiteX4-331" fmla="*/ 20511 w 8176538"/>
                      <a:gd name="connsiteY4-332" fmla="*/ 147145 h 2772339"/>
                      <a:gd name="connsiteX5-333" fmla="*/ 4088015 w 8176538"/>
                      <a:gd name="connsiteY5-334" fmla="*/ 1566042 h 2772339"/>
                      <a:gd name="connsiteX6-335" fmla="*/ 8176538 w 8176538"/>
                      <a:gd name="connsiteY6-336" fmla="*/ 0 h 2772339"/>
                      <a:gd name="connsiteX0-337" fmla="*/ 8176538 w 8176538"/>
                      <a:gd name="connsiteY0-338" fmla="*/ 0 h 2825888"/>
                      <a:gd name="connsiteX1-339" fmla="*/ 8176538 w 8176538"/>
                      <a:gd name="connsiteY1-340" fmla="*/ 1378890 h 2825888"/>
                      <a:gd name="connsiteX2-341" fmla="*/ 4099034 w 8176538"/>
                      <a:gd name="connsiteY2-342" fmla="*/ 2825590 h 2825888"/>
                      <a:gd name="connsiteX3-343" fmla="*/ 0 w 8176538"/>
                      <a:gd name="connsiteY3-344" fmla="*/ 1269888 h 2825888"/>
                      <a:gd name="connsiteX4-345" fmla="*/ 20511 w 8176538"/>
                      <a:gd name="connsiteY4-346" fmla="*/ 147145 h 2825888"/>
                      <a:gd name="connsiteX5-347" fmla="*/ 4088015 w 8176538"/>
                      <a:gd name="connsiteY5-348" fmla="*/ 1566042 h 2825888"/>
                      <a:gd name="connsiteX6-349" fmla="*/ 8176538 w 8176538"/>
                      <a:gd name="connsiteY6-350" fmla="*/ 0 h 2825888"/>
                      <a:gd name="connsiteX0-351" fmla="*/ 8165518 w 8165518"/>
                      <a:gd name="connsiteY0-352" fmla="*/ 0 h 2825606"/>
                      <a:gd name="connsiteX1-353" fmla="*/ 8165518 w 8165518"/>
                      <a:gd name="connsiteY1-354" fmla="*/ 1378890 h 2825606"/>
                      <a:gd name="connsiteX2-355" fmla="*/ 4088014 w 8165518"/>
                      <a:gd name="connsiteY2-356" fmla="*/ 2825590 h 2825606"/>
                      <a:gd name="connsiteX3-357" fmla="*/ 0 w 8165518"/>
                      <a:gd name="connsiteY3-358" fmla="*/ 1403811 h 2825606"/>
                      <a:gd name="connsiteX4-359" fmla="*/ 9491 w 8165518"/>
                      <a:gd name="connsiteY4-360" fmla="*/ 147145 h 2825606"/>
                      <a:gd name="connsiteX5-361" fmla="*/ 4076995 w 8165518"/>
                      <a:gd name="connsiteY5-362" fmla="*/ 1566042 h 2825606"/>
                      <a:gd name="connsiteX6-363" fmla="*/ 8165518 w 8165518"/>
                      <a:gd name="connsiteY6-364" fmla="*/ 0 h 2825606"/>
                      <a:gd name="connsiteX0-365" fmla="*/ 8165518 w 8165518"/>
                      <a:gd name="connsiteY0-366" fmla="*/ 0 h 2879174"/>
                      <a:gd name="connsiteX1-367" fmla="*/ 8165518 w 8165518"/>
                      <a:gd name="connsiteY1-368" fmla="*/ 1378890 h 2879174"/>
                      <a:gd name="connsiteX2-369" fmla="*/ 4132092 w 8165518"/>
                      <a:gd name="connsiteY2-370" fmla="*/ 2879159 h 2879174"/>
                      <a:gd name="connsiteX3-371" fmla="*/ 0 w 8165518"/>
                      <a:gd name="connsiteY3-372" fmla="*/ 1403811 h 2879174"/>
                      <a:gd name="connsiteX4-373" fmla="*/ 9491 w 8165518"/>
                      <a:gd name="connsiteY4-374" fmla="*/ 147145 h 2879174"/>
                      <a:gd name="connsiteX5-375" fmla="*/ 4076995 w 8165518"/>
                      <a:gd name="connsiteY5-376" fmla="*/ 1566042 h 2879174"/>
                      <a:gd name="connsiteX6-377" fmla="*/ 8165518 w 8165518"/>
                      <a:gd name="connsiteY6-378" fmla="*/ 0 h 2879174"/>
                      <a:gd name="connsiteX0-379" fmla="*/ 8165518 w 8176537"/>
                      <a:gd name="connsiteY0-380" fmla="*/ 0 h 2879410"/>
                      <a:gd name="connsiteX1-381" fmla="*/ 8176537 w 8176537"/>
                      <a:gd name="connsiteY1-382" fmla="*/ 1499420 h 2879410"/>
                      <a:gd name="connsiteX2-383" fmla="*/ 4132092 w 8176537"/>
                      <a:gd name="connsiteY2-384" fmla="*/ 2879159 h 2879410"/>
                      <a:gd name="connsiteX3-385" fmla="*/ 0 w 8176537"/>
                      <a:gd name="connsiteY3-386" fmla="*/ 1403811 h 2879410"/>
                      <a:gd name="connsiteX4-387" fmla="*/ 9491 w 8176537"/>
                      <a:gd name="connsiteY4-388" fmla="*/ 147145 h 2879410"/>
                      <a:gd name="connsiteX5-389" fmla="*/ 4076995 w 8176537"/>
                      <a:gd name="connsiteY5-390" fmla="*/ 1566042 h 2879410"/>
                      <a:gd name="connsiteX6-391" fmla="*/ 8165518 w 8176537"/>
                      <a:gd name="connsiteY6-392" fmla="*/ 0 h 2879410"/>
                      <a:gd name="connsiteX0-393" fmla="*/ 8165518 w 8176537"/>
                      <a:gd name="connsiteY0-394" fmla="*/ 0 h 2879262"/>
                      <a:gd name="connsiteX1-395" fmla="*/ 8176537 w 8176537"/>
                      <a:gd name="connsiteY1-396" fmla="*/ 1499420 h 2879262"/>
                      <a:gd name="connsiteX2-397" fmla="*/ 4132092 w 8176537"/>
                      <a:gd name="connsiteY2-398" fmla="*/ 2879159 h 2879262"/>
                      <a:gd name="connsiteX3-399" fmla="*/ 0 w 8176537"/>
                      <a:gd name="connsiteY3-400" fmla="*/ 1403811 h 2879262"/>
                      <a:gd name="connsiteX4-401" fmla="*/ 9491 w 8176537"/>
                      <a:gd name="connsiteY4-402" fmla="*/ 147145 h 2879262"/>
                      <a:gd name="connsiteX5-403" fmla="*/ 4076995 w 8176537"/>
                      <a:gd name="connsiteY5-404" fmla="*/ 1566042 h 2879262"/>
                      <a:gd name="connsiteX6-405" fmla="*/ 8165518 w 8176537"/>
                      <a:gd name="connsiteY6-406" fmla="*/ 0 h 2879262"/>
                      <a:gd name="connsiteX0-407" fmla="*/ 8165518 w 8176537"/>
                      <a:gd name="connsiteY0-408" fmla="*/ 0 h 2879163"/>
                      <a:gd name="connsiteX1-409" fmla="*/ 8176537 w 8176537"/>
                      <a:gd name="connsiteY1-410" fmla="*/ 1499420 h 2879163"/>
                      <a:gd name="connsiteX2-411" fmla="*/ 4132092 w 8176537"/>
                      <a:gd name="connsiteY2-412" fmla="*/ 2879159 h 2879163"/>
                      <a:gd name="connsiteX3-413" fmla="*/ 0 w 8176537"/>
                      <a:gd name="connsiteY3-414" fmla="*/ 1510948 h 2879163"/>
                      <a:gd name="connsiteX4-415" fmla="*/ 9491 w 8176537"/>
                      <a:gd name="connsiteY4-416" fmla="*/ 147145 h 2879163"/>
                      <a:gd name="connsiteX5-417" fmla="*/ 4076995 w 8176537"/>
                      <a:gd name="connsiteY5-418" fmla="*/ 1566042 h 2879163"/>
                      <a:gd name="connsiteX6-419" fmla="*/ 8165518 w 8176537"/>
                      <a:gd name="connsiteY6-420" fmla="*/ 0 h 2879163"/>
                      <a:gd name="connsiteX0-421" fmla="*/ 8165518 w 8198577"/>
                      <a:gd name="connsiteY0-422" fmla="*/ 0 h 2879451"/>
                      <a:gd name="connsiteX1-423" fmla="*/ 8198577 w 8198577"/>
                      <a:gd name="connsiteY1-424" fmla="*/ 1606558 h 2879451"/>
                      <a:gd name="connsiteX2-425" fmla="*/ 4132092 w 8198577"/>
                      <a:gd name="connsiteY2-426" fmla="*/ 2879159 h 2879451"/>
                      <a:gd name="connsiteX3-427" fmla="*/ 0 w 8198577"/>
                      <a:gd name="connsiteY3-428" fmla="*/ 1510948 h 2879451"/>
                      <a:gd name="connsiteX4-429" fmla="*/ 9491 w 8198577"/>
                      <a:gd name="connsiteY4-430" fmla="*/ 147145 h 2879451"/>
                      <a:gd name="connsiteX5-431" fmla="*/ 4076995 w 8198577"/>
                      <a:gd name="connsiteY5-432" fmla="*/ 1566042 h 2879451"/>
                      <a:gd name="connsiteX6-433" fmla="*/ 8165518 w 8198577"/>
                      <a:gd name="connsiteY6-434" fmla="*/ 0 h 2879451"/>
                      <a:gd name="connsiteX0-435" fmla="*/ 8165518 w 8165518"/>
                      <a:gd name="connsiteY0-436" fmla="*/ 0 h 2880066"/>
                      <a:gd name="connsiteX1-437" fmla="*/ 8165518 w 8165518"/>
                      <a:gd name="connsiteY1-438" fmla="*/ 1673520 h 2880066"/>
                      <a:gd name="connsiteX2-439" fmla="*/ 4132092 w 8165518"/>
                      <a:gd name="connsiteY2-440" fmla="*/ 2879159 h 2880066"/>
                      <a:gd name="connsiteX3-441" fmla="*/ 0 w 8165518"/>
                      <a:gd name="connsiteY3-442" fmla="*/ 1510948 h 2880066"/>
                      <a:gd name="connsiteX4-443" fmla="*/ 9491 w 8165518"/>
                      <a:gd name="connsiteY4-444" fmla="*/ 147145 h 2880066"/>
                      <a:gd name="connsiteX5-445" fmla="*/ 4076995 w 8165518"/>
                      <a:gd name="connsiteY5-446" fmla="*/ 1566042 h 2880066"/>
                      <a:gd name="connsiteX6-447" fmla="*/ 8165518 w 8165518"/>
                      <a:gd name="connsiteY6-448" fmla="*/ 0 h 2880066"/>
                      <a:gd name="connsiteX0-449" fmla="*/ 8156794 w 8156794"/>
                      <a:gd name="connsiteY0-450" fmla="*/ 0 h 2879270"/>
                      <a:gd name="connsiteX1-451" fmla="*/ 8156794 w 8156794"/>
                      <a:gd name="connsiteY1-452" fmla="*/ 1673520 h 2879270"/>
                      <a:gd name="connsiteX2-453" fmla="*/ 4123368 w 8156794"/>
                      <a:gd name="connsiteY2-454" fmla="*/ 2879159 h 2879270"/>
                      <a:gd name="connsiteX3-455" fmla="*/ 2295 w 8156794"/>
                      <a:gd name="connsiteY3-456" fmla="*/ 1618086 h 2879270"/>
                      <a:gd name="connsiteX4-457" fmla="*/ 767 w 8156794"/>
                      <a:gd name="connsiteY4-458" fmla="*/ 147145 h 2879270"/>
                      <a:gd name="connsiteX5-459" fmla="*/ 4068271 w 8156794"/>
                      <a:gd name="connsiteY5-460" fmla="*/ 1566042 h 2879270"/>
                      <a:gd name="connsiteX6-461" fmla="*/ 8156794 w 8156794"/>
                      <a:gd name="connsiteY6-462" fmla="*/ 0 h 2879270"/>
                      <a:gd name="connsiteX0-463" fmla="*/ 8156794 w 8156794"/>
                      <a:gd name="connsiteY0-464" fmla="*/ 0 h 2973000"/>
                      <a:gd name="connsiteX1-465" fmla="*/ 8156794 w 8156794"/>
                      <a:gd name="connsiteY1-466" fmla="*/ 1673520 h 2973000"/>
                      <a:gd name="connsiteX2-467" fmla="*/ 4134388 w 8156794"/>
                      <a:gd name="connsiteY2-468" fmla="*/ 2972904 h 2973000"/>
                      <a:gd name="connsiteX3-469" fmla="*/ 2295 w 8156794"/>
                      <a:gd name="connsiteY3-470" fmla="*/ 1618086 h 2973000"/>
                      <a:gd name="connsiteX4-471" fmla="*/ 767 w 8156794"/>
                      <a:gd name="connsiteY4-472" fmla="*/ 147145 h 2973000"/>
                      <a:gd name="connsiteX5-473" fmla="*/ 4068271 w 8156794"/>
                      <a:gd name="connsiteY5-474" fmla="*/ 1566042 h 2973000"/>
                      <a:gd name="connsiteX6-475" fmla="*/ 8156794 w 8156794"/>
                      <a:gd name="connsiteY6-476" fmla="*/ 0 h 2973000"/>
                      <a:gd name="connsiteX0-477" fmla="*/ 8156794 w 8156794"/>
                      <a:gd name="connsiteY0-478" fmla="*/ 0 h 2973000"/>
                      <a:gd name="connsiteX1-479" fmla="*/ 8156794 w 8156794"/>
                      <a:gd name="connsiteY1-480" fmla="*/ 1673520 h 2973000"/>
                      <a:gd name="connsiteX2-481" fmla="*/ 4134388 w 8156794"/>
                      <a:gd name="connsiteY2-482" fmla="*/ 2972904 h 2973000"/>
                      <a:gd name="connsiteX3-483" fmla="*/ 2295 w 8156794"/>
                      <a:gd name="connsiteY3-484" fmla="*/ 1618086 h 2973000"/>
                      <a:gd name="connsiteX4-485" fmla="*/ 767 w 8156794"/>
                      <a:gd name="connsiteY4-486" fmla="*/ 147145 h 2973000"/>
                      <a:gd name="connsiteX5-487" fmla="*/ 4068271 w 8156794"/>
                      <a:gd name="connsiteY5-488" fmla="*/ 1566042 h 2973000"/>
                      <a:gd name="connsiteX6-489" fmla="*/ 8156794 w 8156794"/>
                      <a:gd name="connsiteY6-490" fmla="*/ 0 h 2973000"/>
                      <a:gd name="connsiteX0-491" fmla="*/ 8156794 w 8156794"/>
                      <a:gd name="connsiteY0-492" fmla="*/ 0 h 2973000"/>
                      <a:gd name="connsiteX1-493" fmla="*/ 8156794 w 8156794"/>
                      <a:gd name="connsiteY1-494" fmla="*/ 1673520 h 2973000"/>
                      <a:gd name="connsiteX2-495" fmla="*/ 4134388 w 8156794"/>
                      <a:gd name="connsiteY2-496" fmla="*/ 2972904 h 2973000"/>
                      <a:gd name="connsiteX3-497" fmla="*/ 2295 w 8156794"/>
                      <a:gd name="connsiteY3-498" fmla="*/ 1618086 h 2973000"/>
                      <a:gd name="connsiteX4-499" fmla="*/ 767 w 8156794"/>
                      <a:gd name="connsiteY4-500" fmla="*/ 147145 h 2973000"/>
                      <a:gd name="connsiteX5-501" fmla="*/ 4068271 w 8156794"/>
                      <a:gd name="connsiteY5-502" fmla="*/ 1566042 h 2973000"/>
                      <a:gd name="connsiteX6-503" fmla="*/ 8156794 w 8156794"/>
                      <a:gd name="connsiteY6-504" fmla="*/ 0 h 2973000"/>
                      <a:gd name="connsiteX0-505" fmla="*/ 8156794 w 8156794"/>
                      <a:gd name="connsiteY0-506" fmla="*/ 0 h 2973020"/>
                      <a:gd name="connsiteX1-507" fmla="*/ 8156794 w 8156794"/>
                      <a:gd name="connsiteY1-508" fmla="*/ 1673520 h 2973020"/>
                      <a:gd name="connsiteX2-509" fmla="*/ 4134388 w 8156794"/>
                      <a:gd name="connsiteY2-510" fmla="*/ 2972904 h 2973020"/>
                      <a:gd name="connsiteX3-511" fmla="*/ 2295 w 8156794"/>
                      <a:gd name="connsiteY3-512" fmla="*/ 1618086 h 2973020"/>
                      <a:gd name="connsiteX4-513" fmla="*/ 767 w 8156794"/>
                      <a:gd name="connsiteY4-514" fmla="*/ 147145 h 2973020"/>
                      <a:gd name="connsiteX5-515" fmla="*/ 4068271 w 8156794"/>
                      <a:gd name="connsiteY5-516" fmla="*/ 1566042 h 2973020"/>
                      <a:gd name="connsiteX6-517" fmla="*/ 8156794 w 8156794"/>
                      <a:gd name="connsiteY6-518" fmla="*/ 0 h 2973020"/>
                      <a:gd name="connsiteX0-519" fmla="*/ 8156794 w 8156794"/>
                      <a:gd name="connsiteY0-520" fmla="*/ 0 h 2973021"/>
                      <a:gd name="connsiteX1-521" fmla="*/ 8156794 w 8156794"/>
                      <a:gd name="connsiteY1-522" fmla="*/ 1673520 h 2973021"/>
                      <a:gd name="connsiteX2-523" fmla="*/ 4134388 w 8156794"/>
                      <a:gd name="connsiteY2-524" fmla="*/ 2972904 h 2973021"/>
                      <a:gd name="connsiteX3-525" fmla="*/ 2295 w 8156794"/>
                      <a:gd name="connsiteY3-526" fmla="*/ 1618086 h 2973021"/>
                      <a:gd name="connsiteX4-527" fmla="*/ 767 w 8156794"/>
                      <a:gd name="connsiteY4-528" fmla="*/ 147145 h 2973021"/>
                      <a:gd name="connsiteX5-529" fmla="*/ 4068271 w 8156794"/>
                      <a:gd name="connsiteY5-530" fmla="*/ 1566042 h 2973021"/>
                      <a:gd name="connsiteX6-531" fmla="*/ 8156794 w 8156794"/>
                      <a:gd name="connsiteY6-532" fmla="*/ 0 h 2973021"/>
                      <a:gd name="connsiteX0-533" fmla="*/ 8156794 w 8156794"/>
                      <a:gd name="connsiteY0-534" fmla="*/ 0 h 2973021"/>
                      <a:gd name="connsiteX1-535" fmla="*/ 8156794 w 8156794"/>
                      <a:gd name="connsiteY1-536" fmla="*/ 1673520 h 2973021"/>
                      <a:gd name="connsiteX2-537" fmla="*/ 4134388 w 8156794"/>
                      <a:gd name="connsiteY2-538" fmla="*/ 2972904 h 2973021"/>
                      <a:gd name="connsiteX3-539" fmla="*/ 2295 w 8156794"/>
                      <a:gd name="connsiteY3-540" fmla="*/ 1618086 h 2973021"/>
                      <a:gd name="connsiteX4-541" fmla="*/ 767 w 8156794"/>
                      <a:gd name="connsiteY4-542" fmla="*/ 147145 h 2973021"/>
                      <a:gd name="connsiteX5-543" fmla="*/ 4068271 w 8156794"/>
                      <a:gd name="connsiteY5-544" fmla="*/ 1566042 h 2973021"/>
                      <a:gd name="connsiteX6-545" fmla="*/ 8156794 w 8156794"/>
                      <a:gd name="connsiteY6-546" fmla="*/ 0 h 2973021"/>
                      <a:gd name="connsiteX0-547" fmla="*/ 8156794 w 8156794"/>
                      <a:gd name="connsiteY0-548" fmla="*/ 0 h 2973021"/>
                      <a:gd name="connsiteX1-549" fmla="*/ 8156794 w 8156794"/>
                      <a:gd name="connsiteY1-550" fmla="*/ 1673520 h 2973021"/>
                      <a:gd name="connsiteX2-551" fmla="*/ 4134388 w 8156794"/>
                      <a:gd name="connsiteY2-552" fmla="*/ 2972904 h 2973021"/>
                      <a:gd name="connsiteX3-553" fmla="*/ 2295 w 8156794"/>
                      <a:gd name="connsiteY3-554" fmla="*/ 1618086 h 2973021"/>
                      <a:gd name="connsiteX4-555" fmla="*/ 767 w 8156794"/>
                      <a:gd name="connsiteY4-556" fmla="*/ 147145 h 2973021"/>
                      <a:gd name="connsiteX5-557" fmla="*/ 4068271 w 8156794"/>
                      <a:gd name="connsiteY5-558" fmla="*/ 1566042 h 2973021"/>
                      <a:gd name="connsiteX6-559" fmla="*/ 8156794 w 8156794"/>
                      <a:gd name="connsiteY6-560" fmla="*/ 0 h 2973021"/>
                      <a:gd name="connsiteX0-561" fmla="*/ 8156794 w 8156794"/>
                      <a:gd name="connsiteY0-562" fmla="*/ 0 h 2973021"/>
                      <a:gd name="connsiteX1-563" fmla="*/ 8156794 w 8156794"/>
                      <a:gd name="connsiteY1-564" fmla="*/ 1673520 h 2973021"/>
                      <a:gd name="connsiteX2-565" fmla="*/ 4134388 w 8156794"/>
                      <a:gd name="connsiteY2-566" fmla="*/ 2972904 h 2973021"/>
                      <a:gd name="connsiteX3-567" fmla="*/ 2295 w 8156794"/>
                      <a:gd name="connsiteY3-568" fmla="*/ 1618086 h 2973021"/>
                      <a:gd name="connsiteX4-569" fmla="*/ 767 w 8156794"/>
                      <a:gd name="connsiteY4-570" fmla="*/ 147145 h 2973021"/>
                      <a:gd name="connsiteX5-571" fmla="*/ 4068271 w 8156794"/>
                      <a:gd name="connsiteY5-572" fmla="*/ 1566042 h 2973021"/>
                      <a:gd name="connsiteX6-573" fmla="*/ 8156794 w 8156794"/>
                      <a:gd name="connsiteY6-574" fmla="*/ 0 h 2973021"/>
                      <a:gd name="connsiteX0-575" fmla="*/ 8156794 w 8156794"/>
                      <a:gd name="connsiteY0-576" fmla="*/ 0 h 2973141"/>
                      <a:gd name="connsiteX1-577" fmla="*/ 8156794 w 8156794"/>
                      <a:gd name="connsiteY1-578" fmla="*/ 1673520 h 2973141"/>
                      <a:gd name="connsiteX2-579" fmla="*/ 4134388 w 8156794"/>
                      <a:gd name="connsiteY2-580" fmla="*/ 2972904 h 2973141"/>
                      <a:gd name="connsiteX3-581" fmla="*/ 2295 w 8156794"/>
                      <a:gd name="connsiteY3-582" fmla="*/ 1618086 h 2973141"/>
                      <a:gd name="connsiteX4-583" fmla="*/ 767 w 8156794"/>
                      <a:gd name="connsiteY4-584" fmla="*/ 147145 h 2973141"/>
                      <a:gd name="connsiteX5-585" fmla="*/ 4068271 w 8156794"/>
                      <a:gd name="connsiteY5-586" fmla="*/ 1566042 h 2973141"/>
                      <a:gd name="connsiteX6-587" fmla="*/ 8156794 w 8156794"/>
                      <a:gd name="connsiteY6-588" fmla="*/ 0 h 2973141"/>
                      <a:gd name="connsiteX0-589" fmla="*/ 8156794 w 8156794"/>
                      <a:gd name="connsiteY0-590" fmla="*/ 0 h 3066827"/>
                      <a:gd name="connsiteX1-591" fmla="*/ 8156794 w 8156794"/>
                      <a:gd name="connsiteY1-592" fmla="*/ 1673520 h 3066827"/>
                      <a:gd name="connsiteX2-593" fmla="*/ 4123353 w 8156794"/>
                      <a:gd name="connsiteY2-594" fmla="*/ 3066650 h 3066827"/>
                      <a:gd name="connsiteX3-595" fmla="*/ 2295 w 8156794"/>
                      <a:gd name="connsiteY3-596" fmla="*/ 1618086 h 3066827"/>
                      <a:gd name="connsiteX4-597" fmla="*/ 767 w 8156794"/>
                      <a:gd name="connsiteY4-598" fmla="*/ 147145 h 3066827"/>
                      <a:gd name="connsiteX5-599" fmla="*/ 4068271 w 8156794"/>
                      <a:gd name="connsiteY5-600" fmla="*/ 1566042 h 3066827"/>
                      <a:gd name="connsiteX6-601" fmla="*/ 8156794 w 8156794"/>
                      <a:gd name="connsiteY6-602" fmla="*/ 0 h 3066827"/>
                      <a:gd name="connsiteX0-603" fmla="*/ 8123689 w 8156794"/>
                      <a:gd name="connsiteY0-604" fmla="*/ 0 h 2999866"/>
                      <a:gd name="connsiteX1-605" fmla="*/ 8156794 w 8156794"/>
                      <a:gd name="connsiteY1-606" fmla="*/ 1606559 h 2999866"/>
                      <a:gd name="connsiteX2-607" fmla="*/ 4123353 w 8156794"/>
                      <a:gd name="connsiteY2-608" fmla="*/ 2999689 h 2999866"/>
                      <a:gd name="connsiteX3-609" fmla="*/ 2295 w 8156794"/>
                      <a:gd name="connsiteY3-610" fmla="*/ 1551125 h 2999866"/>
                      <a:gd name="connsiteX4-611" fmla="*/ 767 w 8156794"/>
                      <a:gd name="connsiteY4-612" fmla="*/ 80184 h 2999866"/>
                      <a:gd name="connsiteX5-613" fmla="*/ 4068271 w 8156794"/>
                      <a:gd name="connsiteY5-614" fmla="*/ 1499081 h 2999866"/>
                      <a:gd name="connsiteX6-615" fmla="*/ 8123689 w 8156794"/>
                      <a:gd name="connsiteY6-616" fmla="*/ 0 h 2999866"/>
                      <a:gd name="connsiteX0-617" fmla="*/ 8167828 w 8167828"/>
                      <a:gd name="connsiteY0-618" fmla="*/ 0 h 3026651"/>
                      <a:gd name="connsiteX1-619" fmla="*/ 8156794 w 8167828"/>
                      <a:gd name="connsiteY1-620" fmla="*/ 1633344 h 3026651"/>
                      <a:gd name="connsiteX2-621" fmla="*/ 4123353 w 8167828"/>
                      <a:gd name="connsiteY2-622" fmla="*/ 3026474 h 3026651"/>
                      <a:gd name="connsiteX3-623" fmla="*/ 2295 w 8167828"/>
                      <a:gd name="connsiteY3-624" fmla="*/ 1577910 h 3026651"/>
                      <a:gd name="connsiteX4-625" fmla="*/ 767 w 8167828"/>
                      <a:gd name="connsiteY4-626" fmla="*/ 106969 h 3026651"/>
                      <a:gd name="connsiteX5-627" fmla="*/ 4068271 w 8167828"/>
                      <a:gd name="connsiteY5-628" fmla="*/ 1525866 h 3026651"/>
                      <a:gd name="connsiteX6-629" fmla="*/ 8167828 w 8167828"/>
                      <a:gd name="connsiteY6-630" fmla="*/ 0 h 3026651"/>
                      <a:gd name="connsiteX0-631" fmla="*/ 8167828 w 8167828"/>
                      <a:gd name="connsiteY0-632" fmla="*/ 0 h 3027228"/>
                      <a:gd name="connsiteX1-633" fmla="*/ 8145760 w 8167828"/>
                      <a:gd name="connsiteY1-634" fmla="*/ 1686913 h 3027228"/>
                      <a:gd name="connsiteX2-635" fmla="*/ 4123353 w 8167828"/>
                      <a:gd name="connsiteY2-636" fmla="*/ 3026474 h 3027228"/>
                      <a:gd name="connsiteX3-637" fmla="*/ 2295 w 8167828"/>
                      <a:gd name="connsiteY3-638" fmla="*/ 1577910 h 3027228"/>
                      <a:gd name="connsiteX4-639" fmla="*/ 767 w 8167828"/>
                      <a:gd name="connsiteY4-640" fmla="*/ 106969 h 3027228"/>
                      <a:gd name="connsiteX5-641" fmla="*/ 4068271 w 8167828"/>
                      <a:gd name="connsiteY5-642" fmla="*/ 1525866 h 3027228"/>
                      <a:gd name="connsiteX6-643" fmla="*/ 8167828 w 8167828"/>
                      <a:gd name="connsiteY6-644" fmla="*/ 0 h 3027228"/>
                      <a:gd name="connsiteX0-645" fmla="*/ 8156794 w 8156794"/>
                      <a:gd name="connsiteY0-646" fmla="*/ 0 h 2933483"/>
                      <a:gd name="connsiteX1-647" fmla="*/ 8145760 w 8156794"/>
                      <a:gd name="connsiteY1-648" fmla="*/ 1593168 h 2933483"/>
                      <a:gd name="connsiteX2-649" fmla="*/ 4123353 w 8156794"/>
                      <a:gd name="connsiteY2-650" fmla="*/ 2932729 h 2933483"/>
                      <a:gd name="connsiteX3-651" fmla="*/ 2295 w 8156794"/>
                      <a:gd name="connsiteY3-652" fmla="*/ 1484165 h 2933483"/>
                      <a:gd name="connsiteX4-653" fmla="*/ 767 w 8156794"/>
                      <a:gd name="connsiteY4-654" fmla="*/ 13224 h 2933483"/>
                      <a:gd name="connsiteX5-655" fmla="*/ 4068271 w 8156794"/>
                      <a:gd name="connsiteY5-656" fmla="*/ 1432121 h 2933483"/>
                      <a:gd name="connsiteX6-657" fmla="*/ 8156794 w 8156794"/>
                      <a:gd name="connsiteY6-658" fmla="*/ 0 h 2933483"/>
                      <a:gd name="connsiteX0-659" fmla="*/ 8156794 w 8156794"/>
                      <a:gd name="connsiteY0-660" fmla="*/ 0 h 2933483"/>
                      <a:gd name="connsiteX1-661" fmla="*/ 8145760 w 8156794"/>
                      <a:gd name="connsiteY1-662" fmla="*/ 1593168 h 2933483"/>
                      <a:gd name="connsiteX2-663" fmla="*/ 4123353 w 8156794"/>
                      <a:gd name="connsiteY2-664" fmla="*/ 2932729 h 2933483"/>
                      <a:gd name="connsiteX3-665" fmla="*/ 2295 w 8156794"/>
                      <a:gd name="connsiteY3-666" fmla="*/ 1484165 h 2933483"/>
                      <a:gd name="connsiteX4-667" fmla="*/ 767 w 8156794"/>
                      <a:gd name="connsiteY4-668" fmla="*/ 13224 h 2933483"/>
                      <a:gd name="connsiteX5-669" fmla="*/ 4068271 w 8156794"/>
                      <a:gd name="connsiteY5-670" fmla="*/ 1432121 h 2933483"/>
                      <a:gd name="connsiteX6-671" fmla="*/ 8156794 w 8156794"/>
                      <a:gd name="connsiteY6-672" fmla="*/ 0 h 2933483"/>
                      <a:gd name="connsiteX0-673" fmla="*/ 8123689 w 8145760"/>
                      <a:gd name="connsiteY0-674" fmla="*/ 13560 h 2920259"/>
                      <a:gd name="connsiteX1-675" fmla="*/ 8145760 w 8145760"/>
                      <a:gd name="connsiteY1-676" fmla="*/ 1579944 h 2920259"/>
                      <a:gd name="connsiteX2-677" fmla="*/ 4123353 w 8145760"/>
                      <a:gd name="connsiteY2-678" fmla="*/ 2919505 h 2920259"/>
                      <a:gd name="connsiteX3-679" fmla="*/ 2295 w 8145760"/>
                      <a:gd name="connsiteY3-680" fmla="*/ 1470941 h 2920259"/>
                      <a:gd name="connsiteX4-681" fmla="*/ 767 w 8145760"/>
                      <a:gd name="connsiteY4-682" fmla="*/ 0 h 2920259"/>
                      <a:gd name="connsiteX5-683" fmla="*/ 4068271 w 8145760"/>
                      <a:gd name="connsiteY5-684" fmla="*/ 1418897 h 2920259"/>
                      <a:gd name="connsiteX6-685" fmla="*/ 8123689 w 8145760"/>
                      <a:gd name="connsiteY6-686" fmla="*/ 13560 h 2920259"/>
                      <a:gd name="connsiteX0-687" fmla="*/ 8178863 w 8178863"/>
                      <a:gd name="connsiteY0-688" fmla="*/ 26952 h 2920259"/>
                      <a:gd name="connsiteX1-689" fmla="*/ 8145760 w 8178863"/>
                      <a:gd name="connsiteY1-690" fmla="*/ 1579944 h 2920259"/>
                      <a:gd name="connsiteX2-691" fmla="*/ 4123353 w 8178863"/>
                      <a:gd name="connsiteY2-692" fmla="*/ 2919505 h 2920259"/>
                      <a:gd name="connsiteX3-693" fmla="*/ 2295 w 8178863"/>
                      <a:gd name="connsiteY3-694" fmla="*/ 1470941 h 2920259"/>
                      <a:gd name="connsiteX4-695" fmla="*/ 767 w 8178863"/>
                      <a:gd name="connsiteY4-696" fmla="*/ 0 h 2920259"/>
                      <a:gd name="connsiteX5-697" fmla="*/ 4068271 w 8178863"/>
                      <a:gd name="connsiteY5-698" fmla="*/ 1418897 h 2920259"/>
                      <a:gd name="connsiteX6-699" fmla="*/ 8178863 w 8178863"/>
                      <a:gd name="connsiteY6-700" fmla="*/ 26952 h 2920259"/>
                      <a:gd name="connsiteX0-701" fmla="*/ 8167827 w 8167827"/>
                      <a:gd name="connsiteY0-702" fmla="*/ 40343 h 2920259"/>
                      <a:gd name="connsiteX1-703" fmla="*/ 8145760 w 8167827"/>
                      <a:gd name="connsiteY1-704" fmla="*/ 1579944 h 2920259"/>
                      <a:gd name="connsiteX2-705" fmla="*/ 4123353 w 8167827"/>
                      <a:gd name="connsiteY2-706" fmla="*/ 2919505 h 2920259"/>
                      <a:gd name="connsiteX3-707" fmla="*/ 2295 w 8167827"/>
                      <a:gd name="connsiteY3-708" fmla="*/ 1470941 h 2920259"/>
                      <a:gd name="connsiteX4-709" fmla="*/ 767 w 8167827"/>
                      <a:gd name="connsiteY4-710" fmla="*/ 0 h 2920259"/>
                      <a:gd name="connsiteX5-711" fmla="*/ 4068271 w 8167827"/>
                      <a:gd name="connsiteY5-712" fmla="*/ 1418897 h 2920259"/>
                      <a:gd name="connsiteX6-713" fmla="*/ 8167827 w 8167827"/>
                      <a:gd name="connsiteY6-714" fmla="*/ 40343 h 2920259"/>
                      <a:gd name="connsiteX0-715" fmla="*/ 8123687 w 8145760"/>
                      <a:gd name="connsiteY0-716" fmla="*/ 53735 h 2920259"/>
                      <a:gd name="connsiteX1-717" fmla="*/ 8145760 w 8145760"/>
                      <a:gd name="connsiteY1-718" fmla="*/ 1579944 h 2920259"/>
                      <a:gd name="connsiteX2-719" fmla="*/ 4123353 w 8145760"/>
                      <a:gd name="connsiteY2-720" fmla="*/ 2919505 h 2920259"/>
                      <a:gd name="connsiteX3-721" fmla="*/ 2295 w 8145760"/>
                      <a:gd name="connsiteY3-722" fmla="*/ 1470941 h 2920259"/>
                      <a:gd name="connsiteX4-723" fmla="*/ 767 w 8145760"/>
                      <a:gd name="connsiteY4-724" fmla="*/ 0 h 2920259"/>
                      <a:gd name="connsiteX5-725" fmla="*/ 4068271 w 8145760"/>
                      <a:gd name="connsiteY5-726" fmla="*/ 1418897 h 2920259"/>
                      <a:gd name="connsiteX6-727" fmla="*/ 8123687 w 8145760"/>
                      <a:gd name="connsiteY6-728" fmla="*/ 53735 h 2920259"/>
                      <a:gd name="connsiteX0-729" fmla="*/ 8161918 w 8161918"/>
                      <a:gd name="connsiteY0-730" fmla="*/ 0 h 2943855"/>
                      <a:gd name="connsiteX1-731" fmla="*/ 8145760 w 8161918"/>
                      <a:gd name="connsiteY1-732" fmla="*/ 1603540 h 2943855"/>
                      <a:gd name="connsiteX2-733" fmla="*/ 4123353 w 8161918"/>
                      <a:gd name="connsiteY2-734" fmla="*/ 2943101 h 2943855"/>
                      <a:gd name="connsiteX3-735" fmla="*/ 2295 w 8161918"/>
                      <a:gd name="connsiteY3-736" fmla="*/ 1494537 h 2943855"/>
                      <a:gd name="connsiteX4-737" fmla="*/ 767 w 8161918"/>
                      <a:gd name="connsiteY4-738" fmla="*/ 23596 h 2943855"/>
                      <a:gd name="connsiteX5-739" fmla="*/ 4068271 w 8161918"/>
                      <a:gd name="connsiteY5-740" fmla="*/ 1442493 h 2943855"/>
                      <a:gd name="connsiteX6-741" fmla="*/ 8161918 w 8161918"/>
                      <a:gd name="connsiteY6-742" fmla="*/ 0 h 2943855"/>
                      <a:gd name="connsiteX0-743" fmla="*/ 8144926 w 8145760"/>
                      <a:gd name="connsiteY0-744" fmla="*/ 43424 h 2920259"/>
                      <a:gd name="connsiteX1-745" fmla="*/ 8145760 w 8145760"/>
                      <a:gd name="connsiteY1-746" fmla="*/ 1579944 h 2920259"/>
                      <a:gd name="connsiteX2-747" fmla="*/ 4123353 w 8145760"/>
                      <a:gd name="connsiteY2-748" fmla="*/ 2919505 h 2920259"/>
                      <a:gd name="connsiteX3-749" fmla="*/ 2295 w 8145760"/>
                      <a:gd name="connsiteY3-750" fmla="*/ 1470941 h 2920259"/>
                      <a:gd name="connsiteX4-751" fmla="*/ 767 w 8145760"/>
                      <a:gd name="connsiteY4-752" fmla="*/ 0 h 2920259"/>
                      <a:gd name="connsiteX5-753" fmla="*/ 4068271 w 8145760"/>
                      <a:gd name="connsiteY5-754" fmla="*/ 1418897 h 2920259"/>
                      <a:gd name="connsiteX6-755" fmla="*/ 8144926 w 8145760"/>
                      <a:gd name="connsiteY6-756" fmla="*/ 43424 h 2920259"/>
                      <a:gd name="connsiteX0-757" fmla="*/ 8161918 w 8161918"/>
                      <a:gd name="connsiteY0-758" fmla="*/ 0 h 2959321"/>
                      <a:gd name="connsiteX1-759" fmla="*/ 8145760 w 8161918"/>
                      <a:gd name="connsiteY1-760" fmla="*/ 1619006 h 2959321"/>
                      <a:gd name="connsiteX2-761" fmla="*/ 4123353 w 8161918"/>
                      <a:gd name="connsiteY2-762" fmla="*/ 2958567 h 2959321"/>
                      <a:gd name="connsiteX3-763" fmla="*/ 2295 w 8161918"/>
                      <a:gd name="connsiteY3-764" fmla="*/ 1510003 h 2959321"/>
                      <a:gd name="connsiteX4-765" fmla="*/ 767 w 8161918"/>
                      <a:gd name="connsiteY4-766" fmla="*/ 39062 h 2959321"/>
                      <a:gd name="connsiteX5-767" fmla="*/ 4068271 w 8161918"/>
                      <a:gd name="connsiteY5-768" fmla="*/ 1457959 h 2959321"/>
                      <a:gd name="connsiteX6-769" fmla="*/ 8161918 w 8161918"/>
                      <a:gd name="connsiteY6-770" fmla="*/ 0 h 2959321"/>
                      <a:gd name="connsiteX0-771" fmla="*/ 8161918 w 8162752"/>
                      <a:gd name="connsiteY0-772" fmla="*/ 0 h 2959488"/>
                      <a:gd name="connsiteX1-773" fmla="*/ 8162752 w 8162752"/>
                      <a:gd name="connsiteY1-774" fmla="*/ 1629317 h 2959488"/>
                      <a:gd name="connsiteX2-775" fmla="*/ 4123353 w 8162752"/>
                      <a:gd name="connsiteY2-776" fmla="*/ 2958567 h 2959488"/>
                      <a:gd name="connsiteX3-777" fmla="*/ 2295 w 8162752"/>
                      <a:gd name="connsiteY3-778" fmla="*/ 1510003 h 2959488"/>
                      <a:gd name="connsiteX4-779" fmla="*/ 767 w 8162752"/>
                      <a:gd name="connsiteY4-780" fmla="*/ 39062 h 2959488"/>
                      <a:gd name="connsiteX5-781" fmla="*/ 4068271 w 8162752"/>
                      <a:gd name="connsiteY5-782" fmla="*/ 1457959 h 2959488"/>
                      <a:gd name="connsiteX6-783" fmla="*/ 8161918 w 8162752"/>
                      <a:gd name="connsiteY6-784" fmla="*/ 0 h 2959488"/>
                      <a:gd name="connsiteX0-785" fmla="*/ 8165930 w 8166764"/>
                      <a:gd name="connsiteY0-786" fmla="*/ 7337 h 2966825"/>
                      <a:gd name="connsiteX1-787" fmla="*/ 8166764 w 8166764"/>
                      <a:gd name="connsiteY1-788" fmla="*/ 1636654 h 2966825"/>
                      <a:gd name="connsiteX2-789" fmla="*/ 4127365 w 8166764"/>
                      <a:gd name="connsiteY2-790" fmla="*/ 2965904 h 2966825"/>
                      <a:gd name="connsiteX3-791" fmla="*/ 6307 w 8166764"/>
                      <a:gd name="connsiteY3-792" fmla="*/ 1517340 h 2966825"/>
                      <a:gd name="connsiteX4-793" fmla="*/ 532 w 8166764"/>
                      <a:gd name="connsiteY4-794" fmla="*/ 0 h 2966825"/>
                      <a:gd name="connsiteX5-795" fmla="*/ 4072283 w 8166764"/>
                      <a:gd name="connsiteY5-796" fmla="*/ 1465296 h 2966825"/>
                      <a:gd name="connsiteX6-797" fmla="*/ 8165930 w 8166764"/>
                      <a:gd name="connsiteY6-798" fmla="*/ 7337 h 2966825"/>
                      <a:gd name="connsiteX0-799" fmla="*/ 8168119 w 8168953"/>
                      <a:gd name="connsiteY0-800" fmla="*/ 7337 h 2966682"/>
                      <a:gd name="connsiteX1-801" fmla="*/ 8168953 w 8168953"/>
                      <a:gd name="connsiteY1-802" fmla="*/ 1636654 h 2966682"/>
                      <a:gd name="connsiteX2-803" fmla="*/ 4129554 w 8168953"/>
                      <a:gd name="connsiteY2-804" fmla="*/ 2965904 h 2966682"/>
                      <a:gd name="connsiteX3-805" fmla="*/ 0 w 8168953"/>
                      <a:gd name="connsiteY3-806" fmla="*/ 1527651 h 2966682"/>
                      <a:gd name="connsiteX4-807" fmla="*/ 2721 w 8168953"/>
                      <a:gd name="connsiteY4-808" fmla="*/ 0 h 2966682"/>
                      <a:gd name="connsiteX5-809" fmla="*/ 4074472 w 8168953"/>
                      <a:gd name="connsiteY5-810" fmla="*/ 1465296 h 2966682"/>
                      <a:gd name="connsiteX6-811" fmla="*/ 8168119 w 8168953"/>
                      <a:gd name="connsiteY6-812" fmla="*/ 7337 h 2966682"/>
                      <a:gd name="connsiteX0-813" fmla="*/ 8168119 w 8168953"/>
                      <a:gd name="connsiteY0-814" fmla="*/ 7337 h 3100377"/>
                      <a:gd name="connsiteX1-815" fmla="*/ 8168953 w 8168953"/>
                      <a:gd name="connsiteY1-816" fmla="*/ 1636654 h 3100377"/>
                      <a:gd name="connsiteX2-817" fmla="*/ 4118520 w 8168953"/>
                      <a:gd name="connsiteY2-818" fmla="*/ 3099826 h 3100377"/>
                      <a:gd name="connsiteX3-819" fmla="*/ 0 w 8168953"/>
                      <a:gd name="connsiteY3-820" fmla="*/ 1527651 h 3100377"/>
                      <a:gd name="connsiteX4-821" fmla="*/ 2721 w 8168953"/>
                      <a:gd name="connsiteY4-822" fmla="*/ 0 h 3100377"/>
                      <a:gd name="connsiteX5-823" fmla="*/ 4074472 w 8168953"/>
                      <a:gd name="connsiteY5-824" fmla="*/ 1465296 h 3100377"/>
                      <a:gd name="connsiteX6-825" fmla="*/ 8168119 w 8168953"/>
                      <a:gd name="connsiteY6-826" fmla="*/ 7337 h 3100377"/>
                      <a:gd name="connsiteX0-827" fmla="*/ 8168119 w 8168953"/>
                      <a:gd name="connsiteY0-828" fmla="*/ 7337 h 3100429"/>
                      <a:gd name="connsiteX1-829" fmla="*/ 8168953 w 8168953"/>
                      <a:gd name="connsiteY1-830" fmla="*/ 1636654 h 3100429"/>
                      <a:gd name="connsiteX2-831" fmla="*/ 4118520 w 8168953"/>
                      <a:gd name="connsiteY2-832" fmla="*/ 3099826 h 3100429"/>
                      <a:gd name="connsiteX3-833" fmla="*/ 0 w 8168953"/>
                      <a:gd name="connsiteY3-834" fmla="*/ 1527651 h 3100429"/>
                      <a:gd name="connsiteX4-835" fmla="*/ 2721 w 8168953"/>
                      <a:gd name="connsiteY4-836" fmla="*/ 0 h 3100429"/>
                      <a:gd name="connsiteX5-837" fmla="*/ 4074472 w 8168953"/>
                      <a:gd name="connsiteY5-838" fmla="*/ 1465296 h 3100429"/>
                      <a:gd name="connsiteX6-839" fmla="*/ 8168119 w 8168953"/>
                      <a:gd name="connsiteY6-840" fmla="*/ 7337 h 3100429"/>
                      <a:gd name="connsiteX0-841" fmla="*/ 8165849 w 8166683"/>
                      <a:gd name="connsiteY0-842" fmla="*/ 7337 h 3099826"/>
                      <a:gd name="connsiteX1-843" fmla="*/ 8166683 w 8166683"/>
                      <a:gd name="connsiteY1-844" fmla="*/ 1636654 h 3099826"/>
                      <a:gd name="connsiteX2-845" fmla="*/ 4116250 w 8166683"/>
                      <a:gd name="connsiteY2-846" fmla="*/ 3099826 h 3099826"/>
                      <a:gd name="connsiteX3-847" fmla="*/ 8764 w 8166683"/>
                      <a:gd name="connsiteY3-848" fmla="*/ 1634789 h 3099826"/>
                      <a:gd name="connsiteX4-849" fmla="*/ 451 w 8166683"/>
                      <a:gd name="connsiteY4-850" fmla="*/ 0 h 3099826"/>
                      <a:gd name="connsiteX5-851" fmla="*/ 4072202 w 8166683"/>
                      <a:gd name="connsiteY5-852" fmla="*/ 1465296 h 3099826"/>
                      <a:gd name="connsiteX6-853" fmla="*/ 8165849 w 8166683"/>
                      <a:gd name="connsiteY6-854" fmla="*/ 7337 h 3099826"/>
                      <a:gd name="connsiteX0-855" fmla="*/ 8165849 w 8166683"/>
                      <a:gd name="connsiteY0-856" fmla="*/ 7337 h 3099826"/>
                      <a:gd name="connsiteX1-857" fmla="*/ 8166683 w 8166683"/>
                      <a:gd name="connsiteY1-858" fmla="*/ 1636654 h 3099826"/>
                      <a:gd name="connsiteX2-859" fmla="*/ 4116250 w 8166683"/>
                      <a:gd name="connsiteY2-860" fmla="*/ 3099826 h 3099826"/>
                      <a:gd name="connsiteX3-861" fmla="*/ 8764 w 8166683"/>
                      <a:gd name="connsiteY3-862" fmla="*/ 1634789 h 3099826"/>
                      <a:gd name="connsiteX4-863" fmla="*/ 451 w 8166683"/>
                      <a:gd name="connsiteY4-864" fmla="*/ 0 h 3099826"/>
                      <a:gd name="connsiteX5-865" fmla="*/ 4072202 w 8166683"/>
                      <a:gd name="connsiteY5-866" fmla="*/ 1465296 h 3099826"/>
                      <a:gd name="connsiteX6-867" fmla="*/ 8165849 w 8166683"/>
                      <a:gd name="connsiteY6-868" fmla="*/ 7337 h 3099826"/>
                      <a:gd name="connsiteX0-869" fmla="*/ 8165849 w 8166683"/>
                      <a:gd name="connsiteY0-870" fmla="*/ 7337 h 3099826"/>
                      <a:gd name="connsiteX1-871" fmla="*/ 8166683 w 8166683"/>
                      <a:gd name="connsiteY1-872" fmla="*/ 1636654 h 3099826"/>
                      <a:gd name="connsiteX2-873" fmla="*/ 4116250 w 8166683"/>
                      <a:gd name="connsiteY2-874" fmla="*/ 3099826 h 3099826"/>
                      <a:gd name="connsiteX3-875" fmla="*/ 8764 w 8166683"/>
                      <a:gd name="connsiteY3-876" fmla="*/ 1634789 h 3099826"/>
                      <a:gd name="connsiteX4-877" fmla="*/ 451 w 8166683"/>
                      <a:gd name="connsiteY4-878" fmla="*/ 0 h 3099826"/>
                      <a:gd name="connsiteX5-879" fmla="*/ 4061168 w 8166683"/>
                      <a:gd name="connsiteY5-880" fmla="*/ 1438511 h 3099826"/>
                      <a:gd name="connsiteX6-881" fmla="*/ 8165849 w 8166683"/>
                      <a:gd name="connsiteY6-882" fmla="*/ 7337 h 3099826"/>
                      <a:gd name="connsiteX0-883" fmla="*/ 8165849 w 8166683"/>
                      <a:gd name="connsiteY0-884" fmla="*/ 7337 h 3099826"/>
                      <a:gd name="connsiteX1-885" fmla="*/ 8166683 w 8166683"/>
                      <a:gd name="connsiteY1-886" fmla="*/ 1636654 h 3099826"/>
                      <a:gd name="connsiteX2-887" fmla="*/ 4116250 w 8166683"/>
                      <a:gd name="connsiteY2-888" fmla="*/ 3099826 h 3099826"/>
                      <a:gd name="connsiteX3-889" fmla="*/ 8764 w 8166683"/>
                      <a:gd name="connsiteY3-890" fmla="*/ 1634789 h 3099826"/>
                      <a:gd name="connsiteX4-891" fmla="*/ 451 w 8166683"/>
                      <a:gd name="connsiteY4-892" fmla="*/ 0 h 3099826"/>
                      <a:gd name="connsiteX5-893" fmla="*/ 4061168 w 8166683"/>
                      <a:gd name="connsiteY5-894" fmla="*/ 1438511 h 3099826"/>
                      <a:gd name="connsiteX6-895" fmla="*/ 8165849 w 8166683"/>
                      <a:gd name="connsiteY6-896" fmla="*/ 7337 h 309982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7" name="Oval 416"/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418" name="Group 417"/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19" name="Freeform 418"/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-1" fmla="*/ 3725333 w 4641485"/>
                        <a:gd name="connsiteY0-2" fmla="*/ 0 h 1049866"/>
                        <a:gd name="connsiteX1-3" fmla="*/ 4641485 w 4641485"/>
                        <a:gd name="connsiteY1-4" fmla="*/ 239402 h 1049866"/>
                        <a:gd name="connsiteX2-5" fmla="*/ 3962400 w 4641485"/>
                        <a:gd name="connsiteY2-6" fmla="*/ 541866 h 1049866"/>
                        <a:gd name="connsiteX3-7" fmla="*/ 3742267 w 4641485"/>
                        <a:gd name="connsiteY3-8" fmla="*/ 457200 h 1049866"/>
                        <a:gd name="connsiteX4-9" fmla="*/ 2269067 w 4641485"/>
                        <a:gd name="connsiteY4-10" fmla="*/ 1049866 h 1049866"/>
                        <a:gd name="connsiteX5-11" fmla="*/ 880533 w 4641485"/>
                        <a:gd name="connsiteY5-12" fmla="*/ 457200 h 1049866"/>
                        <a:gd name="connsiteX6-13" fmla="*/ 592667 w 4641485"/>
                        <a:gd name="connsiteY6-14" fmla="*/ 541866 h 1049866"/>
                        <a:gd name="connsiteX7-15" fmla="*/ 0 w 4641485"/>
                        <a:gd name="connsiteY7-16" fmla="*/ 254000 h 1049866"/>
                        <a:gd name="connsiteX8-17" fmla="*/ 880533 w 4641485"/>
                        <a:gd name="connsiteY8-18" fmla="*/ 16933 h 1049866"/>
                        <a:gd name="connsiteX9-19" fmla="*/ 2302933 w 4641485"/>
                        <a:gd name="connsiteY9-20" fmla="*/ 626533 h 1049866"/>
                        <a:gd name="connsiteX10-21" fmla="*/ 3725333 w 4641485"/>
                        <a:gd name="connsiteY10-22" fmla="*/ 0 h 1049866"/>
                        <a:gd name="connsiteX0-23" fmla="*/ 3756864 w 4673016"/>
                        <a:gd name="connsiteY0-24" fmla="*/ 0 h 1049866"/>
                        <a:gd name="connsiteX1-25" fmla="*/ 4673016 w 4673016"/>
                        <a:gd name="connsiteY1-26" fmla="*/ 239402 h 1049866"/>
                        <a:gd name="connsiteX2-27" fmla="*/ 3993931 w 4673016"/>
                        <a:gd name="connsiteY2-28" fmla="*/ 541866 h 1049866"/>
                        <a:gd name="connsiteX3-29" fmla="*/ 3773798 w 4673016"/>
                        <a:gd name="connsiteY3-30" fmla="*/ 457200 h 1049866"/>
                        <a:gd name="connsiteX4-31" fmla="*/ 2300598 w 4673016"/>
                        <a:gd name="connsiteY4-32" fmla="*/ 1049866 h 1049866"/>
                        <a:gd name="connsiteX5-33" fmla="*/ 912064 w 4673016"/>
                        <a:gd name="connsiteY5-34" fmla="*/ 457200 h 1049866"/>
                        <a:gd name="connsiteX6-35" fmla="*/ 624198 w 4673016"/>
                        <a:gd name="connsiteY6-36" fmla="*/ 541866 h 1049866"/>
                        <a:gd name="connsiteX7-37" fmla="*/ 0 w 4673016"/>
                        <a:gd name="connsiteY7-38" fmla="*/ 232979 h 1049866"/>
                        <a:gd name="connsiteX8-39" fmla="*/ 912064 w 4673016"/>
                        <a:gd name="connsiteY8-40" fmla="*/ 16933 h 1049866"/>
                        <a:gd name="connsiteX9-41" fmla="*/ 2334464 w 4673016"/>
                        <a:gd name="connsiteY9-42" fmla="*/ 626533 h 1049866"/>
                        <a:gd name="connsiteX10-43" fmla="*/ 3756864 w 4673016"/>
                        <a:gd name="connsiteY10-44" fmla="*/ 0 h 1049866"/>
                        <a:gd name="connsiteX0-45" fmla="*/ 3756864 w 4673016"/>
                        <a:gd name="connsiteY0-46" fmla="*/ 0 h 1049866"/>
                        <a:gd name="connsiteX1-47" fmla="*/ 4673016 w 4673016"/>
                        <a:gd name="connsiteY1-48" fmla="*/ 239402 h 1049866"/>
                        <a:gd name="connsiteX2-49" fmla="*/ 3993931 w 4673016"/>
                        <a:gd name="connsiteY2-50" fmla="*/ 541866 h 1049866"/>
                        <a:gd name="connsiteX3-51" fmla="*/ 3784308 w 4673016"/>
                        <a:gd name="connsiteY3-52" fmla="*/ 404648 h 1049866"/>
                        <a:gd name="connsiteX4-53" fmla="*/ 2300598 w 4673016"/>
                        <a:gd name="connsiteY4-54" fmla="*/ 1049866 h 1049866"/>
                        <a:gd name="connsiteX5-55" fmla="*/ 912064 w 4673016"/>
                        <a:gd name="connsiteY5-56" fmla="*/ 457200 h 1049866"/>
                        <a:gd name="connsiteX6-57" fmla="*/ 624198 w 4673016"/>
                        <a:gd name="connsiteY6-58" fmla="*/ 541866 h 1049866"/>
                        <a:gd name="connsiteX7-59" fmla="*/ 0 w 4673016"/>
                        <a:gd name="connsiteY7-60" fmla="*/ 232979 h 1049866"/>
                        <a:gd name="connsiteX8-61" fmla="*/ 912064 w 4673016"/>
                        <a:gd name="connsiteY8-62" fmla="*/ 16933 h 1049866"/>
                        <a:gd name="connsiteX9-63" fmla="*/ 2334464 w 4673016"/>
                        <a:gd name="connsiteY9-64" fmla="*/ 626533 h 1049866"/>
                        <a:gd name="connsiteX10-65" fmla="*/ 3756864 w 4673016"/>
                        <a:gd name="connsiteY10-66" fmla="*/ 0 h 1049866"/>
                        <a:gd name="connsiteX0-67" fmla="*/ 3756864 w 4673016"/>
                        <a:gd name="connsiteY0-68" fmla="*/ 0 h 1049866"/>
                        <a:gd name="connsiteX1-69" fmla="*/ 4673016 w 4673016"/>
                        <a:gd name="connsiteY1-70" fmla="*/ 239402 h 1049866"/>
                        <a:gd name="connsiteX2-71" fmla="*/ 3993931 w 4673016"/>
                        <a:gd name="connsiteY2-72" fmla="*/ 541866 h 1049866"/>
                        <a:gd name="connsiteX3-73" fmla="*/ 3794818 w 4673016"/>
                        <a:gd name="connsiteY3-74" fmla="*/ 436179 h 1049866"/>
                        <a:gd name="connsiteX4-75" fmla="*/ 2300598 w 4673016"/>
                        <a:gd name="connsiteY4-76" fmla="*/ 1049866 h 1049866"/>
                        <a:gd name="connsiteX5-77" fmla="*/ 912064 w 4673016"/>
                        <a:gd name="connsiteY5-78" fmla="*/ 457200 h 1049866"/>
                        <a:gd name="connsiteX6-79" fmla="*/ 624198 w 4673016"/>
                        <a:gd name="connsiteY6-80" fmla="*/ 541866 h 1049866"/>
                        <a:gd name="connsiteX7-81" fmla="*/ 0 w 4673016"/>
                        <a:gd name="connsiteY7-82" fmla="*/ 232979 h 1049866"/>
                        <a:gd name="connsiteX8-83" fmla="*/ 912064 w 4673016"/>
                        <a:gd name="connsiteY8-84" fmla="*/ 16933 h 1049866"/>
                        <a:gd name="connsiteX9-85" fmla="*/ 2334464 w 4673016"/>
                        <a:gd name="connsiteY9-86" fmla="*/ 626533 h 1049866"/>
                        <a:gd name="connsiteX10-87" fmla="*/ 3756864 w 4673016"/>
                        <a:gd name="connsiteY10-88" fmla="*/ 0 h 1049866"/>
                        <a:gd name="connsiteX0-89" fmla="*/ 3756864 w 4673016"/>
                        <a:gd name="connsiteY0-90" fmla="*/ 0 h 1049866"/>
                        <a:gd name="connsiteX1-91" fmla="*/ 4673016 w 4673016"/>
                        <a:gd name="connsiteY1-92" fmla="*/ 239402 h 1049866"/>
                        <a:gd name="connsiteX2-93" fmla="*/ 3993931 w 4673016"/>
                        <a:gd name="connsiteY2-94" fmla="*/ 541866 h 1049866"/>
                        <a:gd name="connsiteX3-95" fmla="*/ 3794818 w 4673016"/>
                        <a:gd name="connsiteY3-96" fmla="*/ 436179 h 1049866"/>
                        <a:gd name="connsiteX4-97" fmla="*/ 2300598 w 4673016"/>
                        <a:gd name="connsiteY4-98" fmla="*/ 1049866 h 1049866"/>
                        <a:gd name="connsiteX5-99" fmla="*/ 912064 w 4673016"/>
                        <a:gd name="connsiteY5-100" fmla="*/ 457200 h 1049866"/>
                        <a:gd name="connsiteX6-101" fmla="*/ 624198 w 4673016"/>
                        <a:gd name="connsiteY6-102" fmla="*/ 541866 h 1049866"/>
                        <a:gd name="connsiteX7-103" fmla="*/ 0 w 4673016"/>
                        <a:gd name="connsiteY7-104" fmla="*/ 232979 h 1049866"/>
                        <a:gd name="connsiteX8-105" fmla="*/ 912064 w 4673016"/>
                        <a:gd name="connsiteY8-106" fmla="*/ 16933 h 1049866"/>
                        <a:gd name="connsiteX9-107" fmla="*/ 2323954 w 4673016"/>
                        <a:gd name="connsiteY9-108" fmla="*/ 616023 h 1049866"/>
                        <a:gd name="connsiteX10-109" fmla="*/ 3756864 w 4673016"/>
                        <a:gd name="connsiteY10-110" fmla="*/ 0 h 1049866"/>
                        <a:gd name="connsiteX0-111" fmla="*/ 3756864 w 4673016"/>
                        <a:gd name="connsiteY0-112" fmla="*/ 0 h 1049866"/>
                        <a:gd name="connsiteX1-113" fmla="*/ 4673016 w 4673016"/>
                        <a:gd name="connsiteY1-114" fmla="*/ 239402 h 1049866"/>
                        <a:gd name="connsiteX2-115" fmla="*/ 3993931 w 4673016"/>
                        <a:gd name="connsiteY2-116" fmla="*/ 541866 h 1049866"/>
                        <a:gd name="connsiteX3-117" fmla="*/ 3794818 w 4673016"/>
                        <a:gd name="connsiteY3-118" fmla="*/ 436179 h 1049866"/>
                        <a:gd name="connsiteX4-119" fmla="*/ 2300598 w 4673016"/>
                        <a:gd name="connsiteY4-120" fmla="*/ 1049866 h 1049866"/>
                        <a:gd name="connsiteX5-121" fmla="*/ 912064 w 4673016"/>
                        <a:gd name="connsiteY5-122" fmla="*/ 457200 h 1049866"/>
                        <a:gd name="connsiteX6-123" fmla="*/ 624198 w 4673016"/>
                        <a:gd name="connsiteY6-124" fmla="*/ 541866 h 1049866"/>
                        <a:gd name="connsiteX7-125" fmla="*/ 0 w 4673016"/>
                        <a:gd name="connsiteY7-126" fmla="*/ 275021 h 1049866"/>
                        <a:gd name="connsiteX8-127" fmla="*/ 912064 w 4673016"/>
                        <a:gd name="connsiteY8-128" fmla="*/ 16933 h 1049866"/>
                        <a:gd name="connsiteX9-129" fmla="*/ 2323954 w 4673016"/>
                        <a:gd name="connsiteY9-130" fmla="*/ 616023 h 1049866"/>
                        <a:gd name="connsiteX10-131" fmla="*/ 3756864 w 4673016"/>
                        <a:gd name="connsiteY10-132" fmla="*/ 0 h 1049866"/>
                        <a:gd name="connsiteX0-133" fmla="*/ 3756864 w 4673016"/>
                        <a:gd name="connsiteY0-134" fmla="*/ 0 h 1049866"/>
                        <a:gd name="connsiteX1-135" fmla="*/ 4673016 w 4673016"/>
                        <a:gd name="connsiteY1-136" fmla="*/ 239402 h 1049866"/>
                        <a:gd name="connsiteX2-137" fmla="*/ 3993931 w 4673016"/>
                        <a:gd name="connsiteY2-138" fmla="*/ 541866 h 1049866"/>
                        <a:gd name="connsiteX3-139" fmla="*/ 3815839 w 4673016"/>
                        <a:gd name="connsiteY3-140" fmla="*/ 467710 h 1049866"/>
                        <a:gd name="connsiteX4-141" fmla="*/ 2300598 w 4673016"/>
                        <a:gd name="connsiteY4-142" fmla="*/ 1049866 h 1049866"/>
                        <a:gd name="connsiteX5-143" fmla="*/ 912064 w 4673016"/>
                        <a:gd name="connsiteY5-144" fmla="*/ 457200 h 1049866"/>
                        <a:gd name="connsiteX6-145" fmla="*/ 624198 w 4673016"/>
                        <a:gd name="connsiteY6-146" fmla="*/ 541866 h 1049866"/>
                        <a:gd name="connsiteX7-147" fmla="*/ 0 w 4673016"/>
                        <a:gd name="connsiteY7-148" fmla="*/ 275021 h 1049866"/>
                        <a:gd name="connsiteX8-149" fmla="*/ 912064 w 4673016"/>
                        <a:gd name="connsiteY8-150" fmla="*/ 16933 h 1049866"/>
                        <a:gd name="connsiteX9-151" fmla="*/ 2323954 w 4673016"/>
                        <a:gd name="connsiteY9-152" fmla="*/ 616023 h 1049866"/>
                        <a:gd name="connsiteX10-153" fmla="*/ 3756864 w 4673016"/>
                        <a:gd name="connsiteY10-154" fmla="*/ 0 h 104986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0" name="Freeform 419"/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1" name="Freeform 420"/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2" name="Freeform 421"/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-1" fmla="*/ 168165 w 3731172"/>
                        <a:gd name="connsiteY0-2" fmla="*/ 73572 h 1418896"/>
                        <a:gd name="connsiteX1-3" fmla="*/ 451945 w 3731172"/>
                        <a:gd name="connsiteY1-4" fmla="*/ 0 h 1418896"/>
                        <a:gd name="connsiteX2-5" fmla="*/ 1881352 w 3731172"/>
                        <a:gd name="connsiteY2-6" fmla="*/ 599089 h 1418896"/>
                        <a:gd name="connsiteX3-7" fmla="*/ 3363310 w 3731172"/>
                        <a:gd name="connsiteY3-8" fmla="*/ 0 h 1418896"/>
                        <a:gd name="connsiteX4-9" fmla="*/ 3584027 w 3731172"/>
                        <a:gd name="connsiteY4-10" fmla="*/ 73572 h 1418896"/>
                        <a:gd name="connsiteX5-11" fmla="*/ 2627586 w 3731172"/>
                        <a:gd name="connsiteY5-12" fmla="*/ 441434 h 1418896"/>
                        <a:gd name="connsiteX6-13" fmla="*/ 2596055 w 3731172"/>
                        <a:gd name="connsiteY6-14" fmla="*/ 914400 h 1418896"/>
                        <a:gd name="connsiteX7-15" fmla="*/ 3731172 w 3731172"/>
                        <a:gd name="connsiteY7-16" fmla="*/ 1345324 h 1418896"/>
                        <a:gd name="connsiteX8-17" fmla="*/ 3447393 w 3731172"/>
                        <a:gd name="connsiteY8-18" fmla="*/ 1408386 h 1418896"/>
                        <a:gd name="connsiteX9-19" fmla="*/ 1870841 w 3731172"/>
                        <a:gd name="connsiteY9-20" fmla="*/ 746234 h 1418896"/>
                        <a:gd name="connsiteX10-21" fmla="*/ 262758 w 3731172"/>
                        <a:gd name="connsiteY10-22" fmla="*/ 1418896 h 1418896"/>
                        <a:gd name="connsiteX11-23" fmla="*/ 0 w 3731172"/>
                        <a:gd name="connsiteY11-24" fmla="*/ 1324303 h 1418896"/>
                        <a:gd name="connsiteX12-25" fmla="*/ 1145627 w 3731172"/>
                        <a:gd name="connsiteY12-26" fmla="*/ 882869 h 1418896"/>
                        <a:gd name="connsiteX13-27" fmla="*/ 1114096 w 3731172"/>
                        <a:gd name="connsiteY13-28" fmla="*/ 409903 h 1418896"/>
                        <a:gd name="connsiteX14-29" fmla="*/ 441434 w 3731172"/>
                        <a:gd name="connsiteY14-30" fmla="*/ 10510 h 1418896"/>
                        <a:gd name="connsiteX15-31" fmla="*/ 441434 w 3731172"/>
                        <a:gd name="connsiteY15-32" fmla="*/ 10510 h 1418896"/>
                        <a:gd name="connsiteX0-33" fmla="*/ 168165 w 3731172"/>
                        <a:gd name="connsiteY0-34" fmla="*/ 73572 h 1418896"/>
                        <a:gd name="connsiteX1-35" fmla="*/ 451945 w 3731172"/>
                        <a:gd name="connsiteY1-36" fmla="*/ 0 h 1418896"/>
                        <a:gd name="connsiteX2-37" fmla="*/ 1881352 w 3731172"/>
                        <a:gd name="connsiteY2-38" fmla="*/ 599089 h 1418896"/>
                        <a:gd name="connsiteX3-39" fmla="*/ 3363310 w 3731172"/>
                        <a:gd name="connsiteY3-40" fmla="*/ 0 h 1418896"/>
                        <a:gd name="connsiteX4-41" fmla="*/ 3584027 w 3731172"/>
                        <a:gd name="connsiteY4-42" fmla="*/ 73572 h 1418896"/>
                        <a:gd name="connsiteX5-43" fmla="*/ 2627586 w 3731172"/>
                        <a:gd name="connsiteY5-44" fmla="*/ 441434 h 1418896"/>
                        <a:gd name="connsiteX6-45" fmla="*/ 2596055 w 3731172"/>
                        <a:gd name="connsiteY6-46" fmla="*/ 914400 h 1418896"/>
                        <a:gd name="connsiteX7-47" fmla="*/ 3731172 w 3731172"/>
                        <a:gd name="connsiteY7-48" fmla="*/ 1345324 h 1418896"/>
                        <a:gd name="connsiteX8-49" fmla="*/ 3447393 w 3731172"/>
                        <a:gd name="connsiteY8-50" fmla="*/ 1408386 h 1418896"/>
                        <a:gd name="connsiteX9-51" fmla="*/ 1870841 w 3731172"/>
                        <a:gd name="connsiteY9-52" fmla="*/ 746234 h 1418896"/>
                        <a:gd name="connsiteX10-53" fmla="*/ 262758 w 3731172"/>
                        <a:gd name="connsiteY10-54" fmla="*/ 1418896 h 1418896"/>
                        <a:gd name="connsiteX11-55" fmla="*/ 0 w 3731172"/>
                        <a:gd name="connsiteY11-56" fmla="*/ 1324303 h 1418896"/>
                        <a:gd name="connsiteX12-57" fmla="*/ 1145627 w 3731172"/>
                        <a:gd name="connsiteY12-58" fmla="*/ 882869 h 1418896"/>
                        <a:gd name="connsiteX13-59" fmla="*/ 1114096 w 3731172"/>
                        <a:gd name="connsiteY13-60" fmla="*/ 409903 h 1418896"/>
                        <a:gd name="connsiteX14-61" fmla="*/ 441434 w 3731172"/>
                        <a:gd name="connsiteY14-62" fmla="*/ 10510 h 1418896"/>
                        <a:gd name="connsiteX0-63" fmla="*/ 168165 w 3731172"/>
                        <a:gd name="connsiteY0-64" fmla="*/ 73572 h 1418896"/>
                        <a:gd name="connsiteX1-65" fmla="*/ 451945 w 3731172"/>
                        <a:gd name="connsiteY1-66" fmla="*/ 0 h 1418896"/>
                        <a:gd name="connsiteX2-67" fmla="*/ 1881352 w 3731172"/>
                        <a:gd name="connsiteY2-68" fmla="*/ 599089 h 1418896"/>
                        <a:gd name="connsiteX3-69" fmla="*/ 3363310 w 3731172"/>
                        <a:gd name="connsiteY3-70" fmla="*/ 0 h 1418896"/>
                        <a:gd name="connsiteX4-71" fmla="*/ 3584027 w 3731172"/>
                        <a:gd name="connsiteY4-72" fmla="*/ 73572 h 1418896"/>
                        <a:gd name="connsiteX5-73" fmla="*/ 2627586 w 3731172"/>
                        <a:gd name="connsiteY5-74" fmla="*/ 441434 h 1418896"/>
                        <a:gd name="connsiteX6-75" fmla="*/ 2596055 w 3731172"/>
                        <a:gd name="connsiteY6-76" fmla="*/ 914400 h 1418896"/>
                        <a:gd name="connsiteX7-77" fmla="*/ 3731172 w 3731172"/>
                        <a:gd name="connsiteY7-78" fmla="*/ 1345324 h 1418896"/>
                        <a:gd name="connsiteX8-79" fmla="*/ 3447393 w 3731172"/>
                        <a:gd name="connsiteY8-80" fmla="*/ 1408386 h 1418896"/>
                        <a:gd name="connsiteX9-81" fmla="*/ 1870841 w 3731172"/>
                        <a:gd name="connsiteY9-82" fmla="*/ 746234 h 1418896"/>
                        <a:gd name="connsiteX10-83" fmla="*/ 262758 w 3731172"/>
                        <a:gd name="connsiteY10-84" fmla="*/ 1418896 h 1418896"/>
                        <a:gd name="connsiteX11-85" fmla="*/ 0 w 3731172"/>
                        <a:gd name="connsiteY11-86" fmla="*/ 1324303 h 1418896"/>
                        <a:gd name="connsiteX12-87" fmla="*/ 1145627 w 3731172"/>
                        <a:gd name="connsiteY12-88" fmla="*/ 882869 h 1418896"/>
                        <a:gd name="connsiteX13-89" fmla="*/ 1114096 w 3731172"/>
                        <a:gd name="connsiteY13-90" fmla="*/ 409903 h 1418896"/>
                        <a:gd name="connsiteX14-91" fmla="*/ 357351 w 3731172"/>
                        <a:gd name="connsiteY14-92" fmla="*/ 115613 h 1418896"/>
                        <a:gd name="connsiteX0-93" fmla="*/ 168165 w 3731172"/>
                        <a:gd name="connsiteY0-94" fmla="*/ 73572 h 1418896"/>
                        <a:gd name="connsiteX1-95" fmla="*/ 451945 w 3731172"/>
                        <a:gd name="connsiteY1-96" fmla="*/ 0 h 1418896"/>
                        <a:gd name="connsiteX2-97" fmla="*/ 1881352 w 3731172"/>
                        <a:gd name="connsiteY2-98" fmla="*/ 599089 h 1418896"/>
                        <a:gd name="connsiteX3-99" fmla="*/ 3363310 w 3731172"/>
                        <a:gd name="connsiteY3-100" fmla="*/ 0 h 1418896"/>
                        <a:gd name="connsiteX4-101" fmla="*/ 3584027 w 3731172"/>
                        <a:gd name="connsiteY4-102" fmla="*/ 73572 h 1418896"/>
                        <a:gd name="connsiteX5-103" fmla="*/ 2627586 w 3731172"/>
                        <a:gd name="connsiteY5-104" fmla="*/ 441434 h 1418896"/>
                        <a:gd name="connsiteX6-105" fmla="*/ 2596055 w 3731172"/>
                        <a:gd name="connsiteY6-106" fmla="*/ 914400 h 1418896"/>
                        <a:gd name="connsiteX7-107" fmla="*/ 3731172 w 3731172"/>
                        <a:gd name="connsiteY7-108" fmla="*/ 1345324 h 1418896"/>
                        <a:gd name="connsiteX8-109" fmla="*/ 3447393 w 3731172"/>
                        <a:gd name="connsiteY8-110" fmla="*/ 1408386 h 1418896"/>
                        <a:gd name="connsiteX9-111" fmla="*/ 1870841 w 3731172"/>
                        <a:gd name="connsiteY9-112" fmla="*/ 746234 h 1418896"/>
                        <a:gd name="connsiteX10-113" fmla="*/ 262758 w 3731172"/>
                        <a:gd name="connsiteY10-114" fmla="*/ 1418896 h 1418896"/>
                        <a:gd name="connsiteX11-115" fmla="*/ 0 w 3731172"/>
                        <a:gd name="connsiteY11-116" fmla="*/ 1324303 h 1418896"/>
                        <a:gd name="connsiteX12-117" fmla="*/ 1145627 w 3731172"/>
                        <a:gd name="connsiteY12-118" fmla="*/ 882869 h 1418896"/>
                        <a:gd name="connsiteX13-119" fmla="*/ 1114096 w 3731172"/>
                        <a:gd name="connsiteY13-120" fmla="*/ 409903 h 1418896"/>
                        <a:gd name="connsiteX14-121" fmla="*/ 147144 w 3731172"/>
                        <a:gd name="connsiteY14-122" fmla="*/ 63061 h 1418896"/>
                        <a:gd name="connsiteX0-123" fmla="*/ 168165 w 3731172"/>
                        <a:gd name="connsiteY0-124" fmla="*/ 73572 h 1418896"/>
                        <a:gd name="connsiteX1-125" fmla="*/ 451945 w 3731172"/>
                        <a:gd name="connsiteY1-126" fmla="*/ 0 h 1418896"/>
                        <a:gd name="connsiteX2-127" fmla="*/ 1881352 w 3731172"/>
                        <a:gd name="connsiteY2-128" fmla="*/ 599089 h 1418896"/>
                        <a:gd name="connsiteX3-129" fmla="*/ 3363310 w 3731172"/>
                        <a:gd name="connsiteY3-130" fmla="*/ 0 h 1418896"/>
                        <a:gd name="connsiteX4-131" fmla="*/ 3584027 w 3731172"/>
                        <a:gd name="connsiteY4-132" fmla="*/ 73572 h 1418896"/>
                        <a:gd name="connsiteX5-133" fmla="*/ 2627586 w 3731172"/>
                        <a:gd name="connsiteY5-134" fmla="*/ 441434 h 1418896"/>
                        <a:gd name="connsiteX6-135" fmla="*/ 2596055 w 3731172"/>
                        <a:gd name="connsiteY6-136" fmla="*/ 914400 h 1418896"/>
                        <a:gd name="connsiteX7-137" fmla="*/ 3731172 w 3731172"/>
                        <a:gd name="connsiteY7-138" fmla="*/ 1345324 h 1418896"/>
                        <a:gd name="connsiteX8-139" fmla="*/ 3447393 w 3731172"/>
                        <a:gd name="connsiteY8-140" fmla="*/ 1408386 h 1418896"/>
                        <a:gd name="connsiteX9-141" fmla="*/ 1870841 w 3731172"/>
                        <a:gd name="connsiteY9-142" fmla="*/ 746234 h 1418896"/>
                        <a:gd name="connsiteX10-143" fmla="*/ 262758 w 3731172"/>
                        <a:gd name="connsiteY10-144" fmla="*/ 1418896 h 1418896"/>
                        <a:gd name="connsiteX11-145" fmla="*/ 0 w 3731172"/>
                        <a:gd name="connsiteY11-146" fmla="*/ 1324303 h 1418896"/>
                        <a:gd name="connsiteX12-147" fmla="*/ 1145627 w 3731172"/>
                        <a:gd name="connsiteY12-148" fmla="*/ 882869 h 1418896"/>
                        <a:gd name="connsiteX13-149" fmla="*/ 1114096 w 3731172"/>
                        <a:gd name="connsiteY13-150" fmla="*/ 420413 h 1418896"/>
                        <a:gd name="connsiteX14-151" fmla="*/ 147144 w 3731172"/>
                        <a:gd name="connsiteY14-152" fmla="*/ 63061 h 1418896"/>
                        <a:gd name="connsiteX0-153" fmla="*/ 168165 w 3731172"/>
                        <a:gd name="connsiteY0-154" fmla="*/ 73572 h 1418896"/>
                        <a:gd name="connsiteX1-155" fmla="*/ 451945 w 3731172"/>
                        <a:gd name="connsiteY1-156" fmla="*/ 0 h 1418896"/>
                        <a:gd name="connsiteX2-157" fmla="*/ 1881352 w 3731172"/>
                        <a:gd name="connsiteY2-158" fmla="*/ 599089 h 1418896"/>
                        <a:gd name="connsiteX3-159" fmla="*/ 3363310 w 3731172"/>
                        <a:gd name="connsiteY3-160" fmla="*/ 0 h 1418896"/>
                        <a:gd name="connsiteX4-161" fmla="*/ 3584027 w 3731172"/>
                        <a:gd name="connsiteY4-162" fmla="*/ 73572 h 1418896"/>
                        <a:gd name="connsiteX5-163" fmla="*/ 2627586 w 3731172"/>
                        <a:gd name="connsiteY5-164" fmla="*/ 441434 h 1418896"/>
                        <a:gd name="connsiteX6-165" fmla="*/ 2596055 w 3731172"/>
                        <a:gd name="connsiteY6-166" fmla="*/ 914400 h 1418896"/>
                        <a:gd name="connsiteX7-167" fmla="*/ 3731172 w 3731172"/>
                        <a:gd name="connsiteY7-168" fmla="*/ 1345324 h 1418896"/>
                        <a:gd name="connsiteX8-169" fmla="*/ 3447393 w 3731172"/>
                        <a:gd name="connsiteY8-170" fmla="*/ 1408386 h 1418896"/>
                        <a:gd name="connsiteX9-171" fmla="*/ 1870841 w 3731172"/>
                        <a:gd name="connsiteY9-172" fmla="*/ 746234 h 1418896"/>
                        <a:gd name="connsiteX10-173" fmla="*/ 262758 w 3731172"/>
                        <a:gd name="connsiteY10-174" fmla="*/ 1418896 h 1418896"/>
                        <a:gd name="connsiteX11-175" fmla="*/ 0 w 3731172"/>
                        <a:gd name="connsiteY11-176" fmla="*/ 1324303 h 1418896"/>
                        <a:gd name="connsiteX12-177" fmla="*/ 1145627 w 3731172"/>
                        <a:gd name="connsiteY12-178" fmla="*/ 882869 h 1418896"/>
                        <a:gd name="connsiteX13-179" fmla="*/ 1114096 w 3731172"/>
                        <a:gd name="connsiteY13-180" fmla="*/ 420413 h 1418896"/>
                        <a:gd name="connsiteX14-181" fmla="*/ 189185 w 3731172"/>
                        <a:gd name="connsiteY14-182" fmla="*/ 84081 h 1418896"/>
                        <a:gd name="connsiteX0-183" fmla="*/ 168165 w 3731172"/>
                        <a:gd name="connsiteY0-184" fmla="*/ 73572 h 1418896"/>
                        <a:gd name="connsiteX1-185" fmla="*/ 451945 w 3731172"/>
                        <a:gd name="connsiteY1-186" fmla="*/ 0 h 1418896"/>
                        <a:gd name="connsiteX2-187" fmla="*/ 1881352 w 3731172"/>
                        <a:gd name="connsiteY2-188" fmla="*/ 599089 h 1418896"/>
                        <a:gd name="connsiteX3-189" fmla="*/ 3363310 w 3731172"/>
                        <a:gd name="connsiteY3-190" fmla="*/ 0 h 1418896"/>
                        <a:gd name="connsiteX4-191" fmla="*/ 3584027 w 3731172"/>
                        <a:gd name="connsiteY4-192" fmla="*/ 73572 h 1418896"/>
                        <a:gd name="connsiteX5-193" fmla="*/ 2627586 w 3731172"/>
                        <a:gd name="connsiteY5-194" fmla="*/ 441434 h 1418896"/>
                        <a:gd name="connsiteX6-195" fmla="*/ 2596055 w 3731172"/>
                        <a:gd name="connsiteY6-196" fmla="*/ 914400 h 1418896"/>
                        <a:gd name="connsiteX7-197" fmla="*/ 3731172 w 3731172"/>
                        <a:gd name="connsiteY7-198" fmla="*/ 1345324 h 1418896"/>
                        <a:gd name="connsiteX8-199" fmla="*/ 3447393 w 3731172"/>
                        <a:gd name="connsiteY8-200" fmla="*/ 1408386 h 1418896"/>
                        <a:gd name="connsiteX9-201" fmla="*/ 1870841 w 3731172"/>
                        <a:gd name="connsiteY9-202" fmla="*/ 746234 h 1418896"/>
                        <a:gd name="connsiteX10-203" fmla="*/ 262758 w 3731172"/>
                        <a:gd name="connsiteY10-204" fmla="*/ 1418896 h 1418896"/>
                        <a:gd name="connsiteX11-205" fmla="*/ 0 w 3731172"/>
                        <a:gd name="connsiteY11-206" fmla="*/ 1324303 h 1418896"/>
                        <a:gd name="connsiteX12-207" fmla="*/ 1145627 w 3731172"/>
                        <a:gd name="connsiteY12-208" fmla="*/ 882869 h 1418896"/>
                        <a:gd name="connsiteX13-209" fmla="*/ 1114096 w 3731172"/>
                        <a:gd name="connsiteY13-210" fmla="*/ 420413 h 1418896"/>
                        <a:gd name="connsiteX14-211" fmla="*/ 189185 w 3731172"/>
                        <a:gd name="connsiteY14-212" fmla="*/ 84081 h 1418896"/>
                        <a:gd name="connsiteX15-213" fmla="*/ 168165 w 3731172"/>
                        <a:gd name="connsiteY15-214" fmla="*/ 73572 h 1418896"/>
                        <a:gd name="connsiteX0-215" fmla="*/ 168165 w 3731172"/>
                        <a:gd name="connsiteY0-216" fmla="*/ 73572 h 1418896"/>
                        <a:gd name="connsiteX1-217" fmla="*/ 451945 w 3731172"/>
                        <a:gd name="connsiteY1-218" fmla="*/ 0 h 1418896"/>
                        <a:gd name="connsiteX2-219" fmla="*/ 1881352 w 3731172"/>
                        <a:gd name="connsiteY2-220" fmla="*/ 599089 h 1418896"/>
                        <a:gd name="connsiteX3-221" fmla="*/ 3363310 w 3731172"/>
                        <a:gd name="connsiteY3-222" fmla="*/ 0 h 1418896"/>
                        <a:gd name="connsiteX4-223" fmla="*/ 3584027 w 3731172"/>
                        <a:gd name="connsiteY4-224" fmla="*/ 73572 h 1418896"/>
                        <a:gd name="connsiteX5-225" fmla="*/ 2627586 w 3731172"/>
                        <a:gd name="connsiteY5-226" fmla="*/ 441434 h 1418896"/>
                        <a:gd name="connsiteX6-227" fmla="*/ 2596055 w 3731172"/>
                        <a:gd name="connsiteY6-228" fmla="*/ 914400 h 1418896"/>
                        <a:gd name="connsiteX7-229" fmla="*/ 3731172 w 3731172"/>
                        <a:gd name="connsiteY7-230" fmla="*/ 1345324 h 1418896"/>
                        <a:gd name="connsiteX8-231" fmla="*/ 3447393 w 3731172"/>
                        <a:gd name="connsiteY8-232" fmla="*/ 1408386 h 1418896"/>
                        <a:gd name="connsiteX9-233" fmla="*/ 1870841 w 3731172"/>
                        <a:gd name="connsiteY9-234" fmla="*/ 746234 h 1418896"/>
                        <a:gd name="connsiteX10-235" fmla="*/ 262758 w 3731172"/>
                        <a:gd name="connsiteY10-236" fmla="*/ 1418896 h 1418896"/>
                        <a:gd name="connsiteX11-237" fmla="*/ 0 w 3731172"/>
                        <a:gd name="connsiteY11-238" fmla="*/ 1324303 h 1418896"/>
                        <a:gd name="connsiteX12-239" fmla="*/ 1145627 w 3731172"/>
                        <a:gd name="connsiteY12-240" fmla="*/ 882869 h 1418896"/>
                        <a:gd name="connsiteX13-241" fmla="*/ 1156137 w 3731172"/>
                        <a:gd name="connsiteY13-242" fmla="*/ 441434 h 1418896"/>
                        <a:gd name="connsiteX14-243" fmla="*/ 189185 w 3731172"/>
                        <a:gd name="connsiteY14-244" fmla="*/ 84081 h 1418896"/>
                        <a:gd name="connsiteX15-245" fmla="*/ 168165 w 3731172"/>
                        <a:gd name="connsiteY15-246" fmla="*/ 73572 h 1418896"/>
                        <a:gd name="connsiteX0-247" fmla="*/ 168165 w 3731172"/>
                        <a:gd name="connsiteY0-248" fmla="*/ 73572 h 1418896"/>
                        <a:gd name="connsiteX1-249" fmla="*/ 451945 w 3731172"/>
                        <a:gd name="connsiteY1-250" fmla="*/ 0 h 1418896"/>
                        <a:gd name="connsiteX2-251" fmla="*/ 1881352 w 3731172"/>
                        <a:gd name="connsiteY2-252" fmla="*/ 599089 h 1418896"/>
                        <a:gd name="connsiteX3-253" fmla="*/ 3363310 w 3731172"/>
                        <a:gd name="connsiteY3-254" fmla="*/ 0 h 1418896"/>
                        <a:gd name="connsiteX4-255" fmla="*/ 3584027 w 3731172"/>
                        <a:gd name="connsiteY4-256" fmla="*/ 73572 h 1418896"/>
                        <a:gd name="connsiteX5-257" fmla="*/ 2627586 w 3731172"/>
                        <a:gd name="connsiteY5-258" fmla="*/ 441434 h 1418896"/>
                        <a:gd name="connsiteX6-259" fmla="*/ 2596055 w 3731172"/>
                        <a:gd name="connsiteY6-260" fmla="*/ 914400 h 1418896"/>
                        <a:gd name="connsiteX7-261" fmla="*/ 3731172 w 3731172"/>
                        <a:gd name="connsiteY7-262" fmla="*/ 1345324 h 1418896"/>
                        <a:gd name="connsiteX8-263" fmla="*/ 3447393 w 3731172"/>
                        <a:gd name="connsiteY8-264" fmla="*/ 1408386 h 1418896"/>
                        <a:gd name="connsiteX9-265" fmla="*/ 1870841 w 3731172"/>
                        <a:gd name="connsiteY9-266" fmla="*/ 746234 h 1418896"/>
                        <a:gd name="connsiteX10-267" fmla="*/ 262758 w 3731172"/>
                        <a:gd name="connsiteY10-268" fmla="*/ 1418896 h 1418896"/>
                        <a:gd name="connsiteX11-269" fmla="*/ 0 w 3731172"/>
                        <a:gd name="connsiteY11-270" fmla="*/ 1324303 h 1418896"/>
                        <a:gd name="connsiteX12-271" fmla="*/ 1145627 w 3731172"/>
                        <a:gd name="connsiteY12-272" fmla="*/ 882869 h 1418896"/>
                        <a:gd name="connsiteX13-273" fmla="*/ 1145626 w 3731172"/>
                        <a:gd name="connsiteY13-274" fmla="*/ 451945 h 1418896"/>
                        <a:gd name="connsiteX14-275" fmla="*/ 189185 w 3731172"/>
                        <a:gd name="connsiteY14-276" fmla="*/ 84081 h 1418896"/>
                        <a:gd name="connsiteX15-277" fmla="*/ 168165 w 3731172"/>
                        <a:gd name="connsiteY15-278" fmla="*/ 73572 h 1418896"/>
                        <a:gd name="connsiteX0-279" fmla="*/ 168165 w 3731172"/>
                        <a:gd name="connsiteY0-280" fmla="*/ 73572 h 1418896"/>
                        <a:gd name="connsiteX1-281" fmla="*/ 451945 w 3731172"/>
                        <a:gd name="connsiteY1-282" fmla="*/ 0 h 1418896"/>
                        <a:gd name="connsiteX2-283" fmla="*/ 1881352 w 3731172"/>
                        <a:gd name="connsiteY2-284" fmla="*/ 599089 h 1418896"/>
                        <a:gd name="connsiteX3-285" fmla="*/ 3363310 w 3731172"/>
                        <a:gd name="connsiteY3-286" fmla="*/ 0 h 1418896"/>
                        <a:gd name="connsiteX4-287" fmla="*/ 3584027 w 3731172"/>
                        <a:gd name="connsiteY4-288" fmla="*/ 73572 h 1418896"/>
                        <a:gd name="connsiteX5-289" fmla="*/ 2627586 w 3731172"/>
                        <a:gd name="connsiteY5-290" fmla="*/ 441434 h 1418896"/>
                        <a:gd name="connsiteX6-291" fmla="*/ 2596055 w 3731172"/>
                        <a:gd name="connsiteY6-292" fmla="*/ 914400 h 1418896"/>
                        <a:gd name="connsiteX7-293" fmla="*/ 3731172 w 3731172"/>
                        <a:gd name="connsiteY7-294" fmla="*/ 1345324 h 1418896"/>
                        <a:gd name="connsiteX8-295" fmla="*/ 3447393 w 3731172"/>
                        <a:gd name="connsiteY8-296" fmla="*/ 1408386 h 1418896"/>
                        <a:gd name="connsiteX9-297" fmla="*/ 1870841 w 3731172"/>
                        <a:gd name="connsiteY9-298" fmla="*/ 746234 h 1418896"/>
                        <a:gd name="connsiteX10-299" fmla="*/ 262758 w 3731172"/>
                        <a:gd name="connsiteY10-300" fmla="*/ 1418896 h 1418896"/>
                        <a:gd name="connsiteX11-301" fmla="*/ 0 w 3731172"/>
                        <a:gd name="connsiteY11-302" fmla="*/ 1324303 h 1418896"/>
                        <a:gd name="connsiteX12-303" fmla="*/ 1145627 w 3731172"/>
                        <a:gd name="connsiteY12-304" fmla="*/ 903890 h 1418896"/>
                        <a:gd name="connsiteX13-305" fmla="*/ 1145626 w 3731172"/>
                        <a:gd name="connsiteY13-306" fmla="*/ 451945 h 1418896"/>
                        <a:gd name="connsiteX14-307" fmla="*/ 189185 w 3731172"/>
                        <a:gd name="connsiteY14-308" fmla="*/ 84081 h 1418896"/>
                        <a:gd name="connsiteX15-309" fmla="*/ 168165 w 3731172"/>
                        <a:gd name="connsiteY15-310" fmla="*/ 73572 h 1418896"/>
                        <a:gd name="connsiteX0-311" fmla="*/ 147144 w 3710151"/>
                        <a:gd name="connsiteY0-312" fmla="*/ 73572 h 1418896"/>
                        <a:gd name="connsiteX1-313" fmla="*/ 430924 w 3710151"/>
                        <a:gd name="connsiteY1-314" fmla="*/ 0 h 1418896"/>
                        <a:gd name="connsiteX2-315" fmla="*/ 1860331 w 3710151"/>
                        <a:gd name="connsiteY2-316" fmla="*/ 599089 h 1418896"/>
                        <a:gd name="connsiteX3-317" fmla="*/ 3342289 w 3710151"/>
                        <a:gd name="connsiteY3-318" fmla="*/ 0 h 1418896"/>
                        <a:gd name="connsiteX4-319" fmla="*/ 3563006 w 3710151"/>
                        <a:gd name="connsiteY4-320" fmla="*/ 73572 h 1418896"/>
                        <a:gd name="connsiteX5-321" fmla="*/ 2606565 w 3710151"/>
                        <a:gd name="connsiteY5-322" fmla="*/ 441434 h 1418896"/>
                        <a:gd name="connsiteX6-323" fmla="*/ 2575034 w 3710151"/>
                        <a:gd name="connsiteY6-324" fmla="*/ 914400 h 1418896"/>
                        <a:gd name="connsiteX7-325" fmla="*/ 3710151 w 3710151"/>
                        <a:gd name="connsiteY7-326" fmla="*/ 1345324 h 1418896"/>
                        <a:gd name="connsiteX8-327" fmla="*/ 3426372 w 3710151"/>
                        <a:gd name="connsiteY8-328" fmla="*/ 1408386 h 1418896"/>
                        <a:gd name="connsiteX9-329" fmla="*/ 1849820 w 3710151"/>
                        <a:gd name="connsiteY9-330" fmla="*/ 746234 h 1418896"/>
                        <a:gd name="connsiteX10-331" fmla="*/ 241737 w 3710151"/>
                        <a:gd name="connsiteY10-332" fmla="*/ 1418896 h 1418896"/>
                        <a:gd name="connsiteX11-333" fmla="*/ 0 w 3710151"/>
                        <a:gd name="connsiteY11-334" fmla="*/ 1334814 h 1418896"/>
                        <a:gd name="connsiteX12-335" fmla="*/ 1124606 w 3710151"/>
                        <a:gd name="connsiteY12-336" fmla="*/ 903890 h 1418896"/>
                        <a:gd name="connsiteX13-337" fmla="*/ 1124605 w 3710151"/>
                        <a:gd name="connsiteY13-338" fmla="*/ 451945 h 1418896"/>
                        <a:gd name="connsiteX14-339" fmla="*/ 168164 w 3710151"/>
                        <a:gd name="connsiteY14-340" fmla="*/ 84081 h 1418896"/>
                        <a:gd name="connsiteX15-341" fmla="*/ 147144 w 3710151"/>
                        <a:gd name="connsiteY15-342" fmla="*/ 73572 h 1418896"/>
                        <a:gd name="connsiteX0-343" fmla="*/ 147144 w 3710151"/>
                        <a:gd name="connsiteY0-344" fmla="*/ 73572 h 1418896"/>
                        <a:gd name="connsiteX1-345" fmla="*/ 430924 w 3710151"/>
                        <a:gd name="connsiteY1-346" fmla="*/ 0 h 1418896"/>
                        <a:gd name="connsiteX2-347" fmla="*/ 1860331 w 3710151"/>
                        <a:gd name="connsiteY2-348" fmla="*/ 599089 h 1418896"/>
                        <a:gd name="connsiteX3-349" fmla="*/ 3342289 w 3710151"/>
                        <a:gd name="connsiteY3-350" fmla="*/ 0 h 1418896"/>
                        <a:gd name="connsiteX4-351" fmla="*/ 3563006 w 3710151"/>
                        <a:gd name="connsiteY4-352" fmla="*/ 73572 h 1418896"/>
                        <a:gd name="connsiteX5-353" fmla="*/ 2606565 w 3710151"/>
                        <a:gd name="connsiteY5-354" fmla="*/ 441434 h 1418896"/>
                        <a:gd name="connsiteX6-355" fmla="*/ 2606565 w 3710151"/>
                        <a:gd name="connsiteY6-356" fmla="*/ 924910 h 1418896"/>
                        <a:gd name="connsiteX7-357" fmla="*/ 3710151 w 3710151"/>
                        <a:gd name="connsiteY7-358" fmla="*/ 1345324 h 1418896"/>
                        <a:gd name="connsiteX8-359" fmla="*/ 3426372 w 3710151"/>
                        <a:gd name="connsiteY8-360" fmla="*/ 1408386 h 1418896"/>
                        <a:gd name="connsiteX9-361" fmla="*/ 1849820 w 3710151"/>
                        <a:gd name="connsiteY9-362" fmla="*/ 746234 h 1418896"/>
                        <a:gd name="connsiteX10-363" fmla="*/ 241737 w 3710151"/>
                        <a:gd name="connsiteY10-364" fmla="*/ 1418896 h 1418896"/>
                        <a:gd name="connsiteX11-365" fmla="*/ 0 w 3710151"/>
                        <a:gd name="connsiteY11-366" fmla="*/ 1334814 h 1418896"/>
                        <a:gd name="connsiteX12-367" fmla="*/ 1124606 w 3710151"/>
                        <a:gd name="connsiteY12-368" fmla="*/ 903890 h 1418896"/>
                        <a:gd name="connsiteX13-369" fmla="*/ 1124605 w 3710151"/>
                        <a:gd name="connsiteY13-370" fmla="*/ 451945 h 1418896"/>
                        <a:gd name="connsiteX14-371" fmla="*/ 168164 w 3710151"/>
                        <a:gd name="connsiteY14-372" fmla="*/ 84081 h 1418896"/>
                        <a:gd name="connsiteX15-373" fmla="*/ 147144 w 3710151"/>
                        <a:gd name="connsiteY15-374" fmla="*/ 73572 h 1418896"/>
                        <a:gd name="connsiteX0-375" fmla="*/ 147144 w 3710151"/>
                        <a:gd name="connsiteY0-376" fmla="*/ 73572 h 1418896"/>
                        <a:gd name="connsiteX1-377" fmla="*/ 430924 w 3710151"/>
                        <a:gd name="connsiteY1-378" fmla="*/ 0 h 1418896"/>
                        <a:gd name="connsiteX2-379" fmla="*/ 1860331 w 3710151"/>
                        <a:gd name="connsiteY2-380" fmla="*/ 599089 h 1418896"/>
                        <a:gd name="connsiteX3-381" fmla="*/ 3342289 w 3710151"/>
                        <a:gd name="connsiteY3-382" fmla="*/ 0 h 1418896"/>
                        <a:gd name="connsiteX4-383" fmla="*/ 3563006 w 3710151"/>
                        <a:gd name="connsiteY4-384" fmla="*/ 73572 h 1418896"/>
                        <a:gd name="connsiteX5-385" fmla="*/ 2606565 w 3710151"/>
                        <a:gd name="connsiteY5-386" fmla="*/ 441434 h 1418896"/>
                        <a:gd name="connsiteX6-387" fmla="*/ 2610282 w 3710151"/>
                        <a:gd name="connsiteY6-388" fmla="*/ 902607 h 1418896"/>
                        <a:gd name="connsiteX7-389" fmla="*/ 3710151 w 3710151"/>
                        <a:gd name="connsiteY7-390" fmla="*/ 1345324 h 1418896"/>
                        <a:gd name="connsiteX8-391" fmla="*/ 3426372 w 3710151"/>
                        <a:gd name="connsiteY8-392" fmla="*/ 1408386 h 1418896"/>
                        <a:gd name="connsiteX9-393" fmla="*/ 1849820 w 3710151"/>
                        <a:gd name="connsiteY9-394" fmla="*/ 746234 h 1418896"/>
                        <a:gd name="connsiteX10-395" fmla="*/ 241737 w 3710151"/>
                        <a:gd name="connsiteY10-396" fmla="*/ 1418896 h 1418896"/>
                        <a:gd name="connsiteX11-397" fmla="*/ 0 w 3710151"/>
                        <a:gd name="connsiteY11-398" fmla="*/ 1334814 h 1418896"/>
                        <a:gd name="connsiteX12-399" fmla="*/ 1124606 w 3710151"/>
                        <a:gd name="connsiteY12-400" fmla="*/ 903890 h 1418896"/>
                        <a:gd name="connsiteX13-401" fmla="*/ 1124605 w 3710151"/>
                        <a:gd name="connsiteY13-402" fmla="*/ 451945 h 1418896"/>
                        <a:gd name="connsiteX14-403" fmla="*/ 168164 w 3710151"/>
                        <a:gd name="connsiteY14-404" fmla="*/ 84081 h 1418896"/>
                        <a:gd name="connsiteX15-405" fmla="*/ 147144 w 3710151"/>
                        <a:gd name="connsiteY15-406" fmla="*/ 73572 h 1418896"/>
                        <a:gd name="connsiteX0-407" fmla="*/ 147144 w 3710151"/>
                        <a:gd name="connsiteY0-408" fmla="*/ 73572 h 1418896"/>
                        <a:gd name="connsiteX1-409" fmla="*/ 430924 w 3710151"/>
                        <a:gd name="connsiteY1-410" fmla="*/ 0 h 1418896"/>
                        <a:gd name="connsiteX2-411" fmla="*/ 1860331 w 3710151"/>
                        <a:gd name="connsiteY2-412" fmla="*/ 599089 h 1418896"/>
                        <a:gd name="connsiteX3-413" fmla="*/ 3342289 w 3710151"/>
                        <a:gd name="connsiteY3-414" fmla="*/ 0 h 1418896"/>
                        <a:gd name="connsiteX4-415" fmla="*/ 3563006 w 3710151"/>
                        <a:gd name="connsiteY4-416" fmla="*/ 73572 h 1418896"/>
                        <a:gd name="connsiteX5-417" fmla="*/ 2617717 w 3710151"/>
                        <a:gd name="connsiteY5-418" fmla="*/ 445151 h 1418896"/>
                        <a:gd name="connsiteX6-419" fmla="*/ 2610282 w 3710151"/>
                        <a:gd name="connsiteY6-420" fmla="*/ 902607 h 1418896"/>
                        <a:gd name="connsiteX7-421" fmla="*/ 3710151 w 3710151"/>
                        <a:gd name="connsiteY7-422" fmla="*/ 1345324 h 1418896"/>
                        <a:gd name="connsiteX8-423" fmla="*/ 3426372 w 3710151"/>
                        <a:gd name="connsiteY8-424" fmla="*/ 1408386 h 1418896"/>
                        <a:gd name="connsiteX9-425" fmla="*/ 1849820 w 3710151"/>
                        <a:gd name="connsiteY9-426" fmla="*/ 746234 h 1418896"/>
                        <a:gd name="connsiteX10-427" fmla="*/ 241737 w 3710151"/>
                        <a:gd name="connsiteY10-428" fmla="*/ 1418896 h 1418896"/>
                        <a:gd name="connsiteX11-429" fmla="*/ 0 w 3710151"/>
                        <a:gd name="connsiteY11-430" fmla="*/ 1334814 h 1418896"/>
                        <a:gd name="connsiteX12-431" fmla="*/ 1124606 w 3710151"/>
                        <a:gd name="connsiteY12-432" fmla="*/ 903890 h 1418896"/>
                        <a:gd name="connsiteX13-433" fmla="*/ 1124605 w 3710151"/>
                        <a:gd name="connsiteY13-434" fmla="*/ 451945 h 1418896"/>
                        <a:gd name="connsiteX14-435" fmla="*/ 168164 w 3710151"/>
                        <a:gd name="connsiteY14-436" fmla="*/ 84081 h 1418896"/>
                        <a:gd name="connsiteX15-437" fmla="*/ 147144 w 3710151"/>
                        <a:gd name="connsiteY15-438" fmla="*/ 73572 h 1418896"/>
                        <a:gd name="connsiteX0-439" fmla="*/ 147144 w 3710151"/>
                        <a:gd name="connsiteY0-440" fmla="*/ 73572 h 1418896"/>
                        <a:gd name="connsiteX1-441" fmla="*/ 430924 w 3710151"/>
                        <a:gd name="connsiteY1-442" fmla="*/ 0 h 1418896"/>
                        <a:gd name="connsiteX2-443" fmla="*/ 1860331 w 3710151"/>
                        <a:gd name="connsiteY2-444" fmla="*/ 599089 h 1418896"/>
                        <a:gd name="connsiteX3-445" fmla="*/ 3342289 w 3710151"/>
                        <a:gd name="connsiteY3-446" fmla="*/ 0 h 1418896"/>
                        <a:gd name="connsiteX4-447" fmla="*/ 3563006 w 3710151"/>
                        <a:gd name="connsiteY4-448" fmla="*/ 73572 h 1418896"/>
                        <a:gd name="connsiteX5-449" fmla="*/ 2617717 w 3710151"/>
                        <a:gd name="connsiteY5-450" fmla="*/ 448868 h 1418896"/>
                        <a:gd name="connsiteX6-451" fmla="*/ 2610282 w 3710151"/>
                        <a:gd name="connsiteY6-452" fmla="*/ 902607 h 1418896"/>
                        <a:gd name="connsiteX7-453" fmla="*/ 3710151 w 3710151"/>
                        <a:gd name="connsiteY7-454" fmla="*/ 1345324 h 1418896"/>
                        <a:gd name="connsiteX8-455" fmla="*/ 3426372 w 3710151"/>
                        <a:gd name="connsiteY8-456" fmla="*/ 1408386 h 1418896"/>
                        <a:gd name="connsiteX9-457" fmla="*/ 1849820 w 3710151"/>
                        <a:gd name="connsiteY9-458" fmla="*/ 746234 h 1418896"/>
                        <a:gd name="connsiteX10-459" fmla="*/ 241737 w 3710151"/>
                        <a:gd name="connsiteY10-460" fmla="*/ 1418896 h 1418896"/>
                        <a:gd name="connsiteX11-461" fmla="*/ 0 w 3710151"/>
                        <a:gd name="connsiteY11-462" fmla="*/ 1334814 h 1418896"/>
                        <a:gd name="connsiteX12-463" fmla="*/ 1124606 w 3710151"/>
                        <a:gd name="connsiteY12-464" fmla="*/ 903890 h 1418896"/>
                        <a:gd name="connsiteX13-465" fmla="*/ 1124605 w 3710151"/>
                        <a:gd name="connsiteY13-466" fmla="*/ 451945 h 1418896"/>
                        <a:gd name="connsiteX14-467" fmla="*/ 168164 w 3710151"/>
                        <a:gd name="connsiteY14-468" fmla="*/ 84081 h 1418896"/>
                        <a:gd name="connsiteX15-469" fmla="*/ 147144 w 3710151"/>
                        <a:gd name="connsiteY15-470" fmla="*/ 73572 h 1418896"/>
                        <a:gd name="connsiteX0-471" fmla="*/ 147144 w 3710151"/>
                        <a:gd name="connsiteY0-472" fmla="*/ 73572 h 1418896"/>
                        <a:gd name="connsiteX1-473" fmla="*/ 430924 w 3710151"/>
                        <a:gd name="connsiteY1-474" fmla="*/ 0 h 1418896"/>
                        <a:gd name="connsiteX2-475" fmla="*/ 1838028 w 3710151"/>
                        <a:gd name="connsiteY2-476" fmla="*/ 591655 h 1418896"/>
                        <a:gd name="connsiteX3-477" fmla="*/ 3342289 w 3710151"/>
                        <a:gd name="connsiteY3-478" fmla="*/ 0 h 1418896"/>
                        <a:gd name="connsiteX4-479" fmla="*/ 3563006 w 3710151"/>
                        <a:gd name="connsiteY4-480" fmla="*/ 73572 h 1418896"/>
                        <a:gd name="connsiteX5-481" fmla="*/ 2617717 w 3710151"/>
                        <a:gd name="connsiteY5-482" fmla="*/ 448868 h 1418896"/>
                        <a:gd name="connsiteX6-483" fmla="*/ 2610282 w 3710151"/>
                        <a:gd name="connsiteY6-484" fmla="*/ 902607 h 1418896"/>
                        <a:gd name="connsiteX7-485" fmla="*/ 3710151 w 3710151"/>
                        <a:gd name="connsiteY7-486" fmla="*/ 1345324 h 1418896"/>
                        <a:gd name="connsiteX8-487" fmla="*/ 3426372 w 3710151"/>
                        <a:gd name="connsiteY8-488" fmla="*/ 1408386 h 1418896"/>
                        <a:gd name="connsiteX9-489" fmla="*/ 1849820 w 3710151"/>
                        <a:gd name="connsiteY9-490" fmla="*/ 746234 h 1418896"/>
                        <a:gd name="connsiteX10-491" fmla="*/ 241737 w 3710151"/>
                        <a:gd name="connsiteY10-492" fmla="*/ 1418896 h 1418896"/>
                        <a:gd name="connsiteX11-493" fmla="*/ 0 w 3710151"/>
                        <a:gd name="connsiteY11-494" fmla="*/ 1334814 h 1418896"/>
                        <a:gd name="connsiteX12-495" fmla="*/ 1124606 w 3710151"/>
                        <a:gd name="connsiteY12-496" fmla="*/ 903890 h 1418896"/>
                        <a:gd name="connsiteX13-497" fmla="*/ 1124605 w 3710151"/>
                        <a:gd name="connsiteY13-498" fmla="*/ 451945 h 1418896"/>
                        <a:gd name="connsiteX14-499" fmla="*/ 168164 w 3710151"/>
                        <a:gd name="connsiteY14-500" fmla="*/ 84081 h 1418896"/>
                        <a:gd name="connsiteX15-501" fmla="*/ 147144 w 3710151"/>
                        <a:gd name="connsiteY15-502" fmla="*/ 73572 h 1418896"/>
                        <a:gd name="connsiteX0-503" fmla="*/ 147144 w 3710151"/>
                        <a:gd name="connsiteY0-504" fmla="*/ 73572 h 1418896"/>
                        <a:gd name="connsiteX1-505" fmla="*/ 430924 w 3710151"/>
                        <a:gd name="connsiteY1-506" fmla="*/ 0 h 1418896"/>
                        <a:gd name="connsiteX2-507" fmla="*/ 1838028 w 3710151"/>
                        <a:gd name="connsiteY2-508" fmla="*/ 591655 h 1418896"/>
                        <a:gd name="connsiteX3-509" fmla="*/ 3342289 w 3710151"/>
                        <a:gd name="connsiteY3-510" fmla="*/ 0 h 1418896"/>
                        <a:gd name="connsiteX4-511" fmla="*/ 3563006 w 3710151"/>
                        <a:gd name="connsiteY4-512" fmla="*/ 73572 h 1418896"/>
                        <a:gd name="connsiteX5-513" fmla="*/ 2617717 w 3710151"/>
                        <a:gd name="connsiteY5-514" fmla="*/ 448868 h 1418896"/>
                        <a:gd name="connsiteX6-515" fmla="*/ 2610282 w 3710151"/>
                        <a:gd name="connsiteY6-516" fmla="*/ 902607 h 1418896"/>
                        <a:gd name="connsiteX7-517" fmla="*/ 3710151 w 3710151"/>
                        <a:gd name="connsiteY7-518" fmla="*/ 1345324 h 1418896"/>
                        <a:gd name="connsiteX8-519" fmla="*/ 3426372 w 3710151"/>
                        <a:gd name="connsiteY8-520" fmla="*/ 1408386 h 1418896"/>
                        <a:gd name="connsiteX9-521" fmla="*/ 1849820 w 3710151"/>
                        <a:gd name="connsiteY9-522" fmla="*/ 746234 h 1418896"/>
                        <a:gd name="connsiteX10-523" fmla="*/ 241737 w 3710151"/>
                        <a:gd name="connsiteY10-524" fmla="*/ 1418896 h 1418896"/>
                        <a:gd name="connsiteX11-525" fmla="*/ 0 w 3710151"/>
                        <a:gd name="connsiteY11-526" fmla="*/ 1334814 h 1418896"/>
                        <a:gd name="connsiteX12-527" fmla="*/ 1124606 w 3710151"/>
                        <a:gd name="connsiteY12-528" fmla="*/ 903890 h 1418896"/>
                        <a:gd name="connsiteX13-529" fmla="*/ 1087434 w 3710151"/>
                        <a:gd name="connsiteY13-530" fmla="*/ 451945 h 1418896"/>
                        <a:gd name="connsiteX14-531" fmla="*/ 168164 w 3710151"/>
                        <a:gd name="connsiteY14-532" fmla="*/ 84081 h 1418896"/>
                        <a:gd name="connsiteX15-533" fmla="*/ 147144 w 3710151"/>
                        <a:gd name="connsiteY15-534" fmla="*/ 73572 h 1418896"/>
                        <a:gd name="connsiteX0-535" fmla="*/ 147144 w 3710151"/>
                        <a:gd name="connsiteY0-536" fmla="*/ 73572 h 1418896"/>
                        <a:gd name="connsiteX1-537" fmla="*/ 430924 w 3710151"/>
                        <a:gd name="connsiteY1-538" fmla="*/ 0 h 1418896"/>
                        <a:gd name="connsiteX2-539" fmla="*/ 1838028 w 3710151"/>
                        <a:gd name="connsiteY2-540" fmla="*/ 591655 h 1418896"/>
                        <a:gd name="connsiteX3-541" fmla="*/ 3342289 w 3710151"/>
                        <a:gd name="connsiteY3-542" fmla="*/ 0 h 1418896"/>
                        <a:gd name="connsiteX4-543" fmla="*/ 3563006 w 3710151"/>
                        <a:gd name="connsiteY4-544" fmla="*/ 73572 h 1418896"/>
                        <a:gd name="connsiteX5-545" fmla="*/ 2617717 w 3710151"/>
                        <a:gd name="connsiteY5-546" fmla="*/ 448868 h 1418896"/>
                        <a:gd name="connsiteX6-547" fmla="*/ 2610282 w 3710151"/>
                        <a:gd name="connsiteY6-548" fmla="*/ 902607 h 1418896"/>
                        <a:gd name="connsiteX7-549" fmla="*/ 3710151 w 3710151"/>
                        <a:gd name="connsiteY7-550" fmla="*/ 1345324 h 1418896"/>
                        <a:gd name="connsiteX8-551" fmla="*/ 3426372 w 3710151"/>
                        <a:gd name="connsiteY8-552" fmla="*/ 1408386 h 1418896"/>
                        <a:gd name="connsiteX9-553" fmla="*/ 1849820 w 3710151"/>
                        <a:gd name="connsiteY9-554" fmla="*/ 746234 h 1418896"/>
                        <a:gd name="connsiteX10-555" fmla="*/ 241737 w 3710151"/>
                        <a:gd name="connsiteY10-556" fmla="*/ 1418896 h 1418896"/>
                        <a:gd name="connsiteX11-557" fmla="*/ 0 w 3710151"/>
                        <a:gd name="connsiteY11-558" fmla="*/ 1334814 h 1418896"/>
                        <a:gd name="connsiteX12-559" fmla="*/ 1098586 w 3710151"/>
                        <a:gd name="connsiteY12-560" fmla="*/ 903890 h 1418896"/>
                        <a:gd name="connsiteX13-561" fmla="*/ 1087434 w 3710151"/>
                        <a:gd name="connsiteY13-562" fmla="*/ 451945 h 1418896"/>
                        <a:gd name="connsiteX14-563" fmla="*/ 168164 w 3710151"/>
                        <a:gd name="connsiteY14-564" fmla="*/ 84081 h 1418896"/>
                        <a:gd name="connsiteX15-565" fmla="*/ 147144 w 3710151"/>
                        <a:gd name="connsiteY15-566" fmla="*/ 73572 h 1418896"/>
                        <a:gd name="connsiteX0-567" fmla="*/ 162012 w 3725019"/>
                        <a:gd name="connsiteY0-568" fmla="*/ 73572 h 1418896"/>
                        <a:gd name="connsiteX1-569" fmla="*/ 445792 w 3725019"/>
                        <a:gd name="connsiteY1-570" fmla="*/ 0 h 1418896"/>
                        <a:gd name="connsiteX2-571" fmla="*/ 1852896 w 3725019"/>
                        <a:gd name="connsiteY2-572" fmla="*/ 591655 h 1418896"/>
                        <a:gd name="connsiteX3-573" fmla="*/ 3357157 w 3725019"/>
                        <a:gd name="connsiteY3-574" fmla="*/ 0 h 1418896"/>
                        <a:gd name="connsiteX4-575" fmla="*/ 3577874 w 3725019"/>
                        <a:gd name="connsiteY4-576" fmla="*/ 73572 h 1418896"/>
                        <a:gd name="connsiteX5-577" fmla="*/ 2632585 w 3725019"/>
                        <a:gd name="connsiteY5-578" fmla="*/ 448868 h 1418896"/>
                        <a:gd name="connsiteX6-579" fmla="*/ 2625150 w 3725019"/>
                        <a:gd name="connsiteY6-580" fmla="*/ 902607 h 1418896"/>
                        <a:gd name="connsiteX7-581" fmla="*/ 3725019 w 3725019"/>
                        <a:gd name="connsiteY7-582" fmla="*/ 1345324 h 1418896"/>
                        <a:gd name="connsiteX8-583" fmla="*/ 3441240 w 3725019"/>
                        <a:gd name="connsiteY8-584" fmla="*/ 1408386 h 1418896"/>
                        <a:gd name="connsiteX9-585" fmla="*/ 1864688 w 3725019"/>
                        <a:gd name="connsiteY9-586" fmla="*/ 746234 h 1418896"/>
                        <a:gd name="connsiteX10-587" fmla="*/ 256605 w 3725019"/>
                        <a:gd name="connsiteY10-588" fmla="*/ 1418896 h 1418896"/>
                        <a:gd name="connsiteX11-589" fmla="*/ 0 w 3725019"/>
                        <a:gd name="connsiteY11-590" fmla="*/ 1331097 h 1418896"/>
                        <a:gd name="connsiteX12-591" fmla="*/ 1113454 w 3725019"/>
                        <a:gd name="connsiteY12-592" fmla="*/ 903890 h 1418896"/>
                        <a:gd name="connsiteX13-593" fmla="*/ 1102302 w 3725019"/>
                        <a:gd name="connsiteY13-594" fmla="*/ 451945 h 1418896"/>
                        <a:gd name="connsiteX14-595" fmla="*/ 183032 w 3725019"/>
                        <a:gd name="connsiteY14-596" fmla="*/ 84081 h 1418896"/>
                        <a:gd name="connsiteX15-597" fmla="*/ 162012 w 3725019"/>
                        <a:gd name="connsiteY15-598" fmla="*/ 73572 h 141889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  <a:cxn ang="0">
                          <a:pos x="connsiteX11-23" y="connsiteY11-24"/>
                        </a:cxn>
                        <a:cxn ang="0">
                          <a:pos x="connsiteX12-25" y="connsiteY12-26"/>
                        </a:cxn>
                        <a:cxn ang="0">
                          <a:pos x="connsiteX13-27" y="connsiteY13-28"/>
                        </a:cxn>
                        <a:cxn ang="0">
                          <a:pos x="connsiteX14-29" y="connsiteY14-30"/>
                        </a:cxn>
                        <a:cxn ang="0">
                          <a:pos x="connsiteX15-31" y="connsiteY15-32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pic>
              <p:nvPicPr>
                <p:cNvPr id="91" name="Picture 1115" descr="antenna_stylized"/>
                <p:cNvPicPr>
                  <a:picLocks noChangeAspect="1" noChangeArrowheads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3518" y="3419140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4" name="Picture 1115" descr="antenna_stylized"/>
                <p:cNvPicPr>
                  <a:picLocks noChangeAspect="1" noChangeArrowheads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3435" y="3325424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16" name="Group 15"/>
            <p:cNvGrpSpPr/>
            <p:nvPr/>
          </p:nvGrpSpPr>
          <p:grpSpPr>
            <a:xfrm>
              <a:off x="10884085" y="3428485"/>
              <a:ext cx="604586" cy="405973"/>
              <a:chOff x="10884085" y="3428485"/>
              <a:chExt cx="604586" cy="405973"/>
            </a:xfrm>
          </p:grpSpPr>
          <p:grpSp>
            <p:nvGrpSpPr>
              <p:cNvPr id="455" name="Group 454"/>
              <p:cNvGrpSpPr/>
              <p:nvPr/>
            </p:nvGrpSpPr>
            <p:grpSpPr>
              <a:xfrm>
                <a:off x="10884085" y="3601365"/>
                <a:ext cx="170989" cy="97052"/>
                <a:chOff x="7493876" y="2774731"/>
                <a:chExt cx="1481958" cy="894622"/>
              </a:xfrm>
            </p:grpSpPr>
            <p:sp>
              <p:nvSpPr>
                <p:cNvPr id="456" name="Freeform 455"/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-1" fmla="*/ 8187558 w 8187558"/>
                    <a:gd name="connsiteY0-2" fmla="*/ 0 h 2617076"/>
                    <a:gd name="connsiteX1-3" fmla="*/ 8187558 w 8187558"/>
                    <a:gd name="connsiteY1-4" fmla="*/ 1271752 h 2617076"/>
                    <a:gd name="connsiteX2-5" fmla="*/ 4025462 w 8187558"/>
                    <a:gd name="connsiteY2-6" fmla="*/ 2617076 h 2617076"/>
                    <a:gd name="connsiteX3-7" fmla="*/ 0 w 8187558"/>
                    <a:gd name="connsiteY3-8" fmla="*/ 1229711 h 2617076"/>
                    <a:gd name="connsiteX4-9" fmla="*/ 31531 w 8187558"/>
                    <a:gd name="connsiteY4-10" fmla="*/ 147145 h 2617076"/>
                    <a:gd name="connsiteX5-11" fmla="*/ 4046482 w 8187558"/>
                    <a:gd name="connsiteY5-12" fmla="*/ 1576552 h 2617076"/>
                    <a:gd name="connsiteX6-13" fmla="*/ 8187558 w 8187558"/>
                    <a:gd name="connsiteY6-14" fmla="*/ 0 h 2617076"/>
                    <a:gd name="connsiteX0-15" fmla="*/ 8187558 w 8187558"/>
                    <a:gd name="connsiteY0-16" fmla="*/ 0 h 2617076"/>
                    <a:gd name="connsiteX1-17" fmla="*/ 8187558 w 8187558"/>
                    <a:gd name="connsiteY1-18" fmla="*/ 1271752 h 2617076"/>
                    <a:gd name="connsiteX2-19" fmla="*/ 4025462 w 8187558"/>
                    <a:gd name="connsiteY2-20" fmla="*/ 2617076 h 2617076"/>
                    <a:gd name="connsiteX3-21" fmla="*/ 0 w 8187558"/>
                    <a:gd name="connsiteY3-22" fmla="*/ 1229711 h 2617076"/>
                    <a:gd name="connsiteX4-23" fmla="*/ 31531 w 8187558"/>
                    <a:gd name="connsiteY4-24" fmla="*/ 147145 h 2617076"/>
                    <a:gd name="connsiteX5-25" fmla="*/ 4046482 w 8187558"/>
                    <a:gd name="connsiteY5-26" fmla="*/ 1576552 h 2617076"/>
                    <a:gd name="connsiteX6-27" fmla="*/ 8187558 w 8187558"/>
                    <a:gd name="connsiteY6-28" fmla="*/ 0 h 2617076"/>
                    <a:gd name="connsiteX0-29" fmla="*/ 8187558 w 8187558"/>
                    <a:gd name="connsiteY0-30" fmla="*/ 0 h 2617076"/>
                    <a:gd name="connsiteX1-31" fmla="*/ 8187558 w 8187558"/>
                    <a:gd name="connsiteY1-32" fmla="*/ 1271752 h 2617076"/>
                    <a:gd name="connsiteX2-33" fmla="*/ 4025462 w 8187558"/>
                    <a:gd name="connsiteY2-34" fmla="*/ 2617076 h 2617076"/>
                    <a:gd name="connsiteX3-35" fmla="*/ 0 w 8187558"/>
                    <a:gd name="connsiteY3-36" fmla="*/ 1229711 h 2617076"/>
                    <a:gd name="connsiteX4-37" fmla="*/ 31531 w 8187558"/>
                    <a:gd name="connsiteY4-38" fmla="*/ 147145 h 2617076"/>
                    <a:gd name="connsiteX5-39" fmla="*/ 4046482 w 8187558"/>
                    <a:gd name="connsiteY5-40" fmla="*/ 1576552 h 2617076"/>
                    <a:gd name="connsiteX6-41" fmla="*/ 8187558 w 8187558"/>
                    <a:gd name="connsiteY6-42" fmla="*/ 0 h 2617076"/>
                    <a:gd name="connsiteX0-43" fmla="*/ 8187558 w 8187558"/>
                    <a:gd name="connsiteY0-44" fmla="*/ 0 h 2617076"/>
                    <a:gd name="connsiteX1-45" fmla="*/ 8187558 w 8187558"/>
                    <a:gd name="connsiteY1-46" fmla="*/ 1271752 h 2617076"/>
                    <a:gd name="connsiteX2-47" fmla="*/ 4025462 w 8187558"/>
                    <a:gd name="connsiteY2-48" fmla="*/ 2617076 h 2617076"/>
                    <a:gd name="connsiteX3-49" fmla="*/ 0 w 8187558"/>
                    <a:gd name="connsiteY3-50" fmla="*/ 1229711 h 2617076"/>
                    <a:gd name="connsiteX4-51" fmla="*/ 31531 w 8187558"/>
                    <a:gd name="connsiteY4-52" fmla="*/ 147145 h 2617076"/>
                    <a:gd name="connsiteX5-53" fmla="*/ 4046482 w 8187558"/>
                    <a:gd name="connsiteY5-54" fmla="*/ 1576552 h 2617076"/>
                    <a:gd name="connsiteX6-55" fmla="*/ 8187558 w 8187558"/>
                    <a:gd name="connsiteY6-56" fmla="*/ 0 h 2617076"/>
                    <a:gd name="connsiteX0-57" fmla="*/ 8187558 w 8187558"/>
                    <a:gd name="connsiteY0-58" fmla="*/ 0 h 2617076"/>
                    <a:gd name="connsiteX1-59" fmla="*/ 8187558 w 8187558"/>
                    <a:gd name="connsiteY1-60" fmla="*/ 1271752 h 2617076"/>
                    <a:gd name="connsiteX2-61" fmla="*/ 4025462 w 8187558"/>
                    <a:gd name="connsiteY2-62" fmla="*/ 2617076 h 2617076"/>
                    <a:gd name="connsiteX3-63" fmla="*/ 0 w 8187558"/>
                    <a:gd name="connsiteY3-64" fmla="*/ 1229711 h 2617076"/>
                    <a:gd name="connsiteX4-65" fmla="*/ 31531 w 8187558"/>
                    <a:gd name="connsiteY4-66" fmla="*/ 147145 h 2617076"/>
                    <a:gd name="connsiteX5-67" fmla="*/ 4046482 w 8187558"/>
                    <a:gd name="connsiteY5-68" fmla="*/ 1576552 h 2617076"/>
                    <a:gd name="connsiteX6-69" fmla="*/ 8187558 w 8187558"/>
                    <a:gd name="connsiteY6-70" fmla="*/ 0 h 2617076"/>
                    <a:gd name="connsiteX0-71" fmla="*/ 8187558 w 8187558"/>
                    <a:gd name="connsiteY0-72" fmla="*/ 0 h 2617076"/>
                    <a:gd name="connsiteX1-73" fmla="*/ 8187558 w 8187558"/>
                    <a:gd name="connsiteY1-74" fmla="*/ 1271752 h 2617076"/>
                    <a:gd name="connsiteX2-75" fmla="*/ 4025462 w 8187558"/>
                    <a:gd name="connsiteY2-76" fmla="*/ 2617076 h 2617076"/>
                    <a:gd name="connsiteX3-77" fmla="*/ 0 w 8187558"/>
                    <a:gd name="connsiteY3-78" fmla="*/ 1229711 h 2617076"/>
                    <a:gd name="connsiteX4-79" fmla="*/ 31531 w 8187558"/>
                    <a:gd name="connsiteY4-80" fmla="*/ 147145 h 2617076"/>
                    <a:gd name="connsiteX5-81" fmla="*/ 4046482 w 8187558"/>
                    <a:gd name="connsiteY5-82" fmla="*/ 1576552 h 2617076"/>
                    <a:gd name="connsiteX6-83" fmla="*/ 8187558 w 8187558"/>
                    <a:gd name="connsiteY6-84" fmla="*/ 0 h 2617076"/>
                    <a:gd name="connsiteX0-85" fmla="*/ 8187558 w 8187558"/>
                    <a:gd name="connsiteY0-86" fmla="*/ 0 h 2638097"/>
                    <a:gd name="connsiteX1-87" fmla="*/ 8187558 w 8187558"/>
                    <a:gd name="connsiteY1-88" fmla="*/ 1271752 h 2638097"/>
                    <a:gd name="connsiteX2-89" fmla="*/ 4099035 w 8187558"/>
                    <a:gd name="connsiteY2-90" fmla="*/ 2638097 h 2638097"/>
                    <a:gd name="connsiteX3-91" fmla="*/ 0 w 8187558"/>
                    <a:gd name="connsiteY3-92" fmla="*/ 1229711 h 2638097"/>
                    <a:gd name="connsiteX4-93" fmla="*/ 31531 w 8187558"/>
                    <a:gd name="connsiteY4-94" fmla="*/ 147145 h 2638097"/>
                    <a:gd name="connsiteX5-95" fmla="*/ 4046482 w 8187558"/>
                    <a:gd name="connsiteY5-96" fmla="*/ 1576552 h 2638097"/>
                    <a:gd name="connsiteX6-97" fmla="*/ 8187558 w 8187558"/>
                    <a:gd name="connsiteY6-98" fmla="*/ 0 h 2638097"/>
                    <a:gd name="connsiteX0-99" fmla="*/ 8187558 w 8187558"/>
                    <a:gd name="connsiteY0-100" fmla="*/ 0 h 2638097"/>
                    <a:gd name="connsiteX1-101" fmla="*/ 8187558 w 8187558"/>
                    <a:gd name="connsiteY1-102" fmla="*/ 1271752 h 2638097"/>
                    <a:gd name="connsiteX2-103" fmla="*/ 4099035 w 8187558"/>
                    <a:gd name="connsiteY2-104" fmla="*/ 2638097 h 2638097"/>
                    <a:gd name="connsiteX3-105" fmla="*/ 0 w 8187558"/>
                    <a:gd name="connsiteY3-106" fmla="*/ 1229711 h 2638097"/>
                    <a:gd name="connsiteX4-107" fmla="*/ 31531 w 8187558"/>
                    <a:gd name="connsiteY4-108" fmla="*/ 147145 h 2638097"/>
                    <a:gd name="connsiteX5-109" fmla="*/ 4046482 w 8187558"/>
                    <a:gd name="connsiteY5-110" fmla="*/ 1576552 h 2638097"/>
                    <a:gd name="connsiteX6-111" fmla="*/ 8187558 w 8187558"/>
                    <a:gd name="connsiteY6-112" fmla="*/ 0 h 2638097"/>
                    <a:gd name="connsiteX0-113" fmla="*/ 8187558 w 8187558"/>
                    <a:gd name="connsiteY0-114" fmla="*/ 0 h 2638097"/>
                    <a:gd name="connsiteX1-115" fmla="*/ 8187558 w 8187558"/>
                    <a:gd name="connsiteY1-116" fmla="*/ 1271752 h 2638097"/>
                    <a:gd name="connsiteX2-117" fmla="*/ 4099035 w 8187558"/>
                    <a:gd name="connsiteY2-118" fmla="*/ 2638097 h 2638097"/>
                    <a:gd name="connsiteX3-119" fmla="*/ 0 w 8187558"/>
                    <a:gd name="connsiteY3-120" fmla="*/ 1229711 h 2638097"/>
                    <a:gd name="connsiteX4-121" fmla="*/ 31531 w 8187558"/>
                    <a:gd name="connsiteY4-122" fmla="*/ 147145 h 2638097"/>
                    <a:gd name="connsiteX5-123" fmla="*/ 4046482 w 8187558"/>
                    <a:gd name="connsiteY5-124" fmla="*/ 1576552 h 2638097"/>
                    <a:gd name="connsiteX6-125" fmla="*/ 8187558 w 8187558"/>
                    <a:gd name="connsiteY6-126" fmla="*/ 0 h 2638097"/>
                    <a:gd name="connsiteX0-127" fmla="*/ 8187558 w 8187558"/>
                    <a:gd name="connsiteY0-128" fmla="*/ 0 h 2638097"/>
                    <a:gd name="connsiteX1-129" fmla="*/ 8187558 w 8187558"/>
                    <a:gd name="connsiteY1-130" fmla="*/ 1271752 h 2638097"/>
                    <a:gd name="connsiteX2-131" fmla="*/ 4099035 w 8187558"/>
                    <a:gd name="connsiteY2-132" fmla="*/ 2638097 h 2638097"/>
                    <a:gd name="connsiteX3-133" fmla="*/ 0 w 8187558"/>
                    <a:gd name="connsiteY3-134" fmla="*/ 1229711 h 2638097"/>
                    <a:gd name="connsiteX4-135" fmla="*/ 31531 w 8187558"/>
                    <a:gd name="connsiteY4-136" fmla="*/ 147145 h 2638097"/>
                    <a:gd name="connsiteX5-137" fmla="*/ 4046482 w 8187558"/>
                    <a:gd name="connsiteY5-138" fmla="*/ 1576552 h 2638097"/>
                    <a:gd name="connsiteX6-139" fmla="*/ 8187558 w 8187558"/>
                    <a:gd name="connsiteY6-140" fmla="*/ 0 h 2638097"/>
                    <a:gd name="connsiteX0-141" fmla="*/ 8187558 w 8187558"/>
                    <a:gd name="connsiteY0-142" fmla="*/ 0 h 2638097"/>
                    <a:gd name="connsiteX1-143" fmla="*/ 8187558 w 8187558"/>
                    <a:gd name="connsiteY1-144" fmla="*/ 1271752 h 2638097"/>
                    <a:gd name="connsiteX2-145" fmla="*/ 4099035 w 8187558"/>
                    <a:gd name="connsiteY2-146" fmla="*/ 2638097 h 2638097"/>
                    <a:gd name="connsiteX3-147" fmla="*/ 0 w 8187558"/>
                    <a:gd name="connsiteY3-148" fmla="*/ 1229711 h 2638097"/>
                    <a:gd name="connsiteX4-149" fmla="*/ 31531 w 8187558"/>
                    <a:gd name="connsiteY4-150" fmla="*/ 147145 h 2638097"/>
                    <a:gd name="connsiteX5-151" fmla="*/ 4088524 w 8187558"/>
                    <a:gd name="connsiteY5-152" fmla="*/ 1597573 h 2638097"/>
                    <a:gd name="connsiteX6-153" fmla="*/ 8187558 w 8187558"/>
                    <a:gd name="connsiteY6-154" fmla="*/ 0 h 2638097"/>
                    <a:gd name="connsiteX0-155" fmla="*/ 8187558 w 8187558"/>
                    <a:gd name="connsiteY0-156" fmla="*/ 0 h 2638097"/>
                    <a:gd name="connsiteX1-157" fmla="*/ 8187558 w 8187558"/>
                    <a:gd name="connsiteY1-158" fmla="*/ 1271752 h 2638097"/>
                    <a:gd name="connsiteX2-159" fmla="*/ 4099035 w 8187558"/>
                    <a:gd name="connsiteY2-160" fmla="*/ 2638097 h 2638097"/>
                    <a:gd name="connsiteX3-161" fmla="*/ 0 w 8187558"/>
                    <a:gd name="connsiteY3-162" fmla="*/ 1229711 h 2638097"/>
                    <a:gd name="connsiteX4-163" fmla="*/ 31531 w 8187558"/>
                    <a:gd name="connsiteY4-164" fmla="*/ 147145 h 2638097"/>
                    <a:gd name="connsiteX5-165" fmla="*/ 4088524 w 8187558"/>
                    <a:gd name="connsiteY5-166" fmla="*/ 1597573 h 2638097"/>
                    <a:gd name="connsiteX6-167" fmla="*/ 8187558 w 8187558"/>
                    <a:gd name="connsiteY6-168" fmla="*/ 0 h 2638097"/>
                    <a:gd name="connsiteX0-169" fmla="*/ 8187558 w 8187558"/>
                    <a:gd name="connsiteY0-170" fmla="*/ 0 h 2638097"/>
                    <a:gd name="connsiteX1-171" fmla="*/ 8187558 w 8187558"/>
                    <a:gd name="connsiteY1-172" fmla="*/ 1271752 h 2638097"/>
                    <a:gd name="connsiteX2-173" fmla="*/ 4099035 w 8187558"/>
                    <a:gd name="connsiteY2-174" fmla="*/ 2638097 h 2638097"/>
                    <a:gd name="connsiteX3-175" fmla="*/ 0 w 8187558"/>
                    <a:gd name="connsiteY3-176" fmla="*/ 1229711 h 2638097"/>
                    <a:gd name="connsiteX4-177" fmla="*/ 31531 w 8187558"/>
                    <a:gd name="connsiteY4-178" fmla="*/ 147145 h 2638097"/>
                    <a:gd name="connsiteX5-179" fmla="*/ 4099035 w 8187558"/>
                    <a:gd name="connsiteY5-180" fmla="*/ 1566042 h 2638097"/>
                    <a:gd name="connsiteX6-181" fmla="*/ 8187558 w 8187558"/>
                    <a:gd name="connsiteY6-182" fmla="*/ 0 h 2638097"/>
                    <a:gd name="connsiteX0-183" fmla="*/ 8187558 w 8187558"/>
                    <a:gd name="connsiteY0-184" fmla="*/ 0 h 2638097"/>
                    <a:gd name="connsiteX1-185" fmla="*/ 8187558 w 8187558"/>
                    <a:gd name="connsiteY1-186" fmla="*/ 1271752 h 2638097"/>
                    <a:gd name="connsiteX2-187" fmla="*/ 4099035 w 8187558"/>
                    <a:gd name="connsiteY2-188" fmla="*/ 2638097 h 2638097"/>
                    <a:gd name="connsiteX3-189" fmla="*/ 0 w 8187558"/>
                    <a:gd name="connsiteY3-190" fmla="*/ 1229711 h 2638097"/>
                    <a:gd name="connsiteX4-191" fmla="*/ 31531 w 8187558"/>
                    <a:gd name="connsiteY4-192" fmla="*/ 147145 h 2638097"/>
                    <a:gd name="connsiteX5-193" fmla="*/ 4099035 w 8187558"/>
                    <a:gd name="connsiteY5-194" fmla="*/ 1566042 h 2638097"/>
                    <a:gd name="connsiteX6-195" fmla="*/ 8187558 w 8187558"/>
                    <a:gd name="connsiteY6-196" fmla="*/ 0 h 2638097"/>
                    <a:gd name="connsiteX0-197" fmla="*/ 8187558 w 8187558"/>
                    <a:gd name="connsiteY0-198" fmla="*/ 0 h 2638097"/>
                    <a:gd name="connsiteX1-199" fmla="*/ 8187558 w 8187558"/>
                    <a:gd name="connsiteY1-200" fmla="*/ 1271752 h 2638097"/>
                    <a:gd name="connsiteX2-201" fmla="*/ 4099035 w 8187558"/>
                    <a:gd name="connsiteY2-202" fmla="*/ 2638097 h 2638097"/>
                    <a:gd name="connsiteX3-203" fmla="*/ 0 w 8187558"/>
                    <a:gd name="connsiteY3-204" fmla="*/ 1229711 h 2638097"/>
                    <a:gd name="connsiteX4-205" fmla="*/ 31531 w 8187558"/>
                    <a:gd name="connsiteY4-206" fmla="*/ 147145 h 2638097"/>
                    <a:gd name="connsiteX5-207" fmla="*/ 4099035 w 8187558"/>
                    <a:gd name="connsiteY5-208" fmla="*/ 1566042 h 2638097"/>
                    <a:gd name="connsiteX6-209" fmla="*/ 8187558 w 8187558"/>
                    <a:gd name="connsiteY6-210" fmla="*/ 0 h 2638097"/>
                    <a:gd name="connsiteX0-211" fmla="*/ 8187558 w 8187558"/>
                    <a:gd name="connsiteY0-212" fmla="*/ 0 h 2638097"/>
                    <a:gd name="connsiteX1-213" fmla="*/ 8187558 w 8187558"/>
                    <a:gd name="connsiteY1-214" fmla="*/ 1271752 h 2638097"/>
                    <a:gd name="connsiteX2-215" fmla="*/ 4099035 w 8187558"/>
                    <a:gd name="connsiteY2-216" fmla="*/ 2638097 h 2638097"/>
                    <a:gd name="connsiteX3-217" fmla="*/ 0 w 8187558"/>
                    <a:gd name="connsiteY3-218" fmla="*/ 1229711 h 2638097"/>
                    <a:gd name="connsiteX4-219" fmla="*/ 31531 w 8187558"/>
                    <a:gd name="connsiteY4-220" fmla="*/ 147145 h 2638097"/>
                    <a:gd name="connsiteX5-221" fmla="*/ 4099035 w 8187558"/>
                    <a:gd name="connsiteY5-222" fmla="*/ 1566042 h 2638097"/>
                    <a:gd name="connsiteX6-223" fmla="*/ 8187558 w 8187558"/>
                    <a:gd name="connsiteY6-224" fmla="*/ 0 h 2638097"/>
                    <a:gd name="connsiteX0-225" fmla="*/ 8187558 w 8187558"/>
                    <a:gd name="connsiteY0-226" fmla="*/ 0 h 2638097"/>
                    <a:gd name="connsiteX1-227" fmla="*/ 8187558 w 8187558"/>
                    <a:gd name="connsiteY1-228" fmla="*/ 1271752 h 2638097"/>
                    <a:gd name="connsiteX2-229" fmla="*/ 4099035 w 8187558"/>
                    <a:gd name="connsiteY2-230" fmla="*/ 2638097 h 2638097"/>
                    <a:gd name="connsiteX3-231" fmla="*/ 0 w 8187558"/>
                    <a:gd name="connsiteY3-232" fmla="*/ 1229711 h 2638097"/>
                    <a:gd name="connsiteX4-233" fmla="*/ 31531 w 8187558"/>
                    <a:gd name="connsiteY4-234" fmla="*/ 147145 h 2638097"/>
                    <a:gd name="connsiteX5-235" fmla="*/ 4099035 w 8187558"/>
                    <a:gd name="connsiteY5-236" fmla="*/ 1566042 h 2638097"/>
                    <a:gd name="connsiteX6-237" fmla="*/ 8187558 w 8187558"/>
                    <a:gd name="connsiteY6-238" fmla="*/ 0 h 2638097"/>
                    <a:gd name="connsiteX0-239" fmla="*/ 8187558 w 8187558"/>
                    <a:gd name="connsiteY0-240" fmla="*/ 0 h 2638097"/>
                    <a:gd name="connsiteX1-241" fmla="*/ 8187558 w 8187558"/>
                    <a:gd name="connsiteY1-242" fmla="*/ 1271752 h 2638097"/>
                    <a:gd name="connsiteX2-243" fmla="*/ 4099035 w 8187558"/>
                    <a:gd name="connsiteY2-244" fmla="*/ 2638097 h 2638097"/>
                    <a:gd name="connsiteX3-245" fmla="*/ 0 w 8187558"/>
                    <a:gd name="connsiteY3-246" fmla="*/ 1229711 h 2638097"/>
                    <a:gd name="connsiteX4-247" fmla="*/ 31531 w 8187558"/>
                    <a:gd name="connsiteY4-248" fmla="*/ 147145 h 2638097"/>
                    <a:gd name="connsiteX5-249" fmla="*/ 4099035 w 8187558"/>
                    <a:gd name="connsiteY5-250" fmla="*/ 1566042 h 2638097"/>
                    <a:gd name="connsiteX6-251" fmla="*/ 8187558 w 8187558"/>
                    <a:gd name="connsiteY6-252" fmla="*/ 0 h 2638097"/>
                    <a:gd name="connsiteX0-253" fmla="*/ 8187558 w 8187558"/>
                    <a:gd name="connsiteY0-254" fmla="*/ 0 h 2638097"/>
                    <a:gd name="connsiteX1-255" fmla="*/ 8187558 w 8187558"/>
                    <a:gd name="connsiteY1-256" fmla="*/ 1271752 h 2638097"/>
                    <a:gd name="connsiteX2-257" fmla="*/ 4099035 w 8187558"/>
                    <a:gd name="connsiteY2-258" fmla="*/ 2638097 h 2638097"/>
                    <a:gd name="connsiteX3-259" fmla="*/ 0 w 8187558"/>
                    <a:gd name="connsiteY3-260" fmla="*/ 1229711 h 2638097"/>
                    <a:gd name="connsiteX4-261" fmla="*/ 31531 w 8187558"/>
                    <a:gd name="connsiteY4-262" fmla="*/ 147145 h 2638097"/>
                    <a:gd name="connsiteX5-263" fmla="*/ 4099035 w 8187558"/>
                    <a:gd name="connsiteY5-264" fmla="*/ 1566042 h 2638097"/>
                    <a:gd name="connsiteX6-265" fmla="*/ 8187558 w 8187558"/>
                    <a:gd name="connsiteY6-266" fmla="*/ 0 h 2638097"/>
                    <a:gd name="connsiteX0-267" fmla="*/ 8187558 w 8187558"/>
                    <a:gd name="connsiteY0-268" fmla="*/ 0 h 2638097"/>
                    <a:gd name="connsiteX1-269" fmla="*/ 8187558 w 8187558"/>
                    <a:gd name="connsiteY1-270" fmla="*/ 1271752 h 2638097"/>
                    <a:gd name="connsiteX2-271" fmla="*/ 4099035 w 8187558"/>
                    <a:gd name="connsiteY2-272" fmla="*/ 2638097 h 2638097"/>
                    <a:gd name="connsiteX3-273" fmla="*/ 0 w 8187558"/>
                    <a:gd name="connsiteY3-274" fmla="*/ 1229711 h 2638097"/>
                    <a:gd name="connsiteX4-275" fmla="*/ 31531 w 8187558"/>
                    <a:gd name="connsiteY4-276" fmla="*/ 147145 h 2638097"/>
                    <a:gd name="connsiteX5-277" fmla="*/ 4099035 w 8187558"/>
                    <a:gd name="connsiteY5-278" fmla="*/ 1566042 h 2638097"/>
                    <a:gd name="connsiteX6-279" fmla="*/ 8187558 w 8187558"/>
                    <a:gd name="connsiteY6-280" fmla="*/ 0 h 2638097"/>
                    <a:gd name="connsiteX0-281" fmla="*/ 8187558 w 8187558"/>
                    <a:gd name="connsiteY0-282" fmla="*/ 0 h 2638097"/>
                    <a:gd name="connsiteX1-283" fmla="*/ 8187558 w 8187558"/>
                    <a:gd name="connsiteY1-284" fmla="*/ 1271752 h 2638097"/>
                    <a:gd name="connsiteX2-285" fmla="*/ 4099035 w 8187558"/>
                    <a:gd name="connsiteY2-286" fmla="*/ 2638097 h 2638097"/>
                    <a:gd name="connsiteX3-287" fmla="*/ 0 w 8187558"/>
                    <a:gd name="connsiteY3-288" fmla="*/ 1229711 h 2638097"/>
                    <a:gd name="connsiteX4-289" fmla="*/ 31531 w 8187558"/>
                    <a:gd name="connsiteY4-290" fmla="*/ 147145 h 2638097"/>
                    <a:gd name="connsiteX5-291" fmla="*/ 4099035 w 8187558"/>
                    <a:gd name="connsiteY5-292" fmla="*/ 1566042 h 2638097"/>
                    <a:gd name="connsiteX6-293" fmla="*/ 8187558 w 8187558"/>
                    <a:gd name="connsiteY6-294" fmla="*/ 0 h 2638097"/>
                    <a:gd name="connsiteX0-295" fmla="*/ 8176538 w 8176538"/>
                    <a:gd name="connsiteY0-296" fmla="*/ 0 h 2638097"/>
                    <a:gd name="connsiteX1-297" fmla="*/ 8176538 w 8176538"/>
                    <a:gd name="connsiteY1-298" fmla="*/ 1271752 h 2638097"/>
                    <a:gd name="connsiteX2-299" fmla="*/ 4088015 w 8176538"/>
                    <a:gd name="connsiteY2-300" fmla="*/ 2638097 h 2638097"/>
                    <a:gd name="connsiteX3-301" fmla="*/ 0 w 8176538"/>
                    <a:gd name="connsiteY3-302" fmla="*/ 1269888 h 2638097"/>
                    <a:gd name="connsiteX4-303" fmla="*/ 20511 w 8176538"/>
                    <a:gd name="connsiteY4-304" fmla="*/ 147145 h 2638097"/>
                    <a:gd name="connsiteX5-305" fmla="*/ 4088015 w 8176538"/>
                    <a:gd name="connsiteY5-306" fmla="*/ 1566042 h 2638097"/>
                    <a:gd name="connsiteX6-307" fmla="*/ 8176538 w 8176538"/>
                    <a:gd name="connsiteY6-308" fmla="*/ 0 h 2638097"/>
                    <a:gd name="connsiteX0-309" fmla="*/ 8176538 w 8176538"/>
                    <a:gd name="connsiteY0-310" fmla="*/ 0 h 2772020"/>
                    <a:gd name="connsiteX1-311" fmla="*/ 8176538 w 8176538"/>
                    <a:gd name="connsiteY1-312" fmla="*/ 1271752 h 2772020"/>
                    <a:gd name="connsiteX2-313" fmla="*/ 4099034 w 8176538"/>
                    <a:gd name="connsiteY2-314" fmla="*/ 2772020 h 2772020"/>
                    <a:gd name="connsiteX3-315" fmla="*/ 0 w 8176538"/>
                    <a:gd name="connsiteY3-316" fmla="*/ 1269888 h 2772020"/>
                    <a:gd name="connsiteX4-317" fmla="*/ 20511 w 8176538"/>
                    <a:gd name="connsiteY4-318" fmla="*/ 147145 h 2772020"/>
                    <a:gd name="connsiteX5-319" fmla="*/ 4088015 w 8176538"/>
                    <a:gd name="connsiteY5-320" fmla="*/ 1566042 h 2772020"/>
                    <a:gd name="connsiteX6-321" fmla="*/ 8176538 w 8176538"/>
                    <a:gd name="connsiteY6-322" fmla="*/ 0 h 2772020"/>
                    <a:gd name="connsiteX0-323" fmla="*/ 8176538 w 8176538"/>
                    <a:gd name="connsiteY0-324" fmla="*/ 0 h 2772339"/>
                    <a:gd name="connsiteX1-325" fmla="*/ 8176538 w 8176538"/>
                    <a:gd name="connsiteY1-326" fmla="*/ 1378890 h 2772339"/>
                    <a:gd name="connsiteX2-327" fmla="*/ 4099034 w 8176538"/>
                    <a:gd name="connsiteY2-328" fmla="*/ 2772020 h 2772339"/>
                    <a:gd name="connsiteX3-329" fmla="*/ 0 w 8176538"/>
                    <a:gd name="connsiteY3-330" fmla="*/ 1269888 h 2772339"/>
                    <a:gd name="connsiteX4-331" fmla="*/ 20511 w 8176538"/>
                    <a:gd name="connsiteY4-332" fmla="*/ 147145 h 2772339"/>
                    <a:gd name="connsiteX5-333" fmla="*/ 4088015 w 8176538"/>
                    <a:gd name="connsiteY5-334" fmla="*/ 1566042 h 2772339"/>
                    <a:gd name="connsiteX6-335" fmla="*/ 8176538 w 8176538"/>
                    <a:gd name="connsiteY6-336" fmla="*/ 0 h 2772339"/>
                    <a:gd name="connsiteX0-337" fmla="*/ 8176538 w 8176538"/>
                    <a:gd name="connsiteY0-338" fmla="*/ 0 h 2825888"/>
                    <a:gd name="connsiteX1-339" fmla="*/ 8176538 w 8176538"/>
                    <a:gd name="connsiteY1-340" fmla="*/ 1378890 h 2825888"/>
                    <a:gd name="connsiteX2-341" fmla="*/ 4099034 w 8176538"/>
                    <a:gd name="connsiteY2-342" fmla="*/ 2825590 h 2825888"/>
                    <a:gd name="connsiteX3-343" fmla="*/ 0 w 8176538"/>
                    <a:gd name="connsiteY3-344" fmla="*/ 1269888 h 2825888"/>
                    <a:gd name="connsiteX4-345" fmla="*/ 20511 w 8176538"/>
                    <a:gd name="connsiteY4-346" fmla="*/ 147145 h 2825888"/>
                    <a:gd name="connsiteX5-347" fmla="*/ 4088015 w 8176538"/>
                    <a:gd name="connsiteY5-348" fmla="*/ 1566042 h 2825888"/>
                    <a:gd name="connsiteX6-349" fmla="*/ 8176538 w 8176538"/>
                    <a:gd name="connsiteY6-350" fmla="*/ 0 h 2825888"/>
                    <a:gd name="connsiteX0-351" fmla="*/ 8165518 w 8165518"/>
                    <a:gd name="connsiteY0-352" fmla="*/ 0 h 2825606"/>
                    <a:gd name="connsiteX1-353" fmla="*/ 8165518 w 8165518"/>
                    <a:gd name="connsiteY1-354" fmla="*/ 1378890 h 2825606"/>
                    <a:gd name="connsiteX2-355" fmla="*/ 4088014 w 8165518"/>
                    <a:gd name="connsiteY2-356" fmla="*/ 2825590 h 2825606"/>
                    <a:gd name="connsiteX3-357" fmla="*/ 0 w 8165518"/>
                    <a:gd name="connsiteY3-358" fmla="*/ 1403811 h 2825606"/>
                    <a:gd name="connsiteX4-359" fmla="*/ 9491 w 8165518"/>
                    <a:gd name="connsiteY4-360" fmla="*/ 147145 h 2825606"/>
                    <a:gd name="connsiteX5-361" fmla="*/ 4076995 w 8165518"/>
                    <a:gd name="connsiteY5-362" fmla="*/ 1566042 h 2825606"/>
                    <a:gd name="connsiteX6-363" fmla="*/ 8165518 w 8165518"/>
                    <a:gd name="connsiteY6-364" fmla="*/ 0 h 2825606"/>
                    <a:gd name="connsiteX0-365" fmla="*/ 8165518 w 8165518"/>
                    <a:gd name="connsiteY0-366" fmla="*/ 0 h 2879174"/>
                    <a:gd name="connsiteX1-367" fmla="*/ 8165518 w 8165518"/>
                    <a:gd name="connsiteY1-368" fmla="*/ 1378890 h 2879174"/>
                    <a:gd name="connsiteX2-369" fmla="*/ 4132092 w 8165518"/>
                    <a:gd name="connsiteY2-370" fmla="*/ 2879159 h 2879174"/>
                    <a:gd name="connsiteX3-371" fmla="*/ 0 w 8165518"/>
                    <a:gd name="connsiteY3-372" fmla="*/ 1403811 h 2879174"/>
                    <a:gd name="connsiteX4-373" fmla="*/ 9491 w 8165518"/>
                    <a:gd name="connsiteY4-374" fmla="*/ 147145 h 2879174"/>
                    <a:gd name="connsiteX5-375" fmla="*/ 4076995 w 8165518"/>
                    <a:gd name="connsiteY5-376" fmla="*/ 1566042 h 2879174"/>
                    <a:gd name="connsiteX6-377" fmla="*/ 8165518 w 8165518"/>
                    <a:gd name="connsiteY6-378" fmla="*/ 0 h 2879174"/>
                    <a:gd name="connsiteX0-379" fmla="*/ 8165518 w 8176537"/>
                    <a:gd name="connsiteY0-380" fmla="*/ 0 h 2879410"/>
                    <a:gd name="connsiteX1-381" fmla="*/ 8176537 w 8176537"/>
                    <a:gd name="connsiteY1-382" fmla="*/ 1499420 h 2879410"/>
                    <a:gd name="connsiteX2-383" fmla="*/ 4132092 w 8176537"/>
                    <a:gd name="connsiteY2-384" fmla="*/ 2879159 h 2879410"/>
                    <a:gd name="connsiteX3-385" fmla="*/ 0 w 8176537"/>
                    <a:gd name="connsiteY3-386" fmla="*/ 1403811 h 2879410"/>
                    <a:gd name="connsiteX4-387" fmla="*/ 9491 w 8176537"/>
                    <a:gd name="connsiteY4-388" fmla="*/ 147145 h 2879410"/>
                    <a:gd name="connsiteX5-389" fmla="*/ 4076995 w 8176537"/>
                    <a:gd name="connsiteY5-390" fmla="*/ 1566042 h 2879410"/>
                    <a:gd name="connsiteX6-391" fmla="*/ 8165518 w 8176537"/>
                    <a:gd name="connsiteY6-392" fmla="*/ 0 h 2879410"/>
                    <a:gd name="connsiteX0-393" fmla="*/ 8165518 w 8176537"/>
                    <a:gd name="connsiteY0-394" fmla="*/ 0 h 2879262"/>
                    <a:gd name="connsiteX1-395" fmla="*/ 8176537 w 8176537"/>
                    <a:gd name="connsiteY1-396" fmla="*/ 1499420 h 2879262"/>
                    <a:gd name="connsiteX2-397" fmla="*/ 4132092 w 8176537"/>
                    <a:gd name="connsiteY2-398" fmla="*/ 2879159 h 2879262"/>
                    <a:gd name="connsiteX3-399" fmla="*/ 0 w 8176537"/>
                    <a:gd name="connsiteY3-400" fmla="*/ 1403811 h 2879262"/>
                    <a:gd name="connsiteX4-401" fmla="*/ 9491 w 8176537"/>
                    <a:gd name="connsiteY4-402" fmla="*/ 147145 h 2879262"/>
                    <a:gd name="connsiteX5-403" fmla="*/ 4076995 w 8176537"/>
                    <a:gd name="connsiteY5-404" fmla="*/ 1566042 h 2879262"/>
                    <a:gd name="connsiteX6-405" fmla="*/ 8165518 w 8176537"/>
                    <a:gd name="connsiteY6-406" fmla="*/ 0 h 2879262"/>
                    <a:gd name="connsiteX0-407" fmla="*/ 8165518 w 8176537"/>
                    <a:gd name="connsiteY0-408" fmla="*/ 0 h 2879163"/>
                    <a:gd name="connsiteX1-409" fmla="*/ 8176537 w 8176537"/>
                    <a:gd name="connsiteY1-410" fmla="*/ 1499420 h 2879163"/>
                    <a:gd name="connsiteX2-411" fmla="*/ 4132092 w 8176537"/>
                    <a:gd name="connsiteY2-412" fmla="*/ 2879159 h 2879163"/>
                    <a:gd name="connsiteX3-413" fmla="*/ 0 w 8176537"/>
                    <a:gd name="connsiteY3-414" fmla="*/ 1510948 h 2879163"/>
                    <a:gd name="connsiteX4-415" fmla="*/ 9491 w 8176537"/>
                    <a:gd name="connsiteY4-416" fmla="*/ 147145 h 2879163"/>
                    <a:gd name="connsiteX5-417" fmla="*/ 4076995 w 8176537"/>
                    <a:gd name="connsiteY5-418" fmla="*/ 1566042 h 2879163"/>
                    <a:gd name="connsiteX6-419" fmla="*/ 8165518 w 8176537"/>
                    <a:gd name="connsiteY6-420" fmla="*/ 0 h 2879163"/>
                    <a:gd name="connsiteX0-421" fmla="*/ 8165518 w 8198577"/>
                    <a:gd name="connsiteY0-422" fmla="*/ 0 h 2879451"/>
                    <a:gd name="connsiteX1-423" fmla="*/ 8198577 w 8198577"/>
                    <a:gd name="connsiteY1-424" fmla="*/ 1606558 h 2879451"/>
                    <a:gd name="connsiteX2-425" fmla="*/ 4132092 w 8198577"/>
                    <a:gd name="connsiteY2-426" fmla="*/ 2879159 h 2879451"/>
                    <a:gd name="connsiteX3-427" fmla="*/ 0 w 8198577"/>
                    <a:gd name="connsiteY3-428" fmla="*/ 1510948 h 2879451"/>
                    <a:gd name="connsiteX4-429" fmla="*/ 9491 w 8198577"/>
                    <a:gd name="connsiteY4-430" fmla="*/ 147145 h 2879451"/>
                    <a:gd name="connsiteX5-431" fmla="*/ 4076995 w 8198577"/>
                    <a:gd name="connsiteY5-432" fmla="*/ 1566042 h 2879451"/>
                    <a:gd name="connsiteX6-433" fmla="*/ 8165518 w 8198577"/>
                    <a:gd name="connsiteY6-434" fmla="*/ 0 h 2879451"/>
                    <a:gd name="connsiteX0-435" fmla="*/ 8165518 w 8165518"/>
                    <a:gd name="connsiteY0-436" fmla="*/ 0 h 2880066"/>
                    <a:gd name="connsiteX1-437" fmla="*/ 8165518 w 8165518"/>
                    <a:gd name="connsiteY1-438" fmla="*/ 1673520 h 2880066"/>
                    <a:gd name="connsiteX2-439" fmla="*/ 4132092 w 8165518"/>
                    <a:gd name="connsiteY2-440" fmla="*/ 2879159 h 2880066"/>
                    <a:gd name="connsiteX3-441" fmla="*/ 0 w 8165518"/>
                    <a:gd name="connsiteY3-442" fmla="*/ 1510948 h 2880066"/>
                    <a:gd name="connsiteX4-443" fmla="*/ 9491 w 8165518"/>
                    <a:gd name="connsiteY4-444" fmla="*/ 147145 h 2880066"/>
                    <a:gd name="connsiteX5-445" fmla="*/ 4076995 w 8165518"/>
                    <a:gd name="connsiteY5-446" fmla="*/ 1566042 h 2880066"/>
                    <a:gd name="connsiteX6-447" fmla="*/ 8165518 w 8165518"/>
                    <a:gd name="connsiteY6-448" fmla="*/ 0 h 2880066"/>
                    <a:gd name="connsiteX0-449" fmla="*/ 8156794 w 8156794"/>
                    <a:gd name="connsiteY0-450" fmla="*/ 0 h 2879270"/>
                    <a:gd name="connsiteX1-451" fmla="*/ 8156794 w 8156794"/>
                    <a:gd name="connsiteY1-452" fmla="*/ 1673520 h 2879270"/>
                    <a:gd name="connsiteX2-453" fmla="*/ 4123368 w 8156794"/>
                    <a:gd name="connsiteY2-454" fmla="*/ 2879159 h 2879270"/>
                    <a:gd name="connsiteX3-455" fmla="*/ 2295 w 8156794"/>
                    <a:gd name="connsiteY3-456" fmla="*/ 1618086 h 2879270"/>
                    <a:gd name="connsiteX4-457" fmla="*/ 767 w 8156794"/>
                    <a:gd name="connsiteY4-458" fmla="*/ 147145 h 2879270"/>
                    <a:gd name="connsiteX5-459" fmla="*/ 4068271 w 8156794"/>
                    <a:gd name="connsiteY5-460" fmla="*/ 1566042 h 2879270"/>
                    <a:gd name="connsiteX6-461" fmla="*/ 8156794 w 8156794"/>
                    <a:gd name="connsiteY6-462" fmla="*/ 0 h 2879270"/>
                    <a:gd name="connsiteX0-463" fmla="*/ 8156794 w 8156794"/>
                    <a:gd name="connsiteY0-464" fmla="*/ 0 h 2973000"/>
                    <a:gd name="connsiteX1-465" fmla="*/ 8156794 w 8156794"/>
                    <a:gd name="connsiteY1-466" fmla="*/ 1673520 h 2973000"/>
                    <a:gd name="connsiteX2-467" fmla="*/ 4134388 w 8156794"/>
                    <a:gd name="connsiteY2-468" fmla="*/ 2972904 h 2973000"/>
                    <a:gd name="connsiteX3-469" fmla="*/ 2295 w 8156794"/>
                    <a:gd name="connsiteY3-470" fmla="*/ 1618086 h 2973000"/>
                    <a:gd name="connsiteX4-471" fmla="*/ 767 w 8156794"/>
                    <a:gd name="connsiteY4-472" fmla="*/ 147145 h 2973000"/>
                    <a:gd name="connsiteX5-473" fmla="*/ 4068271 w 8156794"/>
                    <a:gd name="connsiteY5-474" fmla="*/ 1566042 h 2973000"/>
                    <a:gd name="connsiteX6-475" fmla="*/ 8156794 w 8156794"/>
                    <a:gd name="connsiteY6-476" fmla="*/ 0 h 2973000"/>
                    <a:gd name="connsiteX0-477" fmla="*/ 8156794 w 8156794"/>
                    <a:gd name="connsiteY0-478" fmla="*/ 0 h 2973000"/>
                    <a:gd name="connsiteX1-479" fmla="*/ 8156794 w 8156794"/>
                    <a:gd name="connsiteY1-480" fmla="*/ 1673520 h 2973000"/>
                    <a:gd name="connsiteX2-481" fmla="*/ 4134388 w 8156794"/>
                    <a:gd name="connsiteY2-482" fmla="*/ 2972904 h 2973000"/>
                    <a:gd name="connsiteX3-483" fmla="*/ 2295 w 8156794"/>
                    <a:gd name="connsiteY3-484" fmla="*/ 1618086 h 2973000"/>
                    <a:gd name="connsiteX4-485" fmla="*/ 767 w 8156794"/>
                    <a:gd name="connsiteY4-486" fmla="*/ 147145 h 2973000"/>
                    <a:gd name="connsiteX5-487" fmla="*/ 4068271 w 8156794"/>
                    <a:gd name="connsiteY5-488" fmla="*/ 1566042 h 2973000"/>
                    <a:gd name="connsiteX6-489" fmla="*/ 8156794 w 8156794"/>
                    <a:gd name="connsiteY6-490" fmla="*/ 0 h 2973000"/>
                    <a:gd name="connsiteX0-491" fmla="*/ 8156794 w 8156794"/>
                    <a:gd name="connsiteY0-492" fmla="*/ 0 h 2973000"/>
                    <a:gd name="connsiteX1-493" fmla="*/ 8156794 w 8156794"/>
                    <a:gd name="connsiteY1-494" fmla="*/ 1673520 h 2973000"/>
                    <a:gd name="connsiteX2-495" fmla="*/ 4134388 w 8156794"/>
                    <a:gd name="connsiteY2-496" fmla="*/ 2972904 h 2973000"/>
                    <a:gd name="connsiteX3-497" fmla="*/ 2295 w 8156794"/>
                    <a:gd name="connsiteY3-498" fmla="*/ 1618086 h 2973000"/>
                    <a:gd name="connsiteX4-499" fmla="*/ 767 w 8156794"/>
                    <a:gd name="connsiteY4-500" fmla="*/ 147145 h 2973000"/>
                    <a:gd name="connsiteX5-501" fmla="*/ 4068271 w 8156794"/>
                    <a:gd name="connsiteY5-502" fmla="*/ 1566042 h 2973000"/>
                    <a:gd name="connsiteX6-503" fmla="*/ 8156794 w 8156794"/>
                    <a:gd name="connsiteY6-504" fmla="*/ 0 h 2973000"/>
                    <a:gd name="connsiteX0-505" fmla="*/ 8156794 w 8156794"/>
                    <a:gd name="connsiteY0-506" fmla="*/ 0 h 2973020"/>
                    <a:gd name="connsiteX1-507" fmla="*/ 8156794 w 8156794"/>
                    <a:gd name="connsiteY1-508" fmla="*/ 1673520 h 2973020"/>
                    <a:gd name="connsiteX2-509" fmla="*/ 4134388 w 8156794"/>
                    <a:gd name="connsiteY2-510" fmla="*/ 2972904 h 2973020"/>
                    <a:gd name="connsiteX3-511" fmla="*/ 2295 w 8156794"/>
                    <a:gd name="connsiteY3-512" fmla="*/ 1618086 h 2973020"/>
                    <a:gd name="connsiteX4-513" fmla="*/ 767 w 8156794"/>
                    <a:gd name="connsiteY4-514" fmla="*/ 147145 h 2973020"/>
                    <a:gd name="connsiteX5-515" fmla="*/ 4068271 w 8156794"/>
                    <a:gd name="connsiteY5-516" fmla="*/ 1566042 h 2973020"/>
                    <a:gd name="connsiteX6-517" fmla="*/ 8156794 w 8156794"/>
                    <a:gd name="connsiteY6-518" fmla="*/ 0 h 2973020"/>
                    <a:gd name="connsiteX0-519" fmla="*/ 8156794 w 8156794"/>
                    <a:gd name="connsiteY0-520" fmla="*/ 0 h 2973021"/>
                    <a:gd name="connsiteX1-521" fmla="*/ 8156794 w 8156794"/>
                    <a:gd name="connsiteY1-522" fmla="*/ 1673520 h 2973021"/>
                    <a:gd name="connsiteX2-523" fmla="*/ 4134388 w 8156794"/>
                    <a:gd name="connsiteY2-524" fmla="*/ 2972904 h 2973021"/>
                    <a:gd name="connsiteX3-525" fmla="*/ 2295 w 8156794"/>
                    <a:gd name="connsiteY3-526" fmla="*/ 1618086 h 2973021"/>
                    <a:gd name="connsiteX4-527" fmla="*/ 767 w 8156794"/>
                    <a:gd name="connsiteY4-528" fmla="*/ 147145 h 2973021"/>
                    <a:gd name="connsiteX5-529" fmla="*/ 4068271 w 8156794"/>
                    <a:gd name="connsiteY5-530" fmla="*/ 1566042 h 2973021"/>
                    <a:gd name="connsiteX6-531" fmla="*/ 8156794 w 8156794"/>
                    <a:gd name="connsiteY6-532" fmla="*/ 0 h 2973021"/>
                    <a:gd name="connsiteX0-533" fmla="*/ 8156794 w 8156794"/>
                    <a:gd name="connsiteY0-534" fmla="*/ 0 h 2973021"/>
                    <a:gd name="connsiteX1-535" fmla="*/ 8156794 w 8156794"/>
                    <a:gd name="connsiteY1-536" fmla="*/ 1673520 h 2973021"/>
                    <a:gd name="connsiteX2-537" fmla="*/ 4134388 w 8156794"/>
                    <a:gd name="connsiteY2-538" fmla="*/ 2972904 h 2973021"/>
                    <a:gd name="connsiteX3-539" fmla="*/ 2295 w 8156794"/>
                    <a:gd name="connsiteY3-540" fmla="*/ 1618086 h 2973021"/>
                    <a:gd name="connsiteX4-541" fmla="*/ 767 w 8156794"/>
                    <a:gd name="connsiteY4-542" fmla="*/ 147145 h 2973021"/>
                    <a:gd name="connsiteX5-543" fmla="*/ 4068271 w 8156794"/>
                    <a:gd name="connsiteY5-544" fmla="*/ 1566042 h 2973021"/>
                    <a:gd name="connsiteX6-545" fmla="*/ 8156794 w 8156794"/>
                    <a:gd name="connsiteY6-546" fmla="*/ 0 h 2973021"/>
                    <a:gd name="connsiteX0-547" fmla="*/ 8156794 w 8156794"/>
                    <a:gd name="connsiteY0-548" fmla="*/ 0 h 2973021"/>
                    <a:gd name="connsiteX1-549" fmla="*/ 8156794 w 8156794"/>
                    <a:gd name="connsiteY1-550" fmla="*/ 1673520 h 2973021"/>
                    <a:gd name="connsiteX2-551" fmla="*/ 4134388 w 8156794"/>
                    <a:gd name="connsiteY2-552" fmla="*/ 2972904 h 2973021"/>
                    <a:gd name="connsiteX3-553" fmla="*/ 2295 w 8156794"/>
                    <a:gd name="connsiteY3-554" fmla="*/ 1618086 h 2973021"/>
                    <a:gd name="connsiteX4-555" fmla="*/ 767 w 8156794"/>
                    <a:gd name="connsiteY4-556" fmla="*/ 147145 h 2973021"/>
                    <a:gd name="connsiteX5-557" fmla="*/ 4068271 w 8156794"/>
                    <a:gd name="connsiteY5-558" fmla="*/ 1566042 h 2973021"/>
                    <a:gd name="connsiteX6-559" fmla="*/ 8156794 w 8156794"/>
                    <a:gd name="connsiteY6-560" fmla="*/ 0 h 2973021"/>
                    <a:gd name="connsiteX0-561" fmla="*/ 8156794 w 8156794"/>
                    <a:gd name="connsiteY0-562" fmla="*/ 0 h 2973021"/>
                    <a:gd name="connsiteX1-563" fmla="*/ 8156794 w 8156794"/>
                    <a:gd name="connsiteY1-564" fmla="*/ 1673520 h 2973021"/>
                    <a:gd name="connsiteX2-565" fmla="*/ 4134388 w 8156794"/>
                    <a:gd name="connsiteY2-566" fmla="*/ 2972904 h 2973021"/>
                    <a:gd name="connsiteX3-567" fmla="*/ 2295 w 8156794"/>
                    <a:gd name="connsiteY3-568" fmla="*/ 1618086 h 2973021"/>
                    <a:gd name="connsiteX4-569" fmla="*/ 767 w 8156794"/>
                    <a:gd name="connsiteY4-570" fmla="*/ 147145 h 2973021"/>
                    <a:gd name="connsiteX5-571" fmla="*/ 4068271 w 8156794"/>
                    <a:gd name="connsiteY5-572" fmla="*/ 1566042 h 2973021"/>
                    <a:gd name="connsiteX6-573" fmla="*/ 8156794 w 8156794"/>
                    <a:gd name="connsiteY6-574" fmla="*/ 0 h 2973021"/>
                    <a:gd name="connsiteX0-575" fmla="*/ 8156794 w 8156794"/>
                    <a:gd name="connsiteY0-576" fmla="*/ 0 h 2973141"/>
                    <a:gd name="connsiteX1-577" fmla="*/ 8156794 w 8156794"/>
                    <a:gd name="connsiteY1-578" fmla="*/ 1673520 h 2973141"/>
                    <a:gd name="connsiteX2-579" fmla="*/ 4134388 w 8156794"/>
                    <a:gd name="connsiteY2-580" fmla="*/ 2972904 h 2973141"/>
                    <a:gd name="connsiteX3-581" fmla="*/ 2295 w 8156794"/>
                    <a:gd name="connsiteY3-582" fmla="*/ 1618086 h 2973141"/>
                    <a:gd name="connsiteX4-583" fmla="*/ 767 w 8156794"/>
                    <a:gd name="connsiteY4-584" fmla="*/ 147145 h 2973141"/>
                    <a:gd name="connsiteX5-585" fmla="*/ 4068271 w 8156794"/>
                    <a:gd name="connsiteY5-586" fmla="*/ 1566042 h 2973141"/>
                    <a:gd name="connsiteX6-587" fmla="*/ 8156794 w 8156794"/>
                    <a:gd name="connsiteY6-588" fmla="*/ 0 h 2973141"/>
                    <a:gd name="connsiteX0-589" fmla="*/ 8156794 w 8156794"/>
                    <a:gd name="connsiteY0-590" fmla="*/ 0 h 3066827"/>
                    <a:gd name="connsiteX1-591" fmla="*/ 8156794 w 8156794"/>
                    <a:gd name="connsiteY1-592" fmla="*/ 1673520 h 3066827"/>
                    <a:gd name="connsiteX2-593" fmla="*/ 4123353 w 8156794"/>
                    <a:gd name="connsiteY2-594" fmla="*/ 3066650 h 3066827"/>
                    <a:gd name="connsiteX3-595" fmla="*/ 2295 w 8156794"/>
                    <a:gd name="connsiteY3-596" fmla="*/ 1618086 h 3066827"/>
                    <a:gd name="connsiteX4-597" fmla="*/ 767 w 8156794"/>
                    <a:gd name="connsiteY4-598" fmla="*/ 147145 h 3066827"/>
                    <a:gd name="connsiteX5-599" fmla="*/ 4068271 w 8156794"/>
                    <a:gd name="connsiteY5-600" fmla="*/ 1566042 h 3066827"/>
                    <a:gd name="connsiteX6-601" fmla="*/ 8156794 w 8156794"/>
                    <a:gd name="connsiteY6-602" fmla="*/ 0 h 3066827"/>
                    <a:gd name="connsiteX0-603" fmla="*/ 8123689 w 8156794"/>
                    <a:gd name="connsiteY0-604" fmla="*/ 0 h 2999866"/>
                    <a:gd name="connsiteX1-605" fmla="*/ 8156794 w 8156794"/>
                    <a:gd name="connsiteY1-606" fmla="*/ 1606559 h 2999866"/>
                    <a:gd name="connsiteX2-607" fmla="*/ 4123353 w 8156794"/>
                    <a:gd name="connsiteY2-608" fmla="*/ 2999689 h 2999866"/>
                    <a:gd name="connsiteX3-609" fmla="*/ 2295 w 8156794"/>
                    <a:gd name="connsiteY3-610" fmla="*/ 1551125 h 2999866"/>
                    <a:gd name="connsiteX4-611" fmla="*/ 767 w 8156794"/>
                    <a:gd name="connsiteY4-612" fmla="*/ 80184 h 2999866"/>
                    <a:gd name="connsiteX5-613" fmla="*/ 4068271 w 8156794"/>
                    <a:gd name="connsiteY5-614" fmla="*/ 1499081 h 2999866"/>
                    <a:gd name="connsiteX6-615" fmla="*/ 8123689 w 8156794"/>
                    <a:gd name="connsiteY6-616" fmla="*/ 0 h 2999866"/>
                    <a:gd name="connsiteX0-617" fmla="*/ 8167828 w 8167828"/>
                    <a:gd name="connsiteY0-618" fmla="*/ 0 h 3026651"/>
                    <a:gd name="connsiteX1-619" fmla="*/ 8156794 w 8167828"/>
                    <a:gd name="connsiteY1-620" fmla="*/ 1633344 h 3026651"/>
                    <a:gd name="connsiteX2-621" fmla="*/ 4123353 w 8167828"/>
                    <a:gd name="connsiteY2-622" fmla="*/ 3026474 h 3026651"/>
                    <a:gd name="connsiteX3-623" fmla="*/ 2295 w 8167828"/>
                    <a:gd name="connsiteY3-624" fmla="*/ 1577910 h 3026651"/>
                    <a:gd name="connsiteX4-625" fmla="*/ 767 w 8167828"/>
                    <a:gd name="connsiteY4-626" fmla="*/ 106969 h 3026651"/>
                    <a:gd name="connsiteX5-627" fmla="*/ 4068271 w 8167828"/>
                    <a:gd name="connsiteY5-628" fmla="*/ 1525866 h 3026651"/>
                    <a:gd name="connsiteX6-629" fmla="*/ 8167828 w 8167828"/>
                    <a:gd name="connsiteY6-630" fmla="*/ 0 h 3026651"/>
                    <a:gd name="connsiteX0-631" fmla="*/ 8167828 w 8167828"/>
                    <a:gd name="connsiteY0-632" fmla="*/ 0 h 3027228"/>
                    <a:gd name="connsiteX1-633" fmla="*/ 8145760 w 8167828"/>
                    <a:gd name="connsiteY1-634" fmla="*/ 1686913 h 3027228"/>
                    <a:gd name="connsiteX2-635" fmla="*/ 4123353 w 8167828"/>
                    <a:gd name="connsiteY2-636" fmla="*/ 3026474 h 3027228"/>
                    <a:gd name="connsiteX3-637" fmla="*/ 2295 w 8167828"/>
                    <a:gd name="connsiteY3-638" fmla="*/ 1577910 h 3027228"/>
                    <a:gd name="connsiteX4-639" fmla="*/ 767 w 8167828"/>
                    <a:gd name="connsiteY4-640" fmla="*/ 106969 h 3027228"/>
                    <a:gd name="connsiteX5-641" fmla="*/ 4068271 w 8167828"/>
                    <a:gd name="connsiteY5-642" fmla="*/ 1525866 h 3027228"/>
                    <a:gd name="connsiteX6-643" fmla="*/ 8167828 w 8167828"/>
                    <a:gd name="connsiteY6-644" fmla="*/ 0 h 3027228"/>
                    <a:gd name="connsiteX0-645" fmla="*/ 8156794 w 8156794"/>
                    <a:gd name="connsiteY0-646" fmla="*/ 0 h 2933483"/>
                    <a:gd name="connsiteX1-647" fmla="*/ 8145760 w 8156794"/>
                    <a:gd name="connsiteY1-648" fmla="*/ 1593168 h 2933483"/>
                    <a:gd name="connsiteX2-649" fmla="*/ 4123353 w 8156794"/>
                    <a:gd name="connsiteY2-650" fmla="*/ 2932729 h 2933483"/>
                    <a:gd name="connsiteX3-651" fmla="*/ 2295 w 8156794"/>
                    <a:gd name="connsiteY3-652" fmla="*/ 1484165 h 2933483"/>
                    <a:gd name="connsiteX4-653" fmla="*/ 767 w 8156794"/>
                    <a:gd name="connsiteY4-654" fmla="*/ 13224 h 2933483"/>
                    <a:gd name="connsiteX5-655" fmla="*/ 4068271 w 8156794"/>
                    <a:gd name="connsiteY5-656" fmla="*/ 1432121 h 2933483"/>
                    <a:gd name="connsiteX6-657" fmla="*/ 8156794 w 8156794"/>
                    <a:gd name="connsiteY6-658" fmla="*/ 0 h 2933483"/>
                    <a:gd name="connsiteX0-659" fmla="*/ 8156794 w 8156794"/>
                    <a:gd name="connsiteY0-660" fmla="*/ 0 h 2933483"/>
                    <a:gd name="connsiteX1-661" fmla="*/ 8145760 w 8156794"/>
                    <a:gd name="connsiteY1-662" fmla="*/ 1593168 h 2933483"/>
                    <a:gd name="connsiteX2-663" fmla="*/ 4123353 w 8156794"/>
                    <a:gd name="connsiteY2-664" fmla="*/ 2932729 h 2933483"/>
                    <a:gd name="connsiteX3-665" fmla="*/ 2295 w 8156794"/>
                    <a:gd name="connsiteY3-666" fmla="*/ 1484165 h 2933483"/>
                    <a:gd name="connsiteX4-667" fmla="*/ 767 w 8156794"/>
                    <a:gd name="connsiteY4-668" fmla="*/ 13224 h 2933483"/>
                    <a:gd name="connsiteX5-669" fmla="*/ 4068271 w 8156794"/>
                    <a:gd name="connsiteY5-670" fmla="*/ 1432121 h 2933483"/>
                    <a:gd name="connsiteX6-671" fmla="*/ 8156794 w 8156794"/>
                    <a:gd name="connsiteY6-672" fmla="*/ 0 h 2933483"/>
                    <a:gd name="connsiteX0-673" fmla="*/ 8123689 w 8145760"/>
                    <a:gd name="connsiteY0-674" fmla="*/ 13560 h 2920259"/>
                    <a:gd name="connsiteX1-675" fmla="*/ 8145760 w 8145760"/>
                    <a:gd name="connsiteY1-676" fmla="*/ 1579944 h 2920259"/>
                    <a:gd name="connsiteX2-677" fmla="*/ 4123353 w 8145760"/>
                    <a:gd name="connsiteY2-678" fmla="*/ 2919505 h 2920259"/>
                    <a:gd name="connsiteX3-679" fmla="*/ 2295 w 8145760"/>
                    <a:gd name="connsiteY3-680" fmla="*/ 1470941 h 2920259"/>
                    <a:gd name="connsiteX4-681" fmla="*/ 767 w 8145760"/>
                    <a:gd name="connsiteY4-682" fmla="*/ 0 h 2920259"/>
                    <a:gd name="connsiteX5-683" fmla="*/ 4068271 w 8145760"/>
                    <a:gd name="connsiteY5-684" fmla="*/ 1418897 h 2920259"/>
                    <a:gd name="connsiteX6-685" fmla="*/ 8123689 w 8145760"/>
                    <a:gd name="connsiteY6-686" fmla="*/ 13560 h 2920259"/>
                    <a:gd name="connsiteX0-687" fmla="*/ 8178863 w 8178863"/>
                    <a:gd name="connsiteY0-688" fmla="*/ 26952 h 2920259"/>
                    <a:gd name="connsiteX1-689" fmla="*/ 8145760 w 8178863"/>
                    <a:gd name="connsiteY1-690" fmla="*/ 1579944 h 2920259"/>
                    <a:gd name="connsiteX2-691" fmla="*/ 4123353 w 8178863"/>
                    <a:gd name="connsiteY2-692" fmla="*/ 2919505 h 2920259"/>
                    <a:gd name="connsiteX3-693" fmla="*/ 2295 w 8178863"/>
                    <a:gd name="connsiteY3-694" fmla="*/ 1470941 h 2920259"/>
                    <a:gd name="connsiteX4-695" fmla="*/ 767 w 8178863"/>
                    <a:gd name="connsiteY4-696" fmla="*/ 0 h 2920259"/>
                    <a:gd name="connsiteX5-697" fmla="*/ 4068271 w 8178863"/>
                    <a:gd name="connsiteY5-698" fmla="*/ 1418897 h 2920259"/>
                    <a:gd name="connsiteX6-699" fmla="*/ 8178863 w 8178863"/>
                    <a:gd name="connsiteY6-700" fmla="*/ 26952 h 2920259"/>
                    <a:gd name="connsiteX0-701" fmla="*/ 8167827 w 8167827"/>
                    <a:gd name="connsiteY0-702" fmla="*/ 40343 h 2920259"/>
                    <a:gd name="connsiteX1-703" fmla="*/ 8145760 w 8167827"/>
                    <a:gd name="connsiteY1-704" fmla="*/ 1579944 h 2920259"/>
                    <a:gd name="connsiteX2-705" fmla="*/ 4123353 w 8167827"/>
                    <a:gd name="connsiteY2-706" fmla="*/ 2919505 h 2920259"/>
                    <a:gd name="connsiteX3-707" fmla="*/ 2295 w 8167827"/>
                    <a:gd name="connsiteY3-708" fmla="*/ 1470941 h 2920259"/>
                    <a:gd name="connsiteX4-709" fmla="*/ 767 w 8167827"/>
                    <a:gd name="connsiteY4-710" fmla="*/ 0 h 2920259"/>
                    <a:gd name="connsiteX5-711" fmla="*/ 4068271 w 8167827"/>
                    <a:gd name="connsiteY5-712" fmla="*/ 1418897 h 2920259"/>
                    <a:gd name="connsiteX6-713" fmla="*/ 8167827 w 8167827"/>
                    <a:gd name="connsiteY6-714" fmla="*/ 40343 h 2920259"/>
                    <a:gd name="connsiteX0-715" fmla="*/ 8123687 w 8145760"/>
                    <a:gd name="connsiteY0-716" fmla="*/ 53735 h 2920259"/>
                    <a:gd name="connsiteX1-717" fmla="*/ 8145760 w 8145760"/>
                    <a:gd name="connsiteY1-718" fmla="*/ 1579944 h 2920259"/>
                    <a:gd name="connsiteX2-719" fmla="*/ 4123353 w 8145760"/>
                    <a:gd name="connsiteY2-720" fmla="*/ 2919505 h 2920259"/>
                    <a:gd name="connsiteX3-721" fmla="*/ 2295 w 8145760"/>
                    <a:gd name="connsiteY3-722" fmla="*/ 1470941 h 2920259"/>
                    <a:gd name="connsiteX4-723" fmla="*/ 767 w 8145760"/>
                    <a:gd name="connsiteY4-724" fmla="*/ 0 h 2920259"/>
                    <a:gd name="connsiteX5-725" fmla="*/ 4068271 w 8145760"/>
                    <a:gd name="connsiteY5-726" fmla="*/ 1418897 h 2920259"/>
                    <a:gd name="connsiteX6-727" fmla="*/ 8123687 w 8145760"/>
                    <a:gd name="connsiteY6-728" fmla="*/ 53735 h 2920259"/>
                    <a:gd name="connsiteX0-729" fmla="*/ 8161918 w 8161918"/>
                    <a:gd name="connsiteY0-730" fmla="*/ 0 h 2943855"/>
                    <a:gd name="connsiteX1-731" fmla="*/ 8145760 w 8161918"/>
                    <a:gd name="connsiteY1-732" fmla="*/ 1603540 h 2943855"/>
                    <a:gd name="connsiteX2-733" fmla="*/ 4123353 w 8161918"/>
                    <a:gd name="connsiteY2-734" fmla="*/ 2943101 h 2943855"/>
                    <a:gd name="connsiteX3-735" fmla="*/ 2295 w 8161918"/>
                    <a:gd name="connsiteY3-736" fmla="*/ 1494537 h 2943855"/>
                    <a:gd name="connsiteX4-737" fmla="*/ 767 w 8161918"/>
                    <a:gd name="connsiteY4-738" fmla="*/ 23596 h 2943855"/>
                    <a:gd name="connsiteX5-739" fmla="*/ 4068271 w 8161918"/>
                    <a:gd name="connsiteY5-740" fmla="*/ 1442493 h 2943855"/>
                    <a:gd name="connsiteX6-741" fmla="*/ 8161918 w 8161918"/>
                    <a:gd name="connsiteY6-742" fmla="*/ 0 h 2943855"/>
                    <a:gd name="connsiteX0-743" fmla="*/ 8144926 w 8145760"/>
                    <a:gd name="connsiteY0-744" fmla="*/ 43424 h 2920259"/>
                    <a:gd name="connsiteX1-745" fmla="*/ 8145760 w 8145760"/>
                    <a:gd name="connsiteY1-746" fmla="*/ 1579944 h 2920259"/>
                    <a:gd name="connsiteX2-747" fmla="*/ 4123353 w 8145760"/>
                    <a:gd name="connsiteY2-748" fmla="*/ 2919505 h 2920259"/>
                    <a:gd name="connsiteX3-749" fmla="*/ 2295 w 8145760"/>
                    <a:gd name="connsiteY3-750" fmla="*/ 1470941 h 2920259"/>
                    <a:gd name="connsiteX4-751" fmla="*/ 767 w 8145760"/>
                    <a:gd name="connsiteY4-752" fmla="*/ 0 h 2920259"/>
                    <a:gd name="connsiteX5-753" fmla="*/ 4068271 w 8145760"/>
                    <a:gd name="connsiteY5-754" fmla="*/ 1418897 h 2920259"/>
                    <a:gd name="connsiteX6-755" fmla="*/ 8144926 w 8145760"/>
                    <a:gd name="connsiteY6-756" fmla="*/ 43424 h 2920259"/>
                    <a:gd name="connsiteX0-757" fmla="*/ 8161918 w 8161918"/>
                    <a:gd name="connsiteY0-758" fmla="*/ 0 h 2959321"/>
                    <a:gd name="connsiteX1-759" fmla="*/ 8145760 w 8161918"/>
                    <a:gd name="connsiteY1-760" fmla="*/ 1619006 h 2959321"/>
                    <a:gd name="connsiteX2-761" fmla="*/ 4123353 w 8161918"/>
                    <a:gd name="connsiteY2-762" fmla="*/ 2958567 h 2959321"/>
                    <a:gd name="connsiteX3-763" fmla="*/ 2295 w 8161918"/>
                    <a:gd name="connsiteY3-764" fmla="*/ 1510003 h 2959321"/>
                    <a:gd name="connsiteX4-765" fmla="*/ 767 w 8161918"/>
                    <a:gd name="connsiteY4-766" fmla="*/ 39062 h 2959321"/>
                    <a:gd name="connsiteX5-767" fmla="*/ 4068271 w 8161918"/>
                    <a:gd name="connsiteY5-768" fmla="*/ 1457959 h 2959321"/>
                    <a:gd name="connsiteX6-769" fmla="*/ 8161918 w 8161918"/>
                    <a:gd name="connsiteY6-770" fmla="*/ 0 h 2959321"/>
                    <a:gd name="connsiteX0-771" fmla="*/ 8161918 w 8162752"/>
                    <a:gd name="connsiteY0-772" fmla="*/ 0 h 2959488"/>
                    <a:gd name="connsiteX1-773" fmla="*/ 8162752 w 8162752"/>
                    <a:gd name="connsiteY1-774" fmla="*/ 1629317 h 2959488"/>
                    <a:gd name="connsiteX2-775" fmla="*/ 4123353 w 8162752"/>
                    <a:gd name="connsiteY2-776" fmla="*/ 2958567 h 2959488"/>
                    <a:gd name="connsiteX3-777" fmla="*/ 2295 w 8162752"/>
                    <a:gd name="connsiteY3-778" fmla="*/ 1510003 h 2959488"/>
                    <a:gd name="connsiteX4-779" fmla="*/ 767 w 8162752"/>
                    <a:gd name="connsiteY4-780" fmla="*/ 39062 h 2959488"/>
                    <a:gd name="connsiteX5-781" fmla="*/ 4068271 w 8162752"/>
                    <a:gd name="connsiteY5-782" fmla="*/ 1457959 h 2959488"/>
                    <a:gd name="connsiteX6-783" fmla="*/ 8161918 w 8162752"/>
                    <a:gd name="connsiteY6-784" fmla="*/ 0 h 2959488"/>
                    <a:gd name="connsiteX0-785" fmla="*/ 8165930 w 8166764"/>
                    <a:gd name="connsiteY0-786" fmla="*/ 7337 h 2966825"/>
                    <a:gd name="connsiteX1-787" fmla="*/ 8166764 w 8166764"/>
                    <a:gd name="connsiteY1-788" fmla="*/ 1636654 h 2966825"/>
                    <a:gd name="connsiteX2-789" fmla="*/ 4127365 w 8166764"/>
                    <a:gd name="connsiteY2-790" fmla="*/ 2965904 h 2966825"/>
                    <a:gd name="connsiteX3-791" fmla="*/ 6307 w 8166764"/>
                    <a:gd name="connsiteY3-792" fmla="*/ 1517340 h 2966825"/>
                    <a:gd name="connsiteX4-793" fmla="*/ 532 w 8166764"/>
                    <a:gd name="connsiteY4-794" fmla="*/ 0 h 2966825"/>
                    <a:gd name="connsiteX5-795" fmla="*/ 4072283 w 8166764"/>
                    <a:gd name="connsiteY5-796" fmla="*/ 1465296 h 2966825"/>
                    <a:gd name="connsiteX6-797" fmla="*/ 8165930 w 8166764"/>
                    <a:gd name="connsiteY6-798" fmla="*/ 7337 h 2966825"/>
                    <a:gd name="connsiteX0-799" fmla="*/ 8168119 w 8168953"/>
                    <a:gd name="connsiteY0-800" fmla="*/ 7337 h 2966682"/>
                    <a:gd name="connsiteX1-801" fmla="*/ 8168953 w 8168953"/>
                    <a:gd name="connsiteY1-802" fmla="*/ 1636654 h 2966682"/>
                    <a:gd name="connsiteX2-803" fmla="*/ 4129554 w 8168953"/>
                    <a:gd name="connsiteY2-804" fmla="*/ 2965904 h 2966682"/>
                    <a:gd name="connsiteX3-805" fmla="*/ 0 w 8168953"/>
                    <a:gd name="connsiteY3-806" fmla="*/ 1527651 h 2966682"/>
                    <a:gd name="connsiteX4-807" fmla="*/ 2721 w 8168953"/>
                    <a:gd name="connsiteY4-808" fmla="*/ 0 h 2966682"/>
                    <a:gd name="connsiteX5-809" fmla="*/ 4074472 w 8168953"/>
                    <a:gd name="connsiteY5-810" fmla="*/ 1465296 h 2966682"/>
                    <a:gd name="connsiteX6-811" fmla="*/ 8168119 w 8168953"/>
                    <a:gd name="connsiteY6-812" fmla="*/ 7337 h 2966682"/>
                    <a:gd name="connsiteX0-813" fmla="*/ 8168119 w 8168953"/>
                    <a:gd name="connsiteY0-814" fmla="*/ 7337 h 3100377"/>
                    <a:gd name="connsiteX1-815" fmla="*/ 8168953 w 8168953"/>
                    <a:gd name="connsiteY1-816" fmla="*/ 1636654 h 3100377"/>
                    <a:gd name="connsiteX2-817" fmla="*/ 4118520 w 8168953"/>
                    <a:gd name="connsiteY2-818" fmla="*/ 3099826 h 3100377"/>
                    <a:gd name="connsiteX3-819" fmla="*/ 0 w 8168953"/>
                    <a:gd name="connsiteY3-820" fmla="*/ 1527651 h 3100377"/>
                    <a:gd name="connsiteX4-821" fmla="*/ 2721 w 8168953"/>
                    <a:gd name="connsiteY4-822" fmla="*/ 0 h 3100377"/>
                    <a:gd name="connsiteX5-823" fmla="*/ 4074472 w 8168953"/>
                    <a:gd name="connsiteY5-824" fmla="*/ 1465296 h 3100377"/>
                    <a:gd name="connsiteX6-825" fmla="*/ 8168119 w 8168953"/>
                    <a:gd name="connsiteY6-826" fmla="*/ 7337 h 3100377"/>
                    <a:gd name="connsiteX0-827" fmla="*/ 8168119 w 8168953"/>
                    <a:gd name="connsiteY0-828" fmla="*/ 7337 h 3100429"/>
                    <a:gd name="connsiteX1-829" fmla="*/ 8168953 w 8168953"/>
                    <a:gd name="connsiteY1-830" fmla="*/ 1636654 h 3100429"/>
                    <a:gd name="connsiteX2-831" fmla="*/ 4118520 w 8168953"/>
                    <a:gd name="connsiteY2-832" fmla="*/ 3099826 h 3100429"/>
                    <a:gd name="connsiteX3-833" fmla="*/ 0 w 8168953"/>
                    <a:gd name="connsiteY3-834" fmla="*/ 1527651 h 3100429"/>
                    <a:gd name="connsiteX4-835" fmla="*/ 2721 w 8168953"/>
                    <a:gd name="connsiteY4-836" fmla="*/ 0 h 3100429"/>
                    <a:gd name="connsiteX5-837" fmla="*/ 4074472 w 8168953"/>
                    <a:gd name="connsiteY5-838" fmla="*/ 1465296 h 3100429"/>
                    <a:gd name="connsiteX6-839" fmla="*/ 8168119 w 8168953"/>
                    <a:gd name="connsiteY6-840" fmla="*/ 7337 h 3100429"/>
                    <a:gd name="connsiteX0-841" fmla="*/ 8165849 w 8166683"/>
                    <a:gd name="connsiteY0-842" fmla="*/ 7337 h 3099826"/>
                    <a:gd name="connsiteX1-843" fmla="*/ 8166683 w 8166683"/>
                    <a:gd name="connsiteY1-844" fmla="*/ 1636654 h 3099826"/>
                    <a:gd name="connsiteX2-845" fmla="*/ 4116250 w 8166683"/>
                    <a:gd name="connsiteY2-846" fmla="*/ 3099826 h 3099826"/>
                    <a:gd name="connsiteX3-847" fmla="*/ 8764 w 8166683"/>
                    <a:gd name="connsiteY3-848" fmla="*/ 1634789 h 3099826"/>
                    <a:gd name="connsiteX4-849" fmla="*/ 451 w 8166683"/>
                    <a:gd name="connsiteY4-850" fmla="*/ 0 h 3099826"/>
                    <a:gd name="connsiteX5-851" fmla="*/ 4072202 w 8166683"/>
                    <a:gd name="connsiteY5-852" fmla="*/ 1465296 h 3099826"/>
                    <a:gd name="connsiteX6-853" fmla="*/ 8165849 w 8166683"/>
                    <a:gd name="connsiteY6-854" fmla="*/ 7337 h 3099826"/>
                    <a:gd name="connsiteX0-855" fmla="*/ 8165849 w 8166683"/>
                    <a:gd name="connsiteY0-856" fmla="*/ 7337 h 3099826"/>
                    <a:gd name="connsiteX1-857" fmla="*/ 8166683 w 8166683"/>
                    <a:gd name="connsiteY1-858" fmla="*/ 1636654 h 3099826"/>
                    <a:gd name="connsiteX2-859" fmla="*/ 4116250 w 8166683"/>
                    <a:gd name="connsiteY2-860" fmla="*/ 3099826 h 3099826"/>
                    <a:gd name="connsiteX3-861" fmla="*/ 8764 w 8166683"/>
                    <a:gd name="connsiteY3-862" fmla="*/ 1634789 h 3099826"/>
                    <a:gd name="connsiteX4-863" fmla="*/ 451 w 8166683"/>
                    <a:gd name="connsiteY4-864" fmla="*/ 0 h 3099826"/>
                    <a:gd name="connsiteX5-865" fmla="*/ 4072202 w 8166683"/>
                    <a:gd name="connsiteY5-866" fmla="*/ 1465296 h 3099826"/>
                    <a:gd name="connsiteX6-867" fmla="*/ 8165849 w 8166683"/>
                    <a:gd name="connsiteY6-868" fmla="*/ 7337 h 3099826"/>
                    <a:gd name="connsiteX0-869" fmla="*/ 8165849 w 8166683"/>
                    <a:gd name="connsiteY0-870" fmla="*/ 7337 h 3099826"/>
                    <a:gd name="connsiteX1-871" fmla="*/ 8166683 w 8166683"/>
                    <a:gd name="connsiteY1-872" fmla="*/ 1636654 h 3099826"/>
                    <a:gd name="connsiteX2-873" fmla="*/ 4116250 w 8166683"/>
                    <a:gd name="connsiteY2-874" fmla="*/ 3099826 h 3099826"/>
                    <a:gd name="connsiteX3-875" fmla="*/ 8764 w 8166683"/>
                    <a:gd name="connsiteY3-876" fmla="*/ 1634789 h 3099826"/>
                    <a:gd name="connsiteX4-877" fmla="*/ 451 w 8166683"/>
                    <a:gd name="connsiteY4-878" fmla="*/ 0 h 3099826"/>
                    <a:gd name="connsiteX5-879" fmla="*/ 4061168 w 8166683"/>
                    <a:gd name="connsiteY5-880" fmla="*/ 1438511 h 3099826"/>
                    <a:gd name="connsiteX6-881" fmla="*/ 8165849 w 8166683"/>
                    <a:gd name="connsiteY6-882" fmla="*/ 7337 h 3099826"/>
                    <a:gd name="connsiteX0-883" fmla="*/ 8165849 w 8166683"/>
                    <a:gd name="connsiteY0-884" fmla="*/ 7337 h 3099826"/>
                    <a:gd name="connsiteX1-885" fmla="*/ 8166683 w 8166683"/>
                    <a:gd name="connsiteY1-886" fmla="*/ 1636654 h 3099826"/>
                    <a:gd name="connsiteX2-887" fmla="*/ 4116250 w 8166683"/>
                    <a:gd name="connsiteY2-888" fmla="*/ 3099826 h 3099826"/>
                    <a:gd name="connsiteX3-889" fmla="*/ 8764 w 8166683"/>
                    <a:gd name="connsiteY3-890" fmla="*/ 1634789 h 3099826"/>
                    <a:gd name="connsiteX4-891" fmla="*/ 451 w 8166683"/>
                    <a:gd name="connsiteY4-892" fmla="*/ 0 h 3099826"/>
                    <a:gd name="connsiteX5-893" fmla="*/ 4061168 w 8166683"/>
                    <a:gd name="connsiteY5-894" fmla="*/ 1438511 h 3099826"/>
                    <a:gd name="connsiteX6-895" fmla="*/ 8165849 w 8166683"/>
                    <a:gd name="connsiteY6-896" fmla="*/ 7337 h 309982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57" name="Oval 456"/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458" name="Group 457"/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59" name="Freeform 458"/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-1" fmla="*/ 3725333 w 4641485"/>
                      <a:gd name="connsiteY0-2" fmla="*/ 0 h 1049866"/>
                      <a:gd name="connsiteX1-3" fmla="*/ 4641485 w 4641485"/>
                      <a:gd name="connsiteY1-4" fmla="*/ 239402 h 1049866"/>
                      <a:gd name="connsiteX2-5" fmla="*/ 3962400 w 4641485"/>
                      <a:gd name="connsiteY2-6" fmla="*/ 541866 h 1049866"/>
                      <a:gd name="connsiteX3-7" fmla="*/ 3742267 w 4641485"/>
                      <a:gd name="connsiteY3-8" fmla="*/ 457200 h 1049866"/>
                      <a:gd name="connsiteX4-9" fmla="*/ 2269067 w 4641485"/>
                      <a:gd name="connsiteY4-10" fmla="*/ 1049866 h 1049866"/>
                      <a:gd name="connsiteX5-11" fmla="*/ 880533 w 4641485"/>
                      <a:gd name="connsiteY5-12" fmla="*/ 457200 h 1049866"/>
                      <a:gd name="connsiteX6-13" fmla="*/ 592667 w 4641485"/>
                      <a:gd name="connsiteY6-14" fmla="*/ 541866 h 1049866"/>
                      <a:gd name="connsiteX7-15" fmla="*/ 0 w 4641485"/>
                      <a:gd name="connsiteY7-16" fmla="*/ 254000 h 1049866"/>
                      <a:gd name="connsiteX8-17" fmla="*/ 880533 w 4641485"/>
                      <a:gd name="connsiteY8-18" fmla="*/ 16933 h 1049866"/>
                      <a:gd name="connsiteX9-19" fmla="*/ 2302933 w 4641485"/>
                      <a:gd name="connsiteY9-20" fmla="*/ 626533 h 1049866"/>
                      <a:gd name="connsiteX10-21" fmla="*/ 3725333 w 4641485"/>
                      <a:gd name="connsiteY10-22" fmla="*/ 0 h 1049866"/>
                      <a:gd name="connsiteX0-23" fmla="*/ 3756864 w 4673016"/>
                      <a:gd name="connsiteY0-24" fmla="*/ 0 h 1049866"/>
                      <a:gd name="connsiteX1-25" fmla="*/ 4673016 w 4673016"/>
                      <a:gd name="connsiteY1-26" fmla="*/ 239402 h 1049866"/>
                      <a:gd name="connsiteX2-27" fmla="*/ 3993931 w 4673016"/>
                      <a:gd name="connsiteY2-28" fmla="*/ 541866 h 1049866"/>
                      <a:gd name="connsiteX3-29" fmla="*/ 3773798 w 4673016"/>
                      <a:gd name="connsiteY3-30" fmla="*/ 457200 h 1049866"/>
                      <a:gd name="connsiteX4-31" fmla="*/ 2300598 w 4673016"/>
                      <a:gd name="connsiteY4-32" fmla="*/ 1049866 h 1049866"/>
                      <a:gd name="connsiteX5-33" fmla="*/ 912064 w 4673016"/>
                      <a:gd name="connsiteY5-34" fmla="*/ 457200 h 1049866"/>
                      <a:gd name="connsiteX6-35" fmla="*/ 624198 w 4673016"/>
                      <a:gd name="connsiteY6-36" fmla="*/ 541866 h 1049866"/>
                      <a:gd name="connsiteX7-37" fmla="*/ 0 w 4673016"/>
                      <a:gd name="connsiteY7-38" fmla="*/ 232979 h 1049866"/>
                      <a:gd name="connsiteX8-39" fmla="*/ 912064 w 4673016"/>
                      <a:gd name="connsiteY8-40" fmla="*/ 16933 h 1049866"/>
                      <a:gd name="connsiteX9-41" fmla="*/ 2334464 w 4673016"/>
                      <a:gd name="connsiteY9-42" fmla="*/ 626533 h 1049866"/>
                      <a:gd name="connsiteX10-43" fmla="*/ 3756864 w 4673016"/>
                      <a:gd name="connsiteY10-44" fmla="*/ 0 h 1049866"/>
                      <a:gd name="connsiteX0-45" fmla="*/ 3756864 w 4673016"/>
                      <a:gd name="connsiteY0-46" fmla="*/ 0 h 1049866"/>
                      <a:gd name="connsiteX1-47" fmla="*/ 4673016 w 4673016"/>
                      <a:gd name="connsiteY1-48" fmla="*/ 239402 h 1049866"/>
                      <a:gd name="connsiteX2-49" fmla="*/ 3993931 w 4673016"/>
                      <a:gd name="connsiteY2-50" fmla="*/ 541866 h 1049866"/>
                      <a:gd name="connsiteX3-51" fmla="*/ 3784308 w 4673016"/>
                      <a:gd name="connsiteY3-52" fmla="*/ 404648 h 1049866"/>
                      <a:gd name="connsiteX4-53" fmla="*/ 2300598 w 4673016"/>
                      <a:gd name="connsiteY4-54" fmla="*/ 1049866 h 1049866"/>
                      <a:gd name="connsiteX5-55" fmla="*/ 912064 w 4673016"/>
                      <a:gd name="connsiteY5-56" fmla="*/ 457200 h 1049866"/>
                      <a:gd name="connsiteX6-57" fmla="*/ 624198 w 4673016"/>
                      <a:gd name="connsiteY6-58" fmla="*/ 541866 h 1049866"/>
                      <a:gd name="connsiteX7-59" fmla="*/ 0 w 4673016"/>
                      <a:gd name="connsiteY7-60" fmla="*/ 232979 h 1049866"/>
                      <a:gd name="connsiteX8-61" fmla="*/ 912064 w 4673016"/>
                      <a:gd name="connsiteY8-62" fmla="*/ 16933 h 1049866"/>
                      <a:gd name="connsiteX9-63" fmla="*/ 2334464 w 4673016"/>
                      <a:gd name="connsiteY9-64" fmla="*/ 626533 h 1049866"/>
                      <a:gd name="connsiteX10-65" fmla="*/ 3756864 w 4673016"/>
                      <a:gd name="connsiteY10-66" fmla="*/ 0 h 1049866"/>
                      <a:gd name="connsiteX0-67" fmla="*/ 3756864 w 4673016"/>
                      <a:gd name="connsiteY0-68" fmla="*/ 0 h 1049866"/>
                      <a:gd name="connsiteX1-69" fmla="*/ 4673016 w 4673016"/>
                      <a:gd name="connsiteY1-70" fmla="*/ 239402 h 1049866"/>
                      <a:gd name="connsiteX2-71" fmla="*/ 3993931 w 4673016"/>
                      <a:gd name="connsiteY2-72" fmla="*/ 541866 h 1049866"/>
                      <a:gd name="connsiteX3-73" fmla="*/ 3794818 w 4673016"/>
                      <a:gd name="connsiteY3-74" fmla="*/ 436179 h 1049866"/>
                      <a:gd name="connsiteX4-75" fmla="*/ 2300598 w 4673016"/>
                      <a:gd name="connsiteY4-76" fmla="*/ 1049866 h 1049866"/>
                      <a:gd name="connsiteX5-77" fmla="*/ 912064 w 4673016"/>
                      <a:gd name="connsiteY5-78" fmla="*/ 457200 h 1049866"/>
                      <a:gd name="connsiteX6-79" fmla="*/ 624198 w 4673016"/>
                      <a:gd name="connsiteY6-80" fmla="*/ 541866 h 1049866"/>
                      <a:gd name="connsiteX7-81" fmla="*/ 0 w 4673016"/>
                      <a:gd name="connsiteY7-82" fmla="*/ 232979 h 1049866"/>
                      <a:gd name="connsiteX8-83" fmla="*/ 912064 w 4673016"/>
                      <a:gd name="connsiteY8-84" fmla="*/ 16933 h 1049866"/>
                      <a:gd name="connsiteX9-85" fmla="*/ 2334464 w 4673016"/>
                      <a:gd name="connsiteY9-86" fmla="*/ 626533 h 1049866"/>
                      <a:gd name="connsiteX10-87" fmla="*/ 3756864 w 4673016"/>
                      <a:gd name="connsiteY10-88" fmla="*/ 0 h 1049866"/>
                      <a:gd name="connsiteX0-89" fmla="*/ 3756864 w 4673016"/>
                      <a:gd name="connsiteY0-90" fmla="*/ 0 h 1049866"/>
                      <a:gd name="connsiteX1-91" fmla="*/ 4673016 w 4673016"/>
                      <a:gd name="connsiteY1-92" fmla="*/ 239402 h 1049866"/>
                      <a:gd name="connsiteX2-93" fmla="*/ 3993931 w 4673016"/>
                      <a:gd name="connsiteY2-94" fmla="*/ 541866 h 1049866"/>
                      <a:gd name="connsiteX3-95" fmla="*/ 3794818 w 4673016"/>
                      <a:gd name="connsiteY3-96" fmla="*/ 436179 h 1049866"/>
                      <a:gd name="connsiteX4-97" fmla="*/ 2300598 w 4673016"/>
                      <a:gd name="connsiteY4-98" fmla="*/ 1049866 h 1049866"/>
                      <a:gd name="connsiteX5-99" fmla="*/ 912064 w 4673016"/>
                      <a:gd name="connsiteY5-100" fmla="*/ 457200 h 1049866"/>
                      <a:gd name="connsiteX6-101" fmla="*/ 624198 w 4673016"/>
                      <a:gd name="connsiteY6-102" fmla="*/ 541866 h 1049866"/>
                      <a:gd name="connsiteX7-103" fmla="*/ 0 w 4673016"/>
                      <a:gd name="connsiteY7-104" fmla="*/ 232979 h 1049866"/>
                      <a:gd name="connsiteX8-105" fmla="*/ 912064 w 4673016"/>
                      <a:gd name="connsiteY8-106" fmla="*/ 16933 h 1049866"/>
                      <a:gd name="connsiteX9-107" fmla="*/ 2323954 w 4673016"/>
                      <a:gd name="connsiteY9-108" fmla="*/ 616023 h 1049866"/>
                      <a:gd name="connsiteX10-109" fmla="*/ 3756864 w 4673016"/>
                      <a:gd name="connsiteY10-110" fmla="*/ 0 h 1049866"/>
                      <a:gd name="connsiteX0-111" fmla="*/ 3756864 w 4673016"/>
                      <a:gd name="connsiteY0-112" fmla="*/ 0 h 1049866"/>
                      <a:gd name="connsiteX1-113" fmla="*/ 4673016 w 4673016"/>
                      <a:gd name="connsiteY1-114" fmla="*/ 239402 h 1049866"/>
                      <a:gd name="connsiteX2-115" fmla="*/ 3993931 w 4673016"/>
                      <a:gd name="connsiteY2-116" fmla="*/ 541866 h 1049866"/>
                      <a:gd name="connsiteX3-117" fmla="*/ 3794818 w 4673016"/>
                      <a:gd name="connsiteY3-118" fmla="*/ 436179 h 1049866"/>
                      <a:gd name="connsiteX4-119" fmla="*/ 2300598 w 4673016"/>
                      <a:gd name="connsiteY4-120" fmla="*/ 1049866 h 1049866"/>
                      <a:gd name="connsiteX5-121" fmla="*/ 912064 w 4673016"/>
                      <a:gd name="connsiteY5-122" fmla="*/ 457200 h 1049866"/>
                      <a:gd name="connsiteX6-123" fmla="*/ 624198 w 4673016"/>
                      <a:gd name="connsiteY6-124" fmla="*/ 541866 h 1049866"/>
                      <a:gd name="connsiteX7-125" fmla="*/ 0 w 4673016"/>
                      <a:gd name="connsiteY7-126" fmla="*/ 275021 h 1049866"/>
                      <a:gd name="connsiteX8-127" fmla="*/ 912064 w 4673016"/>
                      <a:gd name="connsiteY8-128" fmla="*/ 16933 h 1049866"/>
                      <a:gd name="connsiteX9-129" fmla="*/ 2323954 w 4673016"/>
                      <a:gd name="connsiteY9-130" fmla="*/ 616023 h 1049866"/>
                      <a:gd name="connsiteX10-131" fmla="*/ 3756864 w 4673016"/>
                      <a:gd name="connsiteY10-132" fmla="*/ 0 h 1049866"/>
                      <a:gd name="connsiteX0-133" fmla="*/ 3756864 w 4673016"/>
                      <a:gd name="connsiteY0-134" fmla="*/ 0 h 1049866"/>
                      <a:gd name="connsiteX1-135" fmla="*/ 4673016 w 4673016"/>
                      <a:gd name="connsiteY1-136" fmla="*/ 239402 h 1049866"/>
                      <a:gd name="connsiteX2-137" fmla="*/ 3993931 w 4673016"/>
                      <a:gd name="connsiteY2-138" fmla="*/ 541866 h 1049866"/>
                      <a:gd name="connsiteX3-139" fmla="*/ 3815839 w 4673016"/>
                      <a:gd name="connsiteY3-140" fmla="*/ 467710 h 1049866"/>
                      <a:gd name="connsiteX4-141" fmla="*/ 2300598 w 4673016"/>
                      <a:gd name="connsiteY4-142" fmla="*/ 1049866 h 1049866"/>
                      <a:gd name="connsiteX5-143" fmla="*/ 912064 w 4673016"/>
                      <a:gd name="connsiteY5-144" fmla="*/ 457200 h 1049866"/>
                      <a:gd name="connsiteX6-145" fmla="*/ 624198 w 4673016"/>
                      <a:gd name="connsiteY6-146" fmla="*/ 541866 h 1049866"/>
                      <a:gd name="connsiteX7-147" fmla="*/ 0 w 4673016"/>
                      <a:gd name="connsiteY7-148" fmla="*/ 275021 h 1049866"/>
                      <a:gd name="connsiteX8-149" fmla="*/ 912064 w 4673016"/>
                      <a:gd name="connsiteY8-150" fmla="*/ 16933 h 1049866"/>
                      <a:gd name="connsiteX9-151" fmla="*/ 2323954 w 4673016"/>
                      <a:gd name="connsiteY9-152" fmla="*/ 616023 h 1049866"/>
                      <a:gd name="connsiteX10-153" fmla="*/ 3756864 w 4673016"/>
                      <a:gd name="connsiteY10-154" fmla="*/ 0 h 104986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0" name="Freeform 459"/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1" name="Freeform 460"/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2" name="Freeform 461"/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-1" fmla="*/ 168165 w 3731172"/>
                      <a:gd name="connsiteY0-2" fmla="*/ 73572 h 1418896"/>
                      <a:gd name="connsiteX1-3" fmla="*/ 451945 w 3731172"/>
                      <a:gd name="connsiteY1-4" fmla="*/ 0 h 1418896"/>
                      <a:gd name="connsiteX2-5" fmla="*/ 1881352 w 3731172"/>
                      <a:gd name="connsiteY2-6" fmla="*/ 599089 h 1418896"/>
                      <a:gd name="connsiteX3-7" fmla="*/ 3363310 w 3731172"/>
                      <a:gd name="connsiteY3-8" fmla="*/ 0 h 1418896"/>
                      <a:gd name="connsiteX4-9" fmla="*/ 3584027 w 3731172"/>
                      <a:gd name="connsiteY4-10" fmla="*/ 73572 h 1418896"/>
                      <a:gd name="connsiteX5-11" fmla="*/ 2627586 w 3731172"/>
                      <a:gd name="connsiteY5-12" fmla="*/ 441434 h 1418896"/>
                      <a:gd name="connsiteX6-13" fmla="*/ 2596055 w 3731172"/>
                      <a:gd name="connsiteY6-14" fmla="*/ 914400 h 1418896"/>
                      <a:gd name="connsiteX7-15" fmla="*/ 3731172 w 3731172"/>
                      <a:gd name="connsiteY7-16" fmla="*/ 1345324 h 1418896"/>
                      <a:gd name="connsiteX8-17" fmla="*/ 3447393 w 3731172"/>
                      <a:gd name="connsiteY8-18" fmla="*/ 1408386 h 1418896"/>
                      <a:gd name="connsiteX9-19" fmla="*/ 1870841 w 3731172"/>
                      <a:gd name="connsiteY9-20" fmla="*/ 746234 h 1418896"/>
                      <a:gd name="connsiteX10-21" fmla="*/ 262758 w 3731172"/>
                      <a:gd name="connsiteY10-22" fmla="*/ 1418896 h 1418896"/>
                      <a:gd name="connsiteX11-23" fmla="*/ 0 w 3731172"/>
                      <a:gd name="connsiteY11-24" fmla="*/ 1324303 h 1418896"/>
                      <a:gd name="connsiteX12-25" fmla="*/ 1145627 w 3731172"/>
                      <a:gd name="connsiteY12-26" fmla="*/ 882869 h 1418896"/>
                      <a:gd name="connsiteX13-27" fmla="*/ 1114096 w 3731172"/>
                      <a:gd name="connsiteY13-28" fmla="*/ 409903 h 1418896"/>
                      <a:gd name="connsiteX14-29" fmla="*/ 441434 w 3731172"/>
                      <a:gd name="connsiteY14-30" fmla="*/ 10510 h 1418896"/>
                      <a:gd name="connsiteX15-31" fmla="*/ 441434 w 3731172"/>
                      <a:gd name="connsiteY15-32" fmla="*/ 10510 h 1418896"/>
                      <a:gd name="connsiteX0-33" fmla="*/ 168165 w 3731172"/>
                      <a:gd name="connsiteY0-34" fmla="*/ 73572 h 1418896"/>
                      <a:gd name="connsiteX1-35" fmla="*/ 451945 w 3731172"/>
                      <a:gd name="connsiteY1-36" fmla="*/ 0 h 1418896"/>
                      <a:gd name="connsiteX2-37" fmla="*/ 1881352 w 3731172"/>
                      <a:gd name="connsiteY2-38" fmla="*/ 599089 h 1418896"/>
                      <a:gd name="connsiteX3-39" fmla="*/ 3363310 w 3731172"/>
                      <a:gd name="connsiteY3-40" fmla="*/ 0 h 1418896"/>
                      <a:gd name="connsiteX4-41" fmla="*/ 3584027 w 3731172"/>
                      <a:gd name="connsiteY4-42" fmla="*/ 73572 h 1418896"/>
                      <a:gd name="connsiteX5-43" fmla="*/ 2627586 w 3731172"/>
                      <a:gd name="connsiteY5-44" fmla="*/ 441434 h 1418896"/>
                      <a:gd name="connsiteX6-45" fmla="*/ 2596055 w 3731172"/>
                      <a:gd name="connsiteY6-46" fmla="*/ 914400 h 1418896"/>
                      <a:gd name="connsiteX7-47" fmla="*/ 3731172 w 3731172"/>
                      <a:gd name="connsiteY7-48" fmla="*/ 1345324 h 1418896"/>
                      <a:gd name="connsiteX8-49" fmla="*/ 3447393 w 3731172"/>
                      <a:gd name="connsiteY8-50" fmla="*/ 1408386 h 1418896"/>
                      <a:gd name="connsiteX9-51" fmla="*/ 1870841 w 3731172"/>
                      <a:gd name="connsiteY9-52" fmla="*/ 746234 h 1418896"/>
                      <a:gd name="connsiteX10-53" fmla="*/ 262758 w 3731172"/>
                      <a:gd name="connsiteY10-54" fmla="*/ 1418896 h 1418896"/>
                      <a:gd name="connsiteX11-55" fmla="*/ 0 w 3731172"/>
                      <a:gd name="connsiteY11-56" fmla="*/ 1324303 h 1418896"/>
                      <a:gd name="connsiteX12-57" fmla="*/ 1145627 w 3731172"/>
                      <a:gd name="connsiteY12-58" fmla="*/ 882869 h 1418896"/>
                      <a:gd name="connsiteX13-59" fmla="*/ 1114096 w 3731172"/>
                      <a:gd name="connsiteY13-60" fmla="*/ 409903 h 1418896"/>
                      <a:gd name="connsiteX14-61" fmla="*/ 441434 w 3731172"/>
                      <a:gd name="connsiteY14-62" fmla="*/ 10510 h 1418896"/>
                      <a:gd name="connsiteX0-63" fmla="*/ 168165 w 3731172"/>
                      <a:gd name="connsiteY0-64" fmla="*/ 73572 h 1418896"/>
                      <a:gd name="connsiteX1-65" fmla="*/ 451945 w 3731172"/>
                      <a:gd name="connsiteY1-66" fmla="*/ 0 h 1418896"/>
                      <a:gd name="connsiteX2-67" fmla="*/ 1881352 w 3731172"/>
                      <a:gd name="connsiteY2-68" fmla="*/ 599089 h 1418896"/>
                      <a:gd name="connsiteX3-69" fmla="*/ 3363310 w 3731172"/>
                      <a:gd name="connsiteY3-70" fmla="*/ 0 h 1418896"/>
                      <a:gd name="connsiteX4-71" fmla="*/ 3584027 w 3731172"/>
                      <a:gd name="connsiteY4-72" fmla="*/ 73572 h 1418896"/>
                      <a:gd name="connsiteX5-73" fmla="*/ 2627586 w 3731172"/>
                      <a:gd name="connsiteY5-74" fmla="*/ 441434 h 1418896"/>
                      <a:gd name="connsiteX6-75" fmla="*/ 2596055 w 3731172"/>
                      <a:gd name="connsiteY6-76" fmla="*/ 914400 h 1418896"/>
                      <a:gd name="connsiteX7-77" fmla="*/ 3731172 w 3731172"/>
                      <a:gd name="connsiteY7-78" fmla="*/ 1345324 h 1418896"/>
                      <a:gd name="connsiteX8-79" fmla="*/ 3447393 w 3731172"/>
                      <a:gd name="connsiteY8-80" fmla="*/ 1408386 h 1418896"/>
                      <a:gd name="connsiteX9-81" fmla="*/ 1870841 w 3731172"/>
                      <a:gd name="connsiteY9-82" fmla="*/ 746234 h 1418896"/>
                      <a:gd name="connsiteX10-83" fmla="*/ 262758 w 3731172"/>
                      <a:gd name="connsiteY10-84" fmla="*/ 1418896 h 1418896"/>
                      <a:gd name="connsiteX11-85" fmla="*/ 0 w 3731172"/>
                      <a:gd name="connsiteY11-86" fmla="*/ 1324303 h 1418896"/>
                      <a:gd name="connsiteX12-87" fmla="*/ 1145627 w 3731172"/>
                      <a:gd name="connsiteY12-88" fmla="*/ 882869 h 1418896"/>
                      <a:gd name="connsiteX13-89" fmla="*/ 1114096 w 3731172"/>
                      <a:gd name="connsiteY13-90" fmla="*/ 409903 h 1418896"/>
                      <a:gd name="connsiteX14-91" fmla="*/ 357351 w 3731172"/>
                      <a:gd name="connsiteY14-92" fmla="*/ 115613 h 1418896"/>
                      <a:gd name="connsiteX0-93" fmla="*/ 168165 w 3731172"/>
                      <a:gd name="connsiteY0-94" fmla="*/ 73572 h 1418896"/>
                      <a:gd name="connsiteX1-95" fmla="*/ 451945 w 3731172"/>
                      <a:gd name="connsiteY1-96" fmla="*/ 0 h 1418896"/>
                      <a:gd name="connsiteX2-97" fmla="*/ 1881352 w 3731172"/>
                      <a:gd name="connsiteY2-98" fmla="*/ 599089 h 1418896"/>
                      <a:gd name="connsiteX3-99" fmla="*/ 3363310 w 3731172"/>
                      <a:gd name="connsiteY3-100" fmla="*/ 0 h 1418896"/>
                      <a:gd name="connsiteX4-101" fmla="*/ 3584027 w 3731172"/>
                      <a:gd name="connsiteY4-102" fmla="*/ 73572 h 1418896"/>
                      <a:gd name="connsiteX5-103" fmla="*/ 2627586 w 3731172"/>
                      <a:gd name="connsiteY5-104" fmla="*/ 441434 h 1418896"/>
                      <a:gd name="connsiteX6-105" fmla="*/ 2596055 w 3731172"/>
                      <a:gd name="connsiteY6-106" fmla="*/ 914400 h 1418896"/>
                      <a:gd name="connsiteX7-107" fmla="*/ 3731172 w 3731172"/>
                      <a:gd name="connsiteY7-108" fmla="*/ 1345324 h 1418896"/>
                      <a:gd name="connsiteX8-109" fmla="*/ 3447393 w 3731172"/>
                      <a:gd name="connsiteY8-110" fmla="*/ 1408386 h 1418896"/>
                      <a:gd name="connsiteX9-111" fmla="*/ 1870841 w 3731172"/>
                      <a:gd name="connsiteY9-112" fmla="*/ 746234 h 1418896"/>
                      <a:gd name="connsiteX10-113" fmla="*/ 262758 w 3731172"/>
                      <a:gd name="connsiteY10-114" fmla="*/ 1418896 h 1418896"/>
                      <a:gd name="connsiteX11-115" fmla="*/ 0 w 3731172"/>
                      <a:gd name="connsiteY11-116" fmla="*/ 1324303 h 1418896"/>
                      <a:gd name="connsiteX12-117" fmla="*/ 1145627 w 3731172"/>
                      <a:gd name="connsiteY12-118" fmla="*/ 882869 h 1418896"/>
                      <a:gd name="connsiteX13-119" fmla="*/ 1114096 w 3731172"/>
                      <a:gd name="connsiteY13-120" fmla="*/ 409903 h 1418896"/>
                      <a:gd name="connsiteX14-121" fmla="*/ 147144 w 3731172"/>
                      <a:gd name="connsiteY14-122" fmla="*/ 63061 h 1418896"/>
                      <a:gd name="connsiteX0-123" fmla="*/ 168165 w 3731172"/>
                      <a:gd name="connsiteY0-124" fmla="*/ 73572 h 1418896"/>
                      <a:gd name="connsiteX1-125" fmla="*/ 451945 w 3731172"/>
                      <a:gd name="connsiteY1-126" fmla="*/ 0 h 1418896"/>
                      <a:gd name="connsiteX2-127" fmla="*/ 1881352 w 3731172"/>
                      <a:gd name="connsiteY2-128" fmla="*/ 599089 h 1418896"/>
                      <a:gd name="connsiteX3-129" fmla="*/ 3363310 w 3731172"/>
                      <a:gd name="connsiteY3-130" fmla="*/ 0 h 1418896"/>
                      <a:gd name="connsiteX4-131" fmla="*/ 3584027 w 3731172"/>
                      <a:gd name="connsiteY4-132" fmla="*/ 73572 h 1418896"/>
                      <a:gd name="connsiteX5-133" fmla="*/ 2627586 w 3731172"/>
                      <a:gd name="connsiteY5-134" fmla="*/ 441434 h 1418896"/>
                      <a:gd name="connsiteX6-135" fmla="*/ 2596055 w 3731172"/>
                      <a:gd name="connsiteY6-136" fmla="*/ 914400 h 1418896"/>
                      <a:gd name="connsiteX7-137" fmla="*/ 3731172 w 3731172"/>
                      <a:gd name="connsiteY7-138" fmla="*/ 1345324 h 1418896"/>
                      <a:gd name="connsiteX8-139" fmla="*/ 3447393 w 3731172"/>
                      <a:gd name="connsiteY8-140" fmla="*/ 1408386 h 1418896"/>
                      <a:gd name="connsiteX9-141" fmla="*/ 1870841 w 3731172"/>
                      <a:gd name="connsiteY9-142" fmla="*/ 746234 h 1418896"/>
                      <a:gd name="connsiteX10-143" fmla="*/ 262758 w 3731172"/>
                      <a:gd name="connsiteY10-144" fmla="*/ 1418896 h 1418896"/>
                      <a:gd name="connsiteX11-145" fmla="*/ 0 w 3731172"/>
                      <a:gd name="connsiteY11-146" fmla="*/ 1324303 h 1418896"/>
                      <a:gd name="connsiteX12-147" fmla="*/ 1145627 w 3731172"/>
                      <a:gd name="connsiteY12-148" fmla="*/ 882869 h 1418896"/>
                      <a:gd name="connsiteX13-149" fmla="*/ 1114096 w 3731172"/>
                      <a:gd name="connsiteY13-150" fmla="*/ 420413 h 1418896"/>
                      <a:gd name="connsiteX14-151" fmla="*/ 147144 w 3731172"/>
                      <a:gd name="connsiteY14-152" fmla="*/ 63061 h 1418896"/>
                      <a:gd name="connsiteX0-153" fmla="*/ 168165 w 3731172"/>
                      <a:gd name="connsiteY0-154" fmla="*/ 73572 h 1418896"/>
                      <a:gd name="connsiteX1-155" fmla="*/ 451945 w 3731172"/>
                      <a:gd name="connsiteY1-156" fmla="*/ 0 h 1418896"/>
                      <a:gd name="connsiteX2-157" fmla="*/ 1881352 w 3731172"/>
                      <a:gd name="connsiteY2-158" fmla="*/ 599089 h 1418896"/>
                      <a:gd name="connsiteX3-159" fmla="*/ 3363310 w 3731172"/>
                      <a:gd name="connsiteY3-160" fmla="*/ 0 h 1418896"/>
                      <a:gd name="connsiteX4-161" fmla="*/ 3584027 w 3731172"/>
                      <a:gd name="connsiteY4-162" fmla="*/ 73572 h 1418896"/>
                      <a:gd name="connsiteX5-163" fmla="*/ 2627586 w 3731172"/>
                      <a:gd name="connsiteY5-164" fmla="*/ 441434 h 1418896"/>
                      <a:gd name="connsiteX6-165" fmla="*/ 2596055 w 3731172"/>
                      <a:gd name="connsiteY6-166" fmla="*/ 914400 h 1418896"/>
                      <a:gd name="connsiteX7-167" fmla="*/ 3731172 w 3731172"/>
                      <a:gd name="connsiteY7-168" fmla="*/ 1345324 h 1418896"/>
                      <a:gd name="connsiteX8-169" fmla="*/ 3447393 w 3731172"/>
                      <a:gd name="connsiteY8-170" fmla="*/ 1408386 h 1418896"/>
                      <a:gd name="connsiteX9-171" fmla="*/ 1870841 w 3731172"/>
                      <a:gd name="connsiteY9-172" fmla="*/ 746234 h 1418896"/>
                      <a:gd name="connsiteX10-173" fmla="*/ 262758 w 3731172"/>
                      <a:gd name="connsiteY10-174" fmla="*/ 1418896 h 1418896"/>
                      <a:gd name="connsiteX11-175" fmla="*/ 0 w 3731172"/>
                      <a:gd name="connsiteY11-176" fmla="*/ 1324303 h 1418896"/>
                      <a:gd name="connsiteX12-177" fmla="*/ 1145627 w 3731172"/>
                      <a:gd name="connsiteY12-178" fmla="*/ 882869 h 1418896"/>
                      <a:gd name="connsiteX13-179" fmla="*/ 1114096 w 3731172"/>
                      <a:gd name="connsiteY13-180" fmla="*/ 420413 h 1418896"/>
                      <a:gd name="connsiteX14-181" fmla="*/ 189185 w 3731172"/>
                      <a:gd name="connsiteY14-182" fmla="*/ 84081 h 1418896"/>
                      <a:gd name="connsiteX0-183" fmla="*/ 168165 w 3731172"/>
                      <a:gd name="connsiteY0-184" fmla="*/ 73572 h 1418896"/>
                      <a:gd name="connsiteX1-185" fmla="*/ 451945 w 3731172"/>
                      <a:gd name="connsiteY1-186" fmla="*/ 0 h 1418896"/>
                      <a:gd name="connsiteX2-187" fmla="*/ 1881352 w 3731172"/>
                      <a:gd name="connsiteY2-188" fmla="*/ 599089 h 1418896"/>
                      <a:gd name="connsiteX3-189" fmla="*/ 3363310 w 3731172"/>
                      <a:gd name="connsiteY3-190" fmla="*/ 0 h 1418896"/>
                      <a:gd name="connsiteX4-191" fmla="*/ 3584027 w 3731172"/>
                      <a:gd name="connsiteY4-192" fmla="*/ 73572 h 1418896"/>
                      <a:gd name="connsiteX5-193" fmla="*/ 2627586 w 3731172"/>
                      <a:gd name="connsiteY5-194" fmla="*/ 441434 h 1418896"/>
                      <a:gd name="connsiteX6-195" fmla="*/ 2596055 w 3731172"/>
                      <a:gd name="connsiteY6-196" fmla="*/ 914400 h 1418896"/>
                      <a:gd name="connsiteX7-197" fmla="*/ 3731172 w 3731172"/>
                      <a:gd name="connsiteY7-198" fmla="*/ 1345324 h 1418896"/>
                      <a:gd name="connsiteX8-199" fmla="*/ 3447393 w 3731172"/>
                      <a:gd name="connsiteY8-200" fmla="*/ 1408386 h 1418896"/>
                      <a:gd name="connsiteX9-201" fmla="*/ 1870841 w 3731172"/>
                      <a:gd name="connsiteY9-202" fmla="*/ 746234 h 1418896"/>
                      <a:gd name="connsiteX10-203" fmla="*/ 262758 w 3731172"/>
                      <a:gd name="connsiteY10-204" fmla="*/ 1418896 h 1418896"/>
                      <a:gd name="connsiteX11-205" fmla="*/ 0 w 3731172"/>
                      <a:gd name="connsiteY11-206" fmla="*/ 1324303 h 1418896"/>
                      <a:gd name="connsiteX12-207" fmla="*/ 1145627 w 3731172"/>
                      <a:gd name="connsiteY12-208" fmla="*/ 882869 h 1418896"/>
                      <a:gd name="connsiteX13-209" fmla="*/ 1114096 w 3731172"/>
                      <a:gd name="connsiteY13-210" fmla="*/ 420413 h 1418896"/>
                      <a:gd name="connsiteX14-211" fmla="*/ 189185 w 3731172"/>
                      <a:gd name="connsiteY14-212" fmla="*/ 84081 h 1418896"/>
                      <a:gd name="connsiteX15-213" fmla="*/ 168165 w 3731172"/>
                      <a:gd name="connsiteY15-214" fmla="*/ 73572 h 1418896"/>
                      <a:gd name="connsiteX0-215" fmla="*/ 168165 w 3731172"/>
                      <a:gd name="connsiteY0-216" fmla="*/ 73572 h 1418896"/>
                      <a:gd name="connsiteX1-217" fmla="*/ 451945 w 3731172"/>
                      <a:gd name="connsiteY1-218" fmla="*/ 0 h 1418896"/>
                      <a:gd name="connsiteX2-219" fmla="*/ 1881352 w 3731172"/>
                      <a:gd name="connsiteY2-220" fmla="*/ 599089 h 1418896"/>
                      <a:gd name="connsiteX3-221" fmla="*/ 3363310 w 3731172"/>
                      <a:gd name="connsiteY3-222" fmla="*/ 0 h 1418896"/>
                      <a:gd name="connsiteX4-223" fmla="*/ 3584027 w 3731172"/>
                      <a:gd name="connsiteY4-224" fmla="*/ 73572 h 1418896"/>
                      <a:gd name="connsiteX5-225" fmla="*/ 2627586 w 3731172"/>
                      <a:gd name="connsiteY5-226" fmla="*/ 441434 h 1418896"/>
                      <a:gd name="connsiteX6-227" fmla="*/ 2596055 w 3731172"/>
                      <a:gd name="connsiteY6-228" fmla="*/ 914400 h 1418896"/>
                      <a:gd name="connsiteX7-229" fmla="*/ 3731172 w 3731172"/>
                      <a:gd name="connsiteY7-230" fmla="*/ 1345324 h 1418896"/>
                      <a:gd name="connsiteX8-231" fmla="*/ 3447393 w 3731172"/>
                      <a:gd name="connsiteY8-232" fmla="*/ 1408386 h 1418896"/>
                      <a:gd name="connsiteX9-233" fmla="*/ 1870841 w 3731172"/>
                      <a:gd name="connsiteY9-234" fmla="*/ 746234 h 1418896"/>
                      <a:gd name="connsiteX10-235" fmla="*/ 262758 w 3731172"/>
                      <a:gd name="connsiteY10-236" fmla="*/ 1418896 h 1418896"/>
                      <a:gd name="connsiteX11-237" fmla="*/ 0 w 3731172"/>
                      <a:gd name="connsiteY11-238" fmla="*/ 1324303 h 1418896"/>
                      <a:gd name="connsiteX12-239" fmla="*/ 1145627 w 3731172"/>
                      <a:gd name="connsiteY12-240" fmla="*/ 882869 h 1418896"/>
                      <a:gd name="connsiteX13-241" fmla="*/ 1156137 w 3731172"/>
                      <a:gd name="connsiteY13-242" fmla="*/ 441434 h 1418896"/>
                      <a:gd name="connsiteX14-243" fmla="*/ 189185 w 3731172"/>
                      <a:gd name="connsiteY14-244" fmla="*/ 84081 h 1418896"/>
                      <a:gd name="connsiteX15-245" fmla="*/ 168165 w 3731172"/>
                      <a:gd name="connsiteY15-246" fmla="*/ 73572 h 1418896"/>
                      <a:gd name="connsiteX0-247" fmla="*/ 168165 w 3731172"/>
                      <a:gd name="connsiteY0-248" fmla="*/ 73572 h 1418896"/>
                      <a:gd name="connsiteX1-249" fmla="*/ 451945 w 3731172"/>
                      <a:gd name="connsiteY1-250" fmla="*/ 0 h 1418896"/>
                      <a:gd name="connsiteX2-251" fmla="*/ 1881352 w 3731172"/>
                      <a:gd name="connsiteY2-252" fmla="*/ 599089 h 1418896"/>
                      <a:gd name="connsiteX3-253" fmla="*/ 3363310 w 3731172"/>
                      <a:gd name="connsiteY3-254" fmla="*/ 0 h 1418896"/>
                      <a:gd name="connsiteX4-255" fmla="*/ 3584027 w 3731172"/>
                      <a:gd name="connsiteY4-256" fmla="*/ 73572 h 1418896"/>
                      <a:gd name="connsiteX5-257" fmla="*/ 2627586 w 3731172"/>
                      <a:gd name="connsiteY5-258" fmla="*/ 441434 h 1418896"/>
                      <a:gd name="connsiteX6-259" fmla="*/ 2596055 w 3731172"/>
                      <a:gd name="connsiteY6-260" fmla="*/ 914400 h 1418896"/>
                      <a:gd name="connsiteX7-261" fmla="*/ 3731172 w 3731172"/>
                      <a:gd name="connsiteY7-262" fmla="*/ 1345324 h 1418896"/>
                      <a:gd name="connsiteX8-263" fmla="*/ 3447393 w 3731172"/>
                      <a:gd name="connsiteY8-264" fmla="*/ 1408386 h 1418896"/>
                      <a:gd name="connsiteX9-265" fmla="*/ 1870841 w 3731172"/>
                      <a:gd name="connsiteY9-266" fmla="*/ 746234 h 1418896"/>
                      <a:gd name="connsiteX10-267" fmla="*/ 262758 w 3731172"/>
                      <a:gd name="connsiteY10-268" fmla="*/ 1418896 h 1418896"/>
                      <a:gd name="connsiteX11-269" fmla="*/ 0 w 3731172"/>
                      <a:gd name="connsiteY11-270" fmla="*/ 1324303 h 1418896"/>
                      <a:gd name="connsiteX12-271" fmla="*/ 1145627 w 3731172"/>
                      <a:gd name="connsiteY12-272" fmla="*/ 882869 h 1418896"/>
                      <a:gd name="connsiteX13-273" fmla="*/ 1145626 w 3731172"/>
                      <a:gd name="connsiteY13-274" fmla="*/ 451945 h 1418896"/>
                      <a:gd name="connsiteX14-275" fmla="*/ 189185 w 3731172"/>
                      <a:gd name="connsiteY14-276" fmla="*/ 84081 h 1418896"/>
                      <a:gd name="connsiteX15-277" fmla="*/ 168165 w 3731172"/>
                      <a:gd name="connsiteY15-278" fmla="*/ 73572 h 1418896"/>
                      <a:gd name="connsiteX0-279" fmla="*/ 168165 w 3731172"/>
                      <a:gd name="connsiteY0-280" fmla="*/ 73572 h 1418896"/>
                      <a:gd name="connsiteX1-281" fmla="*/ 451945 w 3731172"/>
                      <a:gd name="connsiteY1-282" fmla="*/ 0 h 1418896"/>
                      <a:gd name="connsiteX2-283" fmla="*/ 1881352 w 3731172"/>
                      <a:gd name="connsiteY2-284" fmla="*/ 599089 h 1418896"/>
                      <a:gd name="connsiteX3-285" fmla="*/ 3363310 w 3731172"/>
                      <a:gd name="connsiteY3-286" fmla="*/ 0 h 1418896"/>
                      <a:gd name="connsiteX4-287" fmla="*/ 3584027 w 3731172"/>
                      <a:gd name="connsiteY4-288" fmla="*/ 73572 h 1418896"/>
                      <a:gd name="connsiteX5-289" fmla="*/ 2627586 w 3731172"/>
                      <a:gd name="connsiteY5-290" fmla="*/ 441434 h 1418896"/>
                      <a:gd name="connsiteX6-291" fmla="*/ 2596055 w 3731172"/>
                      <a:gd name="connsiteY6-292" fmla="*/ 914400 h 1418896"/>
                      <a:gd name="connsiteX7-293" fmla="*/ 3731172 w 3731172"/>
                      <a:gd name="connsiteY7-294" fmla="*/ 1345324 h 1418896"/>
                      <a:gd name="connsiteX8-295" fmla="*/ 3447393 w 3731172"/>
                      <a:gd name="connsiteY8-296" fmla="*/ 1408386 h 1418896"/>
                      <a:gd name="connsiteX9-297" fmla="*/ 1870841 w 3731172"/>
                      <a:gd name="connsiteY9-298" fmla="*/ 746234 h 1418896"/>
                      <a:gd name="connsiteX10-299" fmla="*/ 262758 w 3731172"/>
                      <a:gd name="connsiteY10-300" fmla="*/ 1418896 h 1418896"/>
                      <a:gd name="connsiteX11-301" fmla="*/ 0 w 3731172"/>
                      <a:gd name="connsiteY11-302" fmla="*/ 1324303 h 1418896"/>
                      <a:gd name="connsiteX12-303" fmla="*/ 1145627 w 3731172"/>
                      <a:gd name="connsiteY12-304" fmla="*/ 903890 h 1418896"/>
                      <a:gd name="connsiteX13-305" fmla="*/ 1145626 w 3731172"/>
                      <a:gd name="connsiteY13-306" fmla="*/ 451945 h 1418896"/>
                      <a:gd name="connsiteX14-307" fmla="*/ 189185 w 3731172"/>
                      <a:gd name="connsiteY14-308" fmla="*/ 84081 h 1418896"/>
                      <a:gd name="connsiteX15-309" fmla="*/ 168165 w 3731172"/>
                      <a:gd name="connsiteY15-310" fmla="*/ 73572 h 1418896"/>
                      <a:gd name="connsiteX0-311" fmla="*/ 147144 w 3710151"/>
                      <a:gd name="connsiteY0-312" fmla="*/ 73572 h 1418896"/>
                      <a:gd name="connsiteX1-313" fmla="*/ 430924 w 3710151"/>
                      <a:gd name="connsiteY1-314" fmla="*/ 0 h 1418896"/>
                      <a:gd name="connsiteX2-315" fmla="*/ 1860331 w 3710151"/>
                      <a:gd name="connsiteY2-316" fmla="*/ 599089 h 1418896"/>
                      <a:gd name="connsiteX3-317" fmla="*/ 3342289 w 3710151"/>
                      <a:gd name="connsiteY3-318" fmla="*/ 0 h 1418896"/>
                      <a:gd name="connsiteX4-319" fmla="*/ 3563006 w 3710151"/>
                      <a:gd name="connsiteY4-320" fmla="*/ 73572 h 1418896"/>
                      <a:gd name="connsiteX5-321" fmla="*/ 2606565 w 3710151"/>
                      <a:gd name="connsiteY5-322" fmla="*/ 441434 h 1418896"/>
                      <a:gd name="connsiteX6-323" fmla="*/ 2575034 w 3710151"/>
                      <a:gd name="connsiteY6-324" fmla="*/ 914400 h 1418896"/>
                      <a:gd name="connsiteX7-325" fmla="*/ 3710151 w 3710151"/>
                      <a:gd name="connsiteY7-326" fmla="*/ 1345324 h 1418896"/>
                      <a:gd name="connsiteX8-327" fmla="*/ 3426372 w 3710151"/>
                      <a:gd name="connsiteY8-328" fmla="*/ 1408386 h 1418896"/>
                      <a:gd name="connsiteX9-329" fmla="*/ 1849820 w 3710151"/>
                      <a:gd name="connsiteY9-330" fmla="*/ 746234 h 1418896"/>
                      <a:gd name="connsiteX10-331" fmla="*/ 241737 w 3710151"/>
                      <a:gd name="connsiteY10-332" fmla="*/ 1418896 h 1418896"/>
                      <a:gd name="connsiteX11-333" fmla="*/ 0 w 3710151"/>
                      <a:gd name="connsiteY11-334" fmla="*/ 1334814 h 1418896"/>
                      <a:gd name="connsiteX12-335" fmla="*/ 1124606 w 3710151"/>
                      <a:gd name="connsiteY12-336" fmla="*/ 903890 h 1418896"/>
                      <a:gd name="connsiteX13-337" fmla="*/ 1124605 w 3710151"/>
                      <a:gd name="connsiteY13-338" fmla="*/ 451945 h 1418896"/>
                      <a:gd name="connsiteX14-339" fmla="*/ 168164 w 3710151"/>
                      <a:gd name="connsiteY14-340" fmla="*/ 84081 h 1418896"/>
                      <a:gd name="connsiteX15-341" fmla="*/ 147144 w 3710151"/>
                      <a:gd name="connsiteY15-342" fmla="*/ 73572 h 1418896"/>
                      <a:gd name="connsiteX0-343" fmla="*/ 147144 w 3710151"/>
                      <a:gd name="connsiteY0-344" fmla="*/ 73572 h 1418896"/>
                      <a:gd name="connsiteX1-345" fmla="*/ 430924 w 3710151"/>
                      <a:gd name="connsiteY1-346" fmla="*/ 0 h 1418896"/>
                      <a:gd name="connsiteX2-347" fmla="*/ 1860331 w 3710151"/>
                      <a:gd name="connsiteY2-348" fmla="*/ 599089 h 1418896"/>
                      <a:gd name="connsiteX3-349" fmla="*/ 3342289 w 3710151"/>
                      <a:gd name="connsiteY3-350" fmla="*/ 0 h 1418896"/>
                      <a:gd name="connsiteX4-351" fmla="*/ 3563006 w 3710151"/>
                      <a:gd name="connsiteY4-352" fmla="*/ 73572 h 1418896"/>
                      <a:gd name="connsiteX5-353" fmla="*/ 2606565 w 3710151"/>
                      <a:gd name="connsiteY5-354" fmla="*/ 441434 h 1418896"/>
                      <a:gd name="connsiteX6-355" fmla="*/ 2606565 w 3710151"/>
                      <a:gd name="connsiteY6-356" fmla="*/ 924910 h 1418896"/>
                      <a:gd name="connsiteX7-357" fmla="*/ 3710151 w 3710151"/>
                      <a:gd name="connsiteY7-358" fmla="*/ 1345324 h 1418896"/>
                      <a:gd name="connsiteX8-359" fmla="*/ 3426372 w 3710151"/>
                      <a:gd name="connsiteY8-360" fmla="*/ 1408386 h 1418896"/>
                      <a:gd name="connsiteX9-361" fmla="*/ 1849820 w 3710151"/>
                      <a:gd name="connsiteY9-362" fmla="*/ 746234 h 1418896"/>
                      <a:gd name="connsiteX10-363" fmla="*/ 241737 w 3710151"/>
                      <a:gd name="connsiteY10-364" fmla="*/ 1418896 h 1418896"/>
                      <a:gd name="connsiteX11-365" fmla="*/ 0 w 3710151"/>
                      <a:gd name="connsiteY11-366" fmla="*/ 1334814 h 1418896"/>
                      <a:gd name="connsiteX12-367" fmla="*/ 1124606 w 3710151"/>
                      <a:gd name="connsiteY12-368" fmla="*/ 903890 h 1418896"/>
                      <a:gd name="connsiteX13-369" fmla="*/ 1124605 w 3710151"/>
                      <a:gd name="connsiteY13-370" fmla="*/ 451945 h 1418896"/>
                      <a:gd name="connsiteX14-371" fmla="*/ 168164 w 3710151"/>
                      <a:gd name="connsiteY14-372" fmla="*/ 84081 h 1418896"/>
                      <a:gd name="connsiteX15-373" fmla="*/ 147144 w 3710151"/>
                      <a:gd name="connsiteY15-374" fmla="*/ 73572 h 1418896"/>
                      <a:gd name="connsiteX0-375" fmla="*/ 147144 w 3710151"/>
                      <a:gd name="connsiteY0-376" fmla="*/ 73572 h 1418896"/>
                      <a:gd name="connsiteX1-377" fmla="*/ 430924 w 3710151"/>
                      <a:gd name="connsiteY1-378" fmla="*/ 0 h 1418896"/>
                      <a:gd name="connsiteX2-379" fmla="*/ 1860331 w 3710151"/>
                      <a:gd name="connsiteY2-380" fmla="*/ 599089 h 1418896"/>
                      <a:gd name="connsiteX3-381" fmla="*/ 3342289 w 3710151"/>
                      <a:gd name="connsiteY3-382" fmla="*/ 0 h 1418896"/>
                      <a:gd name="connsiteX4-383" fmla="*/ 3563006 w 3710151"/>
                      <a:gd name="connsiteY4-384" fmla="*/ 73572 h 1418896"/>
                      <a:gd name="connsiteX5-385" fmla="*/ 2606565 w 3710151"/>
                      <a:gd name="connsiteY5-386" fmla="*/ 441434 h 1418896"/>
                      <a:gd name="connsiteX6-387" fmla="*/ 2610282 w 3710151"/>
                      <a:gd name="connsiteY6-388" fmla="*/ 902607 h 1418896"/>
                      <a:gd name="connsiteX7-389" fmla="*/ 3710151 w 3710151"/>
                      <a:gd name="connsiteY7-390" fmla="*/ 1345324 h 1418896"/>
                      <a:gd name="connsiteX8-391" fmla="*/ 3426372 w 3710151"/>
                      <a:gd name="connsiteY8-392" fmla="*/ 1408386 h 1418896"/>
                      <a:gd name="connsiteX9-393" fmla="*/ 1849820 w 3710151"/>
                      <a:gd name="connsiteY9-394" fmla="*/ 746234 h 1418896"/>
                      <a:gd name="connsiteX10-395" fmla="*/ 241737 w 3710151"/>
                      <a:gd name="connsiteY10-396" fmla="*/ 1418896 h 1418896"/>
                      <a:gd name="connsiteX11-397" fmla="*/ 0 w 3710151"/>
                      <a:gd name="connsiteY11-398" fmla="*/ 1334814 h 1418896"/>
                      <a:gd name="connsiteX12-399" fmla="*/ 1124606 w 3710151"/>
                      <a:gd name="connsiteY12-400" fmla="*/ 903890 h 1418896"/>
                      <a:gd name="connsiteX13-401" fmla="*/ 1124605 w 3710151"/>
                      <a:gd name="connsiteY13-402" fmla="*/ 451945 h 1418896"/>
                      <a:gd name="connsiteX14-403" fmla="*/ 168164 w 3710151"/>
                      <a:gd name="connsiteY14-404" fmla="*/ 84081 h 1418896"/>
                      <a:gd name="connsiteX15-405" fmla="*/ 147144 w 3710151"/>
                      <a:gd name="connsiteY15-406" fmla="*/ 73572 h 1418896"/>
                      <a:gd name="connsiteX0-407" fmla="*/ 147144 w 3710151"/>
                      <a:gd name="connsiteY0-408" fmla="*/ 73572 h 1418896"/>
                      <a:gd name="connsiteX1-409" fmla="*/ 430924 w 3710151"/>
                      <a:gd name="connsiteY1-410" fmla="*/ 0 h 1418896"/>
                      <a:gd name="connsiteX2-411" fmla="*/ 1860331 w 3710151"/>
                      <a:gd name="connsiteY2-412" fmla="*/ 599089 h 1418896"/>
                      <a:gd name="connsiteX3-413" fmla="*/ 3342289 w 3710151"/>
                      <a:gd name="connsiteY3-414" fmla="*/ 0 h 1418896"/>
                      <a:gd name="connsiteX4-415" fmla="*/ 3563006 w 3710151"/>
                      <a:gd name="connsiteY4-416" fmla="*/ 73572 h 1418896"/>
                      <a:gd name="connsiteX5-417" fmla="*/ 2617717 w 3710151"/>
                      <a:gd name="connsiteY5-418" fmla="*/ 445151 h 1418896"/>
                      <a:gd name="connsiteX6-419" fmla="*/ 2610282 w 3710151"/>
                      <a:gd name="connsiteY6-420" fmla="*/ 902607 h 1418896"/>
                      <a:gd name="connsiteX7-421" fmla="*/ 3710151 w 3710151"/>
                      <a:gd name="connsiteY7-422" fmla="*/ 1345324 h 1418896"/>
                      <a:gd name="connsiteX8-423" fmla="*/ 3426372 w 3710151"/>
                      <a:gd name="connsiteY8-424" fmla="*/ 1408386 h 1418896"/>
                      <a:gd name="connsiteX9-425" fmla="*/ 1849820 w 3710151"/>
                      <a:gd name="connsiteY9-426" fmla="*/ 746234 h 1418896"/>
                      <a:gd name="connsiteX10-427" fmla="*/ 241737 w 3710151"/>
                      <a:gd name="connsiteY10-428" fmla="*/ 1418896 h 1418896"/>
                      <a:gd name="connsiteX11-429" fmla="*/ 0 w 3710151"/>
                      <a:gd name="connsiteY11-430" fmla="*/ 1334814 h 1418896"/>
                      <a:gd name="connsiteX12-431" fmla="*/ 1124606 w 3710151"/>
                      <a:gd name="connsiteY12-432" fmla="*/ 903890 h 1418896"/>
                      <a:gd name="connsiteX13-433" fmla="*/ 1124605 w 3710151"/>
                      <a:gd name="connsiteY13-434" fmla="*/ 451945 h 1418896"/>
                      <a:gd name="connsiteX14-435" fmla="*/ 168164 w 3710151"/>
                      <a:gd name="connsiteY14-436" fmla="*/ 84081 h 1418896"/>
                      <a:gd name="connsiteX15-437" fmla="*/ 147144 w 3710151"/>
                      <a:gd name="connsiteY15-438" fmla="*/ 73572 h 1418896"/>
                      <a:gd name="connsiteX0-439" fmla="*/ 147144 w 3710151"/>
                      <a:gd name="connsiteY0-440" fmla="*/ 73572 h 1418896"/>
                      <a:gd name="connsiteX1-441" fmla="*/ 430924 w 3710151"/>
                      <a:gd name="connsiteY1-442" fmla="*/ 0 h 1418896"/>
                      <a:gd name="connsiteX2-443" fmla="*/ 1860331 w 3710151"/>
                      <a:gd name="connsiteY2-444" fmla="*/ 599089 h 1418896"/>
                      <a:gd name="connsiteX3-445" fmla="*/ 3342289 w 3710151"/>
                      <a:gd name="connsiteY3-446" fmla="*/ 0 h 1418896"/>
                      <a:gd name="connsiteX4-447" fmla="*/ 3563006 w 3710151"/>
                      <a:gd name="connsiteY4-448" fmla="*/ 73572 h 1418896"/>
                      <a:gd name="connsiteX5-449" fmla="*/ 2617717 w 3710151"/>
                      <a:gd name="connsiteY5-450" fmla="*/ 448868 h 1418896"/>
                      <a:gd name="connsiteX6-451" fmla="*/ 2610282 w 3710151"/>
                      <a:gd name="connsiteY6-452" fmla="*/ 902607 h 1418896"/>
                      <a:gd name="connsiteX7-453" fmla="*/ 3710151 w 3710151"/>
                      <a:gd name="connsiteY7-454" fmla="*/ 1345324 h 1418896"/>
                      <a:gd name="connsiteX8-455" fmla="*/ 3426372 w 3710151"/>
                      <a:gd name="connsiteY8-456" fmla="*/ 1408386 h 1418896"/>
                      <a:gd name="connsiteX9-457" fmla="*/ 1849820 w 3710151"/>
                      <a:gd name="connsiteY9-458" fmla="*/ 746234 h 1418896"/>
                      <a:gd name="connsiteX10-459" fmla="*/ 241737 w 3710151"/>
                      <a:gd name="connsiteY10-460" fmla="*/ 1418896 h 1418896"/>
                      <a:gd name="connsiteX11-461" fmla="*/ 0 w 3710151"/>
                      <a:gd name="connsiteY11-462" fmla="*/ 1334814 h 1418896"/>
                      <a:gd name="connsiteX12-463" fmla="*/ 1124606 w 3710151"/>
                      <a:gd name="connsiteY12-464" fmla="*/ 903890 h 1418896"/>
                      <a:gd name="connsiteX13-465" fmla="*/ 1124605 w 3710151"/>
                      <a:gd name="connsiteY13-466" fmla="*/ 451945 h 1418896"/>
                      <a:gd name="connsiteX14-467" fmla="*/ 168164 w 3710151"/>
                      <a:gd name="connsiteY14-468" fmla="*/ 84081 h 1418896"/>
                      <a:gd name="connsiteX15-469" fmla="*/ 147144 w 3710151"/>
                      <a:gd name="connsiteY15-470" fmla="*/ 73572 h 1418896"/>
                      <a:gd name="connsiteX0-471" fmla="*/ 147144 w 3710151"/>
                      <a:gd name="connsiteY0-472" fmla="*/ 73572 h 1418896"/>
                      <a:gd name="connsiteX1-473" fmla="*/ 430924 w 3710151"/>
                      <a:gd name="connsiteY1-474" fmla="*/ 0 h 1418896"/>
                      <a:gd name="connsiteX2-475" fmla="*/ 1838028 w 3710151"/>
                      <a:gd name="connsiteY2-476" fmla="*/ 591655 h 1418896"/>
                      <a:gd name="connsiteX3-477" fmla="*/ 3342289 w 3710151"/>
                      <a:gd name="connsiteY3-478" fmla="*/ 0 h 1418896"/>
                      <a:gd name="connsiteX4-479" fmla="*/ 3563006 w 3710151"/>
                      <a:gd name="connsiteY4-480" fmla="*/ 73572 h 1418896"/>
                      <a:gd name="connsiteX5-481" fmla="*/ 2617717 w 3710151"/>
                      <a:gd name="connsiteY5-482" fmla="*/ 448868 h 1418896"/>
                      <a:gd name="connsiteX6-483" fmla="*/ 2610282 w 3710151"/>
                      <a:gd name="connsiteY6-484" fmla="*/ 902607 h 1418896"/>
                      <a:gd name="connsiteX7-485" fmla="*/ 3710151 w 3710151"/>
                      <a:gd name="connsiteY7-486" fmla="*/ 1345324 h 1418896"/>
                      <a:gd name="connsiteX8-487" fmla="*/ 3426372 w 3710151"/>
                      <a:gd name="connsiteY8-488" fmla="*/ 1408386 h 1418896"/>
                      <a:gd name="connsiteX9-489" fmla="*/ 1849820 w 3710151"/>
                      <a:gd name="connsiteY9-490" fmla="*/ 746234 h 1418896"/>
                      <a:gd name="connsiteX10-491" fmla="*/ 241737 w 3710151"/>
                      <a:gd name="connsiteY10-492" fmla="*/ 1418896 h 1418896"/>
                      <a:gd name="connsiteX11-493" fmla="*/ 0 w 3710151"/>
                      <a:gd name="connsiteY11-494" fmla="*/ 1334814 h 1418896"/>
                      <a:gd name="connsiteX12-495" fmla="*/ 1124606 w 3710151"/>
                      <a:gd name="connsiteY12-496" fmla="*/ 903890 h 1418896"/>
                      <a:gd name="connsiteX13-497" fmla="*/ 1124605 w 3710151"/>
                      <a:gd name="connsiteY13-498" fmla="*/ 451945 h 1418896"/>
                      <a:gd name="connsiteX14-499" fmla="*/ 168164 w 3710151"/>
                      <a:gd name="connsiteY14-500" fmla="*/ 84081 h 1418896"/>
                      <a:gd name="connsiteX15-501" fmla="*/ 147144 w 3710151"/>
                      <a:gd name="connsiteY15-502" fmla="*/ 73572 h 1418896"/>
                      <a:gd name="connsiteX0-503" fmla="*/ 147144 w 3710151"/>
                      <a:gd name="connsiteY0-504" fmla="*/ 73572 h 1418896"/>
                      <a:gd name="connsiteX1-505" fmla="*/ 430924 w 3710151"/>
                      <a:gd name="connsiteY1-506" fmla="*/ 0 h 1418896"/>
                      <a:gd name="connsiteX2-507" fmla="*/ 1838028 w 3710151"/>
                      <a:gd name="connsiteY2-508" fmla="*/ 591655 h 1418896"/>
                      <a:gd name="connsiteX3-509" fmla="*/ 3342289 w 3710151"/>
                      <a:gd name="connsiteY3-510" fmla="*/ 0 h 1418896"/>
                      <a:gd name="connsiteX4-511" fmla="*/ 3563006 w 3710151"/>
                      <a:gd name="connsiteY4-512" fmla="*/ 73572 h 1418896"/>
                      <a:gd name="connsiteX5-513" fmla="*/ 2617717 w 3710151"/>
                      <a:gd name="connsiteY5-514" fmla="*/ 448868 h 1418896"/>
                      <a:gd name="connsiteX6-515" fmla="*/ 2610282 w 3710151"/>
                      <a:gd name="connsiteY6-516" fmla="*/ 902607 h 1418896"/>
                      <a:gd name="connsiteX7-517" fmla="*/ 3710151 w 3710151"/>
                      <a:gd name="connsiteY7-518" fmla="*/ 1345324 h 1418896"/>
                      <a:gd name="connsiteX8-519" fmla="*/ 3426372 w 3710151"/>
                      <a:gd name="connsiteY8-520" fmla="*/ 1408386 h 1418896"/>
                      <a:gd name="connsiteX9-521" fmla="*/ 1849820 w 3710151"/>
                      <a:gd name="connsiteY9-522" fmla="*/ 746234 h 1418896"/>
                      <a:gd name="connsiteX10-523" fmla="*/ 241737 w 3710151"/>
                      <a:gd name="connsiteY10-524" fmla="*/ 1418896 h 1418896"/>
                      <a:gd name="connsiteX11-525" fmla="*/ 0 w 3710151"/>
                      <a:gd name="connsiteY11-526" fmla="*/ 1334814 h 1418896"/>
                      <a:gd name="connsiteX12-527" fmla="*/ 1124606 w 3710151"/>
                      <a:gd name="connsiteY12-528" fmla="*/ 903890 h 1418896"/>
                      <a:gd name="connsiteX13-529" fmla="*/ 1087434 w 3710151"/>
                      <a:gd name="connsiteY13-530" fmla="*/ 451945 h 1418896"/>
                      <a:gd name="connsiteX14-531" fmla="*/ 168164 w 3710151"/>
                      <a:gd name="connsiteY14-532" fmla="*/ 84081 h 1418896"/>
                      <a:gd name="connsiteX15-533" fmla="*/ 147144 w 3710151"/>
                      <a:gd name="connsiteY15-534" fmla="*/ 73572 h 1418896"/>
                      <a:gd name="connsiteX0-535" fmla="*/ 147144 w 3710151"/>
                      <a:gd name="connsiteY0-536" fmla="*/ 73572 h 1418896"/>
                      <a:gd name="connsiteX1-537" fmla="*/ 430924 w 3710151"/>
                      <a:gd name="connsiteY1-538" fmla="*/ 0 h 1418896"/>
                      <a:gd name="connsiteX2-539" fmla="*/ 1838028 w 3710151"/>
                      <a:gd name="connsiteY2-540" fmla="*/ 591655 h 1418896"/>
                      <a:gd name="connsiteX3-541" fmla="*/ 3342289 w 3710151"/>
                      <a:gd name="connsiteY3-542" fmla="*/ 0 h 1418896"/>
                      <a:gd name="connsiteX4-543" fmla="*/ 3563006 w 3710151"/>
                      <a:gd name="connsiteY4-544" fmla="*/ 73572 h 1418896"/>
                      <a:gd name="connsiteX5-545" fmla="*/ 2617717 w 3710151"/>
                      <a:gd name="connsiteY5-546" fmla="*/ 448868 h 1418896"/>
                      <a:gd name="connsiteX6-547" fmla="*/ 2610282 w 3710151"/>
                      <a:gd name="connsiteY6-548" fmla="*/ 902607 h 1418896"/>
                      <a:gd name="connsiteX7-549" fmla="*/ 3710151 w 3710151"/>
                      <a:gd name="connsiteY7-550" fmla="*/ 1345324 h 1418896"/>
                      <a:gd name="connsiteX8-551" fmla="*/ 3426372 w 3710151"/>
                      <a:gd name="connsiteY8-552" fmla="*/ 1408386 h 1418896"/>
                      <a:gd name="connsiteX9-553" fmla="*/ 1849820 w 3710151"/>
                      <a:gd name="connsiteY9-554" fmla="*/ 746234 h 1418896"/>
                      <a:gd name="connsiteX10-555" fmla="*/ 241737 w 3710151"/>
                      <a:gd name="connsiteY10-556" fmla="*/ 1418896 h 1418896"/>
                      <a:gd name="connsiteX11-557" fmla="*/ 0 w 3710151"/>
                      <a:gd name="connsiteY11-558" fmla="*/ 1334814 h 1418896"/>
                      <a:gd name="connsiteX12-559" fmla="*/ 1098586 w 3710151"/>
                      <a:gd name="connsiteY12-560" fmla="*/ 903890 h 1418896"/>
                      <a:gd name="connsiteX13-561" fmla="*/ 1087434 w 3710151"/>
                      <a:gd name="connsiteY13-562" fmla="*/ 451945 h 1418896"/>
                      <a:gd name="connsiteX14-563" fmla="*/ 168164 w 3710151"/>
                      <a:gd name="connsiteY14-564" fmla="*/ 84081 h 1418896"/>
                      <a:gd name="connsiteX15-565" fmla="*/ 147144 w 3710151"/>
                      <a:gd name="connsiteY15-566" fmla="*/ 73572 h 1418896"/>
                      <a:gd name="connsiteX0-567" fmla="*/ 162012 w 3725019"/>
                      <a:gd name="connsiteY0-568" fmla="*/ 73572 h 1418896"/>
                      <a:gd name="connsiteX1-569" fmla="*/ 445792 w 3725019"/>
                      <a:gd name="connsiteY1-570" fmla="*/ 0 h 1418896"/>
                      <a:gd name="connsiteX2-571" fmla="*/ 1852896 w 3725019"/>
                      <a:gd name="connsiteY2-572" fmla="*/ 591655 h 1418896"/>
                      <a:gd name="connsiteX3-573" fmla="*/ 3357157 w 3725019"/>
                      <a:gd name="connsiteY3-574" fmla="*/ 0 h 1418896"/>
                      <a:gd name="connsiteX4-575" fmla="*/ 3577874 w 3725019"/>
                      <a:gd name="connsiteY4-576" fmla="*/ 73572 h 1418896"/>
                      <a:gd name="connsiteX5-577" fmla="*/ 2632585 w 3725019"/>
                      <a:gd name="connsiteY5-578" fmla="*/ 448868 h 1418896"/>
                      <a:gd name="connsiteX6-579" fmla="*/ 2625150 w 3725019"/>
                      <a:gd name="connsiteY6-580" fmla="*/ 902607 h 1418896"/>
                      <a:gd name="connsiteX7-581" fmla="*/ 3725019 w 3725019"/>
                      <a:gd name="connsiteY7-582" fmla="*/ 1345324 h 1418896"/>
                      <a:gd name="connsiteX8-583" fmla="*/ 3441240 w 3725019"/>
                      <a:gd name="connsiteY8-584" fmla="*/ 1408386 h 1418896"/>
                      <a:gd name="connsiteX9-585" fmla="*/ 1864688 w 3725019"/>
                      <a:gd name="connsiteY9-586" fmla="*/ 746234 h 1418896"/>
                      <a:gd name="connsiteX10-587" fmla="*/ 256605 w 3725019"/>
                      <a:gd name="connsiteY10-588" fmla="*/ 1418896 h 1418896"/>
                      <a:gd name="connsiteX11-589" fmla="*/ 0 w 3725019"/>
                      <a:gd name="connsiteY11-590" fmla="*/ 1331097 h 1418896"/>
                      <a:gd name="connsiteX12-591" fmla="*/ 1113454 w 3725019"/>
                      <a:gd name="connsiteY12-592" fmla="*/ 903890 h 1418896"/>
                      <a:gd name="connsiteX13-593" fmla="*/ 1102302 w 3725019"/>
                      <a:gd name="connsiteY13-594" fmla="*/ 451945 h 1418896"/>
                      <a:gd name="connsiteX14-595" fmla="*/ 183032 w 3725019"/>
                      <a:gd name="connsiteY14-596" fmla="*/ 84081 h 1418896"/>
                      <a:gd name="connsiteX15-597" fmla="*/ 162012 w 3725019"/>
                      <a:gd name="connsiteY15-598" fmla="*/ 73572 h 141889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  <a:cxn ang="0">
                        <a:pos x="connsiteX11-23" y="connsiteY11-24"/>
                      </a:cxn>
                      <a:cxn ang="0">
                        <a:pos x="connsiteX12-25" y="connsiteY12-26"/>
                      </a:cxn>
                      <a:cxn ang="0">
                        <a:pos x="connsiteX13-27" y="connsiteY13-28"/>
                      </a:cxn>
                      <a:cxn ang="0">
                        <a:pos x="connsiteX14-29" y="connsiteY14-30"/>
                      </a:cxn>
                      <a:cxn ang="0">
                        <a:pos x="connsiteX15-31" y="connsiteY15-32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392" name="Group 391"/>
              <p:cNvGrpSpPr/>
              <p:nvPr/>
            </p:nvGrpSpPr>
            <p:grpSpPr>
              <a:xfrm>
                <a:off x="11064947" y="3428485"/>
                <a:ext cx="423724" cy="405973"/>
                <a:chOff x="5103720" y="2693365"/>
                <a:chExt cx="611650" cy="414788"/>
              </a:xfrm>
            </p:grpSpPr>
            <p:cxnSp>
              <p:nvCxnSpPr>
                <p:cNvPr id="393" name="Straight Connector 392"/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95" name="Group 394"/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96" name="Picture 395" descr="server_rack.png"/>
                  <p:cNvPicPr>
                    <a:picLocks noChangeAspect="1"/>
                  </p:cNvPicPr>
                  <p:nvPr/>
                </p:nvPicPr>
                <p:blipFill>
                  <a:blip r:embed="rId1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7" name="Picture 396" descr="server_rack.png"/>
                  <p:cNvPicPr>
                    <a:picLocks noChangeAspect="1"/>
                  </p:cNvPicPr>
                  <p:nvPr/>
                </p:nvPicPr>
                <p:blipFill>
                  <a:blip r:embed="rId1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8" name="Picture 397" descr="server_rack.png"/>
                  <p:cNvPicPr>
                    <a:picLocks noChangeAspect="1"/>
                  </p:cNvPicPr>
                  <p:nvPr/>
                </p:nvPicPr>
                <p:blipFill>
                  <a:blip r:embed="rId1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</p:grpSp>
        <p:grpSp>
          <p:nvGrpSpPr>
            <p:cNvPr id="10" name="Group 9"/>
            <p:cNvGrpSpPr/>
            <p:nvPr/>
          </p:nvGrpSpPr>
          <p:grpSpPr>
            <a:xfrm>
              <a:off x="7975881" y="4741266"/>
              <a:ext cx="2318709" cy="1245936"/>
              <a:chOff x="7948367" y="4775686"/>
              <a:chExt cx="2318709" cy="1245936"/>
            </a:xfrm>
          </p:grpSpPr>
          <p:sp>
            <p:nvSpPr>
              <p:cNvPr id="22" name="Line 428"/>
              <p:cNvSpPr>
                <a:spLocks noChangeShapeType="1"/>
              </p:cNvSpPr>
              <p:nvPr/>
            </p:nvSpPr>
            <p:spPr bwMode="auto">
              <a:xfrm rot="16200000" flipV="1">
                <a:off x="9789609" y="5251739"/>
                <a:ext cx="388062" cy="75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" name="Line 435"/>
              <p:cNvSpPr>
                <a:spLocks noChangeShapeType="1"/>
              </p:cNvSpPr>
              <p:nvPr/>
            </p:nvSpPr>
            <p:spPr bwMode="auto">
              <a:xfrm>
                <a:off x="8210207" y="5117334"/>
                <a:ext cx="226800" cy="1270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7" name="Line 440"/>
              <p:cNvSpPr>
                <a:spLocks noChangeShapeType="1"/>
              </p:cNvSpPr>
              <p:nvPr/>
            </p:nvSpPr>
            <p:spPr bwMode="auto">
              <a:xfrm flipV="1">
                <a:off x="8459425" y="5036562"/>
                <a:ext cx="404236" cy="20777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4" name="Group 3"/>
              <p:cNvGrpSpPr/>
              <p:nvPr/>
            </p:nvGrpSpPr>
            <p:grpSpPr>
              <a:xfrm>
                <a:off x="7948367" y="4775686"/>
                <a:ext cx="2318709" cy="1245936"/>
                <a:chOff x="7948367" y="4775686"/>
                <a:chExt cx="2318709" cy="1245936"/>
              </a:xfrm>
            </p:grpSpPr>
            <p:sp>
              <p:nvSpPr>
                <p:cNvPr id="24" name="Line 430"/>
                <p:cNvSpPr>
                  <a:spLocks noChangeShapeType="1"/>
                </p:cNvSpPr>
                <p:nvPr/>
              </p:nvSpPr>
              <p:spPr bwMode="auto">
                <a:xfrm rot="16200000">
                  <a:off x="10209926" y="5405286"/>
                  <a:ext cx="0" cy="11430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" name="Line 431"/>
                <p:cNvSpPr>
                  <a:spLocks noChangeShapeType="1"/>
                </p:cNvSpPr>
                <p:nvPr/>
              </p:nvSpPr>
              <p:spPr bwMode="auto">
                <a:xfrm>
                  <a:off x="9432959" y="4838517"/>
                  <a:ext cx="524483" cy="261537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" name="Line 432"/>
                <p:cNvSpPr>
                  <a:spLocks noChangeShapeType="1"/>
                </p:cNvSpPr>
                <p:nvPr/>
              </p:nvSpPr>
              <p:spPr bwMode="auto">
                <a:xfrm flipV="1">
                  <a:off x="8850066" y="4838517"/>
                  <a:ext cx="569255" cy="24626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7" name="Line 433"/>
                <p:cNvSpPr>
                  <a:spLocks noChangeShapeType="1"/>
                </p:cNvSpPr>
                <p:nvPr/>
              </p:nvSpPr>
              <p:spPr bwMode="auto">
                <a:xfrm flipV="1">
                  <a:off x="8821744" y="5108876"/>
                  <a:ext cx="1030502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9" name="Line 436"/>
                <p:cNvSpPr>
                  <a:spLocks noChangeShapeType="1"/>
                </p:cNvSpPr>
                <p:nvPr/>
              </p:nvSpPr>
              <p:spPr bwMode="auto">
                <a:xfrm flipV="1">
                  <a:off x="7948367" y="5290470"/>
                  <a:ext cx="41275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0" name="Line 439"/>
                <p:cNvSpPr>
                  <a:spLocks noChangeShapeType="1"/>
                </p:cNvSpPr>
                <p:nvPr/>
              </p:nvSpPr>
              <p:spPr bwMode="auto">
                <a:xfrm flipH="1">
                  <a:off x="8373817" y="5282252"/>
                  <a:ext cx="68080" cy="2939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1" name="Line 440"/>
                <p:cNvSpPr>
                  <a:spLocks noChangeShapeType="1"/>
                </p:cNvSpPr>
                <p:nvPr/>
              </p:nvSpPr>
              <p:spPr bwMode="auto">
                <a:xfrm flipH="1" flipV="1">
                  <a:off x="8488731" y="5307931"/>
                  <a:ext cx="280374" cy="26987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" name="Line 441"/>
                <p:cNvSpPr>
                  <a:spLocks noChangeShapeType="1"/>
                </p:cNvSpPr>
                <p:nvPr/>
              </p:nvSpPr>
              <p:spPr bwMode="auto">
                <a:xfrm>
                  <a:off x="8488731" y="5258048"/>
                  <a:ext cx="914184" cy="46862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8" name="Line 428"/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885545" y="5583471"/>
                  <a:ext cx="366793" cy="1482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260" name="Picture 781" descr="antenna_radiation_stylized"/>
                <p:cNvPicPr>
                  <a:picLocks noChangeAspect="1" noChangeArrowheads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073" y="5480938"/>
                  <a:ext cx="452014" cy="9515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9" name="Picture 780" descr="access_point_stylized_small"/>
                <p:cNvPicPr>
                  <a:picLocks noChangeAspect="1" noChangeArrowheads="1"/>
                </p:cNvPicPr>
                <p:nvPr/>
              </p:nvPicPr>
              <p:blipFill>
                <a:blip r:embed="rId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90610" y="5524232"/>
                  <a:ext cx="380935" cy="3174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471" name="Group 470"/>
                <p:cNvGrpSpPr/>
                <p:nvPr/>
              </p:nvGrpSpPr>
              <p:grpSpPr>
                <a:xfrm>
                  <a:off x="9783558" y="4989983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72" name="Freeform 471"/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-1" fmla="*/ 8187558 w 8187558"/>
                      <a:gd name="connsiteY0-2" fmla="*/ 0 h 2617076"/>
                      <a:gd name="connsiteX1-3" fmla="*/ 8187558 w 8187558"/>
                      <a:gd name="connsiteY1-4" fmla="*/ 1271752 h 2617076"/>
                      <a:gd name="connsiteX2-5" fmla="*/ 4025462 w 8187558"/>
                      <a:gd name="connsiteY2-6" fmla="*/ 2617076 h 2617076"/>
                      <a:gd name="connsiteX3-7" fmla="*/ 0 w 8187558"/>
                      <a:gd name="connsiteY3-8" fmla="*/ 1229711 h 2617076"/>
                      <a:gd name="connsiteX4-9" fmla="*/ 31531 w 8187558"/>
                      <a:gd name="connsiteY4-10" fmla="*/ 147145 h 2617076"/>
                      <a:gd name="connsiteX5-11" fmla="*/ 4046482 w 8187558"/>
                      <a:gd name="connsiteY5-12" fmla="*/ 1576552 h 2617076"/>
                      <a:gd name="connsiteX6-13" fmla="*/ 8187558 w 8187558"/>
                      <a:gd name="connsiteY6-14" fmla="*/ 0 h 2617076"/>
                      <a:gd name="connsiteX0-15" fmla="*/ 8187558 w 8187558"/>
                      <a:gd name="connsiteY0-16" fmla="*/ 0 h 2617076"/>
                      <a:gd name="connsiteX1-17" fmla="*/ 8187558 w 8187558"/>
                      <a:gd name="connsiteY1-18" fmla="*/ 1271752 h 2617076"/>
                      <a:gd name="connsiteX2-19" fmla="*/ 4025462 w 8187558"/>
                      <a:gd name="connsiteY2-20" fmla="*/ 2617076 h 2617076"/>
                      <a:gd name="connsiteX3-21" fmla="*/ 0 w 8187558"/>
                      <a:gd name="connsiteY3-22" fmla="*/ 1229711 h 2617076"/>
                      <a:gd name="connsiteX4-23" fmla="*/ 31531 w 8187558"/>
                      <a:gd name="connsiteY4-24" fmla="*/ 147145 h 2617076"/>
                      <a:gd name="connsiteX5-25" fmla="*/ 4046482 w 8187558"/>
                      <a:gd name="connsiteY5-26" fmla="*/ 1576552 h 2617076"/>
                      <a:gd name="connsiteX6-27" fmla="*/ 8187558 w 8187558"/>
                      <a:gd name="connsiteY6-28" fmla="*/ 0 h 2617076"/>
                      <a:gd name="connsiteX0-29" fmla="*/ 8187558 w 8187558"/>
                      <a:gd name="connsiteY0-30" fmla="*/ 0 h 2617076"/>
                      <a:gd name="connsiteX1-31" fmla="*/ 8187558 w 8187558"/>
                      <a:gd name="connsiteY1-32" fmla="*/ 1271752 h 2617076"/>
                      <a:gd name="connsiteX2-33" fmla="*/ 4025462 w 8187558"/>
                      <a:gd name="connsiteY2-34" fmla="*/ 2617076 h 2617076"/>
                      <a:gd name="connsiteX3-35" fmla="*/ 0 w 8187558"/>
                      <a:gd name="connsiteY3-36" fmla="*/ 1229711 h 2617076"/>
                      <a:gd name="connsiteX4-37" fmla="*/ 31531 w 8187558"/>
                      <a:gd name="connsiteY4-38" fmla="*/ 147145 h 2617076"/>
                      <a:gd name="connsiteX5-39" fmla="*/ 4046482 w 8187558"/>
                      <a:gd name="connsiteY5-40" fmla="*/ 1576552 h 2617076"/>
                      <a:gd name="connsiteX6-41" fmla="*/ 8187558 w 8187558"/>
                      <a:gd name="connsiteY6-42" fmla="*/ 0 h 2617076"/>
                      <a:gd name="connsiteX0-43" fmla="*/ 8187558 w 8187558"/>
                      <a:gd name="connsiteY0-44" fmla="*/ 0 h 2617076"/>
                      <a:gd name="connsiteX1-45" fmla="*/ 8187558 w 8187558"/>
                      <a:gd name="connsiteY1-46" fmla="*/ 1271752 h 2617076"/>
                      <a:gd name="connsiteX2-47" fmla="*/ 4025462 w 8187558"/>
                      <a:gd name="connsiteY2-48" fmla="*/ 2617076 h 2617076"/>
                      <a:gd name="connsiteX3-49" fmla="*/ 0 w 8187558"/>
                      <a:gd name="connsiteY3-50" fmla="*/ 1229711 h 2617076"/>
                      <a:gd name="connsiteX4-51" fmla="*/ 31531 w 8187558"/>
                      <a:gd name="connsiteY4-52" fmla="*/ 147145 h 2617076"/>
                      <a:gd name="connsiteX5-53" fmla="*/ 4046482 w 8187558"/>
                      <a:gd name="connsiteY5-54" fmla="*/ 1576552 h 2617076"/>
                      <a:gd name="connsiteX6-55" fmla="*/ 8187558 w 8187558"/>
                      <a:gd name="connsiteY6-56" fmla="*/ 0 h 2617076"/>
                      <a:gd name="connsiteX0-57" fmla="*/ 8187558 w 8187558"/>
                      <a:gd name="connsiteY0-58" fmla="*/ 0 h 2617076"/>
                      <a:gd name="connsiteX1-59" fmla="*/ 8187558 w 8187558"/>
                      <a:gd name="connsiteY1-60" fmla="*/ 1271752 h 2617076"/>
                      <a:gd name="connsiteX2-61" fmla="*/ 4025462 w 8187558"/>
                      <a:gd name="connsiteY2-62" fmla="*/ 2617076 h 2617076"/>
                      <a:gd name="connsiteX3-63" fmla="*/ 0 w 8187558"/>
                      <a:gd name="connsiteY3-64" fmla="*/ 1229711 h 2617076"/>
                      <a:gd name="connsiteX4-65" fmla="*/ 31531 w 8187558"/>
                      <a:gd name="connsiteY4-66" fmla="*/ 147145 h 2617076"/>
                      <a:gd name="connsiteX5-67" fmla="*/ 4046482 w 8187558"/>
                      <a:gd name="connsiteY5-68" fmla="*/ 1576552 h 2617076"/>
                      <a:gd name="connsiteX6-69" fmla="*/ 8187558 w 8187558"/>
                      <a:gd name="connsiteY6-70" fmla="*/ 0 h 2617076"/>
                      <a:gd name="connsiteX0-71" fmla="*/ 8187558 w 8187558"/>
                      <a:gd name="connsiteY0-72" fmla="*/ 0 h 2617076"/>
                      <a:gd name="connsiteX1-73" fmla="*/ 8187558 w 8187558"/>
                      <a:gd name="connsiteY1-74" fmla="*/ 1271752 h 2617076"/>
                      <a:gd name="connsiteX2-75" fmla="*/ 4025462 w 8187558"/>
                      <a:gd name="connsiteY2-76" fmla="*/ 2617076 h 2617076"/>
                      <a:gd name="connsiteX3-77" fmla="*/ 0 w 8187558"/>
                      <a:gd name="connsiteY3-78" fmla="*/ 1229711 h 2617076"/>
                      <a:gd name="connsiteX4-79" fmla="*/ 31531 w 8187558"/>
                      <a:gd name="connsiteY4-80" fmla="*/ 147145 h 2617076"/>
                      <a:gd name="connsiteX5-81" fmla="*/ 4046482 w 8187558"/>
                      <a:gd name="connsiteY5-82" fmla="*/ 1576552 h 2617076"/>
                      <a:gd name="connsiteX6-83" fmla="*/ 8187558 w 8187558"/>
                      <a:gd name="connsiteY6-84" fmla="*/ 0 h 2617076"/>
                      <a:gd name="connsiteX0-85" fmla="*/ 8187558 w 8187558"/>
                      <a:gd name="connsiteY0-86" fmla="*/ 0 h 2638097"/>
                      <a:gd name="connsiteX1-87" fmla="*/ 8187558 w 8187558"/>
                      <a:gd name="connsiteY1-88" fmla="*/ 1271752 h 2638097"/>
                      <a:gd name="connsiteX2-89" fmla="*/ 4099035 w 8187558"/>
                      <a:gd name="connsiteY2-90" fmla="*/ 2638097 h 2638097"/>
                      <a:gd name="connsiteX3-91" fmla="*/ 0 w 8187558"/>
                      <a:gd name="connsiteY3-92" fmla="*/ 1229711 h 2638097"/>
                      <a:gd name="connsiteX4-93" fmla="*/ 31531 w 8187558"/>
                      <a:gd name="connsiteY4-94" fmla="*/ 147145 h 2638097"/>
                      <a:gd name="connsiteX5-95" fmla="*/ 4046482 w 8187558"/>
                      <a:gd name="connsiteY5-96" fmla="*/ 1576552 h 2638097"/>
                      <a:gd name="connsiteX6-97" fmla="*/ 8187558 w 8187558"/>
                      <a:gd name="connsiteY6-98" fmla="*/ 0 h 2638097"/>
                      <a:gd name="connsiteX0-99" fmla="*/ 8187558 w 8187558"/>
                      <a:gd name="connsiteY0-100" fmla="*/ 0 h 2638097"/>
                      <a:gd name="connsiteX1-101" fmla="*/ 8187558 w 8187558"/>
                      <a:gd name="connsiteY1-102" fmla="*/ 1271752 h 2638097"/>
                      <a:gd name="connsiteX2-103" fmla="*/ 4099035 w 8187558"/>
                      <a:gd name="connsiteY2-104" fmla="*/ 2638097 h 2638097"/>
                      <a:gd name="connsiteX3-105" fmla="*/ 0 w 8187558"/>
                      <a:gd name="connsiteY3-106" fmla="*/ 1229711 h 2638097"/>
                      <a:gd name="connsiteX4-107" fmla="*/ 31531 w 8187558"/>
                      <a:gd name="connsiteY4-108" fmla="*/ 147145 h 2638097"/>
                      <a:gd name="connsiteX5-109" fmla="*/ 4046482 w 8187558"/>
                      <a:gd name="connsiteY5-110" fmla="*/ 1576552 h 2638097"/>
                      <a:gd name="connsiteX6-111" fmla="*/ 8187558 w 8187558"/>
                      <a:gd name="connsiteY6-112" fmla="*/ 0 h 2638097"/>
                      <a:gd name="connsiteX0-113" fmla="*/ 8187558 w 8187558"/>
                      <a:gd name="connsiteY0-114" fmla="*/ 0 h 2638097"/>
                      <a:gd name="connsiteX1-115" fmla="*/ 8187558 w 8187558"/>
                      <a:gd name="connsiteY1-116" fmla="*/ 1271752 h 2638097"/>
                      <a:gd name="connsiteX2-117" fmla="*/ 4099035 w 8187558"/>
                      <a:gd name="connsiteY2-118" fmla="*/ 2638097 h 2638097"/>
                      <a:gd name="connsiteX3-119" fmla="*/ 0 w 8187558"/>
                      <a:gd name="connsiteY3-120" fmla="*/ 1229711 h 2638097"/>
                      <a:gd name="connsiteX4-121" fmla="*/ 31531 w 8187558"/>
                      <a:gd name="connsiteY4-122" fmla="*/ 147145 h 2638097"/>
                      <a:gd name="connsiteX5-123" fmla="*/ 4046482 w 8187558"/>
                      <a:gd name="connsiteY5-124" fmla="*/ 1576552 h 2638097"/>
                      <a:gd name="connsiteX6-125" fmla="*/ 8187558 w 8187558"/>
                      <a:gd name="connsiteY6-126" fmla="*/ 0 h 2638097"/>
                      <a:gd name="connsiteX0-127" fmla="*/ 8187558 w 8187558"/>
                      <a:gd name="connsiteY0-128" fmla="*/ 0 h 2638097"/>
                      <a:gd name="connsiteX1-129" fmla="*/ 8187558 w 8187558"/>
                      <a:gd name="connsiteY1-130" fmla="*/ 1271752 h 2638097"/>
                      <a:gd name="connsiteX2-131" fmla="*/ 4099035 w 8187558"/>
                      <a:gd name="connsiteY2-132" fmla="*/ 2638097 h 2638097"/>
                      <a:gd name="connsiteX3-133" fmla="*/ 0 w 8187558"/>
                      <a:gd name="connsiteY3-134" fmla="*/ 1229711 h 2638097"/>
                      <a:gd name="connsiteX4-135" fmla="*/ 31531 w 8187558"/>
                      <a:gd name="connsiteY4-136" fmla="*/ 147145 h 2638097"/>
                      <a:gd name="connsiteX5-137" fmla="*/ 4046482 w 8187558"/>
                      <a:gd name="connsiteY5-138" fmla="*/ 1576552 h 2638097"/>
                      <a:gd name="connsiteX6-139" fmla="*/ 8187558 w 8187558"/>
                      <a:gd name="connsiteY6-140" fmla="*/ 0 h 2638097"/>
                      <a:gd name="connsiteX0-141" fmla="*/ 8187558 w 8187558"/>
                      <a:gd name="connsiteY0-142" fmla="*/ 0 h 2638097"/>
                      <a:gd name="connsiteX1-143" fmla="*/ 8187558 w 8187558"/>
                      <a:gd name="connsiteY1-144" fmla="*/ 1271752 h 2638097"/>
                      <a:gd name="connsiteX2-145" fmla="*/ 4099035 w 8187558"/>
                      <a:gd name="connsiteY2-146" fmla="*/ 2638097 h 2638097"/>
                      <a:gd name="connsiteX3-147" fmla="*/ 0 w 8187558"/>
                      <a:gd name="connsiteY3-148" fmla="*/ 1229711 h 2638097"/>
                      <a:gd name="connsiteX4-149" fmla="*/ 31531 w 8187558"/>
                      <a:gd name="connsiteY4-150" fmla="*/ 147145 h 2638097"/>
                      <a:gd name="connsiteX5-151" fmla="*/ 4088524 w 8187558"/>
                      <a:gd name="connsiteY5-152" fmla="*/ 1597573 h 2638097"/>
                      <a:gd name="connsiteX6-153" fmla="*/ 8187558 w 8187558"/>
                      <a:gd name="connsiteY6-154" fmla="*/ 0 h 2638097"/>
                      <a:gd name="connsiteX0-155" fmla="*/ 8187558 w 8187558"/>
                      <a:gd name="connsiteY0-156" fmla="*/ 0 h 2638097"/>
                      <a:gd name="connsiteX1-157" fmla="*/ 8187558 w 8187558"/>
                      <a:gd name="connsiteY1-158" fmla="*/ 1271752 h 2638097"/>
                      <a:gd name="connsiteX2-159" fmla="*/ 4099035 w 8187558"/>
                      <a:gd name="connsiteY2-160" fmla="*/ 2638097 h 2638097"/>
                      <a:gd name="connsiteX3-161" fmla="*/ 0 w 8187558"/>
                      <a:gd name="connsiteY3-162" fmla="*/ 1229711 h 2638097"/>
                      <a:gd name="connsiteX4-163" fmla="*/ 31531 w 8187558"/>
                      <a:gd name="connsiteY4-164" fmla="*/ 147145 h 2638097"/>
                      <a:gd name="connsiteX5-165" fmla="*/ 4088524 w 8187558"/>
                      <a:gd name="connsiteY5-166" fmla="*/ 1597573 h 2638097"/>
                      <a:gd name="connsiteX6-167" fmla="*/ 8187558 w 8187558"/>
                      <a:gd name="connsiteY6-168" fmla="*/ 0 h 2638097"/>
                      <a:gd name="connsiteX0-169" fmla="*/ 8187558 w 8187558"/>
                      <a:gd name="connsiteY0-170" fmla="*/ 0 h 2638097"/>
                      <a:gd name="connsiteX1-171" fmla="*/ 8187558 w 8187558"/>
                      <a:gd name="connsiteY1-172" fmla="*/ 1271752 h 2638097"/>
                      <a:gd name="connsiteX2-173" fmla="*/ 4099035 w 8187558"/>
                      <a:gd name="connsiteY2-174" fmla="*/ 2638097 h 2638097"/>
                      <a:gd name="connsiteX3-175" fmla="*/ 0 w 8187558"/>
                      <a:gd name="connsiteY3-176" fmla="*/ 1229711 h 2638097"/>
                      <a:gd name="connsiteX4-177" fmla="*/ 31531 w 8187558"/>
                      <a:gd name="connsiteY4-178" fmla="*/ 147145 h 2638097"/>
                      <a:gd name="connsiteX5-179" fmla="*/ 4099035 w 8187558"/>
                      <a:gd name="connsiteY5-180" fmla="*/ 1566042 h 2638097"/>
                      <a:gd name="connsiteX6-181" fmla="*/ 8187558 w 8187558"/>
                      <a:gd name="connsiteY6-182" fmla="*/ 0 h 2638097"/>
                      <a:gd name="connsiteX0-183" fmla="*/ 8187558 w 8187558"/>
                      <a:gd name="connsiteY0-184" fmla="*/ 0 h 2638097"/>
                      <a:gd name="connsiteX1-185" fmla="*/ 8187558 w 8187558"/>
                      <a:gd name="connsiteY1-186" fmla="*/ 1271752 h 2638097"/>
                      <a:gd name="connsiteX2-187" fmla="*/ 4099035 w 8187558"/>
                      <a:gd name="connsiteY2-188" fmla="*/ 2638097 h 2638097"/>
                      <a:gd name="connsiteX3-189" fmla="*/ 0 w 8187558"/>
                      <a:gd name="connsiteY3-190" fmla="*/ 1229711 h 2638097"/>
                      <a:gd name="connsiteX4-191" fmla="*/ 31531 w 8187558"/>
                      <a:gd name="connsiteY4-192" fmla="*/ 147145 h 2638097"/>
                      <a:gd name="connsiteX5-193" fmla="*/ 4099035 w 8187558"/>
                      <a:gd name="connsiteY5-194" fmla="*/ 1566042 h 2638097"/>
                      <a:gd name="connsiteX6-195" fmla="*/ 8187558 w 8187558"/>
                      <a:gd name="connsiteY6-196" fmla="*/ 0 h 2638097"/>
                      <a:gd name="connsiteX0-197" fmla="*/ 8187558 w 8187558"/>
                      <a:gd name="connsiteY0-198" fmla="*/ 0 h 2638097"/>
                      <a:gd name="connsiteX1-199" fmla="*/ 8187558 w 8187558"/>
                      <a:gd name="connsiteY1-200" fmla="*/ 1271752 h 2638097"/>
                      <a:gd name="connsiteX2-201" fmla="*/ 4099035 w 8187558"/>
                      <a:gd name="connsiteY2-202" fmla="*/ 2638097 h 2638097"/>
                      <a:gd name="connsiteX3-203" fmla="*/ 0 w 8187558"/>
                      <a:gd name="connsiteY3-204" fmla="*/ 1229711 h 2638097"/>
                      <a:gd name="connsiteX4-205" fmla="*/ 31531 w 8187558"/>
                      <a:gd name="connsiteY4-206" fmla="*/ 147145 h 2638097"/>
                      <a:gd name="connsiteX5-207" fmla="*/ 4099035 w 8187558"/>
                      <a:gd name="connsiteY5-208" fmla="*/ 1566042 h 2638097"/>
                      <a:gd name="connsiteX6-209" fmla="*/ 8187558 w 8187558"/>
                      <a:gd name="connsiteY6-210" fmla="*/ 0 h 2638097"/>
                      <a:gd name="connsiteX0-211" fmla="*/ 8187558 w 8187558"/>
                      <a:gd name="connsiteY0-212" fmla="*/ 0 h 2638097"/>
                      <a:gd name="connsiteX1-213" fmla="*/ 8187558 w 8187558"/>
                      <a:gd name="connsiteY1-214" fmla="*/ 1271752 h 2638097"/>
                      <a:gd name="connsiteX2-215" fmla="*/ 4099035 w 8187558"/>
                      <a:gd name="connsiteY2-216" fmla="*/ 2638097 h 2638097"/>
                      <a:gd name="connsiteX3-217" fmla="*/ 0 w 8187558"/>
                      <a:gd name="connsiteY3-218" fmla="*/ 1229711 h 2638097"/>
                      <a:gd name="connsiteX4-219" fmla="*/ 31531 w 8187558"/>
                      <a:gd name="connsiteY4-220" fmla="*/ 147145 h 2638097"/>
                      <a:gd name="connsiteX5-221" fmla="*/ 4099035 w 8187558"/>
                      <a:gd name="connsiteY5-222" fmla="*/ 1566042 h 2638097"/>
                      <a:gd name="connsiteX6-223" fmla="*/ 8187558 w 8187558"/>
                      <a:gd name="connsiteY6-224" fmla="*/ 0 h 2638097"/>
                      <a:gd name="connsiteX0-225" fmla="*/ 8187558 w 8187558"/>
                      <a:gd name="connsiteY0-226" fmla="*/ 0 h 2638097"/>
                      <a:gd name="connsiteX1-227" fmla="*/ 8187558 w 8187558"/>
                      <a:gd name="connsiteY1-228" fmla="*/ 1271752 h 2638097"/>
                      <a:gd name="connsiteX2-229" fmla="*/ 4099035 w 8187558"/>
                      <a:gd name="connsiteY2-230" fmla="*/ 2638097 h 2638097"/>
                      <a:gd name="connsiteX3-231" fmla="*/ 0 w 8187558"/>
                      <a:gd name="connsiteY3-232" fmla="*/ 1229711 h 2638097"/>
                      <a:gd name="connsiteX4-233" fmla="*/ 31531 w 8187558"/>
                      <a:gd name="connsiteY4-234" fmla="*/ 147145 h 2638097"/>
                      <a:gd name="connsiteX5-235" fmla="*/ 4099035 w 8187558"/>
                      <a:gd name="connsiteY5-236" fmla="*/ 1566042 h 2638097"/>
                      <a:gd name="connsiteX6-237" fmla="*/ 8187558 w 8187558"/>
                      <a:gd name="connsiteY6-238" fmla="*/ 0 h 2638097"/>
                      <a:gd name="connsiteX0-239" fmla="*/ 8187558 w 8187558"/>
                      <a:gd name="connsiteY0-240" fmla="*/ 0 h 2638097"/>
                      <a:gd name="connsiteX1-241" fmla="*/ 8187558 w 8187558"/>
                      <a:gd name="connsiteY1-242" fmla="*/ 1271752 h 2638097"/>
                      <a:gd name="connsiteX2-243" fmla="*/ 4099035 w 8187558"/>
                      <a:gd name="connsiteY2-244" fmla="*/ 2638097 h 2638097"/>
                      <a:gd name="connsiteX3-245" fmla="*/ 0 w 8187558"/>
                      <a:gd name="connsiteY3-246" fmla="*/ 1229711 h 2638097"/>
                      <a:gd name="connsiteX4-247" fmla="*/ 31531 w 8187558"/>
                      <a:gd name="connsiteY4-248" fmla="*/ 147145 h 2638097"/>
                      <a:gd name="connsiteX5-249" fmla="*/ 4099035 w 8187558"/>
                      <a:gd name="connsiteY5-250" fmla="*/ 1566042 h 2638097"/>
                      <a:gd name="connsiteX6-251" fmla="*/ 8187558 w 8187558"/>
                      <a:gd name="connsiteY6-252" fmla="*/ 0 h 2638097"/>
                      <a:gd name="connsiteX0-253" fmla="*/ 8187558 w 8187558"/>
                      <a:gd name="connsiteY0-254" fmla="*/ 0 h 2638097"/>
                      <a:gd name="connsiteX1-255" fmla="*/ 8187558 w 8187558"/>
                      <a:gd name="connsiteY1-256" fmla="*/ 1271752 h 2638097"/>
                      <a:gd name="connsiteX2-257" fmla="*/ 4099035 w 8187558"/>
                      <a:gd name="connsiteY2-258" fmla="*/ 2638097 h 2638097"/>
                      <a:gd name="connsiteX3-259" fmla="*/ 0 w 8187558"/>
                      <a:gd name="connsiteY3-260" fmla="*/ 1229711 h 2638097"/>
                      <a:gd name="connsiteX4-261" fmla="*/ 31531 w 8187558"/>
                      <a:gd name="connsiteY4-262" fmla="*/ 147145 h 2638097"/>
                      <a:gd name="connsiteX5-263" fmla="*/ 4099035 w 8187558"/>
                      <a:gd name="connsiteY5-264" fmla="*/ 1566042 h 2638097"/>
                      <a:gd name="connsiteX6-265" fmla="*/ 8187558 w 8187558"/>
                      <a:gd name="connsiteY6-266" fmla="*/ 0 h 2638097"/>
                      <a:gd name="connsiteX0-267" fmla="*/ 8187558 w 8187558"/>
                      <a:gd name="connsiteY0-268" fmla="*/ 0 h 2638097"/>
                      <a:gd name="connsiteX1-269" fmla="*/ 8187558 w 8187558"/>
                      <a:gd name="connsiteY1-270" fmla="*/ 1271752 h 2638097"/>
                      <a:gd name="connsiteX2-271" fmla="*/ 4099035 w 8187558"/>
                      <a:gd name="connsiteY2-272" fmla="*/ 2638097 h 2638097"/>
                      <a:gd name="connsiteX3-273" fmla="*/ 0 w 8187558"/>
                      <a:gd name="connsiteY3-274" fmla="*/ 1229711 h 2638097"/>
                      <a:gd name="connsiteX4-275" fmla="*/ 31531 w 8187558"/>
                      <a:gd name="connsiteY4-276" fmla="*/ 147145 h 2638097"/>
                      <a:gd name="connsiteX5-277" fmla="*/ 4099035 w 8187558"/>
                      <a:gd name="connsiteY5-278" fmla="*/ 1566042 h 2638097"/>
                      <a:gd name="connsiteX6-279" fmla="*/ 8187558 w 8187558"/>
                      <a:gd name="connsiteY6-280" fmla="*/ 0 h 2638097"/>
                      <a:gd name="connsiteX0-281" fmla="*/ 8187558 w 8187558"/>
                      <a:gd name="connsiteY0-282" fmla="*/ 0 h 2638097"/>
                      <a:gd name="connsiteX1-283" fmla="*/ 8187558 w 8187558"/>
                      <a:gd name="connsiteY1-284" fmla="*/ 1271752 h 2638097"/>
                      <a:gd name="connsiteX2-285" fmla="*/ 4099035 w 8187558"/>
                      <a:gd name="connsiteY2-286" fmla="*/ 2638097 h 2638097"/>
                      <a:gd name="connsiteX3-287" fmla="*/ 0 w 8187558"/>
                      <a:gd name="connsiteY3-288" fmla="*/ 1229711 h 2638097"/>
                      <a:gd name="connsiteX4-289" fmla="*/ 31531 w 8187558"/>
                      <a:gd name="connsiteY4-290" fmla="*/ 147145 h 2638097"/>
                      <a:gd name="connsiteX5-291" fmla="*/ 4099035 w 8187558"/>
                      <a:gd name="connsiteY5-292" fmla="*/ 1566042 h 2638097"/>
                      <a:gd name="connsiteX6-293" fmla="*/ 8187558 w 8187558"/>
                      <a:gd name="connsiteY6-294" fmla="*/ 0 h 2638097"/>
                      <a:gd name="connsiteX0-295" fmla="*/ 8176538 w 8176538"/>
                      <a:gd name="connsiteY0-296" fmla="*/ 0 h 2638097"/>
                      <a:gd name="connsiteX1-297" fmla="*/ 8176538 w 8176538"/>
                      <a:gd name="connsiteY1-298" fmla="*/ 1271752 h 2638097"/>
                      <a:gd name="connsiteX2-299" fmla="*/ 4088015 w 8176538"/>
                      <a:gd name="connsiteY2-300" fmla="*/ 2638097 h 2638097"/>
                      <a:gd name="connsiteX3-301" fmla="*/ 0 w 8176538"/>
                      <a:gd name="connsiteY3-302" fmla="*/ 1269888 h 2638097"/>
                      <a:gd name="connsiteX4-303" fmla="*/ 20511 w 8176538"/>
                      <a:gd name="connsiteY4-304" fmla="*/ 147145 h 2638097"/>
                      <a:gd name="connsiteX5-305" fmla="*/ 4088015 w 8176538"/>
                      <a:gd name="connsiteY5-306" fmla="*/ 1566042 h 2638097"/>
                      <a:gd name="connsiteX6-307" fmla="*/ 8176538 w 8176538"/>
                      <a:gd name="connsiteY6-308" fmla="*/ 0 h 2638097"/>
                      <a:gd name="connsiteX0-309" fmla="*/ 8176538 w 8176538"/>
                      <a:gd name="connsiteY0-310" fmla="*/ 0 h 2772020"/>
                      <a:gd name="connsiteX1-311" fmla="*/ 8176538 w 8176538"/>
                      <a:gd name="connsiteY1-312" fmla="*/ 1271752 h 2772020"/>
                      <a:gd name="connsiteX2-313" fmla="*/ 4099034 w 8176538"/>
                      <a:gd name="connsiteY2-314" fmla="*/ 2772020 h 2772020"/>
                      <a:gd name="connsiteX3-315" fmla="*/ 0 w 8176538"/>
                      <a:gd name="connsiteY3-316" fmla="*/ 1269888 h 2772020"/>
                      <a:gd name="connsiteX4-317" fmla="*/ 20511 w 8176538"/>
                      <a:gd name="connsiteY4-318" fmla="*/ 147145 h 2772020"/>
                      <a:gd name="connsiteX5-319" fmla="*/ 4088015 w 8176538"/>
                      <a:gd name="connsiteY5-320" fmla="*/ 1566042 h 2772020"/>
                      <a:gd name="connsiteX6-321" fmla="*/ 8176538 w 8176538"/>
                      <a:gd name="connsiteY6-322" fmla="*/ 0 h 2772020"/>
                      <a:gd name="connsiteX0-323" fmla="*/ 8176538 w 8176538"/>
                      <a:gd name="connsiteY0-324" fmla="*/ 0 h 2772339"/>
                      <a:gd name="connsiteX1-325" fmla="*/ 8176538 w 8176538"/>
                      <a:gd name="connsiteY1-326" fmla="*/ 1378890 h 2772339"/>
                      <a:gd name="connsiteX2-327" fmla="*/ 4099034 w 8176538"/>
                      <a:gd name="connsiteY2-328" fmla="*/ 2772020 h 2772339"/>
                      <a:gd name="connsiteX3-329" fmla="*/ 0 w 8176538"/>
                      <a:gd name="connsiteY3-330" fmla="*/ 1269888 h 2772339"/>
                      <a:gd name="connsiteX4-331" fmla="*/ 20511 w 8176538"/>
                      <a:gd name="connsiteY4-332" fmla="*/ 147145 h 2772339"/>
                      <a:gd name="connsiteX5-333" fmla="*/ 4088015 w 8176538"/>
                      <a:gd name="connsiteY5-334" fmla="*/ 1566042 h 2772339"/>
                      <a:gd name="connsiteX6-335" fmla="*/ 8176538 w 8176538"/>
                      <a:gd name="connsiteY6-336" fmla="*/ 0 h 2772339"/>
                      <a:gd name="connsiteX0-337" fmla="*/ 8176538 w 8176538"/>
                      <a:gd name="connsiteY0-338" fmla="*/ 0 h 2825888"/>
                      <a:gd name="connsiteX1-339" fmla="*/ 8176538 w 8176538"/>
                      <a:gd name="connsiteY1-340" fmla="*/ 1378890 h 2825888"/>
                      <a:gd name="connsiteX2-341" fmla="*/ 4099034 w 8176538"/>
                      <a:gd name="connsiteY2-342" fmla="*/ 2825590 h 2825888"/>
                      <a:gd name="connsiteX3-343" fmla="*/ 0 w 8176538"/>
                      <a:gd name="connsiteY3-344" fmla="*/ 1269888 h 2825888"/>
                      <a:gd name="connsiteX4-345" fmla="*/ 20511 w 8176538"/>
                      <a:gd name="connsiteY4-346" fmla="*/ 147145 h 2825888"/>
                      <a:gd name="connsiteX5-347" fmla="*/ 4088015 w 8176538"/>
                      <a:gd name="connsiteY5-348" fmla="*/ 1566042 h 2825888"/>
                      <a:gd name="connsiteX6-349" fmla="*/ 8176538 w 8176538"/>
                      <a:gd name="connsiteY6-350" fmla="*/ 0 h 2825888"/>
                      <a:gd name="connsiteX0-351" fmla="*/ 8165518 w 8165518"/>
                      <a:gd name="connsiteY0-352" fmla="*/ 0 h 2825606"/>
                      <a:gd name="connsiteX1-353" fmla="*/ 8165518 w 8165518"/>
                      <a:gd name="connsiteY1-354" fmla="*/ 1378890 h 2825606"/>
                      <a:gd name="connsiteX2-355" fmla="*/ 4088014 w 8165518"/>
                      <a:gd name="connsiteY2-356" fmla="*/ 2825590 h 2825606"/>
                      <a:gd name="connsiteX3-357" fmla="*/ 0 w 8165518"/>
                      <a:gd name="connsiteY3-358" fmla="*/ 1403811 h 2825606"/>
                      <a:gd name="connsiteX4-359" fmla="*/ 9491 w 8165518"/>
                      <a:gd name="connsiteY4-360" fmla="*/ 147145 h 2825606"/>
                      <a:gd name="connsiteX5-361" fmla="*/ 4076995 w 8165518"/>
                      <a:gd name="connsiteY5-362" fmla="*/ 1566042 h 2825606"/>
                      <a:gd name="connsiteX6-363" fmla="*/ 8165518 w 8165518"/>
                      <a:gd name="connsiteY6-364" fmla="*/ 0 h 2825606"/>
                      <a:gd name="connsiteX0-365" fmla="*/ 8165518 w 8165518"/>
                      <a:gd name="connsiteY0-366" fmla="*/ 0 h 2879174"/>
                      <a:gd name="connsiteX1-367" fmla="*/ 8165518 w 8165518"/>
                      <a:gd name="connsiteY1-368" fmla="*/ 1378890 h 2879174"/>
                      <a:gd name="connsiteX2-369" fmla="*/ 4132092 w 8165518"/>
                      <a:gd name="connsiteY2-370" fmla="*/ 2879159 h 2879174"/>
                      <a:gd name="connsiteX3-371" fmla="*/ 0 w 8165518"/>
                      <a:gd name="connsiteY3-372" fmla="*/ 1403811 h 2879174"/>
                      <a:gd name="connsiteX4-373" fmla="*/ 9491 w 8165518"/>
                      <a:gd name="connsiteY4-374" fmla="*/ 147145 h 2879174"/>
                      <a:gd name="connsiteX5-375" fmla="*/ 4076995 w 8165518"/>
                      <a:gd name="connsiteY5-376" fmla="*/ 1566042 h 2879174"/>
                      <a:gd name="connsiteX6-377" fmla="*/ 8165518 w 8165518"/>
                      <a:gd name="connsiteY6-378" fmla="*/ 0 h 2879174"/>
                      <a:gd name="connsiteX0-379" fmla="*/ 8165518 w 8176537"/>
                      <a:gd name="connsiteY0-380" fmla="*/ 0 h 2879410"/>
                      <a:gd name="connsiteX1-381" fmla="*/ 8176537 w 8176537"/>
                      <a:gd name="connsiteY1-382" fmla="*/ 1499420 h 2879410"/>
                      <a:gd name="connsiteX2-383" fmla="*/ 4132092 w 8176537"/>
                      <a:gd name="connsiteY2-384" fmla="*/ 2879159 h 2879410"/>
                      <a:gd name="connsiteX3-385" fmla="*/ 0 w 8176537"/>
                      <a:gd name="connsiteY3-386" fmla="*/ 1403811 h 2879410"/>
                      <a:gd name="connsiteX4-387" fmla="*/ 9491 w 8176537"/>
                      <a:gd name="connsiteY4-388" fmla="*/ 147145 h 2879410"/>
                      <a:gd name="connsiteX5-389" fmla="*/ 4076995 w 8176537"/>
                      <a:gd name="connsiteY5-390" fmla="*/ 1566042 h 2879410"/>
                      <a:gd name="connsiteX6-391" fmla="*/ 8165518 w 8176537"/>
                      <a:gd name="connsiteY6-392" fmla="*/ 0 h 2879410"/>
                      <a:gd name="connsiteX0-393" fmla="*/ 8165518 w 8176537"/>
                      <a:gd name="connsiteY0-394" fmla="*/ 0 h 2879262"/>
                      <a:gd name="connsiteX1-395" fmla="*/ 8176537 w 8176537"/>
                      <a:gd name="connsiteY1-396" fmla="*/ 1499420 h 2879262"/>
                      <a:gd name="connsiteX2-397" fmla="*/ 4132092 w 8176537"/>
                      <a:gd name="connsiteY2-398" fmla="*/ 2879159 h 2879262"/>
                      <a:gd name="connsiteX3-399" fmla="*/ 0 w 8176537"/>
                      <a:gd name="connsiteY3-400" fmla="*/ 1403811 h 2879262"/>
                      <a:gd name="connsiteX4-401" fmla="*/ 9491 w 8176537"/>
                      <a:gd name="connsiteY4-402" fmla="*/ 147145 h 2879262"/>
                      <a:gd name="connsiteX5-403" fmla="*/ 4076995 w 8176537"/>
                      <a:gd name="connsiteY5-404" fmla="*/ 1566042 h 2879262"/>
                      <a:gd name="connsiteX6-405" fmla="*/ 8165518 w 8176537"/>
                      <a:gd name="connsiteY6-406" fmla="*/ 0 h 2879262"/>
                      <a:gd name="connsiteX0-407" fmla="*/ 8165518 w 8176537"/>
                      <a:gd name="connsiteY0-408" fmla="*/ 0 h 2879163"/>
                      <a:gd name="connsiteX1-409" fmla="*/ 8176537 w 8176537"/>
                      <a:gd name="connsiteY1-410" fmla="*/ 1499420 h 2879163"/>
                      <a:gd name="connsiteX2-411" fmla="*/ 4132092 w 8176537"/>
                      <a:gd name="connsiteY2-412" fmla="*/ 2879159 h 2879163"/>
                      <a:gd name="connsiteX3-413" fmla="*/ 0 w 8176537"/>
                      <a:gd name="connsiteY3-414" fmla="*/ 1510948 h 2879163"/>
                      <a:gd name="connsiteX4-415" fmla="*/ 9491 w 8176537"/>
                      <a:gd name="connsiteY4-416" fmla="*/ 147145 h 2879163"/>
                      <a:gd name="connsiteX5-417" fmla="*/ 4076995 w 8176537"/>
                      <a:gd name="connsiteY5-418" fmla="*/ 1566042 h 2879163"/>
                      <a:gd name="connsiteX6-419" fmla="*/ 8165518 w 8176537"/>
                      <a:gd name="connsiteY6-420" fmla="*/ 0 h 2879163"/>
                      <a:gd name="connsiteX0-421" fmla="*/ 8165518 w 8198577"/>
                      <a:gd name="connsiteY0-422" fmla="*/ 0 h 2879451"/>
                      <a:gd name="connsiteX1-423" fmla="*/ 8198577 w 8198577"/>
                      <a:gd name="connsiteY1-424" fmla="*/ 1606558 h 2879451"/>
                      <a:gd name="connsiteX2-425" fmla="*/ 4132092 w 8198577"/>
                      <a:gd name="connsiteY2-426" fmla="*/ 2879159 h 2879451"/>
                      <a:gd name="connsiteX3-427" fmla="*/ 0 w 8198577"/>
                      <a:gd name="connsiteY3-428" fmla="*/ 1510948 h 2879451"/>
                      <a:gd name="connsiteX4-429" fmla="*/ 9491 w 8198577"/>
                      <a:gd name="connsiteY4-430" fmla="*/ 147145 h 2879451"/>
                      <a:gd name="connsiteX5-431" fmla="*/ 4076995 w 8198577"/>
                      <a:gd name="connsiteY5-432" fmla="*/ 1566042 h 2879451"/>
                      <a:gd name="connsiteX6-433" fmla="*/ 8165518 w 8198577"/>
                      <a:gd name="connsiteY6-434" fmla="*/ 0 h 2879451"/>
                      <a:gd name="connsiteX0-435" fmla="*/ 8165518 w 8165518"/>
                      <a:gd name="connsiteY0-436" fmla="*/ 0 h 2880066"/>
                      <a:gd name="connsiteX1-437" fmla="*/ 8165518 w 8165518"/>
                      <a:gd name="connsiteY1-438" fmla="*/ 1673520 h 2880066"/>
                      <a:gd name="connsiteX2-439" fmla="*/ 4132092 w 8165518"/>
                      <a:gd name="connsiteY2-440" fmla="*/ 2879159 h 2880066"/>
                      <a:gd name="connsiteX3-441" fmla="*/ 0 w 8165518"/>
                      <a:gd name="connsiteY3-442" fmla="*/ 1510948 h 2880066"/>
                      <a:gd name="connsiteX4-443" fmla="*/ 9491 w 8165518"/>
                      <a:gd name="connsiteY4-444" fmla="*/ 147145 h 2880066"/>
                      <a:gd name="connsiteX5-445" fmla="*/ 4076995 w 8165518"/>
                      <a:gd name="connsiteY5-446" fmla="*/ 1566042 h 2880066"/>
                      <a:gd name="connsiteX6-447" fmla="*/ 8165518 w 8165518"/>
                      <a:gd name="connsiteY6-448" fmla="*/ 0 h 2880066"/>
                      <a:gd name="connsiteX0-449" fmla="*/ 8156794 w 8156794"/>
                      <a:gd name="connsiteY0-450" fmla="*/ 0 h 2879270"/>
                      <a:gd name="connsiteX1-451" fmla="*/ 8156794 w 8156794"/>
                      <a:gd name="connsiteY1-452" fmla="*/ 1673520 h 2879270"/>
                      <a:gd name="connsiteX2-453" fmla="*/ 4123368 w 8156794"/>
                      <a:gd name="connsiteY2-454" fmla="*/ 2879159 h 2879270"/>
                      <a:gd name="connsiteX3-455" fmla="*/ 2295 w 8156794"/>
                      <a:gd name="connsiteY3-456" fmla="*/ 1618086 h 2879270"/>
                      <a:gd name="connsiteX4-457" fmla="*/ 767 w 8156794"/>
                      <a:gd name="connsiteY4-458" fmla="*/ 147145 h 2879270"/>
                      <a:gd name="connsiteX5-459" fmla="*/ 4068271 w 8156794"/>
                      <a:gd name="connsiteY5-460" fmla="*/ 1566042 h 2879270"/>
                      <a:gd name="connsiteX6-461" fmla="*/ 8156794 w 8156794"/>
                      <a:gd name="connsiteY6-462" fmla="*/ 0 h 2879270"/>
                      <a:gd name="connsiteX0-463" fmla="*/ 8156794 w 8156794"/>
                      <a:gd name="connsiteY0-464" fmla="*/ 0 h 2973000"/>
                      <a:gd name="connsiteX1-465" fmla="*/ 8156794 w 8156794"/>
                      <a:gd name="connsiteY1-466" fmla="*/ 1673520 h 2973000"/>
                      <a:gd name="connsiteX2-467" fmla="*/ 4134388 w 8156794"/>
                      <a:gd name="connsiteY2-468" fmla="*/ 2972904 h 2973000"/>
                      <a:gd name="connsiteX3-469" fmla="*/ 2295 w 8156794"/>
                      <a:gd name="connsiteY3-470" fmla="*/ 1618086 h 2973000"/>
                      <a:gd name="connsiteX4-471" fmla="*/ 767 w 8156794"/>
                      <a:gd name="connsiteY4-472" fmla="*/ 147145 h 2973000"/>
                      <a:gd name="connsiteX5-473" fmla="*/ 4068271 w 8156794"/>
                      <a:gd name="connsiteY5-474" fmla="*/ 1566042 h 2973000"/>
                      <a:gd name="connsiteX6-475" fmla="*/ 8156794 w 8156794"/>
                      <a:gd name="connsiteY6-476" fmla="*/ 0 h 2973000"/>
                      <a:gd name="connsiteX0-477" fmla="*/ 8156794 w 8156794"/>
                      <a:gd name="connsiteY0-478" fmla="*/ 0 h 2973000"/>
                      <a:gd name="connsiteX1-479" fmla="*/ 8156794 w 8156794"/>
                      <a:gd name="connsiteY1-480" fmla="*/ 1673520 h 2973000"/>
                      <a:gd name="connsiteX2-481" fmla="*/ 4134388 w 8156794"/>
                      <a:gd name="connsiteY2-482" fmla="*/ 2972904 h 2973000"/>
                      <a:gd name="connsiteX3-483" fmla="*/ 2295 w 8156794"/>
                      <a:gd name="connsiteY3-484" fmla="*/ 1618086 h 2973000"/>
                      <a:gd name="connsiteX4-485" fmla="*/ 767 w 8156794"/>
                      <a:gd name="connsiteY4-486" fmla="*/ 147145 h 2973000"/>
                      <a:gd name="connsiteX5-487" fmla="*/ 4068271 w 8156794"/>
                      <a:gd name="connsiteY5-488" fmla="*/ 1566042 h 2973000"/>
                      <a:gd name="connsiteX6-489" fmla="*/ 8156794 w 8156794"/>
                      <a:gd name="connsiteY6-490" fmla="*/ 0 h 2973000"/>
                      <a:gd name="connsiteX0-491" fmla="*/ 8156794 w 8156794"/>
                      <a:gd name="connsiteY0-492" fmla="*/ 0 h 2973000"/>
                      <a:gd name="connsiteX1-493" fmla="*/ 8156794 w 8156794"/>
                      <a:gd name="connsiteY1-494" fmla="*/ 1673520 h 2973000"/>
                      <a:gd name="connsiteX2-495" fmla="*/ 4134388 w 8156794"/>
                      <a:gd name="connsiteY2-496" fmla="*/ 2972904 h 2973000"/>
                      <a:gd name="connsiteX3-497" fmla="*/ 2295 w 8156794"/>
                      <a:gd name="connsiteY3-498" fmla="*/ 1618086 h 2973000"/>
                      <a:gd name="connsiteX4-499" fmla="*/ 767 w 8156794"/>
                      <a:gd name="connsiteY4-500" fmla="*/ 147145 h 2973000"/>
                      <a:gd name="connsiteX5-501" fmla="*/ 4068271 w 8156794"/>
                      <a:gd name="connsiteY5-502" fmla="*/ 1566042 h 2973000"/>
                      <a:gd name="connsiteX6-503" fmla="*/ 8156794 w 8156794"/>
                      <a:gd name="connsiteY6-504" fmla="*/ 0 h 2973000"/>
                      <a:gd name="connsiteX0-505" fmla="*/ 8156794 w 8156794"/>
                      <a:gd name="connsiteY0-506" fmla="*/ 0 h 2973020"/>
                      <a:gd name="connsiteX1-507" fmla="*/ 8156794 w 8156794"/>
                      <a:gd name="connsiteY1-508" fmla="*/ 1673520 h 2973020"/>
                      <a:gd name="connsiteX2-509" fmla="*/ 4134388 w 8156794"/>
                      <a:gd name="connsiteY2-510" fmla="*/ 2972904 h 2973020"/>
                      <a:gd name="connsiteX3-511" fmla="*/ 2295 w 8156794"/>
                      <a:gd name="connsiteY3-512" fmla="*/ 1618086 h 2973020"/>
                      <a:gd name="connsiteX4-513" fmla="*/ 767 w 8156794"/>
                      <a:gd name="connsiteY4-514" fmla="*/ 147145 h 2973020"/>
                      <a:gd name="connsiteX5-515" fmla="*/ 4068271 w 8156794"/>
                      <a:gd name="connsiteY5-516" fmla="*/ 1566042 h 2973020"/>
                      <a:gd name="connsiteX6-517" fmla="*/ 8156794 w 8156794"/>
                      <a:gd name="connsiteY6-518" fmla="*/ 0 h 2973020"/>
                      <a:gd name="connsiteX0-519" fmla="*/ 8156794 w 8156794"/>
                      <a:gd name="connsiteY0-520" fmla="*/ 0 h 2973021"/>
                      <a:gd name="connsiteX1-521" fmla="*/ 8156794 w 8156794"/>
                      <a:gd name="connsiteY1-522" fmla="*/ 1673520 h 2973021"/>
                      <a:gd name="connsiteX2-523" fmla="*/ 4134388 w 8156794"/>
                      <a:gd name="connsiteY2-524" fmla="*/ 2972904 h 2973021"/>
                      <a:gd name="connsiteX3-525" fmla="*/ 2295 w 8156794"/>
                      <a:gd name="connsiteY3-526" fmla="*/ 1618086 h 2973021"/>
                      <a:gd name="connsiteX4-527" fmla="*/ 767 w 8156794"/>
                      <a:gd name="connsiteY4-528" fmla="*/ 147145 h 2973021"/>
                      <a:gd name="connsiteX5-529" fmla="*/ 4068271 w 8156794"/>
                      <a:gd name="connsiteY5-530" fmla="*/ 1566042 h 2973021"/>
                      <a:gd name="connsiteX6-531" fmla="*/ 8156794 w 8156794"/>
                      <a:gd name="connsiteY6-532" fmla="*/ 0 h 2973021"/>
                      <a:gd name="connsiteX0-533" fmla="*/ 8156794 w 8156794"/>
                      <a:gd name="connsiteY0-534" fmla="*/ 0 h 2973021"/>
                      <a:gd name="connsiteX1-535" fmla="*/ 8156794 w 8156794"/>
                      <a:gd name="connsiteY1-536" fmla="*/ 1673520 h 2973021"/>
                      <a:gd name="connsiteX2-537" fmla="*/ 4134388 w 8156794"/>
                      <a:gd name="connsiteY2-538" fmla="*/ 2972904 h 2973021"/>
                      <a:gd name="connsiteX3-539" fmla="*/ 2295 w 8156794"/>
                      <a:gd name="connsiteY3-540" fmla="*/ 1618086 h 2973021"/>
                      <a:gd name="connsiteX4-541" fmla="*/ 767 w 8156794"/>
                      <a:gd name="connsiteY4-542" fmla="*/ 147145 h 2973021"/>
                      <a:gd name="connsiteX5-543" fmla="*/ 4068271 w 8156794"/>
                      <a:gd name="connsiteY5-544" fmla="*/ 1566042 h 2973021"/>
                      <a:gd name="connsiteX6-545" fmla="*/ 8156794 w 8156794"/>
                      <a:gd name="connsiteY6-546" fmla="*/ 0 h 2973021"/>
                      <a:gd name="connsiteX0-547" fmla="*/ 8156794 w 8156794"/>
                      <a:gd name="connsiteY0-548" fmla="*/ 0 h 2973021"/>
                      <a:gd name="connsiteX1-549" fmla="*/ 8156794 w 8156794"/>
                      <a:gd name="connsiteY1-550" fmla="*/ 1673520 h 2973021"/>
                      <a:gd name="connsiteX2-551" fmla="*/ 4134388 w 8156794"/>
                      <a:gd name="connsiteY2-552" fmla="*/ 2972904 h 2973021"/>
                      <a:gd name="connsiteX3-553" fmla="*/ 2295 w 8156794"/>
                      <a:gd name="connsiteY3-554" fmla="*/ 1618086 h 2973021"/>
                      <a:gd name="connsiteX4-555" fmla="*/ 767 w 8156794"/>
                      <a:gd name="connsiteY4-556" fmla="*/ 147145 h 2973021"/>
                      <a:gd name="connsiteX5-557" fmla="*/ 4068271 w 8156794"/>
                      <a:gd name="connsiteY5-558" fmla="*/ 1566042 h 2973021"/>
                      <a:gd name="connsiteX6-559" fmla="*/ 8156794 w 8156794"/>
                      <a:gd name="connsiteY6-560" fmla="*/ 0 h 2973021"/>
                      <a:gd name="connsiteX0-561" fmla="*/ 8156794 w 8156794"/>
                      <a:gd name="connsiteY0-562" fmla="*/ 0 h 2973021"/>
                      <a:gd name="connsiteX1-563" fmla="*/ 8156794 w 8156794"/>
                      <a:gd name="connsiteY1-564" fmla="*/ 1673520 h 2973021"/>
                      <a:gd name="connsiteX2-565" fmla="*/ 4134388 w 8156794"/>
                      <a:gd name="connsiteY2-566" fmla="*/ 2972904 h 2973021"/>
                      <a:gd name="connsiteX3-567" fmla="*/ 2295 w 8156794"/>
                      <a:gd name="connsiteY3-568" fmla="*/ 1618086 h 2973021"/>
                      <a:gd name="connsiteX4-569" fmla="*/ 767 w 8156794"/>
                      <a:gd name="connsiteY4-570" fmla="*/ 147145 h 2973021"/>
                      <a:gd name="connsiteX5-571" fmla="*/ 4068271 w 8156794"/>
                      <a:gd name="connsiteY5-572" fmla="*/ 1566042 h 2973021"/>
                      <a:gd name="connsiteX6-573" fmla="*/ 8156794 w 8156794"/>
                      <a:gd name="connsiteY6-574" fmla="*/ 0 h 2973021"/>
                      <a:gd name="connsiteX0-575" fmla="*/ 8156794 w 8156794"/>
                      <a:gd name="connsiteY0-576" fmla="*/ 0 h 2973141"/>
                      <a:gd name="connsiteX1-577" fmla="*/ 8156794 w 8156794"/>
                      <a:gd name="connsiteY1-578" fmla="*/ 1673520 h 2973141"/>
                      <a:gd name="connsiteX2-579" fmla="*/ 4134388 w 8156794"/>
                      <a:gd name="connsiteY2-580" fmla="*/ 2972904 h 2973141"/>
                      <a:gd name="connsiteX3-581" fmla="*/ 2295 w 8156794"/>
                      <a:gd name="connsiteY3-582" fmla="*/ 1618086 h 2973141"/>
                      <a:gd name="connsiteX4-583" fmla="*/ 767 w 8156794"/>
                      <a:gd name="connsiteY4-584" fmla="*/ 147145 h 2973141"/>
                      <a:gd name="connsiteX5-585" fmla="*/ 4068271 w 8156794"/>
                      <a:gd name="connsiteY5-586" fmla="*/ 1566042 h 2973141"/>
                      <a:gd name="connsiteX6-587" fmla="*/ 8156794 w 8156794"/>
                      <a:gd name="connsiteY6-588" fmla="*/ 0 h 2973141"/>
                      <a:gd name="connsiteX0-589" fmla="*/ 8156794 w 8156794"/>
                      <a:gd name="connsiteY0-590" fmla="*/ 0 h 3066827"/>
                      <a:gd name="connsiteX1-591" fmla="*/ 8156794 w 8156794"/>
                      <a:gd name="connsiteY1-592" fmla="*/ 1673520 h 3066827"/>
                      <a:gd name="connsiteX2-593" fmla="*/ 4123353 w 8156794"/>
                      <a:gd name="connsiteY2-594" fmla="*/ 3066650 h 3066827"/>
                      <a:gd name="connsiteX3-595" fmla="*/ 2295 w 8156794"/>
                      <a:gd name="connsiteY3-596" fmla="*/ 1618086 h 3066827"/>
                      <a:gd name="connsiteX4-597" fmla="*/ 767 w 8156794"/>
                      <a:gd name="connsiteY4-598" fmla="*/ 147145 h 3066827"/>
                      <a:gd name="connsiteX5-599" fmla="*/ 4068271 w 8156794"/>
                      <a:gd name="connsiteY5-600" fmla="*/ 1566042 h 3066827"/>
                      <a:gd name="connsiteX6-601" fmla="*/ 8156794 w 8156794"/>
                      <a:gd name="connsiteY6-602" fmla="*/ 0 h 3066827"/>
                      <a:gd name="connsiteX0-603" fmla="*/ 8123689 w 8156794"/>
                      <a:gd name="connsiteY0-604" fmla="*/ 0 h 2999866"/>
                      <a:gd name="connsiteX1-605" fmla="*/ 8156794 w 8156794"/>
                      <a:gd name="connsiteY1-606" fmla="*/ 1606559 h 2999866"/>
                      <a:gd name="connsiteX2-607" fmla="*/ 4123353 w 8156794"/>
                      <a:gd name="connsiteY2-608" fmla="*/ 2999689 h 2999866"/>
                      <a:gd name="connsiteX3-609" fmla="*/ 2295 w 8156794"/>
                      <a:gd name="connsiteY3-610" fmla="*/ 1551125 h 2999866"/>
                      <a:gd name="connsiteX4-611" fmla="*/ 767 w 8156794"/>
                      <a:gd name="connsiteY4-612" fmla="*/ 80184 h 2999866"/>
                      <a:gd name="connsiteX5-613" fmla="*/ 4068271 w 8156794"/>
                      <a:gd name="connsiteY5-614" fmla="*/ 1499081 h 2999866"/>
                      <a:gd name="connsiteX6-615" fmla="*/ 8123689 w 8156794"/>
                      <a:gd name="connsiteY6-616" fmla="*/ 0 h 2999866"/>
                      <a:gd name="connsiteX0-617" fmla="*/ 8167828 w 8167828"/>
                      <a:gd name="connsiteY0-618" fmla="*/ 0 h 3026651"/>
                      <a:gd name="connsiteX1-619" fmla="*/ 8156794 w 8167828"/>
                      <a:gd name="connsiteY1-620" fmla="*/ 1633344 h 3026651"/>
                      <a:gd name="connsiteX2-621" fmla="*/ 4123353 w 8167828"/>
                      <a:gd name="connsiteY2-622" fmla="*/ 3026474 h 3026651"/>
                      <a:gd name="connsiteX3-623" fmla="*/ 2295 w 8167828"/>
                      <a:gd name="connsiteY3-624" fmla="*/ 1577910 h 3026651"/>
                      <a:gd name="connsiteX4-625" fmla="*/ 767 w 8167828"/>
                      <a:gd name="connsiteY4-626" fmla="*/ 106969 h 3026651"/>
                      <a:gd name="connsiteX5-627" fmla="*/ 4068271 w 8167828"/>
                      <a:gd name="connsiteY5-628" fmla="*/ 1525866 h 3026651"/>
                      <a:gd name="connsiteX6-629" fmla="*/ 8167828 w 8167828"/>
                      <a:gd name="connsiteY6-630" fmla="*/ 0 h 3026651"/>
                      <a:gd name="connsiteX0-631" fmla="*/ 8167828 w 8167828"/>
                      <a:gd name="connsiteY0-632" fmla="*/ 0 h 3027228"/>
                      <a:gd name="connsiteX1-633" fmla="*/ 8145760 w 8167828"/>
                      <a:gd name="connsiteY1-634" fmla="*/ 1686913 h 3027228"/>
                      <a:gd name="connsiteX2-635" fmla="*/ 4123353 w 8167828"/>
                      <a:gd name="connsiteY2-636" fmla="*/ 3026474 h 3027228"/>
                      <a:gd name="connsiteX3-637" fmla="*/ 2295 w 8167828"/>
                      <a:gd name="connsiteY3-638" fmla="*/ 1577910 h 3027228"/>
                      <a:gd name="connsiteX4-639" fmla="*/ 767 w 8167828"/>
                      <a:gd name="connsiteY4-640" fmla="*/ 106969 h 3027228"/>
                      <a:gd name="connsiteX5-641" fmla="*/ 4068271 w 8167828"/>
                      <a:gd name="connsiteY5-642" fmla="*/ 1525866 h 3027228"/>
                      <a:gd name="connsiteX6-643" fmla="*/ 8167828 w 8167828"/>
                      <a:gd name="connsiteY6-644" fmla="*/ 0 h 3027228"/>
                      <a:gd name="connsiteX0-645" fmla="*/ 8156794 w 8156794"/>
                      <a:gd name="connsiteY0-646" fmla="*/ 0 h 2933483"/>
                      <a:gd name="connsiteX1-647" fmla="*/ 8145760 w 8156794"/>
                      <a:gd name="connsiteY1-648" fmla="*/ 1593168 h 2933483"/>
                      <a:gd name="connsiteX2-649" fmla="*/ 4123353 w 8156794"/>
                      <a:gd name="connsiteY2-650" fmla="*/ 2932729 h 2933483"/>
                      <a:gd name="connsiteX3-651" fmla="*/ 2295 w 8156794"/>
                      <a:gd name="connsiteY3-652" fmla="*/ 1484165 h 2933483"/>
                      <a:gd name="connsiteX4-653" fmla="*/ 767 w 8156794"/>
                      <a:gd name="connsiteY4-654" fmla="*/ 13224 h 2933483"/>
                      <a:gd name="connsiteX5-655" fmla="*/ 4068271 w 8156794"/>
                      <a:gd name="connsiteY5-656" fmla="*/ 1432121 h 2933483"/>
                      <a:gd name="connsiteX6-657" fmla="*/ 8156794 w 8156794"/>
                      <a:gd name="connsiteY6-658" fmla="*/ 0 h 2933483"/>
                      <a:gd name="connsiteX0-659" fmla="*/ 8156794 w 8156794"/>
                      <a:gd name="connsiteY0-660" fmla="*/ 0 h 2933483"/>
                      <a:gd name="connsiteX1-661" fmla="*/ 8145760 w 8156794"/>
                      <a:gd name="connsiteY1-662" fmla="*/ 1593168 h 2933483"/>
                      <a:gd name="connsiteX2-663" fmla="*/ 4123353 w 8156794"/>
                      <a:gd name="connsiteY2-664" fmla="*/ 2932729 h 2933483"/>
                      <a:gd name="connsiteX3-665" fmla="*/ 2295 w 8156794"/>
                      <a:gd name="connsiteY3-666" fmla="*/ 1484165 h 2933483"/>
                      <a:gd name="connsiteX4-667" fmla="*/ 767 w 8156794"/>
                      <a:gd name="connsiteY4-668" fmla="*/ 13224 h 2933483"/>
                      <a:gd name="connsiteX5-669" fmla="*/ 4068271 w 8156794"/>
                      <a:gd name="connsiteY5-670" fmla="*/ 1432121 h 2933483"/>
                      <a:gd name="connsiteX6-671" fmla="*/ 8156794 w 8156794"/>
                      <a:gd name="connsiteY6-672" fmla="*/ 0 h 2933483"/>
                      <a:gd name="connsiteX0-673" fmla="*/ 8123689 w 8145760"/>
                      <a:gd name="connsiteY0-674" fmla="*/ 13560 h 2920259"/>
                      <a:gd name="connsiteX1-675" fmla="*/ 8145760 w 8145760"/>
                      <a:gd name="connsiteY1-676" fmla="*/ 1579944 h 2920259"/>
                      <a:gd name="connsiteX2-677" fmla="*/ 4123353 w 8145760"/>
                      <a:gd name="connsiteY2-678" fmla="*/ 2919505 h 2920259"/>
                      <a:gd name="connsiteX3-679" fmla="*/ 2295 w 8145760"/>
                      <a:gd name="connsiteY3-680" fmla="*/ 1470941 h 2920259"/>
                      <a:gd name="connsiteX4-681" fmla="*/ 767 w 8145760"/>
                      <a:gd name="connsiteY4-682" fmla="*/ 0 h 2920259"/>
                      <a:gd name="connsiteX5-683" fmla="*/ 4068271 w 8145760"/>
                      <a:gd name="connsiteY5-684" fmla="*/ 1418897 h 2920259"/>
                      <a:gd name="connsiteX6-685" fmla="*/ 8123689 w 8145760"/>
                      <a:gd name="connsiteY6-686" fmla="*/ 13560 h 2920259"/>
                      <a:gd name="connsiteX0-687" fmla="*/ 8178863 w 8178863"/>
                      <a:gd name="connsiteY0-688" fmla="*/ 26952 h 2920259"/>
                      <a:gd name="connsiteX1-689" fmla="*/ 8145760 w 8178863"/>
                      <a:gd name="connsiteY1-690" fmla="*/ 1579944 h 2920259"/>
                      <a:gd name="connsiteX2-691" fmla="*/ 4123353 w 8178863"/>
                      <a:gd name="connsiteY2-692" fmla="*/ 2919505 h 2920259"/>
                      <a:gd name="connsiteX3-693" fmla="*/ 2295 w 8178863"/>
                      <a:gd name="connsiteY3-694" fmla="*/ 1470941 h 2920259"/>
                      <a:gd name="connsiteX4-695" fmla="*/ 767 w 8178863"/>
                      <a:gd name="connsiteY4-696" fmla="*/ 0 h 2920259"/>
                      <a:gd name="connsiteX5-697" fmla="*/ 4068271 w 8178863"/>
                      <a:gd name="connsiteY5-698" fmla="*/ 1418897 h 2920259"/>
                      <a:gd name="connsiteX6-699" fmla="*/ 8178863 w 8178863"/>
                      <a:gd name="connsiteY6-700" fmla="*/ 26952 h 2920259"/>
                      <a:gd name="connsiteX0-701" fmla="*/ 8167827 w 8167827"/>
                      <a:gd name="connsiteY0-702" fmla="*/ 40343 h 2920259"/>
                      <a:gd name="connsiteX1-703" fmla="*/ 8145760 w 8167827"/>
                      <a:gd name="connsiteY1-704" fmla="*/ 1579944 h 2920259"/>
                      <a:gd name="connsiteX2-705" fmla="*/ 4123353 w 8167827"/>
                      <a:gd name="connsiteY2-706" fmla="*/ 2919505 h 2920259"/>
                      <a:gd name="connsiteX3-707" fmla="*/ 2295 w 8167827"/>
                      <a:gd name="connsiteY3-708" fmla="*/ 1470941 h 2920259"/>
                      <a:gd name="connsiteX4-709" fmla="*/ 767 w 8167827"/>
                      <a:gd name="connsiteY4-710" fmla="*/ 0 h 2920259"/>
                      <a:gd name="connsiteX5-711" fmla="*/ 4068271 w 8167827"/>
                      <a:gd name="connsiteY5-712" fmla="*/ 1418897 h 2920259"/>
                      <a:gd name="connsiteX6-713" fmla="*/ 8167827 w 8167827"/>
                      <a:gd name="connsiteY6-714" fmla="*/ 40343 h 2920259"/>
                      <a:gd name="connsiteX0-715" fmla="*/ 8123687 w 8145760"/>
                      <a:gd name="connsiteY0-716" fmla="*/ 53735 h 2920259"/>
                      <a:gd name="connsiteX1-717" fmla="*/ 8145760 w 8145760"/>
                      <a:gd name="connsiteY1-718" fmla="*/ 1579944 h 2920259"/>
                      <a:gd name="connsiteX2-719" fmla="*/ 4123353 w 8145760"/>
                      <a:gd name="connsiteY2-720" fmla="*/ 2919505 h 2920259"/>
                      <a:gd name="connsiteX3-721" fmla="*/ 2295 w 8145760"/>
                      <a:gd name="connsiteY3-722" fmla="*/ 1470941 h 2920259"/>
                      <a:gd name="connsiteX4-723" fmla="*/ 767 w 8145760"/>
                      <a:gd name="connsiteY4-724" fmla="*/ 0 h 2920259"/>
                      <a:gd name="connsiteX5-725" fmla="*/ 4068271 w 8145760"/>
                      <a:gd name="connsiteY5-726" fmla="*/ 1418897 h 2920259"/>
                      <a:gd name="connsiteX6-727" fmla="*/ 8123687 w 8145760"/>
                      <a:gd name="connsiteY6-728" fmla="*/ 53735 h 2920259"/>
                      <a:gd name="connsiteX0-729" fmla="*/ 8161918 w 8161918"/>
                      <a:gd name="connsiteY0-730" fmla="*/ 0 h 2943855"/>
                      <a:gd name="connsiteX1-731" fmla="*/ 8145760 w 8161918"/>
                      <a:gd name="connsiteY1-732" fmla="*/ 1603540 h 2943855"/>
                      <a:gd name="connsiteX2-733" fmla="*/ 4123353 w 8161918"/>
                      <a:gd name="connsiteY2-734" fmla="*/ 2943101 h 2943855"/>
                      <a:gd name="connsiteX3-735" fmla="*/ 2295 w 8161918"/>
                      <a:gd name="connsiteY3-736" fmla="*/ 1494537 h 2943855"/>
                      <a:gd name="connsiteX4-737" fmla="*/ 767 w 8161918"/>
                      <a:gd name="connsiteY4-738" fmla="*/ 23596 h 2943855"/>
                      <a:gd name="connsiteX5-739" fmla="*/ 4068271 w 8161918"/>
                      <a:gd name="connsiteY5-740" fmla="*/ 1442493 h 2943855"/>
                      <a:gd name="connsiteX6-741" fmla="*/ 8161918 w 8161918"/>
                      <a:gd name="connsiteY6-742" fmla="*/ 0 h 2943855"/>
                      <a:gd name="connsiteX0-743" fmla="*/ 8144926 w 8145760"/>
                      <a:gd name="connsiteY0-744" fmla="*/ 43424 h 2920259"/>
                      <a:gd name="connsiteX1-745" fmla="*/ 8145760 w 8145760"/>
                      <a:gd name="connsiteY1-746" fmla="*/ 1579944 h 2920259"/>
                      <a:gd name="connsiteX2-747" fmla="*/ 4123353 w 8145760"/>
                      <a:gd name="connsiteY2-748" fmla="*/ 2919505 h 2920259"/>
                      <a:gd name="connsiteX3-749" fmla="*/ 2295 w 8145760"/>
                      <a:gd name="connsiteY3-750" fmla="*/ 1470941 h 2920259"/>
                      <a:gd name="connsiteX4-751" fmla="*/ 767 w 8145760"/>
                      <a:gd name="connsiteY4-752" fmla="*/ 0 h 2920259"/>
                      <a:gd name="connsiteX5-753" fmla="*/ 4068271 w 8145760"/>
                      <a:gd name="connsiteY5-754" fmla="*/ 1418897 h 2920259"/>
                      <a:gd name="connsiteX6-755" fmla="*/ 8144926 w 8145760"/>
                      <a:gd name="connsiteY6-756" fmla="*/ 43424 h 2920259"/>
                      <a:gd name="connsiteX0-757" fmla="*/ 8161918 w 8161918"/>
                      <a:gd name="connsiteY0-758" fmla="*/ 0 h 2959321"/>
                      <a:gd name="connsiteX1-759" fmla="*/ 8145760 w 8161918"/>
                      <a:gd name="connsiteY1-760" fmla="*/ 1619006 h 2959321"/>
                      <a:gd name="connsiteX2-761" fmla="*/ 4123353 w 8161918"/>
                      <a:gd name="connsiteY2-762" fmla="*/ 2958567 h 2959321"/>
                      <a:gd name="connsiteX3-763" fmla="*/ 2295 w 8161918"/>
                      <a:gd name="connsiteY3-764" fmla="*/ 1510003 h 2959321"/>
                      <a:gd name="connsiteX4-765" fmla="*/ 767 w 8161918"/>
                      <a:gd name="connsiteY4-766" fmla="*/ 39062 h 2959321"/>
                      <a:gd name="connsiteX5-767" fmla="*/ 4068271 w 8161918"/>
                      <a:gd name="connsiteY5-768" fmla="*/ 1457959 h 2959321"/>
                      <a:gd name="connsiteX6-769" fmla="*/ 8161918 w 8161918"/>
                      <a:gd name="connsiteY6-770" fmla="*/ 0 h 2959321"/>
                      <a:gd name="connsiteX0-771" fmla="*/ 8161918 w 8162752"/>
                      <a:gd name="connsiteY0-772" fmla="*/ 0 h 2959488"/>
                      <a:gd name="connsiteX1-773" fmla="*/ 8162752 w 8162752"/>
                      <a:gd name="connsiteY1-774" fmla="*/ 1629317 h 2959488"/>
                      <a:gd name="connsiteX2-775" fmla="*/ 4123353 w 8162752"/>
                      <a:gd name="connsiteY2-776" fmla="*/ 2958567 h 2959488"/>
                      <a:gd name="connsiteX3-777" fmla="*/ 2295 w 8162752"/>
                      <a:gd name="connsiteY3-778" fmla="*/ 1510003 h 2959488"/>
                      <a:gd name="connsiteX4-779" fmla="*/ 767 w 8162752"/>
                      <a:gd name="connsiteY4-780" fmla="*/ 39062 h 2959488"/>
                      <a:gd name="connsiteX5-781" fmla="*/ 4068271 w 8162752"/>
                      <a:gd name="connsiteY5-782" fmla="*/ 1457959 h 2959488"/>
                      <a:gd name="connsiteX6-783" fmla="*/ 8161918 w 8162752"/>
                      <a:gd name="connsiteY6-784" fmla="*/ 0 h 2959488"/>
                      <a:gd name="connsiteX0-785" fmla="*/ 8165930 w 8166764"/>
                      <a:gd name="connsiteY0-786" fmla="*/ 7337 h 2966825"/>
                      <a:gd name="connsiteX1-787" fmla="*/ 8166764 w 8166764"/>
                      <a:gd name="connsiteY1-788" fmla="*/ 1636654 h 2966825"/>
                      <a:gd name="connsiteX2-789" fmla="*/ 4127365 w 8166764"/>
                      <a:gd name="connsiteY2-790" fmla="*/ 2965904 h 2966825"/>
                      <a:gd name="connsiteX3-791" fmla="*/ 6307 w 8166764"/>
                      <a:gd name="connsiteY3-792" fmla="*/ 1517340 h 2966825"/>
                      <a:gd name="connsiteX4-793" fmla="*/ 532 w 8166764"/>
                      <a:gd name="connsiteY4-794" fmla="*/ 0 h 2966825"/>
                      <a:gd name="connsiteX5-795" fmla="*/ 4072283 w 8166764"/>
                      <a:gd name="connsiteY5-796" fmla="*/ 1465296 h 2966825"/>
                      <a:gd name="connsiteX6-797" fmla="*/ 8165930 w 8166764"/>
                      <a:gd name="connsiteY6-798" fmla="*/ 7337 h 2966825"/>
                      <a:gd name="connsiteX0-799" fmla="*/ 8168119 w 8168953"/>
                      <a:gd name="connsiteY0-800" fmla="*/ 7337 h 2966682"/>
                      <a:gd name="connsiteX1-801" fmla="*/ 8168953 w 8168953"/>
                      <a:gd name="connsiteY1-802" fmla="*/ 1636654 h 2966682"/>
                      <a:gd name="connsiteX2-803" fmla="*/ 4129554 w 8168953"/>
                      <a:gd name="connsiteY2-804" fmla="*/ 2965904 h 2966682"/>
                      <a:gd name="connsiteX3-805" fmla="*/ 0 w 8168953"/>
                      <a:gd name="connsiteY3-806" fmla="*/ 1527651 h 2966682"/>
                      <a:gd name="connsiteX4-807" fmla="*/ 2721 w 8168953"/>
                      <a:gd name="connsiteY4-808" fmla="*/ 0 h 2966682"/>
                      <a:gd name="connsiteX5-809" fmla="*/ 4074472 w 8168953"/>
                      <a:gd name="connsiteY5-810" fmla="*/ 1465296 h 2966682"/>
                      <a:gd name="connsiteX6-811" fmla="*/ 8168119 w 8168953"/>
                      <a:gd name="connsiteY6-812" fmla="*/ 7337 h 2966682"/>
                      <a:gd name="connsiteX0-813" fmla="*/ 8168119 w 8168953"/>
                      <a:gd name="connsiteY0-814" fmla="*/ 7337 h 3100377"/>
                      <a:gd name="connsiteX1-815" fmla="*/ 8168953 w 8168953"/>
                      <a:gd name="connsiteY1-816" fmla="*/ 1636654 h 3100377"/>
                      <a:gd name="connsiteX2-817" fmla="*/ 4118520 w 8168953"/>
                      <a:gd name="connsiteY2-818" fmla="*/ 3099826 h 3100377"/>
                      <a:gd name="connsiteX3-819" fmla="*/ 0 w 8168953"/>
                      <a:gd name="connsiteY3-820" fmla="*/ 1527651 h 3100377"/>
                      <a:gd name="connsiteX4-821" fmla="*/ 2721 w 8168953"/>
                      <a:gd name="connsiteY4-822" fmla="*/ 0 h 3100377"/>
                      <a:gd name="connsiteX5-823" fmla="*/ 4074472 w 8168953"/>
                      <a:gd name="connsiteY5-824" fmla="*/ 1465296 h 3100377"/>
                      <a:gd name="connsiteX6-825" fmla="*/ 8168119 w 8168953"/>
                      <a:gd name="connsiteY6-826" fmla="*/ 7337 h 3100377"/>
                      <a:gd name="connsiteX0-827" fmla="*/ 8168119 w 8168953"/>
                      <a:gd name="connsiteY0-828" fmla="*/ 7337 h 3100429"/>
                      <a:gd name="connsiteX1-829" fmla="*/ 8168953 w 8168953"/>
                      <a:gd name="connsiteY1-830" fmla="*/ 1636654 h 3100429"/>
                      <a:gd name="connsiteX2-831" fmla="*/ 4118520 w 8168953"/>
                      <a:gd name="connsiteY2-832" fmla="*/ 3099826 h 3100429"/>
                      <a:gd name="connsiteX3-833" fmla="*/ 0 w 8168953"/>
                      <a:gd name="connsiteY3-834" fmla="*/ 1527651 h 3100429"/>
                      <a:gd name="connsiteX4-835" fmla="*/ 2721 w 8168953"/>
                      <a:gd name="connsiteY4-836" fmla="*/ 0 h 3100429"/>
                      <a:gd name="connsiteX5-837" fmla="*/ 4074472 w 8168953"/>
                      <a:gd name="connsiteY5-838" fmla="*/ 1465296 h 3100429"/>
                      <a:gd name="connsiteX6-839" fmla="*/ 8168119 w 8168953"/>
                      <a:gd name="connsiteY6-840" fmla="*/ 7337 h 3100429"/>
                      <a:gd name="connsiteX0-841" fmla="*/ 8165849 w 8166683"/>
                      <a:gd name="connsiteY0-842" fmla="*/ 7337 h 3099826"/>
                      <a:gd name="connsiteX1-843" fmla="*/ 8166683 w 8166683"/>
                      <a:gd name="connsiteY1-844" fmla="*/ 1636654 h 3099826"/>
                      <a:gd name="connsiteX2-845" fmla="*/ 4116250 w 8166683"/>
                      <a:gd name="connsiteY2-846" fmla="*/ 3099826 h 3099826"/>
                      <a:gd name="connsiteX3-847" fmla="*/ 8764 w 8166683"/>
                      <a:gd name="connsiteY3-848" fmla="*/ 1634789 h 3099826"/>
                      <a:gd name="connsiteX4-849" fmla="*/ 451 w 8166683"/>
                      <a:gd name="connsiteY4-850" fmla="*/ 0 h 3099826"/>
                      <a:gd name="connsiteX5-851" fmla="*/ 4072202 w 8166683"/>
                      <a:gd name="connsiteY5-852" fmla="*/ 1465296 h 3099826"/>
                      <a:gd name="connsiteX6-853" fmla="*/ 8165849 w 8166683"/>
                      <a:gd name="connsiteY6-854" fmla="*/ 7337 h 3099826"/>
                      <a:gd name="connsiteX0-855" fmla="*/ 8165849 w 8166683"/>
                      <a:gd name="connsiteY0-856" fmla="*/ 7337 h 3099826"/>
                      <a:gd name="connsiteX1-857" fmla="*/ 8166683 w 8166683"/>
                      <a:gd name="connsiteY1-858" fmla="*/ 1636654 h 3099826"/>
                      <a:gd name="connsiteX2-859" fmla="*/ 4116250 w 8166683"/>
                      <a:gd name="connsiteY2-860" fmla="*/ 3099826 h 3099826"/>
                      <a:gd name="connsiteX3-861" fmla="*/ 8764 w 8166683"/>
                      <a:gd name="connsiteY3-862" fmla="*/ 1634789 h 3099826"/>
                      <a:gd name="connsiteX4-863" fmla="*/ 451 w 8166683"/>
                      <a:gd name="connsiteY4-864" fmla="*/ 0 h 3099826"/>
                      <a:gd name="connsiteX5-865" fmla="*/ 4072202 w 8166683"/>
                      <a:gd name="connsiteY5-866" fmla="*/ 1465296 h 3099826"/>
                      <a:gd name="connsiteX6-867" fmla="*/ 8165849 w 8166683"/>
                      <a:gd name="connsiteY6-868" fmla="*/ 7337 h 3099826"/>
                      <a:gd name="connsiteX0-869" fmla="*/ 8165849 w 8166683"/>
                      <a:gd name="connsiteY0-870" fmla="*/ 7337 h 3099826"/>
                      <a:gd name="connsiteX1-871" fmla="*/ 8166683 w 8166683"/>
                      <a:gd name="connsiteY1-872" fmla="*/ 1636654 h 3099826"/>
                      <a:gd name="connsiteX2-873" fmla="*/ 4116250 w 8166683"/>
                      <a:gd name="connsiteY2-874" fmla="*/ 3099826 h 3099826"/>
                      <a:gd name="connsiteX3-875" fmla="*/ 8764 w 8166683"/>
                      <a:gd name="connsiteY3-876" fmla="*/ 1634789 h 3099826"/>
                      <a:gd name="connsiteX4-877" fmla="*/ 451 w 8166683"/>
                      <a:gd name="connsiteY4-878" fmla="*/ 0 h 3099826"/>
                      <a:gd name="connsiteX5-879" fmla="*/ 4061168 w 8166683"/>
                      <a:gd name="connsiteY5-880" fmla="*/ 1438511 h 3099826"/>
                      <a:gd name="connsiteX6-881" fmla="*/ 8165849 w 8166683"/>
                      <a:gd name="connsiteY6-882" fmla="*/ 7337 h 3099826"/>
                      <a:gd name="connsiteX0-883" fmla="*/ 8165849 w 8166683"/>
                      <a:gd name="connsiteY0-884" fmla="*/ 7337 h 3099826"/>
                      <a:gd name="connsiteX1-885" fmla="*/ 8166683 w 8166683"/>
                      <a:gd name="connsiteY1-886" fmla="*/ 1636654 h 3099826"/>
                      <a:gd name="connsiteX2-887" fmla="*/ 4116250 w 8166683"/>
                      <a:gd name="connsiteY2-888" fmla="*/ 3099826 h 3099826"/>
                      <a:gd name="connsiteX3-889" fmla="*/ 8764 w 8166683"/>
                      <a:gd name="connsiteY3-890" fmla="*/ 1634789 h 3099826"/>
                      <a:gd name="connsiteX4-891" fmla="*/ 451 w 8166683"/>
                      <a:gd name="connsiteY4-892" fmla="*/ 0 h 3099826"/>
                      <a:gd name="connsiteX5-893" fmla="*/ 4061168 w 8166683"/>
                      <a:gd name="connsiteY5-894" fmla="*/ 1438511 h 3099826"/>
                      <a:gd name="connsiteX6-895" fmla="*/ 8165849 w 8166683"/>
                      <a:gd name="connsiteY6-896" fmla="*/ 7337 h 309982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73" name="Oval 472"/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474" name="Group 473"/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75" name="Freeform 474"/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-1" fmla="*/ 3725333 w 4641485"/>
                        <a:gd name="connsiteY0-2" fmla="*/ 0 h 1049866"/>
                        <a:gd name="connsiteX1-3" fmla="*/ 4641485 w 4641485"/>
                        <a:gd name="connsiteY1-4" fmla="*/ 239402 h 1049866"/>
                        <a:gd name="connsiteX2-5" fmla="*/ 3962400 w 4641485"/>
                        <a:gd name="connsiteY2-6" fmla="*/ 541866 h 1049866"/>
                        <a:gd name="connsiteX3-7" fmla="*/ 3742267 w 4641485"/>
                        <a:gd name="connsiteY3-8" fmla="*/ 457200 h 1049866"/>
                        <a:gd name="connsiteX4-9" fmla="*/ 2269067 w 4641485"/>
                        <a:gd name="connsiteY4-10" fmla="*/ 1049866 h 1049866"/>
                        <a:gd name="connsiteX5-11" fmla="*/ 880533 w 4641485"/>
                        <a:gd name="connsiteY5-12" fmla="*/ 457200 h 1049866"/>
                        <a:gd name="connsiteX6-13" fmla="*/ 592667 w 4641485"/>
                        <a:gd name="connsiteY6-14" fmla="*/ 541866 h 1049866"/>
                        <a:gd name="connsiteX7-15" fmla="*/ 0 w 4641485"/>
                        <a:gd name="connsiteY7-16" fmla="*/ 254000 h 1049866"/>
                        <a:gd name="connsiteX8-17" fmla="*/ 880533 w 4641485"/>
                        <a:gd name="connsiteY8-18" fmla="*/ 16933 h 1049866"/>
                        <a:gd name="connsiteX9-19" fmla="*/ 2302933 w 4641485"/>
                        <a:gd name="connsiteY9-20" fmla="*/ 626533 h 1049866"/>
                        <a:gd name="connsiteX10-21" fmla="*/ 3725333 w 4641485"/>
                        <a:gd name="connsiteY10-22" fmla="*/ 0 h 1049866"/>
                        <a:gd name="connsiteX0-23" fmla="*/ 3756864 w 4673016"/>
                        <a:gd name="connsiteY0-24" fmla="*/ 0 h 1049866"/>
                        <a:gd name="connsiteX1-25" fmla="*/ 4673016 w 4673016"/>
                        <a:gd name="connsiteY1-26" fmla="*/ 239402 h 1049866"/>
                        <a:gd name="connsiteX2-27" fmla="*/ 3993931 w 4673016"/>
                        <a:gd name="connsiteY2-28" fmla="*/ 541866 h 1049866"/>
                        <a:gd name="connsiteX3-29" fmla="*/ 3773798 w 4673016"/>
                        <a:gd name="connsiteY3-30" fmla="*/ 457200 h 1049866"/>
                        <a:gd name="connsiteX4-31" fmla="*/ 2300598 w 4673016"/>
                        <a:gd name="connsiteY4-32" fmla="*/ 1049866 h 1049866"/>
                        <a:gd name="connsiteX5-33" fmla="*/ 912064 w 4673016"/>
                        <a:gd name="connsiteY5-34" fmla="*/ 457200 h 1049866"/>
                        <a:gd name="connsiteX6-35" fmla="*/ 624198 w 4673016"/>
                        <a:gd name="connsiteY6-36" fmla="*/ 541866 h 1049866"/>
                        <a:gd name="connsiteX7-37" fmla="*/ 0 w 4673016"/>
                        <a:gd name="connsiteY7-38" fmla="*/ 232979 h 1049866"/>
                        <a:gd name="connsiteX8-39" fmla="*/ 912064 w 4673016"/>
                        <a:gd name="connsiteY8-40" fmla="*/ 16933 h 1049866"/>
                        <a:gd name="connsiteX9-41" fmla="*/ 2334464 w 4673016"/>
                        <a:gd name="connsiteY9-42" fmla="*/ 626533 h 1049866"/>
                        <a:gd name="connsiteX10-43" fmla="*/ 3756864 w 4673016"/>
                        <a:gd name="connsiteY10-44" fmla="*/ 0 h 1049866"/>
                        <a:gd name="connsiteX0-45" fmla="*/ 3756864 w 4673016"/>
                        <a:gd name="connsiteY0-46" fmla="*/ 0 h 1049866"/>
                        <a:gd name="connsiteX1-47" fmla="*/ 4673016 w 4673016"/>
                        <a:gd name="connsiteY1-48" fmla="*/ 239402 h 1049866"/>
                        <a:gd name="connsiteX2-49" fmla="*/ 3993931 w 4673016"/>
                        <a:gd name="connsiteY2-50" fmla="*/ 541866 h 1049866"/>
                        <a:gd name="connsiteX3-51" fmla="*/ 3784308 w 4673016"/>
                        <a:gd name="connsiteY3-52" fmla="*/ 404648 h 1049866"/>
                        <a:gd name="connsiteX4-53" fmla="*/ 2300598 w 4673016"/>
                        <a:gd name="connsiteY4-54" fmla="*/ 1049866 h 1049866"/>
                        <a:gd name="connsiteX5-55" fmla="*/ 912064 w 4673016"/>
                        <a:gd name="connsiteY5-56" fmla="*/ 457200 h 1049866"/>
                        <a:gd name="connsiteX6-57" fmla="*/ 624198 w 4673016"/>
                        <a:gd name="connsiteY6-58" fmla="*/ 541866 h 1049866"/>
                        <a:gd name="connsiteX7-59" fmla="*/ 0 w 4673016"/>
                        <a:gd name="connsiteY7-60" fmla="*/ 232979 h 1049866"/>
                        <a:gd name="connsiteX8-61" fmla="*/ 912064 w 4673016"/>
                        <a:gd name="connsiteY8-62" fmla="*/ 16933 h 1049866"/>
                        <a:gd name="connsiteX9-63" fmla="*/ 2334464 w 4673016"/>
                        <a:gd name="connsiteY9-64" fmla="*/ 626533 h 1049866"/>
                        <a:gd name="connsiteX10-65" fmla="*/ 3756864 w 4673016"/>
                        <a:gd name="connsiteY10-66" fmla="*/ 0 h 1049866"/>
                        <a:gd name="connsiteX0-67" fmla="*/ 3756864 w 4673016"/>
                        <a:gd name="connsiteY0-68" fmla="*/ 0 h 1049866"/>
                        <a:gd name="connsiteX1-69" fmla="*/ 4673016 w 4673016"/>
                        <a:gd name="connsiteY1-70" fmla="*/ 239402 h 1049866"/>
                        <a:gd name="connsiteX2-71" fmla="*/ 3993931 w 4673016"/>
                        <a:gd name="connsiteY2-72" fmla="*/ 541866 h 1049866"/>
                        <a:gd name="connsiteX3-73" fmla="*/ 3794818 w 4673016"/>
                        <a:gd name="connsiteY3-74" fmla="*/ 436179 h 1049866"/>
                        <a:gd name="connsiteX4-75" fmla="*/ 2300598 w 4673016"/>
                        <a:gd name="connsiteY4-76" fmla="*/ 1049866 h 1049866"/>
                        <a:gd name="connsiteX5-77" fmla="*/ 912064 w 4673016"/>
                        <a:gd name="connsiteY5-78" fmla="*/ 457200 h 1049866"/>
                        <a:gd name="connsiteX6-79" fmla="*/ 624198 w 4673016"/>
                        <a:gd name="connsiteY6-80" fmla="*/ 541866 h 1049866"/>
                        <a:gd name="connsiteX7-81" fmla="*/ 0 w 4673016"/>
                        <a:gd name="connsiteY7-82" fmla="*/ 232979 h 1049866"/>
                        <a:gd name="connsiteX8-83" fmla="*/ 912064 w 4673016"/>
                        <a:gd name="connsiteY8-84" fmla="*/ 16933 h 1049866"/>
                        <a:gd name="connsiteX9-85" fmla="*/ 2334464 w 4673016"/>
                        <a:gd name="connsiteY9-86" fmla="*/ 626533 h 1049866"/>
                        <a:gd name="connsiteX10-87" fmla="*/ 3756864 w 4673016"/>
                        <a:gd name="connsiteY10-88" fmla="*/ 0 h 1049866"/>
                        <a:gd name="connsiteX0-89" fmla="*/ 3756864 w 4673016"/>
                        <a:gd name="connsiteY0-90" fmla="*/ 0 h 1049866"/>
                        <a:gd name="connsiteX1-91" fmla="*/ 4673016 w 4673016"/>
                        <a:gd name="connsiteY1-92" fmla="*/ 239402 h 1049866"/>
                        <a:gd name="connsiteX2-93" fmla="*/ 3993931 w 4673016"/>
                        <a:gd name="connsiteY2-94" fmla="*/ 541866 h 1049866"/>
                        <a:gd name="connsiteX3-95" fmla="*/ 3794818 w 4673016"/>
                        <a:gd name="connsiteY3-96" fmla="*/ 436179 h 1049866"/>
                        <a:gd name="connsiteX4-97" fmla="*/ 2300598 w 4673016"/>
                        <a:gd name="connsiteY4-98" fmla="*/ 1049866 h 1049866"/>
                        <a:gd name="connsiteX5-99" fmla="*/ 912064 w 4673016"/>
                        <a:gd name="connsiteY5-100" fmla="*/ 457200 h 1049866"/>
                        <a:gd name="connsiteX6-101" fmla="*/ 624198 w 4673016"/>
                        <a:gd name="connsiteY6-102" fmla="*/ 541866 h 1049866"/>
                        <a:gd name="connsiteX7-103" fmla="*/ 0 w 4673016"/>
                        <a:gd name="connsiteY7-104" fmla="*/ 232979 h 1049866"/>
                        <a:gd name="connsiteX8-105" fmla="*/ 912064 w 4673016"/>
                        <a:gd name="connsiteY8-106" fmla="*/ 16933 h 1049866"/>
                        <a:gd name="connsiteX9-107" fmla="*/ 2323954 w 4673016"/>
                        <a:gd name="connsiteY9-108" fmla="*/ 616023 h 1049866"/>
                        <a:gd name="connsiteX10-109" fmla="*/ 3756864 w 4673016"/>
                        <a:gd name="connsiteY10-110" fmla="*/ 0 h 1049866"/>
                        <a:gd name="connsiteX0-111" fmla="*/ 3756864 w 4673016"/>
                        <a:gd name="connsiteY0-112" fmla="*/ 0 h 1049866"/>
                        <a:gd name="connsiteX1-113" fmla="*/ 4673016 w 4673016"/>
                        <a:gd name="connsiteY1-114" fmla="*/ 239402 h 1049866"/>
                        <a:gd name="connsiteX2-115" fmla="*/ 3993931 w 4673016"/>
                        <a:gd name="connsiteY2-116" fmla="*/ 541866 h 1049866"/>
                        <a:gd name="connsiteX3-117" fmla="*/ 3794818 w 4673016"/>
                        <a:gd name="connsiteY3-118" fmla="*/ 436179 h 1049866"/>
                        <a:gd name="connsiteX4-119" fmla="*/ 2300598 w 4673016"/>
                        <a:gd name="connsiteY4-120" fmla="*/ 1049866 h 1049866"/>
                        <a:gd name="connsiteX5-121" fmla="*/ 912064 w 4673016"/>
                        <a:gd name="connsiteY5-122" fmla="*/ 457200 h 1049866"/>
                        <a:gd name="connsiteX6-123" fmla="*/ 624198 w 4673016"/>
                        <a:gd name="connsiteY6-124" fmla="*/ 541866 h 1049866"/>
                        <a:gd name="connsiteX7-125" fmla="*/ 0 w 4673016"/>
                        <a:gd name="connsiteY7-126" fmla="*/ 275021 h 1049866"/>
                        <a:gd name="connsiteX8-127" fmla="*/ 912064 w 4673016"/>
                        <a:gd name="connsiteY8-128" fmla="*/ 16933 h 1049866"/>
                        <a:gd name="connsiteX9-129" fmla="*/ 2323954 w 4673016"/>
                        <a:gd name="connsiteY9-130" fmla="*/ 616023 h 1049866"/>
                        <a:gd name="connsiteX10-131" fmla="*/ 3756864 w 4673016"/>
                        <a:gd name="connsiteY10-132" fmla="*/ 0 h 1049866"/>
                        <a:gd name="connsiteX0-133" fmla="*/ 3756864 w 4673016"/>
                        <a:gd name="connsiteY0-134" fmla="*/ 0 h 1049866"/>
                        <a:gd name="connsiteX1-135" fmla="*/ 4673016 w 4673016"/>
                        <a:gd name="connsiteY1-136" fmla="*/ 239402 h 1049866"/>
                        <a:gd name="connsiteX2-137" fmla="*/ 3993931 w 4673016"/>
                        <a:gd name="connsiteY2-138" fmla="*/ 541866 h 1049866"/>
                        <a:gd name="connsiteX3-139" fmla="*/ 3815839 w 4673016"/>
                        <a:gd name="connsiteY3-140" fmla="*/ 467710 h 1049866"/>
                        <a:gd name="connsiteX4-141" fmla="*/ 2300598 w 4673016"/>
                        <a:gd name="connsiteY4-142" fmla="*/ 1049866 h 1049866"/>
                        <a:gd name="connsiteX5-143" fmla="*/ 912064 w 4673016"/>
                        <a:gd name="connsiteY5-144" fmla="*/ 457200 h 1049866"/>
                        <a:gd name="connsiteX6-145" fmla="*/ 624198 w 4673016"/>
                        <a:gd name="connsiteY6-146" fmla="*/ 541866 h 1049866"/>
                        <a:gd name="connsiteX7-147" fmla="*/ 0 w 4673016"/>
                        <a:gd name="connsiteY7-148" fmla="*/ 275021 h 1049866"/>
                        <a:gd name="connsiteX8-149" fmla="*/ 912064 w 4673016"/>
                        <a:gd name="connsiteY8-150" fmla="*/ 16933 h 1049866"/>
                        <a:gd name="connsiteX9-151" fmla="*/ 2323954 w 4673016"/>
                        <a:gd name="connsiteY9-152" fmla="*/ 616023 h 1049866"/>
                        <a:gd name="connsiteX10-153" fmla="*/ 3756864 w 4673016"/>
                        <a:gd name="connsiteY10-154" fmla="*/ 0 h 104986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6" name="Freeform 475"/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7" name="Freeform 476"/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8" name="Freeform 477"/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-1" fmla="*/ 168165 w 3731172"/>
                        <a:gd name="connsiteY0-2" fmla="*/ 73572 h 1418896"/>
                        <a:gd name="connsiteX1-3" fmla="*/ 451945 w 3731172"/>
                        <a:gd name="connsiteY1-4" fmla="*/ 0 h 1418896"/>
                        <a:gd name="connsiteX2-5" fmla="*/ 1881352 w 3731172"/>
                        <a:gd name="connsiteY2-6" fmla="*/ 599089 h 1418896"/>
                        <a:gd name="connsiteX3-7" fmla="*/ 3363310 w 3731172"/>
                        <a:gd name="connsiteY3-8" fmla="*/ 0 h 1418896"/>
                        <a:gd name="connsiteX4-9" fmla="*/ 3584027 w 3731172"/>
                        <a:gd name="connsiteY4-10" fmla="*/ 73572 h 1418896"/>
                        <a:gd name="connsiteX5-11" fmla="*/ 2627586 w 3731172"/>
                        <a:gd name="connsiteY5-12" fmla="*/ 441434 h 1418896"/>
                        <a:gd name="connsiteX6-13" fmla="*/ 2596055 w 3731172"/>
                        <a:gd name="connsiteY6-14" fmla="*/ 914400 h 1418896"/>
                        <a:gd name="connsiteX7-15" fmla="*/ 3731172 w 3731172"/>
                        <a:gd name="connsiteY7-16" fmla="*/ 1345324 h 1418896"/>
                        <a:gd name="connsiteX8-17" fmla="*/ 3447393 w 3731172"/>
                        <a:gd name="connsiteY8-18" fmla="*/ 1408386 h 1418896"/>
                        <a:gd name="connsiteX9-19" fmla="*/ 1870841 w 3731172"/>
                        <a:gd name="connsiteY9-20" fmla="*/ 746234 h 1418896"/>
                        <a:gd name="connsiteX10-21" fmla="*/ 262758 w 3731172"/>
                        <a:gd name="connsiteY10-22" fmla="*/ 1418896 h 1418896"/>
                        <a:gd name="connsiteX11-23" fmla="*/ 0 w 3731172"/>
                        <a:gd name="connsiteY11-24" fmla="*/ 1324303 h 1418896"/>
                        <a:gd name="connsiteX12-25" fmla="*/ 1145627 w 3731172"/>
                        <a:gd name="connsiteY12-26" fmla="*/ 882869 h 1418896"/>
                        <a:gd name="connsiteX13-27" fmla="*/ 1114096 w 3731172"/>
                        <a:gd name="connsiteY13-28" fmla="*/ 409903 h 1418896"/>
                        <a:gd name="connsiteX14-29" fmla="*/ 441434 w 3731172"/>
                        <a:gd name="connsiteY14-30" fmla="*/ 10510 h 1418896"/>
                        <a:gd name="connsiteX15-31" fmla="*/ 441434 w 3731172"/>
                        <a:gd name="connsiteY15-32" fmla="*/ 10510 h 1418896"/>
                        <a:gd name="connsiteX0-33" fmla="*/ 168165 w 3731172"/>
                        <a:gd name="connsiteY0-34" fmla="*/ 73572 h 1418896"/>
                        <a:gd name="connsiteX1-35" fmla="*/ 451945 w 3731172"/>
                        <a:gd name="connsiteY1-36" fmla="*/ 0 h 1418896"/>
                        <a:gd name="connsiteX2-37" fmla="*/ 1881352 w 3731172"/>
                        <a:gd name="connsiteY2-38" fmla="*/ 599089 h 1418896"/>
                        <a:gd name="connsiteX3-39" fmla="*/ 3363310 w 3731172"/>
                        <a:gd name="connsiteY3-40" fmla="*/ 0 h 1418896"/>
                        <a:gd name="connsiteX4-41" fmla="*/ 3584027 w 3731172"/>
                        <a:gd name="connsiteY4-42" fmla="*/ 73572 h 1418896"/>
                        <a:gd name="connsiteX5-43" fmla="*/ 2627586 w 3731172"/>
                        <a:gd name="connsiteY5-44" fmla="*/ 441434 h 1418896"/>
                        <a:gd name="connsiteX6-45" fmla="*/ 2596055 w 3731172"/>
                        <a:gd name="connsiteY6-46" fmla="*/ 914400 h 1418896"/>
                        <a:gd name="connsiteX7-47" fmla="*/ 3731172 w 3731172"/>
                        <a:gd name="connsiteY7-48" fmla="*/ 1345324 h 1418896"/>
                        <a:gd name="connsiteX8-49" fmla="*/ 3447393 w 3731172"/>
                        <a:gd name="connsiteY8-50" fmla="*/ 1408386 h 1418896"/>
                        <a:gd name="connsiteX9-51" fmla="*/ 1870841 w 3731172"/>
                        <a:gd name="connsiteY9-52" fmla="*/ 746234 h 1418896"/>
                        <a:gd name="connsiteX10-53" fmla="*/ 262758 w 3731172"/>
                        <a:gd name="connsiteY10-54" fmla="*/ 1418896 h 1418896"/>
                        <a:gd name="connsiteX11-55" fmla="*/ 0 w 3731172"/>
                        <a:gd name="connsiteY11-56" fmla="*/ 1324303 h 1418896"/>
                        <a:gd name="connsiteX12-57" fmla="*/ 1145627 w 3731172"/>
                        <a:gd name="connsiteY12-58" fmla="*/ 882869 h 1418896"/>
                        <a:gd name="connsiteX13-59" fmla="*/ 1114096 w 3731172"/>
                        <a:gd name="connsiteY13-60" fmla="*/ 409903 h 1418896"/>
                        <a:gd name="connsiteX14-61" fmla="*/ 441434 w 3731172"/>
                        <a:gd name="connsiteY14-62" fmla="*/ 10510 h 1418896"/>
                        <a:gd name="connsiteX0-63" fmla="*/ 168165 w 3731172"/>
                        <a:gd name="connsiteY0-64" fmla="*/ 73572 h 1418896"/>
                        <a:gd name="connsiteX1-65" fmla="*/ 451945 w 3731172"/>
                        <a:gd name="connsiteY1-66" fmla="*/ 0 h 1418896"/>
                        <a:gd name="connsiteX2-67" fmla="*/ 1881352 w 3731172"/>
                        <a:gd name="connsiteY2-68" fmla="*/ 599089 h 1418896"/>
                        <a:gd name="connsiteX3-69" fmla="*/ 3363310 w 3731172"/>
                        <a:gd name="connsiteY3-70" fmla="*/ 0 h 1418896"/>
                        <a:gd name="connsiteX4-71" fmla="*/ 3584027 w 3731172"/>
                        <a:gd name="connsiteY4-72" fmla="*/ 73572 h 1418896"/>
                        <a:gd name="connsiteX5-73" fmla="*/ 2627586 w 3731172"/>
                        <a:gd name="connsiteY5-74" fmla="*/ 441434 h 1418896"/>
                        <a:gd name="connsiteX6-75" fmla="*/ 2596055 w 3731172"/>
                        <a:gd name="connsiteY6-76" fmla="*/ 914400 h 1418896"/>
                        <a:gd name="connsiteX7-77" fmla="*/ 3731172 w 3731172"/>
                        <a:gd name="connsiteY7-78" fmla="*/ 1345324 h 1418896"/>
                        <a:gd name="connsiteX8-79" fmla="*/ 3447393 w 3731172"/>
                        <a:gd name="connsiteY8-80" fmla="*/ 1408386 h 1418896"/>
                        <a:gd name="connsiteX9-81" fmla="*/ 1870841 w 3731172"/>
                        <a:gd name="connsiteY9-82" fmla="*/ 746234 h 1418896"/>
                        <a:gd name="connsiteX10-83" fmla="*/ 262758 w 3731172"/>
                        <a:gd name="connsiteY10-84" fmla="*/ 1418896 h 1418896"/>
                        <a:gd name="connsiteX11-85" fmla="*/ 0 w 3731172"/>
                        <a:gd name="connsiteY11-86" fmla="*/ 1324303 h 1418896"/>
                        <a:gd name="connsiteX12-87" fmla="*/ 1145627 w 3731172"/>
                        <a:gd name="connsiteY12-88" fmla="*/ 882869 h 1418896"/>
                        <a:gd name="connsiteX13-89" fmla="*/ 1114096 w 3731172"/>
                        <a:gd name="connsiteY13-90" fmla="*/ 409903 h 1418896"/>
                        <a:gd name="connsiteX14-91" fmla="*/ 357351 w 3731172"/>
                        <a:gd name="connsiteY14-92" fmla="*/ 115613 h 1418896"/>
                        <a:gd name="connsiteX0-93" fmla="*/ 168165 w 3731172"/>
                        <a:gd name="connsiteY0-94" fmla="*/ 73572 h 1418896"/>
                        <a:gd name="connsiteX1-95" fmla="*/ 451945 w 3731172"/>
                        <a:gd name="connsiteY1-96" fmla="*/ 0 h 1418896"/>
                        <a:gd name="connsiteX2-97" fmla="*/ 1881352 w 3731172"/>
                        <a:gd name="connsiteY2-98" fmla="*/ 599089 h 1418896"/>
                        <a:gd name="connsiteX3-99" fmla="*/ 3363310 w 3731172"/>
                        <a:gd name="connsiteY3-100" fmla="*/ 0 h 1418896"/>
                        <a:gd name="connsiteX4-101" fmla="*/ 3584027 w 3731172"/>
                        <a:gd name="connsiteY4-102" fmla="*/ 73572 h 1418896"/>
                        <a:gd name="connsiteX5-103" fmla="*/ 2627586 w 3731172"/>
                        <a:gd name="connsiteY5-104" fmla="*/ 441434 h 1418896"/>
                        <a:gd name="connsiteX6-105" fmla="*/ 2596055 w 3731172"/>
                        <a:gd name="connsiteY6-106" fmla="*/ 914400 h 1418896"/>
                        <a:gd name="connsiteX7-107" fmla="*/ 3731172 w 3731172"/>
                        <a:gd name="connsiteY7-108" fmla="*/ 1345324 h 1418896"/>
                        <a:gd name="connsiteX8-109" fmla="*/ 3447393 w 3731172"/>
                        <a:gd name="connsiteY8-110" fmla="*/ 1408386 h 1418896"/>
                        <a:gd name="connsiteX9-111" fmla="*/ 1870841 w 3731172"/>
                        <a:gd name="connsiteY9-112" fmla="*/ 746234 h 1418896"/>
                        <a:gd name="connsiteX10-113" fmla="*/ 262758 w 3731172"/>
                        <a:gd name="connsiteY10-114" fmla="*/ 1418896 h 1418896"/>
                        <a:gd name="connsiteX11-115" fmla="*/ 0 w 3731172"/>
                        <a:gd name="connsiteY11-116" fmla="*/ 1324303 h 1418896"/>
                        <a:gd name="connsiteX12-117" fmla="*/ 1145627 w 3731172"/>
                        <a:gd name="connsiteY12-118" fmla="*/ 882869 h 1418896"/>
                        <a:gd name="connsiteX13-119" fmla="*/ 1114096 w 3731172"/>
                        <a:gd name="connsiteY13-120" fmla="*/ 409903 h 1418896"/>
                        <a:gd name="connsiteX14-121" fmla="*/ 147144 w 3731172"/>
                        <a:gd name="connsiteY14-122" fmla="*/ 63061 h 1418896"/>
                        <a:gd name="connsiteX0-123" fmla="*/ 168165 w 3731172"/>
                        <a:gd name="connsiteY0-124" fmla="*/ 73572 h 1418896"/>
                        <a:gd name="connsiteX1-125" fmla="*/ 451945 w 3731172"/>
                        <a:gd name="connsiteY1-126" fmla="*/ 0 h 1418896"/>
                        <a:gd name="connsiteX2-127" fmla="*/ 1881352 w 3731172"/>
                        <a:gd name="connsiteY2-128" fmla="*/ 599089 h 1418896"/>
                        <a:gd name="connsiteX3-129" fmla="*/ 3363310 w 3731172"/>
                        <a:gd name="connsiteY3-130" fmla="*/ 0 h 1418896"/>
                        <a:gd name="connsiteX4-131" fmla="*/ 3584027 w 3731172"/>
                        <a:gd name="connsiteY4-132" fmla="*/ 73572 h 1418896"/>
                        <a:gd name="connsiteX5-133" fmla="*/ 2627586 w 3731172"/>
                        <a:gd name="connsiteY5-134" fmla="*/ 441434 h 1418896"/>
                        <a:gd name="connsiteX6-135" fmla="*/ 2596055 w 3731172"/>
                        <a:gd name="connsiteY6-136" fmla="*/ 914400 h 1418896"/>
                        <a:gd name="connsiteX7-137" fmla="*/ 3731172 w 3731172"/>
                        <a:gd name="connsiteY7-138" fmla="*/ 1345324 h 1418896"/>
                        <a:gd name="connsiteX8-139" fmla="*/ 3447393 w 3731172"/>
                        <a:gd name="connsiteY8-140" fmla="*/ 1408386 h 1418896"/>
                        <a:gd name="connsiteX9-141" fmla="*/ 1870841 w 3731172"/>
                        <a:gd name="connsiteY9-142" fmla="*/ 746234 h 1418896"/>
                        <a:gd name="connsiteX10-143" fmla="*/ 262758 w 3731172"/>
                        <a:gd name="connsiteY10-144" fmla="*/ 1418896 h 1418896"/>
                        <a:gd name="connsiteX11-145" fmla="*/ 0 w 3731172"/>
                        <a:gd name="connsiteY11-146" fmla="*/ 1324303 h 1418896"/>
                        <a:gd name="connsiteX12-147" fmla="*/ 1145627 w 3731172"/>
                        <a:gd name="connsiteY12-148" fmla="*/ 882869 h 1418896"/>
                        <a:gd name="connsiteX13-149" fmla="*/ 1114096 w 3731172"/>
                        <a:gd name="connsiteY13-150" fmla="*/ 420413 h 1418896"/>
                        <a:gd name="connsiteX14-151" fmla="*/ 147144 w 3731172"/>
                        <a:gd name="connsiteY14-152" fmla="*/ 63061 h 1418896"/>
                        <a:gd name="connsiteX0-153" fmla="*/ 168165 w 3731172"/>
                        <a:gd name="connsiteY0-154" fmla="*/ 73572 h 1418896"/>
                        <a:gd name="connsiteX1-155" fmla="*/ 451945 w 3731172"/>
                        <a:gd name="connsiteY1-156" fmla="*/ 0 h 1418896"/>
                        <a:gd name="connsiteX2-157" fmla="*/ 1881352 w 3731172"/>
                        <a:gd name="connsiteY2-158" fmla="*/ 599089 h 1418896"/>
                        <a:gd name="connsiteX3-159" fmla="*/ 3363310 w 3731172"/>
                        <a:gd name="connsiteY3-160" fmla="*/ 0 h 1418896"/>
                        <a:gd name="connsiteX4-161" fmla="*/ 3584027 w 3731172"/>
                        <a:gd name="connsiteY4-162" fmla="*/ 73572 h 1418896"/>
                        <a:gd name="connsiteX5-163" fmla="*/ 2627586 w 3731172"/>
                        <a:gd name="connsiteY5-164" fmla="*/ 441434 h 1418896"/>
                        <a:gd name="connsiteX6-165" fmla="*/ 2596055 w 3731172"/>
                        <a:gd name="connsiteY6-166" fmla="*/ 914400 h 1418896"/>
                        <a:gd name="connsiteX7-167" fmla="*/ 3731172 w 3731172"/>
                        <a:gd name="connsiteY7-168" fmla="*/ 1345324 h 1418896"/>
                        <a:gd name="connsiteX8-169" fmla="*/ 3447393 w 3731172"/>
                        <a:gd name="connsiteY8-170" fmla="*/ 1408386 h 1418896"/>
                        <a:gd name="connsiteX9-171" fmla="*/ 1870841 w 3731172"/>
                        <a:gd name="connsiteY9-172" fmla="*/ 746234 h 1418896"/>
                        <a:gd name="connsiteX10-173" fmla="*/ 262758 w 3731172"/>
                        <a:gd name="connsiteY10-174" fmla="*/ 1418896 h 1418896"/>
                        <a:gd name="connsiteX11-175" fmla="*/ 0 w 3731172"/>
                        <a:gd name="connsiteY11-176" fmla="*/ 1324303 h 1418896"/>
                        <a:gd name="connsiteX12-177" fmla="*/ 1145627 w 3731172"/>
                        <a:gd name="connsiteY12-178" fmla="*/ 882869 h 1418896"/>
                        <a:gd name="connsiteX13-179" fmla="*/ 1114096 w 3731172"/>
                        <a:gd name="connsiteY13-180" fmla="*/ 420413 h 1418896"/>
                        <a:gd name="connsiteX14-181" fmla="*/ 189185 w 3731172"/>
                        <a:gd name="connsiteY14-182" fmla="*/ 84081 h 1418896"/>
                        <a:gd name="connsiteX0-183" fmla="*/ 168165 w 3731172"/>
                        <a:gd name="connsiteY0-184" fmla="*/ 73572 h 1418896"/>
                        <a:gd name="connsiteX1-185" fmla="*/ 451945 w 3731172"/>
                        <a:gd name="connsiteY1-186" fmla="*/ 0 h 1418896"/>
                        <a:gd name="connsiteX2-187" fmla="*/ 1881352 w 3731172"/>
                        <a:gd name="connsiteY2-188" fmla="*/ 599089 h 1418896"/>
                        <a:gd name="connsiteX3-189" fmla="*/ 3363310 w 3731172"/>
                        <a:gd name="connsiteY3-190" fmla="*/ 0 h 1418896"/>
                        <a:gd name="connsiteX4-191" fmla="*/ 3584027 w 3731172"/>
                        <a:gd name="connsiteY4-192" fmla="*/ 73572 h 1418896"/>
                        <a:gd name="connsiteX5-193" fmla="*/ 2627586 w 3731172"/>
                        <a:gd name="connsiteY5-194" fmla="*/ 441434 h 1418896"/>
                        <a:gd name="connsiteX6-195" fmla="*/ 2596055 w 3731172"/>
                        <a:gd name="connsiteY6-196" fmla="*/ 914400 h 1418896"/>
                        <a:gd name="connsiteX7-197" fmla="*/ 3731172 w 3731172"/>
                        <a:gd name="connsiteY7-198" fmla="*/ 1345324 h 1418896"/>
                        <a:gd name="connsiteX8-199" fmla="*/ 3447393 w 3731172"/>
                        <a:gd name="connsiteY8-200" fmla="*/ 1408386 h 1418896"/>
                        <a:gd name="connsiteX9-201" fmla="*/ 1870841 w 3731172"/>
                        <a:gd name="connsiteY9-202" fmla="*/ 746234 h 1418896"/>
                        <a:gd name="connsiteX10-203" fmla="*/ 262758 w 3731172"/>
                        <a:gd name="connsiteY10-204" fmla="*/ 1418896 h 1418896"/>
                        <a:gd name="connsiteX11-205" fmla="*/ 0 w 3731172"/>
                        <a:gd name="connsiteY11-206" fmla="*/ 1324303 h 1418896"/>
                        <a:gd name="connsiteX12-207" fmla="*/ 1145627 w 3731172"/>
                        <a:gd name="connsiteY12-208" fmla="*/ 882869 h 1418896"/>
                        <a:gd name="connsiteX13-209" fmla="*/ 1114096 w 3731172"/>
                        <a:gd name="connsiteY13-210" fmla="*/ 420413 h 1418896"/>
                        <a:gd name="connsiteX14-211" fmla="*/ 189185 w 3731172"/>
                        <a:gd name="connsiteY14-212" fmla="*/ 84081 h 1418896"/>
                        <a:gd name="connsiteX15-213" fmla="*/ 168165 w 3731172"/>
                        <a:gd name="connsiteY15-214" fmla="*/ 73572 h 1418896"/>
                        <a:gd name="connsiteX0-215" fmla="*/ 168165 w 3731172"/>
                        <a:gd name="connsiteY0-216" fmla="*/ 73572 h 1418896"/>
                        <a:gd name="connsiteX1-217" fmla="*/ 451945 w 3731172"/>
                        <a:gd name="connsiteY1-218" fmla="*/ 0 h 1418896"/>
                        <a:gd name="connsiteX2-219" fmla="*/ 1881352 w 3731172"/>
                        <a:gd name="connsiteY2-220" fmla="*/ 599089 h 1418896"/>
                        <a:gd name="connsiteX3-221" fmla="*/ 3363310 w 3731172"/>
                        <a:gd name="connsiteY3-222" fmla="*/ 0 h 1418896"/>
                        <a:gd name="connsiteX4-223" fmla="*/ 3584027 w 3731172"/>
                        <a:gd name="connsiteY4-224" fmla="*/ 73572 h 1418896"/>
                        <a:gd name="connsiteX5-225" fmla="*/ 2627586 w 3731172"/>
                        <a:gd name="connsiteY5-226" fmla="*/ 441434 h 1418896"/>
                        <a:gd name="connsiteX6-227" fmla="*/ 2596055 w 3731172"/>
                        <a:gd name="connsiteY6-228" fmla="*/ 914400 h 1418896"/>
                        <a:gd name="connsiteX7-229" fmla="*/ 3731172 w 3731172"/>
                        <a:gd name="connsiteY7-230" fmla="*/ 1345324 h 1418896"/>
                        <a:gd name="connsiteX8-231" fmla="*/ 3447393 w 3731172"/>
                        <a:gd name="connsiteY8-232" fmla="*/ 1408386 h 1418896"/>
                        <a:gd name="connsiteX9-233" fmla="*/ 1870841 w 3731172"/>
                        <a:gd name="connsiteY9-234" fmla="*/ 746234 h 1418896"/>
                        <a:gd name="connsiteX10-235" fmla="*/ 262758 w 3731172"/>
                        <a:gd name="connsiteY10-236" fmla="*/ 1418896 h 1418896"/>
                        <a:gd name="connsiteX11-237" fmla="*/ 0 w 3731172"/>
                        <a:gd name="connsiteY11-238" fmla="*/ 1324303 h 1418896"/>
                        <a:gd name="connsiteX12-239" fmla="*/ 1145627 w 3731172"/>
                        <a:gd name="connsiteY12-240" fmla="*/ 882869 h 1418896"/>
                        <a:gd name="connsiteX13-241" fmla="*/ 1156137 w 3731172"/>
                        <a:gd name="connsiteY13-242" fmla="*/ 441434 h 1418896"/>
                        <a:gd name="connsiteX14-243" fmla="*/ 189185 w 3731172"/>
                        <a:gd name="connsiteY14-244" fmla="*/ 84081 h 1418896"/>
                        <a:gd name="connsiteX15-245" fmla="*/ 168165 w 3731172"/>
                        <a:gd name="connsiteY15-246" fmla="*/ 73572 h 1418896"/>
                        <a:gd name="connsiteX0-247" fmla="*/ 168165 w 3731172"/>
                        <a:gd name="connsiteY0-248" fmla="*/ 73572 h 1418896"/>
                        <a:gd name="connsiteX1-249" fmla="*/ 451945 w 3731172"/>
                        <a:gd name="connsiteY1-250" fmla="*/ 0 h 1418896"/>
                        <a:gd name="connsiteX2-251" fmla="*/ 1881352 w 3731172"/>
                        <a:gd name="connsiteY2-252" fmla="*/ 599089 h 1418896"/>
                        <a:gd name="connsiteX3-253" fmla="*/ 3363310 w 3731172"/>
                        <a:gd name="connsiteY3-254" fmla="*/ 0 h 1418896"/>
                        <a:gd name="connsiteX4-255" fmla="*/ 3584027 w 3731172"/>
                        <a:gd name="connsiteY4-256" fmla="*/ 73572 h 1418896"/>
                        <a:gd name="connsiteX5-257" fmla="*/ 2627586 w 3731172"/>
                        <a:gd name="connsiteY5-258" fmla="*/ 441434 h 1418896"/>
                        <a:gd name="connsiteX6-259" fmla="*/ 2596055 w 3731172"/>
                        <a:gd name="connsiteY6-260" fmla="*/ 914400 h 1418896"/>
                        <a:gd name="connsiteX7-261" fmla="*/ 3731172 w 3731172"/>
                        <a:gd name="connsiteY7-262" fmla="*/ 1345324 h 1418896"/>
                        <a:gd name="connsiteX8-263" fmla="*/ 3447393 w 3731172"/>
                        <a:gd name="connsiteY8-264" fmla="*/ 1408386 h 1418896"/>
                        <a:gd name="connsiteX9-265" fmla="*/ 1870841 w 3731172"/>
                        <a:gd name="connsiteY9-266" fmla="*/ 746234 h 1418896"/>
                        <a:gd name="connsiteX10-267" fmla="*/ 262758 w 3731172"/>
                        <a:gd name="connsiteY10-268" fmla="*/ 1418896 h 1418896"/>
                        <a:gd name="connsiteX11-269" fmla="*/ 0 w 3731172"/>
                        <a:gd name="connsiteY11-270" fmla="*/ 1324303 h 1418896"/>
                        <a:gd name="connsiteX12-271" fmla="*/ 1145627 w 3731172"/>
                        <a:gd name="connsiteY12-272" fmla="*/ 882869 h 1418896"/>
                        <a:gd name="connsiteX13-273" fmla="*/ 1145626 w 3731172"/>
                        <a:gd name="connsiteY13-274" fmla="*/ 451945 h 1418896"/>
                        <a:gd name="connsiteX14-275" fmla="*/ 189185 w 3731172"/>
                        <a:gd name="connsiteY14-276" fmla="*/ 84081 h 1418896"/>
                        <a:gd name="connsiteX15-277" fmla="*/ 168165 w 3731172"/>
                        <a:gd name="connsiteY15-278" fmla="*/ 73572 h 1418896"/>
                        <a:gd name="connsiteX0-279" fmla="*/ 168165 w 3731172"/>
                        <a:gd name="connsiteY0-280" fmla="*/ 73572 h 1418896"/>
                        <a:gd name="connsiteX1-281" fmla="*/ 451945 w 3731172"/>
                        <a:gd name="connsiteY1-282" fmla="*/ 0 h 1418896"/>
                        <a:gd name="connsiteX2-283" fmla="*/ 1881352 w 3731172"/>
                        <a:gd name="connsiteY2-284" fmla="*/ 599089 h 1418896"/>
                        <a:gd name="connsiteX3-285" fmla="*/ 3363310 w 3731172"/>
                        <a:gd name="connsiteY3-286" fmla="*/ 0 h 1418896"/>
                        <a:gd name="connsiteX4-287" fmla="*/ 3584027 w 3731172"/>
                        <a:gd name="connsiteY4-288" fmla="*/ 73572 h 1418896"/>
                        <a:gd name="connsiteX5-289" fmla="*/ 2627586 w 3731172"/>
                        <a:gd name="connsiteY5-290" fmla="*/ 441434 h 1418896"/>
                        <a:gd name="connsiteX6-291" fmla="*/ 2596055 w 3731172"/>
                        <a:gd name="connsiteY6-292" fmla="*/ 914400 h 1418896"/>
                        <a:gd name="connsiteX7-293" fmla="*/ 3731172 w 3731172"/>
                        <a:gd name="connsiteY7-294" fmla="*/ 1345324 h 1418896"/>
                        <a:gd name="connsiteX8-295" fmla="*/ 3447393 w 3731172"/>
                        <a:gd name="connsiteY8-296" fmla="*/ 1408386 h 1418896"/>
                        <a:gd name="connsiteX9-297" fmla="*/ 1870841 w 3731172"/>
                        <a:gd name="connsiteY9-298" fmla="*/ 746234 h 1418896"/>
                        <a:gd name="connsiteX10-299" fmla="*/ 262758 w 3731172"/>
                        <a:gd name="connsiteY10-300" fmla="*/ 1418896 h 1418896"/>
                        <a:gd name="connsiteX11-301" fmla="*/ 0 w 3731172"/>
                        <a:gd name="connsiteY11-302" fmla="*/ 1324303 h 1418896"/>
                        <a:gd name="connsiteX12-303" fmla="*/ 1145627 w 3731172"/>
                        <a:gd name="connsiteY12-304" fmla="*/ 903890 h 1418896"/>
                        <a:gd name="connsiteX13-305" fmla="*/ 1145626 w 3731172"/>
                        <a:gd name="connsiteY13-306" fmla="*/ 451945 h 1418896"/>
                        <a:gd name="connsiteX14-307" fmla="*/ 189185 w 3731172"/>
                        <a:gd name="connsiteY14-308" fmla="*/ 84081 h 1418896"/>
                        <a:gd name="connsiteX15-309" fmla="*/ 168165 w 3731172"/>
                        <a:gd name="connsiteY15-310" fmla="*/ 73572 h 1418896"/>
                        <a:gd name="connsiteX0-311" fmla="*/ 147144 w 3710151"/>
                        <a:gd name="connsiteY0-312" fmla="*/ 73572 h 1418896"/>
                        <a:gd name="connsiteX1-313" fmla="*/ 430924 w 3710151"/>
                        <a:gd name="connsiteY1-314" fmla="*/ 0 h 1418896"/>
                        <a:gd name="connsiteX2-315" fmla="*/ 1860331 w 3710151"/>
                        <a:gd name="connsiteY2-316" fmla="*/ 599089 h 1418896"/>
                        <a:gd name="connsiteX3-317" fmla="*/ 3342289 w 3710151"/>
                        <a:gd name="connsiteY3-318" fmla="*/ 0 h 1418896"/>
                        <a:gd name="connsiteX4-319" fmla="*/ 3563006 w 3710151"/>
                        <a:gd name="connsiteY4-320" fmla="*/ 73572 h 1418896"/>
                        <a:gd name="connsiteX5-321" fmla="*/ 2606565 w 3710151"/>
                        <a:gd name="connsiteY5-322" fmla="*/ 441434 h 1418896"/>
                        <a:gd name="connsiteX6-323" fmla="*/ 2575034 w 3710151"/>
                        <a:gd name="connsiteY6-324" fmla="*/ 914400 h 1418896"/>
                        <a:gd name="connsiteX7-325" fmla="*/ 3710151 w 3710151"/>
                        <a:gd name="connsiteY7-326" fmla="*/ 1345324 h 1418896"/>
                        <a:gd name="connsiteX8-327" fmla="*/ 3426372 w 3710151"/>
                        <a:gd name="connsiteY8-328" fmla="*/ 1408386 h 1418896"/>
                        <a:gd name="connsiteX9-329" fmla="*/ 1849820 w 3710151"/>
                        <a:gd name="connsiteY9-330" fmla="*/ 746234 h 1418896"/>
                        <a:gd name="connsiteX10-331" fmla="*/ 241737 w 3710151"/>
                        <a:gd name="connsiteY10-332" fmla="*/ 1418896 h 1418896"/>
                        <a:gd name="connsiteX11-333" fmla="*/ 0 w 3710151"/>
                        <a:gd name="connsiteY11-334" fmla="*/ 1334814 h 1418896"/>
                        <a:gd name="connsiteX12-335" fmla="*/ 1124606 w 3710151"/>
                        <a:gd name="connsiteY12-336" fmla="*/ 903890 h 1418896"/>
                        <a:gd name="connsiteX13-337" fmla="*/ 1124605 w 3710151"/>
                        <a:gd name="connsiteY13-338" fmla="*/ 451945 h 1418896"/>
                        <a:gd name="connsiteX14-339" fmla="*/ 168164 w 3710151"/>
                        <a:gd name="connsiteY14-340" fmla="*/ 84081 h 1418896"/>
                        <a:gd name="connsiteX15-341" fmla="*/ 147144 w 3710151"/>
                        <a:gd name="connsiteY15-342" fmla="*/ 73572 h 1418896"/>
                        <a:gd name="connsiteX0-343" fmla="*/ 147144 w 3710151"/>
                        <a:gd name="connsiteY0-344" fmla="*/ 73572 h 1418896"/>
                        <a:gd name="connsiteX1-345" fmla="*/ 430924 w 3710151"/>
                        <a:gd name="connsiteY1-346" fmla="*/ 0 h 1418896"/>
                        <a:gd name="connsiteX2-347" fmla="*/ 1860331 w 3710151"/>
                        <a:gd name="connsiteY2-348" fmla="*/ 599089 h 1418896"/>
                        <a:gd name="connsiteX3-349" fmla="*/ 3342289 w 3710151"/>
                        <a:gd name="connsiteY3-350" fmla="*/ 0 h 1418896"/>
                        <a:gd name="connsiteX4-351" fmla="*/ 3563006 w 3710151"/>
                        <a:gd name="connsiteY4-352" fmla="*/ 73572 h 1418896"/>
                        <a:gd name="connsiteX5-353" fmla="*/ 2606565 w 3710151"/>
                        <a:gd name="connsiteY5-354" fmla="*/ 441434 h 1418896"/>
                        <a:gd name="connsiteX6-355" fmla="*/ 2606565 w 3710151"/>
                        <a:gd name="connsiteY6-356" fmla="*/ 924910 h 1418896"/>
                        <a:gd name="connsiteX7-357" fmla="*/ 3710151 w 3710151"/>
                        <a:gd name="connsiteY7-358" fmla="*/ 1345324 h 1418896"/>
                        <a:gd name="connsiteX8-359" fmla="*/ 3426372 w 3710151"/>
                        <a:gd name="connsiteY8-360" fmla="*/ 1408386 h 1418896"/>
                        <a:gd name="connsiteX9-361" fmla="*/ 1849820 w 3710151"/>
                        <a:gd name="connsiteY9-362" fmla="*/ 746234 h 1418896"/>
                        <a:gd name="connsiteX10-363" fmla="*/ 241737 w 3710151"/>
                        <a:gd name="connsiteY10-364" fmla="*/ 1418896 h 1418896"/>
                        <a:gd name="connsiteX11-365" fmla="*/ 0 w 3710151"/>
                        <a:gd name="connsiteY11-366" fmla="*/ 1334814 h 1418896"/>
                        <a:gd name="connsiteX12-367" fmla="*/ 1124606 w 3710151"/>
                        <a:gd name="connsiteY12-368" fmla="*/ 903890 h 1418896"/>
                        <a:gd name="connsiteX13-369" fmla="*/ 1124605 w 3710151"/>
                        <a:gd name="connsiteY13-370" fmla="*/ 451945 h 1418896"/>
                        <a:gd name="connsiteX14-371" fmla="*/ 168164 w 3710151"/>
                        <a:gd name="connsiteY14-372" fmla="*/ 84081 h 1418896"/>
                        <a:gd name="connsiteX15-373" fmla="*/ 147144 w 3710151"/>
                        <a:gd name="connsiteY15-374" fmla="*/ 73572 h 1418896"/>
                        <a:gd name="connsiteX0-375" fmla="*/ 147144 w 3710151"/>
                        <a:gd name="connsiteY0-376" fmla="*/ 73572 h 1418896"/>
                        <a:gd name="connsiteX1-377" fmla="*/ 430924 w 3710151"/>
                        <a:gd name="connsiteY1-378" fmla="*/ 0 h 1418896"/>
                        <a:gd name="connsiteX2-379" fmla="*/ 1860331 w 3710151"/>
                        <a:gd name="connsiteY2-380" fmla="*/ 599089 h 1418896"/>
                        <a:gd name="connsiteX3-381" fmla="*/ 3342289 w 3710151"/>
                        <a:gd name="connsiteY3-382" fmla="*/ 0 h 1418896"/>
                        <a:gd name="connsiteX4-383" fmla="*/ 3563006 w 3710151"/>
                        <a:gd name="connsiteY4-384" fmla="*/ 73572 h 1418896"/>
                        <a:gd name="connsiteX5-385" fmla="*/ 2606565 w 3710151"/>
                        <a:gd name="connsiteY5-386" fmla="*/ 441434 h 1418896"/>
                        <a:gd name="connsiteX6-387" fmla="*/ 2610282 w 3710151"/>
                        <a:gd name="connsiteY6-388" fmla="*/ 902607 h 1418896"/>
                        <a:gd name="connsiteX7-389" fmla="*/ 3710151 w 3710151"/>
                        <a:gd name="connsiteY7-390" fmla="*/ 1345324 h 1418896"/>
                        <a:gd name="connsiteX8-391" fmla="*/ 3426372 w 3710151"/>
                        <a:gd name="connsiteY8-392" fmla="*/ 1408386 h 1418896"/>
                        <a:gd name="connsiteX9-393" fmla="*/ 1849820 w 3710151"/>
                        <a:gd name="connsiteY9-394" fmla="*/ 746234 h 1418896"/>
                        <a:gd name="connsiteX10-395" fmla="*/ 241737 w 3710151"/>
                        <a:gd name="connsiteY10-396" fmla="*/ 1418896 h 1418896"/>
                        <a:gd name="connsiteX11-397" fmla="*/ 0 w 3710151"/>
                        <a:gd name="connsiteY11-398" fmla="*/ 1334814 h 1418896"/>
                        <a:gd name="connsiteX12-399" fmla="*/ 1124606 w 3710151"/>
                        <a:gd name="connsiteY12-400" fmla="*/ 903890 h 1418896"/>
                        <a:gd name="connsiteX13-401" fmla="*/ 1124605 w 3710151"/>
                        <a:gd name="connsiteY13-402" fmla="*/ 451945 h 1418896"/>
                        <a:gd name="connsiteX14-403" fmla="*/ 168164 w 3710151"/>
                        <a:gd name="connsiteY14-404" fmla="*/ 84081 h 1418896"/>
                        <a:gd name="connsiteX15-405" fmla="*/ 147144 w 3710151"/>
                        <a:gd name="connsiteY15-406" fmla="*/ 73572 h 1418896"/>
                        <a:gd name="connsiteX0-407" fmla="*/ 147144 w 3710151"/>
                        <a:gd name="connsiteY0-408" fmla="*/ 73572 h 1418896"/>
                        <a:gd name="connsiteX1-409" fmla="*/ 430924 w 3710151"/>
                        <a:gd name="connsiteY1-410" fmla="*/ 0 h 1418896"/>
                        <a:gd name="connsiteX2-411" fmla="*/ 1860331 w 3710151"/>
                        <a:gd name="connsiteY2-412" fmla="*/ 599089 h 1418896"/>
                        <a:gd name="connsiteX3-413" fmla="*/ 3342289 w 3710151"/>
                        <a:gd name="connsiteY3-414" fmla="*/ 0 h 1418896"/>
                        <a:gd name="connsiteX4-415" fmla="*/ 3563006 w 3710151"/>
                        <a:gd name="connsiteY4-416" fmla="*/ 73572 h 1418896"/>
                        <a:gd name="connsiteX5-417" fmla="*/ 2617717 w 3710151"/>
                        <a:gd name="connsiteY5-418" fmla="*/ 445151 h 1418896"/>
                        <a:gd name="connsiteX6-419" fmla="*/ 2610282 w 3710151"/>
                        <a:gd name="connsiteY6-420" fmla="*/ 902607 h 1418896"/>
                        <a:gd name="connsiteX7-421" fmla="*/ 3710151 w 3710151"/>
                        <a:gd name="connsiteY7-422" fmla="*/ 1345324 h 1418896"/>
                        <a:gd name="connsiteX8-423" fmla="*/ 3426372 w 3710151"/>
                        <a:gd name="connsiteY8-424" fmla="*/ 1408386 h 1418896"/>
                        <a:gd name="connsiteX9-425" fmla="*/ 1849820 w 3710151"/>
                        <a:gd name="connsiteY9-426" fmla="*/ 746234 h 1418896"/>
                        <a:gd name="connsiteX10-427" fmla="*/ 241737 w 3710151"/>
                        <a:gd name="connsiteY10-428" fmla="*/ 1418896 h 1418896"/>
                        <a:gd name="connsiteX11-429" fmla="*/ 0 w 3710151"/>
                        <a:gd name="connsiteY11-430" fmla="*/ 1334814 h 1418896"/>
                        <a:gd name="connsiteX12-431" fmla="*/ 1124606 w 3710151"/>
                        <a:gd name="connsiteY12-432" fmla="*/ 903890 h 1418896"/>
                        <a:gd name="connsiteX13-433" fmla="*/ 1124605 w 3710151"/>
                        <a:gd name="connsiteY13-434" fmla="*/ 451945 h 1418896"/>
                        <a:gd name="connsiteX14-435" fmla="*/ 168164 w 3710151"/>
                        <a:gd name="connsiteY14-436" fmla="*/ 84081 h 1418896"/>
                        <a:gd name="connsiteX15-437" fmla="*/ 147144 w 3710151"/>
                        <a:gd name="connsiteY15-438" fmla="*/ 73572 h 1418896"/>
                        <a:gd name="connsiteX0-439" fmla="*/ 147144 w 3710151"/>
                        <a:gd name="connsiteY0-440" fmla="*/ 73572 h 1418896"/>
                        <a:gd name="connsiteX1-441" fmla="*/ 430924 w 3710151"/>
                        <a:gd name="connsiteY1-442" fmla="*/ 0 h 1418896"/>
                        <a:gd name="connsiteX2-443" fmla="*/ 1860331 w 3710151"/>
                        <a:gd name="connsiteY2-444" fmla="*/ 599089 h 1418896"/>
                        <a:gd name="connsiteX3-445" fmla="*/ 3342289 w 3710151"/>
                        <a:gd name="connsiteY3-446" fmla="*/ 0 h 1418896"/>
                        <a:gd name="connsiteX4-447" fmla="*/ 3563006 w 3710151"/>
                        <a:gd name="connsiteY4-448" fmla="*/ 73572 h 1418896"/>
                        <a:gd name="connsiteX5-449" fmla="*/ 2617717 w 3710151"/>
                        <a:gd name="connsiteY5-450" fmla="*/ 448868 h 1418896"/>
                        <a:gd name="connsiteX6-451" fmla="*/ 2610282 w 3710151"/>
                        <a:gd name="connsiteY6-452" fmla="*/ 902607 h 1418896"/>
                        <a:gd name="connsiteX7-453" fmla="*/ 3710151 w 3710151"/>
                        <a:gd name="connsiteY7-454" fmla="*/ 1345324 h 1418896"/>
                        <a:gd name="connsiteX8-455" fmla="*/ 3426372 w 3710151"/>
                        <a:gd name="connsiteY8-456" fmla="*/ 1408386 h 1418896"/>
                        <a:gd name="connsiteX9-457" fmla="*/ 1849820 w 3710151"/>
                        <a:gd name="connsiteY9-458" fmla="*/ 746234 h 1418896"/>
                        <a:gd name="connsiteX10-459" fmla="*/ 241737 w 3710151"/>
                        <a:gd name="connsiteY10-460" fmla="*/ 1418896 h 1418896"/>
                        <a:gd name="connsiteX11-461" fmla="*/ 0 w 3710151"/>
                        <a:gd name="connsiteY11-462" fmla="*/ 1334814 h 1418896"/>
                        <a:gd name="connsiteX12-463" fmla="*/ 1124606 w 3710151"/>
                        <a:gd name="connsiteY12-464" fmla="*/ 903890 h 1418896"/>
                        <a:gd name="connsiteX13-465" fmla="*/ 1124605 w 3710151"/>
                        <a:gd name="connsiteY13-466" fmla="*/ 451945 h 1418896"/>
                        <a:gd name="connsiteX14-467" fmla="*/ 168164 w 3710151"/>
                        <a:gd name="connsiteY14-468" fmla="*/ 84081 h 1418896"/>
                        <a:gd name="connsiteX15-469" fmla="*/ 147144 w 3710151"/>
                        <a:gd name="connsiteY15-470" fmla="*/ 73572 h 1418896"/>
                        <a:gd name="connsiteX0-471" fmla="*/ 147144 w 3710151"/>
                        <a:gd name="connsiteY0-472" fmla="*/ 73572 h 1418896"/>
                        <a:gd name="connsiteX1-473" fmla="*/ 430924 w 3710151"/>
                        <a:gd name="connsiteY1-474" fmla="*/ 0 h 1418896"/>
                        <a:gd name="connsiteX2-475" fmla="*/ 1838028 w 3710151"/>
                        <a:gd name="connsiteY2-476" fmla="*/ 591655 h 1418896"/>
                        <a:gd name="connsiteX3-477" fmla="*/ 3342289 w 3710151"/>
                        <a:gd name="connsiteY3-478" fmla="*/ 0 h 1418896"/>
                        <a:gd name="connsiteX4-479" fmla="*/ 3563006 w 3710151"/>
                        <a:gd name="connsiteY4-480" fmla="*/ 73572 h 1418896"/>
                        <a:gd name="connsiteX5-481" fmla="*/ 2617717 w 3710151"/>
                        <a:gd name="connsiteY5-482" fmla="*/ 448868 h 1418896"/>
                        <a:gd name="connsiteX6-483" fmla="*/ 2610282 w 3710151"/>
                        <a:gd name="connsiteY6-484" fmla="*/ 902607 h 1418896"/>
                        <a:gd name="connsiteX7-485" fmla="*/ 3710151 w 3710151"/>
                        <a:gd name="connsiteY7-486" fmla="*/ 1345324 h 1418896"/>
                        <a:gd name="connsiteX8-487" fmla="*/ 3426372 w 3710151"/>
                        <a:gd name="connsiteY8-488" fmla="*/ 1408386 h 1418896"/>
                        <a:gd name="connsiteX9-489" fmla="*/ 1849820 w 3710151"/>
                        <a:gd name="connsiteY9-490" fmla="*/ 746234 h 1418896"/>
                        <a:gd name="connsiteX10-491" fmla="*/ 241737 w 3710151"/>
                        <a:gd name="connsiteY10-492" fmla="*/ 1418896 h 1418896"/>
                        <a:gd name="connsiteX11-493" fmla="*/ 0 w 3710151"/>
                        <a:gd name="connsiteY11-494" fmla="*/ 1334814 h 1418896"/>
                        <a:gd name="connsiteX12-495" fmla="*/ 1124606 w 3710151"/>
                        <a:gd name="connsiteY12-496" fmla="*/ 903890 h 1418896"/>
                        <a:gd name="connsiteX13-497" fmla="*/ 1124605 w 3710151"/>
                        <a:gd name="connsiteY13-498" fmla="*/ 451945 h 1418896"/>
                        <a:gd name="connsiteX14-499" fmla="*/ 168164 w 3710151"/>
                        <a:gd name="connsiteY14-500" fmla="*/ 84081 h 1418896"/>
                        <a:gd name="connsiteX15-501" fmla="*/ 147144 w 3710151"/>
                        <a:gd name="connsiteY15-502" fmla="*/ 73572 h 1418896"/>
                        <a:gd name="connsiteX0-503" fmla="*/ 147144 w 3710151"/>
                        <a:gd name="connsiteY0-504" fmla="*/ 73572 h 1418896"/>
                        <a:gd name="connsiteX1-505" fmla="*/ 430924 w 3710151"/>
                        <a:gd name="connsiteY1-506" fmla="*/ 0 h 1418896"/>
                        <a:gd name="connsiteX2-507" fmla="*/ 1838028 w 3710151"/>
                        <a:gd name="connsiteY2-508" fmla="*/ 591655 h 1418896"/>
                        <a:gd name="connsiteX3-509" fmla="*/ 3342289 w 3710151"/>
                        <a:gd name="connsiteY3-510" fmla="*/ 0 h 1418896"/>
                        <a:gd name="connsiteX4-511" fmla="*/ 3563006 w 3710151"/>
                        <a:gd name="connsiteY4-512" fmla="*/ 73572 h 1418896"/>
                        <a:gd name="connsiteX5-513" fmla="*/ 2617717 w 3710151"/>
                        <a:gd name="connsiteY5-514" fmla="*/ 448868 h 1418896"/>
                        <a:gd name="connsiteX6-515" fmla="*/ 2610282 w 3710151"/>
                        <a:gd name="connsiteY6-516" fmla="*/ 902607 h 1418896"/>
                        <a:gd name="connsiteX7-517" fmla="*/ 3710151 w 3710151"/>
                        <a:gd name="connsiteY7-518" fmla="*/ 1345324 h 1418896"/>
                        <a:gd name="connsiteX8-519" fmla="*/ 3426372 w 3710151"/>
                        <a:gd name="connsiteY8-520" fmla="*/ 1408386 h 1418896"/>
                        <a:gd name="connsiteX9-521" fmla="*/ 1849820 w 3710151"/>
                        <a:gd name="connsiteY9-522" fmla="*/ 746234 h 1418896"/>
                        <a:gd name="connsiteX10-523" fmla="*/ 241737 w 3710151"/>
                        <a:gd name="connsiteY10-524" fmla="*/ 1418896 h 1418896"/>
                        <a:gd name="connsiteX11-525" fmla="*/ 0 w 3710151"/>
                        <a:gd name="connsiteY11-526" fmla="*/ 1334814 h 1418896"/>
                        <a:gd name="connsiteX12-527" fmla="*/ 1124606 w 3710151"/>
                        <a:gd name="connsiteY12-528" fmla="*/ 903890 h 1418896"/>
                        <a:gd name="connsiteX13-529" fmla="*/ 1087434 w 3710151"/>
                        <a:gd name="connsiteY13-530" fmla="*/ 451945 h 1418896"/>
                        <a:gd name="connsiteX14-531" fmla="*/ 168164 w 3710151"/>
                        <a:gd name="connsiteY14-532" fmla="*/ 84081 h 1418896"/>
                        <a:gd name="connsiteX15-533" fmla="*/ 147144 w 3710151"/>
                        <a:gd name="connsiteY15-534" fmla="*/ 73572 h 1418896"/>
                        <a:gd name="connsiteX0-535" fmla="*/ 147144 w 3710151"/>
                        <a:gd name="connsiteY0-536" fmla="*/ 73572 h 1418896"/>
                        <a:gd name="connsiteX1-537" fmla="*/ 430924 w 3710151"/>
                        <a:gd name="connsiteY1-538" fmla="*/ 0 h 1418896"/>
                        <a:gd name="connsiteX2-539" fmla="*/ 1838028 w 3710151"/>
                        <a:gd name="connsiteY2-540" fmla="*/ 591655 h 1418896"/>
                        <a:gd name="connsiteX3-541" fmla="*/ 3342289 w 3710151"/>
                        <a:gd name="connsiteY3-542" fmla="*/ 0 h 1418896"/>
                        <a:gd name="connsiteX4-543" fmla="*/ 3563006 w 3710151"/>
                        <a:gd name="connsiteY4-544" fmla="*/ 73572 h 1418896"/>
                        <a:gd name="connsiteX5-545" fmla="*/ 2617717 w 3710151"/>
                        <a:gd name="connsiteY5-546" fmla="*/ 448868 h 1418896"/>
                        <a:gd name="connsiteX6-547" fmla="*/ 2610282 w 3710151"/>
                        <a:gd name="connsiteY6-548" fmla="*/ 902607 h 1418896"/>
                        <a:gd name="connsiteX7-549" fmla="*/ 3710151 w 3710151"/>
                        <a:gd name="connsiteY7-550" fmla="*/ 1345324 h 1418896"/>
                        <a:gd name="connsiteX8-551" fmla="*/ 3426372 w 3710151"/>
                        <a:gd name="connsiteY8-552" fmla="*/ 1408386 h 1418896"/>
                        <a:gd name="connsiteX9-553" fmla="*/ 1849820 w 3710151"/>
                        <a:gd name="connsiteY9-554" fmla="*/ 746234 h 1418896"/>
                        <a:gd name="connsiteX10-555" fmla="*/ 241737 w 3710151"/>
                        <a:gd name="connsiteY10-556" fmla="*/ 1418896 h 1418896"/>
                        <a:gd name="connsiteX11-557" fmla="*/ 0 w 3710151"/>
                        <a:gd name="connsiteY11-558" fmla="*/ 1334814 h 1418896"/>
                        <a:gd name="connsiteX12-559" fmla="*/ 1098586 w 3710151"/>
                        <a:gd name="connsiteY12-560" fmla="*/ 903890 h 1418896"/>
                        <a:gd name="connsiteX13-561" fmla="*/ 1087434 w 3710151"/>
                        <a:gd name="connsiteY13-562" fmla="*/ 451945 h 1418896"/>
                        <a:gd name="connsiteX14-563" fmla="*/ 168164 w 3710151"/>
                        <a:gd name="connsiteY14-564" fmla="*/ 84081 h 1418896"/>
                        <a:gd name="connsiteX15-565" fmla="*/ 147144 w 3710151"/>
                        <a:gd name="connsiteY15-566" fmla="*/ 73572 h 1418896"/>
                        <a:gd name="connsiteX0-567" fmla="*/ 162012 w 3725019"/>
                        <a:gd name="connsiteY0-568" fmla="*/ 73572 h 1418896"/>
                        <a:gd name="connsiteX1-569" fmla="*/ 445792 w 3725019"/>
                        <a:gd name="connsiteY1-570" fmla="*/ 0 h 1418896"/>
                        <a:gd name="connsiteX2-571" fmla="*/ 1852896 w 3725019"/>
                        <a:gd name="connsiteY2-572" fmla="*/ 591655 h 1418896"/>
                        <a:gd name="connsiteX3-573" fmla="*/ 3357157 w 3725019"/>
                        <a:gd name="connsiteY3-574" fmla="*/ 0 h 1418896"/>
                        <a:gd name="connsiteX4-575" fmla="*/ 3577874 w 3725019"/>
                        <a:gd name="connsiteY4-576" fmla="*/ 73572 h 1418896"/>
                        <a:gd name="connsiteX5-577" fmla="*/ 2632585 w 3725019"/>
                        <a:gd name="connsiteY5-578" fmla="*/ 448868 h 1418896"/>
                        <a:gd name="connsiteX6-579" fmla="*/ 2625150 w 3725019"/>
                        <a:gd name="connsiteY6-580" fmla="*/ 902607 h 1418896"/>
                        <a:gd name="connsiteX7-581" fmla="*/ 3725019 w 3725019"/>
                        <a:gd name="connsiteY7-582" fmla="*/ 1345324 h 1418896"/>
                        <a:gd name="connsiteX8-583" fmla="*/ 3441240 w 3725019"/>
                        <a:gd name="connsiteY8-584" fmla="*/ 1408386 h 1418896"/>
                        <a:gd name="connsiteX9-585" fmla="*/ 1864688 w 3725019"/>
                        <a:gd name="connsiteY9-586" fmla="*/ 746234 h 1418896"/>
                        <a:gd name="connsiteX10-587" fmla="*/ 256605 w 3725019"/>
                        <a:gd name="connsiteY10-588" fmla="*/ 1418896 h 1418896"/>
                        <a:gd name="connsiteX11-589" fmla="*/ 0 w 3725019"/>
                        <a:gd name="connsiteY11-590" fmla="*/ 1331097 h 1418896"/>
                        <a:gd name="connsiteX12-591" fmla="*/ 1113454 w 3725019"/>
                        <a:gd name="connsiteY12-592" fmla="*/ 903890 h 1418896"/>
                        <a:gd name="connsiteX13-593" fmla="*/ 1102302 w 3725019"/>
                        <a:gd name="connsiteY13-594" fmla="*/ 451945 h 1418896"/>
                        <a:gd name="connsiteX14-595" fmla="*/ 183032 w 3725019"/>
                        <a:gd name="connsiteY14-596" fmla="*/ 84081 h 1418896"/>
                        <a:gd name="connsiteX15-597" fmla="*/ 162012 w 3725019"/>
                        <a:gd name="connsiteY15-598" fmla="*/ 73572 h 141889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  <a:cxn ang="0">
                          <a:pos x="connsiteX11-23" y="connsiteY11-24"/>
                        </a:cxn>
                        <a:cxn ang="0">
                          <a:pos x="connsiteX12-25" y="connsiteY12-26"/>
                        </a:cxn>
                        <a:cxn ang="0">
                          <a:pos x="connsiteX13-27" y="connsiteY13-28"/>
                        </a:cxn>
                        <a:cxn ang="0">
                          <a:pos x="connsiteX14-29" y="connsiteY14-30"/>
                        </a:cxn>
                        <a:cxn ang="0">
                          <a:pos x="connsiteX15-31" y="connsiteY15-32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520" name="Group 519"/>
                <p:cNvGrpSpPr/>
                <p:nvPr/>
              </p:nvGrpSpPr>
              <p:grpSpPr>
                <a:xfrm>
                  <a:off x="9849365" y="5339037"/>
                  <a:ext cx="309740" cy="190838"/>
                  <a:chOff x="3668110" y="2448910"/>
                  <a:chExt cx="3794234" cy="2165130"/>
                </a:xfrm>
              </p:grpSpPr>
              <p:sp>
                <p:nvSpPr>
                  <p:cNvPr id="521" name="Rectangle 520"/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2" name="Freeform 521"/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523" name="Group 522"/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524" name="Freeform 523"/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-1" fmla="*/ 3725333 w 4641485"/>
                        <a:gd name="connsiteY0-2" fmla="*/ 0 h 1049866"/>
                        <a:gd name="connsiteX1-3" fmla="*/ 4641485 w 4641485"/>
                        <a:gd name="connsiteY1-4" fmla="*/ 239402 h 1049866"/>
                        <a:gd name="connsiteX2-5" fmla="*/ 3962400 w 4641485"/>
                        <a:gd name="connsiteY2-6" fmla="*/ 541866 h 1049866"/>
                        <a:gd name="connsiteX3-7" fmla="*/ 3742267 w 4641485"/>
                        <a:gd name="connsiteY3-8" fmla="*/ 457200 h 1049866"/>
                        <a:gd name="connsiteX4-9" fmla="*/ 2269067 w 4641485"/>
                        <a:gd name="connsiteY4-10" fmla="*/ 1049866 h 1049866"/>
                        <a:gd name="connsiteX5-11" fmla="*/ 880533 w 4641485"/>
                        <a:gd name="connsiteY5-12" fmla="*/ 457200 h 1049866"/>
                        <a:gd name="connsiteX6-13" fmla="*/ 592667 w 4641485"/>
                        <a:gd name="connsiteY6-14" fmla="*/ 541866 h 1049866"/>
                        <a:gd name="connsiteX7-15" fmla="*/ 0 w 4641485"/>
                        <a:gd name="connsiteY7-16" fmla="*/ 254000 h 1049866"/>
                        <a:gd name="connsiteX8-17" fmla="*/ 880533 w 4641485"/>
                        <a:gd name="connsiteY8-18" fmla="*/ 16933 h 1049866"/>
                        <a:gd name="connsiteX9-19" fmla="*/ 2302933 w 4641485"/>
                        <a:gd name="connsiteY9-20" fmla="*/ 626533 h 1049866"/>
                        <a:gd name="connsiteX10-21" fmla="*/ 3725333 w 4641485"/>
                        <a:gd name="connsiteY10-22" fmla="*/ 0 h 1049866"/>
                        <a:gd name="connsiteX0-23" fmla="*/ 3756864 w 4673016"/>
                        <a:gd name="connsiteY0-24" fmla="*/ 0 h 1049866"/>
                        <a:gd name="connsiteX1-25" fmla="*/ 4673016 w 4673016"/>
                        <a:gd name="connsiteY1-26" fmla="*/ 239402 h 1049866"/>
                        <a:gd name="connsiteX2-27" fmla="*/ 3993931 w 4673016"/>
                        <a:gd name="connsiteY2-28" fmla="*/ 541866 h 1049866"/>
                        <a:gd name="connsiteX3-29" fmla="*/ 3773798 w 4673016"/>
                        <a:gd name="connsiteY3-30" fmla="*/ 457200 h 1049866"/>
                        <a:gd name="connsiteX4-31" fmla="*/ 2300598 w 4673016"/>
                        <a:gd name="connsiteY4-32" fmla="*/ 1049866 h 1049866"/>
                        <a:gd name="connsiteX5-33" fmla="*/ 912064 w 4673016"/>
                        <a:gd name="connsiteY5-34" fmla="*/ 457200 h 1049866"/>
                        <a:gd name="connsiteX6-35" fmla="*/ 624198 w 4673016"/>
                        <a:gd name="connsiteY6-36" fmla="*/ 541866 h 1049866"/>
                        <a:gd name="connsiteX7-37" fmla="*/ 0 w 4673016"/>
                        <a:gd name="connsiteY7-38" fmla="*/ 232979 h 1049866"/>
                        <a:gd name="connsiteX8-39" fmla="*/ 912064 w 4673016"/>
                        <a:gd name="connsiteY8-40" fmla="*/ 16933 h 1049866"/>
                        <a:gd name="connsiteX9-41" fmla="*/ 2334464 w 4673016"/>
                        <a:gd name="connsiteY9-42" fmla="*/ 626533 h 1049866"/>
                        <a:gd name="connsiteX10-43" fmla="*/ 3756864 w 4673016"/>
                        <a:gd name="connsiteY10-44" fmla="*/ 0 h 1049866"/>
                        <a:gd name="connsiteX0-45" fmla="*/ 3756864 w 4673016"/>
                        <a:gd name="connsiteY0-46" fmla="*/ 0 h 1049866"/>
                        <a:gd name="connsiteX1-47" fmla="*/ 4673016 w 4673016"/>
                        <a:gd name="connsiteY1-48" fmla="*/ 239402 h 1049866"/>
                        <a:gd name="connsiteX2-49" fmla="*/ 3993931 w 4673016"/>
                        <a:gd name="connsiteY2-50" fmla="*/ 541866 h 1049866"/>
                        <a:gd name="connsiteX3-51" fmla="*/ 3784308 w 4673016"/>
                        <a:gd name="connsiteY3-52" fmla="*/ 404648 h 1049866"/>
                        <a:gd name="connsiteX4-53" fmla="*/ 2300598 w 4673016"/>
                        <a:gd name="connsiteY4-54" fmla="*/ 1049866 h 1049866"/>
                        <a:gd name="connsiteX5-55" fmla="*/ 912064 w 4673016"/>
                        <a:gd name="connsiteY5-56" fmla="*/ 457200 h 1049866"/>
                        <a:gd name="connsiteX6-57" fmla="*/ 624198 w 4673016"/>
                        <a:gd name="connsiteY6-58" fmla="*/ 541866 h 1049866"/>
                        <a:gd name="connsiteX7-59" fmla="*/ 0 w 4673016"/>
                        <a:gd name="connsiteY7-60" fmla="*/ 232979 h 1049866"/>
                        <a:gd name="connsiteX8-61" fmla="*/ 912064 w 4673016"/>
                        <a:gd name="connsiteY8-62" fmla="*/ 16933 h 1049866"/>
                        <a:gd name="connsiteX9-63" fmla="*/ 2334464 w 4673016"/>
                        <a:gd name="connsiteY9-64" fmla="*/ 626533 h 1049866"/>
                        <a:gd name="connsiteX10-65" fmla="*/ 3756864 w 4673016"/>
                        <a:gd name="connsiteY10-66" fmla="*/ 0 h 1049866"/>
                        <a:gd name="connsiteX0-67" fmla="*/ 3756864 w 4673016"/>
                        <a:gd name="connsiteY0-68" fmla="*/ 0 h 1049866"/>
                        <a:gd name="connsiteX1-69" fmla="*/ 4673016 w 4673016"/>
                        <a:gd name="connsiteY1-70" fmla="*/ 239402 h 1049866"/>
                        <a:gd name="connsiteX2-71" fmla="*/ 3993931 w 4673016"/>
                        <a:gd name="connsiteY2-72" fmla="*/ 541866 h 1049866"/>
                        <a:gd name="connsiteX3-73" fmla="*/ 3794818 w 4673016"/>
                        <a:gd name="connsiteY3-74" fmla="*/ 436179 h 1049866"/>
                        <a:gd name="connsiteX4-75" fmla="*/ 2300598 w 4673016"/>
                        <a:gd name="connsiteY4-76" fmla="*/ 1049866 h 1049866"/>
                        <a:gd name="connsiteX5-77" fmla="*/ 912064 w 4673016"/>
                        <a:gd name="connsiteY5-78" fmla="*/ 457200 h 1049866"/>
                        <a:gd name="connsiteX6-79" fmla="*/ 624198 w 4673016"/>
                        <a:gd name="connsiteY6-80" fmla="*/ 541866 h 1049866"/>
                        <a:gd name="connsiteX7-81" fmla="*/ 0 w 4673016"/>
                        <a:gd name="connsiteY7-82" fmla="*/ 232979 h 1049866"/>
                        <a:gd name="connsiteX8-83" fmla="*/ 912064 w 4673016"/>
                        <a:gd name="connsiteY8-84" fmla="*/ 16933 h 1049866"/>
                        <a:gd name="connsiteX9-85" fmla="*/ 2334464 w 4673016"/>
                        <a:gd name="connsiteY9-86" fmla="*/ 626533 h 1049866"/>
                        <a:gd name="connsiteX10-87" fmla="*/ 3756864 w 4673016"/>
                        <a:gd name="connsiteY10-88" fmla="*/ 0 h 1049866"/>
                        <a:gd name="connsiteX0-89" fmla="*/ 3756864 w 4673016"/>
                        <a:gd name="connsiteY0-90" fmla="*/ 0 h 1049866"/>
                        <a:gd name="connsiteX1-91" fmla="*/ 4673016 w 4673016"/>
                        <a:gd name="connsiteY1-92" fmla="*/ 239402 h 1049866"/>
                        <a:gd name="connsiteX2-93" fmla="*/ 3993931 w 4673016"/>
                        <a:gd name="connsiteY2-94" fmla="*/ 541866 h 1049866"/>
                        <a:gd name="connsiteX3-95" fmla="*/ 3794818 w 4673016"/>
                        <a:gd name="connsiteY3-96" fmla="*/ 436179 h 1049866"/>
                        <a:gd name="connsiteX4-97" fmla="*/ 2300598 w 4673016"/>
                        <a:gd name="connsiteY4-98" fmla="*/ 1049866 h 1049866"/>
                        <a:gd name="connsiteX5-99" fmla="*/ 912064 w 4673016"/>
                        <a:gd name="connsiteY5-100" fmla="*/ 457200 h 1049866"/>
                        <a:gd name="connsiteX6-101" fmla="*/ 624198 w 4673016"/>
                        <a:gd name="connsiteY6-102" fmla="*/ 541866 h 1049866"/>
                        <a:gd name="connsiteX7-103" fmla="*/ 0 w 4673016"/>
                        <a:gd name="connsiteY7-104" fmla="*/ 232979 h 1049866"/>
                        <a:gd name="connsiteX8-105" fmla="*/ 912064 w 4673016"/>
                        <a:gd name="connsiteY8-106" fmla="*/ 16933 h 1049866"/>
                        <a:gd name="connsiteX9-107" fmla="*/ 2323954 w 4673016"/>
                        <a:gd name="connsiteY9-108" fmla="*/ 616023 h 1049866"/>
                        <a:gd name="connsiteX10-109" fmla="*/ 3756864 w 4673016"/>
                        <a:gd name="connsiteY10-110" fmla="*/ 0 h 1049866"/>
                        <a:gd name="connsiteX0-111" fmla="*/ 3756864 w 4673016"/>
                        <a:gd name="connsiteY0-112" fmla="*/ 0 h 1049866"/>
                        <a:gd name="connsiteX1-113" fmla="*/ 4673016 w 4673016"/>
                        <a:gd name="connsiteY1-114" fmla="*/ 239402 h 1049866"/>
                        <a:gd name="connsiteX2-115" fmla="*/ 3993931 w 4673016"/>
                        <a:gd name="connsiteY2-116" fmla="*/ 541866 h 1049866"/>
                        <a:gd name="connsiteX3-117" fmla="*/ 3794818 w 4673016"/>
                        <a:gd name="connsiteY3-118" fmla="*/ 436179 h 1049866"/>
                        <a:gd name="connsiteX4-119" fmla="*/ 2300598 w 4673016"/>
                        <a:gd name="connsiteY4-120" fmla="*/ 1049866 h 1049866"/>
                        <a:gd name="connsiteX5-121" fmla="*/ 912064 w 4673016"/>
                        <a:gd name="connsiteY5-122" fmla="*/ 457200 h 1049866"/>
                        <a:gd name="connsiteX6-123" fmla="*/ 624198 w 4673016"/>
                        <a:gd name="connsiteY6-124" fmla="*/ 541866 h 1049866"/>
                        <a:gd name="connsiteX7-125" fmla="*/ 0 w 4673016"/>
                        <a:gd name="connsiteY7-126" fmla="*/ 275021 h 1049866"/>
                        <a:gd name="connsiteX8-127" fmla="*/ 912064 w 4673016"/>
                        <a:gd name="connsiteY8-128" fmla="*/ 16933 h 1049866"/>
                        <a:gd name="connsiteX9-129" fmla="*/ 2323954 w 4673016"/>
                        <a:gd name="connsiteY9-130" fmla="*/ 616023 h 1049866"/>
                        <a:gd name="connsiteX10-131" fmla="*/ 3756864 w 4673016"/>
                        <a:gd name="connsiteY10-132" fmla="*/ 0 h 1049866"/>
                        <a:gd name="connsiteX0-133" fmla="*/ 3756864 w 4673016"/>
                        <a:gd name="connsiteY0-134" fmla="*/ 0 h 1049866"/>
                        <a:gd name="connsiteX1-135" fmla="*/ 4673016 w 4673016"/>
                        <a:gd name="connsiteY1-136" fmla="*/ 239402 h 1049866"/>
                        <a:gd name="connsiteX2-137" fmla="*/ 3993931 w 4673016"/>
                        <a:gd name="connsiteY2-138" fmla="*/ 541866 h 1049866"/>
                        <a:gd name="connsiteX3-139" fmla="*/ 3815839 w 4673016"/>
                        <a:gd name="connsiteY3-140" fmla="*/ 467710 h 1049866"/>
                        <a:gd name="connsiteX4-141" fmla="*/ 2300598 w 4673016"/>
                        <a:gd name="connsiteY4-142" fmla="*/ 1049866 h 1049866"/>
                        <a:gd name="connsiteX5-143" fmla="*/ 912064 w 4673016"/>
                        <a:gd name="connsiteY5-144" fmla="*/ 457200 h 1049866"/>
                        <a:gd name="connsiteX6-145" fmla="*/ 624198 w 4673016"/>
                        <a:gd name="connsiteY6-146" fmla="*/ 541866 h 1049866"/>
                        <a:gd name="connsiteX7-147" fmla="*/ 0 w 4673016"/>
                        <a:gd name="connsiteY7-148" fmla="*/ 275021 h 1049866"/>
                        <a:gd name="connsiteX8-149" fmla="*/ 912064 w 4673016"/>
                        <a:gd name="connsiteY8-150" fmla="*/ 16933 h 1049866"/>
                        <a:gd name="connsiteX9-151" fmla="*/ 2323954 w 4673016"/>
                        <a:gd name="connsiteY9-152" fmla="*/ 616023 h 1049866"/>
                        <a:gd name="connsiteX10-153" fmla="*/ 3756864 w 4673016"/>
                        <a:gd name="connsiteY10-154" fmla="*/ 0 h 104986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5" name="Freeform 524"/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6" name="Freeform 525"/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7" name="Freeform 526"/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-1" fmla="*/ 168165 w 3731172"/>
                        <a:gd name="connsiteY0-2" fmla="*/ 73572 h 1418896"/>
                        <a:gd name="connsiteX1-3" fmla="*/ 451945 w 3731172"/>
                        <a:gd name="connsiteY1-4" fmla="*/ 0 h 1418896"/>
                        <a:gd name="connsiteX2-5" fmla="*/ 1881352 w 3731172"/>
                        <a:gd name="connsiteY2-6" fmla="*/ 599089 h 1418896"/>
                        <a:gd name="connsiteX3-7" fmla="*/ 3363310 w 3731172"/>
                        <a:gd name="connsiteY3-8" fmla="*/ 0 h 1418896"/>
                        <a:gd name="connsiteX4-9" fmla="*/ 3584027 w 3731172"/>
                        <a:gd name="connsiteY4-10" fmla="*/ 73572 h 1418896"/>
                        <a:gd name="connsiteX5-11" fmla="*/ 2627586 w 3731172"/>
                        <a:gd name="connsiteY5-12" fmla="*/ 441434 h 1418896"/>
                        <a:gd name="connsiteX6-13" fmla="*/ 2596055 w 3731172"/>
                        <a:gd name="connsiteY6-14" fmla="*/ 914400 h 1418896"/>
                        <a:gd name="connsiteX7-15" fmla="*/ 3731172 w 3731172"/>
                        <a:gd name="connsiteY7-16" fmla="*/ 1345324 h 1418896"/>
                        <a:gd name="connsiteX8-17" fmla="*/ 3447393 w 3731172"/>
                        <a:gd name="connsiteY8-18" fmla="*/ 1408386 h 1418896"/>
                        <a:gd name="connsiteX9-19" fmla="*/ 1870841 w 3731172"/>
                        <a:gd name="connsiteY9-20" fmla="*/ 746234 h 1418896"/>
                        <a:gd name="connsiteX10-21" fmla="*/ 262758 w 3731172"/>
                        <a:gd name="connsiteY10-22" fmla="*/ 1418896 h 1418896"/>
                        <a:gd name="connsiteX11-23" fmla="*/ 0 w 3731172"/>
                        <a:gd name="connsiteY11-24" fmla="*/ 1324303 h 1418896"/>
                        <a:gd name="connsiteX12-25" fmla="*/ 1145627 w 3731172"/>
                        <a:gd name="connsiteY12-26" fmla="*/ 882869 h 1418896"/>
                        <a:gd name="connsiteX13-27" fmla="*/ 1114096 w 3731172"/>
                        <a:gd name="connsiteY13-28" fmla="*/ 409903 h 1418896"/>
                        <a:gd name="connsiteX14-29" fmla="*/ 441434 w 3731172"/>
                        <a:gd name="connsiteY14-30" fmla="*/ 10510 h 1418896"/>
                        <a:gd name="connsiteX15-31" fmla="*/ 441434 w 3731172"/>
                        <a:gd name="connsiteY15-32" fmla="*/ 10510 h 1418896"/>
                        <a:gd name="connsiteX0-33" fmla="*/ 168165 w 3731172"/>
                        <a:gd name="connsiteY0-34" fmla="*/ 73572 h 1418896"/>
                        <a:gd name="connsiteX1-35" fmla="*/ 451945 w 3731172"/>
                        <a:gd name="connsiteY1-36" fmla="*/ 0 h 1418896"/>
                        <a:gd name="connsiteX2-37" fmla="*/ 1881352 w 3731172"/>
                        <a:gd name="connsiteY2-38" fmla="*/ 599089 h 1418896"/>
                        <a:gd name="connsiteX3-39" fmla="*/ 3363310 w 3731172"/>
                        <a:gd name="connsiteY3-40" fmla="*/ 0 h 1418896"/>
                        <a:gd name="connsiteX4-41" fmla="*/ 3584027 w 3731172"/>
                        <a:gd name="connsiteY4-42" fmla="*/ 73572 h 1418896"/>
                        <a:gd name="connsiteX5-43" fmla="*/ 2627586 w 3731172"/>
                        <a:gd name="connsiteY5-44" fmla="*/ 441434 h 1418896"/>
                        <a:gd name="connsiteX6-45" fmla="*/ 2596055 w 3731172"/>
                        <a:gd name="connsiteY6-46" fmla="*/ 914400 h 1418896"/>
                        <a:gd name="connsiteX7-47" fmla="*/ 3731172 w 3731172"/>
                        <a:gd name="connsiteY7-48" fmla="*/ 1345324 h 1418896"/>
                        <a:gd name="connsiteX8-49" fmla="*/ 3447393 w 3731172"/>
                        <a:gd name="connsiteY8-50" fmla="*/ 1408386 h 1418896"/>
                        <a:gd name="connsiteX9-51" fmla="*/ 1870841 w 3731172"/>
                        <a:gd name="connsiteY9-52" fmla="*/ 746234 h 1418896"/>
                        <a:gd name="connsiteX10-53" fmla="*/ 262758 w 3731172"/>
                        <a:gd name="connsiteY10-54" fmla="*/ 1418896 h 1418896"/>
                        <a:gd name="connsiteX11-55" fmla="*/ 0 w 3731172"/>
                        <a:gd name="connsiteY11-56" fmla="*/ 1324303 h 1418896"/>
                        <a:gd name="connsiteX12-57" fmla="*/ 1145627 w 3731172"/>
                        <a:gd name="connsiteY12-58" fmla="*/ 882869 h 1418896"/>
                        <a:gd name="connsiteX13-59" fmla="*/ 1114096 w 3731172"/>
                        <a:gd name="connsiteY13-60" fmla="*/ 409903 h 1418896"/>
                        <a:gd name="connsiteX14-61" fmla="*/ 441434 w 3731172"/>
                        <a:gd name="connsiteY14-62" fmla="*/ 10510 h 1418896"/>
                        <a:gd name="connsiteX0-63" fmla="*/ 168165 w 3731172"/>
                        <a:gd name="connsiteY0-64" fmla="*/ 73572 h 1418896"/>
                        <a:gd name="connsiteX1-65" fmla="*/ 451945 w 3731172"/>
                        <a:gd name="connsiteY1-66" fmla="*/ 0 h 1418896"/>
                        <a:gd name="connsiteX2-67" fmla="*/ 1881352 w 3731172"/>
                        <a:gd name="connsiteY2-68" fmla="*/ 599089 h 1418896"/>
                        <a:gd name="connsiteX3-69" fmla="*/ 3363310 w 3731172"/>
                        <a:gd name="connsiteY3-70" fmla="*/ 0 h 1418896"/>
                        <a:gd name="connsiteX4-71" fmla="*/ 3584027 w 3731172"/>
                        <a:gd name="connsiteY4-72" fmla="*/ 73572 h 1418896"/>
                        <a:gd name="connsiteX5-73" fmla="*/ 2627586 w 3731172"/>
                        <a:gd name="connsiteY5-74" fmla="*/ 441434 h 1418896"/>
                        <a:gd name="connsiteX6-75" fmla="*/ 2596055 w 3731172"/>
                        <a:gd name="connsiteY6-76" fmla="*/ 914400 h 1418896"/>
                        <a:gd name="connsiteX7-77" fmla="*/ 3731172 w 3731172"/>
                        <a:gd name="connsiteY7-78" fmla="*/ 1345324 h 1418896"/>
                        <a:gd name="connsiteX8-79" fmla="*/ 3447393 w 3731172"/>
                        <a:gd name="connsiteY8-80" fmla="*/ 1408386 h 1418896"/>
                        <a:gd name="connsiteX9-81" fmla="*/ 1870841 w 3731172"/>
                        <a:gd name="connsiteY9-82" fmla="*/ 746234 h 1418896"/>
                        <a:gd name="connsiteX10-83" fmla="*/ 262758 w 3731172"/>
                        <a:gd name="connsiteY10-84" fmla="*/ 1418896 h 1418896"/>
                        <a:gd name="connsiteX11-85" fmla="*/ 0 w 3731172"/>
                        <a:gd name="connsiteY11-86" fmla="*/ 1324303 h 1418896"/>
                        <a:gd name="connsiteX12-87" fmla="*/ 1145627 w 3731172"/>
                        <a:gd name="connsiteY12-88" fmla="*/ 882869 h 1418896"/>
                        <a:gd name="connsiteX13-89" fmla="*/ 1114096 w 3731172"/>
                        <a:gd name="connsiteY13-90" fmla="*/ 409903 h 1418896"/>
                        <a:gd name="connsiteX14-91" fmla="*/ 357351 w 3731172"/>
                        <a:gd name="connsiteY14-92" fmla="*/ 115613 h 1418896"/>
                        <a:gd name="connsiteX0-93" fmla="*/ 168165 w 3731172"/>
                        <a:gd name="connsiteY0-94" fmla="*/ 73572 h 1418896"/>
                        <a:gd name="connsiteX1-95" fmla="*/ 451945 w 3731172"/>
                        <a:gd name="connsiteY1-96" fmla="*/ 0 h 1418896"/>
                        <a:gd name="connsiteX2-97" fmla="*/ 1881352 w 3731172"/>
                        <a:gd name="connsiteY2-98" fmla="*/ 599089 h 1418896"/>
                        <a:gd name="connsiteX3-99" fmla="*/ 3363310 w 3731172"/>
                        <a:gd name="connsiteY3-100" fmla="*/ 0 h 1418896"/>
                        <a:gd name="connsiteX4-101" fmla="*/ 3584027 w 3731172"/>
                        <a:gd name="connsiteY4-102" fmla="*/ 73572 h 1418896"/>
                        <a:gd name="connsiteX5-103" fmla="*/ 2627586 w 3731172"/>
                        <a:gd name="connsiteY5-104" fmla="*/ 441434 h 1418896"/>
                        <a:gd name="connsiteX6-105" fmla="*/ 2596055 w 3731172"/>
                        <a:gd name="connsiteY6-106" fmla="*/ 914400 h 1418896"/>
                        <a:gd name="connsiteX7-107" fmla="*/ 3731172 w 3731172"/>
                        <a:gd name="connsiteY7-108" fmla="*/ 1345324 h 1418896"/>
                        <a:gd name="connsiteX8-109" fmla="*/ 3447393 w 3731172"/>
                        <a:gd name="connsiteY8-110" fmla="*/ 1408386 h 1418896"/>
                        <a:gd name="connsiteX9-111" fmla="*/ 1870841 w 3731172"/>
                        <a:gd name="connsiteY9-112" fmla="*/ 746234 h 1418896"/>
                        <a:gd name="connsiteX10-113" fmla="*/ 262758 w 3731172"/>
                        <a:gd name="connsiteY10-114" fmla="*/ 1418896 h 1418896"/>
                        <a:gd name="connsiteX11-115" fmla="*/ 0 w 3731172"/>
                        <a:gd name="connsiteY11-116" fmla="*/ 1324303 h 1418896"/>
                        <a:gd name="connsiteX12-117" fmla="*/ 1145627 w 3731172"/>
                        <a:gd name="connsiteY12-118" fmla="*/ 882869 h 1418896"/>
                        <a:gd name="connsiteX13-119" fmla="*/ 1114096 w 3731172"/>
                        <a:gd name="connsiteY13-120" fmla="*/ 409903 h 1418896"/>
                        <a:gd name="connsiteX14-121" fmla="*/ 147144 w 3731172"/>
                        <a:gd name="connsiteY14-122" fmla="*/ 63061 h 1418896"/>
                        <a:gd name="connsiteX0-123" fmla="*/ 168165 w 3731172"/>
                        <a:gd name="connsiteY0-124" fmla="*/ 73572 h 1418896"/>
                        <a:gd name="connsiteX1-125" fmla="*/ 451945 w 3731172"/>
                        <a:gd name="connsiteY1-126" fmla="*/ 0 h 1418896"/>
                        <a:gd name="connsiteX2-127" fmla="*/ 1881352 w 3731172"/>
                        <a:gd name="connsiteY2-128" fmla="*/ 599089 h 1418896"/>
                        <a:gd name="connsiteX3-129" fmla="*/ 3363310 w 3731172"/>
                        <a:gd name="connsiteY3-130" fmla="*/ 0 h 1418896"/>
                        <a:gd name="connsiteX4-131" fmla="*/ 3584027 w 3731172"/>
                        <a:gd name="connsiteY4-132" fmla="*/ 73572 h 1418896"/>
                        <a:gd name="connsiteX5-133" fmla="*/ 2627586 w 3731172"/>
                        <a:gd name="connsiteY5-134" fmla="*/ 441434 h 1418896"/>
                        <a:gd name="connsiteX6-135" fmla="*/ 2596055 w 3731172"/>
                        <a:gd name="connsiteY6-136" fmla="*/ 914400 h 1418896"/>
                        <a:gd name="connsiteX7-137" fmla="*/ 3731172 w 3731172"/>
                        <a:gd name="connsiteY7-138" fmla="*/ 1345324 h 1418896"/>
                        <a:gd name="connsiteX8-139" fmla="*/ 3447393 w 3731172"/>
                        <a:gd name="connsiteY8-140" fmla="*/ 1408386 h 1418896"/>
                        <a:gd name="connsiteX9-141" fmla="*/ 1870841 w 3731172"/>
                        <a:gd name="connsiteY9-142" fmla="*/ 746234 h 1418896"/>
                        <a:gd name="connsiteX10-143" fmla="*/ 262758 w 3731172"/>
                        <a:gd name="connsiteY10-144" fmla="*/ 1418896 h 1418896"/>
                        <a:gd name="connsiteX11-145" fmla="*/ 0 w 3731172"/>
                        <a:gd name="connsiteY11-146" fmla="*/ 1324303 h 1418896"/>
                        <a:gd name="connsiteX12-147" fmla="*/ 1145627 w 3731172"/>
                        <a:gd name="connsiteY12-148" fmla="*/ 882869 h 1418896"/>
                        <a:gd name="connsiteX13-149" fmla="*/ 1114096 w 3731172"/>
                        <a:gd name="connsiteY13-150" fmla="*/ 420413 h 1418896"/>
                        <a:gd name="connsiteX14-151" fmla="*/ 147144 w 3731172"/>
                        <a:gd name="connsiteY14-152" fmla="*/ 63061 h 1418896"/>
                        <a:gd name="connsiteX0-153" fmla="*/ 168165 w 3731172"/>
                        <a:gd name="connsiteY0-154" fmla="*/ 73572 h 1418896"/>
                        <a:gd name="connsiteX1-155" fmla="*/ 451945 w 3731172"/>
                        <a:gd name="connsiteY1-156" fmla="*/ 0 h 1418896"/>
                        <a:gd name="connsiteX2-157" fmla="*/ 1881352 w 3731172"/>
                        <a:gd name="connsiteY2-158" fmla="*/ 599089 h 1418896"/>
                        <a:gd name="connsiteX3-159" fmla="*/ 3363310 w 3731172"/>
                        <a:gd name="connsiteY3-160" fmla="*/ 0 h 1418896"/>
                        <a:gd name="connsiteX4-161" fmla="*/ 3584027 w 3731172"/>
                        <a:gd name="connsiteY4-162" fmla="*/ 73572 h 1418896"/>
                        <a:gd name="connsiteX5-163" fmla="*/ 2627586 w 3731172"/>
                        <a:gd name="connsiteY5-164" fmla="*/ 441434 h 1418896"/>
                        <a:gd name="connsiteX6-165" fmla="*/ 2596055 w 3731172"/>
                        <a:gd name="connsiteY6-166" fmla="*/ 914400 h 1418896"/>
                        <a:gd name="connsiteX7-167" fmla="*/ 3731172 w 3731172"/>
                        <a:gd name="connsiteY7-168" fmla="*/ 1345324 h 1418896"/>
                        <a:gd name="connsiteX8-169" fmla="*/ 3447393 w 3731172"/>
                        <a:gd name="connsiteY8-170" fmla="*/ 1408386 h 1418896"/>
                        <a:gd name="connsiteX9-171" fmla="*/ 1870841 w 3731172"/>
                        <a:gd name="connsiteY9-172" fmla="*/ 746234 h 1418896"/>
                        <a:gd name="connsiteX10-173" fmla="*/ 262758 w 3731172"/>
                        <a:gd name="connsiteY10-174" fmla="*/ 1418896 h 1418896"/>
                        <a:gd name="connsiteX11-175" fmla="*/ 0 w 3731172"/>
                        <a:gd name="connsiteY11-176" fmla="*/ 1324303 h 1418896"/>
                        <a:gd name="connsiteX12-177" fmla="*/ 1145627 w 3731172"/>
                        <a:gd name="connsiteY12-178" fmla="*/ 882869 h 1418896"/>
                        <a:gd name="connsiteX13-179" fmla="*/ 1114096 w 3731172"/>
                        <a:gd name="connsiteY13-180" fmla="*/ 420413 h 1418896"/>
                        <a:gd name="connsiteX14-181" fmla="*/ 189185 w 3731172"/>
                        <a:gd name="connsiteY14-182" fmla="*/ 84081 h 1418896"/>
                        <a:gd name="connsiteX0-183" fmla="*/ 168165 w 3731172"/>
                        <a:gd name="connsiteY0-184" fmla="*/ 73572 h 1418896"/>
                        <a:gd name="connsiteX1-185" fmla="*/ 451945 w 3731172"/>
                        <a:gd name="connsiteY1-186" fmla="*/ 0 h 1418896"/>
                        <a:gd name="connsiteX2-187" fmla="*/ 1881352 w 3731172"/>
                        <a:gd name="connsiteY2-188" fmla="*/ 599089 h 1418896"/>
                        <a:gd name="connsiteX3-189" fmla="*/ 3363310 w 3731172"/>
                        <a:gd name="connsiteY3-190" fmla="*/ 0 h 1418896"/>
                        <a:gd name="connsiteX4-191" fmla="*/ 3584027 w 3731172"/>
                        <a:gd name="connsiteY4-192" fmla="*/ 73572 h 1418896"/>
                        <a:gd name="connsiteX5-193" fmla="*/ 2627586 w 3731172"/>
                        <a:gd name="connsiteY5-194" fmla="*/ 441434 h 1418896"/>
                        <a:gd name="connsiteX6-195" fmla="*/ 2596055 w 3731172"/>
                        <a:gd name="connsiteY6-196" fmla="*/ 914400 h 1418896"/>
                        <a:gd name="connsiteX7-197" fmla="*/ 3731172 w 3731172"/>
                        <a:gd name="connsiteY7-198" fmla="*/ 1345324 h 1418896"/>
                        <a:gd name="connsiteX8-199" fmla="*/ 3447393 w 3731172"/>
                        <a:gd name="connsiteY8-200" fmla="*/ 1408386 h 1418896"/>
                        <a:gd name="connsiteX9-201" fmla="*/ 1870841 w 3731172"/>
                        <a:gd name="connsiteY9-202" fmla="*/ 746234 h 1418896"/>
                        <a:gd name="connsiteX10-203" fmla="*/ 262758 w 3731172"/>
                        <a:gd name="connsiteY10-204" fmla="*/ 1418896 h 1418896"/>
                        <a:gd name="connsiteX11-205" fmla="*/ 0 w 3731172"/>
                        <a:gd name="connsiteY11-206" fmla="*/ 1324303 h 1418896"/>
                        <a:gd name="connsiteX12-207" fmla="*/ 1145627 w 3731172"/>
                        <a:gd name="connsiteY12-208" fmla="*/ 882869 h 1418896"/>
                        <a:gd name="connsiteX13-209" fmla="*/ 1114096 w 3731172"/>
                        <a:gd name="connsiteY13-210" fmla="*/ 420413 h 1418896"/>
                        <a:gd name="connsiteX14-211" fmla="*/ 189185 w 3731172"/>
                        <a:gd name="connsiteY14-212" fmla="*/ 84081 h 1418896"/>
                        <a:gd name="connsiteX15-213" fmla="*/ 168165 w 3731172"/>
                        <a:gd name="connsiteY15-214" fmla="*/ 73572 h 1418896"/>
                        <a:gd name="connsiteX0-215" fmla="*/ 168165 w 3731172"/>
                        <a:gd name="connsiteY0-216" fmla="*/ 73572 h 1418896"/>
                        <a:gd name="connsiteX1-217" fmla="*/ 451945 w 3731172"/>
                        <a:gd name="connsiteY1-218" fmla="*/ 0 h 1418896"/>
                        <a:gd name="connsiteX2-219" fmla="*/ 1881352 w 3731172"/>
                        <a:gd name="connsiteY2-220" fmla="*/ 599089 h 1418896"/>
                        <a:gd name="connsiteX3-221" fmla="*/ 3363310 w 3731172"/>
                        <a:gd name="connsiteY3-222" fmla="*/ 0 h 1418896"/>
                        <a:gd name="connsiteX4-223" fmla="*/ 3584027 w 3731172"/>
                        <a:gd name="connsiteY4-224" fmla="*/ 73572 h 1418896"/>
                        <a:gd name="connsiteX5-225" fmla="*/ 2627586 w 3731172"/>
                        <a:gd name="connsiteY5-226" fmla="*/ 441434 h 1418896"/>
                        <a:gd name="connsiteX6-227" fmla="*/ 2596055 w 3731172"/>
                        <a:gd name="connsiteY6-228" fmla="*/ 914400 h 1418896"/>
                        <a:gd name="connsiteX7-229" fmla="*/ 3731172 w 3731172"/>
                        <a:gd name="connsiteY7-230" fmla="*/ 1345324 h 1418896"/>
                        <a:gd name="connsiteX8-231" fmla="*/ 3447393 w 3731172"/>
                        <a:gd name="connsiteY8-232" fmla="*/ 1408386 h 1418896"/>
                        <a:gd name="connsiteX9-233" fmla="*/ 1870841 w 3731172"/>
                        <a:gd name="connsiteY9-234" fmla="*/ 746234 h 1418896"/>
                        <a:gd name="connsiteX10-235" fmla="*/ 262758 w 3731172"/>
                        <a:gd name="connsiteY10-236" fmla="*/ 1418896 h 1418896"/>
                        <a:gd name="connsiteX11-237" fmla="*/ 0 w 3731172"/>
                        <a:gd name="connsiteY11-238" fmla="*/ 1324303 h 1418896"/>
                        <a:gd name="connsiteX12-239" fmla="*/ 1145627 w 3731172"/>
                        <a:gd name="connsiteY12-240" fmla="*/ 882869 h 1418896"/>
                        <a:gd name="connsiteX13-241" fmla="*/ 1156137 w 3731172"/>
                        <a:gd name="connsiteY13-242" fmla="*/ 441434 h 1418896"/>
                        <a:gd name="connsiteX14-243" fmla="*/ 189185 w 3731172"/>
                        <a:gd name="connsiteY14-244" fmla="*/ 84081 h 1418896"/>
                        <a:gd name="connsiteX15-245" fmla="*/ 168165 w 3731172"/>
                        <a:gd name="connsiteY15-246" fmla="*/ 73572 h 1418896"/>
                        <a:gd name="connsiteX0-247" fmla="*/ 168165 w 3731172"/>
                        <a:gd name="connsiteY0-248" fmla="*/ 73572 h 1418896"/>
                        <a:gd name="connsiteX1-249" fmla="*/ 451945 w 3731172"/>
                        <a:gd name="connsiteY1-250" fmla="*/ 0 h 1418896"/>
                        <a:gd name="connsiteX2-251" fmla="*/ 1881352 w 3731172"/>
                        <a:gd name="connsiteY2-252" fmla="*/ 599089 h 1418896"/>
                        <a:gd name="connsiteX3-253" fmla="*/ 3363310 w 3731172"/>
                        <a:gd name="connsiteY3-254" fmla="*/ 0 h 1418896"/>
                        <a:gd name="connsiteX4-255" fmla="*/ 3584027 w 3731172"/>
                        <a:gd name="connsiteY4-256" fmla="*/ 73572 h 1418896"/>
                        <a:gd name="connsiteX5-257" fmla="*/ 2627586 w 3731172"/>
                        <a:gd name="connsiteY5-258" fmla="*/ 441434 h 1418896"/>
                        <a:gd name="connsiteX6-259" fmla="*/ 2596055 w 3731172"/>
                        <a:gd name="connsiteY6-260" fmla="*/ 914400 h 1418896"/>
                        <a:gd name="connsiteX7-261" fmla="*/ 3731172 w 3731172"/>
                        <a:gd name="connsiteY7-262" fmla="*/ 1345324 h 1418896"/>
                        <a:gd name="connsiteX8-263" fmla="*/ 3447393 w 3731172"/>
                        <a:gd name="connsiteY8-264" fmla="*/ 1408386 h 1418896"/>
                        <a:gd name="connsiteX9-265" fmla="*/ 1870841 w 3731172"/>
                        <a:gd name="connsiteY9-266" fmla="*/ 746234 h 1418896"/>
                        <a:gd name="connsiteX10-267" fmla="*/ 262758 w 3731172"/>
                        <a:gd name="connsiteY10-268" fmla="*/ 1418896 h 1418896"/>
                        <a:gd name="connsiteX11-269" fmla="*/ 0 w 3731172"/>
                        <a:gd name="connsiteY11-270" fmla="*/ 1324303 h 1418896"/>
                        <a:gd name="connsiteX12-271" fmla="*/ 1145627 w 3731172"/>
                        <a:gd name="connsiteY12-272" fmla="*/ 882869 h 1418896"/>
                        <a:gd name="connsiteX13-273" fmla="*/ 1145626 w 3731172"/>
                        <a:gd name="connsiteY13-274" fmla="*/ 451945 h 1418896"/>
                        <a:gd name="connsiteX14-275" fmla="*/ 189185 w 3731172"/>
                        <a:gd name="connsiteY14-276" fmla="*/ 84081 h 1418896"/>
                        <a:gd name="connsiteX15-277" fmla="*/ 168165 w 3731172"/>
                        <a:gd name="connsiteY15-278" fmla="*/ 73572 h 1418896"/>
                        <a:gd name="connsiteX0-279" fmla="*/ 168165 w 3731172"/>
                        <a:gd name="connsiteY0-280" fmla="*/ 73572 h 1418896"/>
                        <a:gd name="connsiteX1-281" fmla="*/ 451945 w 3731172"/>
                        <a:gd name="connsiteY1-282" fmla="*/ 0 h 1418896"/>
                        <a:gd name="connsiteX2-283" fmla="*/ 1881352 w 3731172"/>
                        <a:gd name="connsiteY2-284" fmla="*/ 599089 h 1418896"/>
                        <a:gd name="connsiteX3-285" fmla="*/ 3363310 w 3731172"/>
                        <a:gd name="connsiteY3-286" fmla="*/ 0 h 1418896"/>
                        <a:gd name="connsiteX4-287" fmla="*/ 3584027 w 3731172"/>
                        <a:gd name="connsiteY4-288" fmla="*/ 73572 h 1418896"/>
                        <a:gd name="connsiteX5-289" fmla="*/ 2627586 w 3731172"/>
                        <a:gd name="connsiteY5-290" fmla="*/ 441434 h 1418896"/>
                        <a:gd name="connsiteX6-291" fmla="*/ 2596055 w 3731172"/>
                        <a:gd name="connsiteY6-292" fmla="*/ 914400 h 1418896"/>
                        <a:gd name="connsiteX7-293" fmla="*/ 3731172 w 3731172"/>
                        <a:gd name="connsiteY7-294" fmla="*/ 1345324 h 1418896"/>
                        <a:gd name="connsiteX8-295" fmla="*/ 3447393 w 3731172"/>
                        <a:gd name="connsiteY8-296" fmla="*/ 1408386 h 1418896"/>
                        <a:gd name="connsiteX9-297" fmla="*/ 1870841 w 3731172"/>
                        <a:gd name="connsiteY9-298" fmla="*/ 746234 h 1418896"/>
                        <a:gd name="connsiteX10-299" fmla="*/ 262758 w 3731172"/>
                        <a:gd name="connsiteY10-300" fmla="*/ 1418896 h 1418896"/>
                        <a:gd name="connsiteX11-301" fmla="*/ 0 w 3731172"/>
                        <a:gd name="connsiteY11-302" fmla="*/ 1324303 h 1418896"/>
                        <a:gd name="connsiteX12-303" fmla="*/ 1145627 w 3731172"/>
                        <a:gd name="connsiteY12-304" fmla="*/ 903890 h 1418896"/>
                        <a:gd name="connsiteX13-305" fmla="*/ 1145626 w 3731172"/>
                        <a:gd name="connsiteY13-306" fmla="*/ 451945 h 1418896"/>
                        <a:gd name="connsiteX14-307" fmla="*/ 189185 w 3731172"/>
                        <a:gd name="connsiteY14-308" fmla="*/ 84081 h 1418896"/>
                        <a:gd name="connsiteX15-309" fmla="*/ 168165 w 3731172"/>
                        <a:gd name="connsiteY15-310" fmla="*/ 73572 h 1418896"/>
                        <a:gd name="connsiteX0-311" fmla="*/ 147144 w 3710151"/>
                        <a:gd name="connsiteY0-312" fmla="*/ 73572 h 1418896"/>
                        <a:gd name="connsiteX1-313" fmla="*/ 430924 w 3710151"/>
                        <a:gd name="connsiteY1-314" fmla="*/ 0 h 1418896"/>
                        <a:gd name="connsiteX2-315" fmla="*/ 1860331 w 3710151"/>
                        <a:gd name="connsiteY2-316" fmla="*/ 599089 h 1418896"/>
                        <a:gd name="connsiteX3-317" fmla="*/ 3342289 w 3710151"/>
                        <a:gd name="connsiteY3-318" fmla="*/ 0 h 1418896"/>
                        <a:gd name="connsiteX4-319" fmla="*/ 3563006 w 3710151"/>
                        <a:gd name="connsiteY4-320" fmla="*/ 73572 h 1418896"/>
                        <a:gd name="connsiteX5-321" fmla="*/ 2606565 w 3710151"/>
                        <a:gd name="connsiteY5-322" fmla="*/ 441434 h 1418896"/>
                        <a:gd name="connsiteX6-323" fmla="*/ 2575034 w 3710151"/>
                        <a:gd name="connsiteY6-324" fmla="*/ 914400 h 1418896"/>
                        <a:gd name="connsiteX7-325" fmla="*/ 3710151 w 3710151"/>
                        <a:gd name="connsiteY7-326" fmla="*/ 1345324 h 1418896"/>
                        <a:gd name="connsiteX8-327" fmla="*/ 3426372 w 3710151"/>
                        <a:gd name="connsiteY8-328" fmla="*/ 1408386 h 1418896"/>
                        <a:gd name="connsiteX9-329" fmla="*/ 1849820 w 3710151"/>
                        <a:gd name="connsiteY9-330" fmla="*/ 746234 h 1418896"/>
                        <a:gd name="connsiteX10-331" fmla="*/ 241737 w 3710151"/>
                        <a:gd name="connsiteY10-332" fmla="*/ 1418896 h 1418896"/>
                        <a:gd name="connsiteX11-333" fmla="*/ 0 w 3710151"/>
                        <a:gd name="connsiteY11-334" fmla="*/ 1334814 h 1418896"/>
                        <a:gd name="connsiteX12-335" fmla="*/ 1124606 w 3710151"/>
                        <a:gd name="connsiteY12-336" fmla="*/ 903890 h 1418896"/>
                        <a:gd name="connsiteX13-337" fmla="*/ 1124605 w 3710151"/>
                        <a:gd name="connsiteY13-338" fmla="*/ 451945 h 1418896"/>
                        <a:gd name="connsiteX14-339" fmla="*/ 168164 w 3710151"/>
                        <a:gd name="connsiteY14-340" fmla="*/ 84081 h 1418896"/>
                        <a:gd name="connsiteX15-341" fmla="*/ 147144 w 3710151"/>
                        <a:gd name="connsiteY15-342" fmla="*/ 73572 h 1418896"/>
                        <a:gd name="connsiteX0-343" fmla="*/ 147144 w 3710151"/>
                        <a:gd name="connsiteY0-344" fmla="*/ 73572 h 1418896"/>
                        <a:gd name="connsiteX1-345" fmla="*/ 430924 w 3710151"/>
                        <a:gd name="connsiteY1-346" fmla="*/ 0 h 1418896"/>
                        <a:gd name="connsiteX2-347" fmla="*/ 1860331 w 3710151"/>
                        <a:gd name="connsiteY2-348" fmla="*/ 599089 h 1418896"/>
                        <a:gd name="connsiteX3-349" fmla="*/ 3342289 w 3710151"/>
                        <a:gd name="connsiteY3-350" fmla="*/ 0 h 1418896"/>
                        <a:gd name="connsiteX4-351" fmla="*/ 3563006 w 3710151"/>
                        <a:gd name="connsiteY4-352" fmla="*/ 73572 h 1418896"/>
                        <a:gd name="connsiteX5-353" fmla="*/ 2606565 w 3710151"/>
                        <a:gd name="connsiteY5-354" fmla="*/ 441434 h 1418896"/>
                        <a:gd name="connsiteX6-355" fmla="*/ 2606565 w 3710151"/>
                        <a:gd name="connsiteY6-356" fmla="*/ 924910 h 1418896"/>
                        <a:gd name="connsiteX7-357" fmla="*/ 3710151 w 3710151"/>
                        <a:gd name="connsiteY7-358" fmla="*/ 1345324 h 1418896"/>
                        <a:gd name="connsiteX8-359" fmla="*/ 3426372 w 3710151"/>
                        <a:gd name="connsiteY8-360" fmla="*/ 1408386 h 1418896"/>
                        <a:gd name="connsiteX9-361" fmla="*/ 1849820 w 3710151"/>
                        <a:gd name="connsiteY9-362" fmla="*/ 746234 h 1418896"/>
                        <a:gd name="connsiteX10-363" fmla="*/ 241737 w 3710151"/>
                        <a:gd name="connsiteY10-364" fmla="*/ 1418896 h 1418896"/>
                        <a:gd name="connsiteX11-365" fmla="*/ 0 w 3710151"/>
                        <a:gd name="connsiteY11-366" fmla="*/ 1334814 h 1418896"/>
                        <a:gd name="connsiteX12-367" fmla="*/ 1124606 w 3710151"/>
                        <a:gd name="connsiteY12-368" fmla="*/ 903890 h 1418896"/>
                        <a:gd name="connsiteX13-369" fmla="*/ 1124605 w 3710151"/>
                        <a:gd name="connsiteY13-370" fmla="*/ 451945 h 1418896"/>
                        <a:gd name="connsiteX14-371" fmla="*/ 168164 w 3710151"/>
                        <a:gd name="connsiteY14-372" fmla="*/ 84081 h 1418896"/>
                        <a:gd name="connsiteX15-373" fmla="*/ 147144 w 3710151"/>
                        <a:gd name="connsiteY15-374" fmla="*/ 73572 h 1418896"/>
                        <a:gd name="connsiteX0-375" fmla="*/ 147144 w 3710151"/>
                        <a:gd name="connsiteY0-376" fmla="*/ 73572 h 1418896"/>
                        <a:gd name="connsiteX1-377" fmla="*/ 430924 w 3710151"/>
                        <a:gd name="connsiteY1-378" fmla="*/ 0 h 1418896"/>
                        <a:gd name="connsiteX2-379" fmla="*/ 1860331 w 3710151"/>
                        <a:gd name="connsiteY2-380" fmla="*/ 599089 h 1418896"/>
                        <a:gd name="connsiteX3-381" fmla="*/ 3342289 w 3710151"/>
                        <a:gd name="connsiteY3-382" fmla="*/ 0 h 1418896"/>
                        <a:gd name="connsiteX4-383" fmla="*/ 3563006 w 3710151"/>
                        <a:gd name="connsiteY4-384" fmla="*/ 73572 h 1418896"/>
                        <a:gd name="connsiteX5-385" fmla="*/ 2606565 w 3710151"/>
                        <a:gd name="connsiteY5-386" fmla="*/ 441434 h 1418896"/>
                        <a:gd name="connsiteX6-387" fmla="*/ 2610282 w 3710151"/>
                        <a:gd name="connsiteY6-388" fmla="*/ 902607 h 1418896"/>
                        <a:gd name="connsiteX7-389" fmla="*/ 3710151 w 3710151"/>
                        <a:gd name="connsiteY7-390" fmla="*/ 1345324 h 1418896"/>
                        <a:gd name="connsiteX8-391" fmla="*/ 3426372 w 3710151"/>
                        <a:gd name="connsiteY8-392" fmla="*/ 1408386 h 1418896"/>
                        <a:gd name="connsiteX9-393" fmla="*/ 1849820 w 3710151"/>
                        <a:gd name="connsiteY9-394" fmla="*/ 746234 h 1418896"/>
                        <a:gd name="connsiteX10-395" fmla="*/ 241737 w 3710151"/>
                        <a:gd name="connsiteY10-396" fmla="*/ 1418896 h 1418896"/>
                        <a:gd name="connsiteX11-397" fmla="*/ 0 w 3710151"/>
                        <a:gd name="connsiteY11-398" fmla="*/ 1334814 h 1418896"/>
                        <a:gd name="connsiteX12-399" fmla="*/ 1124606 w 3710151"/>
                        <a:gd name="connsiteY12-400" fmla="*/ 903890 h 1418896"/>
                        <a:gd name="connsiteX13-401" fmla="*/ 1124605 w 3710151"/>
                        <a:gd name="connsiteY13-402" fmla="*/ 451945 h 1418896"/>
                        <a:gd name="connsiteX14-403" fmla="*/ 168164 w 3710151"/>
                        <a:gd name="connsiteY14-404" fmla="*/ 84081 h 1418896"/>
                        <a:gd name="connsiteX15-405" fmla="*/ 147144 w 3710151"/>
                        <a:gd name="connsiteY15-406" fmla="*/ 73572 h 1418896"/>
                        <a:gd name="connsiteX0-407" fmla="*/ 147144 w 3710151"/>
                        <a:gd name="connsiteY0-408" fmla="*/ 73572 h 1418896"/>
                        <a:gd name="connsiteX1-409" fmla="*/ 430924 w 3710151"/>
                        <a:gd name="connsiteY1-410" fmla="*/ 0 h 1418896"/>
                        <a:gd name="connsiteX2-411" fmla="*/ 1860331 w 3710151"/>
                        <a:gd name="connsiteY2-412" fmla="*/ 599089 h 1418896"/>
                        <a:gd name="connsiteX3-413" fmla="*/ 3342289 w 3710151"/>
                        <a:gd name="connsiteY3-414" fmla="*/ 0 h 1418896"/>
                        <a:gd name="connsiteX4-415" fmla="*/ 3563006 w 3710151"/>
                        <a:gd name="connsiteY4-416" fmla="*/ 73572 h 1418896"/>
                        <a:gd name="connsiteX5-417" fmla="*/ 2617717 w 3710151"/>
                        <a:gd name="connsiteY5-418" fmla="*/ 445151 h 1418896"/>
                        <a:gd name="connsiteX6-419" fmla="*/ 2610282 w 3710151"/>
                        <a:gd name="connsiteY6-420" fmla="*/ 902607 h 1418896"/>
                        <a:gd name="connsiteX7-421" fmla="*/ 3710151 w 3710151"/>
                        <a:gd name="connsiteY7-422" fmla="*/ 1345324 h 1418896"/>
                        <a:gd name="connsiteX8-423" fmla="*/ 3426372 w 3710151"/>
                        <a:gd name="connsiteY8-424" fmla="*/ 1408386 h 1418896"/>
                        <a:gd name="connsiteX9-425" fmla="*/ 1849820 w 3710151"/>
                        <a:gd name="connsiteY9-426" fmla="*/ 746234 h 1418896"/>
                        <a:gd name="connsiteX10-427" fmla="*/ 241737 w 3710151"/>
                        <a:gd name="connsiteY10-428" fmla="*/ 1418896 h 1418896"/>
                        <a:gd name="connsiteX11-429" fmla="*/ 0 w 3710151"/>
                        <a:gd name="connsiteY11-430" fmla="*/ 1334814 h 1418896"/>
                        <a:gd name="connsiteX12-431" fmla="*/ 1124606 w 3710151"/>
                        <a:gd name="connsiteY12-432" fmla="*/ 903890 h 1418896"/>
                        <a:gd name="connsiteX13-433" fmla="*/ 1124605 w 3710151"/>
                        <a:gd name="connsiteY13-434" fmla="*/ 451945 h 1418896"/>
                        <a:gd name="connsiteX14-435" fmla="*/ 168164 w 3710151"/>
                        <a:gd name="connsiteY14-436" fmla="*/ 84081 h 1418896"/>
                        <a:gd name="connsiteX15-437" fmla="*/ 147144 w 3710151"/>
                        <a:gd name="connsiteY15-438" fmla="*/ 73572 h 1418896"/>
                        <a:gd name="connsiteX0-439" fmla="*/ 147144 w 3710151"/>
                        <a:gd name="connsiteY0-440" fmla="*/ 73572 h 1418896"/>
                        <a:gd name="connsiteX1-441" fmla="*/ 430924 w 3710151"/>
                        <a:gd name="connsiteY1-442" fmla="*/ 0 h 1418896"/>
                        <a:gd name="connsiteX2-443" fmla="*/ 1860331 w 3710151"/>
                        <a:gd name="connsiteY2-444" fmla="*/ 599089 h 1418896"/>
                        <a:gd name="connsiteX3-445" fmla="*/ 3342289 w 3710151"/>
                        <a:gd name="connsiteY3-446" fmla="*/ 0 h 1418896"/>
                        <a:gd name="connsiteX4-447" fmla="*/ 3563006 w 3710151"/>
                        <a:gd name="connsiteY4-448" fmla="*/ 73572 h 1418896"/>
                        <a:gd name="connsiteX5-449" fmla="*/ 2617717 w 3710151"/>
                        <a:gd name="connsiteY5-450" fmla="*/ 448868 h 1418896"/>
                        <a:gd name="connsiteX6-451" fmla="*/ 2610282 w 3710151"/>
                        <a:gd name="connsiteY6-452" fmla="*/ 902607 h 1418896"/>
                        <a:gd name="connsiteX7-453" fmla="*/ 3710151 w 3710151"/>
                        <a:gd name="connsiteY7-454" fmla="*/ 1345324 h 1418896"/>
                        <a:gd name="connsiteX8-455" fmla="*/ 3426372 w 3710151"/>
                        <a:gd name="connsiteY8-456" fmla="*/ 1408386 h 1418896"/>
                        <a:gd name="connsiteX9-457" fmla="*/ 1849820 w 3710151"/>
                        <a:gd name="connsiteY9-458" fmla="*/ 746234 h 1418896"/>
                        <a:gd name="connsiteX10-459" fmla="*/ 241737 w 3710151"/>
                        <a:gd name="connsiteY10-460" fmla="*/ 1418896 h 1418896"/>
                        <a:gd name="connsiteX11-461" fmla="*/ 0 w 3710151"/>
                        <a:gd name="connsiteY11-462" fmla="*/ 1334814 h 1418896"/>
                        <a:gd name="connsiteX12-463" fmla="*/ 1124606 w 3710151"/>
                        <a:gd name="connsiteY12-464" fmla="*/ 903890 h 1418896"/>
                        <a:gd name="connsiteX13-465" fmla="*/ 1124605 w 3710151"/>
                        <a:gd name="connsiteY13-466" fmla="*/ 451945 h 1418896"/>
                        <a:gd name="connsiteX14-467" fmla="*/ 168164 w 3710151"/>
                        <a:gd name="connsiteY14-468" fmla="*/ 84081 h 1418896"/>
                        <a:gd name="connsiteX15-469" fmla="*/ 147144 w 3710151"/>
                        <a:gd name="connsiteY15-470" fmla="*/ 73572 h 1418896"/>
                        <a:gd name="connsiteX0-471" fmla="*/ 147144 w 3710151"/>
                        <a:gd name="connsiteY0-472" fmla="*/ 73572 h 1418896"/>
                        <a:gd name="connsiteX1-473" fmla="*/ 430924 w 3710151"/>
                        <a:gd name="connsiteY1-474" fmla="*/ 0 h 1418896"/>
                        <a:gd name="connsiteX2-475" fmla="*/ 1838028 w 3710151"/>
                        <a:gd name="connsiteY2-476" fmla="*/ 591655 h 1418896"/>
                        <a:gd name="connsiteX3-477" fmla="*/ 3342289 w 3710151"/>
                        <a:gd name="connsiteY3-478" fmla="*/ 0 h 1418896"/>
                        <a:gd name="connsiteX4-479" fmla="*/ 3563006 w 3710151"/>
                        <a:gd name="connsiteY4-480" fmla="*/ 73572 h 1418896"/>
                        <a:gd name="connsiteX5-481" fmla="*/ 2617717 w 3710151"/>
                        <a:gd name="connsiteY5-482" fmla="*/ 448868 h 1418896"/>
                        <a:gd name="connsiteX6-483" fmla="*/ 2610282 w 3710151"/>
                        <a:gd name="connsiteY6-484" fmla="*/ 902607 h 1418896"/>
                        <a:gd name="connsiteX7-485" fmla="*/ 3710151 w 3710151"/>
                        <a:gd name="connsiteY7-486" fmla="*/ 1345324 h 1418896"/>
                        <a:gd name="connsiteX8-487" fmla="*/ 3426372 w 3710151"/>
                        <a:gd name="connsiteY8-488" fmla="*/ 1408386 h 1418896"/>
                        <a:gd name="connsiteX9-489" fmla="*/ 1849820 w 3710151"/>
                        <a:gd name="connsiteY9-490" fmla="*/ 746234 h 1418896"/>
                        <a:gd name="connsiteX10-491" fmla="*/ 241737 w 3710151"/>
                        <a:gd name="connsiteY10-492" fmla="*/ 1418896 h 1418896"/>
                        <a:gd name="connsiteX11-493" fmla="*/ 0 w 3710151"/>
                        <a:gd name="connsiteY11-494" fmla="*/ 1334814 h 1418896"/>
                        <a:gd name="connsiteX12-495" fmla="*/ 1124606 w 3710151"/>
                        <a:gd name="connsiteY12-496" fmla="*/ 903890 h 1418896"/>
                        <a:gd name="connsiteX13-497" fmla="*/ 1124605 w 3710151"/>
                        <a:gd name="connsiteY13-498" fmla="*/ 451945 h 1418896"/>
                        <a:gd name="connsiteX14-499" fmla="*/ 168164 w 3710151"/>
                        <a:gd name="connsiteY14-500" fmla="*/ 84081 h 1418896"/>
                        <a:gd name="connsiteX15-501" fmla="*/ 147144 w 3710151"/>
                        <a:gd name="connsiteY15-502" fmla="*/ 73572 h 1418896"/>
                        <a:gd name="connsiteX0-503" fmla="*/ 147144 w 3710151"/>
                        <a:gd name="connsiteY0-504" fmla="*/ 73572 h 1418896"/>
                        <a:gd name="connsiteX1-505" fmla="*/ 430924 w 3710151"/>
                        <a:gd name="connsiteY1-506" fmla="*/ 0 h 1418896"/>
                        <a:gd name="connsiteX2-507" fmla="*/ 1838028 w 3710151"/>
                        <a:gd name="connsiteY2-508" fmla="*/ 591655 h 1418896"/>
                        <a:gd name="connsiteX3-509" fmla="*/ 3342289 w 3710151"/>
                        <a:gd name="connsiteY3-510" fmla="*/ 0 h 1418896"/>
                        <a:gd name="connsiteX4-511" fmla="*/ 3563006 w 3710151"/>
                        <a:gd name="connsiteY4-512" fmla="*/ 73572 h 1418896"/>
                        <a:gd name="connsiteX5-513" fmla="*/ 2617717 w 3710151"/>
                        <a:gd name="connsiteY5-514" fmla="*/ 448868 h 1418896"/>
                        <a:gd name="connsiteX6-515" fmla="*/ 2610282 w 3710151"/>
                        <a:gd name="connsiteY6-516" fmla="*/ 902607 h 1418896"/>
                        <a:gd name="connsiteX7-517" fmla="*/ 3710151 w 3710151"/>
                        <a:gd name="connsiteY7-518" fmla="*/ 1345324 h 1418896"/>
                        <a:gd name="connsiteX8-519" fmla="*/ 3426372 w 3710151"/>
                        <a:gd name="connsiteY8-520" fmla="*/ 1408386 h 1418896"/>
                        <a:gd name="connsiteX9-521" fmla="*/ 1849820 w 3710151"/>
                        <a:gd name="connsiteY9-522" fmla="*/ 746234 h 1418896"/>
                        <a:gd name="connsiteX10-523" fmla="*/ 241737 w 3710151"/>
                        <a:gd name="connsiteY10-524" fmla="*/ 1418896 h 1418896"/>
                        <a:gd name="connsiteX11-525" fmla="*/ 0 w 3710151"/>
                        <a:gd name="connsiteY11-526" fmla="*/ 1334814 h 1418896"/>
                        <a:gd name="connsiteX12-527" fmla="*/ 1124606 w 3710151"/>
                        <a:gd name="connsiteY12-528" fmla="*/ 903890 h 1418896"/>
                        <a:gd name="connsiteX13-529" fmla="*/ 1087434 w 3710151"/>
                        <a:gd name="connsiteY13-530" fmla="*/ 451945 h 1418896"/>
                        <a:gd name="connsiteX14-531" fmla="*/ 168164 w 3710151"/>
                        <a:gd name="connsiteY14-532" fmla="*/ 84081 h 1418896"/>
                        <a:gd name="connsiteX15-533" fmla="*/ 147144 w 3710151"/>
                        <a:gd name="connsiteY15-534" fmla="*/ 73572 h 1418896"/>
                        <a:gd name="connsiteX0-535" fmla="*/ 147144 w 3710151"/>
                        <a:gd name="connsiteY0-536" fmla="*/ 73572 h 1418896"/>
                        <a:gd name="connsiteX1-537" fmla="*/ 430924 w 3710151"/>
                        <a:gd name="connsiteY1-538" fmla="*/ 0 h 1418896"/>
                        <a:gd name="connsiteX2-539" fmla="*/ 1838028 w 3710151"/>
                        <a:gd name="connsiteY2-540" fmla="*/ 591655 h 1418896"/>
                        <a:gd name="connsiteX3-541" fmla="*/ 3342289 w 3710151"/>
                        <a:gd name="connsiteY3-542" fmla="*/ 0 h 1418896"/>
                        <a:gd name="connsiteX4-543" fmla="*/ 3563006 w 3710151"/>
                        <a:gd name="connsiteY4-544" fmla="*/ 73572 h 1418896"/>
                        <a:gd name="connsiteX5-545" fmla="*/ 2617717 w 3710151"/>
                        <a:gd name="connsiteY5-546" fmla="*/ 448868 h 1418896"/>
                        <a:gd name="connsiteX6-547" fmla="*/ 2610282 w 3710151"/>
                        <a:gd name="connsiteY6-548" fmla="*/ 902607 h 1418896"/>
                        <a:gd name="connsiteX7-549" fmla="*/ 3710151 w 3710151"/>
                        <a:gd name="connsiteY7-550" fmla="*/ 1345324 h 1418896"/>
                        <a:gd name="connsiteX8-551" fmla="*/ 3426372 w 3710151"/>
                        <a:gd name="connsiteY8-552" fmla="*/ 1408386 h 1418896"/>
                        <a:gd name="connsiteX9-553" fmla="*/ 1849820 w 3710151"/>
                        <a:gd name="connsiteY9-554" fmla="*/ 746234 h 1418896"/>
                        <a:gd name="connsiteX10-555" fmla="*/ 241737 w 3710151"/>
                        <a:gd name="connsiteY10-556" fmla="*/ 1418896 h 1418896"/>
                        <a:gd name="connsiteX11-557" fmla="*/ 0 w 3710151"/>
                        <a:gd name="connsiteY11-558" fmla="*/ 1334814 h 1418896"/>
                        <a:gd name="connsiteX12-559" fmla="*/ 1098586 w 3710151"/>
                        <a:gd name="connsiteY12-560" fmla="*/ 903890 h 1418896"/>
                        <a:gd name="connsiteX13-561" fmla="*/ 1087434 w 3710151"/>
                        <a:gd name="connsiteY13-562" fmla="*/ 451945 h 1418896"/>
                        <a:gd name="connsiteX14-563" fmla="*/ 168164 w 3710151"/>
                        <a:gd name="connsiteY14-564" fmla="*/ 84081 h 1418896"/>
                        <a:gd name="connsiteX15-565" fmla="*/ 147144 w 3710151"/>
                        <a:gd name="connsiteY15-566" fmla="*/ 73572 h 1418896"/>
                        <a:gd name="connsiteX0-567" fmla="*/ 162012 w 3725019"/>
                        <a:gd name="connsiteY0-568" fmla="*/ 73572 h 1418896"/>
                        <a:gd name="connsiteX1-569" fmla="*/ 445792 w 3725019"/>
                        <a:gd name="connsiteY1-570" fmla="*/ 0 h 1418896"/>
                        <a:gd name="connsiteX2-571" fmla="*/ 1852896 w 3725019"/>
                        <a:gd name="connsiteY2-572" fmla="*/ 591655 h 1418896"/>
                        <a:gd name="connsiteX3-573" fmla="*/ 3357157 w 3725019"/>
                        <a:gd name="connsiteY3-574" fmla="*/ 0 h 1418896"/>
                        <a:gd name="connsiteX4-575" fmla="*/ 3577874 w 3725019"/>
                        <a:gd name="connsiteY4-576" fmla="*/ 73572 h 1418896"/>
                        <a:gd name="connsiteX5-577" fmla="*/ 2632585 w 3725019"/>
                        <a:gd name="connsiteY5-578" fmla="*/ 448868 h 1418896"/>
                        <a:gd name="connsiteX6-579" fmla="*/ 2625150 w 3725019"/>
                        <a:gd name="connsiteY6-580" fmla="*/ 902607 h 1418896"/>
                        <a:gd name="connsiteX7-581" fmla="*/ 3725019 w 3725019"/>
                        <a:gd name="connsiteY7-582" fmla="*/ 1345324 h 1418896"/>
                        <a:gd name="connsiteX8-583" fmla="*/ 3441240 w 3725019"/>
                        <a:gd name="connsiteY8-584" fmla="*/ 1408386 h 1418896"/>
                        <a:gd name="connsiteX9-585" fmla="*/ 1864688 w 3725019"/>
                        <a:gd name="connsiteY9-586" fmla="*/ 746234 h 1418896"/>
                        <a:gd name="connsiteX10-587" fmla="*/ 256605 w 3725019"/>
                        <a:gd name="connsiteY10-588" fmla="*/ 1418896 h 1418896"/>
                        <a:gd name="connsiteX11-589" fmla="*/ 0 w 3725019"/>
                        <a:gd name="connsiteY11-590" fmla="*/ 1331097 h 1418896"/>
                        <a:gd name="connsiteX12-591" fmla="*/ 1113454 w 3725019"/>
                        <a:gd name="connsiteY12-592" fmla="*/ 903890 h 1418896"/>
                        <a:gd name="connsiteX13-593" fmla="*/ 1102302 w 3725019"/>
                        <a:gd name="connsiteY13-594" fmla="*/ 451945 h 1418896"/>
                        <a:gd name="connsiteX14-595" fmla="*/ 183032 w 3725019"/>
                        <a:gd name="connsiteY14-596" fmla="*/ 84081 h 1418896"/>
                        <a:gd name="connsiteX15-597" fmla="*/ 162012 w 3725019"/>
                        <a:gd name="connsiteY15-598" fmla="*/ 73572 h 141889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  <a:cxn ang="0">
                          <a:pos x="connsiteX11-23" y="connsiteY11-24"/>
                        </a:cxn>
                        <a:cxn ang="0">
                          <a:pos x="connsiteX12-25" y="connsiteY12-26"/>
                        </a:cxn>
                        <a:cxn ang="0">
                          <a:pos x="connsiteX13-27" y="connsiteY13-28"/>
                        </a:cxn>
                        <a:cxn ang="0">
                          <a:pos x="connsiteX14-29" y="connsiteY14-30"/>
                        </a:cxn>
                        <a:cxn ang="0">
                          <a:pos x="connsiteX15-31" y="connsiteY15-32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479" name="Group 478"/>
                <p:cNvGrpSpPr/>
                <p:nvPr/>
              </p:nvGrpSpPr>
              <p:grpSpPr>
                <a:xfrm>
                  <a:off x="8676619" y="4967420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80" name="Freeform 479"/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-1" fmla="*/ 8187558 w 8187558"/>
                      <a:gd name="connsiteY0-2" fmla="*/ 0 h 2617076"/>
                      <a:gd name="connsiteX1-3" fmla="*/ 8187558 w 8187558"/>
                      <a:gd name="connsiteY1-4" fmla="*/ 1271752 h 2617076"/>
                      <a:gd name="connsiteX2-5" fmla="*/ 4025462 w 8187558"/>
                      <a:gd name="connsiteY2-6" fmla="*/ 2617076 h 2617076"/>
                      <a:gd name="connsiteX3-7" fmla="*/ 0 w 8187558"/>
                      <a:gd name="connsiteY3-8" fmla="*/ 1229711 h 2617076"/>
                      <a:gd name="connsiteX4-9" fmla="*/ 31531 w 8187558"/>
                      <a:gd name="connsiteY4-10" fmla="*/ 147145 h 2617076"/>
                      <a:gd name="connsiteX5-11" fmla="*/ 4046482 w 8187558"/>
                      <a:gd name="connsiteY5-12" fmla="*/ 1576552 h 2617076"/>
                      <a:gd name="connsiteX6-13" fmla="*/ 8187558 w 8187558"/>
                      <a:gd name="connsiteY6-14" fmla="*/ 0 h 2617076"/>
                      <a:gd name="connsiteX0-15" fmla="*/ 8187558 w 8187558"/>
                      <a:gd name="connsiteY0-16" fmla="*/ 0 h 2617076"/>
                      <a:gd name="connsiteX1-17" fmla="*/ 8187558 w 8187558"/>
                      <a:gd name="connsiteY1-18" fmla="*/ 1271752 h 2617076"/>
                      <a:gd name="connsiteX2-19" fmla="*/ 4025462 w 8187558"/>
                      <a:gd name="connsiteY2-20" fmla="*/ 2617076 h 2617076"/>
                      <a:gd name="connsiteX3-21" fmla="*/ 0 w 8187558"/>
                      <a:gd name="connsiteY3-22" fmla="*/ 1229711 h 2617076"/>
                      <a:gd name="connsiteX4-23" fmla="*/ 31531 w 8187558"/>
                      <a:gd name="connsiteY4-24" fmla="*/ 147145 h 2617076"/>
                      <a:gd name="connsiteX5-25" fmla="*/ 4046482 w 8187558"/>
                      <a:gd name="connsiteY5-26" fmla="*/ 1576552 h 2617076"/>
                      <a:gd name="connsiteX6-27" fmla="*/ 8187558 w 8187558"/>
                      <a:gd name="connsiteY6-28" fmla="*/ 0 h 2617076"/>
                      <a:gd name="connsiteX0-29" fmla="*/ 8187558 w 8187558"/>
                      <a:gd name="connsiteY0-30" fmla="*/ 0 h 2617076"/>
                      <a:gd name="connsiteX1-31" fmla="*/ 8187558 w 8187558"/>
                      <a:gd name="connsiteY1-32" fmla="*/ 1271752 h 2617076"/>
                      <a:gd name="connsiteX2-33" fmla="*/ 4025462 w 8187558"/>
                      <a:gd name="connsiteY2-34" fmla="*/ 2617076 h 2617076"/>
                      <a:gd name="connsiteX3-35" fmla="*/ 0 w 8187558"/>
                      <a:gd name="connsiteY3-36" fmla="*/ 1229711 h 2617076"/>
                      <a:gd name="connsiteX4-37" fmla="*/ 31531 w 8187558"/>
                      <a:gd name="connsiteY4-38" fmla="*/ 147145 h 2617076"/>
                      <a:gd name="connsiteX5-39" fmla="*/ 4046482 w 8187558"/>
                      <a:gd name="connsiteY5-40" fmla="*/ 1576552 h 2617076"/>
                      <a:gd name="connsiteX6-41" fmla="*/ 8187558 w 8187558"/>
                      <a:gd name="connsiteY6-42" fmla="*/ 0 h 2617076"/>
                      <a:gd name="connsiteX0-43" fmla="*/ 8187558 w 8187558"/>
                      <a:gd name="connsiteY0-44" fmla="*/ 0 h 2617076"/>
                      <a:gd name="connsiteX1-45" fmla="*/ 8187558 w 8187558"/>
                      <a:gd name="connsiteY1-46" fmla="*/ 1271752 h 2617076"/>
                      <a:gd name="connsiteX2-47" fmla="*/ 4025462 w 8187558"/>
                      <a:gd name="connsiteY2-48" fmla="*/ 2617076 h 2617076"/>
                      <a:gd name="connsiteX3-49" fmla="*/ 0 w 8187558"/>
                      <a:gd name="connsiteY3-50" fmla="*/ 1229711 h 2617076"/>
                      <a:gd name="connsiteX4-51" fmla="*/ 31531 w 8187558"/>
                      <a:gd name="connsiteY4-52" fmla="*/ 147145 h 2617076"/>
                      <a:gd name="connsiteX5-53" fmla="*/ 4046482 w 8187558"/>
                      <a:gd name="connsiteY5-54" fmla="*/ 1576552 h 2617076"/>
                      <a:gd name="connsiteX6-55" fmla="*/ 8187558 w 8187558"/>
                      <a:gd name="connsiteY6-56" fmla="*/ 0 h 2617076"/>
                      <a:gd name="connsiteX0-57" fmla="*/ 8187558 w 8187558"/>
                      <a:gd name="connsiteY0-58" fmla="*/ 0 h 2617076"/>
                      <a:gd name="connsiteX1-59" fmla="*/ 8187558 w 8187558"/>
                      <a:gd name="connsiteY1-60" fmla="*/ 1271752 h 2617076"/>
                      <a:gd name="connsiteX2-61" fmla="*/ 4025462 w 8187558"/>
                      <a:gd name="connsiteY2-62" fmla="*/ 2617076 h 2617076"/>
                      <a:gd name="connsiteX3-63" fmla="*/ 0 w 8187558"/>
                      <a:gd name="connsiteY3-64" fmla="*/ 1229711 h 2617076"/>
                      <a:gd name="connsiteX4-65" fmla="*/ 31531 w 8187558"/>
                      <a:gd name="connsiteY4-66" fmla="*/ 147145 h 2617076"/>
                      <a:gd name="connsiteX5-67" fmla="*/ 4046482 w 8187558"/>
                      <a:gd name="connsiteY5-68" fmla="*/ 1576552 h 2617076"/>
                      <a:gd name="connsiteX6-69" fmla="*/ 8187558 w 8187558"/>
                      <a:gd name="connsiteY6-70" fmla="*/ 0 h 2617076"/>
                      <a:gd name="connsiteX0-71" fmla="*/ 8187558 w 8187558"/>
                      <a:gd name="connsiteY0-72" fmla="*/ 0 h 2617076"/>
                      <a:gd name="connsiteX1-73" fmla="*/ 8187558 w 8187558"/>
                      <a:gd name="connsiteY1-74" fmla="*/ 1271752 h 2617076"/>
                      <a:gd name="connsiteX2-75" fmla="*/ 4025462 w 8187558"/>
                      <a:gd name="connsiteY2-76" fmla="*/ 2617076 h 2617076"/>
                      <a:gd name="connsiteX3-77" fmla="*/ 0 w 8187558"/>
                      <a:gd name="connsiteY3-78" fmla="*/ 1229711 h 2617076"/>
                      <a:gd name="connsiteX4-79" fmla="*/ 31531 w 8187558"/>
                      <a:gd name="connsiteY4-80" fmla="*/ 147145 h 2617076"/>
                      <a:gd name="connsiteX5-81" fmla="*/ 4046482 w 8187558"/>
                      <a:gd name="connsiteY5-82" fmla="*/ 1576552 h 2617076"/>
                      <a:gd name="connsiteX6-83" fmla="*/ 8187558 w 8187558"/>
                      <a:gd name="connsiteY6-84" fmla="*/ 0 h 2617076"/>
                      <a:gd name="connsiteX0-85" fmla="*/ 8187558 w 8187558"/>
                      <a:gd name="connsiteY0-86" fmla="*/ 0 h 2638097"/>
                      <a:gd name="connsiteX1-87" fmla="*/ 8187558 w 8187558"/>
                      <a:gd name="connsiteY1-88" fmla="*/ 1271752 h 2638097"/>
                      <a:gd name="connsiteX2-89" fmla="*/ 4099035 w 8187558"/>
                      <a:gd name="connsiteY2-90" fmla="*/ 2638097 h 2638097"/>
                      <a:gd name="connsiteX3-91" fmla="*/ 0 w 8187558"/>
                      <a:gd name="connsiteY3-92" fmla="*/ 1229711 h 2638097"/>
                      <a:gd name="connsiteX4-93" fmla="*/ 31531 w 8187558"/>
                      <a:gd name="connsiteY4-94" fmla="*/ 147145 h 2638097"/>
                      <a:gd name="connsiteX5-95" fmla="*/ 4046482 w 8187558"/>
                      <a:gd name="connsiteY5-96" fmla="*/ 1576552 h 2638097"/>
                      <a:gd name="connsiteX6-97" fmla="*/ 8187558 w 8187558"/>
                      <a:gd name="connsiteY6-98" fmla="*/ 0 h 2638097"/>
                      <a:gd name="connsiteX0-99" fmla="*/ 8187558 w 8187558"/>
                      <a:gd name="connsiteY0-100" fmla="*/ 0 h 2638097"/>
                      <a:gd name="connsiteX1-101" fmla="*/ 8187558 w 8187558"/>
                      <a:gd name="connsiteY1-102" fmla="*/ 1271752 h 2638097"/>
                      <a:gd name="connsiteX2-103" fmla="*/ 4099035 w 8187558"/>
                      <a:gd name="connsiteY2-104" fmla="*/ 2638097 h 2638097"/>
                      <a:gd name="connsiteX3-105" fmla="*/ 0 w 8187558"/>
                      <a:gd name="connsiteY3-106" fmla="*/ 1229711 h 2638097"/>
                      <a:gd name="connsiteX4-107" fmla="*/ 31531 w 8187558"/>
                      <a:gd name="connsiteY4-108" fmla="*/ 147145 h 2638097"/>
                      <a:gd name="connsiteX5-109" fmla="*/ 4046482 w 8187558"/>
                      <a:gd name="connsiteY5-110" fmla="*/ 1576552 h 2638097"/>
                      <a:gd name="connsiteX6-111" fmla="*/ 8187558 w 8187558"/>
                      <a:gd name="connsiteY6-112" fmla="*/ 0 h 2638097"/>
                      <a:gd name="connsiteX0-113" fmla="*/ 8187558 w 8187558"/>
                      <a:gd name="connsiteY0-114" fmla="*/ 0 h 2638097"/>
                      <a:gd name="connsiteX1-115" fmla="*/ 8187558 w 8187558"/>
                      <a:gd name="connsiteY1-116" fmla="*/ 1271752 h 2638097"/>
                      <a:gd name="connsiteX2-117" fmla="*/ 4099035 w 8187558"/>
                      <a:gd name="connsiteY2-118" fmla="*/ 2638097 h 2638097"/>
                      <a:gd name="connsiteX3-119" fmla="*/ 0 w 8187558"/>
                      <a:gd name="connsiteY3-120" fmla="*/ 1229711 h 2638097"/>
                      <a:gd name="connsiteX4-121" fmla="*/ 31531 w 8187558"/>
                      <a:gd name="connsiteY4-122" fmla="*/ 147145 h 2638097"/>
                      <a:gd name="connsiteX5-123" fmla="*/ 4046482 w 8187558"/>
                      <a:gd name="connsiteY5-124" fmla="*/ 1576552 h 2638097"/>
                      <a:gd name="connsiteX6-125" fmla="*/ 8187558 w 8187558"/>
                      <a:gd name="connsiteY6-126" fmla="*/ 0 h 2638097"/>
                      <a:gd name="connsiteX0-127" fmla="*/ 8187558 w 8187558"/>
                      <a:gd name="connsiteY0-128" fmla="*/ 0 h 2638097"/>
                      <a:gd name="connsiteX1-129" fmla="*/ 8187558 w 8187558"/>
                      <a:gd name="connsiteY1-130" fmla="*/ 1271752 h 2638097"/>
                      <a:gd name="connsiteX2-131" fmla="*/ 4099035 w 8187558"/>
                      <a:gd name="connsiteY2-132" fmla="*/ 2638097 h 2638097"/>
                      <a:gd name="connsiteX3-133" fmla="*/ 0 w 8187558"/>
                      <a:gd name="connsiteY3-134" fmla="*/ 1229711 h 2638097"/>
                      <a:gd name="connsiteX4-135" fmla="*/ 31531 w 8187558"/>
                      <a:gd name="connsiteY4-136" fmla="*/ 147145 h 2638097"/>
                      <a:gd name="connsiteX5-137" fmla="*/ 4046482 w 8187558"/>
                      <a:gd name="connsiteY5-138" fmla="*/ 1576552 h 2638097"/>
                      <a:gd name="connsiteX6-139" fmla="*/ 8187558 w 8187558"/>
                      <a:gd name="connsiteY6-140" fmla="*/ 0 h 2638097"/>
                      <a:gd name="connsiteX0-141" fmla="*/ 8187558 w 8187558"/>
                      <a:gd name="connsiteY0-142" fmla="*/ 0 h 2638097"/>
                      <a:gd name="connsiteX1-143" fmla="*/ 8187558 w 8187558"/>
                      <a:gd name="connsiteY1-144" fmla="*/ 1271752 h 2638097"/>
                      <a:gd name="connsiteX2-145" fmla="*/ 4099035 w 8187558"/>
                      <a:gd name="connsiteY2-146" fmla="*/ 2638097 h 2638097"/>
                      <a:gd name="connsiteX3-147" fmla="*/ 0 w 8187558"/>
                      <a:gd name="connsiteY3-148" fmla="*/ 1229711 h 2638097"/>
                      <a:gd name="connsiteX4-149" fmla="*/ 31531 w 8187558"/>
                      <a:gd name="connsiteY4-150" fmla="*/ 147145 h 2638097"/>
                      <a:gd name="connsiteX5-151" fmla="*/ 4088524 w 8187558"/>
                      <a:gd name="connsiteY5-152" fmla="*/ 1597573 h 2638097"/>
                      <a:gd name="connsiteX6-153" fmla="*/ 8187558 w 8187558"/>
                      <a:gd name="connsiteY6-154" fmla="*/ 0 h 2638097"/>
                      <a:gd name="connsiteX0-155" fmla="*/ 8187558 w 8187558"/>
                      <a:gd name="connsiteY0-156" fmla="*/ 0 h 2638097"/>
                      <a:gd name="connsiteX1-157" fmla="*/ 8187558 w 8187558"/>
                      <a:gd name="connsiteY1-158" fmla="*/ 1271752 h 2638097"/>
                      <a:gd name="connsiteX2-159" fmla="*/ 4099035 w 8187558"/>
                      <a:gd name="connsiteY2-160" fmla="*/ 2638097 h 2638097"/>
                      <a:gd name="connsiteX3-161" fmla="*/ 0 w 8187558"/>
                      <a:gd name="connsiteY3-162" fmla="*/ 1229711 h 2638097"/>
                      <a:gd name="connsiteX4-163" fmla="*/ 31531 w 8187558"/>
                      <a:gd name="connsiteY4-164" fmla="*/ 147145 h 2638097"/>
                      <a:gd name="connsiteX5-165" fmla="*/ 4088524 w 8187558"/>
                      <a:gd name="connsiteY5-166" fmla="*/ 1597573 h 2638097"/>
                      <a:gd name="connsiteX6-167" fmla="*/ 8187558 w 8187558"/>
                      <a:gd name="connsiteY6-168" fmla="*/ 0 h 2638097"/>
                      <a:gd name="connsiteX0-169" fmla="*/ 8187558 w 8187558"/>
                      <a:gd name="connsiteY0-170" fmla="*/ 0 h 2638097"/>
                      <a:gd name="connsiteX1-171" fmla="*/ 8187558 w 8187558"/>
                      <a:gd name="connsiteY1-172" fmla="*/ 1271752 h 2638097"/>
                      <a:gd name="connsiteX2-173" fmla="*/ 4099035 w 8187558"/>
                      <a:gd name="connsiteY2-174" fmla="*/ 2638097 h 2638097"/>
                      <a:gd name="connsiteX3-175" fmla="*/ 0 w 8187558"/>
                      <a:gd name="connsiteY3-176" fmla="*/ 1229711 h 2638097"/>
                      <a:gd name="connsiteX4-177" fmla="*/ 31531 w 8187558"/>
                      <a:gd name="connsiteY4-178" fmla="*/ 147145 h 2638097"/>
                      <a:gd name="connsiteX5-179" fmla="*/ 4099035 w 8187558"/>
                      <a:gd name="connsiteY5-180" fmla="*/ 1566042 h 2638097"/>
                      <a:gd name="connsiteX6-181" fmla="*/ 8187558 w 8187558"/>
                      <a:gd name="connsiteY6-182" fmla="*/ 0 h 2638097"/>
                      <a:gd name="connsiteX0-183" fmla="*/ 8187558 w 8187558"/>
                      <a:gd name="connsiteY0-184" fmla="*/ 0 h 2638097"/>
                      <a:gd name="connsiteX1-185" fmla="*/ 8187558 w 8187558"/>
                      <a:gd name="connsiteY1-186" fmla="*/ 1271752 h 2638097"/>
                      <a:gd name="connsiteX2-187" fmla="*/ 4099035 w 8187558"/>
                      <a:gd name="connsiteY2-188" fmla="*/ 2638097 h 2638097"/>
                      <a:gd name="connsiteX3-189" fmla="*/ 0 w 8187558"/>
                      <a:gd name="connsiteY3-190" fmla="*/ 1229711 h 2638097"/>
                      <a:gd name="connsiteX4-191" fmla="*/ 31531 w 8187558"/>
                      <a:gd name="connsiteY4-192" fmla="*/ 147145 h 2638097"/>
                      <a:gd name="connsiteX5-193" fmla="*/ 4099035 w 8187558"/>
                      <a:gd name="connsiteY5-194" fmla="*/ 1566042 h 2638097"/>
                      <a:gd name="connsiteX6-195" fmla="*/ 8187558 w 8187558"/>
                      <a:gd name="connsiteY6-196" fmla="*/ 0 h 2638097"/>
                      <a:gd name="connsiteX0-197" fmla="*/ 8187558 w 8187558"/>
                      <a:gd name="connsiteY0-198" fmla="*/ 0 h 2638097"/>
                      <a:gd name="connsiteX1-199" fmla="*/ 8187558 w 8187558"/>
                      <a:gd name="connsiteY1-200" fmla="*/ 1271752 h 2638097"/>
                      <a:gd name="connsiteX2-201" fmla="*/ 4099035 w 8187558"/>
                      <a:gd name="connsiteY2-202" fmla="*/ 2638097 h 2638097"/>
                      <a:gd name="connsiteX3-203" fmla="*/ 0 w 8187558"/>
                      <a:gd name="connsiteY3-204" fmla="*/ 1229711 h 2638097"/>
                      <a:gd name="connsiteX4-205" fmla="*/ 31531 w 8187558"/>
                      <a:gd name="connsiteY4-206" fmla="*/ 147145 h 2638097"/>
                      <a:gd name="connsiteX5-207" fmla="*/ 4099035 w 8187558"/>
                      <a:gd name="connsiteY5-208" fmla="*/ 1566042 h 2638097"/>
                      <a:gd name="connsiteX6-209" fmla="*/ 8187558 w 8187558"/>
                      <a:gd name="connsiteY6-210" fmla="*/ 0 h 2638097"/>
                      <a:gd name="connsiteX0-211" fmla="*/ 8187558 w 8187558"/>
                      <a:gd name="connsiteY0-212" fmla="*/ 0 h 2638097"/>
                      <a:gd name="connsiteX1-213" fmla="*/ 8187558 w 8187558"/>
                      <a:gd name="connsiteY1-214" fmla="*/ 1271752 h 2638097"/>
                      <a:gd name="connsiteX2-215" fmla="*/ 4099035 w 8187558"/>
                      <a:gd name="connsiteY2-216" fmla="*/ 2638097 h 2638097"/>
                      <a:gd name="connsiteX3-217" fmla="*/ 0 w 8187558"/>
                      <a:gd name="connsiteY3-218" fmla="*/ 1229711 h 2638097"/>
                      <a:gd name="connsiteX4-219" fmla="*/ 31531 w 8187558"/>
                      <a:gd name="connsiteY4-220" fmla="*/ 147145 h 2638097"/>
                      <a:gd name="connsiteX5-221" fmla="*/ 4099035 w 8187558"/>
                      <a:gd name="connsiteY5-222" fmla="*/ 1566042 h 2638097"/>
                      <a:gd name="connsiteX6-223" fmla="*/ 8187558 w 8187558"/>
                      <a:gd name="connsiteY6-224" fmla="*/ 0 h 2638097"/>
                      <a:gd name="connsiteX0-225" fmla="*/ 8187558 w 8187558"/>
                      <a:gd name="connsiteY0-226" fmla="*/ 0 h 2638097"/>
                      <a:gd name="connsiteX1-227" fmla="*/ 8187558 w 8187558"/>
                      <a:gd name="connsiteY1-228" fmla="*/ 1271752 h 2638097"/>
                      <a:gd name="connsiteX2-229" fmla="*/ 4099035 w 8187558"/>
                      <a:gd name="connsiteY2-230" fmla="*/ 2638097 h 2638097"/>
                      <a:gd name="connsiteX3-231" fmla="*/ 0 w 8187558"/>
                      <a:gd name="connsiteY3-232" fmla="*/ 1229711 h 2638097"/>
                      <a:gd name="connsiteX4-233" fmla="*/ 31531 w 8187558"/>
                      <a:gd name="connsiteY4-234" fmla="*/ 147145 h 2638097"/>
                      <a:gd name="connsiteX5-235" fmla="*/ 4099035 w 8187558"/>
                      <a:gd name="connsiteY5-236" fmla="*/ 1566042 h 2638097"/>
                      <a:gd name="connsiteX6-237" fmla="*/ 8187558 w 8187558"/>
                      <a:gd name="connsiteY6-238" fmla="*/ 0 h 2638097"/>
                      <a:gd name="connsiteX0-239" fmla="*/ 8187558 w 8187558"/>
                      <a:gd name="connsiteY0-240" fmla="*/ 0 h 2638097"/>
                      <a:gd name="connsiteX1-241" fmla="*/ 8187558 w 8187558"/>
                      <a:gd name="connsiteY1-242" fmla="*/ 1271752 h 2638097"/>
                      <a:gd name="connsiteX2-243" fmla="*/ 4099035 w 8187558"/>
                      <a:gd name="connsiteY2-244" fmla="*/ 2638097 h 2638097"/>
                      <a:gd name="connsiteX3-245" fmla="*/ 0 w 8187558"/>
                      <a:gd name="connsiteY3-246" fmla="*/ 1229711 h 2638097"/>
                      <a:gd name="connsiteX4-247" fmla="*/ 31531 w 8187558"/>
                      <a:gd name="connsiteY4-248" fmla="*/ 147145 h 2638097"/>
                      <a:gd name="connsiteX5-249" fmla="*/ 4099035 w 8187558"/>
                      <a:gd name="connsiteY5-250" fmla="*/ 1566042 h 2638097"/>
                      <a:gd name="connsiteX6-251" fmla="*/ 8187558 w 8187558"/>
                      <a:gd name="connsiteY6-252" fmla="*/ 0 h 2638097"/>
                      <a:gd name="connsiteX0-253" fmla="*/ 8187558 w 8187558"/>
                      <a:gd name="connsiteY0-254" fmla="*/ 0 h 2638097"/>
                      <a:gd name="connsiteX1-255" fmla="*/ 8187558 w 8187558"/>
                      <a:gd name="connsiteY1-256" fmla="*/ 1271752 h 2638097"/>
                      <a:gd name="connsiteX2-257" fmla="*/ 4099035 w 8187558"/>
                      <a:gd name="connsiteY2-258" fmla="*/ 2638097 h 2638097"/>
                      <a:gd name="connsiteX3-259" fmla="*/ 0 w 8187558"/>
                      <a:gd name="connsiteY3-260" fmla="*/ 1229711 h 2638097"/>
                      <a:gd name="connsiteX4-261" fmla="*/ 31531 w 8187558"/>
                      <a:gd name="connsiteY4-262" fmla="*/ 147145 h 2638097"/>
                      <a:gd name="connsiteX5-263" fmla="*/ 4099035 w 8187558"/>
                      <a:gd name="connsiteY5-264" fmla="*/ 1566042 h 2638097"/>
                      <a:gd name="connsiteX6-265" fmla="*/ 8187558 w 8187558"/>
                      <a:gd name="connsiteY6-266" fmla="*/ 0 h 2638097"/>
                      <a:gd name="connsiteX0-267" fmla="*/ 8187558 w 8187558"/>
                      <a:gd name="connsiteY0-268" fmla="*/ 0 h 2638097"/>
                      <a:gd name="connsiteX1-269" fmla="*/ 8187558 w 8187558"/>
                      <a:gd name="connsiteY1-270" fmla="*/ 1271752 h 2638097"/>
                      <a:gd name="connsiteX2-271" fmla="*/ 4099035 w 8187558"/>
                      <a:gd name="connsiteY2-272" fmla="*/ 2638097 h 2638097"/>
                      <a:gd name="connsiteX3-273" fmla="*/ 0 w 8187558"/>
                      <a:gd name="connsiteY3-274" fmla="*/ 1229711 h 2638097"/>
                      <a:gd name="connsiteX4-275" fmla="*/ 31531 w 8187558"/>
                      <a:gd name="connsiteY4-276" fmla="*/ 147145 h 2638097"/>
                      <a:gd name="connsiteX5-277" fmla="*/ 4099035 w 8187558"/>
                      <a:gd name="connsiteY5-278" fmla="*/ 1566042 h 2638097"/>
                      <a:gd name="connsiteX6-279" fmla="*/ 8187558 w 8187558"/>
                      <a:gd name="connsiteY6-280" fmla="*/ 0 h 2638097"/>
                      <a:gd name="connsiteX0-281" fmla="*/ 8187558 w 8187558"/>
                      <a:gd name="connsiteY0-282" fmla="*/ 0 h 2638097"/>
                      <a:gd name="connsiteX1-283" fmla="*/ 8187558 w 8187558"/>
                      <a:gd name="connsiteY1-284" fmla="*/ 1271752 h 2638097"/>
                      <a:gd name="connsiteX2-285" fmla="*/ 4099035 w 8187558"/>
                      <a:gd name="connsiteY2-286" fmla="*/ 2638097 h 2638097"/>
                      <a:gd name="connsiteX3-287" fmla="*/ 0 w 8187558"/>
                      <a:gd name="connsiteY3-288" fmla="*/ 1229711 h 2638097"/>
                      <a:gd name="connsiteX4-289" fmla="*/ 31531 w 8187558"/>
                      <a:gd name="connsiteY4-290" fmla="*/ 147145 h 2638097"/>
                      <a:gd name="connsiteX5-291" fmla="*/ 4099035 w 8187558"/>
                      <a:gd name="connsiteY5-292" fmla="*/ 1566042 h 2638097"/>
                      <a:gd name="connsiteX6-293" fmla="*/ 8187558 w 8187558"/>
                      <a:gd name="connsiteY6-294" fmla="*/ 0 h 2638097"/>
                      <a:gd name="connsiteX0-295" fmla="*/ 8176538 w 8176538"/>
                      <a:gd name="connsiteY0-296" fmla="*/ 0 h 2638097"/>
                      <a:gd name="connsiteX1-297" fmla="*/ 8176538 w 8176538"/>
                      <a:gd name="connsiteY1-298" fmla="*/ 1271752 h 2638097"/>
                      <a:gd name="connsiteX2-299" fmla="*/ 4088015 w 8176538"/>
                      <a:gd name="connsiteY2-300" fmla="*/ 2638097 h 2638097"/>
                      <a:gd name="connsiteX3-301" fmla="*/ 0 w 8176538"/>
                      <a:gd name="connsiteY3-302" fmla="*/ 1269888 h 2638097"/>
                      <a:gd name="connsiteX4-303" fmla="*/ 20511 w 8176538"/>
                      <a:gd name="connsiteY4-304" fmla="*/ 147145 h 2638097"/>
                      <a:gd name="connsiteX5-305" fmla="*/ 4088015 w 8176538"/>
                      <a:gd name="connsiteY5-306" fmla="*/ 1566042 h 2638097"/>
                      <a:gd name="connsiteX6-307" fmla="*/ 8176538 w 8176538"/>
                      <a:gd name="connsiteY6-308" fmla="*/ 0 h 2638097"/>
                      <a:gd name="connsiteX0-309" fmla="*/ 8176538 w 8176538"/>
                      <a:gd name="connsiteY0-310" fmla="*/ 0 h 2772020"/>
                      <a:gd name="connsiteX1-311" fmla="*/ 8176538 w 8176538"/>
                      <a:gd name="connsiteY1-312" fmla="*/ 1271752 h 2772020"/>
                      <a:gd name="connsiteX2-313" fmla="*/ 4099034 w 8176538"/>
                      <a:gd name="connsiteY2-314" fmla="*/ 2772020 h 2772020"/>
                      <a:gd name="connsiteX3-315" fmla="*/ 0 w 8176538"/>
                      <a:gd name="connsiteY3-316" fmla="*/ 1269888 h 2772020"/>
                      <a:gd name="connsiteX4-317" fmla="*/ 20511 w 8176538"/>
                      <a:gd name="connsiteY4-318" fmla="*/ 147145 h 2772020"/>
                      <a:gd name="connsiteX5-319" fmla="*/ 4088015 w 8176538"/>
                      <a:gd name="connsiteY5-320" fmla="*/ 1566042 h 2772020"/>
                      <a:gd name="connsiteX6-321" fmla="*/ 8176538 w 8176538"/>
                      <a:gd name="connsiteY6-322" fmla="*/ 0 h 2772020"/>
                      <a:gd name="connsiteX0-323" fmla="*/ 8176538 w 8176538"/>
                      <a:gd name="connsiteY0-324" fmla="*/ 0 h 2772339"/>
                      <a:gd name="connsiteX1-325" fmla="*/ 8176538 w 8176538"/>
                      <a:gd name="connsiteY1-326" fmla="*/ 1378890 h 2772339"/>
                      <a:gd name="connsiteX2-327" fmla="*/ 4099034 w 8176538"/>
                      <a:gd name="connsiteY2-328" fmla="*/ 2772020 h 2772339"/>
                      <a:gd name="connsiteX3-329" fmla="*/ 0 w 8176538"/>
                      <a:gd name="connsiteY3-330" fmla="*/ 1269888 h 2772339"/>
                      <a:gd name="connsiteX4-331" fmla="*/ 20511 w 8176538"/>
                      <a:gd name="connsiteY4-332" fmla="*/ 147145 h 2772339"/>
                      <a:gd name="connsiteX5-333" fmla="*/ 4088015 w 8176538"/>
                      <a:gd name="connsiteY5-334" fmla="*/ 1566042 h 2772339"/>
                      <a:gd name="connsiteX6-335" fmla="*/ 8176538 w 8176538"/>
                      <a:gd name="connsiteY6-336" fmla="*/ 0 h 2772339"/>
                      <a:gd name="connsiteX0-337" fmla="*/ 8176538 w 8176538"/>
                      <a:gd name="connsiteY0-338" fmla="*/ 0 h 2825888"/>
                      <a:gd name="connsiteX1-339" fmla="*/ 8176538 w 8176538"/>
                      <a:gd name="connsiteY1-340" fmla="*/ 1378890 h 2825888"/>
                      <a:gd name="connsiteX2-341" fmla="*/ 4099034 w 8176538"/>
                      <a:gd name="connsiteY2-342" fmla="*/ 2825590 h 2825888"/>
                      <a:gd name="connsiteX3-343" fmla="*/ 0 w 8176538"/>
                      <a:gd name="connsiteY3-344" fmla="*/ 1269888 h 2825888"/>
                      <a:gd name="connsiteX4-345" fmla="*/ 20511 w 8176538"/>
                      <a:gd name="connsiteY4-346" fmla="*/ 147145 h 2825888"/>
                      <a:gd name="connsiteX5-347" fmla="*/ 4088015 w 8176538"/>
                      <a:gd name="connsiteY5-348" fmla="*/ 1566042 h 2825888"/>
                      <a:gd name="connsiteX6-349" fmla="*/ 8176538 w 8176538"/>
                      <a:gd name="connsiteY6-350" fmla="*/ 0 h 2825888"/>
                      <a:gd name="connsiteX0-351" fmla="*/ 8165518 w 8165518"/>
                      <a:gd name="connsiteY0-352" fmla="*/ 0 h 2825606"/>
                      <a:gd name="connsiteX1-353" fmla="*/ 8165518 w 8165518"/>
                      <a:gd name="connsiteY1-354" fmla="*/ 1378890 h 2825606"/>
                      <a:gd name="connsiteX2-355" fmla="*/ 4088014 w 8165518"/>
                      <a:gd name="connsiteY2-356" fmla="*/ 2825590 h 2825606"/>
                      <a:gd name="connsiteX3-357" fmla="*/ 0 w 8165518"/>
                      <a:gd name="connsiteY3-358" fmla="*/ 1403811 h 2825606"/>
                      <a:gd name="connsiteX4-359" fmla="*/ 9491 w 8165518"/>
                      <a:gd name="connsiteY4-360" fmla="*/ 147145 h 2825606"/>
                      <a:gd name="connsiteX5-361" fmla="*/ 4076995 w 8165518"/>
                      <a:gd name="connsiteY5-362" fmla="*/ 1566042 h 2825606"/>
                      <a:gd name="connsiteX6-363" fmla="*/ 8165518 w 8165518"/>
                      <a:gd name="connsiteY6-364" fmla="*/ 0 h 2825606"/>
                      <a:gd name="connsiteX0-365" fmla="*/ 8165518 w 8165518"/>
                      <a:gd name="connsiteY0-366" fmla="*/ 0 h 2879174"/>
                      <a:gd name="connsiteX1-367" fmla="*/ 8165518 w 8165518"/>
                      <a:gd name="connsiteY1-368" fmla="*/ 1378890 h 2879174"/>
                      <a:gd name="connsiteX2-369" fmla="*/ 4132092 w 8165518"/>
                      <a:gd name="connsiteY2-370" fmla="*/ 2879159 h 2879174"/>
                      <a:gd name="connsiteX3-371" fmla="*/ 0 w 8165518"/>
                      <a:gd name="connsiteY3-372" fmla="*/ 1403811 h 2879174"/>
                      <a:gd name="connsiteX4-373" fmla="*/ 9491 w 8165518"/>
                      <a:gd name="connsiteY4-374" fmla="*/ 147145 h 2879174"/>
                      <a:gd name="connsiteX5-375" fmla="*/ 4076995 w 8165518"/>
                      <a:gd name="connsiteY5-376" fmla="*/ 1566042 h 2879174"/>
                      <a:gd name="connsiteX6-377" fmla="*/ 8165518 w 8165518"/>
                      <a:gd name="connsiteY6-378" fmla="*/ 0 h 2879174"/>
                      <a:gd name="connsiteX0-379" fmla="*/ 8165518 w 8176537"/>
                      <a:gd name="connsiteY0-380" fmla="*/ 0 h 2879410"/>
                      <a:gd name="connsiteX1-381" fmla="*/ 8176537 w 8176537"/>
                      <a:gd name="connsiteY1-382" fmla="*/ 1499420 h 2879410"/>
                      <a:gd name="connsiteX2-383" fmla="*/ 4132092 w 8176537"/>
                      <a:gd name="connsiteY2-384" fmla="*/ 2879159 h 2879410"/>
                      <a:gd name="connsiteX3-385" fmla="*/ 0 w 8176537"/>
                      <a:gd name="connsiteY3-386" fmla="*/ 1403811 h 2879410"/>
                      <a:gd name="connsiteX4-387" fmla="*/ 9491 w 8176537"/>
                      <a:gd name="connsiteY4-388" fmla="*/ 147145 h 2879410"/>
                      <a:gd name="connsiteX5-389" fmla="*/ 4076995 w 8176537"/>
                      <a:gd name="connsiteY5-390" fmla="*/ 1566042 h 2879410"/>
                      <a:gd name="connsiteX6-391" fmla="*/ 8165518 w 8176537"/>
                      <a:gd name="connsiteY6-392" fmla="*/ 0 h 2879410"/>
                      <a:gd name="connsiteX0-393" fmla="*/ 8165518 w 8176537"/>
                      <a:gd name="connsiteY0-394" fmla="*/ 0 h 2879262"/>
                      <a:gd name="connsiteX1-395" fmla="*/ 8176537 w 8176537"/>
                      <a:gd name="connsiteY1-396" fmla="*/ 1499420 h 2879262"/>
                      <a:gd name="connsiteX2-397" fmla="*/ 4132092 w 8176537"/>
                      <a:gd name="connsiteY2-398" fmla="*/ 2879159 h 2879262"/>
                      <a:gd name="connsiteX3-399" fmla="*/ 0 w 8176537"/>
                      <a:gd name="connsiteY3-400" fmla="*/ 1403811 h 2879262"/>
                      <a:gd name="connsiteX4-401" fmla="*/ 9491 w 8176537"/>
                      <a:gd name="connsiteY4-402" fmla="*/ 147145 h 2879262"/>
                      <a:gd name="connsiteX5-403" fmla="*/ 4076995 w 8176537"/>
                      <a:gd name="connsiteY5-404" fmla="*/ 1566042 h 2879262"/>
                      <a:gd name="connsiteX6-405" fmla="*/ 8165518 w 8176537"/>
                      <a:gd name="connsiteY6-406" fmla="*/ 0 h 2879262"/>
                      <a:gd name="connsiteX0-407" fmla="*/ 8165518 w 8176537"/>
                      <a:gd name="connsiteY0-408" fmla="*/ 0 h 2879163"/>
                      <a:gd name="connsiteX1-409" fmla="*/ 8176537 w 8176537"/>
                      <a:gd name="connsiteY1-410" fmla="*/ 1499420 h 2879163"/>
                      <a:gd name="connsiteX2-411" fmla="*/ 4132092 w 8176537"/>
                      <a:gd name="connsiteY2-412" fmla="*/ 2879159 h 2879163"/>
                      <a:gd name="connsiteX3-413" fmla="*/ 0 w 8176537"/>
                      <a:gd name="connsiteY3-414" fmla="*/ 1510948 h 2879163"/>
                      <a:gd name="connsiteX4-415" fmla="*/ 9491 w 8176537"/>
                      <a:gd name="connsiteY4-416" fmla="*/ 147145 h 2879163"/>
                      <a:gd name="connsiteX5-417" fmla="*/ 4076995 w 8176537"/>
                      <a:gd name="connsiteY5-418" fmla="*/ 1566042 h 2879163"/>
                      <a:gd name="connsiteX6-419" fmla="*/ 8165518 w 8176537"/>
                      <a:gd name="connsiteY6-420" fmla="*/ 0 h 2879163"/>
                      <a:gd name="connsiteX0-421" fmla="*/ 8165518 w 8198577"/>
                      <a:gd name="connsiteY0-422" fmla="*/ 0 h 2879451"/>
                      <a:gd name="connsiteX1-423" fmla="*/ 8198577 w 8198577"/>
                      <a:gd name="connsiteY1-424" fmla="*/ 1606558 h 2879451"/>
                      <a:gd name="connsiteX2-425" fmla="*/ 4132092 w 8198577"/>
                      <a:gd name="connsiteY2-426" fmla="*/ 2879159 h 2879451"/>
                      <a:gd name="connsiteX3-427" fmla="*/ 0 w 8198577"/>
                      <a:gd name="connsiteY3-428" fmla="*/ 1510948 h 2879451"/>
                      <a:gd name="connsiteX4-429" fmla="*/ 9491 w 8198577"/>
                      <a:gd name="connsiteY4-430" fmla="*/ 147145 h 2879451"/>
                      <a:gd name="connsiteX5-431" fmla="*/ 4076995 w 8198577"/>
                      <a:gd name="connsiteY5-432" fmla="*/ 1566042 h 2879451"/>
                      <a:gd name="connsiteX6-433" fmla="*/ 8165518 w 8198577"/>
                      <a:gd name="connsiteY6-434" fmla="*/ 0 h 2879451"/>
                      <a:gd name="connsiteX0-435" fmla="*/ 8165518 w 8165518"/>
                      <a:gd name="connsiteY0-436" fmla="*/ 0 h 2880066"/>
                      <a:gd name="connsiteX1-437" fmla="*/ 8165518 w 8165518"/>
                      <a:gd name="connsiteY1-438" fmla="*/ 1673520 h 2880066"/>
                      <a:gd name="connsiteX2-439" fmla="*/ 4132092 w 8165518"/>
                      <a:gd name="connsiteY2-440" fmla="*/ 2879159 h 2880066"/>
                      <a:gd name="connsiteX3-441" fmla="*/ 0 w 8165518"/>
                      <a:gd name="connsiteY3-442" fmla="*/ 1510948 h 2880066"/>
                      <a:gd name="connsiteX4-443" fmla="*/ 9491 w 8165518"/>
                      <a:gd name="connsiteY4-444" fmla="*/ 147145 h 2880066"/>
                      <a:gd name="connsiteX5-445" fmla="*/ 4076995 w 8165518"/>
                      <a:gd name="connsiteY5-446" fmla="*/ 1566042 h 2880066"/>
                      <a:gd name="connsiteX6-447" fmla="*/ 8165518 w 8165518"/>
                      <a:gd name="connsiteY6-448" fmla="*/ 0 h 2880066"/>
                      <a:gd name="connsiteX0-449" fmla="*/ 8156794 w 8156794"/>
                      <a:gd name="connsiteY0-450" fmla="*/ 0 h 2879270"/>
                      <a:gd name="connsiteX1-451" fmla="*/ 8156794 w 8156794"/>
                      <a:gd name="connsiteY1-452" fmla="*/ 1673520 h 2879270"/>
                      <a:gd name="connsiteX2-453" fmla="*/ 4123368 w 8156794"/>
                      <a:gd name="connsiteY2-454" fmla="*/ 2879159 h 2879270"/>
                      <a:gd name="connsiteX3-455" fmla="*/ 2295 w 8156794"/>
                      <a:gd name="connsiteY3-456" fmla="*/ 1618086 h 2879270"/>
                      <a:gd name="connsiteX4-457" fmla="*/ 767 w 8156794"/>
                      <a:gd name="connsiteY4-458" fmla="*/ 147145 h 2879270"/>
                      <a:gd name="connsiteX5-459" fmla="*/ 4068271 w 8156794"/>
                      <a:gd name="connsiteY5-460" fmla="*/ 1566042 h 2879270"/>
                      <a:gd name="connsiteX6-461" fmla="*/ 8156794 w 8156794"/>
                      <a:gd name="connsiteY6-462" fmla="*/ 0 h 2879270"/>
                      <a:gd name="connsiteX0-463" fmla="*/ 8156794 w 8156794"/>
                      <a:gd name="connsiteY0-464" fmla="*/ 0 h 2973000"/>
                      <a:gd name="connsiteX1-465" fmla="*/ 8156794 w 8156794"/>
                      <a:gd name="connsiteY1-466" fmla="*/ 1673520 h 2973000"/>
                      <a:gd name="connsiteX2-467" fmla="*/ 4134388 w 8156794"/>
                      <a:gd name="connsiteY2-468" fmla="*/ 2972904 h 2973000"/>
                      <a:gd name="connsiteX3-469" fmla="*/ 2295 w 8156794"/>
                      <a:gd name="connsiteY3-470" fmla="*/ 1618086 h 2973000"/>
                      <a:gd name="connsiteX4-471" fmla="*/ 767 w 8156794"/>
                      <a:gd name="connsiteY4-472" fmla="*/ 147145 h 2973000"/>
                      <a:gd name="connsiteX5-473" fmla="*/ 4068271 w 8156794"/>
                      <a:gd name="connsiteY5-474" fmla="*/ 1566042 h 2973000"/>
                      <a:gd name="connsiteX6-475" fmla="*/ 8156794 w 8156794"/>
                      <a:gd name="connsiteY6-476" fmla="*/ 0 h 2973000"/>
                      <a:gd name="connsiteX0-477" fmla="*/ 8156794 w 8156794"/>
                      <a:gd name="connsiteY0-478" fmla="*/ 0 h 2973000"/>
                      <a:gd name="connsiteX1-479" fmla="*/ 8156794 w 8156794"/>
                      <a:gd name="connsiteY1-480" fmla="*/ 1673520 h 2973000"/>
                      <a:gd name="connsiteX2-481" fmla="*/ 4134388 w 8156794"/>
                      <a:gd name="connsiteY2-482" fmla="*/ 2972904 h 2973000"/>
                      <a:gd name="connsiteX3-483" fmla="*/ 2295 w 8156794"/>
                      <a:gd name="connsiteY3-484" fmla="*/ 1618086 h 2973000"/>
                      <a:gd name="connsiteX4-485" fmla="*/ 767 w 8156794"/>
                      <a:gd name="connsiteY4-486" fmla="*/ 147145 h 2973000"/>
                      <a:gd name="connsiteX5-487" fmla="*/ 4068271 w 8156794"/>
                      <a:gd name="connsiteY5-488" fmla="*/ 1566042 h 2973000"/>
                      <a:gd name="connsiteX6-489" fmla="*/ 8156794 w 8156794"/>
                      <a:gd name="connsiteY6-490" fmla="*/ 0 h 2973000"/>
                      <a:gd name="connsiteX0-491" fmla="*/ 8156794 w 8156794"/>
                      <a:gd name="connsiteY0-492" fmla="*/ 0 h 2973000"/>
                      <a:gd name="connsiteX1-493" fmla="*/ 8156794 w 8156794"/>
                      <a:gd name="connsiteY1-494" fmla="*/ 1673520 h 2973000"/>
                      <a:gd name="connsiteX2-495" fmla="*/ 4134388 w 8156794"/>
                      <a:gd name="connsiteY2-496" fmla="*/ 2972904 h 2973000"/>
                      <a:gd name="connsiteX3-497" fmla="*/ 2295 w 8156794"/>
                      <a:gd name="connsiteY3-498" fmla="*/ 1618086 h 2973000"/>
                      <a:gd name="connsiteX4-499" fmla="*/ 767 w 8156794"/>
                      <a:gd name="connsiteY4-500" fmla="*/ 147145 h 2973000"/>
                      <a:gd name="connsiteX5-501" fmla="*/ 4068271 w 8156794"/>
                      <a:gd name="connsiteY5-502" fmla="*/ 1566042 h 2973000"/>
                      <a:gd name="connsiteX6-503" fmla="*/ 8156794 w 8156794"/>
                      <a:gd name="connsiteY6-504" fmla="*/ 0 h 2973000"/>
                      <a:gd name="connsiteX0-505" fmla="*/ 8156794 w 8156794"/>
                      <a:gd name="connsiteY0-506" fmla="*/ 0 h 2973020"/>
                      <a:gd name="connsiteX1-507" fmla="*/ 8156794 w 8156794"/>
                      <a:gd name="connsiteY1-508" fmla="*/ 1673520 h 2973020"/>
                      <a:gd name="connsiteX2-509" fmla="*/ 4134388 w 8156794"/>
                      <a:gd name="connsiteY2-510" fmla="*/ 2972904 h 2973020"/>
                      <a:gd name="connsiteX3-511" fmla="*/ 2295 w 8156794"/>
                      <a:gd name="connsiteY3-512" fmla="*/ 1618086 h 2973020"/>
                      <a:gd name="connsiteX4-513" fmla="*/ 767 w 8156794"/>
                      <a:gd name="connsiteY4-514" fmla="*/ 147145 h 2973020"/>
                      <a:gd name="connsiteX5-515" fmla="*/ 4068271 w 8156794"/>
                      <a:gd name="connsiteY5-516" fmla="*/ 1566042 h 2973020"/>
                      <a:gd name="connsiteX6-517" fmla="*/ 8156794 w 8156794"/>
                      <a:gd name="connsiteY6-518" fmla="*/ 0 h 2973020"/>
                      <a:gd name="connsiteX0-519" fmla="*/ 8156794 w 8156794"/>
                      <a:gd name="connsiteY0-520" fmla="*/ 0 h 2973021"/>
                      <a:gd name="connsiteX1-521" fmla="*/ 8156794 w 8156794"/>
                      <a:gd name="connsiteY1-522" fmla="*/ 1673520 h 2973021"/>
                      <a:gd name="connsiteX2-523" fmla="*/ 4134388 w 8156794"/>
                      <a:gd name="connsiteY2-524" fmla="*/ 2972904 h 2973021"/>
                      <a:gd name="connsiteX3-525" fmla="*/ 2295 w 8156794"/>
                      <a:gd name="connsiteY3-526" fmla="*/ 1618086 h 2973021"/>
                      <a:gd name="connsiteX4-527" fmla="*/ 767 w 8156794"/>
                      <a:gd name="connsiteY4-528" fmla="*/ 147145 h 2973021"/>
                      <a:gd name="connsiteX5-529" fmla="*/ 4068271 w 8156794"/>
                      <a:gd name="connsiteY5-530" fmla="*/ 1566042 h 2973021"/>
                      <a:gd name="connsiteX6-531" fmla="*/ 8156794 w 8156794"/>
                      <a:gd name="connsiteY6-532" fmla="*/ 0 h 2973021"/>
                      <a:gd name="connsiteX0-533" fmla="*/ 8156794 w 8156794"/>
                      <a:gd name="connsiteY0-534" fmla="*/ 0 h 2973021"/>
                      <a:gd name="connsiteX1-535" fmla="*/ 8156794 w 8156794"/>
                      <a:gd name="connsiteY1-536" fmla="*/ 1673520 h 2973021"/>
                      <a:gd name="connsiteX2-537" fmla="*/ 4134388 w 8156794"/>
                      <a:gd name="connsiteY2-538" fmla="*/ 2972904 h 2973021"/>
                      <a:gd name="connsiteX3-539" fmla="*/ 2295 w 8156794"/>
                      <a:gd name="connsiteY3-540" fmla="*/ 1618086 h 2973021"/>
                      <a:gd name="connsiteX4-541" fmla="*/ 767 w 8156794"/>
                      <a:gd name="connsiteY4-542" fmla="*/ 147145 h 2973021"/>
                      <a:gd name="connsiteX5-543" fmla="*/ 4068271 w 8156794"/>
                      <a:gd name="connsiteY5-544" fmla="*/ 1566042 h 2973021"/>
                      <a:gd name="connsiteX6-545" fmla="*/ 8156794 w 8156794"/>
                      <a:gd name="connsiteY6-546" fmla="*/ 0 h 2973021"/>
                      <a:gd name="connsiteX0-547" fmla="*/ 8156794 w 8156794"/>
                      <a:gd name="connsiteY0-548" fmla="*/ 0 h 2973021"/>
                      <a:gd name="connsiteX1-549" fmla="*/ 8156794 w 8156794"/>
                      <a:gd name="connsiteY1-550" fmla="*/ 1673520 h 2973021"/>
                      <a:gd name="connsiteX2-551" fmla="*/ 4134388 w 8156794"/>
                      <a:gd name="connsiteY2-552" fmla="*/ 2972904 h 2973021"/>
                      <a:gd name="connsiteX3-553" fmla="*/ 2295 w 8156794"/>
                      <a:gd name="connsiteY3-554" fmla="*/ 1618086 h 2973021"/>
                      <a:gd name="connsiteX4-555" fmla="*/ 767 w 8156794"/>
                      <a:gd name="connsiteY4-556" fmla="*/ 147145 h 2973021"/>
                      <a:gd name="connsiteX5-557" fmla="*/ 4068271 w 8156794"/>
                      <a:gd name="connsiteY5-558" fmla="*/ 1566042 h 2973021"/>
                      <a:gd name="connsiteX6-559" fmla="*/ 8156794 w 8156794"/>
                      <a:gd name="connsiteY6-560" fmla="*/ 0 h 2973021"/>
                      <a:gd name="connsiteX0-561" fmla="*/ 8156794 w 8156794"/>
                      <a:gd name="connsiteY0-562" fmla="*/ 0 h 2973021"/>
                      <a:gd name="connsiteX1-563" fmla="*/ 8156794 w 8156794"/>
                      <a:gd name="connsiteY1-564" fmla="*/ 1673520 h 2973021"/>
                      <a:gd name="connsiteX2-565" fmla="*/ 4134388 w 8156794"/>
                      <a:gd name="connsiteY2-566" fmla="*/ 2972904 h 2973021"/>
                      <a:gd name="connsiteX3-567" fmla="*/ 2295 w 8156794"/>
                      <a:gd name="connsiteY3-568" fmla="*/ 1618086 h 2973021"/>
                      <a:gd name="connsiteX4-569" fmla="*/ 767 w 8156794"/>
                      <a:gd name="connsiteY4-570" fmla="*/ 147145 h 2973021"/>
                      <a:gd name="connsiteX5-571" fmla="*/ 4068271 w 8156794"/>
                      <a:gd name="connsiteY5-572" fmla="*/ 1566042 h 2973021"/>
                      <a:gd name="connsiteX6-573" fmla="*/ 8156794 w 8156794"/>
                      <a:gd name="connsiteY6-574" fmla="*/ 0 h 2973021"/>
                      <a:gd name="connsiteX0-575" fmla="*/ 8156794 w 8156794"/>
                      <a:gd name="connsiteY0-576" fmla="*/ 0 h 2973141"/>
                      <a:gd name="connsiteX1-577" fmla="*/ 8156794 w 8156794"/>
                      <a:gd name="connsiteY1-578" fmla="*/ 1673520 h 2973141"/>
                      <a:gd name="connsiteX2-579" fmla="*/ 4134388 w 8156794"/>
                      <a:gd name="connsiteY2-580" fmla="*/ 2972904 h 2973141"/>
                      <a:gd name="connsiteX3-581" fmla="*/ 2295 w 8156794"/>
                      <a:gd name="connsiteY3-582" fmla="*/ 1618086 h 2973141"/>
                      <a:gd name="connsiteX4-583" fmla="*/ 767 w 8156794"/>
                      <a:gd name="connsiteY4-584" fmla="*/ 147145 h 2973141"/>
                      <a:gd name="connsiteX5-585" fmla="*/ 4068271 w 8156794"/>
                      <a:gd name="connsiteY5-586" fmla="*/ 1566042 h 2973141"/>
                      <a:gd name="connsiteX6-587" fmla="*/ 8156794 w 8156794"/>
                      <a:gd name="connsiteY6-588" fmla="*/ 0 h 2973141"/>
                      <a:gd name="connsiteX0-589" fmla="*/ 8156794 w 8156794"/>
                      <a:gd name="connsiteY0-590" fmla="*/ 0 h 3066827"/>
                      <a:gd name="connsiteX1-591" fmla="*/ 8156794 w 8156794"/>
                      <a:gd name="connsiteY1-592" fmla="*/ 1673520 h 3066827"/>
                      <a:gd name="connsiteX2-593" fmla="*/ 4123353 w 8156794"/>
                      <a:gd name="connsiteY2-594" fmla="*/ 3066650 h 3066827"/>
                      <a:gd name="connsiteX3-595" fmla="*/ 2295 w 8156794"/>
                      <a:gd name="connsiteY3-596" fmla="*/ 1618086 h 3066827"/>
                      <a:gd name="connsiteX4-597" fmla="*/ 767 w 8156794"/>
                      <a:gd name="connsiteY4-598" fmla="*/ 147145 h 3066827"/>
                      <a:gd name="connsiteX5-599" fmla="*/ 4068271 w 8156794"/>
                      <a:gd name="connsiteY5-600" fmla="*/ 1566042 h 3066827"/>
                      <a:gd name="connsiteX6-601" fmla="*/ 8156794 w 8156794"/>
                      <a:gd name="connsiteY6-602" fmla="*/ 0 h 3066827"/>
                      <a:gd name="connsiteX0-603" fmla="*/ 8123689 w 8156794"/>
                      <a:gd name="connsiteY0-604" fmla="*/ 0 h 2999866"/>
                      <a:gd name="connsiteX1-605" fmla="*/ 8156794 w 8156794"/>
                      <a:gd name="connsiteY1-606" fmla="*/ 1606559 h 2999866"/>
                      <a:gd name="connsiteX2-607" fmla="*/ 4123353 w 8156794"/>
                      <a:gd name="connsiteY2-608" fmla="*/ 2999689 h 2999866"/>
                      <a:gd name="connsiteX3-609" fmla="*/ 2295 w 8156794"/>
                      <a:gd name="connsiteY3-610" fmla="*/ 1551125 h 2999866"/>
                      <a:gd name="connsiteX4-611" fmla="*/ 767 w 8156794"/>
                      <a:gd name="connsiteY4-612" fmla="*/ 80184 h 2999866"/>
                      <a:gd name="connsiteX5-613" fmla="*/ 4068271 w 8156794"/>
                      <a:gd name="connsiteY5-614" fmla="*/ 1499081 h 2999866"/>
                      <a:gd name="connsiteX6-615" fmla="*/ 8123689 w 8156794"/>
                      <a:gd name="connsiteY6-616" fmla="*/ 0 h 2999866"/>
                      <a:gd name="connsiteX0-617" fmla="*/ 8167828 w 8167828"/>
                      <a:gd name="connsiteY0-618" fmla="*/ 0 h 3026651"/>
                      <a:gd name="connsiteX1-619" fmla="*/ 8156794 w 8167828"/>
                      <a:gd name="connsiteY1-620" fmla="*/ 1633344 h 3026651"/>
                      <a:gd name="connsiteX2-621" fmla="*/ 4123353 w 8167828"/>
                      <a:gd name="connsiteY2-622" fmla="*/ 3026474 h 3026651"/>
                      <a:gd name="connsiteX3-623" fmla="*/ 2295 w 8167828"/>
                      <a:gd name="connsiteY3-624" fmla="*/ 1577910 h 3026651"/>
                      <a:gd name="connsiteX4-625" fmla="*/ 767 w 8167828"/>
                      <a:gd name="connsiteY4-626" fmla="*/ 106969 h 3026651"/>
                      <a:gd name="connsiteX5-627" fmla="*/ 4068271 w 8167828"/>
                      <a:gd name="connsiteY5-628" fmla="*/ 1525866 h 3026651"/>
                      <a:gd name="connsiteX6-629" fmla="*/ 8167828 w 8167828"/>
                      <a:gd name="connsiteY6-630" fmla="*/ 0 h 3026651"/>
                      <a:gd name="connsiteX0-631" fmla="*/ 8167828 w 8167828"/>
                      <a:gd name="connsiteY0-632" fmla="*/ 0 h 3027228"/>
                      <a:gd name="connsiteX1-633" fmla="*/ 8145760 w 8167828"/>
                      <a:gd name="connsiteY1-634" fmla="*/ 1686913 h 3027228"/>
                      <a:gd name="connsiteX2-635" fmla="*/ 4123353 w 8167828"/>
                      <a:gd name="connsiteY2-636" fmla="*/ 3026474 h 3027228"/>
                      <a:gd name="connsiteX3-637" fmla="*/ 2295 w 8167828"/>
                      <a:gd name="connsiteY3-638" fmla="*/ 1577910 h 3027228"/>
                      <a:gd name="connsiteX4-639" fmla="*/ 767 w 8167828"/>
                      <a:gd name="connsiteY4-640" fmla="*/ 106969 h 3027228"/>
                      <a:gd name="connsiteX5-641" fmla="*/ 4068271 w 8167828"/>
                      <a:gd name="connsiteY5-642" fmla="*/ 1525866 h 3027228"/>
                      <a:gd name="connsiteX6-643" fmla="*/ 8167828 w 8167828"/>
                      <a:gd name="connsiteY6-644" fmla="*/ 0 h 3027228"/>
                      <a:gd name="connsiteX0-645" fmla="*/ 8156794 w 8156794"/>
                      <a:gd name="connsiteY0-646" fmla="*/ 0 h 2933483"/>
                      <a:gd name="connsiteX1-647" fmla="*/ 8145760 w 8156794"/>
                      <a:gd name="connsiteY1-648" fmla="*/ 1593168 h 2933483"/>
                      <a:gd name="connsiteX2-649" fmla="*/ 4123353 w 8156794"/>
                      <a:gd name="connsiteY2-650" fmla="*/ 2932729 h 2933483"/>
                      <a:gd name="connsiteX3-651" fmla="*/ 2295 w 8156794"/>
                      <a:gd name="connsiteY3-652" fmla="*/ 1484165 h 2933483"/>
                      <a:gd name="connsiteX4-653" fmla="*/ 767 w 8156794"/>
                      <a:gd name="connsiteY4-654" fmla="*/ 13224 h 2933483"/>
                      <a:gd name="connsiteX5-655" fmla="*/ 4068271 w 8156794"/>
                      <a:gd name="connsiteY5-656" fmla="*/ 1432121 h 2933483"/>
                      <a:gd name="connsiteX6-657" fmla="*/ 8156794 w 8156794"/>
                      <a:gd name="connsiteY6-658" fmla="*/ 0 h 2933483"/>
                      <a:gd name="connsiteX0-659" fmla="*/ 8156794 w 8156794"/>
                      <a:gd name="connsiteY0-660" fmla="*/ 0 h 2933483"/>
                      <a:gd name="connsiteX1-661" fmla="*/ 8145760 w 8156794"/>
                      <a:gd name="connsiteY1-662" fmla="*/ 1593168 h 2933483"/>
                      <a:gd name="connsiteX2-663" fmla="*/ 4123353 w 8156794"/>
                      <a:gd name="connsiteY2-664" fmla="*/ 2932729 h 2933483"/>
                      <a:gd name="connsiteX3-665" fmla="*/ 2295 w 8156794"/>
                      <a:gd name="connsiteY3-666" fmla="*/ 1484165 h 2933483"/>
                      <a:gd name="connsiteX4-667" fmla="*/ 767 w 8156794"/>
                      <a:gd name="connsiteY4-668" fmla="*/ 13224 h 2933483"/>
                      <a:gd name="connsiteX5-669" fmla="*/ 4068271 w 8156794"/>
                      <a:gd name="connsiteY5-670" fmla="*/ 1432121 h 2933483"/>
                      <a:gd name="connsiteX6-671" fmla="*/ 8156794 w 8156794"/>
                      <a:gd name="connsiteY6-672" fmla="*/ 0 h 2933483"/>
                      <a:gd name="connsiteX0-673" fmla="*/ 8123689 w 8145760"/>
                      <a:gd name="connsiteY0-674" fmla="*/ 13560 h 2920259"/>
                      <a:gd name="connsiteX1-675" fmla="*/ 8145760 w 8145760"/>
                      <a:gd name="connsiteY1-676" fmla="*/ 1579944 h 2920259"/>
                      <a:gd name="connsiteX2-677" fmla="*/ 4123353 w 8145760"/>
                      <a:gd name="connsiteY2-678" fmla="*/ 2919505 h 2920259"/>
                      <a:gd name="connsiteX3-679" fmla="*/ 2295 w 8145760"/>
                      <a:gd name="connsiteY3-680" fmla="*/ 1470941 h 2920259"/>
                      <a:gd name="connsiteX4-681" fmla="*/ 767 w 8145760"/>
                      <a:gd name="connsiteY4-682" fmla="*/ 0 h 2920259"/>
                      <a:gd name="connsiteX5-683" fmla="*/ 4068271 w 8145760"/>
                      <a:gd name="connsiteY5-684" fmla="*/ 1418897 h 2920259"/>
                      <a:gd name="connsiteX6-685" fmla="*/ 8123689 w 8145760"/>
                      <a:gd name="connsiteY6-686" fmla="*/ 13560 h 2920259"/>
                      <a:gd name="connsiteX0-687" fmla="*/ 8178863 w 8178863"/>
                      <a:gd name="connsiteY0-688" fmla="*/ 26952 h 2920259"/>
                      <a:gd name="connsiteX1-689" fmla="*/ 8145760 w 8178863"/>
                      <a:gd name="connsiteY1-690" fmla="*/ 1579944 h 2920259"/>
                      <a:gd name="connsiteX2-691" fmla="*/ 4123353 w 8178863"/>
                      <a:gd name="connsiteY2-692" fmla="*/ 2919505 h 2920259"/>
                      <a:gd name="connsiteX3-693" fmla="*/ 2295 w 8178863"/>
                      <a:gd name="connsiteY3-694" fmla="*/ 1470941 h 2920259"/>
                      <a:gd name="connsiteX4-695" fmla="*/ 767 w 8178863"/>
                      <a:gd name="connsiteY4-696" fmla="*/ 0 h 2920259"/>
                      <a:gd name="connsiteX5-697" fmla="*/ 4068271 w 8178863"/>
                      <a:gd name="connsiteY5-698" fmla="*/ 1418897 h 2920259"/>
                      <a:gd name="connsiteX6-699" fmla="*/ 8178863 w 8178863"/>
                      <a:gd name="connsiteY6-700" fmla="*/ 26952 h 2920259"/>
                      <a:gd name="connsiteX0-701" fmla="*/ 8167827 w 8167827"/>
                      <a:gd name="connsiteY0-702" fmla="*/ 40343 h 2920259"/>
                      <a:gd name="connsiteX1-703" fmla="*/ 8145760 w 8167827"/>
                      <a:gd name="connsiteY1-704" fmla="*/ 1579944 h 2920259"/>
                      <a:gd name="connsiteX2-705" fmla="*/ 4123353 w 8167827"/>
                      <a:gd name="connsiteY2-706" fmla="*/ 2919505 h 2920259"/>
                      <a:gd name="connsiteX3-707" fmla="*/ 2295 w 8167827"/>
                      <a:gd name="connsiteY3-708" fmla="*/ 1470941 h 2920259"/>
                      <a:gd name="connsiteX4-709" fmla="*/ 767 w 8167827"/>
                      <a:gd name="connsiteY4-710" fmla="*/ 0 h 2920259"/>
                      <a:gd name="connsiteX5-711" fmla="*/ 4068271 w 8167827"/>
                      <a:gd name="connsiteY5-712" fmla="*/ 1418897 h 2920259"/>
                      <a:gd name="connsiteX6-713" fmla="*/ 8167827 w 8167827"/>
                      <a:gd name="connsiteY6-714" fmla="*/ 40343 h 2920259"/>
                      <a:gd name="connsiteX0-715" fmla="*/ 8123687 w 8145760"/>
                      <a:gd name="connsiteY0-716" fmla="*/ 53735 h 2920259"/>
                      <a:gd name="connsiteX1-717" fmla="*/ 8145760 w 8145760"/>
                      <a:gd name="connsiteY1-718" fmla="*/ 1579944 h 2920259"/>
                      <a:gd name="connsiteX2-719" fmla="*/ 4123353 w 8145760"/>
                      <a:gd name="connsiteY2-720" fmla="*/ 2919505 h 2920259"/>
                      <a:gd name="connsiteX3-721" fmla="*/ 2295 w 8145760"/>
                      <a:gd name="connsiteY3-722" fmla="*/ 1470941 h 2920259"/>
                      <a:gd name="connsiteX4-723" fmla="*/ 767 w 8145760"/>
                      <a:gd name="connsiteY4-724" fmla="*/ 0 h 2920259"/>
                      <a:gd name="connsiteX5-725" fmla="*/ 4068271 w 8145760"/>
                      <a:gd name="connsiteY5-726" fmla="*/ 1418897 h 2920259"/>
                      <a:gd name="connsiteX6-727" fmla="*/ 8123687 w 8145760"/>
                      <a:gd name="connsiteY6-728" fmla="*/ 53735 h 2920259"/>
                      <a:gd name="connsiteX0-729" fmla="*/ 8161918 w 8161918"/>
                      <a:gd name="connsiteY0-730" fmla="*/ 0 h 2943855"/>
                      <a:gd name="connsiteX1-731" fmla="*/ 8145760 w 8161918"/>
                      <a:gd name="connsiteY1-732" fmla="*/ 1603540 h 2943855"/>
                      <a:gd name="connsiteX2-733" fmla="*/ 4123353 w 8161918"/>
                      <a:gd name="connsiteY2-734" fmla="*/ 2943101 h 2943855"/>
                      <a:gd name="connsiteX3-735" fmla="*/ 2295 w 8161918"/>
                      <a:gd name="connsiteY3-736" fmla="*/ 1494537 h 2943855"/>
                      <a:gd name="connsiteX4-737" fmla="*/ 767 w 8161918"/>
                      <a:gd name="connsiteY4-738" fmla="*/ 23596 h 2943855"/>
                      <a:gd name="connsiteX5-739" fmla="*/ 4068271 w 8161918"/>
                      <a:gd name="connsiteY5-740" fmla="*/ 1442493 h 2943855"/>
                      <a:gd name="connsiteX6-741" fmla="*/ 8161918 w 8161918"/>
                      <a:gd name="connsiteY6-742" fmla="*/ 0 h 2943855"/>
                      <a:gd name="connsiteX0-743" fmla="*/ 8144926 w 8145760"/>
                      <a:gd name="connsiteY0-744" fmla="*/ 43424 h 2920259"/>
                      <a:gd name="connsiteX1-745" fmla="*/ 8145760 w 8145760"/>
                      <a:gd name="connsiteY1-746" fmla="*/ 1579944 h 2920259"/>
                      <a:gd name="connsiteX2-747" fmla="*/ 4123353 w 8145760"/>
                      <a:gd name="connsiteY2-748" fmla="*/ 2919505 h 2920259"/>
                      <a:gd name="connsiteX3-749" fmla="*/ 2295 w 8145760"/>
                      <a:gd name="connsiteY3-750" fmla="*/ 1470941 h 2920259"/>
                      <a:gd name="connsiteX4-751" fmla="*/ 767 w 8145760"/>
                      <a:gd name="connsiteY4-752" fmla="*/ 0 h 2920259"/>
                      <a:gd name="connsiteX5-753" fmla="*/ 4068271 w 8145760"/>
                      <a:gd name="connsiteY5-754" fmla="*/ 1418897 h 2920259"/>
                      <a:gd name="connsiteX6-755" fmla="*/ 8144926 w 8145760"/>
                      <a:gd name="connsiteY6-756" fmla="*/ 43424 h 2920259"/>
                      <a:gd name="connsiteX0-757" fmla="*/ 8161918 w 8161918"/>
                      <a:gd name="connsiteY0-758" fmla="*/ 0 h 2959321"/>
                      <a:gd name="connsiteX1-759" fmla="*/ 8145760 w 8161918"/>
                      <a:gd name="connsiteY1-760" fmla="*/ 1619006 h 2959321"/>
                      <a:gd name="connsiteX2-761" fmla="*/ 4123353 w 8161918"/>
                      <a:gd name="connsiteY2-762" fmla="*/ 2958567 h 2959321"/>
                      <a:gd name="connsiteX3-763" fmla="*/ 2295 w 8161918"/>
                      <a:gd name="connsiteY3-764" fmla="*/ 1510003 h 2959321"/>
                      <a:gd name="connsiteX4-765" fmla="*/ 767 w 8161918"/>
                      <a:gd name="connsiteY4-766" fmla="*/ 39062 h 2959321"/>
                      <a:gd name="connsiteX5-767" fmla="*/ 4068271 w 8161918"/>
                      <a:gd name="connsiteY5-768" fmla="*/ 1457959 h 2959321"/>
                      <a:gd name="connsiteX6-769" fmla="*/ 8161918 w 8161918"/>
                      <a:gd name="connsiteY6-770" fmla="*/ 0 h 2959321"/>
                      <a:gd name="connsiteX0-771" fmla="*/ 8161918 w 8162752"/>
                      <a:gd name="connsiteY0-772" fmla="*/ 0 h 2959488"/>
                      <a:gd name="connsiteX1-773" fmla="*/ 8162752 w 8162752"/>
                      <a:gd name="connsiteY1-774" fmla="*/ 1629317 h 2959488"/>
                      <a:gd name="connsiteX2-775" fmla="*/ 4123353 w 8162752"/>
                      <a:gd name="connsiteY2-776" fmla="*/ 2958567 h 2959488"/>
                      <a:gd name="connsiteX3-777" fmla="*/ 2295 w 8162752"/>
                      <a:gd name="connsiteY3-778" fmla="*/ 1510003 h 2959488"/>
                      <a:gd name="connsiteX4-779" fmla="*/ 767 w 8162752"/>
                      <a:gd name="connsiteY4-780" fmla="*/ 39062 h 2959488"/>
                      <a:gd name="connsiteX5-781" fmla="*/ 4068271 w 8162752"/>
                      <a:gd name="connsiteY5-782" fmla="*/ 1457959 h 2959488"/>
                      <a:gd name="connsiteX6-783" fmla="*/ 8161918 w 8162752"/>
                      <a:gd name="connsiteY6-784" fmla="*/ 0 h 2959488"/>
                      <a:gd name="connsiteX0-785" fmla="*/ 8165930 w 8166764"/>
                      <a:gd name="connsiteY0-786" fmla="*/ 7337 h 2966825"/>
                      <a:gd name="connsiteX1-787" fmla="*/ 8166764 w 8166764"/>
                      <a:gd name="connsiteY1-788" fmla="*/ 1636654 h 2966825"/>
                      <a:gd name="connsiteX2-789" fmla="*/ 4127365 w 8166764"/>
                      <a:gd name="connsiteY2-790" fmla="*/ 2965904 h 2966825"/>
                      <a:gd name="connsiteX3-791" fmla="*/ 6307 w 8166764"/>
                      <a:gd name="connsiteY3-792" fmla="*/ 1517340 h 2966825"/>
                      <a:gd name="connsiteX4-793" fmla="*/ 532 w 8166764"/>
                      <a:gd name="connsiteY4-794" fmla="*/ 0 h 2966825"/>
                      <a:gd name="connsiteX5-795" fmla="*/ 4072283 w 8166764"/>
                      <a:gd name="connsiteY5-796" fmla="*/ 1465296 h 2966825"/>
                      <a:gd name="connsiteX6-797" fmla="*/ 8165930 w 8166764"/>
                      <a:gd name="connsiteY6-798" fmla="*/ 7337 h 2966825"/>
                      <a:gd name="connsiteX0-799" fmla="*/ 8168119 w 8168953"/>
                      <a:gd name="connsiteY0-800" fmla="*/ 7337 h 2966682"/>
                      <a:gd name="connsiteX1-801" fmla="*/ 8168953 w 8168953"/>
                      <a:gd name="connsiteY1-802" fmla="*/ 1636654 h 2966682"/>
                      <a:gd name="connsiteX2-803" fmla="*/ 4129554 w 8168953"/>
                      <a:gd name="connsiteY2-804" fmla="*/ 2965904 h 2966682"/>
                      <a:gd name="connsiteX3-805" fmla="*/ 0 w 8168953"/>
                      <a:gd name="connsiteY3-806" fmla="*/ 1527651 h 2966682"/>
                      <a:gd name="connsiteX4-807" fmla="*/ 2721 w 8168953"/>
                      <a:gd name="connsiteY4-808" fmla="*/ 0 h 2966682"/>
                      <a:gd name="connsiteX5-809" fmla="*/ 4074472 w 8168953"/>
                      <a:gd name="connsiteY5-810" fmla="*/ 1465296 h 2966682"/>
                      <a:gd name="connsiteX6-811" fmla="*/ 8168119 w 8168953"/>
                      <a:gd name="connsiteY6-812" fmla="*/ 7337 h 2966682"/>
                      <a:gd name="connsiteX0-813" fmla="*/ 8168119 w 8168953"/>
                      <a:gd name="connsiteY0-814" fmla="*/ 7337 h 3100377"/>
                      <a:gd name="connsiteX1-815" fmla="*/ 8168953 w 8168953"/>
                      <a:gd name="connsiteY1-816" fmla="*/ 1636654 h 3100377"/>
                      <a:gd name="connsiteX2-817" fmla="*/ 4118520 w 8168953"/>
                      <a:gd name="connsiteY2-818" fmla="*/ 3099826 h 3100377"/>
                      <a:gd name="connsiteX3-819" fmla="*/ 0 w 8168953"/>
                      <a:gd name="connsiteY3-820" fmla="*/ 1527651 h 3100377"/>
                      <a:gd name="connsiteX4-821" fmla="*/ 2721 w 8168953"/>
                      <a:gd name="connsiteY4-822" fmla="*/ 0 h 3100377"/>
                      <a:gd name="connsiteX5-823" fmla="*/ 4074472 w 8168953"/>
                      <a:gd name="connsiteY5-824" fmla="*/ 1465296 h 3100377"/>
                      <a:gd name="connsiteX6-825" fmla="*/ 8168119 w 8168953"/>
                      <a:gd name="connsiteY6-826" fmla="*/ 7337 h 3100377"/>
                      <a:gd name="connsiteX0-827" fmla="*/ 8168119 w 8168953"/>
                      <a:gd name="connsiteY0-828" fmla="*/ 7337 h 3100429"/>
                      <a:gd name="connsiteX1-829" fmla="*/ 8168953 w 8168953"/>
                      <a:gd name="connsiteY1-830" fmla="*/ 1636654 h 3100429"/>
                      <a:gd name="connsiteX2-831" fmla="*/ 4118520 w 8168953"/>
                      <a:gd name="connsiteY2-832" fmla="*/ 3099826 h 3100429"/>
                      <a:gd name="connsiteX3-833" fmla="*/ 0 w 8168953"/>
                      <a:gd name="connsiteY3-834" fmla="*/ 1527651 h 3100429"/>
                      <a:gd name="connsiteX4-835" fmla="*/ 2721 w 8168953"/>
                      <a:gd name="connsiteY4-836" fmla="*/ 0 h 3100429"/>
                      <a:gd name="connsiteX5-837" fmla="*/ 4074472 w 8168953"/>
                      <a:gd name="connsiteY5-838" fmla="*/ 1465296 h 3100429"/>
                      <a:gd name="connsiteX6-839" fmla="*/ 8168119 w 8168953"/>
                      <a:gd name="connsiteY6-840" fmla="*/ 7337 h 3100429"/>
                      <a:gd name="connsiteX0-841" fmla="*/ 8165849 w 8166683"/>
                      <a:gd name="connsiteY0-842" fmla="*/ 7337 h 3099826"/>
                      <a:gd name="connsiteX1-843" fmla="*/ 8166683 w 8166683"/>
                      <a:gd name="connsiteY1-844" fmla="*/ 1636654 h 3099826"/>
                      <a:gd name="connsiteX2-845" fmla="*/ 4116250 w 8166683"/>
                      <a:gd name="connsiteY2-846" fmla="*/ 3099826 h 3099826"/>
                      <a:gd name="connsiteX3-847" fmla="*/ 8764 w 8166683"/>
                      <a:gd name="connsiteY3-848" fmla="*/ 1634789 h 3099826"/>
                      <a:gd name="connsiteX4-849" fmla="*/ 451 w 8166683"/>
                      <a:gd name="connsiteY4-850" fmla="*/ 0 h 3099826"/>
                      <a:gd name="connsiteX5-851" fmla="*/ 4072202 w 8166683"/>
                      <a:gd name="connsiteY5-852" fmla="*/ 1465296 h 3099826"/>
                      <a:gd name="connsiteX6-853" fmla="*/ 8165849 w 8166683"/>
                      <a:gd name="connsiteY6-854" fmla="*/ 7337 h 3099826"/>
                      <a:gd name="connsiteX0-855" fmla="*/ 8165849 w 8166683"/>
                      <a:gd name="connsiteY0-856" fmla="*/ 7337 h 3099826"/>
                      <a:gd name="connsiteX1-857" fmla="*/ 8166683 w 8166683"/>
                      <a:gd name="connsiteY1-858" fmla="*/ 1636654 h 3099826"/>
                      <a:gd name="connsiteX2-859" fmla="*/ 4116250 w 8166683"/>
                      <a:gd name="connsiteY2-860" fmla="*/ 3099826 h 3099826"/>
                      <a:gd name="connsiteX3-861" fmla="*/ 8764 w 8166683"/>
                      <a:gd name="connsiteY3-862" fmla="*/ 1634789 h 3099826"/>
                      <a:gd name="connsiteX4-863" fmla="*/ 451 w 8166683"/>
                      <a:gd name="connsiteY4-864" fmla="*/ 0 h 3099826"/>
                      <a:gd name="connsiteX5-865" fmla="*/ 4072202 w 8166683"/>
                      <a:gd name="connsiteY5-866" fmla="*/ 1465296 h 3099826"/>
                      <a:gd name="connsiteX6-867" fmla="*/ 8165849 w 8166683"/>
                      <a:gd name="connsiteY6-868" fmla="*/ 7337 h 3099826"/>
                      <a:gd name="connsiteX0-869" fmla="*/ 8165849 w 8166683"/>
                      <a:gd name="connsiteY0-870" fmla="*/ 7337 h 3099826"/>
                      <a:gd name="connsiteX1-871" fmla="*/ 8166683 w 8166683"/>
                      <a:gd name="connsiteY1-872" fmla="*/ 1636654 h 3099826"/>
                      <a:gd name="connsiteX2-873" fmla="*/ 4116250 w 8166683"/>
                      <a:gd name="connsiteY2-874" fmla="*/ 3099826 h 3099826"/>
                      <a:gd name="connsiteX3-875" fmla="*/ 8764 w 8166683"/>
                      <a:gd name="connsiteY3-876" fmla="*/ 1634789 h 3099826"/>
                      <a:gd name="connsiteX4-877" fmla="*/ 451 w 8166683"/>
                      <a:gd name="connsiteY4-878" fmla="*/ 0 h 3099826"/>
                      <a:gd name="connsiteX5-879" fmla="*/ 4061168 w 8166683"/>
                      <a:gd name="connsiteY5-880" fmla="*/ 1438511 h 3099826"/>
                      <a:gd name="connsiteX6-881" fmla="*/ 8165849 w 8166683"/>
                      <a:gd name="connsiteY6-882" fmla="*/ 7337 h 3099826"/>
                      <a:gd name="connsiteX0-883" fmla="*/ 8165849 w 8166683"/>
                      <a:gd name="connsiteY0-884" fmla="*/ 7337 h 3099826"/>
                      <a:gd name="connsiteX1-885" fmla="*/ 8166683 w 8166683"/>
                      <a:gd name="connsiteY1-886" fmla="*/ 1636654 h 3099826"/>
                      <a:gd name="connsiteX2-887" fmla="*/ 4116250 w 8166683"/>
                      <a:gd name="connsiteY2-888" fmla="*/ 3099826 h 3099826"/>
                      <a:gd name="connsiteX3-889" fmla="*/ 8764 w 8166683"/>
                      <a:gd name="connsiteY3-890" fmla="*/ 1634789 h 3099826"/>
                      <a:gd name="connsiteX4-891" fmla="*/ 451 w 8166683"/>
                      <a:gd name="connsiteY4-892" fmla="*/ 0 h 3099826"/>
                      <a:gd name="connsiteX5-893" fmla="*/ 4061168 w 8166683"/>
                      <a:gd name="connsiteY5-894" fmla="*/ 1438511 h 3099826"/>
                      <a:gd name="connsiteX6-895" fmla="*/ 8165849 w 8166683"/>
                      <a:gd name="connsiteY6-896" fmla="*/ 7337 h 309982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81" name="Oval 480"/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482" name="Group 481"/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83" name="Freeform 482"/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-1" fmla="*/ 3725333 w 4641485"/>
                        <a:gd name="connsiteY0-2" fmla="*/ 0 h 1049866"/>
                        <a:gd name="connsiteX1-3" fmla="*/ 4641485 w 4641485"/>
                        <a:gd name="connsiteY1-4" fmla="*/ 239402 h 1049866"/>
                        <a:gd name="connsiteX2-5" fmla="*/ 3962400 w 4641485"/>
                        <a:gd name="connsiteY2-6" fmla="*/ 541866 h 1049866"/>
                        <a:gd name="connsiteX3-7" fmla="*/ 3742267 w 4641485"/>
                        <a:gd name="connsiteY3-8" fmla="*/ 457200 h 1049866"/>
                        <a:gd name="connsiteX4-9" fmla="*/ 2269067 w 4641485"/>
                        <a:gd name="connsiteY4-10" fmla="*/ 1049866 h 1049866"/>
                        <a:gd name="connsiteX5-11" fmla="*/ 880533 w 4641485"/>
                        <a:gd name="connsiteY5-12" fmla="*/ 457200 h 1049866"/>
                        <a:gd name="connsiteX6-13" fmla="*/ 592667 w 4641485"/>
                        <a:gd name="connsiteY6-14" fmla="*/ 541866 h 1049866"/>
                        <a:gd name="connsiteX7-15" fmla="*/ 0 w 4641485"/>
                        <a:gd name="connsiteY7-16" fmla="*/ 254000 h 1049866"/>
                        <a:gd name="connsiteX8-17" fmla="*/ 880533 w 4641485"/>
                        <a:gd name="connsiteY8-18" fmla="*/ 16933 h 1049866"/>
                        <a:gd name="connsiteX9-19" fmla="*/ 2302933 w 4641485"/>
                        <a:gd name="connsiteY9-20" fmla="*/ 626533 h 1049866"/>
                        <a:gd name="connsiteX10-21" fmla="*/ 3725333 w 4641485"/>
                        <a:gd name="connsiteY10-22" fmla="*/ 0 h 1049866"/>
                        <a:gd name="connsiteX0-23" fmla="*/ 3756864 w 4673016"/>
                        <a:gd name="connsiteY0-24" fmla="*/ 0 h 1049866"/>
                        <a:gd name="connsiteX1-25" fmla="*/ 4673016 w 4673016"/>
                        <a:gd name="connsiteY1-26" fmla="*/ 239402 h 1049866"/>
                        <a:gd name="connsiteX2-27" fmla="*/ 3993931 w 4673016"/>
                        <a:gd name="connsiteY2-28" fmla="*/ 541866 h 1049866"/>
                        <a:gd name="connsiteX3-29" fmla="*/ 3773798 w 4673016"/>
                        <a:gd name="connsiteY3-30" fmla="*/ 457200 h 1049866"/>
                        <a:gd name="connsiteX4-31" fmla="*/ 2300598 w 4673016"/>
                        <a:gd name="connsiteY4-32" fmla="*/ 1049866 h 1049866"/>
                        <a:gd name="connsiteX5-33" fmla="*/ 912064 w 4673016"/>
                        <a:gd name="connsiteY5-34" fmla="*/ 457200 h 1049866"/>
                        <a:gd name="connsiteX6-35" fmla="*/ 624198 w 4673016"/>
                        <a:gd name="connsiteY6-36" fmla="*/ 541866 h 1049866"/>
                        <a:gd name="connsiteX7-37" fmla="*/ 0 w 4673016"/>
                        <a:gd name="connsiteY7-38" fmla="*/ 232979 h 1049866"/>
                        <a:gd name="connsiteX8-39" fmla="*/ 912064 w 4673016"/>
                        <a:gd name="connsiteY8-40" fmla="*/ 16933 h 1049866"/>
                        <a:gd name="connsiteX9-41" fmla="*/ 2334464 w 4673016"/>
                        <a:gd name="connsiteY9-42" fmla="*/ 626533 h 1049866"/>
                        <a:gd name="connsiteX10-43" fmla="*/ 3756864 w 4673016"/>
                        <a:gd name="connsiteY10-44" fmla="*/ 0 h 1049866"/>
                        <a:gd name="connsiteX0-45" fmla="*/ 3756864 w 4673016"/>
                        <a:gd name="connsiteY0-46" fmla="*/ 0 h 1049866"/>
                        <a:gd name="connsiteX1-47" fmla="*/ 4673016 w 4673016"/>
                        <a:gd name="connsiteY1-48" fmla="*/ 239402 h 1049866"/>
                        <a:gd name="connsiteX2-49" fmla="*/ 3993931 w 4673016"/>
                        <a:gd name="connsiteY2-50" fmla="*/ 541866 h 1049866"/>
                        <a:gd name="connsiteX3-51" fmla="*/ 3784308 w 4673016"/>
                        <a:gd name="connsiteY3-52" fmla="*/ 404648 h 1049866"/>
                        <a:gd name="connsiteX4-53" fmla="*/ 2300598 w 4673016"/>
                        <a:gd name="connsiteY4-54" fmla="*/ 1049866 h 1049866"/>
                        <a:gd name="connsiteX5-55" fmla="*/ 912064 w 4673016"/>
                        <a:gd name="connsiteY5-56" fmla="*/ 457200 h 1049866"/>
                        <a:gd name="connsiteX6-57" fmla="*/ 624198 w 4673016"/>
                        <a:gd name="connsiteY6-58" fmla="*/ 541866 h 1049866"/>
                        <a:gd name="connsiteX7-59" fmla="*/ 0 w 4673016"/>
                        <a:gd name="connsiteY7-60" fmla="*/ 232979 h 1049866"/>
                        <a:gd name="connsiteX8-61" fmla="*/ 912064 w 4673016"/>
                        <a:gd name="connsiteY8-62" fmla="*/ 16933 h 1049866"/>
                        <a:gd name="connsiteX9-63" fmla="*/ 2334464 w 4673016"/>
                        <a:gd name="connsiteY9-64" fmla="*/ 626533 h 1049866"/>
                        <a:gd name="connsiteX10-65" fmla="*/ 3756864 w 4673016"/>
                        <a:gd name="connsiteY10-66" fmla="*/ 0 h 1049866"/>
                        <a:gd name="connsiteX0-67" fmla="*/ 3756864 w 4673016"/>
                        <a:gd name="connsiteY0-68" fmla="*/ 0 h 1049866"/>
                        <a:gd name="connsiteX1-69" fmla="*/ 4673016 w 4673016"/>
                        <a:gd name="connsiteY1-70" fmla="*/ 239402 h 1049866"/>
                        <a:gd name="connsiteX2-71" fmla="*/ 3993931 w 4673016"/>
                        <a:gd name="connsiteY2-72" fmla="*/ 541866 h 1049866"/>
                        <a:gd name="connsiteX3-73" fmla="*/ 3794818 w 4673016"/>
                        <a:gd name="connsiteY3-74" fmla="*/ 436179 h 1049866"/>
                        <a:gd name="connsiteX4-75" fmla="*/ 2300598 w 4673016"/>
                        <a:gd name="connsiteY4-76" fmla="*/ 1049866 h 1049866"/>
                        <a:gd name="connsiteX5-77" fmla="*/ 912064 w 4673016"/>
                        <a:gd name="connsiteY5-78" fmla="*/ 457200 h 1049866"/>
                        <a:gd name="connsiteX6-79" fmla="*/ 624198 w 4673016"/>
                        <a:gd name="connsiteY6-80" fmla="*/ 541866 h 1049866"/>
                        <a:gd name="connsiteX7-81" fmla="*/ 0 w 4673016"/>
                        <a:gd name="connsiteY7-82" fmla="*/ 232979 h 1049866"/>
                        <a:gd name="connsiteX8-83" fmla="*/ 912064 w 4673016"/>
                        <a:gd name="connsiteY8-84" fmla="*/ 16933 h 1049866"/>
                        <a:gd name="connsiteX9-85" fmla="*/ 2334464 w 4673016"/>
                        <a:gd name="connsiteY9-86" fmla="*/ 626533 h 1049866"/>
                        <a:gd name="connsiteX10-87" fmla="*/ 3756864 w 4673016"/>
                        <a:gd name="connsiteY10-88" fmla="*/ 0 h 1049866"/>
                        <a:gd name="connsiteX0-89" fmla="*/ 3756864 w 4673016"/>
                        <a:gd name="connsiteY0-90" fmla="*/ 0 h 1049866"/>
                        <a:gd name="connsiteX1-91" fmla="*/ 4673016 w 4673016"/>
                        <a:gd name="connsiteY1-92" fmla="*/ 239402 h 1049866"/>
                        <a:gd name="connsiteX2-93" fmla="*/ 3993931 w 4673016"/>
                        <a:gd name="connsiteY2-94" fmla="*/ 541866 h 1049866"/>
                        <a:gd name="connsiteX3-95" fmla="*/ 3794818 w 4673016"/>
                        <a:gd name="connsiteY3-96" fmla="*/ 436179 h 1049866"/>
                        <a:gd name="connsiteX4-97" fmla="*/ 2300598 w 4673016"/>
                        <a:gd name="connsiteY4-98" fmla="*/ 1049866 h 1049866"/>
                        <a:gd name="connsiteX5-99" fmla="*/ 912064 w 4673016"/>
                        <a:gd name="connsiteY5-100" fmla="*/ 457200 h 1049866"/>
                        <a:gd name="connsiteX6-101" fmla="*/ 624198 w 4673016"/>
                        <a:gd name="connsiteY6-102" fmla="*/ 541866 h 1049866"/>
                        <a:gd name="connsiteX7-103" fmla="*/ 0 w 4673016"/>
                        <a:gd name="connsiteY7-104" fmla="*/ 232979 h 1049866"/>
                        <a:gd name="connsiteX8-105" fmla="*/ 912064 w 4673016"/>
                        <a:gd name="connsiteY8-106" fmla="*/ 16933 h 1049866"/>
                        <a:gd name="connsiteX9-107" fmla="*/ 2323954 w 4673016"/>
                        <a:gd name="connsiteY9-108" fmla="*/ 616023 h 1049866"/>
                        <a:gd name="connsiteX10-109" fmla="*/ 3756864 w 4673016"/>
                        <a:gd name="connsiteY10-110" fmla="*/ 0 h 1049866"/>
                        <a:gd name="connsiteX0-111" fmla="*/ 3756864 w 4673016"/>
                        <a:gd name="connsiteY0-112" fmla="*/ 0 h 1049866"/>
                        <a:gd name="connsiteX1-113" fmla="*/ 4673016 w 4673016"/>
                        <a:gd name="connsiteY1-114" fmla="*/ 239402 h 1049866"/>
                        <a:gd name="connsiteX2-115" fmla="*/ 3993931 w 4673016"/>
                        <a:gd name="connsiteY2-116" fmla="*/ 541866 h 1049866"/>
                        <a:gd name="connsiteX3-117" fmla="*/ 3794818 w 4673016"/>
                        <a:gd name="connsiteY3-118" fmla="*/ 436179 h 1049866"/>
                        <a:gd name="connsiteX4-119" fmla="*/ 2300598 w 4673016"/>
                        <a:gd name="connsiteY4-120" fmla="*/ 1049866 h 1049866"/>
                        <a:gd name="connsiteX5-121" fmla="*/ 912064 w 4673016"/>
                        <a:gd name="connsiteY5-122" fmla="*/ 457200 h 1049866"/>
                        <a:gd name="connsiteX6-123" fmla="*/ 624198 w 4673016"/>
                        <a:gd name="connsiteY6-124" fmla="*/ 541866 h 1049866"/>
                        <a:gd name="connsiteX7-125" fmla="*/ 0 w 4673016"/>
                        <a:gd name="connsiteY7-126" fmla="*/ 275021 h 1049866"/>
                        <a:gd name="connsiteX8-127" fmla="*/ 912064 w 4673016"/>
                        <a:gd name="connsiteY8-128" fmla="*/ 16933 h 1049866"/>
                        <a:gd name="connsiteX9-129" fmla="*/ 2323954 w 4673016"/>
                        <a:gd name="connsiteY9-130" fmla="*/ 616023 h 1049866"/>
                        <a:gd name="connsiteX10-131" fmla="*/ 3756864 w 4673016"/>
                        <a:gd name="connsiteY10-132" fmla="*/ 0 h 1049866"/>
                        <a:gd name="connsiteX0-133" fmla="*/ 3756864 w 4673016"/>
                        <a:gd name="connsiteY0-134" fmla="*/ 0 h 1049866"/>
                        <a:gd name="connsiteX1-135" fmla="*/ 4673016 w 4673016"/>
                        <a:gd name="connsiteY1-136" fmla="*/ 239402 h 1049866"/>
                        <a:gd name="connsiteX2-137" fmla="*/ 3993931 w 4673016"/>
                        <a:gd name="connsiteY2-138" fmla="*/ 541866 h 1049866"/>
                        <a:gd name="connsiteX3-139" fmla="*/ 3815839 w 4673016"/>
                        <a:gd name="connsiteY3-140" fmla="*/ 467710 h 1049866"/>
                        <a:gd name="connsiteX4-141" fmla="*/ 2300598 w 4673016"/>
                        <a:gd name="connsiteY4-142" fmla="*/ 1049866 h 1049866"/>
                        <a:gd name="connsiteX5-143" fmla="*/ 912064 w 4673016"/>
                        <a:gd name="connsiteY5-144" fmla="*/ 457200 h 1049866"/>
                        <a:gd name="connsiteX6-145" fmla="*/ 624198 w 4673016"/>
                        <a:gd name="connsiteY6-146" fmla="*/ 541866 h 1049866"/>
                        <a:gd name="connsiteX7-147" fmla="*/ 0 w 4673016"/>
                        <a:gd name="connsiteY7-148" fmla="*/ 275021 h 1049866"/>
                        <a:gd name="connsiteX8-149" fmla="*/ 912064 w 4673016"/>
                        <a:gd name="connsiteY8-150" fmla="*/ 16933 h 1049866"/>
                        <a:gd name="connsiteX9-151" fmla="*/ 2323954 w 4673016"/>
                        <a:gd name="connsiteY9-152" fmla="*/ 616023 h 1049866"/>
                        <a:gd name="connsiteX10-153" fmla="*/ 3756864 w 4673016"/>
                        <a:gd name="connsiteY10-154" fmla="*/ 0 h 104986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84" name="Freeform 483"/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85" name="Freeform 484"/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86" name="Freeform 485"/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-1" fmla="*/ 168165 w 3731172"/>
                        <a:gd name="connsiteY0-2" fmla="*/ 73572 h 1418896"/>
                        <a:gd name="connsiteX1-3" fmla="*/ 451945 w 3731172"/>
                        <a:gd name="connsiteY1-4" fmla="*/ 0 h 1418896"/>
                        <a:gd name="connsiteX2-5" fmla="*/ 1881352 w 3731172"/>
                        <a:gd name="connsiteY2-6" fmla="*/ 599089 h 1418896"/>
                        <a:gd name="connsiteX3-7" fmla="*/ 3363310 w 3731172"/>
                        <a:gd name="connsiteY3-8" fmla="*/ 0 h 1418896"/>
                        <a:gd name="connsiteX4-9" fmla="*/ 3584027 w 3731172"/>
                        <a:gd name="connsiteY4-10" fmla="*/ 73572 h 1418896"/>
                        <a:gd name="connsiteX5-11" fmla="*/ 2627586 w 3731172"/>
                        <a:gd name="connsiteY5-12" fmla="*/ 441434 h 1418896"/>
                        <a:gd name="connsiteX6-13" fmla="*/ 2596055 w 3731172"/>
                        <a:gd name="connsiteY6-14" fmla="*/ 914400 h 1418896"/>
                        <a:gd name="connsiteX7-15" fmla="*/ 3731172 w 3731172"/>
                        <a:gd name="connsiteY7-16" fmla="*/ 1345324 h 1418896"/>
                        <a:gd name="connsiteX8-17" fmla="*/ 3447393 w 3731172"/>
                        <a:gd name="connsiteY8-18" fmla="*/ 1408386 h 1418896"/>
                        <a:gd name="connsiteX9-19" fmla="*/ 1870841 w 3731172"/>
                        <a:gd name="connsiteY9-20" fmla="*/ 746234 h 1418896"/>
                        <a:gd name="connsiteX10-21" fmla="*/ 262758 w 3731172"/>
                        <a:gd name="connsiteY10-22" fmla="*/ 1418896 h 1418896"/>
                        <a:gd name="connsiteX11-23" fmla="*/ 0 w 3731172"/>
                        <a:gd name="connsiteY11-24" fmla="*/ 1324303 h 1418896"/>
                        <a:gd name="connsiteX12-25" fmla="*/ 1145627 w 3731172"/>
                        <a:gd name="connsiteY12-26" fmla="*/ 882869 h 1418896"/>
                        <a:gd name="connsiteX13-27" fmla="*/ 1114096 w 3731172"/>
                        <a:gd name="connsiteY13-28" fmla="*/ 409903 h 1418896"/>
                        <a:gd name="connsiteX14-29" fmla="*/ 441434 w 3731172"/>
                        <a:gd name="connsiteY14-30" fmla="*/ 10510 h 1418896"/>
                        <a:gd name="connsiteX15-31" fmla="*/ 441434 w 3731172"/>
                        <a:gd name="connsiteY15-32" fmla="*/ 10510 h 1418896"/>
                        <a:gd name="connsiteX0-33" fmla="*/ 168165 w 3731172"/>
                        <a:gd name="connsiteY0-34" fmla="*/ 73572 h 1418896"/>
                        <a:gd name="connsiteX1-35" fmla="*/ 451945 w 3731172"/>
                        <a:gd name="connsiteY1-36" fmla="*/ 0 h 1418896"/>
                        <a:gd name="connsiteX2-37" fmla="*/ 1881352 w 3731172"/>
                        <a:gd name="connsiteY2-38" fmla="*/ 599089 h 1418896"/>
                        <a:gd name="connsiteX3-39" fmla="*/ 3363310 w 3731172"/>
                        <a:gd name="connsiteY3-40" fmla="*/ 0 h 1418896"/>
                        <a:gd name="connsiteX4-41" fmla="*/ 3584027 w 3731172"/>
                        <a:gd name="connsiteY4-42" fmla="*/ 73572 h 1418896"/>
                        <a:gd name="connsiteX5-43" fmla="*/ 2627586 w 3731172"/>
                        <a:gd name="connsiteY5-44" fmla="*/ 441434 h 1418896"/>
                        <a:gd name="connsiteX6-45" fmla="*/ 2596055 w 3731172"/>
                        <a:gd name="connsiteY6-46" fmla="*/ 914400 h 1418896"/>
                        <a:gd name="connsiteX7-47" fmla="*/ 3731172 w 3731172"/>
                        <a:gd name="connsiteY7-48" fmla="*/ 1345324 h 1418896"/>
                        <a:gd name="connsiteX8-49" fmla="*/ 3447393 w 3731172"/>
                        <a:gd name="connsiteY8-50" fmla="*/ 1408386 h 1418896"/>
                        <a:gd name="connsiteX9-51" fmla="*/ 1870841 w 3731172"/>
                        <a:gd name="connsiteY9-52" fmla="*/ 746234 h 1418896"/>
                        <a:gd name="connsiteX10-53" fmla="*/ 262758 w 3731172"/>
                        <a:gd name="connsiteY10-54" fmla="*/ 1418896 h 1418896"/>
                        <a:gd name="connsiteX11-55" fmla="*/ 0 w 3731172"/>
                        <a:gd name="connsiteY11-56" fmla="*/ 1324303 h 1418896"/>
                        <a:gd name="connsiteX12-57" fmla="*/ 1145627 w 3731172"/>
                        <a:gd name="connsiteY12-58" fmla="*/ 882869 h 1418896"/>
                        <a:gd name="connsiteX13-59" fmla="*/ 1114096 w 3731172"/>
                        <a:gd name="connsiteY13-60" fmla="*/ 409903 h 1418896"/>
                        <a:gd name="connsiteX14-61" fmla="*/ 441434 w 3731172"/>
                        <a:gd name="connsiteY14-62" fmla="*/ 10510 h 1418896"/>
                        <a:gd name="connsiteX0-63" fmla="*/ 168165 w 3731172"/>
                        <a:gd name="connsiteY0-64" fmla="*/ 73572 h 1418896"/>
                        <a:gd name="connsiteX1-65" fmla="*/ 451945 w 3731172"/>
                        <a:gd name="connsiteY1-66" fmla="*/ 0 h 1418896"/>
                        <a:gd name="connsiteX2-67" fmla="*/ 1881352 w 3731172"/>
                        <a:gd name="connsiteY2-68" fmla="*/ 599089 h 1418896"/>
                        <a:gd name="connsiteX3-69" fmla="*/ 3363310 w 3731172"/>
                        <a:gd name="connsiteY3-70" fmla="*/ 0 h 1418896"/>
                        <a:gd name="connsiteX4-71" fmla="*/ 3584027 w 3731172"/>
                        <a:gd name="connsiteY4-72" fmla="*/ 73572 h 1418896"/>
                        <a:gd name="connsiteX5-73" fmla="*/ 2627586 w 3731172"/>
                        <a:gd name="connsiteY5-74" fmla="*/ 441434 h 1418896"/>
                        <a:gd name="connsiteX6-75" fmla="*/ 2596055 w 3731172"/>
                        <a:gd name="connsiteY6-76" fmla="*/ 914400 h 1418896"/>
                        <a:gd name="connsiteX7-77" fmla="*/ 3731172 w 3731172"/>
                        <a:gd name="connsiteY7-78" fmla="*/ 1345324 h 1418896"/>
                        <a:gd name="connsiteX8-79" fmla="*/ 3447393 w 3731172"/>
                        <a:gd name="connsiteY8-80" fmla="*/ 1408386 h 1418896"/>
                        <a:gd name="connsiteX9-81" fmla="*/ 1870841 w 3731172"/>
                        <a:gd name="connsiteY9-82" fmla="*/ 746234 h 1418896"/>
                        <a:gd name="connsiteX10-83" fmla="*/ 262758 w 3731172"/>
                        <a:gd name="connsiteY10-84" fmla="*/ 1418896 h 1418896"/>
                        <a:gd name="connsiteX11-85" fmla="*/ 0 w 3731172"/>
                        <a:gd name="connsiteY11-86" fmla="*/ 1324303 h 1418896"/>
                        <a:gd name="connsiteX12-87" fmla="*/ 1145627 w 3731172"/>
                        <a:gd name="connsiteY12-88" fmla="*/ 882869 h 1418896"/>
                        <a:gd name="connsiteX13-89" fmla="*/ 1114096 w 3731172"/>
                        <a:gd name="connsiteY13-90" fmla="*/ 409903 h 1418896"/>
                        <a:gd name="connsiteX14-91" fmla="*/ 357351 w 3731172"/>
                        <a:gd name="connsiteY14-92" fmla="*/ 115613 h 1418896"/>
                        <a:gd name="connsiteX0-93" fmla="*/ 168165 w 3731172"/>
                        <a:gd name="connsiteY0-94" fmla="*/ 73572 h 1418896"/>
                        <a:gd name="connsiteX1-95" fmla="*/ 451945 w 3731172"/>
                        <a:gd name="connsiteY1-96" fmla="*/ 0 h 1418896"/>
                        <a:gd name="connsiteX2-97" fmla="*/ 1881352 w 3731172"/>
                        <a:gd name="connsiteY2-98" fmla="*/ 599089 h 1418896"/>
                        <a:gd name="connsiteX3-99" fmla="*/ 3363310 w 3731172"/>
                        <a:gd name="connsiteY3-100" fmla="*/ 0 h 1418896"/>
                        <a:gd name="connsiteX4-101" fmla="*/ 3584027 w 3731172"/>
                        <a:gd name="connsiteY4-102" fmla="*/ 73572 h 1418896"/>
                        <a:gd name="connsiteX5-103" fmla="*/ 2627586 w 3731172"/>
                        <a:gd name="connsiteY5-104" fmla="*/ 441434 h 1418896"/>
                        <a:gd name="connsiteX6-105" fmla="*/ 2596055 w 3731172"/>
                        <a:gd name="connsiteY6-106" fmla="*/ 914400 h 1418896"/>
                        <a:gd name="connsiteX7-107" fmla="*/ 3731172 w 3731172"/>
                        <a:gd name="connsiteY7-108" fmla="*/ 1345324 h 1418896"/>
                        <a:gd name="connsiteX8-109" fmla="*/ 3447393 w 3731172"/>
                        <a:gd name="connsiteY8-110" fmla="*/ 1408386 h 1418896"/>
                        <a:gd name="connsiteX9-111" fmla="*/ 1870841 w 3731172"/>
                        <a:gd name="connsiteY9-112" fmla="*/ 746234 h 1418896"/>
                        <a:gd name="connsiteX10-113" fmla="*/ 262758 w 3731172"/>
                        <a:gd name="connsiteY10-114" fmla="*/ 1418896 h 1418896"/>
                        <a:gd name="connsiteX11-115" fmla="*/ 0 w 3731172"/>
                        <a:gd name="connsiteY11-116" fmla="*/ 1324303 h 1418896"/>
                        <a:gd name="connsiteX12-117" fmla="*/ 1145627 w 3731172"/>
                        <a:gd name="connsiteY12-118" fmla="*/ 882869 h 1418896"/>
                        <a:gd name="connsiteX13-119" fmla="*/ 1114096 w 3731172"/>
                        <a:gd name="connsiteY13-120" fmla="*/ 409903 h 1418896"/>
                        <a:gd name="connsiteX14-121" fmla="*/ 147144 w 3731172"/>
                        <a:gd name="connsiteY14-122" fmla="*/ 63061 h 1418896"/>
                        <a:gd name="connsiteX0-123" fmla="*/ 168165 w 3731172"/>
                        <a:gd name="connsiteY0-124" fmla="*/ 73572 h 1418896"/>
                        <a:gd name="connsiteX1-125" fmla="*/ 451945 w 3731172"/>
                        <a:gd name="connsiteY1-126" fmla="*/ 0 h 1418896"/>
                        <a:gd name="connsiteX2-127" fmla="*/ 1881352 w 3731172"/>
                        <a:gd name="connsiteY2-128" fmla="*/ 599089 h 1418896"/>
                        <a:gd name="connsiteX3-129" fmla="*/ 3363310 w 3731172"/>
                        <a:gd name="connsiteY3-130" fmla="*/ 0 h 1418896"/>
                        <a:gd name="connsiteX4-131" fmla="*/ 3584027 w 3731172"/>
                        <a:gd name="connsiteY4-132" fmla="*/ 73572 h 1418896"/>
                        <a:gd name="connsiteX5-133" fmla="*/ 2627586 w 3731172"/>
                        <a:gd name="connsiteY5-134" fmla="*/ 441434 h 1418896"/>
                        <a:gd name="connsiteX6-135" fmla="*/ 2596055 w 3731172"/>
                        <a:gd name="connsiteY6-136" fmla="*/ 914400 h 1418896"/>
                        <a:gd name="connsiteX7-137" fmla="*/ 3731172 w 3731172"/>
                        <a:gd name="connsiteY7-138" fmla="*/ 1345324 h 1418896"/>
                        <a:gd name="connsiteX8-139" fmla="*/ 3447393 w 3731172"/>
                        <a:gd name="connsiteY8-140" fmla="*/ 1408386 h 1418896"/>
                        <a:gd name="connsiteX9-141" fmla="*/ 1870841 w 3731172"/>
                        <a:gd name="connsiteY9-142" fmla="*/ 746234 h 1418896"/>
                        <a:gd name="connsiteX10-143" fmla="*/ 262758 w 3731172"/>
                        <a:gd name="connsiteY10-144" fmla="*/ 1418896 h 1418896"/>
                        <a:gd name="connsiteX11-145" fmla="*/ 0 w 3731172"/>
                        <a:gd name="connsiteY11-146" fmla="*/ 1324303 h 1418896"/>
                        <a:gd name="connsiteX12-147" fmla="*/ 1145627 w 3731172"/>
                        <a:gd name="connsiteY12-148" fmla="*/ 882869 h 1418896"/>
                        <a:gd name="connsiteX13-149" fmla="*/ 1114096 w 3731172"/>
                        <a:gd name="connsiteY13-150" fmla="*/ 420413 h 1418896"/>
                        <a:gd name="connsiteX14-151" fmla="*/ 147144 w 3731172"/>
                        <a:gd name="connsiteY14-152" fmla="*/ 63061 h 1418896"/>
                        <a:gd name="connsiteX0-153" fmla="*/ 168165 w 3731172"/>
                        <a:gd name="connsiteY0-154" fmla="*/ 73572 h 1418896"/>
                        <a:gd name="connsiteX1-155" fmla="*/ 451945 w 3731172"/>
                        <a:gd name="connsiteY1-156" fmla="*/ 0 h 1418896"/>
                        <a:gd name="connsiteX2-157" fmla="*/ 1881352 w 3731172"/>
                        <a:gd name="connsiteY2-158" fmla="*/ 599089 h 1418896"/>
                        <a:gd name="connsiteX3-159" fmla="*/ 3363310 w 3731172"/>
                        <a:gd name="connsiteY3-160" fmla="*/ 0 h 1418896"/>
                        <a:gd name="connsiteX4-161" fmla="*/ 3584027 w 3731172"/>
                        <a:gd name="connsiteY4-162" fmla="*/ 73572 h 1418896"/>
                        <a:gd name="connsiteX5-163" fmla="*/ 2627586 w 3731172"/>
                        <a:gd name="connsiteY5-164" fmla="*/ 441434 h 1418896"/>
                        <a:gd name="connsiteX6-165" fmla="*/ 2596055 w 3731172"/>
                        <a:gd name="connsiteY6-166" fmla="*/ 914400 h 1418896"/>
                        <a:gd name="connsiteX7-167" fmla="*/ 3731172 w 3731172"/>
                        <a:gd name="connsiteY7-168" fmla="*/ 1345324 h 1418896"/>
                        <a:gd name="connsiteX8-169" fmla="*/ 3447393 w 3731172"/>
                        <a:gd name="connsiteY8-170" fmla="*/ 1408386 h 1418896"/>
                        <a:gd name="connsiteX9-171" fmla="*/ 1870841 w 3731172"/>
                        <a:gd name="connsiteY9-172" fmla="*/ 746234 h 1418896"/>
                        <a:gd name="connsiteX10-173" fmla="*/ 262758 w 3731172"/>
                        <a:gd name="connsiteY10-174" fmla="*/ 1418896 h 1418896"/>
                        <a:gd name="connsiteX11-175" fmla="*/ 0 w 3731172"/>
                        <a:gd name="connsiteY11-176" fmla="*/ 1324303 h 1418896"/>
                        <a:gd name="connsiteX12-177" fmla="*/ 1145627 w 3731172"/>
                        <a:gd name="connsiteY12-178" fmla="*/ 882869 h 1418896"/>
                        <a:gd name="connsiteX13-179" fmla="*/ 1114096 w 3731172"/>
                        <a:gd name="connsiteY13-180" fmla="*/ 420413 h 1418896"/>
                        <a:gd name="connsiteX14-181" fmla="*/ 189185 w 3731172"/>
                        <a:gd name="connsiteY14-182" fmla="*/ 84081 h 1418896"/>
                        <a:gd name="connsiteX0-183" fmla="*/ 168165 w 3731172"/>
                        <a:gd name="connsiteY0-184" fmla="*/ 73572 h 1418896"/>
                        <a:gd name="connsiteX1-185" fmla="*/ 451945 w 3731172"/>
                        <a:gd name="connsiteY1-186" fmla="*/ 0 h 1418896"/>
                        <a:gd name="connsiteX2-187" fmla="*/ 1881352 w 3731172"/>
                        <a:gd name="connsiteY2-188" fmla="*/ 599089 h 1418896"/>
                        <a:gd name="connsiteX3-189" fmla="*/ 3363310 w 3731172"/>
                        <a:gd name="connsiteY3-190" fmla="*/ 0 h 1418896"/>
                        <a:gd name="connsiteX4-191" fmla="*/ 3584027 w 3731172"/>
                        <a:gd name="connsiteY4-192" fmla="*/ 73572 h 1418896"/>
                        <a:gd name="connsiteX5-193" fmla="*/ 2627586 w 3731172"/>
                        <a:gd name="connsiteY5-194" fmla="*/ 441434 h 1418896"/>
                        <a:gd name="connsiteX6-195" fmla="*/ 2596055 w 3731172"/>
                        <a:gd name="connsiteY6-196" fmla="*/ 914400 h 1418896"/>
                        <a:gd name="connsiteX7-197" fmla="*/ 3731172 w 3731172"/>
                        <a:gd name="connsiteY7-198" fmla="*/ 1345324 h 1418896"/>
                        <a:gd name="connsiteX8-199" fmla="*/ 3447393 w 3731172"/>
                        <a:gd name="connsiteY8-200" fmla="*/ 1408386 h 1418896"/>
                        <a:gd name="connsiteX9-201" fmla="*/ 1870841 w 3731172"/>
                        <a:gd name="connsiteY9-202" fmla="*/ 746234 h 1418896"/>
                        <a:gd name="connsiteX10-203" fmla="*/ 262758 w 3731172"/>
                        <a:gd name="connsiteY10-204" fmla="*/ 1418896 h 1418896"/>
                        <a:gd name="connsiteX11-205" fmla="*/ 0 w 3731172"/>
                        <a:gd name="connsiteY11-206" fmla="*/ 1324303 h 1418896"/>
                        <a:gd name="connsiteX12-207" fmla="*/ 1145627 w 3731172"/>
                        <a:gd name="connsiteY12-208" fmla="*/ 882869 h 1418896"/>
                        <a:gd name="connsiteX13-209" fmla="*/ 1114096 w 3731172"/>
                        <a:gd name="connsiteY13-210" fmla="*/ 420413 h 1418896"/>
                        <a:gd name="connsiteX14-211" fmla="*/ 189185 w 3731172"/>
                        <a:gd name="connsiteY14-212" fmla="*/ 84081 h 1418896"/>
                        <a:gd name="connsiteX15-213" fmla="*/ 168165 w 3731172"/>
                        <a:gd name="connsiteY15-214" fmla="*/ 73572 h 1418896"/>
                        <a:gd name="connsiteX0-215" fmla="*/ 168165 w 3731172"/>
                        <a:gd name="connsiteY0-216" fmla="*/ 73572 h 1418896"/>
                        <a:gd name="connsiteX1-217" fmla="*/ 451945 w 3731172"/>
                        <a:gd name="connsiteY1-218" fmla="*/ 0 h 1418896"/>
                        <a:gd name="connsiteX2-219" fmla="*/ 1881352 w 3731172"/>
                        <a:gd name="connsiteY2-220" fmla="*/ 599089 h 1418896"/>
                        <a:gd name="connsiteX3-221" fmla="*/ 3363310 w 3731172"/>
                        <a:gd name="connsiteY3-222" fmla="*/ 0 h 1418896"/>
                        <a:gd name="connsiteX4-223" fmla="*/ 3584027 w 3731172"/>
                        <a:gd name="connsiteY4-224" fmla="*/ 73572 h 1418896"/>
                        <a:gd name="connsiteX5-225" fmla="*/ 2627586 w 3731172"/>
                        <a:gd name="connsiteY5-226" fmla="*/ 441434 h 1418896"/>
                        <a:gd name="connsiteX6-227" fmla="*/ 2596055 w 3731172"/>
                        <a:gd name="connsiteY6-228" fmla="*/ 914400 h 1418896"/>
                        <a:gd name="connsiteX7-229" fmla="*/ 3731172 w 3731172"/>
                        <a:gd name="connsiteY7-230" fmla="*/ 1345324 h 1418896"/>
                        <a:gd name="connsiteX8-231" fmla="*/ 3447393 w 3731172"/>
                        <a:gd name="connsiteY8-232" fmla="*/ 1408386 h 1418896"/>
                        <a:gd name="connsiteX9-233" fmla="*/ 1870841 w 3731172"/>
                        <a:gd name="connsiteY9-234" fmla="*/ 746234 h 1418896"/>
                        <a:gd name="connsiteX10-235" fmla="*/ 262758 w 3731172"/>
                        <a:gd name="connsiteY10-236" fmla="*/ 1418896 h 1418896"/>
                        <a:gd name="connsiteX11-237" fmla="*/ 0 w 3731172"/>
                        <a:gd name="connsiteY11-238" fmla="*/ 1324303 h 1418896"/>
                        <a:gd name="connsiteX12-239" fmla="*/ 1145627 w 3731172"/>
                        <a:gd name="connsiteY12-240" fmla="*/ 882869 h 1418896"/>
                        <a:gd name="connsiteX13-241" fmla="*/ 1156137 w 3731172"/>
                        <a:gd name="connsiteY13-242" fmla="*/ 441434 h 1418896"/>
                        <a:gd name="connsiteX14-243" fmla="*/ 189185 w 3731172"/>
                        <a:gd name="connsiteY14-244" fmla="*/ 84081 h 1418896"/>
                        <a:gd name="connsiteX15-245" fmla="*/ 168165 w 3731172"/>
                        <a:gd name="connsiteY15-246" fmla="*/ 73572 h 1418896"/>
                        <a:gd name="connsiteX0-247" fmla="*/ 168165 w 3731172"/>
                        <a:gd name="connsiteY0-248" fmla="*/ 73572 h 1418896"/>
                        <a:gd name="connsiteX1-249" fmla="*/ 451945 w 3731172"/>
                        <a:gd name="connsiteY1-250" fmla="*/ 0 h 1418896"/>
                        <a:gd name="connsiteX2-251" fmla="*/ 1881352 w 3731172"/>
                        <a:gd name="connsiteY2-252" fmla="*/ 599089 h 1418896"/>
                        <a:gd name="connsiteX3-253" fmla="*/ 3363310 w 3731172"/>
                        <a:gd name="connsiteY3-254" fmla="*/ 0 h 1418896"/>
                        <a:gd name="connsiteX4-255" fmla="*/ 3584027 w 3731172"/>
                        <a:gd name="connsiteY4-256" fmla="*/ 73572 h 1418896"/>
                        <a:gd name="connsiteX5-257" fmla="*/ 2627586 w 3731172"/>
                        <a:gd name="connsiteY5-258" fmla="*/ 441434 h 1418896"/>
                        <a:gd name="connsiteX6-259" fmla="*/ 2596055 w 3731172"/>
                        <a:gd name="connsiteY6-260" fmla="*/ 914400 h 1418896"/>
                        <a:gd name="connsiteX7-261" fmla="*/ 3731172 w 3731172"/>
                        <a:gd name="connsiteY7-262" fmla="*/ 1345324 h 1418896"/>
                        <a:gd name="connsiteX8-263" fmla="*/ 3447393 w 3731172"/>
                        <a:gd name="connsiteY8-264" fmla="*/ 1408386 h 1418896"/>
                        <a:gd name="connsiteX9-265" fmla="*/ 1870841 w 3731172"/>
                        <a:gd name="connsiteY9-266" fmla="*/ 746234 h 1418896"/>
                        <a:gd name="connsiteX10-267" fmla="*/ 262758 w 3731172"/>
                        <a:gd name="connsiteY10-268" fmla="*/ 1418896 h 1418896"/>
                        <a:gd name="connsiteX11-269" fmla="*/ 0 w 3731172"/>
                        <a:gd name="connsiteY11-270" fmla="*/ 1324303 h 1418896"/>
                        <a:gd name="connsiteX12-271" fmla="*/ 1145627 w 3731172"/>
                        <a:gd name="connsiteY12-272" fmla="*/ 882869 h 1418896"/>
                        <a:gd name="connsiteX13-273" fmla="*/ 1145626 w 3731172"/>
                        <a:gd name="connsiteY13-274" fmla="*/ 451945 h 1418896"/>
                        <a:gd name="connsiteX14-275" fmla="*/ 189185 w 3731172"/>
                        <a:gd name="connsiteY14-276" fmla="*/ 84081 h 1418896"/>
                        <a:gd name="connsiteX15-277" fmla="*/ 168165 w 3731172"/>
                        <a:gd name="connsiteY15-278" fmla="*/ 73572 h 1418896"/>
                        <a:gd name="connsiteX0-279" fmla="*/ 168165 w 3731172"/>
                        <a:gd name="connsiteY0-280" fmla="*/ 73572 h 1418896"/>
                        <a:gd name="connsiteX1-281" fmla="*/ 451945 w 3731172"/>
                        <a:gd name="connsiteY1-282" fmla="*/ 0 h 1418896"/>
                        <a:gd name="connsiteX2-283" fmla="*/ 1881352 w 3731172"/>
                        <a:gd name="connsiteY2-284" fmla="*/ 599089 h 1418896"/>
                        <a:gd name="connsiteX3-285" fmla="*/ 3363310 w 3731172"/>
                        <a:gd name="connsiteY3-286" fmla="*/ 0 h 1418896"/>
                        <a:gd name="connsiteX4-287" fmla="*/ 3584027 w 3731172"/>
                        <a:gd name="connsiteY4-288" fmla="*/ 73572 h 1418896"/>
                        <a:gd name="connsiteX5-289" fmla="*/ 2627586 w 3731172"/>
                        <a:gd name="connsiteY5-290" fmla="*/ 441434 h 1418896"/>
                        <a:gd name="connsiteX6-291" fmla="*/ 2596055 w 3731172"/>
                        <a:gd name="connsiteY6-292" fmla="*/ 914400 h 1418896"/>
                        <a:gd name="connsiteX7-293" fmla="*/ 3731172 w 3731172"/>
                        <a:gd name="connsiteY7-294" fmla="*/ 1345324 h 1418896"/>
                        <a:gd name="connsiteX8-295" fmla="*/ 3447393 w 3731172"/>
                        <a:gd name="connsiteY8-296" fmla="*/ 1408386 h 1418896"/>
                        <a:gd name="connsiteX9-297" fmla="*/ 1870841 w 3731172"/>
                        <a:gd name="connsiteY9-298" fmla="*/ 746234 h 1418896"/>
                        <a:gd name="connsiteX10-299" fmla="*/ 262758 w 3731172"/>
                        <a:gd name="connsiteY10-300" fmla="*/ 1418896 h 1418896"/>
                        <a:gd name="connsiteX11-301" fmla="*/ 0 w 3731172"/>
                        <a:gd name="connsiteY11-302" fmla="*/ 1324303 h 1418896"/>
                        <a:gd name="connsiteX12-303" fmla="*/ 1145627 w 3731172"/>
                        <a:gd name="connsiteY12-304" fmla="*/ 903890 h 1418896"/>
                        <a:gd name="connsiteX13-305" fmla="*/ 1145626 w 3731172"/>
                        <a:gd name="connsiteY13-306" fmla="*/ 451945 h 1418896"/>
                        <a:gd name="connsiteX14-307" fmla="*/ 189185 w 3731172"/>
                        <a:gd name="connsiteY14-308" fmla="*/ 84081 h 1418896"/>
                        <a:gd name="connsiteX15-309" fmla="*/ 168165 w 3731172"/>
                        <a:gd name="connsiteY15-310" fmla="*/ 73572 h 1418896"/>
                        <a:gd name="connsiteX0-311" fmla="*/ 147144 w 3710151"/>
                        <a:gd name="connsiteY0-312" fmla="*/ 73572 h 1418896"/>
                        <a:gd name="connsiteX1-313" fmla="*/ 430924 w 3710151"/>
                        <a:gd name="connsiteY1-314" fmla="*/ 0 h 1418896"/>
                        <a:gd name="connsiteX2-315" fmla="*/ 1860331 w 3710151"/>
                        <a:gd name="connsiteY2-316" fmla="*/ 599089 h 1418896"/>
                        <a:gd name="connsiteX3-317" fmla="*/ 3342289 w 3710151"/>
                        <a:gd name="connsiteY3-318" fmla="*/ 0 h 1418896"/>
                        <a:gd name="connsiteX4-319" fmla="*/ 3563006 w 3710151"/>
                        <a:gd name="connsiteY4-320" fmla="*/ 73572 h 1418896"/>
                        <a:gd name="connsiteX5-321" fmla="*/ 2606565 w 3710151"/>
                        <a:gd name="connsiteY5-322" fmla="*/ 441434 h 1418896"/>
                        <a:gd name="connsiteX6-323" fmla="*/ 2575034 w 3710151"/>
                        <a:gd name="connsiteY6-324" fmla="*/ 914400 h 1418896"/>
                        <a:gd name="connsiteX7-325" fmla="*/ 3710151 w 3710151"/>
                        <a:gd name="connsiteY7-326" fmla="*/ 1345324 h 1418896"/>
                        <a:gd name="connsiteX8-327" fmla="*/ 3426372 w 3710151"/>
                        <a:gd name="connsiteY8-328" fmla="*/ 1408386 h 1418896"/>
                        <a:gd name="connsiteX9-329" fmla="*/ 1849820 w 3710151"/>
                        <a:gd name="connsiteY9-330" fmla="*/ 746234 h 1418896"/>
                        <a:gd name="connsiteX10-331" fmla="*/ 241737 w 3710151"/>
                        <a:gd name="connsiteY10-332" fmla="*/ 1418896 h 1418896"/>
                        <a:gd name="connsiteX11-333" fmla="*/ 0 w 3710151"/>
                        <a:gd name="connsiteY11-334" fmla="*/ 1334814 h 1418896"/>
                        <a:gd name="connsiteX12-335" fmla="*/ 1124606 w 3710151"/>
                        <a:gd name="connsiteY12-336" fmla="*/ 903890 h 1418896"/>
                        <a:gd name="connsiteX13-337" fmla="*/ 1124605 w 3710151"/>
                        <a:gd name="connsiteY13-338" fmla="*/ 451945 h 1418896"/>
                        <a:gd name="connsiteX14-339" fmla="*/ 168164 w 3710151"/>
                        <a:gd name="connsiteY14-340" fmla="*/ 84081 h 1418896"/>
                        <a:gd name="connsiteX15-341" fmla="*/ 147144 w 3710151"/>
                        <a:gd name="connsiteY15-342" fmla="*/ 73572 h 1418896"/>
                        <a:gd name="connsiteX0-343" fmla="*/ 147144 w 3710151"/>
                        <a:gd name="connsiteY0-344" fmla="*/ 73572 h 1418896"/>
                        <a:gd name="connsiteX1-345" fmla="*/ 430924 w 3710151"/>
                        <a:gd name="connsiteY1-346" fmla="*/ 0 h 1418896"/>
                        <a:gd name="connsiteX2-347" fmla="*/ 1860331 w 3710151"/>
                        <a:gd name="connsiteY2-348" fmla="*/ 599089 h 1418896"/>
                        <a:gd name="connsiteX3-349" fmla="*/ 3342289 w 3710151"/>
                        <a:gd name="connsiteY3-350" fmla="*/ 0 h 1418896"/>
                        <a:gd name="connsiteX4-351" fmla="*/ 3563006 w 3710151"/>
                        <a:gd name="connsiteY4-352" fmla="*/ 73572 h 1418896"/>
                        <a:gd name="connsiteX5-353" fmla="*/ 2606565 w 3710151"/>
                        <a:gd name="connsiteY5-354" fmla="*/ 441434 h 1418896"/>
                        <a:gd name="connsiteX6-355" fmla="*/ 2606565 w 3710151"/>
                        <a:gd name="connsiteY6-356" fmla="*/ 924910 h 1418896"/>
                        <a:gd name="connsiteX7-357" fmla="*/ 3710151 w 3710151"/>
                        <a:gd name="connsiteY7-358" fmla="*/ 1345324 h 1418896"/>
                        <a:gd name="connsiteX8-359" fmla="*/ 3426372 w 3710151"/>
                        <a:gd name="connsiteY8-360" fmla="*/ 1408386 h 1418896"/>
                        <a:gd name="connsiteX9-361" fmla="*/ 1849820 w 3710151"/>
                        <a:gd name="connsiteY9-362" fmla="*/ 746234 h 1418896"/>
                        <a:gd name="connsiteX10-363" fmla="*/ 241737 w 3710151"/>
                        <a:gd name="connsiteY10-364" fmla="*/ 1418896 h 1418896"/>
                        <a:gd name="connsiteX11-365" fmla="*/ 0 w 3710151"/>
                        <a:gd name="connsiteY11-366" fmla="*/ 1334814 h 1418896"/>
                        <a:gd name="connsiteX12-367" fmla="*/ 1124606 w 3710151"/>
                        <a:gd name="connsiteY12-368" fmla="*/ 903890 h 1418896"/>
                        <a:gd name="connsiteX13-369" fmla="*/ 1124605 w 3710151"/>
                        <a:gd name="connsiteY13-370" fmla="*/ 451945 h 1418896"/>
                        <a:gd name="connsiteX14-371" fmla="*/ 168164 w 3710151"/>
                        <a:gd name="connsiteY14-372" fmla="*/ 84081 h 1418896"/>
                        <a:gd name="connsiteX15-373" fmla="*/ 147144 w 3710151"/>
                        <a:gd name="connsiteY15-374" fmla="*/ 73572 h 1418896"/>
                        <a:gd name="connsiteX0-375" fmla="*/ 147144 w 3710151"/>
                        <a:gd name="connsiteY0-376" fmla="*/ 73572 h 1418896"/>
                        <a:gd name="connsiteX1-377" fmla="*/ 430924 w 3710151"/>
                        <a:gd name="connsiteY1-378" fmla="*/ 0 h 1418896"/>
                        <a:gd name="connsiteX2-379" fmla="*/ 1860331 w 3710151"/>
                        <a:gd name="connsiteY2-380" fmla="*/ 599089 h 1418896"/>
                        <a:gd name="connsiteX3-381" fmla="*/ 3342289 w 3710151"/>
                        <a:gd name="connsiteY3-382" fmla="*/ 0 h 1418896"/>
                        <a:gd name="connsiteX4-383" fmla="*/ 3563006 w 3710151"/>
                        <a:gd name="connsiteY4-384" fmla="*/ 73572 h 1418896"/>
                        <a:gd name="connsiteX5-385" fmla="*/ 2606565 w 3710151"/>
                        <a:gd name="connsiteY5-386" fmla="*/ 441434 h 1418896"/>
                        <a:gd name="connsiteX6-387" fmla="*/ 2610282 w 3710151"/>
                        <a:gd name="connsiteY6-388" fmla="*/ 902607 h 1418896"/>
                        <a:gd name="connsiteX7-389" fmla="*/ 3710151 w 3710151"/>
                        <a:gd name="connsiteY7-390" fmla="*/ 1345324 h 1418896"/>
                        <a:gd name="connsiteX8-391" fmla="*/ 3426372 w 3710151"/>
                        <a:gd name="connsiteY8-392" fmla="*/ 1408386 h 1418896"/>
                        <a:gd name="connsiteX9-393" fmla="*/ 1849820 w 3710151"/>
                        <a:gd name="connsiteY9-394" fmla="*/ 746234 h 1418896"/>
                        <a:gd name="connsiteX10-395" fmla="*/ 241737 w 3710151"/>
                        <a:gd name="connsiteY10-396" fmla="*/ 1418896 h 1418896"/>
                        <a:gd name="connsiteX11-397" fmla="*/ 0 w 3710151"/>
                        <a:gd name="connsiteY11-398" fmla="*/ 1334814 h 1418896"/>
                        <a:gd name="connsiteX12-399" fmla="*/ 1124606 w 3710151"/>
                        <a:gd name="connsiteY12-400" fmla="*/ 903890 h 1418896"/>
                        <a:gd name="connsiteX13-401" fmla="*/ 1124605 w 3710151"/>
                        <a:gd name="connsiteY13-402" fmla="*/ 451945 h 1418896"/>
                        <a:gd name="connsiteX14-403" fmla="*/ 168164 w 3710151"/>
                        <a:gd name="connsiteY14-404" fmla="*/ 84081 h 1418896"/>
                        <a:gd name="connsiteX15-405" fmla="*/ 147144 w 3710151"/>
                        <a:gd name="connsiteY15-406" fmla="*/ 73572 h 1418896"/>
                        <a:gd name="connsiteX0-407" fmla="*/ 147144 w 3710151"/>
                        <a:gd name="connsiteY0-408" fmla="*/ 73572 h 1418896"/>
                        <a:gd name="connsiteX1-409" fmla="*/ 430924 w 3710151"/>
                        <a:gd name="connsiteY1-410" fmla="*/ 0 h 1418896"/>
                        <a:gd name="connsiteX2-411" fmla="*/ 1860331 w 3710151"/>
                        <a:gd name="connsiteY2-412" fmla="*/ 599089 h 1418896"/>
                        <a:gd name="connsiteX3-413" fmla="*/ 3342289 w 3710151"/>
                        <a:gd name="connsiteY3-414" fmla="*/ 0 h 1418896"/>
                        <a:gd name="connsiteX4-415" fmla="*/ 3563006 w 3710151"/>
                        <a:gd name="connsiteY4-416" fmla="*/ 73572 h 1418896"/>
                        <a:gd name="connsiteX5-417" fmla="*/ 2617717 w 3710151"/>
                        <a:gd name="connsiteY5-418" fmla="*/ 445151 h 1418896"/>
                        <a:gd name="connsiteX6-419" fmla="*/ 2610282 w 3710151"/>
                        <a:gd name="connsiteY6-420" fmla="*/ 902607 h 1418896"/>
                        <a:gd name="connsiteX7-421" fmla="*/ 3710151 w 3710151"/>
                        <a:gd name="connsiteY7-422" fmla="*/ 1345324 h 1418896"/>
                        <a:gd name="connsiteX8-423" fmla="*/ 3426372 w 3710151"/>
                        <a:gd name="connsiteY8-424" fmla="*/ 1408386 h 1418896"/>
                        <a:gd name="connsiteX9-425" fmla="*/ 1849820 w 3710151"/>
                        <a:gd name="connsiteY9-426" fmla="*/ 746234 h 1418896"/>
                        <a:gd name="connsiteX10-427" fmla="*/ 241737 w 3710151"/>
                        <a:gd name="connsiteY10-428" fmla="*/ 1418896 h 1418896"/>
                        <a:gd name="connsiteX11-429" fmla="*/ 0 w 3710151"/>
                        <a:gd name="connsiteY11-430" fmla="*/ 1334814 h 1418896"/>
                        <a:gd name="connsiteX12-431" fmla="*/ 1124606 w 3710151"/>
                        <a:gd name="connsiteY12-432" fmla="*/ 903890 h 1418896"/>
                        <a:gd name="connsiteX13-433" fmla="*/ 1124605 w 3710151"/>
                        <a:gd name="connsiteY13-434" fmla="*/ 451945 h 1418896"/>
                        <a:gd name="connsiteX14-435" fmla="*/ 168164 w 3710151"/>
                        <a:gd name="connsiteY14-436" fmla="*/ 84081 h 1418896"/>
                        <a:gd name="connsiteX15-437" fmla="*/ 147144 w 3710151"/>
                        <a:gd name="connsiteY15-438" fmla="*/ 73572 h 1418896"/>
                        <a:gd name="connsiteX0-439" fmla="*/ 147144 w 3710151"/>
                        <a:gd name="connsiteY0-440" fmla="*/ 73572 h 1418896"/>
                        <a:gd name="connsiteX1-441" fmla="*/ 430924 w 3710151"/>
                        <a:gd name="connsiteY1-442" fmla="*/ 0 h 1418896"/>
                        <a:gd name="connsiteX2-443" fmla="*/ 1860331 w 3710151"/>
                        <a:gd name="connsiteY2-444" fmla="*/ 599089 h 1418896"/>
                        <a:gd name="connsiteX3-445" fmla="*/ 3342289 w 3710151"/>
                        <a:gd name="connsiteY3-446" fmla="*/ 0 h 1418896"/>
                        <a:gd name="connsiteX4-447" fmla="*/ 3563006 w 3710151"/>
                        <a:gd name="connsiteY4-448" fmla="*/ 73572 h 1418896"/>
                        <a:gd name="connsiteX5-449" fmla="*/ 2617717 w 3710151"/>
                        <a:gd name="connsiteY5-450" fmla="*/ 448868 h 1418896"/>
                        <a:gd name="connsiteX6-451" fmla="*/ 2610282 w 3710151"/>
                        <a:gd name="connsiteY6-452" fmla="*/ 902607 h 1418896"/>
                        <a:gd name="connsiteX7-453" fmla="*/ 3710151 w 3710151"/>
                        <a:gd name="connsiteY7-454" fmla="*/ 1345324 h 1418896"/>
                        <a:gd name="connsiteX8-455" fmla="*/ 3426372 w 3710151"/>
                        <a:gd name="connsiteY8-456" fmla="*/ 1408386 h 1418896"/>
                        <a:gd name="connsiteX9-457" fmla="*/ 1849820 w 3710151"/>
                        <a:gd name="connsiteY9-458" fmla="*/ 746234 h 1418896"/>
                        <a:gd name="connsiteX10-459" fmla="*/ 241737 w 3710151"/>
                        <a:gd name="connsiteY10-460" fmla="*/ 1418896 h 1418896"/>
                        <a:gd name="connsiteX11-461" fmla="*/ 0 w 3710151"/>
                        <a:gd name="connsiteY11-462" fmla="*/ 1334814 h 1418896"/>
                        <a:gd name="connsiteX12-463" fmla="*/ 1124606 w 3710151"/>
                        <a:gd name="connsiteY12-464" fmla="*/ 903890 h 1418896"/>
                        <a:gd name="connsiteX13-465" fmla="*/ 1124605 w 3710151"/>
                        <a:gd name="connsiteY13-466" fmla="*/ 451945 h 1418896"/>
                        <a:gd name="connsiteX14-467" fmla="*/ 168164 w 3710151"/>
                        <a:gd name="connsiteY14-468" fmla="*/ 84081 h 1418896"/>
                        <a:gd name="connsiteX15-469" fmla="*/ 147144 w 3710151"/>
                        <a:gd name="connsiteY15-470" fmla="*/ 73572 h 1418896"/>
                        <a:gd name="connsiteX0-471" fmla="*/ 147144 w 3710151"/>
                        <a:gd name="connsiteY0-472" fmla="*/ 73572 h 1418896"/>
                        <a:gd name="connsiteX1-473" fmla="*/ 430924 w 3710151"/>
                        <a:gd name="connsiteY1-474" fmla="*/ 0 h 1418896"/>
                        <a:gd name="connsiteX2-475" fmla="*/ 1838028 w 3710151"/>
                        <a:gd name="connsiteY2-476" fmla="*/ 591655 h 1418896"/>
                        <a:gd name="connsiteX3-477" fmla="*/ 3342289 w 3710151"/>
                        <a:gd name="connsiteY3-478" fmla="*/ 0 h 1418896"/>
                        <a:gd name="connsiteX4-479" fmla="*/ 3563006 w 3710151"/>
                        <a:gd name="connsiteY4-480" fmla="*/ 73572 h 1418896"/>
                        <a:gd name="connsiteX5-481" fmla="*/ 2617717 w 3710151"/>
                        <a:gd name="connsiteY5-482" fmla="*/ 448868 h 1418896"/>
                        <a:gd name="connsiteX6-483" fmla="*/ 2610282 w 3710151"/>
                        <a:gd name="connsiteY6-484" fmla="*/ 902607 h 1418896"/>
                        <a:gd name="connsiteX7-485" fmla="*/ 3710151 w 3710151"/>
                        <a:gd name="connsiteY7-486" fmla="*/ 1345324 h 1418896"/>
                        <a:gd name="connsiteX8-487" fmla="*/ 3426372 w 3710151"/>
                        <a:gd name="connsiteY8-488" fmla="*/ 1408386 h 1418896"/>
                        <a:gd name="connsiteX9-489" fmla="*/ 1849820 w 3710151"/>
                        <a:gd name="connsiteY9-490" fmla="*/ 746234 h 1418896"/>
                        <a:gd name="connsiteX10-491" fmla="*/ 241737 w 3710151"/>
                        <a:gd name="connsiteY10-492" fmla="*/ 1418896 h 1418896"/>
                        <a:gd name="connsiteX11-493" fmla="*/ 0 w 3710151"/>
                        <a:gd name="connsiteY11-494" fmla="*/ 1334814 h 1418896"/>
                        <a:gd name="connsiteX12-495" fmla="*/ 1124606 w 3710151"/>
                        <a:gd name="connsiteY12-496" fmla="*/ 903890 h 1418896"/>
                        <a:gd name="connsiteX13-497" fmla="*/ 1124605 w 3710151"/>
                        <a:gd name="connsiteY13-498" fmla="*/ 451945 h 1418896"/>
                        <a:gd name="connsiteX14-499" fmla="*/ 168164 w 3710151"/>
                        <a:gd name="connsiteY14-500" fmla="*/ 84081 h 1418896"/>
                        <a:gd name="connsiteX15-501" fmla="*/ 147144 w 3710151"/>
                        <a:gd name="connsiteY15-502" fmla="*/ 73572 h 1418896"/>
                        <a:gd name="connsiteX0-503" fmla="*/ 147144 w 3710151"/>
                        <a:gd name="connsiteY0-504" fmla="*/ 73572 h 1418896"/>
                        <a:gd name="connsiteX1-505" fmla="*/ 430924 w 3710151"/>
                        <a:gd name="connsiteY1-506" fmla="*/ 0 h 1418896"/>
                        <a:gd name="connsiteX2-507" fmla="*/ 1838028 w 3710151"/>
                        <a:gd name="connsiteY2-508" fmla="*/ 591655 h 1418896"/>
                        <a:gd name="connsiteX3-509" fmla="*/ 3342289 w 3710151"/>
                        <a:gd name="connsiteY3-510" fmla="*/ 0 h 1418896"/>
                        <a:gd name="connsiteX4-511" fmla="*/ 3563006 w 3710151"/>
                        <a:gd name="connsiteY4-512" fmla="*/ 73572 h 1418896"/>
                        <a:gd name="connsiteX5-513" fmla="*/ 2617717 w 3710151"/>
                        <a:gd name="connsiteY5-514" fmla="*/ 448868 h 1418896"/>
                        <a:gd name="connsiteX6-515" fmla="*/ 2610282 w 3710151"/>
                        <a:gd name="connsiteY6-516" fmla="*/ 902607 h 1418896"/>
                        <a:gd name="connsiteX7-517" fmla="*/ 3710151 w 3710151"/>
                        <a:gd name="connsiteY7-518" fmla="*/ 1345324 h 1418896"/>
                        <a:gd name="connsiteX8-519" fmla="*/ 3426372 w 3710151"/>
                        <a:gd name="connsiteY8-520" fmla="*/ 1408386 h 1418896"/>
                        <a:gd name="connsiteX9-521" fmla="*/ 1849820 w 3710151"/>
                        <a:gd name="connsiteY9-522" fmla="*/ 746234 h 1418896"/>
                        <a:gd name="connsiteX10-523" fmla="*/ 241737 w 3710151"/>
                        <a:gd name="connsiteY10-524" fmla="*/ 1418896 h 1418896"/>
                        <a:gd name="connsiteX11-525" fmla="*/ 0 w 3710151"/>
                        <a:gd name="connsiteY11-526" fmla="*/ 1334814 h 1418896"/>
                        <a:gd name="connsiteX12-527" fmla="*/ 1124606 w 3710151"/>
                        <a:gd name="connsiteY12-528" fmla="*/ 903890 h 1418896"/>
                        <a:gd name="connsiteX13-529" fmla="*/ 1087434 w 3710151"/>
                        <a:gd name="connsiteY13-530" fmla="*/ 451945 h 1418896"/>
                        <a:gd name="connsiteX14-531" fmla="*/ 168164 w 3710151"/>
                        <a:gd name="connsiteY14-532" fmla="*/ 84081 h 1418896"/>
                        <a:gd name="connsiteX15-533" fmla="*/ 147144 w 3710151"/>
                        <a:gd name="connsiteY15-534" fmla="*/ 73572 h 1418896"/>
                        <a:gd name="connsiteX0-535" fmla="*/ 147144 w 3710151"/>
                        <a:gd name="connsiteY0-536" fmla="*/ 73572 h 1418896"/>
                        <a:gd name="connsiteX1-537" fmla="*/ 430924 w 3710151"/>
                        <a:gd name="connsiteY1-538" fmla="*/ 0 h 1418896"/>
                        <a:gd name="connsiteX2-539" fmla="*/ 1838028 w 3710151"/>
                        <a:gd name="connsiteY2-540" fmla="*/ 591655 h 1418896"/>
                        <a:gd name="connsiteX3-541" fmla="*/ 3342289 w 3710151"/>
                        <a:gd name="connsiteY3-542" fmla="*/ 0 h 1418896"/>
                        <a:gd name="connsiteX4-543" fmla="*/ 3563006 w 3710151"/>
                        <a:gd name="connsiteY4-544" fmla="*/ 73572 h 1418896"/>
                        <a:gd name="connsiteX5-545" fmla="*/ 2617717 w 3710151"/>
                        <a:gd name="connsiteY5-546" fmla="*/ 448868 h 1418896"/>
                        <a:gd name="connsiteX6-547" fmla="*/ 2610282 w 3710151"/>
                        <a:gd name="connsiteY6-548" fmla="*/ 902607 h 1418896"/>
                        <a:gd name="connsiteX7-549" fmla="*/ 3710151 w 3710151"/>
                        <a:gd name="connsiteY7-550" fmla="*/ 1345324 h 1418896"/>
                        <a:gd name="connsiteX8-551" fmla="*/ 3426372 w 3710151"/>
                        <a:gd name="connsiteY8-552" fmla="*/ 1408386 h 1418896"/>
                        <a:gd name="connsiteX9-553" fmla="*/ 1849820 w 3710151"/>
                        <a:gd name="connsiteY9-554" fmla="*/ 746234 h 1418896"/>
                        <a:gd name="connsiteX10-555" fmla="*/ 241737 w 3710151"/>
                        <a:gd name="connsiteY10-556" fmla="*/ 1418896 h 1418896"/>
                        <a:gd name="connsiteX11-557" fmla="*/ 0 w 3710151"/>
                        <a:gd name="connsiteY11-558" fmla="*/ 1334814 h 1418896"/>
                        <a:gd name="connsiteX12-559" fmla="*/ 1098586 w 3710151"/>
                        <a:gd name="connsiteY12-560" fmla="*/ 903890 h 1418896"/>
                        <a:gd name="connsiteX13-561" fmla="*/ 1087434 w 3710151"/>
                        <a:gd name="connsiteY13-562" fmla="*/ 451945 h 1418896"/>
                        <a:gd name="connsiteX14-563" fmla="*/ 168164 w 3710151"/>
                        <a:gd name="connsiteY14-564" fmla="*/ 84081 h 1418896"/>
                        <a:gd name="connsiteX15-565" fmla="*/ 147144 w 3710151"/>
                        <a:gd name="connsiteY15-566" fmla="*/ 73572 h 1418896"/>
                        <a:gd name="connsiteX0-567" fmla="*/ 162012 w 3725019"/>
                        <a:gd name="connsiteY0-568" fmla="*/ 73572 h 1418896"/>
                        <a:gd name="connsiteX1-569" fmla="*/ 445792 w 3725019"/>
                        <a:gd name="connsiteY1-570" fmla="*/ 0 h 1418896"/>
                        <a:gd name="connsiteX2-571" fmla="*/ 1852896 w 3725019"/>
                        <a:gd name="connsiteY2-572" fmla="*/ 591655 h 1418896"/>
                        <a:gd name="connsiteX3-573" fmla="*/ 3357157 w 3725019"/>
                        <a:gd name="connsiteY3-574" fmla="*/ 0 h 1418896"/>
                        <a:gd name="connsiteX4-575" fmla="*/ 3577874 w 3725019"/>
                        <a:gd name="connsiteY4-576" fmla="*/ 73572 h 1418896"/>
                        <a:gd name="connsiteX5-577" fmla="*/ 2632585 w 3725019"/>
                        <a:gd name="connsiteY5-578" fmla="*/ 448868 h 1418896"/>
                        <a:gd name="connsiteX6-579" fmla="*/ 2625150 w 3725019"/>
                        <a:gd name="connsiteY6-580" fmla="*/ 902607 h 1418896"/>
                        <a:gd name="connsiteX7-581" fmla="*/ 3725019 w 3725019"/>
                        <a:gd name="connsiteY7-582" fmla="*/ 1345324 h 1418896"/>
                        <a:gd name="connsiteX8-583" fmla="*/ 3441240 w 3725019"/>
                        <a:gd name="connsiteY8-584" fmla="*/ 1408386 h 1418896"/>
                        <a:gd name="connsiteX9-585" fmla="*/ 1864688 w 3725019"/>
                        <a:gd name="connsiteY9-586" fmla="*/ 746234 h 1418896"/>
                        <a:gd name="connsiteX10-587" fmla="*/ 256605 w 3725019"/>
                        <a:gd name="connsiteY10-588" fmla="*/ 1418896 h 1418896"/>
                        <a:gd name="connsiteX11-589" fmla="*/ 0 w 3725019"/>
                        <a:gd name="connsiteY11-590" fmla="*/ 1331097 h 1418896"/>
                        <a:gd name="connsiteX12-591" fmla="*/ 1113454 w 3725019"/>
                        <a:gd name="connsiteY12-592" fmla="*/ 903890 h 1418896"/>
                        <a:gd name="connsiteX13-593" fmla="*/ 1102302 w 3725019"/>
                        <a:gd name="connsiteY13-594" fmla="*/ 451945 h 1418896"/>
                        <a:gd name="connsiteX14-595" fmla="*/ 183032 w 3725019"/>
                        <a:gd name="connsiteY14-596" fmla="*/ 84081 h 1418896"/>
                        <a:gd name="connsiteX15-597" fmla="*/ 162012 w 3725019"/>
                        <a:gd name="connsiteY15-598" fmla="*/ 73572 h 141889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  <a:cxn ang="0">
                          <a:pos x="connsiteX11-23" y="connsiteY11-24"/>
                        </a:cxn>
                        <a:cxn ang="0">
                          <a:pos x="connsiteX12-25" y="connsiteY12-26"/>
                        </a:cxn>
                        <a:cxn ang="0">
                          <a:pos x="connsiteX13-27" y="connsiteY13-28"/>
                        </a:cxn>
                        <a:cxn ang="0">
                          <a:pos x="connsiteX14-29" y="connsiteY14-30"/>
                        </a:cxn>
                        <a:cxn ang="0">
                          <a:pos x="connsiteX15-31" y="connsiteY15-32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529" name="Group 528"/>
                <p:cNvGrpSpPr/>
                <p:nvPr/>
              </p:nvGrpSpPr>
              <p:grpSpPr>
                <a:xfrm>
                  <a:off x="8311520" y="5194433"/>
                  <a:ext cx="309740" cy="190838"/>
                  <a:chOff x="3668110" y="2448910"/>
                  <a:chExt cx="3794234" cy="2165130"/>
                </a:xfrm>
              </p:grpSpPr>
              <p:sp>
                <p:nvSpPr>
                  <p:cNvPr id="530" name="Rectangle 529"/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1" name="Freeform 530"/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532" name="Group 531"/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533" name="Freeform 532"/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-1" fmla="*/ 3725333 w 4641485"/>
                        <a:gd name="connsiteY0-2" fmla="*/ 0 h 1049866"/>
                        <a:gd name="connsiteX1-3" fmla="*/ 4641485 w 4641485"/>
                        <a:gd name="connsiteY1-4" fmla="*/ 239402 h 1049866"/>
                        <a:gd name="connsiteX2-5" fmla="*/ 3962400 w 4641485"/>
                        <a:gd name="connsiteY2-6" fmla="*/ 541866 h 1049866"/>
                        <a:gd name="connsiteX3-7" fmla="*/ 3742267 w 4641485"/>
                        <a:gd name="connsiteY3-8" fmla="*/ 457200 h 1049866"/>
                        <a:gd name="connsiteX4-9" fmla="*/ 2269067 w 4641485"/>
                        <a:gd name="connsiteY4-10" fmla="*/ 1049866 h 1049866"/>
                        <a:gd name="connsiteX5-11" fmla="*/ 880533 w 4641485"/>
                        <a:gd name="connsiteY5-12" fmla="*/ 457200 h 1049866"/>
                        <a:gd name="connsiteX6-13" fmla="*/ 592667 w 4641485"/>
                        <a:gd name="connsiteY6-14" fmla="*/ 541866 h 1049866"/>
                        <a:gd name="connsiteX7-15" fmla="*/ 0 w 4641485"/>
                        <a:gd name="connsiteY7-16" fmla="*/ 254000 h 1049866"/>
                        <a:gd name="connsiteX8-17" fmla="*/ 880533 w 4641485"/>
                        <a:gd name="connsiteY8-18" fmla="*/ 16933 h 1049866"/>
                        <a:gd name="connsiteX9-19" fmla="*/ 2302933 w 4641485"/>
                        <a:gd name="connsiteY9-20" fmla="*/ 626533 h 1049866"/>
                        <a:gd name="connsiteX10-21" fmla="*/ 3725333 w 4641485"/>
                        <a:gd name="connsiteY10-22" fmla="*/ 0 h 1049866"/>
                        <a:gd name="connsiteX0-23" fmla="*/ 3756864 w 4673016"/>
                        <a:gd name="connsiteY0-24" fmla="*/ 0 h 1049866"/>
                        <a:gd name="connsiteX1-25" fmla="*/ 4673016 w 4673016"/>
                        <a:gd name="connsiteY1-26" fmla="*/ 239402 h 1049866"/>
                        <a:gd name="connsiteX2-27" fmla="*/ 3993931 w 4673016"/>
                        <a:gd name="connsiteY2-28" fmla="*/ 541866 h 1049866"/>
                        <a:gd name="connsiteX3-29" fmla="*/ 3773798 w 4673016"/>
                        <a:gd name="connsiteY3-30" fmla="*/ 457200 h 1049866"/>
                        <a:gd name="connsiteX4-31" fmla="*/ 2300598 w 4673016"/>
                        <a:gd name="connsiteY4-32" fmla="*/ 1049866 h 1049866"/>
                        <a:gd name="connsiteX5-33" fmla="*/ 912064 w 4673016"/>
                        <a:gd name="connsiteY5-34" fmla="*/ 457200 h 1049866"/>
                        <a:gd name="connsiteX6-35" fmla="*/ 624198 w 4673016"/>
                        <a:gd name="connsiteY6-36" fmla="*/ 541866 h 1049866"/>
                        <a:gd name="connsiteX7-37" fmla="*/ 0 w 4673016"/>
                        <a:gd name="connsiteY7-38" fmla="*/ 232979 h 1049866"/>
                        <a:gd name="connsiteX8-39" fmla="*/ 912064 w 4673016"/>
                        <a:gd name="connsiteY8-40" fmla="*/ 16933 h 1049866"/>
                        <a:gd name="connsiteX9-41" fmla="*/ 2334464 w 4673016"/>
                        <a:gd name="connsiteY9-42" fmla="*/ 626533 h 1049866"/>
                        <a:gd name="connsiteX10-43" fmla="*/ 3756864 w 4673016"/>
                        <a:gd name="connsiteY10-44" fmla="*/ 0 h 1049866"/>
                        <a:gd name="connsiteX0-45" fmla="*/ 3756864 w 4673016"/>
                        <a:gd name="connsiteY0-46" fmla="*/ 0 h 1049866"/>
                        <a:gd name="connsiteX1-47" fmla="*/ 4673016 w 4673016"/>
                        <a:gd name="connsiteY1-48" fmla="*/ 239402 h 1049866"/>
                        <a:gd name="connsiteX2-49" fmla="*/ 3993931 w 4673016"/>
                        <a:gd name="connsiteY2-50" fmla="*/ 541866 h 1049866"/>
                        <a:gd name="connsiteX3-51" fmla="*/ 3784308 w 4673016"/>
                        <a:gd name="connsiteY3-52" fmla="*/ 404648 h 1049866"/>
                        <a:gd name="connsiteX4-53" fmla="*/ 2300598 w 4673016"/>
                        <a:gd name="connsiteY4-54" fmla="*/ 1049866 h 1049866"/>
                        <a:gd name="connsiteX5-55" fmla="*/ 912064 w 4673016"/>
                        <a:gd name="connsiteY5-56" fmla="*/ 457200 h 1049866"/>
                        <a:gd name="connsiteX6-57" fmla="*/ 624198 w 4673016"/>
                        <a:gd name="connsiteY6-58" fmla="*/ 541866 h 1049866"/>
                        <a:gd name="connsiteX7-59" fmla="*/ 0 w 4673016"/>
                        <a:gd name="connsiteY7-60" fmla="*/ 232979 h 1049866"/>
                        <a:gd name="connsiteX8-61" fmla="*/ 912064 w 4673016"/>
                        <a:gd name="connsiteY8-62" fmla="*/ 16933 h 1049866"/>
                        <a:gd name="connsiteX9-63" fmla="*/ 2334464 w 4673016"/>
                        <a:gd name="connsiteY9-64" fmla="*/ 626533 h 1049866"/>
                        <a:gd name="connsiteX10-65" fmla="*/ 3756864 w 4673016"/>
                        <a:gd name="connsiteY10-66" fmla="*/ 0 h 1049866"/>
                        <a:gd name="connsiteX0-67" fmla="*/ 3756864 w 4673016"/>
                        <a:gd name="connsiteY0-68" fmla="*/ 0 h 1049866"/>
                        <a:gd name="connsiteX1-69" fmla="*/ 4673016 w 4673016"/>
                        <a:gd name="connsiteY1-70" fmla="*/ 239402 h 1049866"/>
                        <a:gd name="connsiteX2-71" fmla="*/ 3993931 w 4673016"/>
                        <a:gd name="connsiteY2-72" fmla="*/ 541866 h 1049866"/>
                        <a:gd name="connsiteX3-73" fmla="*/ 3794818 w 4673016"/>
                        <a:gd name="connsiteY3-74" fmla="*/ 436179 h 1049866"/>
                        <a:gd name="connsiteX4-75" fmla="*/ 2300598 w 4673016"/>
                        <a:gd name="connsiteY4-76" fmla="*/ 1049866 h 1049866"/>
                        <a:gd name="connsiteX5-77" fmla="*/ 912064 w 4673016"/>
                        <a:gd name="connsiteY5-78" fmla="*/ 457200 h 1049866"/>
                        <a:gd name="connsiteX6-79" fmla="*/ 624198 w 4673016"/>
                        <a:gd name="connsiteY6-80" fmla="*/ 541866 h 1049866"/>
                        <a:gd name="connsiteX7-81" fmla="*/ 0 w 4673016"/>
                        <a:gd name="connsiteY7-82" fmla="*/ 232979 h 1049866"/>
                        <a:gd name="connsiteX8-83" fmla="*/ 912064 w 4673016"/>
                        <a:gd name="connsiteY8-84" fmla="*/ 16933 h 1049866"/>
                        <a:gd name="connsiteX9-85" fmla="*/ 2334464 w 4673016"/>
                        <a:gd name="connsiteY9-86" fmla="*/ 626533 h 1049866"/>
                        <a:gd name="connsiteX10-87" fmla="*/ 3756864 w 4673016"/>
                        <a:gd name="connsiteY10-88" fmla="*/ 0 h 1049866"/>
                        <a:gd name="connsiteX0-89" fmla="*/ 3756864 w 4673016"/>
                        <a:gd name="connsiteY0-90" fmla="*/ 0 h 1049866"/>
                        <a:gd name="connsiteX1-91" fmla="*/ 4673016 w 4673016"/>
                        <a:gd name="connsiteY1-92" fmla="*/ 239402 h 1049866"/>
                        <a:gd name="connsiteX2-93" fmla="*/ 3993931 w 4673016"/>
                        <a:gd name="connsiteY2-94" fmla="*/ 541866 h 1049866"/>
                        <a:gd name="connsiteX3-95" fmla="*/ 3794818 w 4673016"/>
                        <a:gd name="connsiteY3-96" fmla="*/ 436179 h 1049866"/>
                        <a:gd name="connsiteX4-97" fmla="*/ 2300598 w 4673016"/>
                        <a:gd name="connsiteY4-98" fmla="*/ 1049866 h 1049866"/>
                        <a:gd name="connsiteX5-99" fmla="*/ 912064 w 4673016"/>
                        <a:gd name="connsiteY5-100" fmla="*/ 457200 h 1049866"/>
                        <a:gd name="connsiteX6-101" fmla="*/ 624198 w 4673016"/>
                        <a:gd name="connsiteY6-102" fmla="*/ 541866 h 1049866"/>
                        <a:gd name="connsiteX7-103" fmla="*/ 0 w 4673016"/>
                        <a:gd name="connsiteY7-104" fmla="*/ 232979 h 1049866"/>
                        <a:gd name="connsiteX8-105" fmla="*/ 912064 w 4673016"/>
                        <a:gd name="connsiteY8-106" fmla="*/ 16933 h 1049866"/>
                        <a:gd name="connsiteX9-107" fmla="*/ 2323954 w 4673016"/>
                        <a:gd name="connsiteY9-108" fmla="*/ 616023 h 1049866"/>
                        <a:gd name="connsiteX10-109" fmla="*/ 3756864 w 4673016"/>
                        <a:gd name="connsiteY10-110" fmla="*/ 0 h 1049866"/>
                        <a:gd name="connsiteX0-111" fmla="*/ 3756864 w 4673016"/>
                        <a:gd name="connsiteY0-112" fmla="*/ 0 h 1049866"/>
                        <a:gd name="connsiteX1-113" fmla="*/ 4673016 w 4673016"/>
                        <a:gd name="connsiteY1-114" fmla="*/ 239402 h 1049866"/>
                        <a:gd name="connsiteX2-115" fmla="*/ 3993931 w 4673016"/>
                        <a:gd name="connsiteY2-116" fmla="*/ 541866 h 1049866"/>
                        <a:gd name="connsiteX3-117" fmla="*/ 3794818 w 4673016"/>
                        <a:gd name="connsiteY3-118" fmla="*/ 436179 h 1049866"/>
                        <a:gd name="connsiteX4-119" fmla="*/ 2300598 w 4673016"/>
                        <a:gd name="connsiteY4-120" fmla="*/ 1049866 h 1049866"/>
                        <a:gd name="connsiteX5-121" fmla="*/ 912064 w 4673016"/>
                        <a:gd name="connsiteY5-122" fmla="*/ 457200 h 1049866"/>
                        <a:gd name="connsiteX6-123" fmla="*/ 624198 w 4673016"/>
                        <a:gd name="connsiteY6-124" fmla="*/ 541866 h 1049866"/>
                        <a:gd name="connsiteX7-125" fmla="*/ 0 w 4673016"/>
                        <a:gd name="connsiteY7-126" fmla="*/ 275021 h 1049866"/>
                        <a:gd name="connsiteX8-127" fmla="*/ 912064 w 4673016"/>
                        <a:gd name="connsiteY8-128" fmla="*/ 16933 h 1049866"/>
                        <a:gd name="connsiteX9-129" fmla="*/ 2323954 w 4673016"/>
                        <a:gd name="connsiteY9-130" fmla="*/ 616023 h 1049866"/>
                        <a:gd name="connsiteX10-131" fmla="*/ 3756864 w 4673016"/>
                        <a:gd name="connsiteY10-132" fmla="*/ 0 h 1049866"/>
                        <a:gd name="connsiteX0-133" fmla="*/ 3756864 w 4673016"/>
                        <a:gd name="connsiteY0-134" fmla="*/ 0 h 1049866"/>
                        <a:gd name="connsiteX1-135" fmla="*/ 4673016 w 4673016"/>
                        <a:gd name="connsiteY1-136" fmla="*/ 239402 h 1049866"/>
                        <a:gd name="connsiteX2-137" fmla="*/ 3993931 w 4673016"/>
                        <a:gd name="connsiteY2-138" fmla="*/ 541866 h 1049866"/>
                        <a:gd name="connsiteX3-139" fmla="*/ 3815839 w 4673016"/>
                        <a:gd name="connsiteY3-140" fmla="*/ 467710 h 1049866"/>
                        <a:gd name="connsiteX4-141" fmla="*/ 2300598 w 4673016"/>
                        <a:gd name="connsiteY4-142" fmla="*/ 1049866 h 1049866"/>
                        <a:gd name="connsiteX5-143" fmla="*/ 912064 w 4673016"/>
                        <a:gd name="connsiteY5-144" fmla="*/ 457200 h 1049866"/>
                        <a:gd name="connsiteX6-145" fmla="*/ 624198 w 4673016"/>
                        <a:gd name="connsiteY6-146" fmla="*/ 541866 h 1049866"/>
                        <a:gd name="connsiteX7-147" fmla="*/ 0 w 4673016"/>
                        <a:gd name="connsiteY7-148" fmla="*/ 275021 h 1049866"/>
                        <a:gd name="connsiteX8-149" fmla="*/ 912064 w 4673016"/>
                        <a:gd name="connsiteY8-150" fmla="*/ 16933 h 1049866"/>
                        <a:gd name="connsiteX9-151" fmla="*/ 2323954 w 4673016"/>
                        <a:gd name="connsiteY9-152" fmla="*/ 616023 h 1049866"/>
                        <a:gd name="connsiteX10-153" fmla="*/ 3756864 w 4673016"/>
                        <a:gd name="connsiteY10-154" fmla="*/ 0 h 104986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4" name="Freeform 533"/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5" name="Freeform 534"/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6" name="Freeform 535"/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-1" fmla="*/ 168165 w 3731172"/>
                        <a:gd name="connsiteY0-2" fmla="*/ 73572 h 1418896"/>
                        <a:gd name="connsiteX1-3" fmla="*/ 451945 w 3731172"/>
                        <a:gd name="connsiteY1-4" fmla="*/ 0 h 1418896"/>
                        <a:gd name="connsiteX2-5" fmla="*/ 1881352 w 3731172"/>
                        <a:gd name="connsiteY2-6" fmla="*/ 599089 h 1418896"/>
                        <a:gd name="connsiteX3-7" fmla="*/ 3363310 w 3731172"/>
                        <a:gd name="connsiteY3-8" fmla="*/ 0 h 1418896"/>
                        <a:gd name="connsiteX4-9" fmla="*/ 3584027 w 3731172"/>
                        <a:gd name="connsiteY4-10" fmla="*/ 73572 h 1418896"/>
                        <a:gd name="connsiteX5-11" fmla="*/ 2627586 w 3731172"/>
                        <a:gd name="connsiteY5-12" fmla="*/ 441434 h 1418896"/>
                        <a:gd name="connsiteX6-13" fmla="*/ 2596055 w 3731172"/>
                        <a:gd name="connsiteY6-14" fmla="*/ 914400 h 1418896"/>
                        <a:gd name="connsiteX7-15" fmla="*/ 3731172 w 3731172"/>
                        <a:gd name="connsiteY7-16" fmla="*/ 1345324 h 1418896"/>
                        <a:gd name="connsiteX8-17" fmla="*/ 3447393 w 3731172"/>
                        <a:gd name="connsiteY8-18" fmla="*/ 1408386 h 1418896"/>
                        <a:gd name="connsiteX9-19" fmla="*/ 1870841 w 3731172"/>
                        <a:gd name="connsiteY9-20" fmla="*/ 746234 h 1418896"/>
                        <a:gd name="connsiteX10-21" fmla="*/ 262758 w 3731172"/>
                        <a:gd name="connsiteY10-22" fmla="*/ 1418896 h 1418896"/>
                        <a:gd name="connsiteX11-23" fmla="*/ 0 w 3731172"/>
                        <a:gd name="connsiteY11-24" fmla="*/ 1324303 h 1418896"/>
                        <a:gd name="connsiteX12-25" fmla="*/ 1145627 w 3731172"/>
                        <a:gd name="connsiteY12-26" fmla="*/ 882869 h 1418896"/>
                        <a:gd name="connsiteX13-27" fmla="*/ 1114096 w 3731172"/>
                        <a:gd name="connsiteY13-28" fmla="*/ 409903 h 1418896"/>
                        <a:gd name="connsiteX14-29" fmla="*/ 441434 w 3731172"/>
                        <a:gd name="connsiteY14-30" fmla="*/ 10510 h 1418896"/>
                        <a:gd name="connsiteX15-31" fmla="*/ 441434 w 3731172"/>
                        <a:gd name="connsiteY15-32" fmla="*/ 10510 h 1418896"/>
                        <a:gd name="connsiteX0-33" fmla="*/ 168165 w 3731172"/>
                        <a:gd name="connsiteY0-34" fmla="*/ 73572 h 1418896"/>
                        <a:gd name="connsiteX1-35" fmla="*/ 451945 w 3731172"/>
                        <a:gd name="connsiteY1-36" fmla="*/ 0 h 1418896"/>
                        <a:gd name="connsiteX2-37" fmla="*/ 1881352 w 3731172"/>
                        <a:gd name="connsiteY2-38" fmla="*/ 599089 h 1418896"/>
                        <a:gd name="connsiteX3-39" fmla="*/ 3363310 w 3731172"/>
                        <a:gd name="connsiteY3-40" fmla="*/ 0 h 1418896"/>
                        <a:gd name="connsiteX4-41" fmla="*/ 3584027 w 3731172"/>
                        <a:gd name="connsiteY4-42" fmla="*/ 73572 h 1418896"/>
                        <a:gd name="connsiteX5-43" fmla="*/ 2627586 w 3731172"/>
                        <a:gd name="connsiteY5-44" fmla="*/ 441434 h 1418896"/>
                        <a:gd name="connsiteX6-45" fmla="*/ 2596055 w 3731172"/>
                        <a:gd name="connsiteY6-46" fmla="*/ 914400 h 1418896"/>
                        <a:gd name="connsiteX7-47" fmla="*/ 3731172 w 3731172"/>
                        <a:gd name="connsiteY7-48" fmla="*/ 1345324 h 1418896"/>
                        <a:gd name="connsiteX8-49" fmla="*/ 3447393 w 3731172"/>
                        <a:gd name="connsiteY8-50" fmla="*/ 1408386 h 1418896"/>
                        <a:gd name="connsiteX9-51" fmla="*/ 1870841 w 3731172"/>
                        <a:gd name="connsiteY9-52" fmla="*/ 746234 h 1418896"/>
                        <a:gd name="connsiteX10-53" fmla="*/ 262758 w 3731172"/>
                        <a:gd name="connsiteY10-54" fmla="*/ 1418896 h 1418896"/>
                        <a:gd name="connsiteX11-55" fmla="*/ 0 w 3731172"/>
                        <a:gd name="connsiteY11-56" fmla="*/ 1324303 h 1418896"/>
                        <a:gd name="connsiteX12-57" fmla="*/ 1145627 w 3731172"/>
                        <a:gd name="connsiteY12-58" fmla="*/ 882869 h 1418896"/>
                        <a:gd name="connsiteX13-59" fmla="*/ 1114096 w 3731172"/>
                        <a:gd name="connsiteY13-60" fmla="*/ 409903 h 1418896"/>
                        <a:gd name="connsiteX14-61" fmla="*/ 441434 w 3731172"/>
                        <a:gd name="connsiteY14-62" fmla="*/ 10510 h 1418896"/>
                        <a:gd name="connsiteX0-63" fmla="*/ 168165 w 3731172"/>
                        <a:gd name="connsiteY0-64" fmla="*/ 73572 h 1418896"/>
                        <a:gd name="connsiteX1-65" fmla="*/ 451945 w 3731172"/>
                        <a:gd name="connsiteY1-66" fmla="*/ 0 h 1418896"/>
                        <a:gd name="connsiteX2-67" fmla="*/ 1881352 w 3731172"/>
                        <a:gd name="connsiteY2-68" fmla="*/ 599089 h 1418896"/>
                        <a:gd name="connsiteX3-69" fmla="*/ 3363310 w 3731172"/>
                        <a:gd name="connsiteY3-70" fmla="*/ 0 h 1418896"/>
                        <a:gd name="connsiteX4-71" fmla="*/ 3584027 w 3731172"/>
                        <a:gd name="connsiteY4-72" fmla="*/ 73572 h 1418896"/>
                        <a:gd name="connsiteX5-73" fmla="*/ 2627586 w 3731172"/>
                        <a:gd name="connsiteY5-74" fmla="*/ 441434 h 1418896"/>
                        <a:gd name="connsiteX6-75" fmla="*/ 2596055 w 3731172"/>
                        <a:gd name="connsiteY6-76" fmla="*/ 914400 h 1418896"/>
                        <a:gd name="connsiteX7-77" fmla="*/ 3731172 w 3731172"/>
                        <a:gd name="connsiteY7-78" fmla="*/ 1345324 h 1418896"/>
                        <a:gd name="connsiteX8-79" fmla="*/ 3447393 w 3731172"/>
                        <a:gd name="connsiteY8-80" fmla="*/ 1408386 h 1418896"/>
                        <a:gd name="connsiteX9-81" fmla="*/ 1870841 w 3731172"/>
                        <a:gd name="connsiteY9-82" fmla="*/ 746234 h 1418896"/>
                        <a:gd name="connsiteX10-83" fmla="*/ 262758 w 3731172"/>
                        <a:gd name="connsiteY10-84" fmla="*/ 1418896 h 1418896"/>
                        <a:gd name="connsiteX11-85" fmla="*/ 0 w 3731172"/>
                        <a:gd name="connsiteY11-86" fmla="*/ 1324303 h 1418896"/>
                        <a:gd name="connsiteX12-87" fmla="*/ 1145627 w 3731172"/>
                        <a:gd name="connsiteY12-88" fmla="*/ 882869 h 1418896"/>
                        <a:gd name="connsiteX13-89" fmla="*/ 1114096 w 3731172"/>
                        <a:gd name="connsiteY13-90" fmla="*/ 409903 h 1418896"/>
                        <a:gd name="connsiteX14-91" fmla="*/ 357351 w 3731172"/>
                        <a:gd name="connsiteY14-92" fmla="*/ 115613 h 1418896"/>
                        <a:gd name="connsiteX0-93" fmla="*/ 168165 w 3731172"/>
                        <a:gd name="connsiteY0-94" fmla="*/ 73572 h 1418896"/>
                        <a:gd name="connsiteX1-95" fmla="*/ 451945 w 3731172"/>
                        <a:gd name="connsiteY1-96" fmla="*/ 0 h 1418896"/>
                        <a:gd name="connsiteX2-97" fmla="*/ 1881352 w 3731172"/>
                        <a:gd name="connsiteY2-98" fmla="*/ 599089 h 1418896"/>
                        <a:gd name="connsiteX3-99" fmla="*/ 3363310 w 3731172"/>
                        <a:gd name="connsiteY3-100" fmla="*/ 0 h 1418896"/>
                        <a:gd name="connsiteX4-101" fmla="*/ 3584027 w 3731172"/>
                        <a:gd name="connsiteY4-102" fmla="*/ 73572 h 1418896"/>
                        <a:gd name="connsiteX5-103" fmla="*/ 2627586 w 3731172"/>
                        <a:gd name="connsiteY5-104" fmla="*/ 441434 h 1418896"/>
                        <a:gd name="connsiteX6-105" fmla="*/ 2596055 w 3731172"/>
                        <a:gd name="connsiteY6-106" fmla="*/ 914400 h 1418896"/>
                        <a:gd name="connsiteX7-107" fmla="*/ 3731172 w 3731172"/>
                        <a:gd name="connsiteY7-108" fmla="*/ 1345324 h 1418896"/>
                        <a:gd name="connsiteX8-109" fmla="*/ 3447393 w 3731172"/>
                        <a:gd name="connsiteY8-110" fmla="*/ 1408386 h 1418896"/>
                        <a:gd name="connsiteX9-111" fmla="*/ 1870841 w 3731172"/>
                        <a:gd name="connsiteY9-112" fmla="*/ 746234 h 1418896"/>
                        <a:gd name="connsiteX10-113" fmla="*/ 262758 w 3731172"/>
                        <a:gd name="connsiteY10-114" fmla="*/ 1418896 h 1418896"/>
                        <a:gd name="connsiteX11-115" fmla="*/ 0 w 3731172"/>
                        <a:gd name="connsiteY11-116" fmla="*/ 1324303 h 1418896"/>
                        <a:gd name="connsiteX12-117" fmla="*/ 1145627 w 3731172"/>
                        <a:gd name="connsiteY12-118" fmla="*/ 882869 h 1418896"/>
                        <a:gd name="connsiteX13-119" fmla="*/ 1114096 w 3731172"/>
                        <a:gd name="connsiteY13-120" fmla="*/ 409903 h 1418896"/>
                        <a:gd name="connsiteX14-121" fmla="*/ 147144 w 3731172"/>
                        <a:gd name="connsiteY14-122" fmla="*/ 63061 h 1418896"/>
                        <a:gd name="connsiteX0-123" fmla="*/ 168165 w 3731172"/>
                        <a:gd name="connsiteY0-124" fmla="*/ 73572 h 1418896"/>
                        <a:gd name="connsiteX1-125" fmla="*/ 451945 w 3731172"/>
                        <a:gd name="connsiteY1-126" fmla="*/ 0 h 1418896"/>
                        <a:gd name="connsiteX2-127" fmla="*/ 1881352 w 3731172"/>
                        <a:gd name="connsiteY2-128" fmla="*/ 599089 h 1418896"/>
                        <a:gd name="connsiteX3-129" fmla="*/ 3363310 w 3731172"/>
                        <a:gd name="connsiteY3-130" fmla="*/ 0 h 1418896"/>
                        <a:gd name="connsiteX4-131" fmla="*/ 3584027 w 3731172"/>
                        <a:gd name="connsiteY4-132" fmla="*/ 73572 h 1418896"/>
                        <a:gd name="connsiteX5-133" fmla="*/ 2627586 w 3731172"/>
                        <a:gd name="connsiteY5-134" fmla="*/ 441434 h 1418896"/>
                        <a:gd name="connsiteX6-135" fmla="*/ 2596055 w 3731172"/>
                        <a:gd name="connsiteY6-136" fmla="*/ 914400 h 1418896"/>
                        <a:gd name="connsiteX7-137" fmla="*/ 3731172 w 3731172"/>
                        <a:gd name="connsiteY7-138" fmla="*/ 1345324 h 1418896"/>
                        <a:gd name="connsiteX8-139" fmla="*/ 3447393 w 3731172"/>
                        <a:gd name="connsiteY8-140" fmla="*/ 1408386 h 1418896"/>
                        <a:gd name="connsiteX9-141" fmla="*/ 1870841 w 3731172"/>
                        <a:gd name="connsiteY9-142" fmla="*/ 746234 h 1418896"/>
                        <a:gd name="connsiteX10-143" fmla="*/ 262758 w 3731172"/>
                        <a:gd name="connsiteY10-144" fmla="*/ 1418896 h 1418896"/>
                        <a:gd name="connsiteX11-145" fmla="*/ 0 w 3731172"/>
                        <a:gd name="connsiteY11-146" fmla="*/ 1324303 h 1418896"/>
                        <a:gd name="connsiteX12-147" fmla="*/ 1145627 w 3731172"/>
                        <a:gd name="connsiteY12-148" fmla="*/ 882869 h 1418896"/>
                        <a:gd name="connsiteX13-149" fmla="*/ 1114096 w 3731172"/>
                        <a:gd name="connsiteY13-150" fmla="*/ 420413 h 1418896"/>
                        <a:gd name="connsiteX14-151" fmla="*/ 147144 w 3731172"/>
                        <a:gd name="connsiteY14-152" fmla="*/ 63061 h 1418896"/>
                        <a:gd name="connsiteX0-153" fmla="*/ 168165 w 3731172"/>
                        <a:gd name="connsiteY0-154" fmla="*/ 73572 h 1418896"/>
                        <a:gd name="connsiteX1-155" fmla="*/ 451945 w 3731172"/>
                        <a:gd name="connsiteY1-156" fmla="*/ 0 h 1418896"/>
                        <a:gd name="connsiteX2-157" fmla="*/ 1881352 w 3731172"/>
                        <a:gd name="connsiteY2-158" fmla="*/ 599089 h 1418896"/>
                        <a:gd name="connsiteX3-159" fmla="*/ 3363310 w 3731172"/>
                        <a:gd name="connsiteY3-160" fmla="*/ 0 h 1418896"/>
                        <a:gd name="connsiteX4-161" fmla="*/ 3584027 w 3731172"/>
                        <a:gd name="connsiteY4-162" fmla="*/ 73572 h 1418896"/>
                        <a:gd name="connsiteX5-163" fmla="*/ 2627586 w 3731172"/>
                        <a:gd name="connsiteY5-164" fmla="*/ 441434 h 1418896"/>
                        <a:gd name="connsiteX6-165" fmla="*/ 2596055 w 3731172"/>
                        <a:gd name="connsiteY6-166" fmla="*/ 914400 h 1418896"/>
                        <a:gd name="connsiteX7-167" fmla="*/ 3731172 w 3731172"/>
                        <a:gd name="connsiteY7-168" fmla="*/ 1345324 h 1418896"/>
                        <a:gd name="connsiteX8-169" fmla="*/ 3447393 w 3731172"/>
                        <a:gd name="connsiteY8-170" fmla="*/ 1408386 h 1418896"/>
                        <a:gd name="connsiteX9-171" fmla="*/ 1870841 w 3731172"/>
                        <a:gd name="connsiteY9-172" fmla="*/ 746234 h 1418896"/>
                        <a:gd name="connsiteX10-173" fmla="*/ 262758 w 3731172"/>
                        <a:gd name="connsiteY10-174" fmla="*/ 1418896 h 1418896"/>
                        <a:gd name="connsiteX11-175" fmla="*/ 0 w 3731172"/>
                        <a:gd name="connsiteY11-176" fmla="*/ 1324303 h 1418896"/>
                        <a:gd name="connsiteX12-177" fmla="*/ 1145627 w 3731172"/>
                        <a:gd name="connsiteY12-178" fmla="*/ 882869 h 1418896"/>
                        <a:gd name="connsiteX13-179" fmla="*/ 1114096 w 3731172"/>
                        <a:gd name="connsiteY13-180" fmla="*/ 420413 h 1418896"/>
                        <a:gd name="connsiteX14-181" fmla="*/ 189185 w 3731172"/>
                        <a:gd name="connsiteY14-182" fmla="*/ 84081 h 1418896"/>
                        <a:gd name="connsiteX0-183" fmla="*/ 168165 w 3731172"/>
                        <a:gd name="connsiteY0-184" fmla="*/ 73572 h 1418896"/>
                        <a:gd name="connsiteX1-185" fmla="*/ 451945 w 3731172"/>
                        <a:gd name="connsiteY1-186" fmla="*/ 0 h 1418896"/>
                        <a:gd name="connsiteX2-187" fmla="*/ 1881352 w 3731172"/>
                        <a:gd name="connsiteY2-188" fmla="*/ 599089 h 1418896"/>
                        <a:gd name="connsiteX3-189" fmla="*/ 3363310 w 3731172"/>
                        <a:gd name="connsiteY3-190" fmla="*/ 0 h 1418896"/>
                        <a:gd name="connsiteX4-191" fmla="*/ 3584027 w 3731172"/>
                        <a:gd name="connsiteY4-192" fmla="*/ 73572 h 1418896"/>
                        <a:gd name="connsiteX5-193" fmla="*/ 2627586 w 3731172"/>
                        <a:gd name="connsiteY5-194" fmla="*/ 441434 h 1418896"/>
                        <a:gd name="connsiteX6-195" fmla="*/ 2596055 w 3731172"/>
                        <a:gd name="connsiteY6-196" fmla="*/ 914400 h 1418896"/>
                        <a:gd name="connsiteX7-197" fmla="*/ 3731172 w 3731172"/>
                        <a:gd name="connsiteY7-198" fmla="*/ 1345324 h 1418896"/>
                        <a:gd name="connsiteX8-199" fmla="*/ 3447393 w 3731172"/>
                        <a:gd name="connsiteY8-200" fmla="*/ 1408386 h 1418896"/>
                        <a:gd name="connsiteX9-201" fmla="*/ 1870841 w 3731172"/>
                        <a:gd name="connsiteY9-202" fmla="*/ 746234 h 1418896"/>
                        <a:gd name="connsiteX10-203" fmla="*/ 262758 w 3731172"/>
                        <a:gd name="connsiteY10-204" fmla="*/ 1418896 h 1418896"/>
                        <a:gd name="connsiteX11-205" fmla="*/ 0 w 3731172"/>
                        <a:gd name="connsiteY11-206" fmla="*/ 1324303 h 1418896"/>
                        <a:gd name="connsiteX12-207" fmla="*/ 1145627 w 3731172"/>
                        <a:gd name="connsiteY12-208" fmla="*/ 882869 h 1418896"/>
                        <a:gd name="connsiteX13-209" fmla="*/ 1114096 w 3731172"/>
                        <a:gd name="connsiteY13-210" fmla="*/ 420413 h 1418896"/>
                        <a:gd name="connsiteX14-211" fmla="*/ 189185 w 3731172"/>
                        <a:gd name="connsiteY14-212" fmla="*/ 84081 h 1418896"/>
                        <a:gd name="connsiteX15-213" fmla="*/ 168165 w 3731172"/>
                        <a:gd name="connsiteY15-214" fmla="*/ 73572 h 1418896"/>
                        <a:gd name="connsiteX0-215" fmla="*/ 168165 w 3731172"/>
                        <a:gd name="connsiteY0-216" fmla="*/ 73572 h 1418896"/>
                        <a:gd name="connsiteX1-217" fmla="*/ 451945 w 3731172"/>
                        <a:gd name="connsiteY1-218" fmla="*/ 0 h 1418896"/>
                        <a:gd name="connsiteX2-219" fmla="*/ 1881352 w 3731172"/>
                        <a:gd name="connsiteY2-220" fmla="*/ 599089 h 1418896"/>
                        <a:gd name="connsiteX3-221" fmla="*/ 3363310 w 3731172"/>
                        <a:gd name="connsiteY3-222" fmla="*/ 0 h 1418896"/>
                        <a:gd name="connsiteX4-223" fmla="*/ 3584027 w 3731172"/>
                        <a:gd name="connsiteY4-224" fmla="*/ 73572 h 1418896"/>
                        <a:gd name="connsiteX5-225" fmla="*/ 2627586 w 3731172"/>
                        <a:gd name="connsiteY5-226" fmla="*/ 441434 h 1418896"/>
                        <a:gd name="connsiteX6-227" fmla="*/ 2596055 w 3731172"/>
                        <a:gd name="connsiteY6-228" fmla="*/ 914400 h 1418896"/>
                        <a:gd name="connsiteX7-229" fmla="*/ 3731172 w 3731172"/>
                        <a:gd name="connsiteY7-230" fmla="*/ 1345324 h 1418896"/>
                        <a:gd name="connsiteX8-231" fmla="*/ 3447393 w 3731172"/>
                        <a:gd name="connsiteY8-232" fmla="*/ 1408386 h 1418896"/>
                        <a:gd name="connsiteX9-233" fmla="*/ 1870841 w 3731172"/>
                        <a:gd name="connsiteY9-234" fmla="*/ 746234 h 1418896"/>
                        <a:gd name="connsiteX10-235" fmla="*/ 262758 w 3731172"/>
                        <a:gd name="connsiteY10-236" fmla="*/ 1418896 h 1418896"/>
                        <a:gd name="connsiteX11-237" fmla="*/ 0 w 3731172"/>
                        <a:gd name="connsiteY11-238" fmla="*/ 1324303 h 1418896"/>
                        <a:gd name="connsiteX12-239" fmla="*/ 1145627 w 3731172"/>
                        <a:gd name="connsiteY12-240" fmla="*/ 882869 h 1418896"/>
                        <a:gd name="connsiteX13-241" fmla="*/ 1156137 w 3731172"/>
                        <a:gd name="connsiteY13-242" fmla="*/ 441434 h 1418896"/>
                        <a:gd name="connsiteX14-243" fmla="*/ 189185 w 3731172"/>
                        <a:gd name="connsiteY14-244" fmla="*/ 84081 h 1418896"/>
                        <a:gd name="connsiteX15-245" fmla="*/ 168165 w 3731172"/>
                        <a:gd name="connsiteY15-246" fmla="*/ 73572 h 1418896"/>
                        <a:gd name="connsiteX0-247" fmla="*/ 168165 w 3731172"/>
                        <a:gd name="connsiteY0-248" fmla="*/ 73572 h 1418896"/>
                        <a:gd name="connsiteX1-249" fmla="*/ 451945 w 3731172"/>
                        <a:gd name="connsiteY1-250" fmla="*/ 0 h 1418896"/>
                        <a:gd name="connsiteX2-251" fmla="*/ 1881352 w 3731172"/>
                        <a:gd name="connsiteY2-252" fmla="*/ 599089 h 1418896"/>
                        <a:gd name="connsiteX3-253" fmla="*/ 3363310 w 3731172"/>
                        <a:gd name="connsiteY3-254" fmla="*/ 0 h 1418896"/>
                        <a:gd name="connsiteX4-255" fmla="*/ 3584027 w 3731172"/>
                        <a:gd name="connsiteY4-256" fmla="*/ 73572 h 1418896"/>
                        <a:gd name="connsiteX5-257" fmla="*/ 2627586 w 3731172"/>
                        <a:gd name="connsiteY5-258" fmla="*/ 441434 h 1418896"/>
                        <a:gd name="connsiteX6-259" fmla="*/ 2596055 w 3731172"/>
                        <a:gd name="connsiteY6-260" fmla="*/ 914400 h 1418896"/>
                        <a:gd name="connsiteX7-261" fmla="*/ 3731172 w 3731172"/>
                        <a:gd name="connsiteY7-262" fmla="*/ 1345324 h 1418896"/>
                        <a:gd name="connsiteX8-263" fmla="*/ 3447393 w 3731172"/>
                        <a:gd name="connsiteY8-264" fmla="*/ 1408386 h 1418896"/>
                        <a:gd name="connsiteX9-265" fmla="*/ 1870841 w 3731172"/>
                        <a:gd name="connsiteY9-266" fmla="*/ 746234 h 1418896"/>
                        <a:gd name="connsiteX10-267" fmla="*/ 262758 w 3731172"/>
                        <a:gd name="connsiteY10-268" fmla="*/ 1418896 h 1418896"/>
                        <a:gd name="connsiteX11-269" fmla="*/ 0 w 3731172"/>
                        <a:gd name="connsiteY11-270" fmla="*/ 1324303 h 1418896"/>
                        <a:gd name="connsiteX12-271" fmla="*/ 1145627 w 3731172"/>
                        <a:gd name="connsiteY12-272" fmla="*/ 882869 h 1418896"/>
                        <a:gd name="connsiteX13-273" fmla="*/ 1145626 w 3731172"/>
                        <a:gd name="connsiteY13-274" fmla="*/ 451945 h 1418896"/>
                        <a:gd name="connsiteX14-275" fmla="*/ 189185 w 3731172"/>
                        <a:gd name="connsiteY14-276" fmla="*/ 84081 h 1418896"/>
                        <a:gd name="connsiteX15-277" fmla="*/ 168165 w 3731172"/>
                        <a:gd name="connsiteY15-278" fmla="*/ 73572 h 1418896"/>
                        <a:gd name="connsiteX0-279" fmla="*/ 168165 w 3731172"/>
                        <a:gd name="connsiteY0-280" fmla="*/ 73572 h 1418896"/>
                        <a:gd name="connsiteX1-281" fmla="*/ 451945 w 3731172"/>
                        <a:gd name="connsiteY1-282" fmla="*/ 0 h 1418896"/>
                        <a:gd name="connsiteX2-283" fmla="*/ 1881352 w 3731172"/>
                        <a:gd name="connsiteY2-284" fmla="*/ 599089 h 1418896"/>
                        <a:gd name="connsiteX3-285" fmla="*/ 3363310 w 3731172"/>
                        <a:gd name="connsiteY3-286" fmla="*/ 0 h 1418896"/>
                        <a:gd name="connsiteX4-287" fmla="*/ 3584027 w 3731172"/>
                        <a:gd name="connsiteY4-288" fmla="*/ 73572 h 1418896"/>
                        <a:gd name="connsiteX5-289" fmla="*/ 2627586 w 3731172"/>
                        <a:gd name="connsiteY5-290" fmla="*/ 441434 h 1418896"/>
                        <a:gd name="connsiteX6-291" fmla="*/ 2596055 w 3731172"/>
                        <a:gd name="connsiteY6-292" fmla="*/ 914400 h 1418896"/>
                        <a:gd name="connsiteX7-293" fmla="*/ 3731172 w 3731172"/>
                        <a:gd name="connsiteY7-294" fmla="*/ 1345324 h 1418896"/>
                        <a:gd name="connsiteX8-295" fmla="*/ 3447393 w 3731172"/>
                        <a:gd name="connsiteY8-296" fmla="*/ 1408386 h 1418896"/>
                        <a:gd name="connsiteX9-297" fmla="*/ 1870841 w 3731172"/>
                        <a:gd name="connsiteY9-298" fmla="*/ 746234 h 1418896"/>
                        <a:gd name="connsiteX10-299" fmla="*/ 262758 w 3731172"/>
                        <a:gd name="connsiteY10-300" fmla="*/ 1418896 h 1418896"/>
                        <a:gd name="connsiteX11-301" fmla="*/ 0 w 3731172"/>
                        <a:gd name="connsiteY11-302" fmla="*/ 1324303 h 1418896"/>
                        <a:gd name="connsiteX12-303" fmla="*/ 1145627 w 3731172"/>
                        <a:gd name="connsiteY12-304" fmla="*/ 903890 h 1418896"/>
                        <a:gd name="connsiteX13-305" fmla="*/ 1145626 w 3731172"/>
                        <a:gd name="connsiteY13-306" fmla="*/ 451945 h 1418896"/>
                        <a:gd name="connsiteX14-307" fmla="*/ 189185 w 3731172"/>
                        <a:gd name="connsiteY14-308" fmla="*/ 84081 h 1418896"/>
                        <a:gd name="connsiteX15-309" fmla="*/ 168165 w 3731172"/>
                        <a:gd name="connsiteY15-310" fmla="*/ 73572 h 1418896"/>
                        <a:gd name="connsiteX0-311" fmla="*/ 147144 w 3710151"/>
                        <a:gd name="connsiteY0-312" fmla="*/ 73572 h 1418896"/>
                        <a:gd name="connsiteX1-313" fmla="*/ 430924 w 3710151"/>
                        <a:gd name="connsiteY1-314" fmla="*/ 0 h 1418896"/>
                        <a:gd name="connsiteX2-315" fmla="*/ 1860331 w 3710151"/>
                        <a:gd name="connsiteY2-316" fmla="*/ 599089 h 1418896"/>
                        <a:gd name="connsiteX3-317" fmla="*/ 3342289 w 3710151"/>
                        <a:gd name="connsiteY3-318" fmla="*/ 0 h 1418896"/>
                        <a:gd name="connsiteX4-319" fmla="*/ 3563006 w 3710151"/>
                        <a:gd name="connsiteY4-320" fmla="*/ 73572 h 1418896"/>
                        <a:gd name="connsiteX5-321" fmla="*/ 2606565 w 3710151"/>
                        <a:gd name="connsiteY5-322" fmla="*/ 441434 h 1418896"/>
                        <a:gd name="connsiteX6-323" fmla="*/ 2575034 w 3710151"/>
                        <a:gd name="connsiteY6-324" fmla="*/ 914400 h 1418896"/>
                        <a:gd name="connsiteX7-325" fmla="*/ 3710151 w 3710151"/>
                        <a:gd name="connsiteY7-326" fmla="*/ 1345324 h 1418896"/>
                        <a:gd name="connsiteX8-327" fmla="*/ 3426372 w 3710151"/>
                        <a:gd name="connsiteY8-328" fmla="*/ 1408386 h 1418896"/>
                        <a:gd name="connsiteX9-329" fmla="*/ 1849820 w 3710151"/>
                        <a:gd name="connsiteY9-330" fmla="*/ 746234 h 1418896"/>
                        <a:gd name="connsiteX10-331" fmla="*/ 241737 w 3710151"/>
                        <a:gd name="connsiteY10-332" fmla="*/ 1418896 h 1418896"/>
                        <a:gd name="connsiteX11-333" fmla="*/ 0 w 3710151"/>
                        <a:gd name="connsiteY11-334" fmla="*/ 1334814 h 1418896"/>
                        <a:gd name="connsiteX12-335" fmla="*/ 1124606 w 3710151"/>
                        <a:gd name="connsiteY12-336" fmla="*/ 903890 h 1418896"/>
                        <a:gd name="connsiteX13-337" fmla="*/ 1124605 w 3710151"/>
                        <a:gd name="connsiteY13-338" fmla="*/ 451945 h 1418896"/>
                        <a:gd name="connsiteX14-339" fmla="*/ 168164 w 3710151"/>
                        <a:gd name="connsiteY14-340" fmla="*/ 84081 h 1418896"/>
                        <a:gd name="connsiteX15-341" fmla="*/ 147144 w 3710151"/>
                        <a:gd name="connsiteY15-342" fmla="*/ 73572 h 1418896"/>
                        <a:gd name="connsiteX0-343" fmla="*/ 147144 w 3710151"/>
                        <a:gd name="connsiteY0-344" fmla="*/ 73572 h 1418896"/>
                        <a:gd name="connsiteX1-345" fmla="*/ 430924 w 3710151"/>
                        <a:gd name="connsiteY1-346" fmla="*/ 0 h 1418896"/>
                        <a:gd name="connsiteX2-347" fmla="*/ 1860331 w 3710151"/>
                        <a:gd name="connsiteY2-348" fmla="*/ 599089 h 1418896"/>
                        <a:gd name="connsiteX3-349" fmla="*/ 3342289 w 3710151"/>
                        <a:gd name="connsiteY3-350" fmla="*/ 0 h 1418896"/>
                        <a:gd name="connsiteX4-351" fmla="*/ 3563006 w 3710151"/>
                        <a:gd name="connsiteY4-352" fmla="*/ 73572 h 1418896"/>
                        <a:gd name="connsiteX5-353" fmla="*/ 2606565 w 3710151"/>
                        <a:gd name="connsiteY5-354" fmla="*/ 441434 h 1418896"/>
                        <a:gd name="connsiteX6-355" fmla="*/ 2606565 w 3710151"/>
                        <a:gd name="connsiteY6-356" fmla="*/ 924910 h 1418896"/>
                        <a:gd name="connsiteX7-357" fmla="*/ 3710151 w 3710151"/>
                        <a:gd name="connsiteY7-358" fmla="*/ 1345324 h 1418896"/>
                        <a:gd name="connsiteX8-359" fmla="*/ 3426372 w 3710151"/>
                        <a:gd name="connsiteY8-360" fmla="*/ 1408386 h 1418896"/>
                        <a:gd name="connsiteX9-361" fmla="*/ 1849820 w 3710151"/>
                        <a:gd name="connsiteY9-362" fmla="*/ 746234 h 1418896"/>
                        <a:gd name="connsiteX10-363" fmla="*/ 241737 w 3710151"/>
                        <a:gd name="connsiteY10-364" fmla="*/ 1418896 h 1418896"/>
                        <a:gd name="connsiteX11-365" fmla="*/ 0 w 3710151"/>
                        <a:gd name="connsiteY11-366" fmla="*/ 1334814 h 1418896"/>
                        <a:gd name="connsiteX12-367" fmla="*/ 1124606 w 3710151"/>
                        <a:gd name="connsiteY12-368" fmla="*/ 903890 h 1418896"/>
                        <a:gd name="connsiteX13-369" fmla="*/ 1124605 w 3710151"/>
                        <a:gd name="connsiteY13-370" fmla="*/ 451945 h 1418896"/>
                        <a:gd name="connsiteX14-371" fmla="*/ 168164 w 3710151"/>
                        <a:gd name="connsiteY14-372" fmla="*/ 84081 h 1418896"/>
                        <a:gd name="connsiteX15-373" fmla="*/ 147144 w 3710151"/>
                        <a:gd name="connsiteY15-374" fmla="*/ 73572 h 1418896"/>
                        <a:gd name="connsiteX0-375" fmla="*/ 147144 w 3710151"/>
                        <a:gd name="connsiteY0-376" fmla="*/ 73572 h 1418896"/>
                        <a:gd name="connsiteX1-377" fmla="*/ 430924 w 3710151"/>
                        <a:gd name="connsiteY1-378" fmla="*/ 0 h 1418896"/>
                        <a:gd name="connsiteX2-379" fmla="*/ 1860331 w 3710151"/>
                        <a:gd name="connsiteY2-380" fmla="*/ 599089 h 1418896"/>
                        <a:gd name="connsiteX3-381" fmla="*/ 3342289 w 3710151"/>
                        <a:gd name="connsiteY3-382" fmla="*/ 0 h 1418896"/>
                        <a:gd name="connsiteX4-383" fmla="*/ 3563006 w 3710151"/>
                        <a:gd name="connsiteY4-384" fmla="*/ 73572 h 1418896"/>
                        <a:gd name="connsiteX5-385" fmla="*/ 2606565 w 3710151"/>
                        <a:gd name="connsiteY5-386" fmla="*/ 441434 h 1418896"/>
                        <a:gd name="connsiteX6-387" fmla="*/ 2610282 w 3710151"/>
                        <a:gd name="connsiteY6-388" fmla="*/ 902607 h 1418896"/>
                        <a:gd name="connsiteX7-389" fmla="*/ 3710151 w 3710151"/>
                        <a:gd name="connsiteY7-390" fmla="*/ 1345324 h 1418896"/>
                        <a:gd name="connsiteX8-391" fmla="*/ 3426372 w 3710151"/>
                        <a:gd name="connsiteY8-392" fmla="*/ 1408386 h 1418896"/>
                        <a:gd name="connsiteX9-393" fmla="*/ 1849820 w 3710151"/>
                        <a:gd name="connsiteY9-394" fmla="*/ 746234 h 1418896"/>
                        <a:gd name="connsiteX10-395" fmla="*/ 241737 w 3710151"/>
                        <a:gd name="connsiteY10-396" fmla="*/ 1418896 h 1418896"/>
                        <a:gd name="connsiteX11-397" fmla="*/ 0 w 3710151"/>
                        <a:gd name="connsiteY11-398" fmla="*/ 1334814 h 1418896"/>
                        <a:gd name="connsiteX12-399" fmla="*/ 1124606 w 3710151"/>
                        <a:gd name="connsiteY12-400" fmla="*/ 903890 h 1418896"/>
                        <a:gd name="connsiteX13-401" fmla="*/ 1124605 w 3710151"/>
                        <a:gd name="connsiteY13-402" fmla="*/ 451945 h 1418896"/>
                        <a:gd name="connsiteX14-403" fmla="*/ 168164 w 3710151"/>
                        <a:gd name="connsiteY14-404" fmla="*/ 84081 h 1418896"/>
                        <a:gd name="connsiteX15-405" fmla="*/ 147144 w 3710151"/>
                        <a:gd name="connsiteY15-406" fmla="*/ 73572 h 1418896"/>
                        <a:gd name="connsiteX0-407" fmla="*/ 147144 w 3710151"/>
                        <a:gd name="connsiteY0-408" fmla="*/ 73572 h 1418896"/>
                        <a:gd name="connsiteX1-409" fmla="*/ 430924 w 3710151"/>
                        <a:gd name="connsiteY1-410" fmla="*/ 0 h 1418896"/>
                        <a:gd name="connsiteX2-411" fmla="*/ 1860331 w 3710151"/>
                        <a:gd name="connsiteY2-412" fmla="*/ 599089 h 1418896"/>
                        <a:gd name="connsiteX3-413" fmla="*/ 3342289 w 3710151"/>
                        <a:gd name="connsiteY3-414" fmla="*/ 0 h 1418896"/>
                        <a:gd name="connsiteX4-415" fmla="*/ 3563006 w 3710151"/>
                        <a:gd name="connsiteY4-416" fmla="*/ 73572 h 1418896"/>
                        <a:gd name="connsiteX5-417" fmla="*/ 2617717 w 3710151"/>
                        <a:gd name="connsiteY5-418" fmla="*/ 445151 h 1418896"/>
                        <a:gd name="connsiteX6-419" fmla="*/ 2610282 w 3710151"/>
                        <a:gd name="connsiteY6-420" fmla="*/ 902607 h 1418896"/>
                        <a:gd name="connsiteX7-421" fmla="*/ 3710151 w 3710151"/>
                        <a:gd name="connsiteY7-422" fmla="*/ 1345324 h 1418896"/>
                        <a:gd name="connsiteX8-423" fmla="*/ 3426372 w 3710151"/>
                        <a:gd name="connsiteY8-424" fmla="*/ 1408386 h 1418896"/>
                        <a:gd name="connsiteX9-425" fmla="*/ 1849820 w 3710151"/>
                        <a:gd name="connsiteY9-426" fmla="*/ 746234 h 1418896"/>
                        <a:gd name="connsiteX10-427" fmla="*/ 241737 w 3710151"/>
                        <a:gd name="connsiteY10-428" fmla="*/ 1418896 h 1418896"/>
                        <a:gd name="connsiteX11-429" fmla="*/ 0 w 3710151"/>
                        <a:gd name="connsiteY11-430" fmla="*/ 1334814 h 1418896"/>
                        <a:gd name="connsiteX12-431" fmla="*/ 1124606 w 3710151"/>
                        <a:gd name="connsiteY12-432" fmla="*/ 903890 h 1418896"/>
                        <a:gd name="connsiteX13-433" fmla="*/ 1124605 w 3710151"/>
                        <a:gd name="connsiteY13-434" fmla="*/ 451945 h 1418896"/>
                        <a:gd name="connsiteX14-435" fmla="*/ 168164 w 3710151"/>
                        <a:gd name="connsiteY14-436" fmla="*/ 84081 h 1418896"/>
                        <a:gd name="connsiteX15-437" fmla="*/ 147144 w 3710151"/>
                        <a:gd name="connsiteY15-438" fmla="*/ 73572 h 1418896"/>
                        <a:gd name="connsiteX0-439" fmla="*/ 147144 w 3710151"/>
                        <a:gd name="connsiteY0-440" fmla="*/ 73572 h 1418896"/>
                        <a:gd name="connsiteX1-441" fmla="*/ 430924 w 3710151"/>
                        <a:gd name="connsiteY1-442" fmla="*/ 0 h 1418896"/>
                        <a:gd name="connsiteX2-443" fmla="*/ 1860331 w 3710151"/>
                        <a:gd name="connsiteY2-444" fmla="*/ 599089 h 1418896"/>
                        <a:gd name="connsiteX3-445" fmla="*/ 3342289 w 3710151"/>
                        <a:gd name="connsiteY3-446" fmla="*/ 0 h 1418896"/>
                        <a:gd name="connsiteX4-447" fmla="*/ 3563006 w 3710151"/>
                        <a:gd name="connsiteY4-448" fmla="*/ 73572 h 1418896"/>
                        <a:gd name="connsiteX5-449" fmla="*/ 2617717 w 3710151"/>
                        <a:gd name="connsiteY5-450" fmla="*/ 448868 h 1418896"/>
                        <a:gd name="connsiteX6-451" fmla="*/ 2610282 w 3710151"/>
                        <a:gd name="connsiteY6-452" fmla="*/ 902607 h 1418896"/>
                        <a:gd name="connsiteX7-453" fmla="*/ 3710151 w 3710151"/>
                        <a:gd name="connsiteY7-454" fmla="*/ 1345324 h 1418896"/>
                        <a:gd name="connsiteX8-455" fmla="*/ 3426372 w 3710151"/>
                        <a:gd name="connsiteY8-456" fmla="*/ 1408386 h 1418896"/>
                        <a:gd name="connsiteX9-457" fmla="*/ 1849820 w 3710151"/>
                        <a:gd name="connsiteY9-458" fmla="*/ 746234 h 1418896"/>
                        <a:gd name="connsiteX10-459" fmla="*/ 241737 w 3710151"/>
                        <a:gd name="connsiteY10-460" fmla="*/ 1418896 h 1418896"/>
                        <a:gd name="connsiteX11-461" fmla="*/ 0 w 3710151"/>
                        <a:gd name="connsiteY11-462" fmla="*/ 1334814 h 1418896"/>
                        <a:gd name="connsiteX12-463" fmla="*/ 1124606 w 3710151"/>
                        <a:gd name="connsiteY12-464" fmla="*/ 903890 h 1418896"/>
                        <a:gd name="connsiteX13-465" fmla="*/ 1124605 w 3710151"/>
                        <a:gd name="connsiteY13-466" fmla="*/ 451945 h 1418896"/>
                        <a:gd name="connsiteX14-467" fmla="*/ 168164 w 3710151"/>
                        <a:gd name="connsiteY14-468" fmla="*/ 84081 h 1418896"/>
                        <a:gd name="connsiteX15-469" fmla="*/ 147144 w 3710151"/>
                        <a:gd name="connsiteY15-470" fmla="*/ 73572 h 1418896"/>
                        <a:gd name="connsiteX0-471" fmla="*/ 147144 w 3710151"/>
                        <a:gd name="connsiteY0-472" fmla="*/ 73572 h 1418896"/>
                        <a:gd name="connsiteX1-473" fmla="*/ 430924 w 3710151"/>
                        <a:gd name="connsiteY1-474" fmla="*/ 0 h 1418896"/>
                        <a:gd name="connsiteX2-475" fmla="*/ 1838028 w 3710151"/>
                        <a:gd name="connsiteY2-476" fmla="*/ 591655 h 1418896"/>
                        <a:gd name="connsiteX3-477" fmla="*/ 3342289 w 3710151"/>
                        <a:gd name="connsiteY3-478" fmla="*/ 0 h 1418896"/>
                        <a:gd name="connsiteX4-479" fmla="*/ 3563006 w 3710151"/>
                        <a:gd name="connsiteY4-480" fmla="*/ 73572 h 1418896"/>
                        <a:gd name="connsiteX5-481" fmla="*/ 2617717 w 3710151"/>
                        <a:gd name="connsiteY5-482" fmla="*/ 448868 h 1418896"/>
                        <a:gd name="connsiteX6-483" fmla="*/ 2610282 w 3710151"/>
                        <a:gd name="connsiteY6-484" fmla="*/ 902607 h 1418896"/>
                        <a:gd name="connsiteX7-485" fmla="*/ 3710151 w 3710151"/>
                        <a:gd name="connsiteY7-486" fmla="*/ 1345324 h 1418896"/>
                        <a:gd name="connsiteX8-487" fmla="*/ 3426372 w 3710151"/>
                        <a:gd name="connsiteY8-488" fmla="*/ 1408386 h 1418896"/>
                        <a:gd name="connsiteX9-489" fmla="*/ 1849820 w 3710151"/>
                        <a:gd name="connsiteY9-490" fmla="*/ 746234 h 1418896"/>
                        <a:gd name="connsiteX10-491" fmla="*/ 241737 w 3710151"/>
                        <a:gd name="connsiteY10-492" fmla="*/ 1418896 h 1418896"/>
                        <a:gd name="connsiteX11-493" fmla="*/ 0 w 3710151"/>
                        <a:gd name="connsiteY11-494" fmla="*/ 1334814 h 1418896"/>
                        <a:gd name="connsiteX12-495" fmla="*/ 1124606 w 3710151"/>
                        <a:gd name="connsiteY12-496" fmla="*/ 903890 h 1418896"/>
                        <a:gd name="connsiteX13-497" fmla="*/ 1124605 w 3710151"/>
                        <a:gd name="connsiteY13-498" fmla="*/ 451945 h 1418896"/>
                        <a:gd name="connsiteX14-499" fmla="*/ 168164 w 3710151"/>
                        <a:gd name="connsiteY14-500" fmla="*/ 84081 h 1418896"/>
                        <a:gd name="connsiteX15-501" fmla="*/ 147144 w 3710151"/>
                        <a:gd name="connsiteY15-502" fmla="*/ 73572 h 1418896"/>
                        <a:gd name="connsiteX0-503" fmla="*/ 147144 w 3710151"/>
                        <a:gd name="connsiteY0-504" fmla="*/ 73572 h 1418896"/>
                        <a:gd name="connsiteX1-505" fmla="*/ 430924 w 3710151"/>
                        <a:gd name="connsiteY1-506" fmla="*/ 0 h 1418896"/>
                        <a:gd name="connsiteX2-507" fmla="*/ 1838028 w 3710151"/>
                        <a:gd name="connsiteY2-508" fmla="*/ 591655 h 1418896"/>
                        <a:gd name="connsiteX3-509" fmla="*/ 3342289 w 3710151"/>
                        <a:gd name="connsiteY3-510" fmla="*/ 0 h 1418896"/>
                        <a:gd name="connsiteX4-511" fmla="*/ 3563006 w 3710151"/>
                        <a:gd name="connsiteY4-512" fmla="*/ 73572 h 1418896"/>
                        <a:gd name="connsiteX5-513" fmla="*/ 2617717 w 3710151"/>
                        <a:gd name="connsiteY5-514" fmla="*/ 448868 h 1418896"/>
                        <a:gd name="connsiteX6-515" fmla="*/ 2610282 w 3710151"/>
                        <a:gd name="connsiteY6-516" fmla="*/ 902607 h 1418896"/>
                        <a:gd name="connsiteX7-517" fmla="*/ 3710151 w 3710151"/>
                        <a:gd name="connsiteY7-518" fmla="*/ 1345324 h 1418896"/>
                        <a:gd name="connsiteX8-519" fmla="*/ 3426372 w 3710151"/>
                        <a:gd name="connsiteY8-520" fmla="*/ 1408386 h 1418896"/>
                        <a:gd name="connsiteX9-521" fmla="*/ 1849820 w 3710151"/>
                        <a:gd name="connsiteY9-522" fmla="*/ 746234 h 1418896"/>
                        <a:gd name="connsiteX10-523" fmla="*/ 241737 w 3710151"/>
                        <a:gd name="connsiteY10-524" fmla="*/ 1418896 h 1418896"/>
                        <a:gd name="connsiteX11-525" fmla="*/ 0 w 3710151"/>
                        <a:gd name="connsiteY11-526" fmla="*/ 1334814 h 1418896"/>
                        <a:gd name="connsiteX12-527" fmla="*/ 1124606 w 3710151"/>
                        <a:gd name="connsiteY12-528" fmla="*/ 903890 h 1418896"/>
                        <a:gd name="connsiteX13-529" fmla="*/ 1087434 w 3710151"/>
                        <a:gd name="connsiteY13-530" fmla="*/ 451945 h 1418896"/>
                        <a:gd name="connsiteX14-531" fmla="*/ 168164 w 3710151"/>
                        <a:gd name="connsiteY14-532" fmla="*/ 84081 h 1418896"/>
                        <a:gd name="connsiteX15-533" fmla="*/ 147144 w 3710151"/>
                        <a:gd name="connsiteY15-534" fmla="*/ 73572 h 1418896"/>
                        <a:gd name="connsiteX0-535" fmla="*/ 147144 w 3710151"/>
                        <a:gd name="connsiteY0-536" fmla="*/ 73572 h 1418896"/>
                        <a:gd name="connsiteX1-537" fmla="*/ 430924 w 3710151"/>
                        <a:gd name="connsiteY1-538" fmla="*/ 0 h 1418896"/>
                        <a:gd name="connsiteX2-539" fmla="*/ 1838028 w 3710151"/>
                        <a:gd name="connsiteY2-540" fmla="*/ 591655 h 1418896"/>
                        <a:gd name="connsiteX3-541" fmla="*/ 3342289 w 3710151"/>
                        <a:gd name="connsiteY3-542" fmla="*/ 0 h 1418896"/>
                        <a:gd name="connsiteX4-543" fmla="*/ 3563006 w 3710151"/>
                        <a:gd name="connsiteY4-544" fmla="*/ 73572 h 1418896"/>
                        <a:gd name="connsiteX5-545" fmla="*/ 2617717 w 3710151"/>
                        <a:gd name="connsiteY5-546" fmla="*/ 448868 h 1418896"/>
                        <a:gd name="connsiteX6-547" fmla="*/ 2610282 w 3710151"/>
                        <a:gd name="connsiteY6-548" fmla="*/ 902607 h 1418896"/>
                        <a:gd name="connsiteX7-549" fmla="*/ 3710151 w 3710151"/>
                        <a:gd name="connsiteY7-550" fmla="*/ 1345324 h 1418896"/>
                        <a:gd name="connsiteX8-551" fmla="*/ 3426372 w 3710151"/>
                        <a:gd name="connsiteY8-552" fmla="*/ 1408386 h 1418896"/>
                        <a:gd name="connsiteX9-553" fmla="*/ 1849820 w 3710151"/>
                        <a:gd name="connsiteY9-554" fmla="*/ 746234 h 1418896"/>
                        <a:gd name="connsiteX10-555" fmla="*/ 241737 w 3710151"/>
                        <a:gd name="connsiteY10-556" fmla="*/ 1418896 h 1418896"/>
                        <a:gd name="connsiteX11-557" fmla="*/ 0 w 3710151"/>
                        <a:gd name="connsiteY11-558" fmla="*/ 1334814 h 1418896"/>
                        <a:gd name="connsiteX12-559" fmla="*/ 1098586 w 3710151"/>
                        <a:gd name="connsiteY12-560" fmla="*/ 903890 h 1418896"/>
                        <a:gd name="connsiteX13-561" fmla="*/ 1087434 w 3710151"/>
                        <a:gd name="connsiteY13-562" fmla="*/ 451945 h 1418896"/>
                        <a:gd name="connsiteX14-563" fmla="*/ 168164 w 3710151"/>
                        <a:gd name="connsiteY14-564" fmla="*/ 84081 h 1418896"/>
                        <a:gd name="connsiteX15-565" fmla="*/ 147144 w 3710151"/>
                        <a:gd name="connsiteY15-566" fmla="*/ 73572 h 1418896"/>
                        <a:gd name="connsiteX0-567" fmla="*/ 162012 w 3725019"/>
                        <a:gd name="connsiteY0-568" fmla="*/ 73572 h 1418896"/>
                        <a:gd name="connsiteX1-569" fmla="*/ 445792 w 3725019"/>
                        <a:gd name="connsiteY1-570" fmla="*/ 0 h 1418896"/>
                        <a:gd name="connsiteX2-571" fmla="*/ 1852896 w 3725019"/>
                        <a:gd name="connsiteY2-572" fmla="*/ 591655 h 1418896"/>
                        <a:gd name="connsiteX3-573" fmla="*/ 3357157 w 3725019"/>
                        <a:gd name="connsiteY3-574" fmla="*/ 0 h 1418896"/>
                        <a:gd name="connsiteX4-575" fmla="*/ 3577874 w 3725019"/>
                        <a:gd name="connsiteY4-576" fmla="*/ 73572 h 1418896"/>
                        <a:gd name="connsiteX5-577" fmla="*/ 2632585 w 3725019"/>
                        <a:gd name="connsiteY5-578" fmla="*/ 448868 h 1418896"/>
                        <a:gd name="connsiteX6-579" fmla="*/ 2625150 w 3725019"/>
                        <a:gd name="connsiteY6-580" fmla="*/ 902607 h 1418896"/>
                        <a:gd name="connsiteX7-581" fmla="*/ 3725019 w 3725019"/>
                        <a:gd name="connsiteY7-582" fmla="*/ 1345324 h 1418896"/>
                        <a:gd name="connsiteX8-583" fmla="*/ 3441240 w 3725019"/>
                        <a:gd name="connsiteY8-584" fmla="*/ 1408386 h 1418896"/>
                        <a:gd name="connsiteX9-585" fmla="*/ 1864688 w 3725019"/>
                        <a:gd name="connsiteY9-586" fmla="*/ 746234 h 1418896"/>
                        <a:gd name="connsiteX10-587" fmla="*/ 256605 w 3725019"/>
                        <a:gd name="connsiteY10-588" fmla="*/ 1418896 h 1418896"/>
                        <a:gd name="connsiteX11-589" fmla="*/ 0 w 3725019"/>
                        <a:gd name="connsiteY11-590" fmla="*/ 1331097 h 1418896"/>
                        <a:gd name="connsiteX12-591" fmla="*/ 1113454 w 3725019"/>
                        <a:gd name="connsiteY12-592" fmla="*/ 903890 h 1418896"/>
                        <a:gd name="connsiteX13-593" fmla="*/ 1102302 w 3725019"/>
                        <a:gd name="connsiteY13-594" fmla="*/ 451945 h 1418896"/>
                        <a:gd name="connsiteX14-595" fmla="*/ 183032 w 3725019"/>
                        <a:gd name="connsiteY14-596" fmla="*/ 84081 h 1418896"/>
                        <a:gd name="connsiteX15-597" fmla="*/ 162012 w 3725019"/>
                        <a:gd name="connsiteY15-598" fmla="*/ 73572 h 141889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  <a:cxn ang="0">
                          <a:pos x="connsiteX11-23" y="connsiteY11-24"/>
                        </a:cxn>
                        <a:cxn ang="0">
                          <a:pos x="connsiteX12-25" y="connsiteY12-26"/>
                        </a:cxn>
                        <a:cxn ang="0">
                          <a:pos x="connsiteX13-27" y="connsiteY13-28"/>
                        </a:cxn>
                        <a:cxn ang="0">
                          <a:pos x="connsiteX14-29" y="connsiteY14-30"/>
                        </a:cxn>
                        <a:cxn ang="0">
                          <a:pos x="connsiteX15-31" y="connsiteY15-32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463" name="Group 462"/>
                <p:cNvGrpSpPr/>
                <p:nvPr/>
              </p:nvGrpSpPr>
              <p:grpSpPr>
                <a:xfrm>
                  <a:off x="9247893" y="4775686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64" name="Freeform 463"/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-1" fmla="*/ 8187558 w 8187558"/>
                      <a:gd name="connsiteY0-2" fmla="*/ 0 h 2617076"/>
                      <a:gd name="connsiteX1-3" fmla="*/ 8187558 w 8187558"/>
                      <a:gd name="connsiteY1-4" fmla="*/ 1271752 h 2617076"/>
                      <a:gd name="connsiteX2-5" fmla="*/ 4025462 w 8187558"/>
                      <a:gd name="connsiteY2-6" fmla="*/ 2617076 h 2617076"/>
                      <a:gd name="connsiteX3-7" fmla="*/ 0 w 8187558"/>
                      <a:gd name="connsiteY3-8" fmla="*/ 1229711 h 2617076"/>
                      <a:gd name="connsiteX4-9" fmla="*/ 31531 w 8187558"/>
                      <a:gd name="connsiteY4-10" fmla="*/ 147145 h 2617076"/>
                      <a:gd name="connsiteX5-11" fmla="*/ 4046482 w 8187558"/>
                      <a:gd name="connsiteY5-12" fmla="*/ 1576552 h 2617076"/>
                      <a:gd name="connsiteX6-13" fmla="*/ 8187558 w 8187558"/>
                      <a:gd name="connsiteY6-14" fmla="*/ 0 h 2617076"/>
                      <a:gd name="connsiteX0-15" fmla="*/ 8187558 w 8187558"/>
                      <a:gd name="connsiteY0-16" fmla="*/ 0 h 2617076"/>
                      <a:gd name="connsiteX1-17" fmla="*/ 8187558 w 8187558"/>
                      <a:gd name="connsiteY1-18" fmla="*/ 1271752 h 2617076"/>
                      <a:gd name="connsiteX2-19" fmla="*/ 4025462 w 8187558"/>
                      <a:gd name="connsiteY2-20" fmla="*/ 2617076 h 2617076"/>
                      <a:gd name="connsiteX3-21" fmla="*/ 0 w 8187558"/>
                      <a:gd name="connsiteY3-22" fmla="*/ 1229711 h 2617076"/>
                      <a:gd name="connsiteX4-23" fmla="*/ 31531 w 8187558"/>
                      <a:gd name="connsiteY4-24" fmla="*/ 147145 h 2617076"/>
                      <a:gd name="connsiteX5-25" fmla="*/ 4046482 w 8187558"/>
                      <a:gd name="connsiteY5-26" fmla="*/ 1576552 h 2617076"/>
                      <a:gd name="connsiteX6-27" fmla="*/ 8187558 w 8187558"/>
                      <a:gd name="connsiteY6-28" fmla="*/ 0 h 2617076"/>
                      <a:gd name="connsiteX0-29" fmla="*/ 8187558 w 8187558"/>
                      <a:gd name="connsiteY0-30" fmla="*/ 0 h 2617076"/>
                      <a:gd name="connsiteX1-31" fmla="*/ 8187558 w 8187558"/>
                      <a:gd name="connsiteY1-32" fmla="*/ 1271752 h 2617076"/>
                      <a:gd name="connsiteX2-33" fmla="*/ 4025462 w 8187558"/>
                      <a:gd name="connsiteY2-34" fmla="*/ 2617076 h 2617076"/>
                      <a:gd name="connsiteX3-35" fmla="*/ 0 w 8187558"/>
                      <a:gd name="connsiteY3-36" fmla="*/ 1229711 h 2617076"/>
                      <a:gd name="connsiteX4-37" fmla="*/ 31531 w 8187558"/>
                      <a:gd name="connsiteY4-38" fmla="*/ 147145 h 2617076"/>
                      <a:gd name="connsiteX5-39" fmla="*/ 4046482 w 8187558"/>
                      <a:gd name="connsiteY5-40" fmla="*/ 1576552 h 2617076"/>
                      <a:gd name="connsiteX6-41" fmla="*/ 8187558 w 8187558"/>
                      <a:gd name="connsiteY6-42" fmla="*/ 0 h 2617076"/>
                      <a:gd name="connsiteX0-43" fmla="*/ 8187558 w 8187558"/>
                      <a:gd name="connsiteY0-44" fmla="*/ 0 h 2617076"/>
                      <a:gd name="connsiteX1-45" fmla="*/ 8187558 w 8187558"/>
                      <a:gd name="connsiteY1-46" fmla="*/ 1271752 h 2617076"/>
                      <a:gd name="connsiteX2-47" fmla="*/ 4025462 w 8187558"/>
                      <a:gd name="connsiteY2-48" fmla="*/ 2617076 h 2617076"/>
                      <a:gd name="connsiteX3-49" fmla="*/ 0 w 8187558"/>
                      <a:gd name="connsiteY3-50" fmla="*/ 1229711 h 2617076"/>
                      <a:gd name="connsiteX4-51" fmla="*/ 31531 w 8187558"/>
                      <a:gd name="connsiteY4-52" fmla="*/ 147145 h 2617076"/>
                      <a:gd name="connsiteX5-53" fmla="*/ 4046482 w 8187558"/>
                      <a:gd name="connsiteY5-54" fmla="*/ 1576552 h 2617076"/>
                      <a:gd name="connsiteX6-55" fmla="*/ 8187558 w 8187558"/>
                      <a:gd name="connsiteY6-56" fmla="*/ 0 h 2617076"/>
                      <a:gd name="connsiteX0-57" fmla="*/ 8187558 w 8187558"/>
                      <a:gd name="connsiteY0-58" fmla="*/ 0 h 2617076"/>
                      <a:gd name="connsiteX1-59" fmla="*/ 8187558 w 8187558"/>
                      <a:gd name="connsiteY1-60" fmla="*/ 1271752 h 2617076"/>
                      <a:gd name="connsiteX2-61" fmla="*/ 4025462 w 8187558"/>
                      <a:gd name="connsiteY2-62" fmla="*/ 2617076 h 2617076"/>
                      <a:gd name="connsiteX3-63" fmla="*/ 0 w 8187558"/>
                      <a:gd name="connsiteY3-64" fmla="*/ 1229711 h 2617076"/>
                      <a:gd name="connsiteX4-65" fmla="*/ 31531 w 8187558"/>
                      <a:gd name="connsiteY4-66" fmla="*/ 147145 h 2617076"/>
                      <a:gd name="connsiteX5-67" fmla="*/ 4046482 w 8187558"/>
                      <a:gd name="connsiteY5-68" fmla="*/ 1576552 h 2617076"/>
                      <a:gd name="connsiteX6-69" fmla="*/ 8187558 w 8187558"/>
                      <a:gd name="connsiteY6-70" fmla="*/ 0 h 2617076"/>
                      <a:gd name="connsiteX0-71" fmla="*/ 8187558 w 8187558"/>
                      <a:gd name="connsiteY0-72" fmla="*/ 0 h 2617076"/>
                      <a:gd name="connsiteX1-73" fmla="*/ 8187558 w 8187558"/>
                      <a:gd name="connsiteY1-74" fmla="*/ 1271752 h 2617076"/>
                      <a:gd name="connsiteX2-75" fmla="*/ 4025462 w 8187558"/>
                      <a:gd name="connsiteY2-76" fmla="*/ 2617076 h 2617076"/>
                      <a:gd name="connsiteX3-77" fmla="*/ 0 w 8187558"/>
                      <a:gd name="connsiteY3-78" fmla="*/ 1229711 h 2617076"/>
                      <a:gd name="connsiteX4-79" fmla="*/ 31531 w 8187558"/>
                      <a:gd name="connsiteY4-80" fmla="*/ 147145 h 2617076"/>
                      <a:gd name="connsiteX5-81" fmla="*/ 4046482 w 8187558"/>
                      <a:gd name="connsiteY5-82" fmla="*/ 1576552 h 2617076"/>
                      <a:gd name="connsiteX6-83" fmla="*/ 8187558 w 8187558"/>
                      <a:gd name="connsiteY6-84" fmla="*/ 0 h 2617076"/>
                      <a:gd name="connsiteX0-85" fmla="*/ 8187558 w 8187558"/>
                      <a:gd name="connsiteY0-86" fmla="*/ 0 h 2638097"/>
                      <a:gd name="connsiteX1-87" fmla="*/ 8187558 w 8187558"/>
                      <a:gd name="connsiteY1-88" fmla="*/ 1271752 h 2638097"/>
                      <a:gd name="connsiteX2-89" fmla="*/ 4099035 w 8187558"/>
                      <a:gd name="connsiteY2-90" fmla="*/ 2638097 h 2638097"/>
                      <a:gd name="connsiteX3-91" fmla="*/ 0 w 8187558"/>
                      <a:gd name="connsiteY3-92" fmla="*/ 1229711 h 2638097"/>
                      <a:gd name="connsiteX4-93" fmla="*/ 31531 w 8187558"/>
                      <a:gd name="connsiteY4-94" fmla="*/ 147145 h 2638097"/>
                      <a:gd name="connsiteX5-95" fmla="*/ 4046482 w 8187558"/>
                      <a:gd name="connsiteY5-96" fmla="*/ 1576552 h 2638097"/>
                      <a:gd name="connsiteX6-97" fmla="*/ 8187558 w 8187558"/>
                      <a:gd name="connsiteY6-98" fmla="*/ 0 h 2638097"/>
                      <a:gd name="connsiteX0-99" fmla="*/ 8187558 w 8187558"/>
                      <a:gd name="connsiteY0-100" fmla="*/ 0 h 2638097"/>
                      <a:gd name="connsiteX1-101" fmla="*/ 8187558 w 8187558"/>
                      <a:gd name="connsiteY1-102" fmla="*/ 1271752 h 2638097"/>
                      <a:gd name="connsiteX2-103" fmla="*/ 4099035 w 8187558"/>
                      <a:gd name="connsiteY2-104" fmla="*/ 2638097 h 2638097"/>
                      <a:gd name="connsiteX3-105" fmla="*/ 0 w 8187558"/>
                      <a:gd name="connsiteY3-106" fmla="*/ 1229711 h 2638097"/>
                      <a:gd name="connsiteX4-107" fmla="*/ 31531 w 8187558"/>
                      <a:gd name="connsiteY4-108" fmla="*/ 147145 h 2638097"/>
                      <a:gd name="connsiteX5-109" fmla="*/ 4046482 w 8187558"/>
                      <a:gd name="connsiteY5-110" fmla="*/ 1576552 h 2638097"/>
                      <a:gd name="connsiteX6-111" fmla="*/ 8187558 w 8187558"/>
                      <a:gd name="connsiteY6-112" fmla="*/ 0 h 2638097"/>
                      <a:gd name="connsiteX0-113" fmla="*/ 8187558 w 8187558"/>
                      <a:gd name="connsiteY0-114" fmla="*/ 0 h 2638097"/>
                      <a:gd name="connsiteX1-115" fmla="*/ 8187558 w 8187558"/>
                      <a:gd name="connsiteY1-116" fmla="*/ 1271752 h 2638097"/>
                      <a:gd name="connsiteX2-117" fmla="*/ 4099035 w 8187558"/>
                      <a:gd name="connsiteY2-118" fmla="*/ 2638097 h 2638097"/>
                      <a:gd name="connsiteX3-119" fmla="*/ 0 w 8187558"/>
                      <a:gd name="connsiteY3-120" fmla="*/ 1229711 h 2638097"/>
                      <a:gd name="connsiteX4-121" fmla="*/ 31531 w 8187558"/>
                      <a:gd name="connsiteY4-122" fmla="*/ 147145 h 2638097"/>
                      <a:gd name="connsiteX5-123" fmla="*/ 4046482 w 8187558"/>
                      <a:gd name="connsiteY5-124" fmla="*/ 1576552 h 2638097"/>
                      <a:gd name="connsiteX6-125" fmla="*/ 8187558 w 8187558"/>
                      <a:gd name="connsiteY6-126" fmla="*/ 0 h 2638097"/>
                      <a:gd name="connsiteX0-127" fmla="*/ 8187558 w 8187558"/>
                      <a:gd name="connsiteY0-128" fmla="*/ 0 h 2638097"/>
                      <a:gd name="connsiteX1-129" fmla="*/ 8187558 w 8187558"/>
                      <a:gd name="connsiteY1-130" fmla="*/ 1271752 h 2638097"/>
                      <a:gd name="connsiteX2-131" fmla="*/ 4099035 w 8187558"/>
                      <a:gd name="connsiteY2-132" fmla="*/ 2638097 h 2638097"/>
                      <a:gd name="connsiteX3-133" fmla="*/ 0 w 8187558"/>
                      <a:gd name="connsiteY3-134" fmla="*/ 1229711 h 2638097"/>
                      <a:gd name="connsiteX4-135" fmla="*/ 31531 w 8187558"/>
                      <a:gd name="connsiteY4-136" fmla="*/ 147145 h 2638097"/>
                      <a:gd name="connsiteX5-137" fmla="*/ 4046482 w 8187558"/>
                      <a:gd name="connsiteY5-138" fmla="*/ 1576552 h 2638097"/>
                      <a:gd name="connsiteX6-139" fmla="*/ 8187558 w 8187558"/>
                      <a:gd name="connsiteY6-140" fmla="*/ 0 h 2638097"/>
                      <a:gd name="connsiteX0-141" fmla="*/ 8187558 w 8187558"/>
                      <a:gd name="connsiteY0-142" fmla="*/ 0 h 2638097"/>
                      <a:gd name="connsiteX1-143" fmla="*/ 8187558 w 8187558"/>
                      <a:gd name="connsiteY1-144" fmla="*/ 1271752 h 2638097"/>
                      <a:gd name="connsiteX2-145" fmla="*/ 4099035 w 8187558"/>
                      <a:gd name="connsiteY2-146" fmla="*/ 2638097 h 2638097"/>
                      <a:gd name="connsiteX3-147" fmla="*/ 0 w 8187558"/>
                      <a:gd name="connsiteY3-148" fmla="*/ 1229711 h 2638097"/>
                      <a:gd name="connsiteX4-149" fmla="*/ 31531 w 8187558"/>
                      <a:gd name="connsiteY4-150" fmla="*/ 147145 h 2638097"/>
                      <a:gd name="connsiteX5-151" fmla="*/ 4088524 w 8187558"/>
                      <a:gd name="connsiteY5-152" fmla="*/ 1597573 h 2638097"/>
                      <a:gd name="connsiteX6-153" fmla="*/ 8187558 w 8187558"/>
                      <a:gd name="connsiteY6-154" fmla="*/ 0 h 2638097"/>
                      <a:gd name="connsiteX0-155" fmla="*/ 8187558 w 8187558"/>
                      <a:gd name="connsiteY0-156" fmla="*/ 0 h 2638097"/>
                      <a:gd name="connsiteX1-157" fmla="*/ 8187558 w 8187558"/>
                      <a:gd name="connsiteY1-158" fmla="*/ 1271752 h 2638097"/>
                      <a:gd name="connsiteX2-159" fmla="*/ 4099035 w 8187558"/>
                      <a:gd name="connsiteY2-160" fmla="*/ 2638097 h 2638097"/>
                      <a:gd name="connsiteX3-161" fmla="*/ 0 w 8187558"/>
                      <a:gd name="connsiteY3-162" fmla="*/ 1229711 h 2638097"/>
                      <a:gd name="connsiteX4-163" fmla="*/ 31531 w 8187558"/>
                      <a:gd name="connsiteY4-164" fmla="*/ 147145 h 2638097"/>
                      <a:gd name="connsiteX5-165" fmla="*/ 4088524 w 8187558"/>
                      <a:gd name="connsiteY5-166" fmla="*/ 1597573 h 2638097"/>
                      <a:gd name="connsiteX6-167" fmla="*/ 8187558 w 8187558"/>
                      <a:gd name="connsiteY6-168" fmla="*/ 0 h 2638097"/>
                      <a:gd name="connsiteX0-169" fmla="*/ 8187558 w 8187558"/>
                      <a:gd name="connsiteY0-170" fmla="*/ 0 h 2638097"/>
                      <a:gd name="connsiteX1-171" fmla="*/ 8187558 w 8187558"/>
                      <a:gd name="connsiteY1-172" fmla="*/ 1271752 h 2638097"/>
                      <a:gd name="connsiteX2-173" fmla="*/ 4099035 w 8187558"/>
                      <a:gd name="connsiteY2-174" fmla="*/ 2638097 h 2638097"/>
                      <a:gd name="connsiteX3-175" fmla="*/ 0 w 8187558"/>
                      <a:gd name="connsiteY3-176" fmla="*/ 1229711 h 2638097"/>
                      <a:gd name="connsiteX4-177" fmla="*/ 31531 w 8187558"/>
                      <a:gd name="connsiteY4-178" fmla="*/ 147145 h 2638097"/>
                      <a:gd name="connsiteX5-179" fmla="*/ 4099035 w 8187558"/>
                      <a:gd name="connsiteY5-180" fmla="*/ 1566042 h 2638097"/>
                      <a:gd name="connsiteX6-181" fmla="*/ 8187558 w 8187558"/>
                      <a:gd name="connsiteY6-182" fmla="*/ 0 h 2638097"/>
                      <a:gd name="connsiteX0-183" fmla="*/ 8187558 w 8187558"/>
                      <a:gd name="connsiteY0-184" fmla="*/ 0 h 2638097"/>
                      <a:gd name="connsiteX1-185" fmla="*/ 8187558 w 8187558"/>
                      <a:gd name="connsiteY1-186" fmla="*/ 1271752 h 2638097"/>
                      <a:gd name="connsiteX2-187" fmla="*/ 4099035 w 8187558"/>
                      <a:gd name="connsiteY2-188" fmla="*/ 2638097 h 2638097"/>
                      <a:gd name="connsiteX3-189" fmla="*/ 0 w 8187558"/>
                      <a:gd name="connsiteY3-190" fmla="*/ 1229711 h 2638097"/>
                      <a:gd name="connsiteX4-191" fmla="*/ 31531 w 8187558"/>
                      <a:gd name="connsiteY4-192" fmla="*/ 147145 h 2638097"/>
                      <a:gd name="connsiteX5-193" fmla="*/ 4099035 w 8187558"/>
                      <a:gd name="connsiteY5-194" fmla="*/ 1566042 h 2638097"/>
                      <a:gd name="connsiteX6-195" fmla="*/ 8187558 w 8187558"/>
                      <a:gd name="connsiteY6-196" fmla="*/ 0 h 2638097"/>
                      <a:gd name="connsiteX0-197" fmla="*/ 8187558 w 8187558"/>
                      <a:gd name="connsiteY0-198" fmla="*/ 0 h 2638097"/>
                      <a:gd name="connsiteX1-199" fmla="*/ 8187558 w 8187558"/>
                      <a:gd name="connsiteY1-200" fmla="*/ 1271752 h 2638097"/>
                      <a:gd name="connsiteX2-201" fmla="*/ 4099035 w 8187558"/>
                      <a:gd name="connsiteY2-202" fmla="*/ 2638097 h 2638097"/>
                      <a:gd name="connsiteX3-203" fmla="*/ 0 w 8187558"/>
                      <a:gd name="connsiteY3-204" fmla="*/ 1229711 h 2638097"/>
                      <a:gd name="connsiteX4-205" fmla="*/ 31531 w 8187558"/>
                      <a:gd name="connsiteY4-206" fmla="*/ 147145 h 2638097"/>
                      <a:gd name="connsiteX5-207" fmla="*/ 4099035 w 8187558"/>
                      <a:gd name="connsiteY5-208" fmla="*/ 1566042 h 2638097"/>
                      <a:gd name="connsiteX6-209" fmla="*/ 8187558 w 8187558"/>
                      <a:gd name="connsiteY6-210" fmla="*/ 0 h 2638097"/>
                      <a:gd name="connsiteX0-211" fmla="*/ 8187558 w 8187558"/>
                      <a:gd name="connsiteY0-212" fmla="*/ 0 h 2638097"/>
                      <a:gd name="connsiteX1-213" fmla="*/ 8187558 w 8187558"/>
                      <a:gd name="connsiteY1-214" fmla="*/ 1271752 h 2638097"/>
                      <a:gd name="connsiteX2-215" fmla="*/ 4099035 w 8187558"/>
                      <a:gd name="connsiteY2-216" fmla="*/ 2638097 h 2638097"/>
                      <a:gd name="connsiteX3-217" fmla="*/ 0 w 8187558"/>
                      <a:gd name="connsiteY3-218" fmla="*/ 1229711 h 2638097"/>
                      <a:gd name="connsiteX4-219" fmla="*/ 31531 w 8187558"/>
                      <a:gd name="connsiteY4-220" fmla="*/ 147145 h 2638097"/>
                      <a:gd name="connsiteX5-221" fmla="*/ 4099035 w 8187558"/>
                      <a:gd name="connsiteY5-222" fmla="*/ 1566042 h 2638097"/>
                      <a:gd name="connsiteX6-223" fmla="*/ 8187558 w 8187558"/>
                      <a:gd name="connsiteY6-224" fmla="*/ 0 h 2638097"/>
                      <a:gd name="connsiteX0-225" fmla="*/ 8187558 w 8187558"/>
                      <a:gd name="connsiteY0-226" fmla="*/ 0 h 2638097"/>
                      <a:gd name="connsiteX1-227" fmla="*/ 8187558 w 8187558"/>
                      <a:gd name="connsiteY1-228" fmla="*/ 1271752 h 2638097"/>
                      <a:gd name="connsiteX2-229" fmla="*/ 4099035 w 8187558"/>
                      <a:gd name="connsiteY2-230" fmla="*/ 2638097 h 2638097"/>
                      <a:gd name="connsiteX3-231" fmla="*/ 0 w 8187558"/>
                      <a:gd name="connsiteY3-232" fmla="*/ 1229711 h 2638097"/>
                      <a:gd name="connsiteX4-233" fmla="*/ 31531 w 8187558"/>
                      <a:gd name="connsiteY4-234" fmla="*/ 147145 h 2638097"/>
                      <a:gd name="connsiteX5-235" fmla="*/ 4099035 w 8187558"/>
                      <a:gd name="connsiteY5-236" fmla="*/ 1566042 h 2638097"/>
                      <a:gd name="connsiteX6-237" fmla="*/ 8187558 w 8187558"/>
                      <a:gd name="connsiteY6-238" fmla="*/ 0 h 2638097"/>
                      <a:gd name="connsiteX0-239" fmla="*/ 8187558 w 8187558"/>
                      <a:gd name="connsiteY0-240" fmla="*/ 0 h 2638097"/>
                      <a:gd name="connsiteX1-241" fmla="*/ 8187558 w 8187558"/>
                      <a:gd name="connsiteY1-242" fmla="*/ 1271752 h 2638097"/>
                      <a:gd name="connsiteX2-243" fmla="*/ 4099035 w 8187558"/>
                      <a:gd name="connsiteY2-244" fmla="*/ 2638097 h 2638097"/>
                      <a:gd name="connsiteX3-245" fmla="*/ 0 w 8187558"/>
                      <a:gd name="connsiteY3-246" fmla="*/ 1229711 h 2638097"/>
                      <a:gd name="connsiteX4-247" fmla="*/ 31531 w 8187558"/>
                      <a:gd name="connsiteY4-248" fmla="*/ 147145 h 2638097"/>
                      <a:gd name="connsiteX5-249" fmla="*/ 4099035 w 8187558"/>
                      <a:gd name="connsiteY5-250" fmla="*/ 1566042 h 2638097"/>
                      <a:gd name="connsiteX6-251" fmla="*/ 8187558 w 8187558"/>
                      <a:gd name="connsiteY6-252" fmla="*/ 0 h 2638097"/>
                      <a:gd name="connsiteX0-253" fmla="*/ 8187558 w 8187558"/>
                      <a:gd name="connsiteY0-254" fmla="*/ 0 h 2638097"/>
                      <a:gd name="connsiteX1-255" fmla="*/ 8187558 w 8187558"/>
                      <a:gd name="connsiteY1-256" fmla="*/ 1271752 h 2638097"/>
                      <a:gd name="connsiteX2-257" fmla="*/ 4099035 w 8187558"/>
                      <a:gd name="connsiteY2-258" fmla="*/ 2638097 h 2638097"/>
                      <a:gd name="connsiteX3-259" fmla="*/ 0 w 8187558"/>
                      <a:gd name="connsiteY3-260" fmla="*/ 1229711 h 2638097"/>
                      <a:gd name="connsiteX4-261" fmla="*/ 31531 w 8187558"/>
                      <a:gd name="connsiteY4-262" fmla="*/ 147145 h 2638097"/>
                      <a:gd name="connsiteX5-263" fmla="*/ 4099035 w 8187558"/>
                      <a:gd name="connsiteY5-264" fmla="*/ 1566042 h 2638097"/>
                      <a:gd name="connsiteX6-265" fmla="*/ 8187558 w 8187558"/>
                      <a:gd name="connsiteY6-266" fmla="*/ 0 h 2638097"/>
                      <a:gd name="connsiteX0-267" fmla="*/ 8187558 w 8187558"/>
                      <a:gd name="connsiteY0-268" fmla="*/ 0 h 2638097"/>
                      <a:gd name="connsiteX1-269" fmla="*/ 8187558 w 8187558"/>
                      <a:gd name="connsiteY1-270" fmla="*/ 1271752 h 2638097"/>
                      <a:gd name="connsiteX2-271" fmla="*/ 4099035 w 8187558"/>
                      <a:gd name="connsiteY2-272" fmla="*/ 2638097 h 2638097"/>
                      <a:gd name="connsiteX3-273" fmla="*/ 0 w 8187558"/>
                      <a:gd name="connsiteY3-274" fmla="*/ 1229711 h 2638097"/>
                      <a:gd name="connsiteX4-275" fmla="*/ 31531 w 8187558"/>
                      <a:gd name="connsiteY4-276" fmla="*/ 147145 h 2638097"/>
                      <a:gd name="connsiteX5-277" fmla="*/ 4099035 w 8187558"/>
                      <a:gd name="connsiteY5-278" fmla="*/ 1566042 h 2638097"/>
                      <a:gd name="connsiteX6-279" fmla="*/ 8187558 w 8187558"/>
                      <a:gd name="connsiteY6-280" fmla="*/ 0 h 2638097"/>
                      <a:gd name="connsiteX0-281" fmla="*/ 8187558 w 8187558"/>
                      <a:gd name="connsiteY0-282" fmla="*/ 0 h 2638097"/>
                      <a:gd name="connsiteX1-283" fmla="*/ 8187558 w 8187558"/>
                      <a:gd name="connsiteY1-284" fmla="*/ 1271752 h 2638097"/>
                      <a:gd name="connsiteX2-285" fmla="*/ 4099035 w 8187558"/>
                      <a:gd name="connsiteY2-286" fmla="*/ 2638097 h 2638097"/>
                      <a:gd name="connsiteX3-287" fmla="*/ 0 w 8187558"/>
                      <a:gd name="connsiteY3-288" fmla="*/ 1229711 h 2638097"/>
                      <a:gd name="connsiteX4-289" fmla="*/ 31531 w 8187558"/>
                      <a:gd name="connsiteY4-290" fmla="*/ 147145 h 2638097"/>
                      <a:gd name="connsiteX5-291" fmla="*/ 4099035 w 8187558"/>
                      <a:gd name="connsiteY5-292" fmla="*/ 1566042 h 2638097"/>
                      <a:gd name="connsiteX6-293" fmla="*/ 8187558 w 8187558"/>
                      <a:gd name="connsiteY6-294" fmla="*/ 0 h 2638097"/>
                      <a:gd name="connsiteX0-295" fmla="*/ 8176538 w 8176538"/>
                      <a:gd name="connsiteY0-296" fmla="*/ 0 h 2638097"/>
                      <a:gd name="connsiteX1-297" fmla="*/ 8176538 w 8176538"/>
                      <a:gd name="connsiteY1-298" fmla="*/ 1271752 h 2638097"/>
                      <a:gd name="connsiteX2-299" fmla="*/ 4088015 w 8176538"/>
                      <a:gd name="connsiteY2-300" fmla="*/ 2638097 h 2638097"/>
                      <a:gd name="connsiteX3-301" fmla="*/ 0 w 8176538"/>
                      <a:gd name="connsiteY3-302" fmla="*/ 1269888 h 2638097"/>
                      <a:gd name="connsiteX4-303" fmla="*/ 20511 w 8176538"/>
                      <a:gd name="connsiteY4-304" fmla="*/ 147145 h 2638097"/>
                      <a:gd name="connsiteX5-305" fmla="*/ 4088015 w 8176538"/>
                      <a:gd name="connsiteY5-306" fmla="*/ 1566042 h 2638097"/>
                      <a:gd name="connsiteX6-307" fmla="*/ 8176538 w 8176538"/>
                      <a:gd name="connsiteY6-308" fmla="*/ 0 h 2638097"/>
                      <a:gd name="connsiteX0-309" fmla="*/ 8176538 w 8176538"/>
                      <a:gd name="connsiteY0-310" fmla="*/ 0 h 2772020"/>
                      <a:gd name="connsiteX1-311" fmla="*/ 8176538 w 8176538"/>
                      <a:gd name="connsiteY1-312" fmla="*/ 1271752 h 2772020"/>
                      <a:gd name="connsiteX2-313" fmla="*/ 4099034 w 8176538"/>
                      <a:gd name="connsiteY2-314" fmla="*/ 2772020 h 2772020"/>
                      <a:gd name="connsiteX3-315" fmla="*/ 0 w 8176538"/>
                      <a:gd name="connsiteY3-316" fmla="*/ 1269888 h 2772020"/>
                      <a:gd name="connsiteX4-317" fmla="*/ 20511 w 8176538"/>
                      <a:gd name="connsiteY4-318" fmla="*/ 147145 h 2772020"/>
                      <a:gd name="connsiteX5-319" fmla="*/ 4088015 w 8176538"/>
                      <a:gd name="connsiteY5-320" fmla="*/ 1566042 h 2772020"/>
                      <a:gd name="connsiteX6-321" fmla="*/ 8176538 w 8176538"/>
                      <a:gd name="connsiteY6-322" fmla="*/ 0 h 2772020"/>
                      <a:gd name="connsiteX0-323" fmla="*/ 8176538 w 8176538"/>
                      <a:gd name="connsiteY0-324" fmla="*/ 0 h 2772339"/>
                      <a:gd name="connsiteX1-325" fmla="*/ 8176538 w 8176538"/>
                      <a:gd name="connsiteY1-326" fmla="*/ 1378890 h 2772339"/>
                      <a:gd name="connsiteX2-327" fmla="*/ 4099034 w 8176538"/>
                      <a:gd name="connsiteY2-328" fmla="*/ 2772020 h 2772339"/>
                      <a:gd name="connsiteX3-329" fmla="*/ 0 w 8176538"/>
                      <a:gd name="connsiteY3-330" fmla="*/ 1269888 h 2772339"/>
                      <a:gd name="connsiteX4-331" fmla="*/ 20511 w 8176538"/>
                      <a:gd name="connsiteY4-332" fmla="*/ 147145 h 2772339"/>
                      <a:gd name="connsiteX5-333" fmla="*/ 4088015 w 8176538"/>
                      <a:gd name="connsiteY5-334" fmla="*/ 1566042 h 2772339"/>
                      <a:gd name="connsiteX6-335" fmla="*/ 8176538 w 8176538"/>
                      <a:gd name="connsiteY6-336" fmla="*/ 0 h 2772339"/>
                      <a:gd name="connsiteX0-337" fmla="*/ 8176538 w 8176538"/>
                      <a:gd name="connsiteY0-338" fmla="*/ 0 h 2825888"/>
                      <a:gd name="connsiteX1-339" fmla="*/ 8176538 w 8176538"/>
                      <a:gd name="connsiteY1-340" fmla="*/ 1378890 h 2825888"/>
                      <a:gd name="connsiteX2-341" fmla="*/ 4099034 w 8176538"/>
                      <a:gd name="connsiteY2-342" fmla="*/ 2825590 h 2825888"/>
                      <a:gd name="connsiteX3-343" fmla="*/ 0 w 8176538"/>
                      <a:gd name="connsiteY3-344" fmla="*/ 1269888 h 2825888"/>
                      <a:gd name="connsiteX4-345" fmla="*/ 20511 w 8176538"/>
                      <a:gd name="connsiteY4-346" fmla="*/ 147145 h 2825888"/>
                      <a:gd name="connsiteX5-347" fmla="*/ 4088015 w 8176538"/>
                      <a:gd name="connsiteY5-348" fmla="*/ 1566042 h 2825888"/>
                      <a:gd name="connsiteX6-349" fmla="*/ 8176538 w 8176538"/>
                      <a:gd name="connsiteY6-350" fmla="*/ 0 h 2825888"/>
                      <a:gd name="connsiteX0-351" fmla="*/ 8165518 w 8165518"/>
                      <a:gd name="connsiteY0-352" fmla="*/ 0 h 2825606"/>
                      <a:gd name="connsiteX1-353" fmla="*/ 8165518 w 8165518"/>
                      <a:gd name="connsiteY1-354" fmla="*/ 1378890 h 2825606"/>
                      <a:gd name="connsiteX2-355" fmla="*/ 4088014 w 8165518"/>
                      <a:gd name="connsiteY2-356" fmla="*/ 2825590 h 2825606"/>
                      <a:gd name="connsiteX3-357" fmla="*/ 0 w 8165518"/>
                      <a:gd name="connsiteY3-358" fmla="*/ 1403811 h 2825606"/>
                      <a:gd name="connsiteX4-359" fmla="*/ 9491 w 8165518"/>
                      <a:gd name="connsiteY4-360" fmla="*/ 147145 h 2825606"/>
                      <a:gd name="connsiteX5-361" fmla="*/ 4076995 w 8165518"/>
                      <a:gd name="connsiteY5-362" fmla="*/ 1566042 h 2825606"/>
                      <a:gd name="connsiteX6-363" fmla="*/ 8165518 w 8165518"/>
                      <a:gd name="connsiteY6-364" fmla="*/ 0 h 2825606"/>
                      <a:gd name="connsiteX0-365" fmla="*/ 8165518 w 8165518"/>
                      <a:gd name="connsiteY0-366" fmla="*/ 0 h 2879174"/>
                      <a:gd name="connsiteX1-367" fmla="*/ 8165518 w 8165518"/>
                      <a:gd name="connsiteY1-368" fmla="*/ 1378890 h 2879174"/>
                      <a:gd name="connsiteX2-369" fmla="*/ 4132092 w 8165518"/>
                      <a:gd name="connsiteY2-370" fmla="*/ 2879159 h 2879174"/>
                      <a:gd name="connsiteX3-371" fmla="*/ 0 w 8165518"/>
                      <a:gd name="connsiteY3-372" fmla="*/ 1403811 h 2879174"/>
                      <a:gd name="connsiteX4-373" fmla="*/ 9491 w 8165518"/>
                      <a:gd name="connsiteY4-374" fmla="*/ 147145 h 2879174"/>
                      <a:gd name="connsiteX5-375" fmla="*/ 4076995 w 8165518"/>
                      <a:gd name="connsiteY5-376" fmla="*/ 1566042 h 2879174"/>
                      <a:gd name="connsiteX6-377" fmla="*/ 8165518 w 8165518"/>
                      <a:gd name="connsiteY6-378" fmla="*/ 0 h 2879174"/>
                      <a:gd name="connsiteX0-379" fmla="*/ 8165518 w 8176537"/>
                      <a:gd name="connsiteY0-380" fmla="*/ 0 h 2879410"/>
                      <a:gd name="connsiteX1-381" fmla="*/ 8176537 w 8176537"/>
                      <a:gd name="connsiteY1-382" fmla="*/ 1499420 h 2879410"/>
                      <a:gd name="connsiteX2-383" fmla="*/ 4132092 w 8176537"/>
                      <a:gd name="connsiteY2-384" fmla="*/ 2879159 h 2879410"/>
                      <a:gd name="connsiteX3-385" fmla="*/ 0 w 8176537"/>
                      <a:gd name="connsiteY3-386" fmla="*/ 1403811 h 2879410"/>
                      <a:gd name="connsiteX4-387" fmla="*/ 9491 w 8176537"/>
                      <a:gd name="connsiteY4-388" fmla="*/ 147145 h 2879410"/>
                      <a:gd name="connsiteX5-389" fmla="*/ 4076995 w 8176537"/>
                      <a:gd name="connsiteY5-390" fmla="*/ 1566042 h 2879410"/>
                      <a:gd name="connsiteX6-391" fmla="*/ 8165518 w 8176537"/>
                      <a:gd name="connsiteY6-392" fmla="*/ 0 h 2879410"/>
                      <a:gd name="connsiteX0-393" fmla="*/ 8165518 w 8176537"/>
                      <a:gd name="connsiteY0-394" fmla="*/ 0 h 2879262"/>
                      <a:gd name="connsiteX1-395" fmla="*/ 8176537 w 8176537"/>
                      <a:gd name="connsiteY1-396" fmla="*/ 1499420 h 2879262"/>
                      <a:gd name="connsiteX2-397" fmla="*/ 4132092 w 8176537"/>
                      <a:gd name="connsiteY2-398" fmla="*/ 2879159 h 2879262"/>
                      <a:gd name="connsiteX3-399" fmla="*/ 0 w 8176537"/>
                      <a:gd name="connsiteY3-400" fmla="*/ 1403811 h 2879262"/>
                      <a:gd name="connsiteX4-401" fmla="*/ 9491 w 8176537"/>
                      <a:gd name="connsiteY4-402" fmla="*/ 147145 h 2879262"/>
                      <a:gd name="connsiteX5-403" fmla="*/ 4076995 w 8176537"/>
                      <a:gd name="connsiteY5-404" fmla="*/ 1566042 h 2879262"/>
                      <a:gd name="connsiteX6-405" fmla="*/ 8165518 w 8176537"/>
                      <a:gd name="connsiteY6-406" fmla="*/ 0 h 2879262"/>
                      <a:gd name="connsiteX0-407" fmla="*/ 8165518 w 8176537"/>
                      <a:gd name="connsiteY0-408" fmla="*/ 0 h 2879163"/>
                      <a:gd name="connsiteX1-409" fmla="*/ 8176537 w 8176537"/>
                      <a:gd name="connsiteY1-410" fmla="*/ 1499420 h 2879163"/>
                      <a:gd name="connsiteX2-411" fmla="*/ 4132092 w 8176537"/>
                      <a:gd name="connsiteY2-412" fmla="*/ 2879159 h 2879163"/>
                      <a:gd name="connsiteX3-413" fmla="*/ 0 w 8176537"/>
                      <a:gd name="connsiteY3-414" fmla="*/ 1510948 h 2879163"/>
                      <a:gd name="connsiteX4-415" fmla="*/ 9491 w 8176537"/>
                      <a:gd name="connsiteY4-416" fmla="*/ 147145 h 2879163"/>
                      <a:gd name="connsiteX5-417" fmla="*/ 4076995 w 8176537"/>
                      <a:gd name="connsiteY5-418" fmla="*/ 1566042 h 2879163"/>
                      <a:gd name="connsiteX6-419" fmla="*/ 8165518 w 8176537"/>
                      <a:gd name="connsiteY6-420" fmla="*/ 0 h 2879163"/>
                      <a:gd name="connsiteX0-421" fmla="*/ 8165518 w 8198577"/>
                      <a:gd name="connsiteY0-422" fmla="*/ 0 h 2879451"/>
                      <a:gd name="connsiteX1-423" fmla="*/ 8198577 w 8198577"/>
                      <a:gd name="connsiteY1-424" fmla="*/ 1606558 h 2879451"/>
                      <a:gd name="connsiteX2-425" fmla="*/ 4132092 w 8198577"/>
                      <a:gd name="connsiteY2-426" fmla="*/ 2879159 h 2879451"/>
                      <a:gd name="connsiteX3-427" fmla="*/ 0 w 8198577"/>
                      <a:gd name="connsiteY3-428" fmla="*/ 1510948 h 2879451"/>
                      <a:gd name="connsiteX4-429" fmla="*/ 9491 w 8198577"/>
                      <a:gd name="connsiteY4-430" fmla="*/ 147145 h 2879451"/>
                      <a:gd name="connsiteX5-431" fmla="*/ 4076995 w 8198577"/>
                      <a:gd name="connsiteY5-432" fmla="*/ 1566042 h 2879451"/>
                      <a:gd name="connsiteX6-433" fmla="*/ 8165518 w 8198577"/>
                      <a:gd name="connsiteY6-434" fmla="*/ 0 h 2879451"/>
                      <a:gd name="connsiteX0-435" fmla="*/ 8165518 w 8165518"/>
                      <a:gd name="connsiteY0-436" fmla="*/ 0 h 2880066"/>
                      <a:gd name="connsiteX1-437" fmla="*/ 8165518 w 8165518"/>
                      <a:gd name="connsiteY1-438" fmla="*/ 1673520 h 2880066"/>
                      <a:gd name="connsiteX2-439" fmla="*/ 4132092 w 8165518"/>
                      <a:gd name="connsiteY2-440" fmla="*/ 2879159 h 2880066"/>
                      <a:gd name="connsiteX3-441" fmla="*/ 0 w 8165518"/>
                      <a:gd name="connsiteY3-442" fmla="*/ 1510948 h 2880066"/>
                      <a:gd name="connsiteX4-443" fmla="*/ 9491 w 8165518"/>
                      <a:gd name="connsiteY4-444" fmla="*/ 147145 h 2880066"/>
                      <a:gd name="connsiteX5-445" fmla="*/ 4076995 w 8165518"/>
                      <a:gd name="connsiteY5-446" fmla="*/ 1566042 h 2880066"/>
                      <a:gd name="connsiteX6-447" fmla="*/ 8165518 w 8165518"/>
                      <a:gd name="connsiteY6-448" fmla="*/ 0 h 2880066"/>
                      <a:gd name="connsiteX0-449" fmla="*/ 8156794 w 8156794"/>
                      <a:gd name="connsiteY0-450" fmla="*/ 0 h 2879270"/>
                      <a:gd name="connsiteX1-451" fmla="*/ 8156794 w 8156794"/>
                      <a:gd name="connsiteY1-452" fmla="*/ 1673520 h 2879270"/>
                      <a:gd name="connsiteX2-453" fmla="*/ 4123368 w 8156794"/>
                      <a:gd name="connsiteY2-454" fmla="*/ 2879159 h 2879270"/>
                      <a:gd name="connsiteX3-455" fmla="*/ 2295 w 8156794"/>
                      <a:gd name="connsiteY3-456" fmla="*/ 1618086 h 2879270"/>
                      <a:gd name="connsiteX4-457" fmla="*/ 767 w 8156794"/>
                      <a:gd name="connsiteY4-458" fmla="*/ 147145 h 2879270"/>
                      <a:gd name="connsiteX5-459" fmla="*/ 4068271 w 8156794"/>
                      <a:gd name="connsiteY5-460" fmla="*/ 1566042 h 2879270"/>
                      <a:gd name="connsiteX6-461" fmla="*/ 8156794 w 8156794"/>
                      <a:gd name="connsiteY6-462" fmla="*/ 0 h 2879270"/>
                      <a:gd name="connsiteX0-463" fmla="*/ 8156794 w 8156794"/>
                      <a:gd name="connsiteY0-464" fmla="*/ 0 h 2973000"/>
                      <a:gd name="connsiteX1-465" fmla="*/ 8156794 w 8156794"/>
                      <a:gd name="connsiteY1-466" fmla="*/ 1673520 h 2973000"/>
                      <a:gd name="connsiteX2-467" fmla="*/ 4134388 w 8156794"/>
                      <a:gd name="connsiteY2-468" fmla="*/ 2972904 h 2973000"/>
                      <a:gd name="connsiteX3-469" fmla="*/ 2295 w 8156794"/>
                      <a:gd name="connsiteY3-470" fmla="*/ 1618086 h 2973000"/>
                      <a:gd name="connsiteX4-471" fmla="*/ 767 w 8156794"/>
                      <a:gd name="connsiteY4-472" fmla="*/ 147145 h 2973000"/>
                      <a:gd name="connsiteX5-473" fmla="*/ 4068271 w 8156794"/>
                      <a:gd name="connsiteY5-474" fmla="*/ 1566042 h 2973000"/>
                      <a:gd name="connsiteX6-475" fmla="*/ 8156794 w 8156794"/>
                      <a:gd name="connsiteY6-476" fmla="*/ 0 h 2973000"/>
                      <a:gd name="connsiteX0-477" fmla="*/ 8156794 w 8156794"/>
                      <a:gd name="connsiteY0-478" fmla="*/ 0 h 2973000"/>
                      <a:gd name="connsiteX1-479" fmla="*/ 8156794 w 8156794"/>
                      <a:gd name="connsiteY1-480" fmla="*/ 1673520 h 2973000"/>
                      <a:gd name="connsiteX2-481" fmla="*/ 4134388 w 8156794"/>
                      <a:gd name="connsiteY2-482" fmla="*/ 2972904 h 2973000"/>
                      <a:gd name="connsiteX3-483" fmla="*/ 2295 w 8156794"/>
                      <a:gd name="connsiteY3-484" fmla="*/ 1618086 h 2973000"/>
                      <a:gd name="connsiteX4-485" fmla="*/ 767 w 8156794"/>
                      <a:gd name="connsiteY4-486" fmla="*/ 147145 h 2973000"/>
                      <a:gd name="connsiteX5-487" fmla="*/ 4068271 w 8156794"/>
                      <a:gd name="connsiteY5-488" fmla="*/ 1566042 h 2973000"/>
                      <a:gd name="connsiteX6-489" fmla="*/ 8156794 w 8156794"/>
                      <a:gd name="connsiteY6-490" fmla="*/ 0 h 2973000"/>
                      <a:gd name="connsiteX0-491" fmla="*/ 8156794 w 8156794"/>
                      <a:gd name="connsiteY0-492" fmla="*/ 0 h 2973000"/>
                      <a:gd name="connsiteX1-493" fmla="*/ 8156794 w 8156794"/>
                      <a:gd name="connsiteY1-494" fmla="*/ 1673520 h 2973000"/>
                      <a:gd name="connsiteX2-495" fmla="*/ 4134388 w 8156794"/>
                      <a:gd name="connsiteY2-496" fmla="*/ 2972904 h 2973000"/>
                      <a:gd name="connsiteX3-497" fmla="*/ 2295 w 8156794"/>
                      <a:gd name="connsiteY3-498" fmla="*/ 1618086 h 2973000"/>
                      <a:gd name="connsiteX4-499" fmla="*/ 767 w 8156794"/>
                      <a:gd name="connsiteY4-500" fmla="*/ 147145 h 2973000"/>
                      <a:gd name="connsiteX5-501" fmla="*/ 4068271 w 8156794"/>
                      <a:gd name="connsiteY5-502" fmla="*/ 1566042 h 2973000"/>
                      <a:gd name="connsiteX6-503" fmla="*/ 8156794 w 8156794"/>
                      <a:gd name="connsiteY6-504" fmla="*/ 0 h 2973000"/>
                      <a:gd name="connsiteX0-505" fmla="*/ 8156794 w 8156794"/>
                      <a:gd name="connsiteY0-506" fmla="*/ 0 h 2973020"/>
                      <a:gd name="connsiteX1-507" fmla="*/ 8156794 w 8156794"/>
                      <a:gd name="connsiteY1-508" fmla="*/ 1673520 h 2973020"/>
                      <a:gd name="connsiteX2-509" fmla="*/ 4134388 w 8156794"/>
                      <a:gd name="connsiteY2-510" fmla="*/ 2972904 h 2973020"/>
                      <a:gd name="connsiteX3-511" fmla="*/ 2295 w 8156794"/>
                      <a:gd name="connsiteY3-512" fmla="*/ 1618086 h 2973020"/>
                      <a:gd name="connsiteX4-513" fmla="*/ 767 w 8156794"/>
                      <a:gd name="connsiteY4-514" fmla="*/ 147145 h 2973020"/>
                      <a:gd name="connsiteX5-515" fmla="*/ 4068271 w 8156794"/>
                      <a:gd name="connsiteY5-516" fmla="*/ 1566042 h 2973020"/>
                      <a:gd name="connsiteX6-517" fmla="*/ 8156794 w 8156794"/>
                      <a:gd name="connsiteY6-518" fmla="*/ 0 h 2973020"/>
                      <a:gd name="connsiteX0-519" fmla="*/ 8156794 w 8156794"/>
                      <a:gd name="connsiteY0-520" fmla="*/ 0 h 2973021"/>
                      <a:gd name="connsiteX1-521" fmla="*/ 8156794 w 8156794"/>
                      <a:gd name="connsiteY1-522" fmla="*/ 1673520 h 2973021"/>
                      <a:gd name="connsiteX2-523" fmla="*/ 4134388 w 8156794"/>
                      <a:gd name="connsiteY2-524" fmla="*/ 2972904 h 2973021"/>
                      <a:gd name="connsiteX3-525" fmla="*/ 2295 w 8156794"/>
                      <a:gd name="connsiteY3-526" fmla="*/ 1618086 h 2973021"/>
                      <a:gd name="connsiteX4-527" fmla="*/ 767 w 8156794"/>
                      <a:gd name="connsiteY4-528" fmla="*/ 147145 h 2973021"/>
                      <a:gd name="connsiteX5-529" fmla="*/ 4068271 w 8156794"/>
                      <a:gd name="connsiteY5-530" fmla="*/ 1566042 h 2973021"/>
                      <a:gd name="connsiteX6-531" fmla="*/ 8156794 w 8156794"/>
                      <a:gd name="connsiteY6-532" fmla="*/ 0 h 2973021"/>
                      <a:gd name="connsiteX0-533" fmla="*/ 8156794 w 8156794"/>
                      <a:gd name="connsiteY0-534" fmla="*/ 0 h 2973021"/>
                      <a:gd name="connsiteX1-535" fmla="*/ 8156794 w 8156794"/>
                      <a:gd name="connsiteY1-536" fmla="*/ 1673520 h 2973021"/>
                      <a:gd name="connsiteX2-537" fmla="*/ 4134388 w 8156794"/>
                      <a:gd name="connsiteY2-538" fmla="*/ 2972904 h 2973021"/>
                      <a:gd name="connsiteX3-539" fmla="*/ 2295 w 8156794"/>
                      <a:gd name="connsiteY3-540" fmla="*/ 1618086 h 2973021"/>
                      <a:gd name="connsiteX4-541" fmla="*/ 767 w 8156794"/>
                      <a:gd name="connsiteY4-542" fmla="*/ 147145 h 2973021"/>
                      <a:gd name="connsiteX5-543" fmla="*/ 4068271 w 8156794"/>
                      <a:gd name="connsiteY5-544" fmla="*/ 1566042 h 2973021"/>
                      <a:gd name="connsiteX6-545" fmla="*/ 8156794 w 8156794"/>
                      <a:gd name="connsiteY6-546" fmla="*/ 0 h 2973021"/>
                      <a:gd name="connsiteX0-547" fmla="*/ 8156794 w 8156794"/>
                      <a:gd name="connsiteY0-548" fmla="*/ 0 h 2973021"/>
                      <a:gd name="connsiteX1-549" fmla="*/ 8156794 w 8156794"/>
                      <a:gd name="connsiteY1-550" fmla="*/ 1673520 h 2973021"/>
                      <a:gd name="connsiteX2-551" fmla="*/ 4134388 w 8156794"/>
                      <a:gd name="connsiteY2-552" fmla="*/ 2972904 h 2973021"/>
                      <a:gd name="connsiteX3-553" fmla="*/ 2295 w 8156794"/>
                      <a:gd name="connsiteY3-554" fmla="*/ 1618086 h 2973021"/>
                      <a:gd name="connsiteX4-555" fmla="*/ 767 w 8156794"/>
                      <a:gd name="connsiteY4-556" fmla="*/ 147145 h 2973021"/>
                      <a:gd name="connsiteX5-557" fmla="*/ 4068271 w 8156794"/>
                      <a:gd name="connsiteY5-558" fmla="*/ 1566042 h 2973021"/>
                      <a:gd name="connsiteX6-559" fmla="*/ 8156794 w 8156794"/>
                      <a:gd name="connsiteY6-560" fmla="*/ 0 h 2973021"/>
                      <a:gd name="connsiteX0-561" fmla="*/ 8156794 w 8156794"/>
                      <a:gd name="connsiteY0-562" fmla="*/ 0 h 2973021"/>
                      <a:gd name="connsiteX1-563" fmla="*/ 8156794 w 8156794"/>
                      <a:gd name="connsiteY1-564" fmla="*/ 1673520 h 2973021"/>
                      <a:gd name="connsiteX2-565" fmla="*/ 4134388 w 8156794"/>
                      <a:gd name="connsiteY2-566" fmla="*/ 2972904 h 2973021"/>
                      <a:gd name="connsiteX3-567" fmla="*/ 2295 w 8156794"/>
                      <a:gd name="connsiteY3-568" fmla="*/ 1618086 h 2973021"/>
                      <a:gd name="connsiteX4-569" fmla="*/ 767 w 8156794"/>
                      <a:gd name="connsiteY4-570" fmla="*/ 147145 h 2973021"/>
                      <a:gd name="connsiteX5-571" fmla="*/ 4068271 w 8156794"/>
                      <a:gd name="connsiteY5-572" fmla="*/ 1566042 h 2973021"/>
                      <a:gd name="connsiteX6-573" fmla="*/ 8156794 w 8156794"/>
                      <a:gd name="connsiteY6-574" fmla="*/ 0 h 2973021"/>
                      <a:gd name="connsiteX0-575" fmla="*/ 8156794 w 8156794"/>
                      <a:gd name="connsiteY0-576" fmla="*/ 0 h 2973141"/>
                      <a:gd name="connsiteX1-577" fmla="*/ 8156794 w 8156794"/>
                      <a:gd name="connsiteY1-578" fmla="*/ 1673520 h 2973141"/>
                      <a:gd name="connsiteX2-579" fmla="*/ 4134388 w 8156794"/>
                      <a:gd name="connsiteY2-580" fmla="*/ 2972904 h 2973141"/>
                      <a:gd name="connsiteX3-581" fmla="*/ 2295 w 8156794"/>
                      <a:gd name="connsiteY3-582" fmla="*/ 1618086 h 2973141"/>
                      <a:gd name="connsiteX4-583" fmla="*/ 767 w 8156794"/>
                      <a:gd name="connsiteY4-584" fmla="*/ 147145 h 2973141"/>
                      <a:gd name="connsiteX5-585" fmla="*/ 4068271 w 8156794"/>
                      <a:gd name="connsiteY5-586" fmla="*/ 1566042 h 2973141"/>
                      <a:gd name="connsiteX6-587" fmla="*/ 8156794 w 8156794"/>
                      <a:gd name="connsiteY6-588" fmla="*/ 0 h 2973141"/>
                      <a:gd name="connsiteX0-589" fmla="*/ 8156794 w 8156794"/>
                      <a:gd name="connsiteY0-590" fmla="*/ 0 h 3066827"/>
                      <a:gd name="connsiteX1-591" fmla="*/ 8156794 w 8156794"/>
                      <a:gd name="connsiteY1-592" fmla="*/ 1673520 h 3066827"/>
                      <a:gd name="connsiteX2-593" fmla="*/ 4123353 w 8156794"/>
                      <a:gd name="connsiteY2-594" fmla="*/ 3066650 h 3066827"/>
                      <a:gd name="connsiteX3-595" fmla="*/ 2295 w 8156794"/>
                      <a:gd name="connsiteY3-596" fmla="*/ 1618086 h 3066827"/>
                      <a:gd name="connsiteX4-597" fmla="*/ 767 w 8156794"/>
                      <a:gd name="connsiteY4-598" fmla="*/ 147145 h 3066827"/>
                      <a:gd name="connsiteX5-599" fmla="*/ 4068271 w 8156794"/>
                      <a:gd name="connsiteY5-600" fmla="*/ 1566042 h 3066827"/>
                      <a:gd name="connsiteX6-601" fmla="*/ 8156794 w 8156794"/>
                      <a:gd name="connsiteY6-602" fmla="*/ 0 h 3066827"/>
                      <a:gd name="connsiteX0-603" fmla="*/ 8123689 w 8156794"/>
                      <a:gd name="connsiteY0-604" fmla="*/ 0 h 2999866"/>
                      <a:gd name="connsiteX1-605" fmla="*/ 8156794 w 8156794"/>
                      <a:gd name="connsiteY1-606" fmla="*/ 1606559 h 2999866"/>
                      <a:gd name="connsiteX2-607" fmla="*/ 4123353 w 8156794"/>
                      <a:gd name="connsiteY2-608" fmla="*/ 2999689 h 2999866"/>
                      <a:gd name="connsiteX3-609" fmla="*/ 2295 w 8156794"/>
                      <a:gd name="connsiteY3-610" fmla="*/ 1551125 h 2999866"/>
                      <a:gd name="connsiteX4-611" fmla="*/ 767 w 8156794"/>
                      <a:gd name="connsiteY4-612" fmla="*/ 80184 h 2999866"/>
                      <a:gd name="connsiteX5-613" fmla="*/ 4068271 w 8156794"/>
                      <a:gd name="connsiteY5-614" fmla="*/ 1499081 h 2999866"/>
                      <a:gd name="connsiteX6-615" fmla="*/ 8123689 w 8156794"/>
                      <a:gd name="connsiteY6-616" fmla="*/ 0 h 2999866"/>
                      <a:gd name="connsiteX0-617" fmla="*/ 8167828 w 8167828"/>
                      <a:gd name="connsiteY0-618" fmla="*/ 0 h 3026651"/>
                      <a:gd name="connsiteX1-619" fmla="*/ 8156794 w 8167828"/>
                      <a:gd name="connsiteY1-620" fmla="*/ 1633344 h 3026651"/>
                      <a:gd name="connsiteX2-621" fmla="*/ 4123353 w 8167828"/>
                      <a:gd name="connsiteY2-622" fmla="*/ 3026474 h 3026651"/>
                      <a:gd name="connsiteX3-623" fmla="*/ 2295 w 8167828"/>
                      <a:gd name="connsiteY3-624" fmla="*/ 1577910 h 3026651"/>
                      <a:gd name="connsiteX4-625" fmla="*/ 767 w 8167828"/>
                      <a:gd name="connsiteY4-626" fmla="*/ 106969 h 3026651"/>
                      <a:gd name="connsiteX5-627" fmla="*/ 4068271 w 8167828"/>
                      <a:gd name="connsiteY5-628" fmla="*/ 1525866 h 3026651"/>
                      <a:gd name="connsiteX6-629" fmla="*/ 8167828 w 8167828"/>
                      <a:gd name="connsiteY6-630" fmla="*/ 0 h 3026651"/>
                      <a:gd name="connsiteX0-631" fmla="*/ 8167828 w 8167828"/>
                      <a:gd name="connsiteY0-632" fmla="*/ 0 h 3027228"/>
                      <a:gd name="connsiteX1-633" fmla="*/ 8145760 w 8167828"/>
                      <a:gd name="connsiteY1-634" fmla="*/ 1686913 h 3027228"/>
                      <a:gd name="connsiteX2-635" fmla="*/ 4123353 w 8167828"/>
                      <a:gd name="connsiteY2-636" fmla="*/ 3026474 h 3027228"/>
                      <a:gd name="connsiteX3-637" fmla="*/ 2295 w 8167828"/>
                      <a:gd name="connsiteY3-638" fmla="*/ 1577910 h 3027228"/>
                      <a:gd name="connsiteX4-639" fmla="*/ 767 w 8167828"/>
                      <a:gd name="connsiteY4-640" fmla="*/ 106969 h 3027228"/>
                      <a:gd name="connsiteX5-641" fmla="*/ 4068271 w 8167828"/>
                      <a:gd name="connsiteY5-642" fmla="*/ 1525866 h 3027228"/>
                      <a:gd name="connsiteX6-643" fmla="*/ 8167828 w 8167828"/>
                      <a:gd name="connsiteY6-644" fmla="*/ 0 h 3027228"/>
                      <a:gd name="connsiteX0-645" fmla="*/ 8156794 w 8156794"/>
                      <a:gd name="connsiteY0-646" fmla="*/ 0 h 2933483"/>
                      <a:gd name="connsiteX1-647" fmla="*/ 8145760 w 8156794"/>
                      <a:gd name="connsiteY1-648" fmla="*/ 1593168 h 2933483"/>
                      <a:gd name="connsiteX2-649" fmla="*/ 4123353 w 8156794"/>
                      <a:gd name="connsiteY2-650" fmla="*/ 2932729 h 2933483"/>
                      <a:gd name="connsiteX3-651" fmla="*/ 2295 w 8156794"/>
                      <a:gd name="connsiteY3-652" fmla="*/ 1484165 h 2933483"/>
                      <a:gd name="connsiteX4-653" fmla="*/ 767 w 8156794"/>
                      <a:gd name="connsiteY4-654" fmla="*/ 13224 h 2933483"/>
                      <a:gd name="connsiteX5-655" fmla="*/ 4068271 w 8156794"/>
                      <a:gd name="connsiteY5-656" fmla="*/ 1432121 h 2933483"/>
                      <a:gd name="connsiteX6-657" fmla="*/ 8156794 w 8156794"/>
                      <a:gd name="connsiteY6-658" fmla="*/ 0 h 2933483"/>
                      <a:gd name="connsiteX0-659" fmla="*/ 8156794 w 8156794"/>
                      <a:gd name="connsiteY0-660" fmla="*/ 0 h 2933483"/>
                      <a:gd name="connsiteX1-661" fmla="*/ 8145760 w 8156794"/>
                      <a:gd name="connsiteY1-662" fmla="*/ 1593168 h 2933483"/>
                      <a:gd name="connsiteX2-663" fmla="*/ 4123353 w 8156794"/>
                      <a:gd name="connsiteY2-664" fmla="*/ 2932729 h 2933483"/>
                      <a:gd name="connsiteX3-665" fmla="*/ 2295 w 8156794"/>
                      <a:gd name="connsiteY3-666" fmla="*/ 1484165 h 2933483"/>
                      <a:gd name="connsiteX4-667" fmla="*/ 767 w 8156794"/>
                      <a:gd name="connsiteY4-668" fmla="*/ 13224 h 2933483"/>
                      <a:gd name="connsiteX5-669" fmla="*/ 4068271 w 8156794"/>
                      <a:gd name="connsiteY5-670" fmla="*/ 1432121 h 2933483"/>
                      <a:gd name="connsiteX6-671" fmla="*/ 8156794 w 8156794"/>
                      <a:gd name="connsiteY6-672" fmla="*/ 0 h 2933483"/>
                      <a:gd name="connsiteX0-673" fmla="*/ 8123689 w 8145760"/>
                      <a:gd name="connsiteY0-674" fmla="*/ 13560 h 2920259"/>
                      <a:gd name="connsiteX1-675" fmla="*/ 8145760 w 8145760"/>
                      <a:gd name="connsiteY1-676" fmla="*/ 1579944 h 2920259"/>
                      <a:gd name="connsiteX2-677" fmla="*/ 4123353 w 8145760"/>
                      <a:gd name="connsiteY2-678" fmla="*/ 2919505 h 2920259"/>
                      <a:gd name="connsiteX3-679" fmla="*/ 2295 w 8145760"/>
                      <a:gd name="connsiteY3-680" fmla="*/ 1470941 h 2920259"/>
                      <a:gd name="connsiteX4-681" fmla="*/ 767 w 8145760"/>
                      <a:gd name="connsiteY4-682" fmla="*/ 0 h 2920259"/>
                      <a:gd name="connsiteX5-683" fmla="*/ 4068271 w 8145760"/>
                      <a:gd name="connsiteY5-684" fmla="*/ 1418897 h 2920259"/>
                      <a:gd name="connsiteX6-685" fmla="*/ 8123689 w 8145760"/>
                      <a:gd name="connsiteY6-686" fmla="*/ 13560 h 2920259"/>
                      <a:gd name="connsiteX0-687" fmla="*/ 8178863 w 8178863"/>
                      <a:gd name="connsiteY0-688" fmla="*/ 26952 h 2920259"/>
                      <a:gd name="connsiteX1-689" fmla="*/ 8145760 w 8178863"/>
                      <a:gd name="connsiteY1-690" fmla="*/ 1579944 h 2920259"/>
                      <a:gd name="connsiteX2-691" fmla="*/ 4123353 w 8178863"/>
                      <a:gd name="connsiteY2-692" fmla="*/ 2919505 h 2920259"/>
                      <a:gd name="connsiteX3-693" fmla="*/ 2295 w 8178863"/>
                      <a:gd name="connsiteY3-694" fmla="*/ 1470941 h 2920259"/>
                      <a:gd name="connsiteX4-695" fmla="*/ 767 w 8178863"/>
                      <a:gd name="connsiteY4-696" fmla="*/ 0 h 2920259"/>
                      <a:gd name="connsiteX5-697" fmla="*/ 4068271 w 8178863"/>
                      <a:gd name="connsiteY5-698" fmla="*/ 1418897 h 2920259"/>
                      <a:gd name="connsiteX6-699" fmla="*/ 8178863 w 8178863"/>
                      <a:gd name="connsiteY6-700" fmla="*/ 26952 h 2920259"/>
                      <a:gd name="connsiteX0-701" fmla="*/ 8167827 w 8167827"/>
                      <a:gd name="connsiteY0-702" fmla="*/ 40343 h 2920259"/>
                      <a:gd name="connsiteX1-703" fmla="*/ 8145760 w 8167827"/>
                      <a:gd name="connsiteY1-704" fmla="*/ 1579944 h 2920259"/>
                      <a:gd name="connsiteX2-705" fmla="*/ 4123353 w 8167827"/>
                      <a:gd name="connsiteY2-706" fmla="*/ 2919505 h 2920259"/>
                      <a:gd name="connsiteX3-707" fmla="*/ 2295 w 8167827"/>
                      <a:gd name="connsiteY3-708" fmla="*/ 1470941 h 2920259"/>
                      <a:gd name="connsiteX4-709" fmla="*/ 767 w 8167827"/>
                      <a:gd name="connsiteY4-710" fmla="*/ 0 h 2920259"/>
                      <a:gd name="connsiteX5-711" fmla="*/ 4068271 w 8167827"/>
                      <a:gd name="connsiteY5-712" fmla="*/ 1418897 h 2920259"/>
                      <a:gd name="connsiteX6-713" fmla="*/ 8167827 w 8167827"/>
                      <a:gd name="connsiteY6-714" fmla="*/ 40343 h 2920259"/>
                      <a:gd name="connsiteX0-715" fmla="*/ 8123687 w 8145760"/>
                      <a:gd name="connsiteY0-716" fmla="*/ 53735 h 2920259"/>
                      <a:gd name="connsiteX1-717" fmla="*/ 8145760 w 8145760"/>
                      <a:gd name="connsiteY1-718" fmla="*/ 1579944 h 2920259"/>
                      <a:gd name="connsiteX2-719" fmla="*/ 4123353 w 8145760"/>
                      <a:gd name="connsiteY2-720" fmla="*/ 2919505 h 2920259"/>
                      <a:gd name="connsiteX3-721" fmla="*/ 2295 w 8145760"/>
                      <a:gd name="connsiteY3-722" fmla="*/ 1470941 h 2920259"/>
                      <a:gd name="connsiteX4-723" fmla="*/ 767 w 8145760"/>
                      <a:gd name="connsiteY4-724" fmla="*/ 0 h 2920259"/>
                      <a:gd name="connsiteX5-725" fmla="*/ 4068271 w 8145760"/>
                      <a:gd name="connsiteY5-726" fmla="*/ 1418897 h 2920259"/>
                      <a:gd name="connsiteX6-727" fmla="*/ 8123687 w 8145760"/>
                      <a:gd name="connsiteY6-728" fmla="*/ 53735 h 2920259"/>
                      <a:gd name="connsiteX0-729" fmla="*/ 8161918 w 8161918"/>
                      <a:gd name="connsiteY0-730" fmla="*/ 0 h 2943855"/>
                      <a:gd name="connsiteX1-731" fmla="*/ 8145760 w 8161918"/>
                      <a:gd name="connsiteY1-732" fmla="*/ 1603540 h 2943855"/>
                      <a:gd name="connsiteX2-733" fmla="*/ 4123353 w 8161918"/>
                      <a:gd name="connsiteY2-734" fmla="*/ 2943101 h 2943855"/>
                      <a:gd name="connsiteX3-735" fmla="*/ 2295 w 8161918"/>
                      <a:gd name="connsiteY3-736" fmla="*/ 1494537 h 2943855"/>
                      <a:gd name="connsiteX4-737" fmla="*/ 767 w 8161918"/>
                      <a:gd name="connsiteY4-738" fmla="*/ 23596 h 2943855"/>
                      <a:gd name="connsiteX5-739" fmla="*/ 4068271 w 8161918"/>
                      <a:gd name="connsiteY5-740" fmla="*/ 1442493 h 2943855"/>
                      <a:gd name="connsiteX6-741" fmla="*/ 8161918 w 8161918"/>
                      <a:gd name="connsiteY6-742" fmla="*/ 0 h 2943855"/>
                      <a:gd name="connsiteX0-743" fmla="*/ 8144926 w 8145760"/>
                      <a:gd name="connsiteY0-744" fmla="*/ 43424 h 2920259"/>
                      <a:gd name="connsiteX1-745" fmla="*/ 8145760 w 8145760"/>
                      <a:gd name="connsiteY1-746" fmla="*/ 1579944 h 2920259"/>
                      <a:gd name="connsiteX2-747" fmla="*/ 4123353 w 8145760"/>
                      <a:gd name="connsiteY2-748" fmla="*/ 2919505 h 2920259"/>
                      <a:gd name="connsiteX3-749" fmla="*/ 2295 w 8145760"/>
                      <a:gd name="connsiteY3-750" fmla="*/ 1470941 h 2920259"/>
                      <a:gd name="connsiteX4-751" fmla="*/ 767 w 8145760"/>
                      <a:gd name="connsiteY4-752" fmla="*/ 0 h 2920259"/>
                      <a:gd name="connsiteX5-753" fmla="*/ 4068271 w 8145760"/>
                      <a:gd name="connsiteY5-754" fmla="*/ 1418897 h 2920259"/>
                      <a:gd name="connsiteX6-755" fmla="*/ 8144926 w 8145760"/>
                      <a:gd name="connsiteY6-756" fmla="*/ 43424 h 2920259"/>
                      <a:gd name="connsiteX0-757" fmla="*/ 8161918 w 8161918"/>
                      <a:gd name="connsiteY0-758" fmla="*/ 0 h 2959321"/>
                      <a:gd name="connsiteX1-759" fmla="*/ 8145760 w 8161918"/>
                      <a:gd name="connsiteY1-760" fmla="*/ 1619006 h 2959321"/>
                      <a:gd name="connsiteX2-761" fmla="*/ 4123353 w 8161918"/>
                      <a:gd name="connsiteY2-762" fmla="*/ 2958567 h 2959321"/>
                      <a:gd name="connsiteX3-763" fmla="*/ 2295 w 8161918"/>
                      <a:gd name="connsiteY3-764" fmla="*/ 1510003 h 2959321"/>
                      <a:gd name="connsiteX4-765" fmla="*/ 767 w 8161918"/>
                      <a:gd name="connsiteY4-766" fmla="*/ 39062 h 2959321"/>
                      <a:gd name="connsiteX5-767" fmla="*/ 4068271 w 8161918"/>
                      <a:gd name="connsiteY5-768" fmla="*/ 1457959 h 2959321"/>
                      <a:gd name="connsiteX6-769" fmla="*/ 8161918 w 8161918"/>
                      <a:gd name="connsiteY6-770" fmla="*/ 0 h 2959321"/>
                      <a:gd name="connsiteX0-771" fmla="*/ 8161918 w 8162752"/>
                      <a:gd name="connsiteY0-772" fmla="*/ 0 h 2959488"/>
                      <a:gd name="connsiteX1-773" fmla="*/ 8162752 w 8162752"/>
                      <a:gd name="connsiteY1-774" fmla="*/ 1629317 h 2959488"/>
                      <a:gd name="connsiteX2-775" fmla="*/ 4123353 w 8162752"/>
                      <a:gd name="connsiteY2-776" fmla="*/ 2958567 h 2959488"/>
                      <a:gd name="connsiteX3-777" fmla="*/ 2295 w 8162752"/>
                      <a:gd name="connsiteY3-778" fmla="*/ 1510003 h 2959488"/>
                      <a:gd name="connsiteX4-779" fmla="*/ 767 w 8162752"/>
                      <a:gd name="connsiteY4-780" fmla="*/ 39062 h 2959488"/>
                      <a:gd name="connsiteX5-781" fmla="*/ 4068271 w 8162752"/>
                      <a:gd name="connsiteY5-782" fmla="*/ 1457959 h 2959488"/>
                      <a:gd name="connsiteX6-783" fmla="*/ 8161918 w 8162752"/>
                      <a:gd name="connsiteY6-784" fmla="*/ 0 h 2959488"/>
                      <a:gd name="connsiteX0-785" fmla="*/ 8165930 w 8166764"/>
                      <a:gd name="connsiteY0-786" fmla="*/ 7337 h 2966825"/>
                      <a:gd name="connsiteX1-787" fmla="*/ 8166764 w 8166764"/>
                      <a:gd name="connsiteY1-788" fmla="*/ 1636654 h 2966825"/>
                      <a:gd name="connsiteX2-789" fmla="*/ 4127365 w 8166764"/>
                      <a:gd name="connsiteY2-790" fmla="*/ 2965904 h 2966825"/>
                      <a:gd name="connsiteX3-791" fmla="*/ 6307 w 8166764"/>
                      <a:gd name="connsiteY3-792" fmla="*/ 1517340 h 2966825"/>
                      <a:gd name="connsiteX4-793" fmla="*/ 532 w 8166764"/>
                      <a:gd name="connsiteY4-794" fmla="*/ 0 h 2966825"/>
                      <a:gd name="connsiteX5-795" fmla="*/ 4072283 w 8166764"/>
                      <a:gd name="connsiteY5-796" fmla="*/ 1465296 h 2966825"/>
                      <a:gd name="connsiteX6-797" fmla="*/ 8165930 w 8166764"/>
                      <a:gd name="connsiteY6-798" fmla="*/ 7337 h 2966825"/>
                      <a:gd name="connsiteX0-799" fmla="*/ 8168119 w 8168953"/>
                      <a:gd name="connsiteY0-800" fmla="*/ 7337 h 2966682"/>
                      <a:gd name="connsiteX1-801" fmla="*/ 8168953 w 8168953"/>
                      <a:gd name="connsiteY1-802" fmla="*/ 1636654 h 2966682"/>
                      <a:gd name="connsiteX2-803" fmla="*/ 4129554 w 8168953"/>
                      <a:gd name="connsiteY2-804" fmla="*/ 2965904 h 2966682"/>
                      <a:gd name="connsiteX3-805" fmla="*/ 0 w 8168953"/>
                      <a:gd name="connsiteY3-806" fmla="*/ 1527651 h 2966682"/>
                      <a:gd name="connsiteX4-807" fmla="*/ 2721 w 8168953"/>
                      <a:gd name="connsiteY4-808" fmla="*/ 0 h 2966682"/>
                      <a:gd name="connsiteX5-809" fmla="*/ 4074472 w 8168953"/>
                      <a:gd name="connsiteY5-810" fmla="*/ 1465296 h 2966682"/>
                      <a:gd name="connsiteX6-811" fmla="*/ 8168119 w 8168953"/>
                      <a:gd name="connsiteY6-812" fmla="*/ 7337 h 2966682"/>
                      <a:gd name="connsiteX0-813" fmla="*/ 8168119 w 8168953"/>
                      <a:gd name="connsiteY0-814" fmla="*/ 7337 h 3100377"/>
                      <a:gd name="connsiteX1-815" fmla="*/ 8168953 w 8168953"/>
                      <a:gd name="connsiteY1-816" fmla="*/ 1636654 h 3100377"/>
                      <a:gd name="connsiteX2-817" fmla="*/ 4118520 w 8168953"/>
                      <a:gd name="connsiteY2-818" fmla="*/ 3099826 h 3100377"/>
                      <a:gd name="connsiteX3-819" fmla="*/ 0 w 8168953"/>
                      <a:gd name="connsiteY3-820" fmla="*/ 1527651 h 3100377"/>
                      <a:gd name="connsiteX4-821" fmla="*/ 2721 w 8168953"/>
                      <a:gd name="connsiteY4-822" fmla="*/ 0 h 3100377"/>
                      <a:gd name="connsiteX5-823" fmla="*/ 4074472 w 8168953"/>
                      <a:gd name="connsiteY5-824" fmla="*/ 1465296 h 3100377"/>
                      <a:gd name="connsiteX6-825" fmla="*/ 8168119 w 8168953"/>
                      <a:gd name="connsiteY6-826" fmla="*/ 7337 h 3100377"/>
                      <a:gd name="connsiteX0-827" fmla="*/ 8168119 w 8168953"/>
                      <a:gd name="connsiteY0-828" fmla="*/ 7337 h 3100429"/>
                      <a:gd name="connsiteX1-829" fmla="*/ 8168953 w 8168953"/>
                      <a:gd name="connsiteY1-830" fmla="*/ 1636654 h 3100429"/>
                      <a:gd name="connsiteX2-831" fmla="*/ 4118520 w 8168953"/>
                      <a:gd name="connsiteY2-832" fmla="*/ 3099826 h 3100429"/>
                      <a:gd name="connsiteX3-833" fmla="*/ 0 w 8168953"/>
                      <a:gd name="connsiteY3-834" fmla="*/ 1527651 h 3100429"/>
                      <a:gd name="connsiteX4-835" fmla="*/ 2721 w 8168953"/>
                      <a:gd name="connsiteY4-836" fmla="*/ 0 h 3100429"/>
                      <a:gd name="connsiteX5-837" fmla="*/ 4074472 w 8168953"/>
                      <a:gd name="connsiteY5-838" fmla="*/ 1465296 h 3100429"/>
                      <a:gd name="connsiteX6-839" fmla="*/ 8168119 w 8168953"/>
                      <a:gd name="connsiteY6-840" fmla="*/ 7337 h 3100429"/>
                      <a:gd name="connsiteX0-841" fmla="*/ 8165849 w 8166683"/>
                      <a:gd name="connsiteY0-842" fmla="*/ 7337 h 3099826"/>
                      <a:gd name="connsiteX1-843" fmla="*/ 8166683 w 8166683"/>
                      <a:gd name="connsiteY1-844" fmla="*/ 1636654 h 3099826"/>
                      <a:gd name="connsiteX2-845" fmla="*/ 4116250 w 8166683"/>
                      <a:gd name="connsiteY2-846" fmla="*/ 3099826 h 3099826"/>
                      <a:gd name="connsiteX3-847" fmla="*/ 8764 w 8166683"/>
                      <a:gd name="connsiteY3-848" fmla="*/ 1634789 h 3099826"/>
                      <a:gd name="connsiteX4-849" fmla="*/ 451 w 8166683"/>
                      <a:gd name="connsiteY4-850" fmla="*/ 0 h 3099826"/>
                      <a:gd name="connsiteX5-851" fmla="*/ 4072202 w 8166683"/>
                      <a:gd name="connsiteY5-852" fmla="*/ 1465296 h 3099826"/>
                      <a:gd name="connsiteX6-853" fmla="*/ 8165849 w 8166683"/>
                      <a:gd name="connsiteY6-854" fmla="*/ 7337 h 3099826"/>
                      <a:gd name="connsiteX0-855" fmla="*/ 8165849 w 8166683"/>
                      <a:gd name="connsiteY0-856" fmla="*/ 7337 h 3099826"/>
                      <a:gd name="connsiteX1-857" fmla="*/ 8166683 w 8166683"/>
                      <a:gd name="connsiteY1-858" fmla="*/ 1636654 h 3099826"/>
                      <a:gd name="connsiteX2-859" fmla="*/ 4116250 w 8166683"/>
                      <a:gd name="connsiteY2-860" fmla="*/ 3099826 h 3099826"/>
                      <a:gd name="connsiteX3-861" fmla="*/ 8764 w 8166683"/>
                      <a:gd name="connsiteY3-862" fmla="*/ 1634789 h 3099826"/>
                      <a:gd name="connsiteX4-863" fmla="*/ 451 w 8166683"/>
                      <a:gd name="connsiteY4-864" fmla="*/ 0 h 3099826"/>
                      <a:gd name="connsiteX5-865" fmla="*/ 4072202 w 8166683"/>
                      <a:gd name="connsiteY5-866" fmla="*/ 1465296 h 3099826"/>
                      <a:gd name="connsiteX6-867" fmla="*/ 8165849 w 8166683"/>
                      <a:gd name="connsiteY6-868" fmla="*/ 7337 h 3099826"/>
                      <a:gd name="connsiteX0-869" fmla="*/ 8165849 w 8166683"/>
                      <a:gd name="connsiteY0-870" fmla="*/ 7337 h 3099826"/>
                      <a:gd name="connsiteX1-871" fmla="*/ 8166683 w 8166683"/>
                      <a:gd name="connsiteY1-872" fmla="*/ 1636654 h 3099826"/>
                      <a:gd name="connsiteX2-873" fmla="*/ 4116250 w 8166683"/>
                      <a:gd name="connsiteY2-874" fmla="*/ 3099826 h 3099826"/>
                      <a:gd name="connsiteX3-875" fmla="*/ 8764 w 8166683"/>
                      <a:gd name="connsiteY3-876" fmla="*/ 1634789 h 3099826"/>
                      <a:gd name="connsiteX4-877" fmla="*/ 451 w 8166683"/>
                      <a:gd name="connsiteY4-878" fmla="*/ 0 h 3099826"/>
                      <a:gd name="connsiteX5-879" fmla="*/ 4061168 w 8166683"/>
                      <a:gd name="connsiteY5-880" fmla="*/ 1438511 h 3099826"/>
                      <a:gd name="connsiteX6-881" fmla="*/ 8165849 w 8166683"/>
                      <a:gd name="connsiteY6-882" fmla="*/ 7337 h 3099826"/>
                      <a:gd name="connsiteX0-883" fmla="*/ 8165849 w 8166683"/>
                      <a:gd name="connsiteY0-884" fmla="*/ 7337 h 3099826"/>
                      <a:gd name="connsiteX1-885" fmla="*/ 8166683 w 8166683"/>
                      <a:gd name="connsiteY1-886" fmla="*/ 1636654 h 3099826"/>
                      <a:gd name="connsiteX2-887" fmla="*/ 4116250 w 8166683"/>
                      <a:gd name="connsiteY2-888" fmla="*/ 3099826 h 3099826"/>
                      <a:gd name="connsiteX3-889" fmla="*/ 8764 w 8166683"/>
                      <a:gd name="connsiteY3-890" fmla="*/ 1634789 h 3099826"/>
                      <a:gd name="connsiteX4-891" fmla="*/ 451 w 8166683"/>
                      <a:gd name="connsiteY4-892" fmla="*/ 0 h 3099826"/>
                      <a:gd name="connsiteX5-893" fmla="*/ 4061168 w 8166683"/>
                      <a:gd name="connsiteY5-894" fmla="*/ 1438511 h 3099826"/>
                      <a:gd name="connsiteX6-895" fmla="*/ 8165849 w 8166683"/>
                      <a:gd name="connsiteY6-896" fmla="*/ 7337 h 309982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5" name="Oval 464"/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466" name="Group 465"/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67" name="Freeform 466"/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-1" fmla="*/ 3725333 w 4641485"/>
                        <a:gd name="connsiteY0-2" fmla="*/ 0 h 1049866"/>
                        <a:gd name="connsiteX1-3" fmla="*/ 4641485 w 4641485"/>
                        <a:gd name="connsiteY1-4" fmla="*/ 239402 h 1049866"/>
                        <a:gd name="connsiteX2-5" fmla="*/ 3962400 w 4641485"/>
                        <a:gd name="connsiteY2-6" fmla="*/ 541866 h 1049866"/>
                        <a:gd name="connsiteX3-7" fmla="*/ 3742267 w 4641485"/>
                        <a:gd name="connsiteY3-8" fmla="*/ 457200 h 1049866"/>
                        <a:gd name="connsiteX4-9" fmla="*/ 2269067 w 4641485"/>
                        <a:gd name="connsiteY4-10" fmla="*/ 1049866 h 1049866"/>
                        <a:gd name="connsiteX5-11" fmla="*/ 880533 w 4641485"/>
                        <a:gd name="connsiteY5-12" fmla="*/ 457200 h 1049866"/>
                        <a:gd name="connsiteX6-13" fmla="*/ 592667 w 4641485"/>
                        <a:gd name="connsiteY6-14" fmla="*/ 541866 h 1049866"/>
                        <a:gd name="connsiteX7-15" fmla="*/ 0 w 4641485"/>
                        <a:gd name="connsiteY7-16" fmla="*/ 254000 h 1049866"/>
                        <a:gd name="connsiteX8-17" fmla="*/ 880533 w 4641485"/>
                        <a:gd name="connsiteY8-18" fmla="*/ 16933 h 1049866"/>
                        <a:gd name="connsiteX9-19" fmla="*/ 2302933 w 4641485"/>
                        <a:gd name="connsiteY9-20" fmla="*/ 626533 h 1049866"/>
                        <a:gd name="connsiteX10-21" fmla="*/ 3725333 w 4641485"/>
                        <a:gd name="connsiteY10-22" fmla="*/ 0 h 1049866"/>
                        <a:gd name="connsiteX0-23" fmla="*/ 3756864 w 4673016"/>
                        <a:gd name="connsiteY0-24" fmla="*/ 0 h 1049866"/>
                        <a:gd name="connsiteX1-25" fmla="*/ 4673016 w 4673016"/>
                        <a:gd name="connsiteY1-26" fmla="*/ 239402 h 1049866"/>
                        <a:gd name="connsiteX2-27" fmla="*/ 3993931 w 4673016"/>
                        <a:gd name="connsiteY2-28" fmla="*/ 541866 h 1049866"/>
                        <a:gd name="connsiteX3-29" fmla="*/ 3773798 w 4673016"/>
                        <a:gd name="connsiteY3-30" fmla="*/ 457200 h 1049866"/>
                        <a:gd name="connsiteX4-31" fmla="*/ 2300598 w 4673016"/>
                        <a:gd name="connsiteY4-32" fmla="*/ 1049866 h 1049866"/>
                        <a:gd name="connsiteX5-33" fmla="*/ 912064 w 4673016"/>
                        <a:gd name="connsiteY5-34" fmla="*/ 457200 h 1049866"/>
                        <a:gd name="connsiteX6-35" fmla="*/ 624198 w 4673016"/>
                        <a:gd name="connsiteY6-36" fmla="*/ 541866 h 1049866"/>
                        <a:gd name="connsiteX7-37" fmla="*/ 0 w 4673016"/>
                        <a:gd name="connsiteY7-38" fmla="*/ 232979 h 1049866"/>
                        <a:gd name="connsiteX8-39" fmla="*/ 912064 w 4673016"/>
                        <a:gd name="connsiteY8-40" fmla="*/ 16933 h 1049866"/>
                        <a:gd name="connsiteX9-41" fmla="*/ 2334464 w 4673016"/>
                        <a:gd name="connsiteY9-42" fmla="*/ 626533 h 1049866"/>
                        <a:gd name="connsiteX10-43" fmla="*/ 3756864 w 4673016"/>
                        <a:gd name="connsiteY10-44" fmla="*/ 0 h 1049866"/>
                        <a:gd name="connsiteX0-45" fmla="*/ 3756864 w 4673016"/>
                        <a:gd name="connsiteY0-46" fmla="*/ 0 h 1049866"/>
                        <a:gd name="connsiteX1-47" fmla="*/ 4673016 w 4673016"/>
                        <a:gd name="connsiteY1-48" fmla="*/ 239402 h 1049866"/>
                        <a:gd name="connsiteX2-49" fmla="*/ 3993931 w 4673016"/>
                        <a:gd name="connsiteY2-50" fmla="*/ 541866 h 1049866"/>
                        <a:gd name="connsiteX3-51" fmla="*/ 3784308 w 4673016"/>
                        <a:gd name="connsiteY3-52" fmla="*/ 404648 h 1049866"/>
                        <a:gd name="connsiteX4-53" fmla="*/ 2300598 w 4673016"/>
                        <a:gd name="connsiteY4-54" fmla="*/ 1049866 h 1049866"/>
                        <a:gd name="connsiteX5-55" fmla="*/ 912064 w 4673016"/>
                        <a:gd name="connsiteY5-56" fmla="*/ 457200 h 1049866"/>
                        <a:gd name="connsiteX6-57" fmla="*/ 624198 w 4673016"/>
                        <a:gd name="connsiteY6-58" fmla="*/ 541866 h 1049866"/>
                        <a:gd name="connsiteX7-59" fmla="*/ 0 w 4673016"/>
                        <a:gd name="connsiteY7-60" fmla="*/ 232979 h 1049866"/>
                        <a:gd name="connsiteX8-61" fmla="*/ 912064 w 4673016"/>
                        <a:gd name="connsiteY8-62" fmla="*/ 16933 h 1049866"/>
                        <a:gd name="connsiteX9-63" fmla="*/ 2334464 w 4673016"/>
                        <a:gd name="connsiteY9-64" fmla="*/ 626533 h 1049866"/>
                        <a:gd name="connsiteX10-65" fmla="*/ 3756864 w 4673016"/>
                        <a:gd name="connsiteY10-66" fmla="*/ 0 h 1049866"/>
                        <a:gd name="connsiteX0-67" fmla="*/ 3756864 w 4673016"/>
                        <a:gd name="connsiteY0-68" fmla="*/ 0 h 1049866"/>
                        <a:gd name="connsiteX1-69" fmla="*/ 4673016 w 4673016"/>
                        <a:gd name="connsiteY1-70" fmla="*/ 239402 h 1049866"/>
                        <a:gd name="connsiteX2-71" fmla="*/ 3993931 w 4673016"/>
                        <a:gd name="connsiteY2-72" fmla="*/ 541866 h 1049866"/>
                        <a:gd name="connsiteX3-73" fmla="*/ 3794818 w 4673016"/>
                        <a:gd name="connsiteY3-74" fmla="*/ 436179 h 1049866"/>
                        <a:gd name="connsiteX4-75" fmla="*/ 2300598 w 4673016"/>
                        <a:gd name="connsiteY4-76" fmla="*/ 1049866 h 1049866"/>
                        <a:gd name="connsiteX5-77" fmla="*/ 912064 w 4673016"/>
                        <a:gd name="connsiteY5-78" fmla="*/ 457200 h 1049866"/>
                        <a:gd name="connsiteX6-79" fmla="*/ 624198 w 4673016"/>
                        <a:gd name="connsiteY6-80" fmla="*/ 541866 h 1049866"/>
                        <a:gd name="connsiteX7-81" fmla="*/ 0 w 4673016"/>
                        <a:gd name="connsiteY7-82" fmla="*/ 232979 h 1049866"/>
                        <a:gd name="connsiteX8-83" fmla="*/ 912064 w 4673016"/>
                        <a:gd name="connsiteY8-84" fmla="*/ 16933 h 1049866"/>
                        <a:gd name="connsiteX9-85" fmla="*/ 2334464 w 4673016"/>
                        <a:gd name="connsiteY9-86" fmla="*/ 626533 h 1049866"/>
                        <a:gd name="connsiteX10-87" fmla="*/ 3756864 w 4673016"/>
                        <a:gd name="connsiteY10-88" fmla="*/ 0 h 1049866"/>
                        <a:gd name="connsiteX0-89" fmla="*/ 3756864 w 4673016"/>
                        <a:gd name="connsiteY0-90" fmla="*/ 0 h 1049866"/>
                        <a:gd name="connsiteX1-91" fmla="*/ 4673016 w 4673016"/>
                        <a:gd name="connsiteY1-92" fmla="*/ 239402 h 1049866"/>
                        <a:gd name="connsiteX2-93" fmla="*/ 3993931 w 4673016"/>
                        <a:gd name="connsiteY2-94" fmla="*/ 541866 h 1049866"/>
                        <a:gd name="connsiteX3-95" fmla="*/ 3794818 w 4673016"/>
                        <a:gd name="connsiteY3-96" fmla="*/ 436179 h 1049866"/>
                        <a:gd name="connsiteX4-97" fmla="*/ 2300598 w 4673016"/>
                        <a:gd name="connsiteY4-98" fmla="*/ 1049866 h 1049866"/>
                        <a:gd name="connsiteX5-99" fmla="*/ 912064 w 4673016"/>
                        <a:gd name="connsiteY5-100" fmla="*/ 457200 h 1049866"/>
                        <a:gd name="connsiteX6-101" fmla="*/ 624198 w 4673016"/>
                        <a:gd name="connsiteY6-102" fmla="*/ 541866 h 1049866"/>
                        <a:gd name="connsiteX7-103" fmla="*/ 0 w 4673016"/>
                        <a:gd name="connsiteY7-104" fmla="*/ 232979 h 1049866"/>
                        <a:gd name="connsiteX8-105" fmla="*/ 912064 w 4673016"/>
                        <a:gd name="connsiteY8-106" fmla="*/ 16933 h 1049866"/>
                        <a:gd name="connsiteX9-107" fmla="*/ 2323954 w 4673016"/>
                        <a:gd name="connsiteY9-108" fmla="*/ 616023 h 1049866"/>
                        <a:gd name="connsiteX10-109" fmla="*/ 3756864 w 4673016"/>
                        <a:gd name="connsiteY10-110" fmla="*/ 0 h 1049866"/>
                        <a:gd name="connsiteX0-111" fmla="*/ 3756864 w 4673016"/>
                        <a:gd name="connsiteY0-112" fmla="*/ 0 h 1049866"/>
                        <a:gd name="connsiteX1-113" fmla="*/ 4673016 w 4673016"/>
                        <a:gd name="connsiteY1-114" fmla="*/ 239402 h 1049866"/>
                        <a:gd name="connsiteX2-115" fmla="*/ 3993931 w 4673016"/>
                        <a:gd name="connsiteY2-116" fmla="*/ 541866 h 1049866"/>
                        <a:gd name="connsiteX3-117" fmla="*/ 3794818 w 4673016"/>
                        <a:gd name="connsiteY3-118" fmla="*/ 436179 h 1049866"/>
                        <a:gd name="connsiteX4-119" fmla="*/ 2300598 w 4673016"/>
                        <a:gd name="connsiteY4-120" fmla="*/ 1049866 h 1049866"/>
                        <a:gd name="connsiteX5-121" fmla="*/ 912064 w 4673016"/>
                        <a:gd name="connsiteY5-122" fmla="*/ 457200 h 1049866"/>
                        <a:gd name="connsiteX6-123" fmla="*/ 624198 w 4673016"/>
                        <a:gd name="connsiteY6-124" fmla="*/ 541866 h 1049866"/>
                        <a:gd name="connsiteX7-125" fmla="*/ 0 w 4673016"/>
                        <a:gd name="connsiteY7-126" fmla="*/ 275021 h 1049866"/>
                        <a:gd name="connsiteX8-127" fmla="*/ 912064 w 4673016"/>
                        <a:gd name="connsiteY8-128" fmla="*/ 16933 h 1049866"/>
                        <a:gd name="connsiteX9-129" fmla="*/ 2323954 w 4673016"/>
                        <a:gd name="connsiteY9-130" fmla="*/ 616023 h 1049866"/>
                        <a:gd name="connsiteX10-131" fmla="*/ 3756864 w 4673016"/>
                        <a:gd name="connsiteY10-132" fmla="*/ 0 h 1049866"/>
                        <a:gd name="connsiteX0-133" fmla="*/ 3756864 w 4673016"/>
                        <a:gd name="connsiteY0-134" fmla="*/ 0 h 1049866"/>
                        <a:gd name="connsiteX1-135" fmla="*/ 4673016 w 4673016"/>
                        <a:gd name="connsiteY1-136" fmla="*/ 239402 h 1049866"/>
                        <a:gd name="connsiteX2-137" fmla="*/ 3993931 w 4673016"/>
                        <a:gd name="connsiteY2-138" fmla="*/ 541866 h 1049866"/>
                        <a:gd name="connsiteX3-139" fmla="*/ 3815839 w 4673016"/>
                        <a:gd name="connsiteY3-140" fmla="*/ 467710 h 1049866"/>
                        <a:gd name="connsiteX4-141" fmla="*/ 2300598 w 4673016"/>
                        <a:gd name="connsiteY4-142" fmla="*/ 1049866 h 1049866"/>
                        <a:gd name="connsiteX5-143" fmla="*/ 912064 w 4673016"/>
                        <a:gd name="connsiteY5-144" fmla="*/ 457200 h 1049866"/>
                        <a:gd name="connsiteX6-145" fmla="*/ 624198 w 4673016"/>
                        <a:gd name="connsiteY6-146" fmla="*/ 541866 h 1049866"/>
                        <a:gd name="connsiteX7-147" fmla="*/ 0 w 4673016"/>
                        <a:gd name="connsiteY7-148" fmla="*/ 275021 h 1049866"/>
                        <a:gd name="connsiteX8-149" fmla="*/ 912064 w 4673016"/>
                        <a:gd name="connsiteY8-150" fmla="*/ 16933 h 1049866"/>
                        <a:gd name="connsiteX9-151" fmla="*/ 2323954 w 4673016"/>
                        <a:gd name="connsiteY9-152" fmla="*/ 616023 h 1049866"/>
                        <a:gd name="connsiteX10-153" fmla="*/ 3756864 w 4673016"/>
                        <a:gd name="connsiteY10-154" fmla="*/ 0 h 104986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68" name="Freeform 467"/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69" name="Freeform 468"/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0" name="Freeform 469"/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-1" fmla="*/ 168165 w 3731172"/>
                        <a:gd name="connsiteY0-2" fmla="*/ 73572 h 1418896"/>
                        <a:gd name="connsiteX1-3" fmla="*/ 451945 w 3731172"/>
                        <a:gd name="connsiteY1-4" fmla="*/ 0 h 1418896"/>
                        <a:gd name="connsiteX2-5" fmla="*/ 1881352 w 3731172"/>
                        <a:gd name="connsiteY2-6" fmla="*/ 599089 h 1418896"/>
                        <a:gd name="connsiteX3-7" fmla="*/ 3363310 w 3731172"/>
                        <a:gd name="connsiteY3-8" fmla="*/ 0 h 1418896"/>
                        <a:gd name="connsiteX4-9" fmla="*/ 3584027 w 3731172"/>
                        <a:gd name="connsiteY4-10" fmla="*/ 73572 h 1418896"/>
                        <a:gd name="connsiteX5-11" fmla="*/ 2627586 w 3731172"/>
                        <a:gd name="connsiteY5-12" fmla="*/ 441434 h 1418896"/>
                        <a:gd name="connsiteX6-13" fmla="*/ 2596055 w 3731172"/>
                        <a:gd name="connsiteY6-14" fmla="*/ 914400 h 1418896"/>
                        <a:gd name="connsiteX7-15" fmla="*/ 3731172 w 3731172"/>
                        <a:gd name="connsiteY7-16" fmla="*/ 1345324 h 1418896"/>
                        <a:gd name="connsiteX8-17" fmla="*/ 3447393 w 3731172"/>
                        <a:gd name="connsiteY8-18" fmla="*/ 1408386 h 1418896"/>
                        <a:gd name="connsiteX9-19" fmla="*/ 1870841 w 3731172"/>
                        <a:gd name="connsiteY9-20" fmla="*/ 746234 h 1418896"/>
                        <a:gd name="connsiteX10-21" fmla="*/ 262758 w 3731172"/>
                        <a:gd name="connsiteY10-22" fmla="*/ 1418896 h 1418896"/>
                        <a:gd name="connsiteX11-23" fmla="*/ 0 w 3731172"/>
                        <a:gd name="connsiteY11-24" fmla="*/ 1324303 h 1418896"/>
                        <a:gd name="connsiteX12-25" fmla="*/ 1145627 w 3731172"/>
                        <a:gd name="connsiteY12-26" fmla="*/ 882869 h 1418896"/>
                        <a:gd name="connsiteX13-27" fmla="*/ 1114096 w 3731172"/>
                        <a:gd name="connsiteY13-28" fmla="*/ 409903 h 1418896"/>
                        <a:gd name="connsiteX14-29" fmla="*/ 441434 w 3731172"/>
                        <a:gd name="connsiteY14-30" fmla="*/ 10510 h 1418896"/>
                        <a:gd name="connsiteX15-31" fmla="*/ 441434 w 3731172"/>
                        <a:gd name="connsiteY15-32" fmla="*/ 10510 h 1418896"/>
                        <a:gd name="connsiteX0-33" fmla="*/ 168165 w 3731172"/>
                        <a:gd name="connsiteY0-34" fmla="*/ 73572 h 1418896"/>
                        <a:gd name="connsiteX1-35" fmla="*/ 451945 w 3731172"/>
                        <a:gd name="connsiteY1-36" fmla="*/ 0 h 1418896"/>
                        <a:gd name="connsiteX2-37" fmla="*/ 1881352 w 3731172"/>
                        <a:gd name="connsiteY2-38" fmla="*/ 599089 h 1418896"/>
                        <a:gd name="connsiteX3-39" fmla="*/ 3363310 w 3731172"/>
                        <a:gd name="connsiteY3-40" fmla="*/ 0 h 1418896"/>
                        <a:gd name="connsiteX4-41" fmla="*/ 3584027 w 3731172"/>
                        <a:gd name="connsiteY4-42" fmla="*/ 73572 h 1418896"/>
                        <a:gd name="connsiteX5-43" fmla="*/ 2627586 w 3731172"/>
                        <a:gd name="connsiteY5-44" fmla="*/ 441434 h 1418896"/>
                        <a:gd name="connsiteX6-45" fmla="*/ 2596055 w 3731172"/>
                        <a:gd name="connsiteY6-46" fmla="*/ 914400 h 1418896"/>
                        <a:gd name="connsiteX7-47" fmla="*/ 3731172 w 3731172"/>
                        <a:gd name="connsiteY7-48" fmla="*/ 1345324 h 1418896"/>
                        <a:gd name="connsiteX8-49" fmla="*/ 3447393 w 3731172"/>
                        <a:gd name="connsiteY8-50" fmla="*/ 1408386 h 1418896"/>
                        <a:gd name="connsiteX9-51" fmla="*/ 1870841 w 3731172"/>
                        <a:gd name="connsiteY9-52" fmla="*/ 746234 h 1418896"/>
                        <a:gd name="connsiteX10-53" fmla="*/ 262758 w 3731172"/>
                        <a:gd name="connsiteY10-54" fmla="*/ 1418896 h 1418896"/>
                        <a:gd name="connsiteX11-55" fmla="*/ 0 w 3731172"/>
                        <a:gd name="connsiteY11-56" fmla="*/ 1324303 h 1418896"/>
                        <a:gd name="connsiteX12-57" fmla="*/ 1145627 w 3731172"/>
                        <a:gd name="connsiteY12-58" fmla="*/ 882869 h 1418896"/>
                        <a:gd name="connsiteX13-59" fmla="*/ 1114096 w 3731172"/>
                        <a:gd name="connsiteY13-60" fmla="*/ 409903 h 1418896"/>
                        <a:gd name="connsiteX14-61" fmla="*/ 441434 w 3731172"/>
                        <a:gd name="connsiteY14-62" fmla="*/ 10510 h 1418896"/>
                        <a:gd name="connsiteX0-63" fmla="*/ 168165 w 3731172"/>
                        <a:gd name="connsiteY0-64" fmla="*/ 73572 h 1418896"/>
                        <a:gd name="connsiteX1-65" fmla="*/ 451945 w 3731172"/>
                        <a:gd name="connsiteY1-66" fmla="*/ 0 h 1418896"/>
                        <a:gd name="connsiteX2-67" fmla="*/ 1881352 w 3731172"/>
                        <a:gd name="connsiteY2-68" fmla="*/ 599089 h 1418896"/>
                        <a:gd name="connsiteX3-69" fmla="*/ 3363310 w 3731172"/>
                        <a:gd name="connsiteY3-70" fmla="*/ 0 h 1418896"/>
                        <a:gd name="connsiteX4-71" fmla="*/ 3584027 w 3731172"/>
                        <a:gd name="connsiteY4-72" fmla="*/ 73572 h 1418896"/>
                        <a:gd name="connsiteX5-73" fmla="*/ 2627586 w 3731172"/>
                        <a:gd name="connsiteY5-74" fmla="*/ 441434 h 1418896"/>
                        <a:gd name="connsiteX6-75" fmla="*/ 2596055 w 3731172"/>
                        <a:gd name="connsiteY6-76" fmla="*/ 914400 h 1418896"/>
                        <a:gd name="connsiteX7-77" fmla="*/ 3731172 w 3731172"/>
                        <a:gd name="connsiteY7-78" fmla="*/ 1345324 h 1418896"/>
                        <a:gd name="connsiteX8-79" fmla="*/ 3447393 w 3731172"/>
                        <a:gd name="connsiteY8-80" fmla="*/ 1408386 h 1418896"/>
                        <a:gd name="connsiteX9-81" fmla="*/ 1870841 w 3731172"/>
                        <a:gd name="connsiteY9-82" fmla="*/ 746234 h 1418896"/>
                        <a:gd name="connsiteX10-83" fmla="*/ 262758 w 3731172"/>
                        <a:gd name="connsiteY10-84" fmla="*/ 1418896 h 1418896"/>
                        <a:gd name="connsiteX11-85" fmla="*/ 0 w 3731172"/>
                        <a:gd name="connsiteY11-86" fmla="*/ 1324303 h 1418896"/>
                        <a:gd name="connsiteX12-87" fmla="*/ 1145627 w 3731172"/>
                        <a:gd name="connsiteY12-88" fmla="*/ 882869 h 1418896"/>
                        <a:gd name="connsiteX13-89" fmla="*/ 1114096 w 3731172"/>
                        <a:gd name="connsiteY13-90" fmla="*/ 409903 h 1418896"/>
                        <a:gd name="connsiteX14-91" fmla="*/ 357351 w 3731172"/>
                        <a:gd name="connsiteY14-92" fmla="*/ 115613 h 1418896"/>
                        <a:gd name="connsiteX0-93" fmla="*/ 168165 w 3731172"/>
                        <a:gd name="connsiteY0-94" fmla="*/ 73572 h 1418896"/>
                        <a:gd name="connsiteX1-95" fmla="*/ 451945 w 3731172"/>
                        <a:gd name="connsiteY1-96" fmla="*/ 0 h 1418896"/>
                        <a:gd name="connsiteX2-97" fmla="*/ 1881352 w 3731172"/>
                        <a:gd name="connsiteY2-98" fmla="*/ 599089 h 1418896"/>
                        <a:gd name="connsiteX3-99" fmla="*/ 3363310 w 3731172"/>
                        <a:gd name="connsiteY3-100" fmla="*/ 0 h 1418896"/>
                        <a:gd name="connsiteX4-101" fmla="*/ 3584027 w 3731172"/>
                        <a:gd name="connsiteY4-102" fmla="*/ 73572 h 1418896"/>
                        <a:gd name="connsiteX5-103" fmla="*/ 2627586 w 3731172"/>
                        <a:gd name="connsiteY5-104" fmla="*/ 441434 h 1418896"/>
                        <a:gd name="connsiteX6-105" fmla="*/ 2596055 w 3731172"/>
                        <a:gd name="connsiteY6-106" fmla="*/ 914400 h 1418896"/>
                        <a:gd name="connsiteX7-107" fmla="*/ 3731172 w 3731172"/>
                        <a:gd name="connsiteY7-108" fmla="*/ 1345324 h 1418896"/>
                        <a:gd name="connsiteX8-109" fmla="*/ 3447393 w 3731172"/>
                        <a:gd name="connsiteY8-110" fmla="*/ 1408386 h 1418896"/>
                        <a:gd name="connsiteX9-111" fmla="*/ 1870841 w 3731172"/>
                        <a:gd name="connsiteY9-112" fmla="*/ 746234 h 1418896"/>
                        <a:gd name="connsiteX10-113" fmla="*/ 262758 w 3731172"/>
                        <a:gd name="connsiteY10-114" fmla="*/ 1418896 h 1418896"/>
                        <a:gd name="connsiteX11-115" fmla="*/ 0 w 3731172"/>
                        <a:gd name="connsiteY11-116" fmla="*/ 1324303 h 1418896"/>
                        <a:gd name="connsiteX12-117" fmla="*/ 1145627 w 3731172"/>
                        <a:gd name="connsiteY12-118" fmla="*/ 882869 h 1418896"/>
                        <a:gd name="connsiteX13-119" fmla="*/ 1114096 w 3731172"/>
                        <a:gd name="connsiteY13-120" fmla="*/ 409903 h 1418896"/>
                        <a:gd name="connsiteX14-121" fmla="*/ 147144 w 3731172"/>
                        <a:gd name="connsiteY14-122" fmla="*/ 63061 h 1418896"/>
                        <a:gd name="connsiteX0-123" fmla="*/ 168165 w 3731172"/>
                        <a:gd name="connsiteY0-124" fmla="*/ 73572 h 1418896"/>
                        <a:gd name="connsiteX1-125" fmla="*/ 451945 w 3731172"/>
                        <a:gd name="connsiteY1-126" fmla="*/ 0 h 1418896"/>
                        <a:gd name="connsiteX2-127" fmla="*/ 1881352 w 3731172"/>
                        <a:gd name="connsiteY2-128" fmla="*/ 599089 h 1418896"/>
                        <a:gd name="connsiteX3-129" fmla="*/ 3363310 w 3731172"/>
                        <a:gd name="connsiteY3-130" fmla="*/ 0 h 1418896"/>
                        <a:gd name="connsiteX4-131" fmla="*/ 3584027 w 3731172"/>
                        <a:gd name="connsiteY4-132" fmla="*/ 73572 h 1418896"/>
                        <a:gd name="connsiteX5-133" fmla="*/ 2627586 w 3731172"/>
                        <a:gd name="connsiteY5-134" fmla="*/ 441434 h 1418896"/>
                        <a:gd name="connsiteX6-135" fmla="*/ 2596055 w 3731172"/>
                        <a:gd name="connsiteY6-136" fmla="*/ 914400 h 1418896"/>
                        <a:gd name="connsiteX7-137" fmla="*/ 3731172 w 3731172"/>
                        <a:gd name="connsiteY7-138" fmla="*/ 1345324 h 1418896"/>
                        <a:gd name="connsiteX8-139" fmla="*/ 3447393 w 3731172"/>
                        <a:gd name="connsiteY8-140" fmla="*/ 1408386 h 1418896"/>
                        <a:gd name="connsiteX9-141" fmla="*/ 1870841 w 3731172"/>
                        <a:gd name="connsiteY9-142" fmla="*/ 746234 h 1418896"/>
                        <a:gd name="connsiteX10-143" fmla="*/ 262758 w 3731172"/>
                        <a:gd name="connsiteY10-144" fmla="*/ 1418896 h 1418896"/>
                        <a:gd name="connsiteX11-145" fmla="*/ 0 w 3731172"/>
                        <a:gd name="connsiteY11-146" fmla="*/ 1324303 h 1418896"/>
                        <a:gd name="connsiteX12-147" fmla="*/ 1145627 w 3731172"/>
                        <a:gd name="connsiteY12-148" fmla="*/ 882869 h 1418896"/>
                        <a:gd name="connsiteX13-149" fmla="*/ 1114096 w 3731172"/>
                        <a:gd name="connsiteY13-150" fmla="*/ 420413 h 1418896"/>
                        <a:gd name="connsiteX14-151" fmla="*/ 147144 w 3731172"/>
                        <a:gd name="connsiteY14-152" fmla="*/ 63061 h 1418896"/>
                        <a:gd name="connsiteX0-153" fmla="*/ 168165 w 3731172"/>
                        <a:gd name="connsiteY0-154" fmla="*/ 73572 h 1418896"/>
                        <a:gd name="connsiteX1-155" fmla="*/ 451945 w 3731172"/>
                        <a:gd name="connsiteY1-156" fmla="*/ 0 h 1418896"/>
                        <a:gd name="connsiteX2-157" fmla="*/ 1881352 w 3731172"/>
                        <a:gd name="connsiteY2-158" fmla="*/ 599089 h 1418896"/>
                        <a:gd name="connsiteX3-159" fmla="*/ 3363310 w 3731172"/>
                        <a:gd name="connsiteY3-160" fmla="*/ 0 h 1418896"/>
                        <a:gd name="connsiteX4-161" fmla="*/ 3584027 w 3731172"/>
                        <a:gd name="connsiteY4-162" fmla="*/ 73572 h 1418896"/>
                        <a:gd name="connsiteX5-163" fmla="*/ 2627586 w 3731172"/>
                        <a:gd name="connsiteY5-164" fmla="*/ 441434 h 1418896"/>
                        <a:gd name="connsiteX6-165" fmla="*/ 2596055 w 3731172"/>
                        <a:gd name="connsiteY6-166" fmla="*/ 914400 h 1418896"/>
                        <a:gd name="connsiteX7-167" fmla="*/ 3731172 w 3731172"/>
                        <a:gd name="connsiteY7-168" fmla="*/ 1345324 h 1418896"/>
                        <a:gd name="connsiteX8-169" fmla="*/ 3447393 w 3731172"/>
                        <a:gd name="connsiteY8-170" fmla="*/ 1408386 h 1418896"/>
                        <a:gd name="connsiteX9-171" fmla="*/ 1870841 w 3731172"/>
                        <a:gd name="connsiteY9-172" fmla="*/ 746234 h 1418896"/>
                        <a:gd name="connsiteX10-173" fmla="*/ 262758 w 3731172"/>
                        <a:gd name="connsiteY10-174" fmla="*/ 1418896 h 1418896"/>
                        <a:gd name="connsiteX11-175" fmla="*/ 0 w 3731172"/>
                        <a:gd name="connsiteY11-176" fmla="*/ 1324303 h 1418896"/>
                        <a:gd name="connsiteX12-177" fmla="*/ 1145627 w 3731172"/>
                        <a:gd name="connsiteY12-178" fmla="*/ 882869 h 1418896"/>
                        <a:gd name="connsiteX13-179" fmla="*/ 1114096 w 3731172"/>
                        <a:gd name="connsiteY13-180" fmla="*/ 420413 h 1418896"/>
                        <a:gd name="connsiteX14-181" fmla="*/ 189185 w 3731172"/>
                        <a:gd name="connsiteY14-182" fmla="*/ 84081 h 1418896"/>
                        <a:gd name="connsiteX0-183" fmla="*/ 168165 w 3731172"/>
                        <a:gd name="connsiteY0-184" fmla="*/ 73572 h 1418896"/>
                        <a:gd name="connsiteX1-185" fmla="*/ 451945 w 3731172"/>
                        <a:gd name="connsiteY1-186" fmla="*/ 0 h 1418896"/>
                        <a:gd name="connsiteX2-187" fmla="*/ 1881352 w 3731172"/>
                        <a:gd name="connsiteY2-188" fmla="*/ 599089 h 1418896"/>
                        <a:gd name="connsiteX3-189" fmla="*/ 3363310 w 3731172"/>
                        <a:gd name="connsiteY3-190" fmla="*/ 0 h 1418896"/>
                        <a:gd name="connsiteX4-191" fmla="*/ 3584027 w 3731172"/>
                        <a:gd name="connsiteY4-192" fmla="*/ 73572 h 1418896"/>
                        <a:gd name="connsiteX5-193" fmla="*/ 2627586 w 3731172"/>
                        <a:gd name="connsiteY5-194" fmla="*/ 441434 h 1418896"/>
                        <a:gd name="connsiteX6-195" fmla="*/ 2596055 w 3731172"/>
                        <a:gd name="connsiteY6-196" fmla="*/ 914400 h 1418896"/>
                        <a:gd name="connsiteX7-197" fmla="*/ 3731172 w 3731172"/>
                        <a:gd name="connsiteY7-198" fmla="*/ 1345324 h 1418896"/>
                        <a:gd name="connsiteX8-199" fmla="*/ 3447393 w 3731172"/>
                        <a:gd name="connsiteY8-200" fmla="*/ 1408386 h 1418896"/>
                        <a:gd name="connsiteX9-201" fmla="*/ 1870841 w 3731172"/>
                        <a:gd name="connsiteY9-202" fmla="*/ 746234 h 1418896"/>
                        <a:gd name="connsiteX10-203" fmla="*/ 262758 w 3731172"/>
                        <a:gd name="connsiteY10-204" fmla="*/ 1418896 h 1418896"/>
                        <a:gd name="connsiteX11-205" fmla="*/ 0 w 3731172"/>
                        <a:gd name="connsiteY11-206" fmla="*/ 1324303 h 1418896"/>
                        <a:gd name="connsiteX12-207" fmla="*/ 1145627 w 3731172"/>
                        <a:gd name="connsiteY12-208" fmla="*/ 882869 h 1418896"/>
                        <a:gd name="connsiteX13-209" fmla="*/ 1114096 w 3731172"/>
                        <a:gd name="connsiteY13-210" fmla="*/ 420413 h 1418896"/>
                        <a:gd name="connsiteX14-211" fmla="*/ 189185 w 3731172"/>
                        <a:gd name="connsiteY14-212" fmla="*/ 84081 h 1418896"/>
                        <a:gd name="connsiteX15-213" fmla="*/ 168165 w 3731172"/>
                        <a:gd name="connsiteY15-214" fmla="*/ 73572 h 1418896"/>
                        <a:gd name="connsiteX0-215" fmla="*/ 168165 w 3731172"/>
                        <a:gd name="connsiteY0-216" fmla="*/ 73572 h 1418896"/>
                        <a:gd name="connsiteX1-217" fmla="*/ 451945 w 3731172"/>
                        <a:gd name="connsiteY1-218" fmla="*/ 0 h 1418896"/>
                        <a:gd name="connsiteX2-219" fmla="*/ 1881352 w 3731172"/>
                        <a:gd name="connsiteY2-220" fmla="*/ 599089 h 1418896"/>
                        <a:gd name="connsiteX3-221" fmla="*/ 3363310 w 3731172"/>
                        <a:gd name="connsiteY3-222" fmla="*/ 0 h 1418896"/>
                        <a:gd name="connsiteX4-223" fmla="*/ 3584027 w 3731172"/>
                        <a:gd name="connsiteY4-224" fmla="*/ 73572 h 1418896"/>
                        <a:gd name="connsiteX5-225" fmla="*/ 2627586 w 3731172"/>
                        <a:gd name="connsiteY5-226" fmla="*/ 441434 h 1418896"/>
                        <a:gd name="connsiteX6-227" fmla="*/ 2596055 w 3731172"/>
                        <a:gd name="connsiteY6-228" fmla="*/ 914400 h 1418896"/>
                        <a:gd name="connsiteX7-229" fmla="*/ 3731172 w 3731172"/>
                        <a:gd name="connsiteY7-230" fmla="*/ 1345324 h 1418896"/>
                        <a:gd name="connsiteX8-231" fmla="*/ 3447393 w 3731172"/>
                        <a:gd name="connsiteY8-232" fmla="*/ 1408386 h 1418896"/>
                        <a:gd name="connsiteX9-233" fmla="*/ 1870841 w 3731172"/>
                        <a:gd name="connsiteY9-234" fmla="*/ 746234 h 1418896"/>
                        <a:gd name="connsiteX10-235" fmla="*/ 262758 w 3731172"/>
                        <a:gd name="connsiteY10-236" fmla="*/ 1418896 h 1418896"/>
                        <a:gd name="connsiteX11-237" fmla="*/ 0 w 3731172"/>
                        <a:gd name="connsiteY11-238" fmla="*/ 1324303 h 1418896"/>
                        <a:gd name="connsiteX12-239" fmla="*/ 1145627 w 3731172"/>
                        <a:gd name="connsiteY12-240" fmla="*/ 882869 h 1418896"/>
                        <a:gd name="connsiteX13-241" fmla="*/ 1156137 w 3731172"/>
                        <a:gd name="connsiteY13-242" fmla="*/ 441434 h 1418896"/>
                        <a:gd name="connsiteX14-243" fmla="*/ 189185 w 3731172"/>
                        <a:gd name="connsiteY14-244" fmla="*/ 84081 h 1418896"/>
                        <a:gd name="connsiteX15-245" fmla="*/ 168165 w 3731172"/>
                        <a:gd name="connsiteY15-246" fmla="*/ 73572 h 1418896"/>
                        <a:gd name="connsiteX0-247" fmla="*/ 168165 w 3731172"/>
                        <a:gd name="connsiteY0-248" fmla="*/ 73572 h 1418896"/>
                        <a:gd name="connsiteX1-249" fmla="*/ 451945 w 3731172"/>
                        <a:gd name="connsiteY1-250" fmla="*/ 0 h 1418896"/>
                        <a:gd name="connsiteX2-251" fmla="*/ 1881352 w 3731172"/>
                        <a:gd name="connsiteY2-252" fmla="*/ 599089 h 1418896"/>
                        <a:gd name="connsiteX3-253" fmla="*/ 3363310 w 3731172"/>
                        <a:gd name="connsiteY3-254" fmla="*/ 0 h 1418896"/>
                        <a:gd name="connsiteX4-255" fmla="*/ 3584027 w 3731172"/>
                        <a:gd name="connsiteY4-256" fmla="*/ 73572 h 1418896"/>
                        <a:gd name="connsiteX5-257" fmla="*/ 2627586 w 3731172"/>
                        <a:gd name="connsiteY5-258" fmla="*/ 441434 h 1418896"/>
                        <a:gd name="connsiteX6-259" fmla="*/ 2596055 w 3731172"/>
                        <a:gd name="connsiteY6-260" fmla="*/ 914400 h 1418896"/>
                        <a:gd name="connsiteX7-261" fmla="*/ 3731172 w 3731172"/>
                        <a:gd name="connsiteY7-262" fmla="*/ 1345324 h 1418896"/>
                        <a:gd name="connsiteX8-263" fmla="*/ 3447393 w 3731172"/>
                        <a:gd name="connsiteY8-264" fmla="*/ 1408386 h 1418896"/>
                        <a:gd name="connsiteX9-265" fmla="*/ 1870841 w 3731172"/>
                        <a:gd name="connsiteY9-266" fmla="*/ 746234 h 1418896"/>
                        <a:gd name="connsiteX10-267" fmla="*/ 262758 w 3731172"/>
                        <a:gd name="connsiteY10-268" fmla="*/ 1418896 h 1418896"/>
                        <a:gd name="connsiteX11-269" fmla="*/ 0 w 3731172"/>
                        <a:gd name="connsiteY11-270" fmla="*/ 1324303 h 1418896"/>
                        <a:gd name="connsiteX12-271" fmla="*/ 1145627 w 3731172"/>
                        <a:gd name="connsiteY12-272" fmla="*/ 882869 h 1418896"/>
                        <a:gd name="connsiteX13-273" fmla="*/ 1145626 w 3731172"/>
                        <a:gd name="connsiteY13-274" fmla="*/ 451945 h 1418896"/>
                        <a:gd name="connsiteX14-275" fmla="*/ 189185 w 3731172"/>
                        <a:gd name="connsiteY14-276" fmla="*/ 84081 h 1418896"/>
                        <a:gd name="connsiteX15-277" fmla="*/ 168165 w 3731172"/>
                        <a:gd name="connsiteY15-278" fmla="*/ 73572 h 1418896"/>
                        <a:gd name="connsiteX0-279" fmla="*/ 168165 w 3731172"/>
                        <a:gd name="connsiteY0-280" fmla="*/ 73572 h 1418896"/>
                        <a:gd name="connsiteX1-281" fmla="*/ 451945 w 3731172"/>
                        <a:gd name="connsiteY1-282" fmla="*/ 0 h 1418896"/>
                        <a:gd name="connsiteX2-283" fmla="*/ 1881352 w 3731172"/>
                        <a:gd name="connsiteY2-284" fmla="*/ 599089 h 1418896"/>
                        <a:gd name="connsiteX3-285" fmla="*/ 3363310 w 3731172"/>
                        <a:gd name="connsiteY3-286" fmla="*/ 0 h 1418896"/>
                        <a:gd name="connsiteX4-287" fmla="*/ 3584027 w 3731172"/>
                        <a:gd name="connsiteY4-288" fmla="*/ 73572 h 1418896"/>
                        <a:gd name="connsiteX5-289" fmla="*/ 2627586 w 3731172"/>
                        <a:gd name="connsiteY5-290" fmla="*/ 441434 h 1418896"/>
                        <a:gd name="connsiteX6-291" fmla="*/ 2596055 w 3731172"/>
                        <a:gd name="connsiteY6-292" fmla="*/ 914400 h 1418896"/>
                        <a:gd name="connsiteX7-293" fmla="*/ 3731172 w 3731172"/>
                        <a:gd name="connsiteY7-294" fmla="*/ 1345324 h 1418896"/>
                        <a:gd name="connsiteX8-295" fmla="*/ 3447393 w 3731172"/>
                        <a:gd name="connsiteY8-296" fmla="*/ 1408386 h 1418896"/>
                        <a:gd name="connsiteX9-297" fmla="*/ 1870841 w 3731172"/>
                        <a:gd name="connsiteY9-298" fmla="*/ 746234 h 1418896"/>
                        <a:gd name="connsiteX10-299" fmla="*/ 262758 w 3731172"/>
                        <a:gd name="connsiteY10-300" fmla="*/ 1418896 h 1418896"/>
                        <a:gd name="connsiteX11-301" fmla="*/ 0 w 3731172"/>
                        <a:gd name="connsiteY11-302" fmla="*/ 1324303 h 1418896"/>
                        <a:gd name="connsiteX12-303" fmla="*/ 1145627 w 3731172"/>
                        <a:gd name="connsiteY12-304" fmla="*/ 903890 h 1418896"/>
                        <a:gd name="connsiteX13-305" fmla="*/ 1145626 w 3731172"/>
                        <a:gd name="connsiteY13-306" fmla="*/ 451945 h 1418896"/>
                        <a:gd name="connsiteX14-307" fmla="*/ 189185 w 3731172"/>
                        <a:gd name="connsiteY14-308" fmla="*/ 84081 h 1418896"/>
                        <a:gd name="connsiteX15-309" fmla="*/ 168165 w 3731172"/>
                        <a:gd name="connsiteY15-310" fmla="*/ 73572 h 1418896"/>
                        <a:gd name="connsiteX0-311" fmla="*/ 147144 w 3710151"/>
                        <a:gd name="connsiteY0-312" fmla="*/ 73572 h 1418896"/>
                        <a:gd name="connsiteX1-313" fmla="*/ 430924 w 3710151"/>
                        <a:gd name="connsiteY1-314" fmla="*/ 0 h 1418896"/>
                        <a:gd name="connsiteX2-315" fmla="*/ 1860331 w 3710151"/>
                        <a:gd name="connsiteY2-316" fmla="*/ 599089 h 1418896"/>
                        <a:gd name="connsiteX3-317" fmla="*/ 3342289 w 3710151"/>
                        <a:gd name="connsiteY3-318" fmla="*/ 0 h 1418896"/>
                        <a:gd name="connsiteX4-319" fmla="*/ 3563006 w 3710151"/>
                        <a:gd name="connsiteY4-320" fmla="*/ 73572 h 1418896"/>
                        <a:gd name="connsiteX5-321" fmla="*/ 2606565 w 3710151"/>
                        <a:gd name="connsiteY5-322" fmla="*/ 441434 h 1418896"/>
                        <a:gd name="connsiteX6-323" fmla="*/ 2575034 w 3710151"/>
                        <a:gd name="connsiteY6-324" fmla="*/ 914400 h 1418896"/>
                        <a:gd name="connsiteX7-325" fmla="*/ 3710151 w 3710151"/>
                        <a:gd name="connsiteY7-326" fmla="*/ 1345324 h 1418896"/>
                        <a:gd name="connsiteX8-327" fmla="*/ 3426372 w 3710151"/>
                        <a:gd name="connsiteY8-328" fmla="*/ 1408386 h 1418896"/>
                        <a:gd name="connsiteX9-329" fmla="*/ 1849820 w 3710151"/>
                        <a:gd name="connsiteY9-330" fmla="*/ 746234 h 1418896"/>
                        <a:gd name="connsiteX10-331" fmla="*/ 241737 w 3710151"/>
                        <a:gd name="connsiteY10-332" fmla="*/ 1418896 h 1418896"/>
                        <a:gd name="connsiteX11-333" fmla="*/ 0 w 3710151"/>
                        <a:gd name="connsiteY11-334" fmla="*/ 1334814 h 1418896"/>
                        <a:gd name="connsiteX12-335" fmla="*/ 1124606 w 3710151"/>
                        <a:gd name="connsiteY12-336" fmla="*/ 903890 h 1418896"/>
                        <a:gd name="connsiteX13-337" fmla="*/ 1124605 w 3710151"/>
                        <a:gd name="connsiteY13-338" fmla="*/ 451945 h 1418896"/>
                        <a:gd name="connsiteX14-339" fmla="*/ 168164 w 3710151"/>
                        <a:gd name="connsiteY14-340" fmla="*/ 84081 h 1418896"/>
                        <a:gd name="connsiteX15-341" fmla="*/ 147144 w 3710151"/>
                        <a:gd name="connsiteY15-342" fmla="*/ 73572 h 1418896"/>
                        <a:gd name="connsiteX0-343" fmla="*/ 147144 w 3710151"/>
                        <a:gd name="connsiteY0-344" fmla="*/ 73572 h 1418896"/>
                        <a:gd name="connsiteX1-345" fmla="*/ 430924 w 3710151"/>
                        <a:gd name="connsiteY1-346" fmla="*/ 0 h 1418896"/>
                        <a:gd name="connsiteX2-347" fmla="*/ 1860331 w 3710151"/>
                        <a:gd name="connsiteY2-348" fmla="*/ 599089 h 1418896"/>
                        <a:gd name="connsiteX3-349" fmla="*/ 3342289 w 3710151"/>
                        <a:gd name="connsiteY3-350" fmla="*/ 0 h 1418896"/>
                        <a:gd name="connsiteX4-351" fmla="*/ 3563006 w 3710151"/>
                        <a:gd name="connsiteY4-352" fmla="*/ 73572 h 1418896"/>
                        <a:gd name="connsiteX5-353" fmla="*/ 2606565 w 3710151"/>
                        <a:gd name="connsiteY5-354" fmla="*/ 441434 h 1418896"/>
                        <a:gd name="connsiteX6-355" fmla="*/ 2606565 w 3710151"/>
                        <a:gd name="connsiteY6-356" fmla="*/ 924910 h 1418896"/>
                        <a:gd name="connsiteX7-357" fmla="*/ 3710151 w 3710151"/>
                        <a:gd name="connsiteY7-358" fmla="*/ 1345324 h 1418896"/>
                        <a:gd name="connsiteX8-359" fmla="*/ 3426372 w 3710151"/>
                        <a:gd name="connsiteY8-360" fmla="*/ 1408386 h 1418896"/>
                        <a:gd name="connsiteX9-361" fmla="*/ 1849820 w 3710151"/>
                        <a:gd name="connsiteY9-362" fmla="*/ 746234 h 1418896"/>
                        <a:gd name="connsiteX10-363" fmla="*/ 241737 w 3710151"/>
                        <a:gd name="connsiteY10-364" fmla="*/ 1418896 h 1418896"/>
                        <a:gd name="connsiteX11-365" fmla="*/ 0 w 3710151"/>
                        <a:gd name="connsiteY11-366" fmla="*/ 1334814 h 1418896"/>
                        <a:gd name="connsiteX12-367" fmla="*/ 1124606 w 3710151"/>
                        <a:gd name="connsiteY12-368" fmla="*/ 903890 h 1418896"/>
                        <a:gd name="connsiteX13-369" fmla="*/ 1124605 w 3710151"/>
                        <a:gd name="connsiteY13-370" fmla="*/ 451945 h 1418896"/>
                        <a:gd name="connsiteX14-371" fmla="*/ 168164 w 3710151"/>
                        <a:gd name="connsiteY14-372" fmla="*/ 84081 h 1418896"/>
                        <a:gd name="connsiteX15-373" fmla="*/ 147144 w 3710151"/>
                        <a:gd name="connsiteY15-374" fmla="*/ 73572 h 1418896"/>
                        <a:gd name="connsiteX0-375" fmla="*/ 147144 w 3710151"/>
                        <a:gd name="connsiteY0-376" fmla="*/ 73572 h 1418896"/>
                        <a:gd name="connsiteX1-377" fmla="*/ 430924 w 3710151"/>
                        <a:gd name="connsiteY1-378" fmla="*/ 0 h 1418896"/>
                        <a:gd name="connsiteX2-379" fmla="*/ 1860331 w 3710151"/>
                        <a:gd name="connsiteY2-380" fmla="*/ 599089 h 1418896"/>
                        <a:gd name="connsiteX3-381" fmla="*/ 3342289 w 3710151"/>
                        <a:gd name="connsiteY3-382" fmla="*/ 0 h 1418896"/>
                        <a:gd name="connsiteX4-383" fmla="*/ 3563006 w 3710151"/>
                        <a:gd name="connsiteY4-384" fmla="*/ 73572 h 1418896"/>
                        <a:gd name="connsiteX5-385" fmla="*/ 2606565 w 3710151"/>
                        <a:gd name="connsiteY5-386" fmla="*/ 441434 h 1418896"/>
                        <a:gd name="connsiteX6-387" fmla="*/ 2610282 w 3710151"/>
                        <a:gd name="connsiteY6-388" fmla="*/ 902607 h 1418896"/>
                        <a:gd name="connsiteX7-389" fmla="*/ 3710151 w 3710151"/>
                        <a:gd name="connsiteY7-390" fmla="*/ 1345324 h 1418896"/>
                        <a:gd name="connsiteX8-391" fmla="*/ 3426372 w 3710151"/>
                        <a:gd name="connsiteY8-392" fmla="*/ 1408386 h 1418896"/>
                        <a:gd name="connsiteX9-393" fmla="*/ 1849820 w 3710151"/>
                        <a:gd name="connsiteY9-394" fmla="*/ 746234 h 1418896"/>
                        <a:gd name="connsiteX10-395" fmla="*/ 241737 w 3710151"/>
                        <a:gd name="connsiteY10-396" fmla="*/ 1418896 h 1418896"/>
                        <a:gd name="connsiteX11-397" fmla="*/ 0 w 3710151"/>
                        <a:gd name="connsiteY11-398" fmla="*/ 1334814 h 1418896"/>
                        <a:gd name="connsiteX12-399" fmla="*/ 1124606 w 3710151"/>
                        <a:gd name="connsiteY12-400" fmla="*/ 903890 h 1418896"/>
                        <a:gd name="connsiteX13-401" fmla="*/ 1124605 w 3710151"/>
                        <a:gd name="connsiteY13-402" fmla="*/ 451945 h 1418896"/>
                        <a:gd name="connsiteX14-403" fmla="*/ 168164 w 3710151"/>
                        <a:gd name="connsiteY14-404" fmla="*/ 84081 h 1418896"/>
                        <a:gd name="connsiteX15-405" fmla="*/ 147144 w 3710151"/>
                        <a:gd name="connsiteY15-406" fmla="*/ 73572 h 1418896"/>
                        <a:gd name="connsiteX0-407" fmla="*/ 147144 w 3710151"/>
                        <a:gd name="connsiteY0-408" fmla="*/ 73572 h 1418896"/>
                        <a:gd name="connsiteX1-409" fmla="*/ 430924 w 3710151"/>
                        <a:gd name="connsiteY1-410" fmla="*/ 0 h 1418896"/>
                        <a:gd name="connsiteX2-411" fmla="*/ 1860331 w 3710151"/>
                        <a:gd name="connsiteY2-412" fmla="*/ 599089 h 1418896"/>
                        <a:gd name="connsiteX3-413" fmla="*/ 3342289 w 3710151"/>
                        <a:gd name="connsiteY3-414" fmla="*/ 0 h 1418896"/>
                        <a:gd name="connsiteX4-415" fmla="*/ 3563006 w 3710151"/>
                        <a:gd name="connsiteY4-416" fmla="*/ 73572 h 1418896"/>
                        <a:gd name="connsiteX5-417" fmla="*/ 2617717 w 3710151"/>
                        <a:gd name="connsiteY5-418" fmla="*/ 445151 h 1418896"/>
                        <a:gd name="connsiteX6-419" fmla="*/ 2610282 w 3710151"/>
                        <a:gd name="connsiteY6-420" fmla="*/ 902607 h 1418896"/>
                        <a:gd name="connsiteX7-421" fmla="*/ 3710151 w 3710151"/>
                        <a:gd name="connsiteY7-422" fmla="*/ 1345324 h 1418896"/>
                        <a:gd name="connsiteX8-423" fmla="*/ 3426372 w 3710151"/>
                        <a:gd name="connsiteY8-424" fmla="*/ 1408386 h 1418896"/>
                        <a:gd name="connsiteX9-425" fmla="*/ 1849820 w 3710151"/>
                        <a:gd name="connsiteY9-426" fmla="*/ 746234 h 1418896"/>
                        <a:gd name="connsiteX10-427" fmla="*/ 241737 w 3710151"/>
                        <a:gd name="connsiteY10-428" fmla="*/ 1418896 h 1418896"/>
                        <a:gd name="connsiteX11-429" fmla="*/ 0 w 3710151"/>
                        <a:gd name="connsiteY11-430" fmla="*/ 1334814 h 1418896"/>
                        <a:gd name="connsiteX12-431" fmla="*/ 1124606 w 3710151"/>
                        <a:gd name="connsiteY12-432" fmla="*/ 903890 h 1418896"/>
                        <a:gd name="connsiteX13-433" fmla="*/ 1124605 w 3710151"/>
                        <a:gd name="connsiteY13-434" fmla="*/ 451945 h 1418896"/>
                        <a:gd name="connsiteX14-435" fmla="*/ 168164 w 3710151"/>
                        <a:gd name="connsiteY14-436" fmla="*/ 84081 h 1418896"/>
                        <a:gd name="connsiteX15-437" fmla="*/ 147144 w 3710151"/>
                        <a:gd name="connsiteY15-438" fmla="*/ 73572 h 1418896"/>
                        <a:gd name="connsiteX0-439" fmla="*/ 147144 w 3710151"/>
                        <a:gd name="connsiteY0-440" fmla="*/ 73572 h 1418896"/>
                        <a:gd name="connsiteX1-441" fmla="*/ 430924 w 3710151"/>
                        <a:gd name="connsiteY1-442" fmla="*/ 0 h 1418896"/>
                        <a:gd name="connsiteX2-443" fmla="*/ 1860331 w 3710151"/>
                        <a:gd name="connsiteY2-444" fmla="*/ 599089 h 1418896"/>
                        <a:gd name="connsiteX3-445" fmla="*/ 3342289 w 3710151"/>
                        <a:gd name="connsiteY3-446" fmla="*/ 0 h 1418896"/>
                        <a:gd name="connsiteX4-447" fmla="*/ 3563006 w 3710151"/>
                        <a:gd name="connsiteY4-448" fmla="*/ 73572 h 1418896"/>
                        <a:gd name="connsiteX5-449" fmla="*/ 2617717 w 3710151"/>
                        <a:gd name="connsiteY5-450" fmla="*/ 448868 h 1418896"/>
                        <a:gd name="connsiteX6-451" fmla="*/ 2610282 w 3710151"/>
                        <a:gd name="connsiteY6-452" fmla="*/ 902607 h 1418896"/>
                        <a:gd name="connsiteX7-453" fmla="*/ 3710151 w 3710151"/>
                        <a:gd name="connsiteY7-454" fmla="*/ 1345324 h 1418896"/>
                        <a:gd name="connsiteX8-455" fmla="*/ 3426372 w 3710151"/>
                        <a:gd name="connsiteY8-456" fmla="*/ 1408386 h 1418896"/>
                        <a:gd name="connsiteX9-457" fmla="*/ 1849820 w 3710151"/>
                        <a:gd name="connsiteY9-458" fmla="*/ 746234 h 1418896"/>
                        <a:gd name="connsiteX10-459" fmla="*/ 241737 w 3710151"/>
                        <a:gd name="connsiteY10-460" fmla="*/ 1418896 h 1418896"/>
                        <a:gd name="connsiteX11-461" fmla="*/ 0 w 3710151"/>
                        <a:gd name="connsiteY11-462" fmla="*/ 1334814 h 1418896"/>
                        <a:gd name="connsiteX12-463" fmla="*/ 1124606 w 3710151"/>
                        <a:gd name="connsiteY12-464" fmla="*/ 903890 h 1418896"/>
                        <a:gd name="connsiteX13-465" fmla="*/ 1124605 w 3710151"/>
                        <a:gd name="connsiteY13-466" fmla="*/ 451945 h 1418896"/>
                        <a:gd name="connsiteX14-467" fmla="*/ 168164 w 3710151"/>
                        <a:gd name="connsiteY14-468" fmla="*/ 84081 h 1418896"/>
                        <a:gd name="connsiteX15-469" fmla="*/ 147144 w 3710151"/>
                        <a:gd name="connsiteY15-470" fmla="*/ 73572 h 1418896"/>
                        <a:gd name="connsiteX0-471" fmla="*/ 147144 w 3710151"/>
                        <a:gd name="connsiteY0-472" fmla="*/ 73572 h 1418896"/>
                        <a:gd name="connsiteX1-473" fmla="*/ 430924 w 3710151"/>
                        <a:gd name="connsiteY1-474" fmla="*/ 0 h 1418896"/>
                        <a:gd name="connsiteX2-475" fmla="*/ 1838028 w 3710151"/>
                        <a:gd name="connsiteY2-476" fmla="*/ 591655 h 1418896"/>
                        <a:gd name="connsiteX3-477" fmla="*/ 3342289 w 3710151"/>
                        <a:gd name="connsiteY3-478" fmla="*/ 0 h 1418896"/>
                        <a:gd name="connsiteX4-479" fmla="*/ 3563006 w 3710151"/>
                        <a:gd name="connsiteY4-480" fmla="*/ 73572 h 1418896"/>
                        <a:gd name="connsiteX5-481" fmla="*/ 2617717 w 3710151"/>
                        <a:gd name="connsiteY5-482" fmla="*/ 448868 h 1418896"/>
                        <a:gd name="connsiteX6-483" fmla="*/ 2610282 w 3710151"/>
                        <a:gd name="connsiteY6-484" fmla="*/ 902607 h 1418896"/>
                        <a:gd name="connsiteX7-485" fmla="*/ 3710151 w 3710151"/>
                        <a:gd name="connsiteY7-486" fmla="*/ 1345324 h 1418896"/>
                        <a:gd name="connsiteX8-487" fmla="*/ 3426372 w 3710151"/>
                        <a:gd name="connsiteY8-488" fmla="*/ 1408386 h 1418896"/>
                        <a:gd name="connsiteX9-489" fmla="*/ 1849820 w 3710151"/>
                        <a:gd name="connsiteY9-490" fmla="*/ 746234 h 1418896"/>
                        <a:gd name="connsiteX10-491" fmla="*/ 241737 w 3710151"/>
                        <a:gd name="connsiteY10-492" fmla="*/ 1418896 h 1418896"/>
                        <a:gd name="connsiteX11-493" fmla="*/ 0 w 3710151"/>
                        <a:gd name="connsiteY11-494" fmla="*/ 1334814 h 1418896"/>
                        <a:gd name="connsiteX12-495" fmla="*/ 1124606 w 3710151"/>
                        <a:gd name="connsiteY12-496" fmla="*/ 903890 h 1418896"/>
                        <a:gd name="connsiteX13-497" fmla="*/ 1124605 w 3710151"/>
                        <a:gd name="connsiteY13-498" fmla="*/ 451945 h 1418896"/>
                        <a:gd name="connsiteX14-499" fmla="*/ 168164 w 3710151"/>
                        <a:gd name="connsiteY14-500" fmla="*/ 84081 h 1418896"/>
                        <a:gd name="connsiteX15-501" fmla="*/ 147144 w 3710151"/>
                        <a:gd name="connsiteY15-502" fmla="*/ 73572 h 1418896"/>
                        <a:gd name="connsiteX0-503" fmla="*/ 147144 w 3710151"/>
                        <a:gd name="connsiteY0-504" fmla="*/ 73572 h 1418896"/>
                        <a:gd name="connsiteX1-505" fmla="*/ 430924 w 3710151"/>
                        <a:gd name="connsiteY1-506" fmla="*/ 0 h 1418896"/>
                        <a:gd name="connsiteX2-507" fmla="*/ 1838028 w 3710151"/>
                        <a:gd name="connsiteY2-508" fmla="*/ 591655 h 1418896"/>
                        <a:gd name="connsiteX3-509" fmla="*/ 3342289 w 3710151"/>
                        <a:gd name="connsiteY3-510" fmla="*/ 0 h 1418896"/>
                        <a:gd name="connsiteX4-511" fmla="*/ 3563006 w 3710151"/>
                        <a:gd name="connsiteY4-512" fmla="*/ 73572 h 1418896"/>
                        <a:gd name="connsiteX5-513" fmla="*/ 2617717 w 3710151"/>
                        <a:gd name="connsiteY5-514" fmla="*/ 448868 h 1418896"/>
                        <a:gd name="connsiteX6-515" fmla="*/ 2610282 w 3710151"/>
                        <a:gd name="connsiteY6-516" fmla="*/ 902607 h 1418896"/>
                        <a:gd name="connsiteX7-517" fmla="*/ 3710151 w 3710151"/>
                        <a:gd name="connsiteY7-518" fmla="*/ 1345324 h 1418896"/>
                        <a:gd name="connsiteX8-519" fmla="*/ 3426372 w 3710151"/>
                        <a:gd name="connsiteY8-520" fmla="*/ 1408386 h 1418896"/>
                        <a:gd name="connsiteX9-521" fmla="*/ 1849820 w 3710151"/>
                        <a:gd name="connsiteY9-522" fmla="*/ 746234 h 1418896"/>
                        <a:gd name="connsiteX10-523" fmla="*/ 241737 w 3710151"/>
                        <a:gd name="connsiteY10-524" fmla="*/ 1418896 h 1418896"/>
                        <a:gd name="connsiteX11-525" fmla="*/ 0 w 3710151"/>
                        <a:gd name="connsiteY11-526" fmla="*/ 1334814 h 1418896"/>
                        <a:gd name="connsiteX12-527" fmla="*/ 1124606 w 3710151"/>
                        <a:gd name="connsiteY12-528" fmla="*/ 903890 h 1418896"/>
                        <a:gd name="connsiteX13-529" fmla="*/ 1087434 w 3710151"/>
                        <a:gd name="connsiteY13-530" fmla="*/ 451945 h 1418896"/>
                        <a:gd name="connsiteX14-531" fmla="*/ 168164 w 3710151"/>
                        <a:gd name="connsiteY14-532" fmla="*/ 84081 h 1418896"/>
                        <a:gd name="connsiteX15-533" fmla="*/ 147144 w 3710151"/>
                        <a:gd name="connsiteY15-534" fmla="*/ 73572 h 1418896"/>
                        <a:gd name="connsiteX0-535" fmla="*/ 147144 w 3710151"/>
                        <a:gd name="connsiteY0-536" fmla="*/ 73572 h 1418896"/>
                        <a:gd name="connsiteX1-537" fmla="*/ 430924 w 3710151"/>
                        <a:gd name="connsiteY1-538" fmla="*/ 0 h 1418896"/>
                        <a:gd name="connsiteX2-539" fmla="*/ 1838028 w 3710151"/>
                        <a:gd name="connsiteY2-540" fmla="*/ 591655 h 1418896"/>
                        <a:gd name="connsiteX3-541" fmla="*/ 3342289 w 3710151"/>
                        <a:gd name="connsiteY3-542" fmla="*/ 0 h 1418896"/>
                        <a:gd name="connsiteX4-543" fmla="*/ 3563006 w 3710151"/>
                        <a:gd name="connsiteY4-544" fmla="*/ 73572 h 1418896"/>
                        <a:gd name="connsiteX5-545" fmla="*/ 2617717 w 3710151"/>
                        <a:gd name="connsiteY5-546" fmla="*/ 448868 h 1418896"/>
                        <a:gd name="connsiteX6-547" fmla="*/ 2610282 w 3710151"/>
                        <a:gd name="connsiteY6-548" fmla="*/ 902607 h 1418896"/>
                        <a:gd name="connsiteX7-549" fmla="*/ 3710151 w 3710151"/>
                        <a:gd name="connsiteY7-550" fmla="*/ 1345324 h 1418896"/>
                        <a:gd name="connsiteX8-551" fmla="*/ 3426372 w 3710151"/>
                        <a:gd name="connsiteY8-552" fmla="*/ 1408386 h 1418896"/>
                        <a:gd name="connsiteX9-553" fmla="*/ 1849820 w 3710151"/>
                        <a:gd name="connsiteY9-554" fmla="*/ 746234 h 1418896"/>
                        <a:gd name="connsiteX10-555" fmla="*/ 241737 w 3710151"/>
                        <a:gd name="connsiteY10-556" fmla="*/ 1418896 h 1418896"/>
                        <a:gd name="connsiteX11-557" fmla="*/ 0 w 3710151"/>
                        <a:gd name="connsiteY11-558" fmla="*/ 1334814 h 1418896"/>
                        <a:gd name="connsiteX12-559" fmla="*/ 1098586 w 3710151"/>
                        <a:gd name="connsiteY12-560" fmla="*/ 903890 h 1418896"/>
                        <a:gd name="connsiteX13-561" fmla="*/ 1087434 w 3710151"/>
                        <a:gd name="connsiteY13-562" fmla="*/ 451945 h 1418896"/>
                        <a:gd name="connsiteX14-563" fmla="*/ 168164 w 3710151"/>
                        <a:gd name="connsiteY14-564" fmla="*/ 84081 h 1418896"/>
                        <a:gd name="connsiteX15-565" fmla="*/ 147144 w 3710151"/>
                        <a:gd name="connsiteY15-566" fmla="*/ 73572 h 1418896"/>
                        <a:gd name="connsiteX0-567" fmla="*/ 162012 w 3725019"/>
                        <a:gd name="connsiteY0-568" fmla="*/ 73572 h 1418896"/>
                        <a:gd name="connsiteX1-569" fmla="*/ 445792 w 3725019"/>
                        <a:gd name="connsiteY1-570" fmla="*/ 0 h 1418896"/>
                        <a:gd name="connsiteX2-571" fmla="*/ 1852896 w 3725019"/>
                        <a:gd name="connsiteY2-572" fmla="*/ 591655 h 1418896"/>
                        <a:gd name="connsiteX3-573" fmla="*/ 3357157 w 3725019"/>
                        <a:gd name="connsiteY3-574" fmla="*/ 0 h 1418896"/>
                        <a:gd name="connsiteX4-575" fmla="*/ 3577874 w 3725019"/>
                        <a:gd name="connsiteY4-576" fmla="*/ 73572 h 1418896"/>
                        <a:gd name="connsiteX5-577" fmla="*/ 2632585 w 3725019"/>
                        <a:gd name="connsiteY5-578" fmla="*/ 448868 h 1418896"/>
                        <a:gd name="connsiteX6-579" fmla="*/ 2625150 w 3725019"/>
                        <a:gd name="connsiteY6-580" fmla="*/ 902607 h 1418896"/>
                        <a:gd name="connsiteX7-581" fmla="*/ 3725019 w 3725019"/>
                        <a:gd name="connsiteY7-582" fmla="*/ 1345324 h 1418896"/>
                        <a:gd name="connsiteX8-583" fmla="*/ 3441240 w 3725019"/>
                        <a:gd name="connsiteY8-584" fmla="*/ 1408386 h 1418896"/>
                        <a:gd name="connsiteX9-585" fmla="*/ 1864688 w 3725019"/>
                        <a:gd name="connsiteY9-586" fmla="*/ 746234 h 1418896"/>
                        <a:gd name="connsiteX10-587" fmla="*/ 256605 w 3725019"/>
                        <a:gd name="connsiteY10-588" fmla="*/ 1418896 h 1418896"/>
                        <a:gd name="connsiteX11-589" fmla="*/ 0 w 3725019"/>
                        <a:gd name="connsiteY11-590" fmla="*/ 1331097 h 1418896"/>
                        <a:gd name="connsiteX12-591" fmla="*/ 1113454 w 3725019"/>
                        <a:gd name="connsiteY12-592" fmla="*/ 903890 h 1418896"/>
                        <a:gd name="connsiteX13-593" fmla="*/ 1102302 w 3725019"/>
                        <a:gd name="connsiteY13-594" fmla="*/ 451945 h 1418896"/>
                        <a:gd name="connsiteX14-595" fmla="*/ 183032 w 3725019"/>
                        <a:gd name="connsiteY14-596" fmla="*/ 84081 h 1418896"/>
                        <a:gd name="connsiteX15-597" fmla="*/ 162012 w 3725019"/>
                        <a:gd name="connsiteY15-598" fmla="*/ 73572 h 141889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  <a:cxn ang="0">
                          <a:pos x="connsiteX11-23" y="connsiteY11-24"/>
                        </a:cxn>
                        <a:cxn ang="0">
                          <a:pos x="connsiteX12-25" y="connsiteY12-26"/>
                        </a:cxn>
                        <a:cxn ang="0">
                          <a:pos x="connsiteX13-27" y="connsiteY13-28"/>
                        </a:cxn>
                        <a:cxn ang="0">
                          <a:pos x="connsiteX14-29" y="connsiteY14-30"/>
                        </a:cxn>
                        <a:cxn ang="0">
                          <a:pos x="connsiteX15-31" y="connsiteY15-32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pic>
              <p:nvPicPr>
                <p:cNvPr id="146" name="Picture 1065" descr="antenna_stylized"/>
                <p:cNvPicPr>
                  <a:picLocks noChangeAspect="1" noChangeArrowheads="1"/>
                </p:cNvPicPr>
                <p:nvPr/>
              </p:nvPicPr>
              <p:blipFill>
                <a:blip r:embed="rId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01681" y="5852809"/>
                  <a:ext cx="307702" cy="1688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7" name="Picture 1065" descr="antenna_stylized"/>
                <p:cNvPicPr>
                  <a:picLocks noChangeAspect="1" noChangeArrowheads="1"/>
                </p:cNvPicPr>
                <p:nvPr/>
              </p:nvPicPr>
              <p:blipFill>
                <a:blip r:embed="rId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34746" y="5795138"/>
                  <a:ext cx="316707" cy="13896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17" name="Group 16"/>
            <p:cNvGrpSpPr/>
            <p:nvPr/>
          </p:nvGrpSpPr>
          <p:grpSpPr>
            <a:xfrm>
              <a:off x="10925982" y="4188911"/>
              <a:ext cx="657413" cy="451816"/>
              <a:chOff x="10925982" y="4188911"/>
              <a:chExt cx="657413" cy="451816"/>
            </a:xfrm>
          </p:grpSpPr>
          <p:grpSp>
            <p:nvGrpSpPr>
              <p:cNvPr id="375" name="Group 374"/>
              <p:cNvGrpSpPr/>
              <p:nvPr/>
            </p:nvGrpSpPr>
            <p:grpSpPr>
              <a:xfrm>
                <a:off x="11093556" y="4188911"/>
                <a:ext cx="489839" cy="451816"/>
                <a:chOff x="5103720" y="2693365"/>
                <a:chExt cx="611650" cy="414788"/>
              </a:xfrm>
            </p:grpSpPr>
            <p:cxnSp>
              <p:nvCxnSpPr>
                <p:cNvPr id="376" name="Straight Connector 375"/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78" name="Group 377"/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79" name="Picture 378" descr="server_rack.png"/>
                  <p:cNvPicPr>
                    <a:picLocks noChangeAspect="1"/>
                  </p:cNvPicPr>
                  <p:nvPr/>
                </p:nvPicPr>
                <p:blipFill>
                  <a:blip r:embed="rId1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0" name="Picture 379" descr="server_rack.png"/>
                  <p:cNvPicPr>
                    <a:picLocks noChangeAspect="1"/>
                  </p:cNvPicPr>
                  <p:nvPr/>
                </p:nvPicPr>
                <p:blipFill>
                  <a:blip r:embed="rId1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1" name="Picture 380" descr="server_rack.png"/>
                  <p:cNvPicPr>
                    <a:picLocks noChangeAspect="1"/>
                  </p:cNvPicPr>
                  <p:nvPr/>
                </p:nvPicPr>
                <p:blipFill>
                  <a:blip r:embed="rId1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447" name="Group 446"/>
              <p:cNvGrpSpPr/>
              <p:nvPr/>
            </p:nvGrpSpPr>
            <p:grpSpPr>
              <a:xfrm>
                <a:off x="10925982" y="4369125"/>
                <a:ext cx="228295" cy="120400"/>
                <a:chOff x="7493876" y="2774731"/>
                <a:chExt cx="1481958" cy="894622"/>
              </a:xfrm>
            </p:grpSpPr>
            <p:sp>
              <p:nvSpPr>
                <p:cNvPr id="448" name="Freeform 447"/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-1" fmla="*/ 8187558 w 8187558"/>
                    <a:gd name="connsiteY0-2" fmla="*/ 0 h 2617076"/>
                    <a:gd name="connsiteX1-3" fmla="*/ 8187558 w 8187558"/>
                    <a:gd name="connsiteY1-4" fmla="*/ 1271752 h 2617076"/>
                    <a:gd name="connsiteX2-5" fmla="*/ 4025462 w 8187558"/>
                    <a:gd name="connsiteY2-6" fmla="*/ 2617076 h 2617076"/>
                    <a:gd name="connsiteX3-7" fmla="*/ 0 w 8187558"/>
                    <a:gd name="connsiteY3-8" fmla="*/ 1229711 h 2617076"/>
                    <a:gd name="connsiteX4-9" fmla="*/ 31531 w 8187558"/>
                    <a:gd name="connsiteY4-10" fmla="*/ 147145 h 2617076"/>
                    <a:gd name="connsiteX5-11" fmla="*/ 4046482 w 8187558"/>
                    <a:gd name="connsiteY5-12" fmla="*/ 1576552 h 2617076"/>
                    <a:gd name="connsiteX6-13" fmla="*/ 8187558 w 8187558"/>
                    <a:gd name="connsiteY6-14" fmla="*/ 0 h 2617076"/>
                    <a:gd name="connsiteX0-15" fmla="*/ 8187558 w 8187558"/>
                    <a:gd name="connsiteY0-16" fmla="*/ 0 h 2617076"/>
                    <a:gd name="connsiteX1-17" fmla="*/ 8187558 w 8187558"/>
                    <a:gd name="connsiteY1-18" fmla="*/ 1271752 h 2617076"/>
                    <a:gd name="connsiteX2-19" fmla="*/ 4025462 w 8187558"/>
                    <a:gd name="connsiteY2-20" fmla="*/ 2617076 h 2617076"/>
                    <a:gd name="connsiteX3-21" fmla="*/ 0 w 8187558"/>
                    <a:gd name="connsiteY3-22" fmla="*/ 1229711 h 2617076"/>
                    <a:gd name="connsiteX4-23" fmla="*/ 31531 w 8187558"/>
                    <a:gd name="connsiteY4-24" fmla="*/ 147145 h 2617076"/>
                    <a:gd name="connsiteX5-25" fmla="*/ 4046482 w 8187558"/>
                    <a:gd name="connsiteY5-26" fmla="*/ 1576552 h 2617076"/>
                    <a:gd name="connsiteX6-27" fmla="*/ 8187558 w 8187558"/>
                    <a:gd name="connsiteY6-28" fmla="*/ 0 h 2617076"/>
                    <a:gd name="connsiteX0-29" fmla="*/ 8187558 w 8187558"/>
                    <a:gd name="connsiteY0-30" fmla="*/ 0 h 2617076"/>
                    <a:gd name="connsiteX1-31" fmla="*/ 8187558 w 8187558"/>
                    <a:gd name="connsiteY1-32" fmla="*/ 1271752 h 2617076"/>
                    <a:gd name="connsiteX2-33" fmla="*/ 4025462 w 8187558"/>
                    <a:gd name="connsiteY2-34" fmla="*/ 2617076 h 2617076"/>
                    <a:gd name="connsiteX3-35" fmla="*/ 0 w 8187558"/>
                    <a:gd name="connsiteY3-36" fmla="*/ 1229711 h 2617076"/>
                    <a:gd name="connsiteX4-37" fmla="*/ 31531 w 8187558"/>
                    <a:gd name="connsiteY4-38" fmla="*/ 147145 h 2617076"/>
                    <a:gd name="connsiteX5-39" fmla="*/ 4046482 w 8187558"/>
                    <a:gd name="connsiteY5-40" fmla="*/ 1576552 h 2617076"/>
                    <a:gd name="connsiteX6-41" fmla="*/ 8187558 w 8187558"/>
                    <a:gd name="connsiteY6-42" fmla="*/ 0 h 2617076"/>
                    <a:gd name="connsiteX0-43" fmla="*/ 8187558 w 8187558"/>
                    <a:gd name="connsiteY0-44" fmla="*/ 0 h 2617076"/>
                    <a:gd name="connsiteX1-45" fmla="*/ 8187558 w 8187558"/>
                    <a:gd name="connsiteY1-46" fmla="*/ 1271752 h 2617076"/>
                    <a:gd name="connsiteX2-47" fmla="*/ 4025462 w 8187558"/>
                    <a:gd name="connsiteY2-48" fmla="*/ 2617076 h 2617076"/>
                    <a:gd name="connsiteX3-49" fmla="*/ 0 w 8187558"/>
                    <a:gd name="connsiteY3-50" fmla="*/ 1229711 h 2617076"/>
                    <a:gd name="connsiteX4-51" fmla="*/ 31531 w 8187558"/>
                    <a:gd name="connsiteY4-52" fmla="*/ 147145 h 2617076"/>
                    <a:gd name="connsiteX5-53" fmla="*/ 4046482 w 8187558"/>
                    <a:gd name="connsiteY5-54" fmla="*/ 1576552 h 2617076"/>
                    <a:gd name="connsiteX6-55" fmla="*/ 8187558 w 8187558"/>
                    <a:gd name="connsiteY6-56" fmla="*/ 0 h 2617076"/>
                    <a:gd name="connsiteX0-57" fmla="*/ 8187558 w 8187558"/>
                    <a:gd name="connsiteY0-58" fmla="*/ 0 h 2617076"/>
                    <a:gd name="connsiteX1-59" fmla="*/ 8187558 w 8187558"/>
                    <a:gd name="connsiteY1-60" fmla="*/ 1271752 h 2617076"/>
                    <a:gd name="connsiteX2-61" fmla="*/ 4025462 w 8187558"/>
                    <a:gd name="connsiteY2-62" fmla="*/ 2617076 h 2617076"/>
                    <a:gd name="connsiteX3-63" fmla="*/ 0 w 8187558"/>
                    <a:gd name="connsiteY3-64" fmla="*/ 1229711 h 2617076"/>
                    <a:gd name="connsiteX4-65" fmla="*/ 31531 w 8187558"/>
                    <a:gd name="connsiteY4-66" fmla="*/ 147145 h 2617076"/>
                    <a:gd name="connsiteX5-67" fmla="*/ 4046482 w 8187558"/>
                    <a:gd name="connsiteY5-68" fmla="*/ 1576552 h 2617076"/>
                    <a:gd name="connsiteX6-69" fmla="*/ 8187558 w 8187558"/>
                    <a:gd name="connsiteY6-70" fmla="*/ 0 h 2617076"/>
                    <a:gd name="connsiteX0-71" fmla="*/ 8187558 w 8187558"/>
                    <a:gd name="connsiteY0-72" fmla="*/ 0 h 2617076"/>
                    <a:gd name="connsiteX1-73" fmla="*/ 8187558 w 8187558"/>
                    <a:gd name="connsiteY1-74" fmla="*/ 1271752 h 2617076"/>
                    <a:gd name="connsiteX2-75" fmla="*/ 4025462 w 8187558"/>
                    <a:gd name="connsiteY2-76" fmla="*/ 2617076 h 2617076"/>
                    <a:gd name="connsiteX3-77" fmla="*/ 0 w 8187558"/>
                    <a:gd name="connsiteY3-78" fmla="*/ 1229711 h 2617076"/>
                    <a:gd name="connsiteX4-79" fmla="*/ 31531 w 8187558"/>
                    <a:gd name="connsiteY4-80" fmla="*/ 147145 h 2617076"/>
                    <a:gd name="connsiteX5-81" fmla="*/ 4046482 w 8187558"/>
                    <a:gd name="connsiteY5-82" fmla="*/ 1576552 h 2617076"/>
                    <a:gd name="connsiteX6-83" fmla="*/ 8187558 w 8187558"/>
                    <a:gd name="connsiteY6-84" fmla="*/ 0 h 2617076"/>
                    <a:gd name="connsiteX0-85" fmla="*/ 8187558 w 8187558"/>
                    <a:gd name="connsiteY0-86" fmla="*/ 0 h 2638097"/>
                    <a:gd name="connsiteX1-87" fmla="*/ 8187558 w 8187558"/>
                    <a:gd name="connsiteY1-88" fmla="*/ 1271752 h 2638097"/>
                    <a:gd name="connsiteX2-89" fmla="*/ 4099035 w 8187558"/>
                    <a:gd name="connsiteY2-90" fmla="*/ 2638097 h 2638097"/>
                    <a:gd name="connsiteX3-91" fmla="*/ 0 w 8187558"/>
                    <a:gd name="connsiteY3-92" fmla="*/ 1229711 h 2638097"/>
                    <a:gd name="connsiteX4-93" fmla="*/ 31531 w 8187558"/>
                    <a:gd name="connsiteY4-94" fmla="*/ 147145 h 2638097"/>
                    <a:gd name="connsiteX5-95" fmla="*/ 4046482 w 8187558"/>
                    <a:gd name="connsiteY5-96" fmla="*/ 1576552 h 2638097"/>
                    <a:gd name="connsiteX6-97" fmla="*/ 8187558 w 8187558"/>
                    <a:gd name="connsiteY6-98" fmla="*/ 0 h 2638097"/>
                    <a:gd name="connsiteX0-99" fmla="*/ 8187558 w 8187558"/>
                    <a:gd name="connsiteY0-100" fmla="*/ 0 h 2638097"/>
                    <a:gd name="connsiteX1-101" fmla="*/ 8187558 w 8187558"/>
                    <a:gd name="connsiteY1-102" fmla="*/ 1271752 h 2638097"/>
                    <a:gd name="connsiteX2-103" fmla="*/ 4099035 w 8187558"/>
                    <a:gd name="connsiteY2-104" fmla="*/ 2638097 h 2638097"/>
                    <a:gd name="connsiteX3-105" fmla="*/ 0 w 8187558"/>
                    <a:gd name="connsiteY3-106" fmla="*/ 1229711 h 2638097"/>
                    <a:gd name="connsiteX4-107" fmla="*/ 31531 w 8187558"/>
                    <a:gd name="connsiteY4-108" fmla="*/ 147145 h 2638097"/>
                    <a:gd name="connsiteX5-109" fmla="*/ 4046482 w 8187558"/>
                    <a:gd name="connsiteY5-110" fmla="*/ 1576552 h 2638097"/>
                    <a:gd name="connsiteX6-111" fmla="*/ 8187558 w 8187558"/>
                    <a:gd name="connsiteY6-112" fmla="*/ 0 h 2638097"/>
                    <a:gd name="connsiteX0-113" fmla="*/ 8187558 w 8187558"/>
                    <a:gd name="connsiteY0-114" fmla="*/ 0 h 2638097"/>
                    <a:gd name="connsiteX1-115" fmla="*/ 8187558 w 8187558"/>
                    <a:gd name="connsiteY1-116" fmla="*/ 1271752 h 2638097"/>
                    <a:gd name="connsiteX2-117" fmla="*/ 4099035 w 8187558"/>
                    <a:gd name="connsiteY2-118" fmla="*/ 2638097 h 2638097"/>
                    <a:gd name="connsiteX3-119" fmla="*/ 0 w 8187558"/>
                    <a:gd name="connsiteY3-120" fmla="*/ 1229711 h 2638097"/>
                    <a:gd name="connsiteX4-121" fmla="*/ 31531 w 8187558"/>
                    <a:gd name="connsiteY4-122" fmla="*/ 147145 h 2638097"/>
                    <a:gd name="connsiteX5-123" fmla="*/ 4046482 w 8187558"/>
                    <a:gd name="connsiteY5-124" fmla="*/ 1576552 h 2638097"/>
                    <a:gd name="connsiteX6-125" fmla="*/ 8187558 w 8187558"/>
                    <a:gd name="connsiteY6-126" fmla="*/ 0 h 2638097"/>
                    <a:gd name="connsiteX0-127" fmla="*/ 8187558 w 8187558"/>
                    <a:gd name="connsiteY0-128" fmla="*/ 0 h 2638097"/>
                    <a:gd name="connsiteX1-129" fmla="*/ 8187558 w 8187558"/>
                    <a:gd name="connsiteY1-130" fmla="*/ 1271752 h 2638097"/>
                    <a:gd name="connsiteX2-131" fmla="*/ 4099035 w 8187558"/>
                    <a:gd name="connsiteY2-132" fmla="*/ 2638097 h 2638097"/>
                    <a:gd name="connsiteX3-133" fmla="*/ 0 w 8187558"/>
                    <a:gd name="connsiteY3-134" fmla="*/ 1229711 h 2638097"/>
                    <a:gd name="connsiteX4-135" fmla="*/ 31531 w 8187558"/>
                    <a:gd name="connsiteY4-136" fmla="*/ 147145 h 2638097"/>
                    <a:gd name="connsiteX5-137" fmla="*/ 4046482 w 8187558"/>
                    <a:gd name="connsiteY5-138" fmla="*/ 1576552 h 2638097"/>
                    <a:gd name="connsiteX6-139" fmla="*/ 8187558 w 8187558"/>
                    <a:gd name="connsiteY6-140" fmla="*/ 0 h 2638097"/>
                    <a:gd name="connsiteX0-141" fmla="*/ 8187558 w 8187558"/>
                    <a:gd name="connsiteY0-142" fmla="*/ 0 h 2638097"/>
                    <a:gd name="connsiteX1-143" fmla="*/ 8187558 w 8187558"/>
                    <a:gd name="connsiteY1-144" fmla="*/ 1271752 h 2638097"/>
                    <a:gd name="connsiteX2-145" fmla="*/ 4099035 w 8187558"/>
                    <a:gd name="connsiteY2-146" fmla="*/ 2638097 h 2638097"/>
                    <a:gd name="connsiteX3-147" fmla="*/ 0 w 8187558"/>
                    <a:gd name="connsiteY3-148" fmla="*/ 1229711 h 2638097"/>
                    <a:gd name="connsiteX4-149" fmla="*/ 31531 w 8187558"/>
                    <a:gd name="connsiteY4-150" fmla="*/ 147145 h 2638097"/>
                    <a:gd name="connsiteX5-151" fmla="*/ 4088524 w 8187558"/>
                    <a:gd name="connsiteY5-152" fmla="*/ 1597573 h 2638097"/>
                    <a:gd name="connsiteX6-153" fmla="*/ 8187558 w 8187558"/>
                    <a:gd name="connsiteY6-154" fmla="*/ 0 h 2638097"/>
                    <a:gd name="connsiteX0-155" fmla="*/ 8187558 w 8187558"/>
                    <a:gd name="connsiteY0-156" fmla="*/ 0 h 2638097"/>
                    <a:gd name="connsiteX1-157" fmla="*/ 8187558 w 8187558"/>
                    <a:gd name="connsiteY1-158" fmla="*/ 1271752 h 2638097"/>
                    <a:gd name="connsiteX2-159" fmla="*/ 4099035 w 8187558"/>
                    <a:gd name="connsiteY2-160" fmla="*/ 2638097 h 2638097"/>
                    <a:gd name="connsiteX3-161" fmla="*/ 0 w 8187558"/>
                    <a:gd name="connsiteY3-162" fmla="*/ 1229711 h 2638097"/>
                    <a:gd name="connsiteX4-163" fmla="*/ 31531 w 8187558"/>
                    <a:gd name="connsiteY4-164" fmla="*/ 147145 h 2638097"/>
                    <a:gd name="connsiteX5-165" fmla="*/ 4088524 w 8187558"/>
                    <a:gd name="connsiteY5-166" fmla="*/ 1597573 h 2638097"/>
                    <a:gd name="connsiteX6-167" fmla="*/ 8187558 w 8187558"/>
                    <a:gd name="connsiteY6-168" fmla="*/ 0 h 2638097"/>
                    <a:gd name="connsiteX0-169" fmla="*/ 8187558 w 8187558"/>
                    <a:gd name="connsiteY0-170" fmla="*/ 0 h 2638097"/>
                    <a:gd name="connsiteX1-171" fmla="*/ 8187558 w 8187558"/>
                    <a:gd name="connsiteY1-172" fmla="*/ 1271752 h 2638097"/>
                    <a:gd name="connsiteX2-173" fmla="*/ 4099035 w 8187558"/>
                    <a:gd name="connsiteY2-174" fmla="*/ 2638097 h 2638097"/>
                    <a:gd name="connsiteX3-175" fmla="*/ 0 w 8187558"/>
                    <a:gd name="connsiteY3-176" fmla="*/ 1229711 h 2638097"/>
                    <a:gd name="connsiteX4-177" fmla="*/ 31531 w 8187558"/>
                    <a:gd name="connsiteY4-178" fmla="*/ 147145 h 2638097"/>
                    <a:gd name="connsiteX5-179" fmla="*/ 4099035 w 8187558"/>
                    <a:gd name="connsiteY5-180" fmla="*/ 1566042 h 2638097"/>
                    <a:gd name="connsiteX6-181" fmla="*/ 8187558 w 8187558"/>
                    <a:gd name="connsiteY6-182" fmla="*/ 0 h 2638097"/>
                    <a:gd name="connsiteX0-183" fmla="*/ 8187558 w 8187558"/>
                    <a:gd name="connsiteY0-184" fmla="*/ 0 h 2638097"/>
                    <a:gd name="connsiteX1-185" fmla="*/ 8187558 w 8187558"/>
                    <a:gd name="connsiteY1-186" fmla="*/ 1271752 h 2638097"/>
                    <a:gd name="connsiteX2-187" fmla="*/ 4099035 w 8187558"/>
                    <a:gd name="connsiteY2-188" fmla="*/ 2638097 h 2638097"/>
                    <a:gd name="connsiteX3-189" fmla="*/ 0 w 8187558"/>
                    <a:gd name="connsiteY3-190" fmla="*/ 1229711 h 2638097"/>
                    <a:gd name="connsiteX4-191" fmla="*/ 31531 w 8187558"/>
                    <a:gd name="connsiteY4-192" fmla="*/ 147145 h 2638097"/>
                    <a:gd name="connsiteX5-193" fmla="*/ 4099035 w 8187558"/>
                    <a:gd name="connsiteY5-194" fmla="*/ 1566042 h 2638097"/>
                    <a:gd name="connsiteX6-195" fmla="*/ 8187558 w 8187558"/>
                    <a:gd name="connsiteY6-196" fmla="*/ 0 h 2638097"/>
                    <a:gd name="connsiteX0-197" fmla="*/ 8187558 w 8187558"/>
                    <a:gd name="connsiteY0-198" fmla="*/ 0 h 2638097"/>
                    <a:gd name="connsiteX1-199" fmla="*/ 8187558 w 8187558"/>
                    <a:gd name="connsiteY1-200" fmla="*/ 1271752 h 2638097"/>
                    <a:gd name="connsiteX2-201" fmla="*/ 4099035 w 8187558"/>
                    <a:gd name="connsiteY2-202" fmla="*/ 2638097 h 2638097"/>
                    <a:gd name="connsiteX3-203" fmla="*/ 0 w 8187558"/>
                    <a:gd name="connsiteY3-204" fmla="*/ 1229711 h 2638097"/>
                    <a:gd name="connsiteX4-205" fmla="*/ 31531 w 8187558"/>
                    <a:gd name="connsiteY4-206" fmla="*/ 147145 h 2638097"/>
                    <a:gd name="connsiteX5-207" fmla="*/ 4099035 w 8187558"/>
                    <a:gd name="connsiteY5-208" fmla="*/ 1566042 h 2638097"/>
                    <a:gd name="connsiteX6-209" fmla="*/ 8187558 w 8187558"/>
                    <a:gd name="connsiteY6-210" fmla="*/ 0 h 2638097"/>
                    <a:gd name="connsiteX0-211" fmla="*/ 8187558 w 8187558"/>
                    <a:gd name="connsiteY0-212" fmla="*/ 0 h 2638097"/>
                    <a:gd name="connsiteX1-213" fmla="*/ 8187558 w 8187558"/>
                    <a:gd name="connsiteY1-214" fmla="*/ 1271752 h 2638097"/>
                    <a:gd name="connsiteX2-215" fmla="*/ 4099035 w 8187558"/>
                    <a:gd name="connsiteY2-216" fmla="*/ 2638097 h 2638097"/>
                    <a:gd name="connsiteX3-217" fmla="*/ 0 w 8187558"/>
                    <a:gd name="connsiteY3-218" fmla="*/ 1229711 h 2638097"/>
                    <a:gd name="connsiteX4-219" fmla="*/ 31531 w 8187558"/>
                    <a:gd name="connsiteY4-220" fmla="*/ 147145 h 2638097"/>
                    <a:gd name="connsiteX5-221" fmla="*/ 4099035 w 8187558"/>
                    <a:gd name="connsiteY5-222" fmla="*/ 1566042 h 2638097"/>
                    <a:gd name="connsiteX6-223" fmla="*/ 8187558 w 8187558"/>
                    <a:gd name="connsiteY6-224" fmla="*/ 0 h 2638097"/>
                    <a:gd name="connsiteX0-225" fmla="*/ 8187558 w 8187558"/>
                    <a:gd name="connsiteY0-226" fmla="*/ 0 h 2638097"/>
                    <a:gd name="connsiteX1-227" fmla="*/ 8187558 w 8187558"/>
                    <a:gd name="connsiteY1-228" fmla="*/ 1271752 h 2638097"/>
                    <a:gd name="connsiteX2-229" fmla="*/ 4099035 w 8187558"/>
                    <a:gd name="connsiteY2-230" fmla="*/ 2638097 h 2638097"/>
                    <a:gd name="connsiteX3-231" fmla="*/ 0 w 8187558"/>
                    <a:gd name="connsiteY3-232" fmla="*/ 1229711 h 2638097"/>
                    <a:gd name="connsiteX4-233" fmla="*/ 31531 w 8187558"/>
                    <a:gd name="connsiteY4-234" fmla="*/ 147145 h 2638097"/>
                    <a:gd name="connsiteX5-235" fmla="*/ 4099035 w 8187558"/>
                    <a:gd name="connsiteY5-236" fmla="*/ 1566042 h 2638097"/>
                    <a:gd name="connsiteX6-237" fmla="*/ 8187558 w 8187558"/>
                    <a:gd name="connsiteY6-238" fmla="*/ 0 h 2638097"/>
                    <a:gd name="connsiteX0-239" fmla="*/ 8187558 w 8187558"/>
                    <a:gd name="connsiteY0-240" fmla="*/ 0 h 2638097"/>
                    <a:gd name="connsiteX1-241" fmla="*/ 8187558 w 8187558"/>
                    <a:gd name="connsiteY1-242" fmla="*/ 1271752 h 2638097"/>
                    <a:gd name="connsiteX2-243" fmla="*/ 4099035 w 8187558"/>
                    <a:gd name="connsiteY2-244" fmla="*/ 2638097 h 2638097"/>
                    <a:gd name="connsiteX3-245" fmla="*/ 0 w 8187558"/>
                    <a:gd name="connsiteY3-246" fmla="*/ 1229711 h 2638097"/>
                    <a:gd name="connsiteX4-247" fmla="*/ 31531 w 8187558"/>
                    <a:gd name="connsiteY4-248" fmla="*/ 147145 h 2638097"/>
                    <a:gd name="connsiteX5-249" fmla="*/ 4099035 w 8187558"/>
                    <a:gd name="connsiteY5-250" fmla="*/ 1566042 h 2638097"/>
                    <a:gd name="connsiteX6-251" fmla="*/ 8187558 w 8187558"/>
                    <a:gd name="connsiteY6-252" fmla="*/ 0 h 2638097"/>
                    <a:gd name="connsiteX0-253" fmla="*/ 8187558 w 8187558"/>
                    <a:gd name="connsiteY0-254" fmla="*/ 0 h 2638097"/>
                    <a:gd name="connsiteX1-255" fmla="*/ 8187558 w 8187558"/>
                    <a:gd name="connsiteY1-256" fmla="*/ 1271752 h 2638097"/>
                    <a:gd name="connsiteX2-257" fmla="*/ 4099035 w 8187558"/>
                    <a:gd name="connsiteY2-258" fmla="*/ 2638097 h 2638097"/>
                    <a:gd name="connsiteX3-259" fmla="*/ 0 w 8187558"/>
                    <a:gd name="connsiteY3-260" fmla="*/ 1229711 h 2638097"/>
                    <a:gd name="connsiteX4-261" fmla="*/ 31531 w 8187558"/>
                    <a:gd name="connsiteY4-262" fmla="*/ 147145 h 2638097"/>
                    <a:gd name="connsiteX5-263" fmla="*/ 4099035 w 8187558"/>
                    <a:gd name="connsiteY5-264" fmla="*/ 1566042 h 2638097"/>
                    <a:gd name="connsiteX6-265" fmla="*/ 8187558 w 8187558"/>
                    <a:gd name="connsiteY6-266" fmla="*/ 0 h 2638097"/>
                    <a:gd name="connsiteX0-267" fmla="*/ 8187558 w 8187558"/>
                    <a:gd name="connsiteY0-268" fmla="*/ 0 h 2638097"/>
                    <a:gd name="connsiteX1-269" fmla="*/ 8187558 w 8187558"/>
                    <a:gd name="connsiteY1-270" fmla="*/ 1271752 h 2638097"/>
                    <a:gd name="connsiteX2-271" fmla="*/ 4099035 w 8187558"/>
                    <a:gd name="connsiteY2-272" fmla="*/ 2638097 h 2638097"/>
                    <a:gd name="connsiteX3-273" fmla="*/ 0 w 8187558"/>
                    <a:gd name="connsiteY3-274" fmla="*/ 1229711 h 2638097"/>
                    <a:gd name="connsiteX4-275" fmla="*/ 31531 w 8187558"/>
                    <a:gd name="connsiteY4-276" fmla="*/ 147145 h 2638097"/>
                    <a:gd name="connsiteX5-277" fmla="*/ 4099035 w 8187558"/>
                    <a:gd name="connsiteY5-278" fmla="*/ 1566042 h 2638097"/>
                    <a:gd name="connsiteX6-279" fmla="*/ 8187558 w 8187558"/>
                    <a:gd name="connsiteY6-280" fmla="*/ 0 h 2638097"/>
                    <a:gd name="connsiteX0-281" fmla="*/ 8187558 w 8187558"/>
                    <a:gd name="connsiteY0-282" fmla="*/ 0 h 2638097"/>
                    <a:gd name="connsiteX1-283" fmla="*/ 8187558 w 8187558"/>
                    <a:gd name="connsiteY1-284" fmla="*/ 1271752 h 2638097"/>
                    <a:gd name="connsiteX2-285" fmla="*/ 4099035 w 8187558"/>
                    <a:gd name="connsiteY2-286" fmla="*/ 2638097 h 2638097"/>
                    <a:gd name="connsiteX3-287" fmla="*/ 0 w 8187558"/>
                    <a:gd name="connsiteY3-288" fmla="*/ 1229711 h 2638097"/>
                    <a:gd name="connsiteX4-289" fmla="*/ 31531 w 8187558"/>
                    <a:gd name="connsiteY4-290" fmla="*/ 147145 h 2638097"/>
                    <a:gd name="connsiteX5-291" fmla="*/ 4099035 w 8187558"/>
                    <a:gd name="connsiteY5-292" fmla="*/ 1566042 h 2638097"/>
                    <a:gd name="connsiteX6-293" fmla="*/ 8187558 w 8187558"/>
                    <a:gd name="connsiteY6-294" fmla="*/ 0 h 2638097"/>
                    <a:gd name="connsiteX0-295" fmla="*/ 8176538 w 8176538"/>
                    <a:gd name="connsiteY0-296" fmla="*/ 0 h 2638097"/>
                    <a:gd name="connsiteX1-297" fmla="*/ 8176538 w 8176538"/>
                    <a:gd name="connsiteY1-298" fmla="*/ 1271752 h 2638097"/>
                    <a:gd name="connsiteX2-299" fmla="*/ 4088015 w 8176538"/>
                    <a:gd name="connsiteY2-300" fmla="*/ 2638097 h 2638097"/>
                    <a:gd name="connsiteX3-301" fmla="*/ 0 w 8176538"/>
                    <a:gd name="connsiteY3-302" fmla="*/ 1269888 h 2638097"/>
                    <a:gd name="connsiteX4-303" fmla="*/ 20511 w 8176538"/>
                    <a:gd name="connsiteY4-304" fmla="*/ 147145 h 2638097"/>
                    <a:gd name="connsiteX5-305" fmla="*/ 4088015 w 8176538"/>
                    <a:gd name="connsiteY5-306" fmla="*/ 1566042 h 2638097"/>
                    <a:gd name="connsiteX6-307" fmla="*/ 8176538 w 8176538"/>
                    <a:gd name="connsiteY6-308" fmla="*/ 0 h 2638097"/>
                    <a:gd name="connsiteX0-309" fmla="*/ 8176538 w 8176538"/>
                    <a:gd name="connsiteY0-310" fmla="*/ 0 h 2772020"/>
                    <a:gd name="connsiteX1-311" fmla="*/ 8176538 w 8176538"/>
                    <a:gd name="connsiteY1-312" fmla="*/ 1271752 h 2772020"/>
                    <a:gd name="connsiteX2-313" fmla="*/ 4099034 w 8176538"/>
                    <a:gd name="connsiteY2-314" fmla="*/ 2772020 h 2772020"/>
                    <a:gd name="connsiteX3-315" fmla="*/ 0 w 8176538"/>
                    <a:gd name="connsiteY3-316" fmla="*/ 1269888 h 2772020"/>
                    <a:gd name="connsiteX4-317" fmla="*/ 20511 w 8176538"/>
                    <a:gd name="connsiteY4-318" fmla="*/ 147145 h 2772020"/>
                    <a:gd name="connsiteX5-319" fmla="*/ 4088015 w 8176538"/>
                    <a:gd name="connsiteY5-320" fmla="*/ 1566042 h 2772020"/>
                    <a:gd name="connsiteX6-321" fmla="*/ 8176538 w 8176538"/>
                    <a:gd name="connsiteY6-322" fmla="*/ 0 h 2772020"/>
                    <a:gd name="connsiteX0-323" fmla="*/ 8176538 w 8176538"/>
                    <a:gd name="connsiteY0-324" fmla="*/ 0 h 2772339"/>
                    <a:gd name="connsiteX1-325" fmla="*/ 8176538 w 8176538"/>
                    <a:gd name="connsiteY1-326" fmla="*/ 1378890 h 2772339"/>
                    <a:gd name="connsiteX2-327" fmla="*/ 4099034 w 8176538"/>
                    <a:gd name="connsiteY2-328" fmla="*/ 2772020 h 2772339"/>
                    <a:gd name="connsiteX3-329" fmla="*/ 0 w 8176538"/>
                    <a:gd name="connsiteY3-330" fmla="*/ 1269888 h 2772339"/>
                    <a:gd name="connsiteX4-331" fmla="*/ 20511 w 8176538"/>
                    <a:gd name="connsiteY4-332" fmla="*/ 147145 h 2772339"/>
                    <a:gd name="connsiteX5-333" fmla="*/ 4088015 w 8176538"/>
                    <a:gd name="connsiteY5-334" fmla="*/ 1566042 h 2772339"/>
                    <a:gd name="connsiteX6-335" fmla="*/ 8176538 w 8176538"/>
                    <a:gd name="connsiteY6-336" fmla="*/ 0 h 2772339"/>
                    <a:gd name="connsiteX0-337" fmla="*/ 8176538 w 8176538"/>
                    <a:gd name="connsiteY0-338" fmla="*/ 0 h 2825888"/>
                    <a:gd name="connsiteX1-339" fmla="*/ 8176538 w 8176538"/>
                    <a:gd name="connsiteY1-340" fmla="*/ 1378890 h 2825888"/>
                    <a:gd name="connsiteX2-341" fmla="*/ 4099034 w 8176538"/>
                    <a:gd name="connsiteY2-342" fmla="*/ 2825590 h 2825888"/>
                    <a:gd name="connsiteX3-343" fmla="*/ 0 w 8176538"/>
                    <a:gd name="connsiteY3-344" fmla="*/ 1269888 h 2825888"/>
                    <a:gd name="connsiteX4-345" fmla="*/ 20511 w 8176538"/>
                    <a:gd name="connsiteY4-346" fmla="*/ 147145 h 2825888"/>
                    <a:gd name="connsiteX5-347" fmla="*/ 4088015 w 8176538"/>
                    <a:gd name="connsiteY5-348" fmla="*/ 1566042 h 2825888"/>
                    <a:gd name="connsiteX6-349" fmla="*/ 8176538 w 8176538"/>
                    <a:gd name="connsiteY6-350" fmla="*/ 0 h 2825888"/>
                    <a:gd name="connsiteX0-351" fmla="*/ 8165518 w 8165518"/>
                    <a:gd name="connsiteY0-352" fmla="*/ 0 h 2825606"/>
                    <a:gd name="connsiteX1-353" fmla="*/ 8165518 w 8165518"/>
                    <a:gd name="connsiteY1-354" fmla="*/ 1378890 h 2825606"/>
                    <a:gd name="connsiteX2-355" fmla="*/ 4088014 w 8165518"/>
                    <a:gd name="connsiteY2-356" fmla="*/ 2825590 h 2825606"/>
                    <a:gd name="connsiteX3-357" fmla="*/ 0 w 8165518"/>
                    <a:gd name="connsiteY3-358" fmla="*/ 1403811 h 2825606"/>
                    <a:gd name="connsiteX4-359" fmla="*/ 9491 w 8165518"/>
                    <a:gd name="connsiteY4-360" fmla="*/ 147145 h 2825606"/>
                    <a:gd name="connsiteX5-361" fmla="*/ 4076995 w 8165518"/>
                    <a:gd name="connsiteY5-362" fmla="*/ 1566042 h 2825606"/>
                    <a:gd name="connsiteX6-363" fmla="*/ 8165518 w 8165518"/>
                    <a:gd name="connsiteY6-364" fmla="*/ 0 h 2825606"/>
                    <a:gd name="connsiteX0-365" fmla="*/ 8165518 w 8165518"/>
                    <a:gd name="connsiteY0-366" fmla="*/ 0 h 2879174"/>
                    <a:gd name="connsiteX1-367" fmla="*/ 8165518 w 8165518"/>
                    <a:gd name="connsiteY1-368" fmla="*/ 1378890 h 2879174"/>
                    <a:gd name="connsiteX2-369" fmla="*/ 4132092 w 8165518"/>
                    <a:gd name="connsiteY2-370" fmla="*/ 2879159 h 2879174"/>
                    <a:gd name="connsiteX3-371" fmla="*/ 0 w 8165518"/>
                    <a:gd name="connsiteY3-372" fmla="*/ 1403811 h 2879174"/>
                    <a:gd name="connsiteX4-373" fmla="*/ 9491 w 8165518"/>
                    <a:gd name="connsiteY4-374" fmla="*/ 147145 h 2879174"/>
                    <a:gd name="connsiteX5-375" fmla="*/ 4076995 w 8165518"/>
                    <a:gd name="connsiteY5-376" fmla="*/ 1566042 h 2879174"/>
                    <a:gd name="connsiteX6-377" fmla="*/ 8165518 w 8165518"/>
                    <a:gd name="connsiteY6-378" fmla="*/ 0 h 2879174"/>
                    <a:gd name="connsiteX0-379" fmla="*/ 8165518 w 8176537"/>
                    <a:gd name="connsiteY0-380" fmla="*/ 0 h 2879410"/>
                    <a:gd name="connsiteX1-381" fmla="*/ 8176537 w 8176537"/>
                    <a:gd name="connsiteY1-382" fmla="*/ 1499420 h 2879410"/>
                    <a:gd name="connsiteX2-383" fmla="*/ 4132092 w 8176537"/>
                    <a:gd name="connsiteY2-384" fmla="*/ 2879159 h 2879410"/>
                    <a:gd name="connsiteX3-385" fmla="*/ 0 w 8176537"/>
                    <a:gd name="connsiteY3-386" fmla="*/ 1403811 h 2879410"/>
                    <a:gd name="connsiteX4-387" fmla="*/ 9491 w 8176537"/>
                    <a:gd name="connsiteY4-388" fmla="*/ 147145 h 2879410"/>
                    <a:gd name="connsiteX5-389" fmla="*/ 4076995 w 8176537"/>
                    <a:gd name="connsiteY5-390" fmla="*/ 1566042 h 2879410"/>
                    <a:gd name="connsiteX6-391" fmla="*/ 8165518 w 8176537"/>
                    <a:gd name="connsiteY6-392" fmla="*/ 0 h 2879410"/>
                    <a:gd name="connsiteX0-393" fmla="*/ 8165518 w 8176537"/>
                    <a:gd name="connsiteY0-394" fmla="*/ 0 h 2879262"/>
                    <a:gd name="connsiteX1-395" fmla="*/ 8176537 w 8176537"/>
                    <a:gd name="connsiteY1-396" fmla="*/ 1499420 h 2879262"/>
                    <a:gd name="connsiteX2-397" fmla="*/ 4132092 w 8176537"/>
                    <a:gd name="connsiteY2-398" fmla="*/ 2879159 h 2879262"/>
                    <a:gd name="connsiteX3-399" fmla="*/ 0 w 8176537"/>
                    <a:gd name="connsiteY3-400" fmla="*/ 1403811 h 2879262"/>
                    <a:gd name="connsiteX4-401" fmla="*/ 9491 w 8176537"/>
                    <a:gd name="connsiteY4-402" fmla="*/ 147145 h 2879262"/>
                    <a:gd name="connsiteX5-403" fmla="*/ 4076995 w 8176537"/>
                    <a:gd name="connsiteY5-404" fmla="*/ 1566042 h 2879262"/>
                    <a:gd name="connsiteX6-405" fmla="*/ 8165518 w 8176537"/>
                    <a:gd name="connsiteY6-406" fmla="*/ 0 h 2879262"/>
                    <a:gd name="connsiteX0-407" fmla="*/ 8165518 w 8176537"/>
                    <a:gd name="connsiteY0-408" fmla="*/ 0 h 2879163"/>
                    <a:gd name="connsiteX1-409" fmla="*/ 8176537 w 8176537"/>
                    <a:gd name="connsiteY1-410" fmla="*/ 1499420 h 2879163"/>
                    <a:gd name="connsiteX2-411" fmla="*/ 4132092 w 8176537"/>
                    <a:gd name="connsiteY2-412" fmla="*/ 2879159 h 2879163"/>
                    <a:gd name="connsiteX3-413" fmla="*/ 0 w 8176537"/>
                    <a:gd name="connsiteY3-414" fmla="*/ 1510948 h 2879163"/>
                    <a:gd name="connsiteX4-415" fmla="*/ 9491 w 8176537"/>
                    <a:gd name="connsiteY4-416" fmla="*/ 147145 h 2879163"/>
                    <a:gd name="connsiteX5-417" fmla="*/ 4076995 w 8176537"/>
                    <a:gd name="connsiteY5-418" fmla="*/ 1566042 h 2879163"/>
                    <a:gd name="connsiteX6-419" fmla="*/ 8165518 w 8176537"/>
                    <a:gd name="connsiteY6-420" fmla="*/ 0 h 2879163"/>
                    <a:gd name="connsiteX0-421" fmla="*/ 8165518 w 8198577"/>
                    <a:gd name="connsiteY0-422" fmla="*/ 0 h 2879451"/>
                    <a:gd name="connsiteX1-423" fmla="*/ 8198577 w 8198577"/>
                    <a:gd name="connsiteY1-424" fmla="*/ 1606558 h 2879451"/>
                    <a:gd name="connsiteX2-425" fmla="*/ 4132092 w 8198577"/>
                    <a:gd name="connsiteY2-426" fmla="*/ 2879159 h 2879451"/>
                    <a:gd name="connsiteX3-427" fmla="*/ 0 w 8198577"/>
                    <a:gd name="connsiteY3-428" fmla="*/ 1510948 h 2879451"/>
                    <a:gd name="connsiteX4-429" fmla="*/ 9491 w 8198577"/>
                    <a:gd name="connsiteY4-430" fmla="*/ 147145 h 2879451"/>
                    <a:gd name="connsiteX5-431" fmla="*/ 4076995 w 8198577"/>
                    <a:gd name="connsiteY5-432" fmla="*/ 1566042 h 2879451"/>
                    <a:gd name="connsiteX6-433" fmla="*/ 8165518 w 8198577"/>
                    <a:gd name="connsiteY6-434" fmla="*/ 0 h 2879451"/>
                    <a:gd name="connsiteX0-435" fmla="*/ 8165518 w 8165518"/>
                    <a:gd name="connsiteY0-436" fmla="*/ 0 h 2880066"/>
                    <a:gd name="connsiteX1-437" fmla="*/ 8165518 w 8165518"/>
                    <a:gd name="connsiteY1-438" fmla="*/ 1673520 h 2880066"/>
                    <a:gd name="connsiteX2-439" fmla="*/ 4132092 w 8165518"/>
                    <a:gd name="connsiteY2-440" fmla="*/ 2879159 h 2880066"/>
                    <a:gd name="connsiteX3-441" fmla="*/ 0 w 8165518"/>
                    <a:gd name="connsiteY3-442" fmla="*/ 1510948 h 2880066"/>
                    <a:gd name="connsiteX4-443" fmla="*/ 9491 w 8165518"/>
                    <a:gd name="connsiteY4-444" fmla="*/ 147145 h 2880066"/>
                    <a:gd name="connsiteX5-445" fmla="*/ 4076995 w 8165518"/>
                    <a:gd name="connsiteY5-446" fmla="*/ 1566042 h 2880066"/>
                    <a:gd name="connsiteX6-447" fmla="*/ 8165518 w 8165518"/>
                    <a:gd name="connsiteY6-448" fmla="*/ 0 h 2880066"/>
                    <a:gd name="connsiteX0-449" fmla="*/ 8156794 w 8156794"/>
                    <a:gd name="connsiteY0-450" fmla="*/ 0 h 2879270"/>
                    <a:gd name="connsiteX1-451" fmla="*/ 8156794 w 8156794"/>
                    <a:gd name="connsiteY1-452" fmla="*/ 1673520 h 2879270"/>
                    <a:gd name="connsiteX2-453" fmla="*/ 4123368 w 8156794"/>
                    <a:gd name="connsiteY2-454" fmla="*/ 2879159 h 2879270"/>
                    <a:gd name="connsiteX3-455" fmla="*/ 2295 w 8156794"/>
                    <a:gd name="connsiteY3-456" fmla="*/ 1618086 h 2879270"/>
                    <a:gd name="connsiteX4-457" fmla="*/ 767 w 8156794"/>
                    <a:gd name="connsiteY4-458" fmla="*/ 147145 h 2879270"/>
                    <a:gd name="connsiteX5-459" fmla="*/ 4068271 w 8156794"/>
                    <a:gd name="connsiteY5-460" fmla="*/ 1566042 h 2879270"/>
                    <a:gd name="connsiteX6-461" fmla="*/ 8156794 w 8156794"/>
                    <a:gd name="connsiteY6-462" fmla="*/ 0 h 2879270"/>
                    <a:gd name="connsiteX0-463" fmla="*/ 8156794 w 8156794"/>
                    <a:gd name="connsiteY0-464" fmla="*/ 0 h 2973000"/>
                    <a:gd name="connsiteX1-465" fmla="*/ 8156794 w 8156794"/>
                    <a:gd name="connsiteY1-466" fmla="*/ 1673520 h 2973000"/>
                    <a:gd name="connsiteX2-467" fmla="*/ 4134388 w 8156794"/>
                    <a:gd name="connsiteY2-468" fmla="*/ 2972904 h 2973000"/>
                    <a:gd name="connsiteX3-469" fmla="*/ 2295 w 8156794"/>
                    <a:gd name="connsiteY3-470" fmla="*/ 1618086 h 2973000"/>
                    <a:gd name="connsiteX4-471" fmla="*/ 767 w 8156794"/>
                    <a:gd name="connsiteY4-472" fmla="*/ 147145 h 2973000"/>
                    <a:gd name="connsiteX5-473" fmla="*/ 4068271 w 8156794"/>
                    <a:gd name="connsiteY5-474" fmla="*/ 1566042 h 2973000"/>
                    <a:gd name="connsiteX6-475" fmla="*/ 8156794 w 8156794"/>
                    <a:gd name="connsiteY6-476" fmla="*/ 0 h 2973000"/>
                    <a:gd name="connsiteX0-477" fmla="*/ 8156794 w 8156794"/>
                    <a:gd name="connsiteY0-478" fmla="*/ 0 h 2973000"/>
                    <a:gd name="connsiteX1-479" fmla="*/ 8156794 w 8156794"/>
                    <a:gd name="connsiteY1-480" fmla="*/ 1673520 h 2973000"/>
                    <a:gd name="connsiteX2-481" fmla="*/ 4134388 w 8156794"/>
                    <a:gd name="connsiteY2-482" fmla="*/ 2972904 h 2973000"/>
                    <a:gd name="connsiteX3-483" fmla="*/ 2295 w 8156794"/>
                    <a:gd name="connsiteY3-484" fmla="*/ 1618086 h 2973000"/>
                    <a:gd name="connsiteX4-485" fmla="*/ 767 w 8156794"/>
                    <a:gd name="connsiteY4-486" fmla="*/ 147145 h 2973000"/>
                    <a:gd name="connsiteX5-487" fmla="*/ 4068271 w 8156794"/>
                    <a:gd name="connsiteY5-488" fmla="*/ 1566042 h 2973000"/>
                    <a:gd name="connsiteX6-489" fmla="*/ 8156794 w 8156794"/>
                    <a:gd name="connsiteY6-490" fmla="*/ 0 h 2973000"/>
                    <a:gd name="connsiteX0-491" fmla="*/ 8156794 w 8156794"/>
                    <a:gd name="connsiteY0-492" fmla="*/ 0 h 2973000"/>
                    <a:gd name="connsiteX1-493" fmla="*/ 8156794 w 8156794"/>
                    <a:gd name="connsiteY1-494" fmla="*/ 1673520 h 2973000"/>
                    <a:gd name="connsiteX2-495" fmla="*/ 4134388 w 8156794"/>
                    <a:gd name="connsiteY2-496" fmla="*/ 2972904 h 2973000"/>
                    <a:gd name="connsiteX3-497" fmla="*/ 2295 w 8156794"/>
                    <a:gd name="connsiteY3-498" fmla="*/ 1618086 h 2973000"/>
                    <a:gd name="connsiteX4-499" fmla="*/ 767 w 8156794"/>
                    <a:gd name="connsiteY4-500" fmla="*/ 147145 h 2973000"/>
                    <a:gd name="connsiteX5-501" fmla="*/ 4068271 w 8156794"/>
                    <a:gd name="connsiteY5-502" fmla="*/ 1566042 h 2973000"/>
                    <a:gd name="connsiteX6-503" fmla="*/ 8156794 w 8156794"/>
                    <a:gd name="connsiteY6-504" fmla="*/ 0 h 2973000"/>
                    <a:gd name="connsiteX0-505" fmla="*/ 8156794 w 8156794"/>
                    <a:gd name="connsiteY0-506" fmla="*/ 0 h 2973020"/>
                    <a:gd name="connsiteX1-507" fmla="*/ 8156794 w 8156794"/>
                    <a:gd name="connsiteY1-508" fmla="*/ 1673520 h 2973020"/>
                    <a:gd name="connsiteX2-509" fmla="*/ 4134388 w 8156794"/>
                    <a:gd name="connsiteY2-510" fmla="*/ 2972904 h 2973020"/>
                    <a:gd name="connsiteX3-511" fmla="*/ 2295 w 8156794"/>
                    <a:gd name="connsiteY3-512" fmla="*/ 1618086 h 2973020"/>
                    <a:gd name="connsiteX4-513" fmla="*/ 767 w 8156794"/>
                    <a:gd name="connsiteY4-514" fmla="*/ 147145 h 2973020"/>
                    <a:gd name="connsiteX5-515" fmla="*/ 4068271 w 8156794"/>
                    <a:gd name="connsiteY5-516" fmla="*/ 1566042 h 2973020"/>
                    <a:gd name="connsiteX6-517" fmla="*/ 8156794 w 8156794"/>
                    <a:gd name="connsiteY6-518" fmla="*/ 0 h 2973020"/>
                    <a:gd name="connsiteX0-519" fmla="*/ 8156794 w 8156794"/>
                    <a:gd name="connsiteY0-520" fmla="*/ 0 h 2973021"/>
                    <a:gd name="connsiteX1-521" fmla="*/ 8156794 w 8156794"/>
                    <a:gd name="connsiteY1-522" fmla="*/ 1673520 h 2973021"/>
                    <a:gd name="connsiteX2-523" fmla="*/ 4134388 w 8156794"/>
                    <a:gd name="connsiteY2-524" fmla="*/ 2972904 h 2973021"/>
                    <a:gd name="connsiteX3-525" fmla="*/ 2295 w 8156794"/>
                    <a:gd name="connsiteY3-526" fmla="*/ 1618086 h 2973021"/>
                    <a:gd name="connsiteX4-527" fmla="*/ 767 w 8156794"/>
                    <a:gd name="connsiteY4-528" fmla="*/ 147145 h 2973021"/>
                    <a:gd name="connsiteX5-529" fmla="*/ 4068271 w 8156794"/>
                    <a:gd name="connsiteY5-530" fmla="*/ 1566042 h 2973021"/>
                    <a:gd name="connsiteX6-531" fmla="*/ 8156794 w 8156794"/>
                    <a:gd name="connsiteY6-532" fmla="*/ 0 h 2973021"/>
                    <a:gd name="connsiteX0-533" fmla="*/ 8156794 w 8156794"/>
                    <a:gd name="connsiteY0-534" fmla="*/ 0 h 2973021"/>
                    <a:gd name="connsiteX1-535" fmla="*/ 8156794 w 8156794"/>
                    <a:gd name="connsiteY1-536" fmla="*/ 1673520 h 2973021"/>
                    <a:gd name="connsiteX2-537" fmla="*/ 4134388 w 8156794"/>
                    <a:gd name="connsiteY2-538" fmla="*/ 2972904 h 2973021"/>
                    <a:gd name="connsiteX3-539" fmla="*/ 2295 w 8156794"/>
                    <a:gd name="connsiteY3-540" fmla="*/ 1618086 h 2973021"/>
                    <a:gd name="connsiteX4-541" fmla="*/ 767 w 8156794"/>
                    <a:gd name="connsiteY4-542" fmla="*/ 147145 h 2973021"/>
                    <a:gd name="connsiteX5-543" fmla="*/ 4068271 w 8156794"/>
                    <a:gd name="connsiteY5-544" fmla="*/ 1566042 h 2973021"/>
                    <a:gd name="connsiteX6-545" fmla="*/ 8156794 w 8156794"/>
                    <a:gd name="connsiteY6-546" fmla="*/ 0 h 2973021"/>
                    <a:gd name="connsiteX0-547" fmla="*/ 8156794 w 8156794"/>
                    <a:gd name="connsiteY0-548" fmla="*/ 0 h 2973021"/>
                    <a:gd name="connsiteX1-549" fmla="*/ 8156794 w 8156794"/>
                    <a:gd name="connsiteY1-550" fmla="*/ 1673520 h 2973021"/>
                    <a:gd name="connsiteX2-551" fmla="*/ 4134388 w 8156794"/>
                    <a:gd name="connsiteY2-552" fmla="*/ 2972904 h 2973021"/>
                    <a:gd name="connsiteX3-553" fmla="*/ 2295 w 8156794"/>
                    <a:gd name="connsiteY3-554" fmla="*/ 1618086 h 2973021"/>
                    <a:gd name="connsiteX4-555" fmla="*/ 767 w 8156794"/>
                    <a:gd name="connsiteY4-556" fmla="*/ 147145 h 2973021"/>
                    <a:gd name="connsiteX5-557" fmla="*/ 4068271 w 8156794"/>
                    <a:gd name="connsiteY5-558" fmla="*/ 1566042 h 2973021"/>
                    <a:gd name="connsiteX6-559" fmla="*/ 8156794 w 8156794"/>
                    <a:gd name="connsiteY6-560" fmla="*/ 0 h 2973021"/>
                    <a:gd name="connsiteX0-561" fmla="*/ 8156794 w 8156794"/>
                    <a:gd name="connsiteY0-562" fmla="*/ 0 h 2973021"/>
                    <a:gd name="connsiteX1-563" fmla="*/ 8156794 w 8156794"/>
                    <a:gd name="connsiteY1-564" fmla="*/ 1673520 h 2973021"/>
                    <a:gd name="connsiteX2-565" fmla="*/ 4134388 w 8156794"/>
                    <a:gd name="connsiteY2-566" fmla="*/ 2972904 h 2973021"/>
                    <a:gd name="connsiteX3-567" fmla="*/ 2295 w 8156794"/>
                    <a:gd name="connsiteY3-568" fmla="*/ 1618086 h 2973021"/>
                    <a:gd name="connsiteX4-569" fmla="*/ 767 w 8156794"/>
                    <a:gd name="connsiteY4-570" fmla="*/ 147145 h 2973021"/>
                    <a:gd name="connsiteX5-571" fmla="*/ 4068271 w 8156794"/>
                    <a:gd name="connsiteY5-572" fmla="*/ 1566042 h 2973021"/>
                    <a:gd name="connsiteX6-573" fmla="*/ 8156794 w 8156794"/>
                    <a:gd name="connsiteY6-574" fmla="*/ 0 h 2973021"/>
                    <a:gd name="connsiteX0-575" fmla="*/ 8156794 w 8156794"/>
                    <a:gd name="connsiteY0-576" fmla="*/ 0 h 2973141"/>
                    <a:gd name="connsiteX1-577" fmla="*/ 8156794 w 8156794"/>
                    <a:gd name="connsiteY1-578" fmla="*/ 1673520 h 2973141"/>
                    <a:gd name="connsiteX2-579" fmla="*/ 4134388 w 8156794"/>
                    <a:gd name="connsiteY2-580" fmla="*/ 2972904 h 2973141"/>
                    <a:gd name="connsiteX3-581" fmla="*/ 2295 w 8156794"/>
                    <a:gd name="connsiteY3-582" fmla="*/ 1618086 h 2973141"/>
                    <a:gd name="connsiteX4-583" fmla="*/ 767 w 8156794"/>
                    <a:gd name="connsiteY4-584" fmla="*/ 147145 h 2973141"/>
                    <a:gd name="connsiteX5-585" fmla="*/ 4068271 w 8156794"/>
                    <a:gd name="connsiteY5-586" fmla="*/ 1566042 h 2973141"/>
                    <a:gd name="connsiteX6-587" fmla="*/ 8156794 w 8156794"/>
                    <a:gd name="connsiteY6-588" fmla="*/ 0 h 2973141"/>
                    <a:gd name="connsiteX0-589" fmla="*/ 8156794 w 8156794"/>
                    <a:gd name="connsiteY0-590" fmla="*/ 0 h 3066827"/>
                    <a:gd name="connsiteX1-591" fmla="*/ 8156794 w 8156794"/>
                    <a:gd name="connsiteY1-592" fmla="*/ 1673520 h 3066827"/>
                    <a:gd name="connsiteX2-593" fmla="*/ 4123353 w 8156794"/>
                    <a:gd name="connsiteY2-594" fmla="*/ 3066650 h 3066827"/>
                    <a:gd name="connsiteX3-595" fmla="*/ 2295 w 8156794"/>
                    <a:gd name="connsiteY3-596" fmla="*/ 1618086 h 3066827"/>
                    <a:gd name="connsiteX4-597" fmla="*/ 767 w 8156794"/>
                    <a:gd name="connsiteY4-598" fmla="*/ 147145 h 3066827"/>
                    <a:gd name="connsiteX5-599" fmla="*/ 4068271 w 8156794"/>
                    <a:gd name="connsiteY5-600" fmla="*/ 1566042 h 3066827"/>
                    <a:gd name="connsiteX6-601" fmla="*/ 8156794 w 8156794"/>
                    <a:gd name="connsiteY6-602" fmla="*/ 0 h 3066827"/>
                    <a:gd name="connsiteX0-603" fmla="*/ 8123689 w 8156794"/>
                    <a:gd name="connsiteY0-604" fmla="*/ 0 h 2999866"/>
                    <a:gd name="connsiteX1-605" fmla="*/ 8156794 w 8156794"/>
                    <a:gd name="connsiteY1-606" fmla="*/ 1606559 h 2999866"/>
                    <a:gd name="connsiteX2-607" fmla="*/ 4123353 w 8156794"/>
                    <a:gd name="connsiteY2-608" fmla="*/ 2999689 h 2999866"/>
                    <a:gd name="connsiteX3-609" fmla="*/ 2295 w 8156794"/>
                    <a:gd name="connsiteY3-610" fmla="*/ 1551125 h 2999866"/>
                    <a:gd name="connsiteX4-611" fmla="*/ 767 w 8156794"/>
                    <a:gd name="connsiteY4-612" fmla="*/ 80184 h 2999866"/>
                    <a:gd name="connsiteX5-613" fmla="*/ 4068271 w 8156794"/>
                    <a:gd name="connsiteY5-614" fmla="*/ 1499081 h 2999866"/>
                    <a:gd name="connsiteX6-615" fmla="*/ 8123689 w 8156794"/>
                    <a:gd name="connsiteY6-616" fmla="*/ 0 h 2999866"/>
                    <a:gd name="connsiteX0-617" fmla="*/ 8167828 w 8167828"/>
                    <a:gd name="connsiteY0-618" fmla="*/ 0 h 3026651"/>
                    <a:gd name="connsiteX1-619" fmla="*/ 8156794 w 8167828"/>
                    <a:gd name="connsiteY1-620" fmla="*/ 1633344 h 3026651"/>
                    <a:gd name="connsiteX2-621" fmla="*/ 4123353 w 8167828"/>
                    <a:gd name="connsiteY2-622" fmla="*/ 3026474 h 3026651"/>
                    <a:gd name="connsiteX3-623" fmla="*/ 2295 w 8167828"/>
                    <a:gd name="connsiteY3-624" fmla="*/ 1577910 h 3026651"/>
                    <a:gd name="connsiteX4-625" fmla="*/ 767 w 8167828"/>
                    <a:gd name="connsiteY4-626" fmla="*/ 106969 h 3026651"/>
                    <a:gd name="connsiteX5-627" fmla="*/ 4068271 w 8167828"/>
                    <a:gd name="connsiteY5-628" fmla="*/ 1525866 h 3026651"/>
                    <a:gd name="connsiteX6-629" fmla="*/ 8167828 w 8167828"/>
                    <a:gd name="connsiteY6-630" fmla="*/ 0 h 3026651"/>
                    <a:gd name="connsiteX0-631" fmla="*/ 8167828 w 8167828"/>
                    <a:gd name="connsiteY0-632" fmla="*/ 0 h 3027228"/>
                    <a:gd name="connsiteX1-633" fmla="*/ 8145760 w 8167828"/>
                    <a:gd name="connsiteY1-634" fmla="*/ 1686913 h 3027228"/>
                    <a:gd name="connsiteX2-635" fmla="*/ 4123353 w 8167828"/>
                    <a:gd name="connsiteY2-636" fmla="*/ 3026474 h 3027228"/>
                    <a:gd name="connsiteX3-637" fmla="*/ 2295 w 8167828"/>
                    <a:gd name="connsiteY3-638" fmla="*/ 1577910 h 3027228"/>
                    <a:gd name="connsiteX4-639" fmla="*/ 767 w 8167828"/>
                    <a:gd name="connsiteY4-640" fmla="*/ 106969 h 3027228"/>
                    <a:gd name="connsiteX5-641" fmla="*/ 4068271 w 8167828"/>
                    <a:gd name="connsiteY5-642" fmla="*/ 1525866 h 3027228"/>
                    <a:gd name="connsiteX6-643" fmla="*/ 8167828 w 8167828"/>
                    <a:gd name="connsiteY6-644" fmla="*/ 0 h 3027228"/>
                    <a:gd name="connsiteX0-645" fmla="*/ 8156794 w 8156794"/>
                    <a:gd name="connsiteY0-646" fmla="*/ 0 h 2933483"/>
                    <a:gd name="connsiteX1-647" fmla="*/ 8145760 w 8156794"/>
                    <a:gd name="connsiteY1-648" fmla="*/ 1593168 h 2933483"/>
                    <a:gd name="connsiteX2-649" fmla="*/ 4123353 w 8156794"/>
                    <a:gd name="connsiteY2-650" fmla="*/ 2932729 h 2933483"/>
                    <a:gd name="connsiteX3-651" fmla="*/ 2295 w 8156794"/>
                    <a:gd name="connsiteY3-652" fmla="*/ 1484165 h 2933483"/>
                    <a:gd name="connsiteX4-653" fmla="*/ 767 w 8156794"/>
                    <a:gd name="connsiteY4-654" fmla="*/ 13224 h 2933483"/>
                    <a:gd name="connsiteX5-655" fmla="*/ 4068271 w 8156794"/>
                    <a:gd name="connsiteY5-656" fmla="*/ 1432121 h 2933483"/>
                    <a:gd name="connsiteX6-657" fmla="*/ 8156794 w 8156794"/>
                    <a:gd name="connsiteY6-658" fmla="*/ 0 h 2933483"/>
                    <a:gd name="connsiteX0-659" fmla="*/ 8156794 w 8156794"/>
                    <a:gd name="connsiteY0-660" fmla="*/ 0 h 2933483"/>
                    <a:gd name="connsiteX1-661" fmla="*/ 8145760 w 8156794"/>
                    <a:gd name="connsiteY1-662" fmla="*/ 1593168 h 2933483"/>
                    <a:gd name="connsiteX2-663" fmla="*/ 4123353 w 8156794"/>
                    <a:gd name="connsiteY2-664" fmla="*/ 2932729 h 2933483"/>
                    <a:gd name="connsiteX3-665" fmla="*/ 2295 w 8156794"/>
                    <a:gd name="connsiteY3-666" fmla="*/ 1484165 h 2933483"/>
                    <a:gd name="connsiteX4-667" fmla="*/ 767 w 8156794"/>
                    <a:gd name="connsiteY4-668" fmla="*/ 13224 h 2933483"/>
                    <a:gd name="connsiteX5-669" fmla="*/ 4068271 w 8156794"/>
                    <a:gd name="connsiteY5-670" fmla="*/ 1432121 h 2933483"/>
                    <a:gd name="connsiteX6-671" fmla="*/ 8156794 w 8156794"/>
                    <a:gd name="connsiteY6-672" fmla="*/ 0 h 2933483"/>
                    <a:gd name="connsiteX0-673" fmla="*/ 8123689 w 8145760"/>
                    <a:gd name="connsiteY0-674" fmla="*/ 13560 h 2920259"/>
                    <a:gd name="connsiteX1-675" fmla="*/ 8145760 w 8145760"/>
                    <a:gd name="connsiteY1-676" fmla="*/ 1579944 h 2920259"/>
                    <a:gd name="connsiteX2-677" fmla="*/ 4123353 w 8145760"/>
                    <a:gd name="connsiteY2-678" fmla="*/ 2919505 h 2920259"/>
                    <a:gd name="connsiteX3-679" fmla="*/ 2295 w 8145760"/>
                    <a:gd name="connsiteY3-680" fmla="*/ 1470941 h 2920259"/>
                    <a:gd name="connsiteX4-681" fmla="*/ 767 w 8145760"/>
                    <a:gd name="connsiteY4-682" fmla="*/ 0 h 2920259"/>
                    <a:gd name="connsiteX5-683" fmla="*/ 4068271 w 8145760"/>
                    <a:gd name="connsiteY5-684" fmla="*/ 1418897 h 2920259"/>
                    <a:gd name="connsiteX6-685" fmla="*/ 8123689 w 8145760"/>
                    <a:gd name="connsiteY6-686" fmla="*/ 13560 h 2920259"/>
                    <a:gd name="connsiteX0-687" fmla="*/ 8178863 w 8178863"/>
                    <a:gd name="connsiteY0-688" fmla="*/ 26952 h 2920259"/>
                    <a:gd name="connsiteX1-689" fmla="*/ 8145760 w 8178863"/>
                    <a:gd name="connsiteY1-690" fmla="*/ 1579944 h 2920259"/>
                    <a:gd name="connsiteX2-691" fmla="*/ 4123353 w 8178863"/>
                    <a:gd name="connsiteY2-692" fmla="*/ 2919505 h 2920259"/>
                    <a:gd name="connsiteX3-693" fmla="*/ 2295 w 8178863"/>
                    <a:gd name="connsiteY3-694" fmla="*/ 1470941 h 2920259"/>
                    <a:gd name="connsiteX4-695" fmla="*/ 767 w 8178863"/>
                    <a:gd name="connsiteY4-696" fmla="*/ 0 h 2920259"/>
                    <a:gd name="connsiteX5-697" fmla="*/ 4068271 w 8178863"/>
                    <a:gd name="connsiteY5-698" fmla="*/ 1418897 h 2920259"/>
                    <a:gd name="connsiteX6-699" fmla="*/ 8178863 w 8178863"/>
                    <a:gd name="connsiteY6-700" fmla="*/ 26952 h 2920259"/>
                    <a:gd name="connsiteX0-701" fmla="*/ 8167827 w 8167827"/>
                    <a:gd name="connsiteY0-702" fmla="*/ 40343 h 2920259"/>
                    <a:gd name="connsiteX1-703" fmla="*/ 8145760 w 8167827"/>
                    <a:gd name="connsiteY1-704" fmla="*/ 1579944 h 2920259"/>
                    <a:gd name="connsiteX2-705" fmla="*/ 4123353 w 8167827"/>
                    <a:gd name="connsiteY2-706" fmla="*/ 2919505 h 2920259"/>
                    <a:gd name="connsiteX3-707" fmla="*/ 2295 w 8167827"/>
                    <a:gd name="connsiteY3-708" fmla="*/ 1470941 h 2920259"/>
                    <a:gd name="connsiteX4-709" fmla="*/ 767 w 8167827"/>
                    <a:gd name="connsiteY4-710" fmla="*/ 0 h 2920259"/>
                    <a:gd name="connsiteX5-711" fmla="*/ 4068271 w 8167827"/>
                    <a:gd name="connsiteY5-712" fmla="*/ 1418897 h 2920259"/>
                    <a:gd name="connsiteX6-713" fmla="*/ 8167827 w 8167827"/>
                    <a:gd name="connsiteY6-714" fmla="*/ 40343 h 2920259"/>
                    <a:gd name="connsiteX0-715" fmla="*/ 8123687 w 8145760"/>
                    <a:gd name="connsiteY0-716" fmla="*/ 53735 h 2920259"/>
                    <a:gd name="connsiteX1-717" fmla="*/ 8145760 w 8145760"/>
                    <a:gd name="connsiteY1-718" fmla="*/ 1579944 h 2920259"/>
                    <a:gd name="connsiteX2-719" fmla="*/ 4123353 w 8145760"/>
                    <a:gd name="connsiteY2-720" fmla="*/ 2919505 h 2920259"/>
                    <a:gd name="connsiteX3-721" fmla="*/ 2295 w 8145760"/>
                    <a:gd name="connsiteY3-722" fmla="*/ 1470941 h 2920259"/>
                    <a:gd name="connsiteX4-723" fmla="*/ 767 w 8145760"/>
                    <a:gd name="connsiteY4-724" fmla="*/ 0 h 2920259"/>
                    <a:gd name="connsiteX5-725" fmla="*/ 4068271 w 8145760"/>
                    <a:gd name="connsiteY5-726" fmla="*/ 1418897 h 2920259"/>
                    <a:gd name="connsiteX6-727" fmla="*/ 8123687 w 8145760"/>
                    <a:gd name="connsiteY6-728" fmla="*/ 53735 h 2920259"/>
                    <a:gd name="connsiteX0-729" fmla="*/ 8161918 w 8161918"/>
                    <a:gd name="connsiteY0-730" fmla="*/ 0 h 2943855"/>
                    <a:gd name="connsiteX1-731" fmla="*/ 8145760 w 8161918"/>
                    <a:gd name="connsiteY1-732" fmla="*/ 1603540 h 2943855"/>
                    <a:gd name="connsiteX2-733" fmla="*/ 4123353 w 8161918"/>
                    <a:gd name="connsiteY2-734" fmla="*/ 2943101 h 2943855"/>
                    <a:gd name="connsiteX3-735" fmla="*/ 2295 w 8161918"/>
                    <a:gd name="connsiteY3-736" fmla="*/ 1494537 h 2943855"/>
                    <a:gd name="connsiteX4-737" fmla="*/ 767 w 8161918"/>
                    <a:gd name="connsiteY4-738" fmla="*/ 23596 h 2943855"/>
                    <a:gd name="connsiteX5-739" fmla="*/ 4068271 w 8161918"/>
                    <a:gd name="connsiteY5-740" fmla="*/ 1442493 h 2943855"/>
                    <a:gd name="connsiteX6-741" fmla="*/ 8161918 w 8161918"/>
                    <a:gd name="connsiteY6-742" fmla="*/ 0 h 2943855"/>
                    <a:gd name="connsiteX0-743" fmla="*/ 8144926 w 8145760"/>
                    <a:gd name="connsiteY0-744" fmla="*/ 43424 h 2920259"/>
                    <a:gd name="connsiteX1-745" fmla="*/ 8145760 w 8145760"/>
                    <a:gd name="connsiteY1-746" fmla="*/ 1579944 h 2920259"/>
                    <a:gd name="connsiteX2-747" fmla="*/ 4123353 w 8145760"/>
                    <a:gd name="connsiteY2-748" fmla="*/ 2919505 h 2920259"/>
                    <a:gd name="connsiteX3-749" fmla="*/ 2295 w 8145760"/>
                    <a:gd name="connsiteY3-750" fmla="*/ 1470941 h 2920259"/>
                    <a:gd name="connsiteX4-751" fmla="*/ 767 w 8145760"/>
                    <a:gd name="connsiteY4-752" fmla="*/ 0 h 2920259"/>
                    <a:gd name="connsiteX5-753" fmla="*/ 4068271 w 8145760"/>
                    <a:gd name="connsiteY5-754" fmla="*/ 1418897 h 2920259"/>
                    <a:gd name="connsiteX6-755" fmla="*/ 8144926 w 8145760"/>
                    <a:gd name="connsiteY6-756" fmla="*/ 43424 h 2920259"/>
                    <a:gd name="connsiteX0-757" fmla="*/ 8161918 w 8161918"/>
                    <a:gd name="connsiteY0-758" fmla="*/ 0 h 2959321"/>
                    <a:gd name="connsiteX1-759" fmla="*/ 8145760 w 8161918"/>
                    <a:gd name="connsiteY1-760" fmla="*/ 1619006 h 2959321"/>
                    <a:gd name="connsiteX2-761" fmla="*/ 4123353 w 8161918"/>
                    <a:gd name="connsiteY2-762" fmla="*/ 2958567 h 2959321"/>
                    <a:gd name="connsiteX3-763" fmla="*/ 2295 w 8161918"/>
                    <a:gd name="connsiteY3-764" fmla="*/ 1510003 h 2959321"/>
                    <a:gd name="connsiteX4-765" fmla="*/ 767 w 8161918"/>
                    <a:gd name="connsiteY4-766" fmla="*/ 39062 h 2959321"/>
                    <a:gd name="connsiteX5-767" fmla="*/ 4068271 w 8161918"/>
                    <a:gd name="connsiteY5-768" fmla="*/ 1457959 h 2959321"/>
                    <a:gd name="connsiteX6-769" fmla="*/ 8161918 w 8161918"/>
                    <a:gd name="connsiteY6-770" fmla="*/ 0 h 2959321"/>
                    <a:gd name="connsiteX0-771" fmla="*/ 8161918 w 8162752"/>
                    <a:gd name="connsiteY0-772" fmla="*/ 0 h 2959488"/>
                    <a:gd name="connsiteX1-773" fmla="*/ 8162752 w 8162752"/>
                    <a:gd name="connsiteY1-774" fmla="*/ 1629317 h 2959488"/>
                    <a:gd name="connsiteX2-775" fmla="*/ 4123353 w 8162752"/>
                    <a:gd name="connsiteY2-776" fmla="*/ 2958567 h 2959488"/>
                    <a:gd name="connsiteX3-777" fmla="*/ 2295 w 8162752"/>
                    <a:gd name="connsiteY3-778" fmla="*/ 1510003 h 2959488"/>
                    <a:gd name="connsiteX4-779" fmla="*/ 767 w 8162752"/>
                    <a:gd name="connsiteY4-780" fmla="*/ 39062 h 2959488"/>
                    <a:gd name="connsiteX5-781" fmla="*/ 4068271 w 8162752"/>
                    <a:gd name="connsiteY5-782" fmla="*/ 1457959 h 2959488"/>
                    <a:gd name="connsiteX6-783" fmla="*/ 8161918 w 8162752"/>
                    <a:gd name="connsiteY6-784" fmla="*/ 0 h 2959488"/>
                    <a:gd name="connsiteX0-785" fmla="*/ 8165930 w 8166764"/>
                    <a:gd name="connsiteY0-786" fmla="*/ 7337 h 2966825"/>
                    <a:gd name="connsiteX1-787" fmla="*/ 8166764 w 8166764"/>
                    <a:gd name="connsiteY1-788" fmla="*/ 1636654 h 2966825"/>
                    <a:gd name="connsiteX2-789" fmla="*/ 4127365 w 8166764"/>
                    <a:gd name="connsiteY2-790" fmla="*/ 2965904 h 2966825"/>
                    <a:gd name="connsiteX3-791" fmla="*/ 6307 w 8166764"/>
                    <a:gd name="connsiteY3-792" fmla="*/ 1517340 h 2966825"/>
                    <a:gd name="connsiteX4-793" fmla="*/ 532 w 8166764"/>
                    <a:gd name="connsiteY4-794" fmla="*/ 0 h 2966825"/>
                    <a:gd name="connsiteX5-795" fmla="*/ 4072283 w 8166764"/>
                    <a:gd name="connsiteY5-796" fmla="*/ 1465296 h 2966825"/>
                    <a:gd name="connsiteX6-797" fmla="*/ 8165930 w 8166764"/>
                    <a:gd name="connsiteY6-798" fmla="*/ 7337 h 2966825"/>
                    <a:gd name="connsiteX0-799" fmla="*/ 8168119 w 8168953"/>
                    <a:gd name="connsiteY0-800" fmla="*/ 7337 h 2966682"/>
                    <a:gd name="connsiteX1-801" fmla="*/ 8168953 w 8168953"/>
                    <a:gd name="connsiteY1-802" fmla="*/ 1636654 h 2966682"/>
                    <a:gd name="connsiteX2-803" fmla="*/ 4129554 w 8168953"/>
                    <a:gd name="connsiteY2-804" fmla="*/ 2965904 h 2966682"/>
                    <a:gd name="connsiteX3-805" fmla="*/ 0 w 8168953"/>
                    <a:gd name="connsiteY3-806" fmla="*/ 1527651 h 2966682"/>
                    <a:gd name="connsiteX4-807" fmla="*/ 2721 w 8168953"/>
                    <a:gd name="connsiteY4-808" fmla="*/ 0 h 2966682"/>
                    <a:gd name="connsiteX5-809" fmla="*/ 4074472 w 8168953"/>
                    <a:gd name="connsiteY5-810" fmla="*/ 1465296 h 2966682"/>
                    <a:gd name="connsiteX6-811" fmla="*/ 8168119 w 8168953"/>
                    <a:gd name="connsiteY6-812" fmla="*/ 7337 h 2966682"/>
                    <a:gd name="connsiteX0-813" fmla="*/ 8168119 w 8168953"/>
                    <a:gd name="connsiteY0-814" fmla="*/ 7337 h 3100377"/>
                    <a:gd name="connsiteX1-815" fmla="*/ 8168953 w 8168953"/>
                    <a:gd name="connsiteY1-816" fmla="*/ 1636654 h 3100377"/>
                    <a:gd name="connsiteX2-817" fmla="*/ 4118520 w 8168953"/>
                    <a:gd name="connsiteY2-818" fmla="*/ 3099826 h 3100377"/>
                    <a:gd name="connsiteX3-819" fmla="*/ 0 w 8168953"/>
                    <a:gd name="connsiteY3-820" fmla="*/ 1527651 h 3100377"/>
                    <a:gd name="connsiteX4-821" fmla="*/ 2721 w 8168953"/>
                    <a:gd name="connsiteY4-822" fmla="*/ 0 h 3100377"/>
                    <a:gd name="connsiteX5-823" fmla="*/ 4074472 w 8168953"/>
                    <a:gd name="connsiteY5-824" fmla="*/ 1465296 h 3100377"/>
                    <a:gd name="connsiteX6-825" fmla="*/ 8168119 w 8168953"/>
                    <a:gd name="connsiteY6-826" fmla="*/ 7337 h 3100377"/>
                    <a:gd name="connsiteX0-827" fmla="*/ 8168119 w 8168953"/>
                    <a:gd name="connsiteY0-828" fmla="*/ 7337 h 3100429"/>
                    <a:gd name="connsiteX1-829" fmla="*/ 8168953 w 8168953"/>
                    <a:gd name="connsiteY1-830" fmla="*/ 1636654 h 3100429"/>
                    <a:gd name="connsiteX2-831" fmla="*/ 4118520 w 8168953"/>
                    <a:gd name="connsiteY2-832" fmla="*/ 3099826 h 3100429"/>
                    <a:gd name="connsiteX3-833" fmla="*/ 0 w 8168953"/>
                    <a:gd name="connsiteY3-834" fmla="*/ 1527651 h 3100429"/>
                    <a:gd name="connsiteX4-835" fmla="*/ 2721 w 8168953"/>
                    <a:gd name="connsiteY4-836" fmla="*/ 0 h 3100429"/>
                    <a:gd name="connsiteX5-837" fmla="*/ 4074472 w 8168953"/>
                    <a:gd name="connsiteY5-838" fmla="*/ 1465296 h 3100429"/>
                    <a:gd name="connsiteX6-839" fmla="*/ 8168119 w 8168953"/>
                    <a:gd name="connsiteY6-840" fmla="*/ 7337 h 3100429"/>
                    <a:gd name="connsiteX0-841" fmla="*/ 8165849 w 8166683"/>
                    <a:gd name="connsiteY0-842" fmla="*/ 7337 h 3099826"/>
                    <a:gd name="connsiteX1-843" fmla="*/ 8166683 w 8166683"/>
                    <a:gd name="connsiteY1-844" fmla="*/ 1636654 h 3099826"/>
                    <a:gd name="connsiteX2-845" fmla="*/ 4116250 w 8166683"/>
                    <a:gd name="connsiteY2-846" fmla="*/ 3099826 h 3099826"/>
                    <a:gd name="connsiteX3-847" fmla="*/ 8764 w 8166683"/>
                    <a:gd name="connsiteY3-848" fmla="*/ 1634789 h 3099826"/>
                    <a:gd name="connsiteX4-849" fmla="*/ 451 w 8166683"/>
                    <a:gd name="connsiteY4-850" fmla="*/ 0 h 3099826"/>
                    <a:gd name="connsiteX5-851" fmla="*/ 4072202 w 8166683"/>
                    <a:gd name="connsiteY5-852" fmla="*/ 1465296 h 3099826"/>
                    <a:gd name="connsiteX6-853" fmla="*/ 8165849 w 8166683"/>
                    <a:gd name="connsiteY6-854" fmla="*/ 7337 h 3099826"/>
                    <a:gd name="connsiteX0-855" fmla="*/ 8165849 w 8166683"/>
                    <a:gd name="connsiteY0-856" fmla="*/ 7337 h 3099826"/>
                    <a:gd name="connsiteX1-857" fmla="*/ 8166683 w 8166683"/>
                    <a:gd name="connsiteY1-858" fmla="*/ 1636654 h 3099826"/>
                    <a:gd name="connsiteX2-859" fmla="*/ 4116250 w 8166683"/>
                    <a:gd name="connsiteY2-860" fmla="*/ 3099826 h 3099826"/>
                    <a:gd name="connsiteX3-861" fmla="*/ 8764 w 8166683"/>
                    <a:gd name="connsiteY3-862" fmla="*/ 1634789 h 3099826"/>
                    <a:gd name="connsiteX4-863" fmla="*/ 451 w 8166683"/>
                    <a:gd name="connsiteY4-864" fmla="*/ 0 h 3099826"/>
                    <a:gd name="connsiteX5-865" fmla="*/ 4072202 w 8166683"/>
                    <a:gd name="connsiteY5-866" fmla="*/ 1465296 h 3099826"/>
                    <a:gd name="connsiteX6-867" fmla="*/ 8165849 w 8166683"/>
                    <a:gd name="connsiteY6-868" fmla="*/ 7337 h 3099826"/>
                    <a:gd name="connsiteX0-869" fmla="*/ 8165849 w 8166683"/>
                    <a:gd name="connsiteY0-870" fmla="*/ 7337 h 3099826"/>
                    <a:gd name="connsiteX1-871" fmla="*/ 8166683 w 8166683"/>
                    <a:gd name="connsiteY1-872" fmla="*/ 1636654 h 3099826"/>
                    <a:gd name="connsiteX2-873" fmla="*/ 4116250 w 8166683"/>
                    <a:gd name="connsiteY2-874" fmla="*/ 3099826 h 3099826"/>
                    <a:gd name="connsiteX3-875" fmla="*/ 8764 w 8166683"/>
                    <a:gd name="connsiteY3-876" fmla="*/ 1634789 h 3099826"/>
                    <a:gd name="connsiteX4-877" fmla="*/ 451 w 8166683"/>
                    <a:gd name="connsiteY4-878" fmla="*/ 0 h 3099826"/>
                    <a:gd name="connsiteX5-879" fmla="*/ 4061168 w 8166683"/>
                    <a:gd name="connsiteY5-880" fmla="*/ 1438511 h 3099826"/>
                    <a:gd name="connsiteX6-881" fmla="*/ 8165849 w 8166683"/>
                    <a:gd name="connsiteY6-882" fmla="*/ 7337 h 3099826"/>
                    <a:gd name="connsiteX0-883" fmla="*/ 8165849 w 8166683"/>
                    <a:gd name="connsiteY0-884" fmla="*/ 7337 h 3099826"/>
                    <a:gd name="connsiteX1-885" fmla="*/ 8166683 w 8166683"/>
                    <a:gd name="connsiteY1-886" fmla="*/ 1636654 h 3099826"/>
                    <a:gd name="connsiteX2-887" fmla="*/ 4116250 w 8166683"/>
                    <a:gd name="connsiteY2-888" fmla="*/ 3099826 h 3099826"/>
                    <a:gd name="connsiteX3-889" fmla="*/ 8764 w 8166683"/>
                    <a:gd name="connsiteY3-890" fmla="*/ 1634789 h 3099826"/>
                    <a:gd name="connsiteX4-891" fmla="*/ 451 w 8166683"/>
                    <a:gd name="connsiteY4-892" fmla="*/ 0 h 3099826"/>
                    <a:gd name="connsiteX5-893" fmla="*/ 4061168 w 8166683"/>
                    <a:gd name="connsiteY5-894" fmla="*/ 1438511 h 3099826"/>
                    <a:gd name="connsiteX6-895" fmla="*/ 8165849 w 8166683"/>
                    <a:gd name="connsiteY6-896" fmla="*/ 7337 h 309982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49" name="Oval 448"/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450" name="Group 449"/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51" name="Freeform 450"/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-1" fmla="*/ 3725333 w 4641485"/>
                      <a:gd name="connsiteY0-2" fmla="*/ 0 h 1049866"/>
                      <a:gd name="connsiteX1-3" fmla="*/ 4641485 w 4641485"/>
                      <a:gd name="connsiteY1-4" fmla="*/ 239402 h 1049866"/>
                      <a:gd name="connsiteX2-5" fmla="*/ 3962400 w 4641485"/>
                      <a:gd name="connsiteY2-6" fmla="*/ 541866 h 1049866"/>
                      <a:gd name="connsiteX3-7" fmla="*/ 3742267 w 4641485"/>
                      <a:gd name="connsiteY3-8" fmla="*/ 457200 h 1049866"/>
                      <a:gd name="connsiteX4-9" fmla="*/ 2269067 w 4641485"/>
                      <a:gd name="connsiteY4-10" fmla="*/ 1049866 h 1049866"/>
                      <a:gd name="connsiteX5-11" fmla="*/ 880533 w 4641485"/>
                      <a:gd name="connsiteY5-12" fmla="*/ 457200 h 1049866"/>
                      <a:gd name="connsiteX6-13" fmla="*/ 592667 w 4641485"/>
                      <a:gd name="connsiteY6-14" fmla="*/ 541866 h 1049866"/>
                      <a:gd name="connsiteX7-15" fmla="*/ 0 w 4641485"/>
                      <a:gd name="connsiteY7-16" fmla="*/ 254000 h 1049866"/>
                      <a:gd name="connsiteX8-17" fmla="*/ 880533 w 4641485"/>
                      <a:gd name="connsiteY8-18" fmla="*/ 16933 h 1049866"/>
                      <a:gd name="connsiteX9-19" fmla="*/ 2302933 w 4641485"/>
                      <a:gd name="connsiteY9-20" fmla="*/ 626533 h 1049866"/>
                      <a:gd name="connsiteX10-21" fmla="*/ 3725333 w 4641485"/>
                      <a:gd name="connsiteY10-22" fmla="*/ 0 h 1049866"/>
                      <a:gd name="connsiteX0-23" fmla="*/ 3756864 w 4673016"/>
                      <a:gd name="connsiteY0-24" fmla="*/ 0 h 1049866"/>
                      <a:gd name="connsiteX1-25" fmla="*/ 4673016 w 4673016"/>
                      <a:gd name="connsiteY1-26" fmla="*/ 239402 h 1049866"/>
                      <a:gd name="connsiteX2-27" fmla="*/ 3993931 w 4673016"/>
                      <a:gd name="connsiteY2-28" fmla="*/ 541866 h 1049866"/>
                      <a:gd name="connsiteX3-29" fmla="*/ 3773798 w 4673016"/>
                      <a:gd name="connsiteY3-30" fmla="*/ 457200 h 1049866"/>
                      <a:gd name="connsiteX4-31" fmla="*/ 2300598 w 4673016"/>
                      <a:gd name="connsiteY4-32" fmla="*/ 1049866 h 1049866"/>
                      <a:gd name="connsiteX5-33" fmla="*/ 912064 w 4673016"/>
                      <a:gd name="connsiteY5-34" fmla="*/ 457200 h 1049866"/>
                      <a:gd name="connsiteX6-35" fmla="*/ 624198 w 4673016"/>
                      <a:gd name="connsiteY6-36" fmla="*/ 541866 h 1049866"/>
                      <a:gd name="connsiteX7-37" fmla="*/ 0 w 4673016"/>
                      <a:gd name="connsiteY7-38" fmla="*/ 232979 h 1049866"/>
                      <a:gd name="connsiteX8-39" fmla="*/ 912064 w 4673016"/>
                      <a:gd name="connsiteY8-40" fmla="*/ 16933 h 1049866"/>
                      <a:gd name="connsiteX9-41" fmla="*/ 2334464 w 4673016"/>
                      <a:gd name="connsiteY9-42" fmla="*/ 626533 h 1049866"/>
                      <a:gd name="connsiteX10-43" fmla="*/ 3756864 w 4673016"/>
                      <a:gd name="connsiteY10-44" fmla="*/ 0 h 1049866"/>
                      <a:gd name="connsiteX0-45" fmla="*/ 3756864 w 4673016"/>
                      <a:gd name="connsiteY0-46" fmla="*/ 0 h 1049866"/>
                      <a:gd name="connsiteX1-47" fmla="*/ 4673016 w 4673016"/>
                      <a:gd name="connsiteY1-48" fmla="*/ 239402 h 1049866"/>
                      <a:gd name="connsiteX2-49" fmla="*/ 3993931 w 4673016"/>
                      <a:gd name="connsiteY2-50" fmla="*/ 541866 h 1049866"/>
                      <a:gd name="connsiteX3-51" fmla="*/ 3784308 w 4673016"/>
                      <a:gd name="connsiteY3-52" fmla="*/ 404648 h 1049866"/>
                      <a:gd name="connsiteX4-53" fmla="*/ 2300598 w 4673016"/>
                      <a:gd name="connsiteY4-54" fmla="*/ 1049866 h 1049866"/>
                      <a:gd name="connsiteX5-55" fmla="*/ 912064 w 4673016"/>
                      <a:gd name="connsiteY5-56" fmla="*/ 457200 h 1049866"/>
                      <a:gd name="connsiteX6-57" fmla="*/ 624198 w 4673016"/>
                      <a:gd name="connsiteY6-58" fmla="*/ 541866 h 1049866"/>
                      <a:gd name="connsiteX7-59" fmla="*/ 0 w 4673016"/>
                      <a:gd name="connsiteY7-60" fmla="*/ 232979 h 1049866"/>
                      <a:gd name="connsiteX8-61" fmla="*/ 912064 w 4673016"/>
                      <a:gd name="connsiteY8-62" fmla="*/ 16933 h 1049866"/>
                      <a:gd name="connsiteX9-63" fmla="*/ 2334464 w 4673016"/>
                      <a:gd name="connsiteY9-64" fmla="*/ 626533 h 1049866"/>
                      <a:gd name="connsiteX10-65" fmla="*/ 3756864 w 4673016"/>
                      <a:gd name="connsiteY10-66" fmla="*/ 0 h 1049866"/>
                      <a:gd name="connsiteX0-67" fmla="*/ 3756864 w 4673016"/>
                      <a:gd name="connsiteY0-68" fmla="*/ 0 h 1049866"/>
                      <a:gd name="connsiteX1-69" fmla="*/ 4673016 w 4673016"/>
                      <a:gd name="connsiteY1-70" fmla="*/ 239402 h 1049866"/>
                      <a:gd name="connsiteX2-71" fmla="*/ 3993931 w 4673016"/>
                      <a:gd name="connsiteY2-72" fmla="*/ 541866 h 1049866"/>
                      <a:gd name="connsiteX3-73" fmla="*/ 3794818 w 4673016"/>
                      <a:gd name="connsiteY3-74" fmla="*/ 436179 h 1049866"/>
                      <a:gd name="connsiteX4-75" fmla="*/ 2300598 w 4673016"/>
                      <a:gd name="connsiteY4-76" fmla="*/ 1049866 h 1049866"/>
                      <a:gd name="connsiteX5-77" fmla="*/ 912064 w 4673016"/>
                      <a:gd name="connsiteY5-78" fmla="*/ 457200 h 1049866"/>
                      <a:gd name="connsiteX6-79" fmla="*/ 624198 w 4673016"/>
                      <a:gd name="connsiteY6-80" fmla="*/ 541866 h 1049866"/>
                      <a:gd name="connsiteX7-81" fmla="*/ 0 w 4673016"/>
                      <a:gd name="connsiteY7-82" fmla="*/ 232979 h 1049866"/>
                      <a:gd name="connsiteX8-83" fmla="*/ 912064 w 4673016"/>
                      <a:gd name="connsiteY8-84" fmla="*/ 16933 h 1049866"/>
                      <a:gd name="connsiteX9-85" fmla="*/ 2334464 w 4673016"/>
                      <a:gd name="connsiteY9-86" fmla="*/ 626533 h 1049866"/>
                      <a:gd name="connsiteX10-87" fmla="*/ 3756864 w 4673016"/>
                      <a:gd name="connsiteY10-88" fmla="*/ 0 h 1049866"/>
                      <a:gd name="connsiteX0-89" fmla="*/ 3756864 w 4673016"/>
                      <a:gd name="connsiteY0-90" fmla="*/ 0 h 1049866"/>
                      <a:gd name="connsiteX1-91" fmla="*/ 4673016 w 4673016"/>
                      <a:gd name="connsiteY1-92" fmla="*/ 239402 h 1049866"/>
                      <a:gd name="connsiteX2-93" fmla="*/ 3993931 w 4673016"/>
                      <a:gd name="connsiteY2-94" fmla="*/ 541866 h 1049866"/>
                      <a:gd name="connsiteX3-95" fmla="*/ 3794818 w 4673016"/>
                      <a:gd name="connsiteY3-96" fmla="*/ 436179 h 1049866"/>
                      <a:gd name="connsiteX4-97" fmla="*/ 2300598 w 4673016"/>
                      <a:gd name="connsiteY4-98" fmla="*/ 1049866 h 1049866"/>
                      <a:gd name="connsiteX5-99" fmla="*/ 912064 w 4673016"/>
                      <a:gd name="connsiteY5-100" fmla="*/ 457200 h 1049866"/>
                      <a:gd name="connsiteX6-101" fmla="*/ 624198 w 4673016"/>
                      <a:gd name="connsiteY6-102" fmla="*/ 541866 h 1049866"/>
                      <a:gd name="connsiteX7-103" fmla="*/ 0 w 4673016"/>
                      <a:gd name="connsiteY7-104" fmla="*/ 232979 h 1049866"/>
                      <a:gd name="connsiteX8-105" fmla="*/ 912064 w 4673016"/>
                      <a:gd name="connsiteY8-106" fmla="*/ 16933 h 1049866"/>
                      <a:gd name="connsiteX9-107" fmla="*/ 2323954 w 4673016"/>
                      <a:gd name="connsiteY9-108" fmla="*/ 616023 h 1049866"/>
                      <a:gd name="connsiteX10-109" fmla="*/ 3756864 w 4673016"/>
                      <a:gd name="connsiteY10-110" fmla="*/ 0 h 1049866"/>
                      <a:gd name="connsiteX0-111" fmla="*/ 3756864 w 4673016"/>
                      <a:gd name="connsiteY0-112" fmla="*/ 0 h 1049866"/>
                      <a:gd name="connsiteX1-113" fmla="*/ 4673016 w 4673016"/>
                      <a:gd name="connsiteY1-114" fmla="*/ 239402 h 1049866"/>
                      <a:gd name="connsiteX2-115" fmla="*/ 3993931 w 4673016"/>
                      <a:gd name="connsiteY2-116" fmla="*/ 541866 h 1049866"/>
                      <a:gd name="connsiteX3-117" fmla="*/ 3794818 w 4673016"/>
                      <a:gd name="connsiteY3-118" fmla="*/ 436179 h 1049866"/>
                      <a:gd name="connsiteX4-119" fmla="*/ 2300598 w 4673016"/>
                      <a:gd name="connsiteY4-120" fmla="*/ 1049866 h 1049866"/>
                      <a:gd name="connsiteX5-121" fmla="*/ 912064 w 4673016"/>
                      <a:gd name="connsiteY5-122" fmla="*/ 457200 h 1049866"/>
                      <a:gd name="connsiteX6-123" fmla="*/ 624198 w 4673016"/>
                      <a:gd name="connsiteY6-124" fmla="*/ 541866 h 1049866"/>
                      <a:gd name="connsiteX7-125" fmla="*/ 0 w 4673016"/>
                      <a:gd name="connsiteY7-126" fmla="*/ 275021 h 1049866"/>
                      <a:gd name="connsiteX8-127" fmla="*/ 912064 w 4673016"/>
                      <a:gd name="connsiteY8-128" fmla="*/ 16933 h 1049866"/>
                      <a:gd name="connsiteX9-129" fmla="*/ 2323954 w 4673016"/>
                      <a:gd name="connsiteY9-130" fmla="*/ 616023 h 1049866"/>
                      <a:gd name="connsiteX10-131" fmla="*/ 3756864 w 4673016"/>
                      <a:gd name="connsiteY10-132" fmla="*/ 0 h 1049866"/>
                      <a:gd name="connsiteX0-133" fmla="*/ 3756864 w 4673016"/>
                      <a:gd name="connsiteY0-134" fmla="*/ 0 h 1049866"/>
                      <a:gd name="connsiteX1-135" fmla="*/ 4673016 w 4673016"/>
                      <a:gd name="connsiteY1-136" fmla="*/ 239402 h 1049866"/>
                      <a:gd name="connsiteX2-137" fmla="*/ 3993931 w 4673016"/>
                      <a:gd name="connsiteY2-138" fmla="*/ 541866 h 1049866"/>
                      <a:gd name="connsiteX3-139" fmla="*/ 3815839 w 4673016"/>
                      <a:gd name="connsiteY3-140" fmla="*/ 467710 h 1049866"/>
                      <a:gd name="connsiteX4-141" fmla="*/ 2300598 w 4673016"/>
                      <a:gd name="connsiteY4-142" fmla="*/ 1049866 h 1049866"/>
                      <a:gd name="connsiteX5-143" fmla="*/ 912064 w 4673016"/>
                      <a:gd name="connsiteY5-144" fmla="*/ 457200 h 1049866"/>
                      <a:gd name="connsiteX6-145" fmla="*/ 624198 w 4673016"/>
                      <a:gd name="connsiteY6-146" fmla="*/ 541866 h 1049866"/>
                      <a:gd name="connsiteX7-147" fmla="*/ 0 w 4673016"/>
                      <a:gd name="connsiteY7-148" fmla="*/ 275021 h 1049866"/>
                      <a:gd name="connsiteX8-149" fmla="*/ 912064 w 4673016"/>
                      <a:gd name="connsiteY8-150" fmla="*/ 16933 h 1049866"/>
                      <a:gd name="connsiteX9-151" fmla="*/ 2323954 w 4673016"/>
                      <a:gd name="connsiteY9-152" fmla="*/ 616023 h 1049866"/>
                      <a:gd name="connsiteX10-153" fmla="*/ 3756864 w 4673016"/>
                      <a:gd name="connsiteY10-154" fmla="*/ 0 h 104986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2" name="Freeform 451"/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3" name="Freeform 452"/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4" name="Freeform 453"/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-1" fmla="*/ 168165 w 3731172"/>
                      <a:gd name="connsiteY0-2" fmla="*/ 73572 h 1418896"/>
                      <a:gd name="connsiteX1-3" fmla="*/ 451945 w 3731172"/>
                      <a:gd name="connsiteY1-4" fmla="*/ 0 h 1418896"/>
                      <a:gd name="connsiteX2-5" fmla="*/ 1881352 w 3731172"/>
                      <a:gd name="connsiteY2-6" fmla="*/ 599089 h 1418896"/>
                      <a:gd name="connsiteX3-7" fmla="*/ 3363310 w 3731172"/>
                      <a:gd name="connsiteY3-8" fmla="*/ 0 h 1418896"/>
                      <a:gd name="connsiteX4-9" fmla="*/ 3584027 w 3731172"/>
                      <a:gd name="connsiteY4-10" fmla="*/ 73572 h 1418896"/>
                      <a:gd name="connsiteX5-11" fmla="*/ 2627586 w 3731172"/>
                      <a:gd name="connsiteY5-12" fmla="*/ 441434 h 1418896"/>
                      <a:gd name="connsiteX6-13" fmla="*/ 2596055 w 3731172"/>
                      <a:gd name="connsiteY6-14" fmla="*/ 914400 h 1418896"/>
                      <a:gd name="connsiteX7-15" fmla="*/ 3731172 w 3731172"/>
                      <a:gd name="connsiteY7-16" fmla="*/ 1345324 h 1418896"/>
                      <a:gd name="connsiteX8-17" fmla="*/ 3447393 w 3731172"/>
                      <a:gd name="connsiteY8-18" fmla="*/ 1408386 h 1418896"/>
                      <a:gd name="connsiteX9-19" fmla="*/ 1870841 w 3731172"/>
                      <a:gd name="connsiteY9-20" fmla="*/ 746234 h 1418896"/>
                      <a:gd name="connsiteX10-21" fmla="*/ 262758 w 3731172"/>
                      <a:gd name="connsiteY10-22" fmla="*/ 1418896 h 1418896"/>
                      <a:gd name="connsiteX11-23" fmla="*/ 0 w 3731172"/>
                      <a:gd name="connsiteY11-24" fmla="*/ 1324303 h 1418896"/>
                      <a:gd name="connsiteX12-25" fmla="*/ 1145627 w 3731172"/>
                      <a:gd name="connsiteY12-26" fmla="*/ 882869 h 1418896"/>
                      <a:gd name="connsiteX13-27" fmla="*/ 1114096 w 3731172"/>
                      <a:gd name="connsiteY13-28" fmla="*/ 409903 h 1418896"/>
                      <a:gd name="connsiteX14-29" fmla="*/ 441434 w 3731172"/>
                      <a:gd name="connsiteY14-30" fmla="*/ 10510 h 1418896"/>
                      <a:gd name="connsiteX15-31" fmla="*/ 441434 w 3731172"/>
                      <a:gd name="connsiteY15-32" fmla="*/ 10510 h 1418896"/>
                      <a:gd name="connsiteX0-33" fmla="*/ 168165 w 3731172"/>
                      <a:gd name="connsiteY0-34" fmla="*/ 73572 h 1418896"/>
                      <a:gd name="connsiteX1-35" fmla="*/ 451945 w 3731172"/>
                      <a:gd name="connsiteY1-36" fmla="*/ 0 h 1418896"/>
                      <a:gd name="connsiteX2-37" fmla="*/ 1881352 w 3731172"/>
                      <a:gd name="connsiteY2-38" fmla="*/ 599089 h 1418896"/>
                      <a:gd name="connsiteX3-39" fmla="*/ 3363310 w 3731172"/>
                      <a:gd name="connsiteY3-40" fmla="*/ 0 h 1418896"/>
                      <a:gd name="connsiteX4-41" fmla="*/ 3584027 w 3731172"/>
                      <a:gd name="connsiteY4-42" fmla="*/ 73572 h 1418896"/>
                      <a:gd name="connsiteX5-43" fmla="*/ 2627586 w 3731172"/>
                      <a:gd name="connsiteY5-44" fmla="*/ 441434 h 1418896"/>
                      <a:gd name="connsiteX6-45" fmla="*/ 2596055 w 3731172"/>
                      <a:gd name="connsiteY6-46" fmla="*/ 914400 h 1418896"/>
                      <a:gd name="connsiteX7-47" fmla="*/ 3731172 w 3731172"/>
                      <a:gd name="connsiteY7-48" fmla="*/ 1345324 h 1418896"/>
                      <a:gd name="connsiteX8-49" fmla="*/ 3447393 w 3731172"/>
                      <a:gd name="connsiteY8-50" fmla="*/ 1408386 h 1418896"/>
                      <a:gd name="connsiteX9-51" fmla="*/ 1870841 w 3731172"/>
                      <a:gd name="connsiteY9-52" fmla="*/ 746234 h 1418896"/>
                      <a:gd name="connsiteX10-53" fmla="*/ 262758 w 3731172"/>
                      <a:gd name="connsiteY10-54" fmla="*/ 1418896 h 1418896"/>
                      <a:gd name="connsiteX11-55" fmla="*/ 0 w 3731172"/>
                      <a:gd name="connsiteY11-56" fmla="*/ 1324303 h 1418896"/>
                      <a:gd name="connsiteX12-57" fmla="*/ 1145627 w 3731172"/>
                      <a:gd name="connsiteY12-58" fmla="*/ 882869 h 1418896"/>
                      <a:gd name="connsiteX13-59" fmla="*/ 1114096 w 3731172"/>
                      <a:gd name="connsiteY13-60" fmla="*/ 409903 h 1418896"/>
                      <a:gd name="connsiteX14-61" fmla="*/ 441434 w 3731172"/>
                      <a:gd name="connsiteY14-62" fmla="*/ 10510 h 1418896"/>
                      <a:gd name="connsiteX0-63" fmla="*/ 168165 w 3731172"/>
                      <a:gd name="connsiteY0-64" fmla="*/ 73572 h 1418896"/>
                      <a:gd name="connsiteX1-65" fmla="*/ 451945 w 3731172"/>
                      <a:gd name="connsiteY1-66" fmla="*/ 0 h 1418896"/>
                      <a:gd name="connsiteX2-67" fmla="*/ 1881352 w 3731172"/>
                      <a:gd name="connsiteY2-68" fmla="*/ 599089 h 1418896"/>
                      <a:gd name="connsiteX3-69" fmla="*/ 3363310 w 3731172"/>
                      <a:gd name="connsiteY3-70" fmla="*/ 0 h 1418896"/>
                      <a:gd name="connsiteX4-71" fmla="*/ 3584027 w 3731172"/>
                      <a:gd name="connsiteY4-72" fmla="*/ 73572 h 1418896"/>
                      <a:gd name="connsiteX5-73" fmla="*/ 2627586 w 3731172"/>
                      <a:gd name="connsiteY5-74" fmla="*/ 441434 h 1418896"/>
                      <a:gd name="connsiteX6-75" fmla="*/ 2596055 w 3731172"/>
                      <a:gd name="connsiteY6-76" fmla="*/ 914400 h 1418896"/>
                      <a:gd name="connsiteX7-77" fmla="*/ 3731172 w 3731172"/>
                      <a:gd name="connsiteY7-78" fmla="*/ 1345324 h 1418896"/>
                      <a:gd name="connsiteX8-79" fmla="*/ 3447393 w 3731172"/>
                      <a:gd name="connsiteY8-80" fmla="*/ 1408386 h 1418896"/>
                      <a:gd name="connsiteX9-81" fmla="*/ 1870841 w 3731172"/>
                      <a:gd name="connsiteY9-82" fmla="*/ 746234 h 1418896"/>
                      <a:gd name="connsiteX10-83" fmla="*/ 262758 w 3731172"/>
                      <a:gd name="connsiteY10-84" fmla="*/ 1418896 h 1418896"/>
                      <a:gd name="connsiteX11-85" fmla="*/ 0 w 3731172"/>
                      <a:gd name="connsiteY11-86" fmla="*/ 1324303 h 1418896"/>
                      <a:gd name="connsiteX12-87" fmla="*/ 1145627 w 3731172"/>
                      <a:gd name="connsiteY12-88" fmla="*/ 882869 h 1418896"/>
                      <a:gd name="connsiteX13-89" fmla="*/ 1114096 w 3731172"/>
                      <a:gd name="connsiteY13-90" fmla="*/ 409903 h 1418896"/>
                      <a:gd name="connsiteX14-91" fmla="*/ 357351 w 3731172"/>
                      <a:gd name="connsiteY14-92" fmla="*/ 115613 h 1418896"/>
                      <a:gd name="connsiteX0-93" fmla="*/ 168165 w 3731172"/>
                      <a:gd name="connsiteY0-94" fmla="*/ 73572 h 1418896"/>
                      <a:gd name="connsiteX1-95" fmla="*/ 451945 w 3731172"/>
                      <a:gd name="connsiteY1-96" fmla="*/ 0 h 1418896"/>
                      <a:gd name="connsiteX2-97" fmla="*/ 1881352 w 3731172"/>
                      <a:gd name="connsiteY2-98" fmla="*/ 599089 h 1418896"/>
                      <a:gd name="connsiteX3-99" fmla="*/ 3363310 w 3731172"/>
                      <a:gd name="connsiteY3-100" fmla="*/ 0 h 1418896"/>
                      <a:gd name="connsiteX4-101" fmla="*/ 3584027 w 3731172"/>
                      <a:gd name="connsiteY4-102" fmla="*/ 73572 h 1418896"/>
                      <a:gd name="connsiteX5-103" fmla="*/ 2627586 w 3731172"/>
                      <a:gd name="connsiteY5-104" fmla="*/ 441434 h 1418896"/>
                      <a:gd name="connsiteX6-105" fmla="*/ 2596055 w 3731172"/>
                      <a:gd name="connsiteY6-106" fmla="*/ 914400 h 1418896"/>
                      <a:gd name="connsiteX7-107" fmla="*/ 3731172 w 3731172"/>
                      <a:gd name="connsiteY7-108" fmla="*/ 1345324 h 1418896"/>
                      <a:gd name="connsiteX8-109" fmla="*/ 3447393 w 3731172"/>
                      <a:gd name="connsiteY8-110" fmla="*/ 1408386 h 1418896"/>
                      <a:gd name="connsiteX9-111" fmla="*/ 1870841 w 3731172"/>
                      <a:gd name="connsiteY9-112" fmla="*/ 746234 h 1418896"/>
                      <a:gd name="connsiteX10-113" fmla="*/ 262758 w 3731172"/>
                      <a:gd name="connsiteY10-114" fmla="*/ 1418896 h 1418896"/>
                      <a:gd name="connsiteX11-115" fmla="*/ 0 w 3731172"/>
                      <a:gd name="connsiteY11-116" fmla="*/ 1324303 h 1418896"/>
                      <a:gd name="connsiteX12-117" fmla="*/ 1145627 w 3731172"/>
                      <a:gd name="connsiteY12-118" fmla="*/ 882869 h 1418896"/>
                      <a:gd name="connsiteX13-119" fmla="*/ 1114096 w 3731172"/>
                      <a:gd name="connsiteY13-120" fmla="*/ 409903 h 1418896"/>
                      <a:gd name="connsiteX14-121" fmla="*/ 147144 w 3731172"/>
                      <a:gd name="connsiteY14-122" fmla="*/ 63061 h 1418896"/>
                      <a:gd name="connsiteX0-123" fmla="*/ 168165 w 3731172"/>
                      <a:gd name="connsiteY0-124" fmla="*/ 73572 h 1418896"/>
                      <a:gd name="connsiteX1-125" fmla="*/ 451945 w 3731172"/>
                      <a:gd name="connsiteY1-126" fmla="*/ 0 h 1418896"/>
                      <a:gd name="connsiteX2-127" fmla="*/ 1881352 w 3731172"/>
                      <a:gd name="connsiteY2-128" fmla="*/ 599089 h 1418896"/>
                      <a:gd name="connsiteX3-129" fmla="*/ 3363310 w 3731172"/>
                      <a:gd name="connsiteY3-130" fmla="*/ 0 h 1418896"/>
                      <a:gd name="connsiteX4-131" fmla="*/ 3584027 w 3731172"/>
                      <a:gd name="connsiteY4-132" fmla="*/ 73572 h 1418896"/>
                      <a:gd name="connsiteX5-133" fmla="*/ 2627586 w 3731172"/>
                      <a:gd name="connsiteY5-134" fmla="*/ 441434 h 1418896"/>
                      <a:gd name="connsiteX6-135" fmla="*/ 2596055 w 3731172"/>
                      <a:gd name="connsiteY6-136" fmla="*/ 914400 h 1418896"/>
                      <a:gd name="connsiteX7-137" fmla="*/ 3731172 w 3731172"/>
                      <a:gd name="connsiteY7-138" fmla="*/ 1345324 h 1418896"/>
                      <a:gd name="connsiteX8-139" fmla="*/ 3447393 w 3731172"/>
                      <a:gd name="connsiteY8-140" fmla="*/ 1408386 h 1418896"/>
                      <a:gd name="connsiteX9-141" fmla="*/ 1870841 w 3731172"/>
                      <a:gd name="connsiteY9-142" fmla="*/ 746234 h 1418896"/>
                      <a:gd name="connsiteX10-143" fmla="*/ 262758 w 3731172"/>
                      <a:gd name="connsiteY10-144" fmla="*/ 1418896 h 1418896"/>
                      <a:gd name="connsiteX11-145" fmla="*/ 0 w 3731172"/>
                      <a:gd name="connsiteY11-146" fmla="*/ 1324303 h 1418896"/>
                      <a:gd name="connsiteX12-147" fmla="*/ 1145627 w 3731172"/>
                      <a:gd name="connsiteY12-148" fmla="*/ 882869 h 1418896"/>
                      <a:gd name="connsiteX13-149" fmla="*/ 1114096 w 3731172"/>
                      <a:gd name="connsiteY13-150" fmla="*/ 420413 h 1418896"/>
                      <a:gd name="connsiteX14-151" fmla="*/ 147144 w 3731172"/>
                      <a:gd name="connsiteY14-152" fmla="*/ 63061 h 1418896"/>
                      <a:gd name="connsiteX0-153" fmla="*/ 168165 w 3731172"/>
                      <a:gd name="connsiteY0-154" fmla="*/ 73572 h 1418896"/>
                      <a:gd name="connsiteX1-155" fmla="*/ 451945 w 3731172"/>
                      <a:gd name="connsiteY1-156" fmla="*/ 0 h 1418896"/>
                      <a:gd name="connsiteX2-157" fmla="*/ 1881352 w 3731172"/>
                      <a:gd name="connsiteY2-158" fmla="*/ 599089 h 1418896"/>
                      <a:gd name="connsiteX3-159" fmla="*/ 3363310 w 3731172"/>
                      <a:gd name="connsiteY3-160" fmla="*/ 0 h 1418896"/>
                      <a:gd name="connsiteX4-161" fmla="*/ 3584027 w 3731172"/>
                      <a:gd name="connsiteY4-162" fmla="*/ 73572 h 1418896"/>
                      <a:gd name="connsiteX5-163" fmla="*/ 2627586 w 3731172"/>
                      <a:gd name="connsiteY5-164" fmla="*/ 441434 h 1418896"/>
                      <a:gd name="connsiteX6-165" fmla="*/ 2596055 w 3731172"/>
                      <a:gd name="connsiteY6-166" fmla="*/ 914400 h 1418896"/>
                      <a:gd name="connsiteX7-167" fmla="*/ 3731172 w 3731172"/>
                      <a:gd name="connsiteY7-168" fmla="*/ 1345324 h 1418896"/>
                      <a:gd name="connsiteX8-169" fmla="*/ 3447393 w 3731172"/>
                      <a:gd name="connsiteY8-170" fmla="*/ 1408386 h 1418896"/>
                      <a:gd name="connsiteX9-171" fmla="*/ 1870841 w 3731172"/>
                      <a:gd name="connsiteY9-172" fmla="*/ 746234 h 1418896"/>
                      <a:gd name="connsiteX10-173" fmla="*/ 262758 w 3731172"/>
                      <a:gd name="connsiteY10-174" fmla="*/ 1418896 h 1418896"/>
                      <a:gd name="connsiteX11-175" fmla="*/ 0 w 3731172"/>
                      <a:gd name="connsiteY11-176" fmla="*/ 1324303 h 1418896"/>
                      <a:gd name="connsiteX12-177" fmla="*/ 1145627 w 3731172"/>
                      <a:gd name="connsiteY12-178" fmla="*/ 882869 h 1418896"/>
                      <a:gd name="connsiteX13-179" fmla="*/ 1114096 w 3731172"/>
                      <a:gd name="connsiteY13-180" fmla="*/ 420413 h 1418896"/>
                      <a:gd name="connsiteX14-181" fmla="*/ 189185 w 3731172"/>
                      <a:gd name="connsiteY14-182" fmla="*/ 84081 h 1418896"/>
                      <a:gd name="connsiteX0-183" fmla="*/ 168165 w 3731172"/>
                      <a:gd name="connsiteY0-184" fmla="*/ 73572 h 1418896"/>
                      <a:gd name="connsiteX1-185" fmla="*/ 451945 w 3731172"/>
                      <a:gd name="connsiteY1-186" fmla="*/ 0 h 1418896"/>
                      <a:gd name="connsiteX2-187" fmla="*/ 1881352 w 3731172"/>
                      <a:gd name="connsiteY2-188" fmla="*/ 599089 h 1418896"/>
                      <a:gd name="connsiteX3-189" fmla="*/ 3363310 w 3731172"/>
                      <a:gd name="connsiteY3-190" fmla="*/ 0 h 1418896"/>
                      <a:gd name="connsiteX4-191" fmla="*/ 3584027 w 3731172"/>
                      <a:gd name="connsiteY4-192" fmla="*/ 73572 h 1418896"/>
                      <a:gd name="connsiteX5-193" fmla="*/ 2627586 w 3731172"/>
                      <a:gd name="connsiteY5-194" fmla="*/ 441434 h 1418896"/>
                      <a:gd name="connsiteX6-195" fmla="*/ 2596055 w 3731172"/>
                      <a:gd name="connsiteY6-196" fmla="*/ 914400 h 1418896"/>
                      <a:gd name="connsiteX7-197" fmla="*/ 3731172 w 3731172"/>
                      <a:gd name="connsiteY7-198" fmla="*/ 1345324 h 1418896"/>
                      <a:gd name="connsiteX8-199" fmla="*/ 3447393 w 3731172"/>
                      <a:gd name="connsiteY8-200" fmla="*/ 1408386 h 1418896"/>
                      <a:gd name="connsiteX9-201" fmla="*/ 1870841 w 3731172"/>
                      <a:gd name="connsiteY9-202" fmla="*/ 746234 h 1418896"/>
                      <a:gd name="connsiteX10-203" fmla="*/ 262758 w 3731172"/>
                      <a:gd name="connsiteY10-204" fmla="*/ 1418896 h 1418896"/>
                      <a:gd name="connsiteX11-205" fmla="*/ 0 w 3731172"/>
                      <a:gd name="connsiteY11-206" fmla="*/ 1324303 h 1418896"/>
                      <a:gd name="connsiteX12-207" fmla="*/ 1145627 w 3731172"/>
                      <a:gd name="connsiteY12-208" fmla="*/ 882869 h 1418896"/>
                      <a:gd name="connsiteX13-209" fmla="*/ 1114096 w 3731172"/>
                      <a:gd name="connsiteY13-210" fmla="*/ 420413 h 1418896"/>
                      <a:gd name="connsiteX14-211" fmla="*/ 189185 w 3731172"/>
                      <a:gd name="connsiteY14-212" fmla="*/ 84081 h 1418896"/>
                      <a:gd name="connsiteX15-213" fmla="*/ 168165 w 3731172"/>
                      <a:gd name="connsiteY15-214" fmla="*/ 73572 h 1418896"/>
                      <a:gd name="connsiteX0-215" fmla="*/ 168165 w 3731172"/>
                      <a:gd name="connsiteY0-216" fmla="*/ 73572 h 1418896"/>
                      <a:gd name="connsiteX1-217" fmla="*/ 451945 w 3731172"/>
                      <a:gd name="connsiteY1-218" fmla="*/ 0 h 1418896"/>
                      <a:gd name="connsiteX2-219" fmla="*/ 1881352 w 3731172"/>
                      <a:gd name="connsiteY2-220" fmla="*/ 599089 h 1418896"/>
                      <a:gd name="connsiteX3-221" fmla="*/ 3363310 w 3731172"/>
                      <a:gd name="connsiteY3-222" fmla="*/ 0 h 1418896"/>
                      <a:gd name="connsiteX4-223" fmla="*/ 3584027 w 3731172"/>
                      <a:gd name="connsiteY4-224" fmla="*/ 73572 h 1418896"/>
                      <a:gd name="connsiteX5-225" fmla="*/ 2627586 w 3731172"/>
                      <a:gd name="connsiteY5-226" fmla="*/ 441434 h 1418896"/>
                      <a:gd name="connsiteX6-227" fmla="*/ 2596055 w 3731172"/>
                      <a:gd name="connsiteY6-228" fmla="*/ 914400 h 1418896"/>
                      <a:gd name="connsiteX7-229" fmla="*/ 3731172 w 3731172"/>
                      <a:gd name="connsiteY7-230" fmla="*/ 1345324 h 1418896"/>
                      <a:gd name="connsiteX8-231" fmla="*/ 3447393 w 3731172"/>
                      <a:gd name="connsiteY8-232" fmla="*/ 1408386 h 1418896"/>
                      <a:gd name="connsiteX9-233" fmla="*/ 1870841 w 3731172"/>
                      <a:gd name="connsiteY9-234" fmla="*/ 746234 h 1418896"/>
                      <a:gd name="connsiteX10-235" fmla="*/ 262758 w 3731172"/>
                      <a:gd name="connsiteY10-236" fmla="*/ 1418896 h 1418896"/>
                      <a:gd name="connsiteX11-237" fmla="*/ 0 w 3731172"/>
                      <a:gd name="connsiteY11-238" fmla="*/ 1324303 h 1418896"/>
                      <a:gd name="connsiteX12-239" fmla="*/ 1145627 w 3731172"/>
                      <a:gd name="connsiteY12-240" fmla="*/ 882869 h 1418896"/>
                      <a:gd name="connsiteX13-241" fmla="*/ 1156137 w 3731172"/>
                      <a:gd name="connsiteY13-242" fmla="*/ 441434 h 1418896"/>
                      <a:gd name="connsiteX14-243" fmla="*/ 189185 w 3731172"/>
                      <a:gd name="connsiteY14-244" fmla="*/ 84081 h 1418896"/>
                      <a:gd name="connsiteX15-245" fmla="*/ 168165 w 3731172"/>
                      <a:gd name="connsiteY15-246" fmla="*/ 73572 h 1418896"/>
                      <a:gd name="connsiteX0-247" fmla="*/ 168165 w 3731172"/>
                      <a:gd name="connsiteY0-248" fmla="*/ 73572 h 1418896"/>
                      <a:gd name="connsiteX1-249" fmla="*/ 451945 w 3731172"/>
                      <a:gd name="connsiteY1-250" fmla="*/ 0 h 1418896"/>
                      <a:gd name="connsiteX2-251" fmla="*/ 1881352 w 3731172"/>
                      <a:gd name="connsiteY2-252" fmla="*/ 599089 h 1418896"/>
                      <a:gd name="connsiteX3-253" fmla="*/ 3363310 w 3731172"/>
                      <a:gd name="connsiteY3-254" fmla="*/ 0 h 1418896"/>
                      <a:gd name="connsiteX4-255" fmla="*/ 3584027 w 3731172"/>
                      <a:gd name="connsiteY4-256" fmla="*/ 73572 h 1418896"/>
                      <a:gd name="connsiteX5-257" fmla="*/ 2627586 w 3731172"/>
                      <a:gd name="connsiteY5-258" fmla="*/ 441434 h 1418896"/>
                      <a:gd name="connsiteX6-259" fmla="*/ 2596055 w 3731172"/>
                      <a:gd name="connsiteY6-260" fmla="*/ 914400 h 1418896"/>
                      <a:gd name="connsiteX7-261" fmla="*/ 3731172 w 3731172"/>
                      <a:gd name="connsiteY7-262" fmla="*/ 1345324 h 1418896"/>
                      <a:gd name="connsiteX8-263" fmla="*/ 3447393 w 3731172"/>
                      <a:gd name="connsiteY8-264" fmla="*/ 1408386 h 1418896"/>
                      <a:gd name="connsiteX9-265" fmla="*/ 1870841 w 3731172"/>
                      <a:gd name="connsiteY9-266" fmla="*/ 746234 h 1418896"/>
                      <a:gd name="connsiteX10-267" fmla="*/ 262758 w 3731172"/>
                      <a:gd name="connsiteY10-268" fmla="*/ 1418896 h 1418896"/>
                      <a:gd name="connsiteX11-269" fmla="*/ 0 w 3731172"/>
                      <a:gd name="connsiteY11-270" fmla="*/ 1324303 h 1418896"/>
                      <a:gd name="connsiteX12-271" fmla="*/ 1145627 w 3731172"/>
                      <a:gd name="connsiteY12-272" fmla="*/ 882869 h 1418896"/>
                      <a:gd name="connsiteX13-273" fmla="*/ 1145626 w 3731172"/>
                      <a:gd name="connsiteY13-274" fmla="*/ 451945 h 1418896"/>
                      <a:gd name="connsiteX14-275" fmla="*/ 189185 w 3731172"/>
                      <a:gd name="connsiteY14-276" fmla="*/ 84081 h 1418896"/>
                      <a:gd name="connsiteX15-277" fmla="*/ 168165 w 3731172"/>
                      <a:gd name="connsiteY15-278" fmla="*/ 73572 h 1418896"/>
                      <a:gd name="connsiteX0-279" fmla="*/ 168165 w 3731172"/>
                      <a:gd name="connsiteY0-280" fmla="*/ 73572 h 1418896"/>
                      <a:gd name="connsiteX1-281" fmla="*/ 451945 w 3731172"/>
                      <a:gd name="connsiteY1-282" fmla="*/ 0 h 1418896"/>
                      <a:gd name="connsiteX2-283" fmla="*/ 1881352 w 3731172"/>
                      <a:gd name="connsiteY2-284" fmla="*/ 599089 h 1418896"/>
                      <a:gd name="connsiteX3-285" fmla="*/ 3363310 w 3731172"/>
                      <a:gd name="connsiteY3-286" fmla="*/ 0 h 1418896"/>
                      <a:gd name="connsiteX4-287" fmla="*/ 3584027 w 3731172"/>
                      <a:gd name="connsiteY4-288" fmla="*/ 73572 h 1418896"/>
                      <a:gd name="connsiteX5-289" fmla="*/ 2627586 w 3731172"/>
                      <a:gd name="connsiteY5-290" fmla="*/ 441434 h 1418896"/>
                      <a:gd name="connsiteX6-291" fmla="*/ 2596055 w 3731172"/>
                      <a:gd name="connsiteY6-292" fmla="*/ 914400 h 1418896"/>
                      <a:gd name="connsiteX7-293" fmla="*/ 3731172 w 3731172"/>
                      <a:gd name="connsiteY7-294" fmla="*/ 1345324 h 1418896"/>
                      <a:gd name="connsiteX8-295" fmla="*/ 3447393 w 3731172"/>
                      <a:gd name="connsiteY8-296" fmla="*/ 1408386 h 1418896"/>
                      <a:gd name="connsiteX9-297" fmla="*/ 1870841 w 3731172"/>
                      <a:gd name="connsiteY9-298" fmla="*/ 746234 h 1418896"/>
                      <a:gd name="connsiteX10-299" fmla="*/ 262758 w 3731172"/>
                      <a:gd name="connsiteY10-300" fmla="*/ 1418896 h 1418896"/>
                      <a:gd name="connsiteX11-301" fmla="*/ 0 w 3731172"/>
                      <a:gd name="connsiteY11-302" fmla="*/ 1324303 h 1418896"/>
                      <a:gd name="connsiteX12-303" fmla="*/ 1145627 w 3731172"/>
                      <a:gd name="connsiteY12-304" fmla="*/ 903890 h 1418896"/>
                      <a:gd name="connsiteX13-305" fmla="*/ 1145626 w 3731172"/>
                      <a:gd name="connsiteY13-306" fmla="*/ 451945 h 1418896"/>
                      <a:gd name="connsiteX14-307" fmla="*/ 189185 w 3731172"/>
                      <a:gd name="connsiteY14-308" fmla="*/ 84081 h 1418896"/>
                      <a:gd name="connsiteX15-309" fmla="*/ 168165 w 3731172"/>
                      <a:gd name="connsiteY15-310" fmla="*/ 73572 h 1418896"/>
                      <a:gd name="connsiteX0-311" fmla="*/ 147144 w 3710151"/>
                      <a:gd name="connsiteY0-312" fmla="*/ 73572 h 1418896"/>
                      <a:gd name="connsiteX1-313" fmla="*/ 430924 w 3710151"/>
                      <a:gd name="connsiteY1-314" fmla="*/ 0 h 1418896"/>
                      <a:gd name="connsiteX2-315" fmla="*/ 1860331 w 3710151"/>
                      <a:gd name="connsiteY2-316" fmla="*/ 599089 h 1418896"/>
                      <a:gd name="connsiteX3-317" fmla="*/ 3342289 w 3710151"/>
                      <a:gd name="connsiteY3-318" fmla="*/ 0 h 1418896"/>
                      <a:gd name="connsiteX4-319" fmla="*/ 3563006 w 3710151"/>
                      <a:gd name="connsiteY4-320" fmla="*/ 73572 h 1418896"/>
                      <a:gd name="connsiteX5-321" fmla="*/ 2606565 w 3710151"/>
                      <a:gd name="connsiteY5-322" fmla="*/ 441434 h 1418896"/>
                      <a:gd name="connsiteX6-323" fmla="*/ 2575034 w 3710151"/>
                      <a:gd name="connsiteY6-324" fmla="*/ 914400 h 1418896"/>
                      <a:gd name="connsiteX7-325" fmla="*/ 3710151 w 3710151"/>
                      <a:gd name="connsiteY7-326" fmla="*/ 1345324 h 1418896"/>
                      <a:gd name="connsiteX8-327" fmla="*/ 3426372 w 3710151"/>
                      <a:gd name="connsiteY8-328" fmla="*/ 1408386 h 1418896"/>
                      <a:gd name="connsiteX9-329" fmla="*/ 1849820 w 3710151"/>
                      <a:gd name="connsiteY9-330" fmla="*/ 746234 h 1418896"/>
                      <a:gd name="connsiteX10-331" fmla="*/ 241737 w 3710151"/>
                      <a:gd name="connsiteY10-332" fmla="*/ 1418896 h 1418896"/>
                      <a:gd name="connsiteX11-333" fmla="*/ 0 w 3710151"/>
                      <a:gd name="connsiteY11-334" fmla="*/ 1334814 h 1418896"/>
                      <a:gd name="connsiteX12-335" fmla="*/ 1124606 w 3710151"/>
                      <a:gd name="connsiteY12-336" fmla="*/ 903890 h 1418896"/>
                      <a:gd name="connsiteX13-337" fmla="*/ 1124605 w 3710151"/>
                      <a:gd name="connsiteY13-338" fmla="*/ 451945 h 1418896"/>
                      <a:gd name="connsiteX14-339" fmla="*/ 168164 w 3710151"/>
                      <a:gd name="connsiteY14-340" fmla="*/ 84081 h 1418896"/>
                      <a:gd name="connsiteX15-341" fmla="*/ 147144 w 3710151"/>
                      <a:gd name="connsiteY15-342" fmla="*/ 73572 h 1418896"/>
                      <a:gd name="connsiteX0-343" fmla="*/ 147144 w 3710151"/>
                      <a:gd name="connsiteY0-344" fmla="*/ 73572 h 1418896"/>
                      <a:gd name="connsiteX1-345" fmla="*/ 430924 w 3710151"/>
                      <a:gd name="connsiteY1-346" fmla="*/ 0 h 1418896"/>
                      <a:gd name="connsiteX2-347" fmla="*/ 1860331 w 3710151"/>
                      <a:gd name="connsiteY2-348" fmla="*/ 599089 h 1418896"/>
                      <a:gd name="connsiteX3-349" fmla="*/ 3342289 w 3710151"/>
                      <a:gd name="connsiteY3-350" fmla="*/ 0 h 1418896"/>
                      <a:gd name="connsiteX4-351" fmla="*/ 3563006 w 3710151"/>
                      <a:gd name="connsiteY4-352" fmla="*/ 73572 h 1418896"/>
                      <a:gd name="connsiteX5-353" fmla="*/ 2606565 w 3710151"/>
                      <a:gd name="connsiteY5-354" fmla="*/ 441434 h 1418896"/>
                      <a:gd name="connsiteX6-355" fmla="*/ 2606565 w 3710151"/>
                      <a:gd name="connsiteY6-356" fmla="*/ 924910 h 1418896"/>
                      <a:gd name="connsiteX7-357" fmla="*/ 3710151 w 3710151"/>
                      <a:gd name="connsiteY7-358" fmla="*/ 1345324 h 1418896"/>
                      <a:gd name="connsiteX8-359" fmla="*/ 3426372 w 3710151"/>
                      <a:gd name="connsiteY8-360" fmla="*/ 1408386 h 1418896"/>
                      <a:gd name="connsiteX9-361" fmla="*/ 1849820 w 3710151"/>
                      <a:gd name="connsiteY9-362" fmla="*/ 746234 h 1418896"/>
                      <a:gd name="connsiteX10-363" fmla="*/ 241737 w 3710151"/>
                      <a:gd name="connsiteY10-364" fmla="*/ 1418896 h 1418896"/>
                      <a:gd name="connsiteX11-365" fmla="*/ 0 w 3710151"/>
                      <a:gd name="connsiteY11-366" fmla="*/ 1334814 h 1418896"/>
                      <a:gd name="connsiteX12-367" fmla="*/ 1124606 w 3710151"/>
                      <a:gd name="connsiteY12-368" fmla="*/ 903890 h 1418896"/>
                      <a:gd name="connsiteX13-369" fmla="*/ 1124605 w 3710151"/>
                      <a:gd name="connsiteY13-370" fmla="*/ 451945 h 1418896"/>
                      <a:gd name="connsiteX14-371" fmla="*/ 168164 w 3710151"/>
                      <a:gd name="connsiteY14-372" fmla="*/ 84081 h 1418896"/>
                      <a:gd name="connsiteX15-373" fmla="*/ 147144 w 3710151"/>
                      <a:gd name="connsiteY15-374" fmla="*/ 73572 h 1418896"/>
                      <a:gd name="connsiteX0-375" fmla="*/ 147144 w 3710151"/>
                      <a:gd name="connsiteY0-376" fmla="*/ 73572 h 1418896"/>
                      <a:gd name="connsiteX1-377" fmla="*/ 430924 w 3710151"/>
                      <a:gd name="connsiteY1-378" fmla="*/ 0 h 1418896"/>
                      <a:gd name="connsiteX2-379" fmla="*/ 1860331 w 3710151"/>
                      <a:gd name="connsiteY2-380" fmla="*/ 599089 h 1418896"/>
                      <a:gd name="connsiteX3-381" fmla="*/ 3342289 w 3710151"/>
                      <a:gd name="connsiteY3-382" fmla="*/ 0 h 1418896"/>
                      <a:gd name="connsiteX4-383" fmla="*/ 3563006 w 3710151"/>
                      <a:gd name="connsiteY4-384" fmla="*/ 73572 h 1418896"/>
                      <a:gd name="connsiteX5-385" fmla="*/ 2606565 w 3710151"/>
                      <a:gd name="connsiteY5-386" fmla="*/ 441434 h 1418896"/>
                      <a:gd name="connsiteX6-387" fmla="*/ 2610282 w 3710151"/>
                      <a:gd name="connsiteY6-388" fmla="*/ 902607 h 1418896"/>
                      <a:gd name="connsiteX7-389" fmla="*/ 3710151 w 3710151"/>
                      <a:gd name="connsiteY7-390" fmla="*/ 1345324 h 1418896"/>
                      <a:gd name="connsiteX8-391" fmla="*/ 3426372 w 3710151"/>
                      <a:gd name="connsiteY8-392" fmla="*/ 1408386 h 1418896"/>
                      <a:gd name="connsiteX9-393" fmla="*/ 1849820 w 3710151"/>
                      <a:gd name="connsiteY9-394" fmla="*/ 746234 h 1418896"/>
                      <a:gd name="connsiteX10-395" fmla="*/ 241737 w 3710151"/>
                      <a:gd name="connsiteY10-396" fmla="*/ 1418896 h 1418896"/>
                      <a:gd name="connsiteX11-397" fmla="*/ 0 w 3710151"/>
                      <a:gd name="connsiteY11-398" fmla="*/ 1334814 h 1418896"/>
                      <a:gd name="connsiteX12-399" fmla="*/ 1124606 w 3710151"/>
                      <a:gd name="connsiteY12-400" fmla="*/ 903890 h 1418896"/>
                      <a:gd name="connsiteX13-401" fmla="*/ 1124605 w 3710151"/>
                      <a:gd name="connsiteY13-402" fmla="*/ 451945 h 1418896"/>
                      <a:gd name="connsiteX14-403" fmla="*/ 168164 w 3710151"/>
                      <a:gd name="connsiteY14-404" fmla="*/ 84081 h 1418896"/>
                      <a:gd name="connsiteX15-405" fmla="*/ 147144 w 3710151"/>
                      <a:gd name="connsiteY15-406" fmla="*/ 73572 h 1418896"/>
                      <a:gd name="connsiteX0-407" fmla="*/ 147144 w 3710151"/>
                      <a:gd name="connsiteY0-408" fmla="*/ 73572 h 1418896"/>
                      <a:gd name="connsiteX1-409" fmla="*/ 430924 w 3710151"/>
                      <a:gd name="connsiteY1-410" fmla="*/ 0 h 1418896"/>
                      <a:gd name="connsiteX2-411" fmla="*/ 1860331 w 3710151"/>
                      <a:gd name="connsiteY2-412" fmla="*/ 599089 h 1418896"/>
                      <a:gd name="connsiteX3-413" fmla="*/ 3342289 w 3710151"/>
                      <a:gd name="connsiteY3-414" fmla="*/ 0 h 1418896"/>
                      <a:gd name="connsiteX4-415" fmla="*/ 3563006 w 3710151"/>
                      <a:gd name="connsiteY4-416" fmla="*/ 73572 h 1418896"/>
                      <a:gd name="connsiteX5-417" fmla="*/ 2617717 w 3710151"/>
                      <a:gd name="connsiteY5-418" fmla="*/ 445151 h 1418896"/>
                      <a:gd name="connsiteX6-419" fmla="*/ 2610282 w 3710151"/>
                      <a:gd name="connsiteY6-420" fmla="*/ 902607 h 1418896"/>
                      <a:gd name="connsiteX7-421" fmla="*/ 3710151 w 3710151"/>
                      <a:gd name="connsiteY7-422" fmla="*/ 1345324 h 1418896"/>
                      <a:gd name="connsiteX8-423" fmla="*/ 3426372 w 3710151"/>
                      <a:gd name="connsiteY8-424" fmla="*/ 1408386 h 1418896"/>
                      <a:gd name="connsiteX9-425" fmla="*/ 1849820 w 3710151"/>
                      <a:gd name="connsiteY9-426" fmla="*/ 746234 h 1418896"/>
                      <a:gd name="connsiteX10-427" fmla="*/ 241737 w 3710151"/>
                      <a:gd name="connsiteY10-428" fmla="*/ 1418896 h 1418896"/>
                      <a:gd name="connsiteX11-429" fmla="*/ 0 w 3710151"/>
                      <a:gd name="connsiteY11-430" fmla="*/ 1334814 h 1418896"/>
                      <a:gd name="connsiteX12-431" fmla="*/ 1124606 w 3710151"/>
                      <a:gd name="connsiteY12-432" fmla="*/ 903890 h 1418896"/>
                      <a:gd name="connsiteX13-433" fmla="*/ 1124605 w 3710151"/>
                      <a:gd name="connsiteY13-434" fmla="*/ 451945 h 1418896"/>
                      <a:gd name="connsiteX14-435" fmla="*/ 168164 w 3710151"/>
                      <a:gd name="connsiteY14-436" fmla="*/ 84081 h 1418896"/>
                      <a:gd name="connsiteX15-437" fmla="*/ 147144 w 3710151"/>
                      <a:gd name="connsiteY15-438" fmla="*/ 73572 h 1418896"/>
                      <a:gd name="connsiteX0-439" fmla="*/ 147144 w 3710151"/>
                      <a:gd name="connsiteY0-440" fmla="*/ 73572 h 1418896"/>
                      <a:gd name="connsiteX1-441" fmla="*/ 430924 w 3710151"/>
                      <a:gd name="connsiteY1-442" fmla="*/ 0 h 1418896"/>
                      <a:gd name="connsiteX2-443" fmla="*/ 1860331 w 3710151"/>
                      <a:gd name="connsiteY2-444" fmla="*/ 599089 h 1418896"/>
                      <a:gd name="connsiteX3-445" fmla="*/ 3342289 w 3710151"/>
                      <a:gd name="connsiteY3-446" fmla="*/ 0 h 1418896"/>
                      <a:gd name="connsiteX4-447" fmla="*/ 3563006 w 3710151"/>
                      <a:gd name="connsiteY4-448" fmla="*/ 73572 h 1418896"/>
                      <a:gd name="connsiteX5-449" fmla="*/ 2617717 w 3710151"/>
                      <a:gd name="connsiteY5-450" fmla="*/ 448868 h 1418896"/>
                      <a:gd name="connsiteX6-451" fmla="*/ 2610282 w 3710151"/>
                      <a:gd name="connsiteY6-452" fmla="*/ 902607 h 1418896"/>
                      <a:gd name="connsiteX7-453" fmla="*/ 3710151 w 3710151"/>
                      <a:gd name="connsiteY7-454" fmla="*/ 1345324 h 1418896"/>
                      <a:gd name="connsiteX8-455" fmla="*/ 3426372 w 3710151"/>
                      <a:gd name="connsiteY8-456" fmla="*/ 1408386 h 1418896"/>
                      <a:gd name="connsiteX9-457" fmla="*/ 1849820 w 3710151"/>
                      <a:gd name="connsiteY9-458" fmla="*/ 746234 h 1418896"/>
                      <a:gd name="connsiteX10-459" fmla="*/ 241737 w 3710151"/>
                      <a:gd name="connsiteY10-460" fmla="*/ 1418896 h 1418896"/>
                      <a:gd name="connsiteX11-461" fmla="*/ 0 w 3710151"/>
                      <a:gd name="connsiteY11-462" fmla="*/ 1334814 h 1418896"/>
                      <a:gd name="connsiteX12-463" fmla="*/ 1124606 w 3710151"/>
                      <a:gd name="connsiteY12-464" fmla="*/ 903890 h 1418896"/>
                      <a:gd name="connsiteX13-465" fmla="*/ 1124605 w 3710151"/>
                      <a:gd name="connsiteY13-466" fmla="*/ 451945 h 1418896"/>
                      <a:gd name="connsiteX14-467" fmla="*/ 168164 w 3710151"/>
                      <a:gd name="connsiteY14-468" fmla="*/ 84081 h 1418896"/>
                      <a:gd name="connsiteX15-469" fmla="*/ 147144 w 3710151"/>
                      <a:gd name="connsiteY15-470" fmla="*/ 73572 h 1418896"/>
                      <a:gd name="connsiteX0-471" fmla="*/ 147144 w 3710151"/>
                      <a:gd name="connsiteY0-472" fmla="*/ 73572 h 1418896"/>
                      <a:gd name="connsiteX1-473" fmla="*/ 430924 w 3710151"/>
                      <a:gd name="connsiteY1-474" fmla="*/ 0 h 1418896"/>
                      <a:gd name="connsiteX2-475" fmla="*/ 1838028 w 3710151"/>
                      <a:gd name="connsiteY2-476" fmla="*/ 591655 h 1418896"/>
                      <a:gd name="connsiteX3-477" fmla="*/ 3342289 w 3710151"/>
                      <a:gd name="connsiteY3-478" fmla="*/ 0 h 1418896"/>
                      <a:gd name="connsiteX4-479" fmla="*/ 3563006 w 3710151"/>
                      <a:gd name="connsiteY4-480" fmla="*/ 73572 h 1418896"/>
                      <a:gd name="connsiteX5-481" fmla="*/ 2617717 w 3710151"/>
                      <a:gd name="connsiteY5-482" fmla="*/ 448868 h 1418896"/>
                      <a:gd name="connsiteX6-483" fmla="*/ 2610282 w 3710151"/>
                      <a:gd name="connsiteY6-484" fmla="*/ 902607 h 1418896"/>
                      <a:gd name="connsiteX7-485" fmla="*/ 3710151 w 3710151"/>
                      <a:gd name="connsiteY7-486" fmla="*/ 1345324 h 1418896"/>
                      <a:gd name="connsiteX8-487" fmla="*/ 3426372 w 3710151"/>
                      <a:gd name="connsiteY8-488" fmla="*/ 1408386 h 1418896"/>
                      <a:gd name="connsiteX9-489" fmla="*/ 1849820 w 3710151"/>
                      <a:gd name="connsiteY9-490" fmla="*/ 746234 h 1418896"/>
                      <a:gd name="connsiteX10-491" fmla="*/ 241737 w 3710151"/>
                      <a:gd name="connsiteY10-492" fmla="*/ 1418896 h 1418896"/>
                      <a:gd name="connsiteX11-493" fmla="*/ 0 w 3710151"/>
                      <a:gd name="connsiteY11-494" fmla="*/ 1334814 h 1418896"/>
                      <a:gd name="connsiteX12-495" fmla="*/ 1124606 w 3710151"/>
                      <a:gd name="connsiteY12-496" fmla="*/ 903890 h 1418896"/>
                      <a:gd name="connsiteX13-497" fmla="*/ 1124605 w 3710151"/>
                      <a:gd name="connsiteY13-498" fmla="*/ 451945 h 1418896"/>
                      <a:gd name="connsiteX14-499" fmla="*/ 168164 w 3710151"/>
                      <a:gd name="connsiteY14-500" fmla="*/ 84081 h 1418896"/>
                      <a:gd name="connsiteX15-501" fmla="*/ 147144 w 3710151"/>
                      <a:gd name="connsiteY15-502" fmla="*/ 73572 h 1418896"/>
                      <a:gd name="connsiteX0-503" fmla="*/ 147144 w 3710151"/>
                      <a:gd name="connsiteY0-504" fmla="*/ 73572 h 1418896"/>
                      <a:gd name="connsiteX1-505" fmla="*/ 430924 w 3710151"/>
                      <a:gd name="connsiteY1-506" fmla="*/ 0 h 1418896"/>
                      <a:gd name="connsiteX2-507" fmla="*/ 1838028 w 3710151"/>
                      <a:gd name="connsiteY2-508" fmla="*/ 591655 h 1418896"/>
                      <a:gd name="connsiteX3-509" fmla="*/ 3342289 w 3710151"/>
                      <a:gd name="connsiteY3-510" fmla="*/ 0 h 1418896"/>
                      <a:gd name="connsiteX4-511" fmla="*/ 3563006 w 3710151"/>
                      <a:gd name="connsiteY4-512" fmla="*/ 73572 h 1418896"/>
                      <a:gd name="connsiteX5-513" fmla="*/ 2617717 w 3710151"/>
                      <a:gd name="connsiteY5-514" fmla="*/ 448868 h 1418896"/>
                      <a:gd name="connsiteX6-515" fmla="*/ 2610282 w 3710151"/>
                      <a:gd name="connsiteY6-516" fmla="*/ 902607 h 1418896"/>
                      <a:gd name="connsiteX7-517" fmla="*/ 3710151 w 3710151"/>
                      <a:gd name="connsiteY7-518" fmla="*/ 1345324 h 1418896"/>
                      <a:gd name="connsiteX8-519" fmla="*/ 3426372 w 3710151"/>
                      <a:gd name="connsiteY8-520" fmla="*/ 1408386 h 1418896"/>
                      <a:gd name="connsiteX9-521" fmla="*/ 1849820 w 3710151"/>
                      <a:gd name="connsiteY9-522" fmla="*/ 746234 h 1418896"/>
                      <a:gd name="connsiteX10-523" fmla="*/ 241737 w 3710151"/>
                      <a:gd name="connsiteY10-524" fmla="*/ 1418896 h 1418896"/>
                      <a:gd name="connsiteX11-525" fmla="*/ 0 w 3710151"/>
                      <a:gd name="connsiteY11-526" fmla="*/ 1334814 h 1418896"/>
                      <a:gd name="connsiteX12-527" fmla="*/ 1124606 w 3710151"/>
                      <a:gd name="connsiteY12-528" fmla="*/ 903890 h 1418896"/>
                      <a:gd name="connsiteX13-529" fmla="*/ 1087434 w 3710151"/>
                      <a:gd name="connsiteY13-530" fmla="*/ 451945 h 1418896"/>
                      <a:gd name="connsiteX14-531" fmla="*/ 168164 w 3710151"/>
                      <a:gd name="connsiteY14-532" fmla="*/ 84081 h 1418896"/>
                      <a:gd name="connsiteX15-533" fmla="*/ 147144 w 3710151"/>
                      <a:gd name="connsiteY15-534" fmla="*/ 73572 h 1418896"/>
                      <a:gd name="connsiteX0-535" fmla="*/ 147144 w 3710151"/>
                      <a:gd name="connsiteY0-536" fmla="*/ 73572 h 1418896"/>
                      <a:gd name="connsiteX1-537" fmla="*/ 430924 w 3710151"/>
                      <a:gd name="connsiteY1-538" fmla="*/ 0 h 1418896"/>
                      <a:gd name="connsiteX2-539" fmla="*/ 1838028 w 3710151"/>
                      <a:gd name="connsiteY2-540" fmla="*/ 591655 h 1418896"/>
                      <a:gd name="connsiteX3-541" fmla="*/ 3342289 w 3710151"/>
                      <a:gd name="connsiteY3-542" fmla="*/ 0 h 1418896"/>
                      <a:gd name="connsiteX4-543" fmla="*/ 3563006 w 3710151"/>
                      <a:gd name="connsiteY4-544" fmla="*/ 73572 h 1418896"/>
                      <a:gd name="connsiteX5-545" fmla="*/ 2617717 w 3710151"/>
                      <a:gd name="connsiteY5-546" fmla="*/ 448868 h 1418896"/>
                      <a:gd name="connsiteX6-547" fmla="*/ 2610282 w 3710151"/>
                      <a:gd name="connsiteY6-548" fmla="*/ 902607 h 1418896"/>
                      <a:gd name="connsiteX7-549" fmla="*/ 3710151 w 3710151"/>
                      <a:gd name="connsiteY7-550" fmla="*/ 1345324 h 1418896"/>
                      <a:gd name="connsiteX8-551" fmla="*/ 3426372 w 3710151"/>
                      <a:gd name="connsiteY8-552" fmla="*/ 1408386 h 1418896"/>
                      <a:gd name="connsiteX9-553" fmla="*/ 1849820 w 3710151"/>
                      <a:gd name="connsiteY9-554" fmla="*/ 746234 h 1418896"/>
                      <a:gd name="connsiteX10-555" fmla="*/ 241737 w 3710151"/>
                      <a:gd name="connsiteY10-556" fmla="*/ 1418896 h 1418896"/>
                      <a:gd name="connsiteX11-557" fmla="*/ 0 w 3710151"/>
                      <a:gd name="connsiteY11-558" fmla="*/ 1334814 h 1418896"/>
                      <a:gd name="connsiteX12-559" fmla="*/ 1098586 w 3710151"/>
                      <a:gd name="connsiteY12-560" fmla="*/ 903890 h 1418896"/>
                      <a:gd name="connsiteX13-561" fmla="*/ 1087434 w 3710151"/>
                      <a:gd name="connsiteY13-562" fmla="*/ 451945 h 1418896"/>
                      <a:gd name="connsiteX14-563" fmla="*/ 168164 w 3710151"/>
                      <a:gd name="connsiteY14-564" fmla="*/ 84081 h 1418896"/>
                      <a:gd name="connsiteX15-565" fmla="*/ 147144 w 3710151"/>
                      <a:gd name="connsiteY15-566" fmla="*/ 73572 h 1418896"/>
                      <a:gd name="connsiteX0-567" fmla="*/ 162012 w 3725019"/>
                      <a:gd name="connsiteY0-568" fmla="*/ 73572 h 1418896"/>
                      <a:gd name="connsiteX1-569" fmla="*/ 445792 w 3725019"/>
                      <a:gd name="connsiteY1-570" fmla="*/ 0 h 1418896"/>
                      <a:gd name="connsiteX2-571" fmla="*/ 1852896 w 3725019"/>
                      <a:gd name="connsiteY2-572" fmla="*/ 591655 h 1418896"/>
                      <a:gd name="connsiteX3-573" fmla="*/ 3357157 w 3725019"/>
                      <a:gd name="connsiteY3-574" fmla="*/ 0 h 1418896"/>
                      <a:gd name="connsiteX4-575" fmla="*/ 3577874 w 3725019"/>
                      <a:gd name="connsiteY4-576" fmla="*/ 73572 h 1418896"/>
                      <a:gd name="connsiteX5-577" fmla="*/ 2632585 w 3725019"/>
                      <a:gd name="connsiteY5-578" fmla="*/ 448868 h 1418896"/>
                      <a:gd name="connsiteX6-579" fmla="*/ 2625150 w 3725019"/>
                      <a:gd name="connsiteY6-580" fmla="*/ 902607 h 1418896"/>
                      <a:gd name="connsiteX7-581" fmla="*/ 3725019 w 3725019"/>
                      <a:gd name="connsiteY7-582" fmla="*/ 1345324 h 1418896"/>
                      <a:gd name="connsiteX8-583" fmla="*/ 3441240 w 3725019"/>
                      <a:gd name="connsiteY8-584" fmla="*/ 1408386 h 1418896"/>
                      <a:gd name="connsiteX9-585" fmla="*/ 1864688 w 3725019"/>
                      <a:gd name="connsiteY9-586" fmla="*/ 746234 h 1418896"/>
                      <a:gd name="connsiteX10-587" fmla="*/ 256605 w 3725019"/>
                      <a:gd name="connsiteY10-588" fmla="*/ 1418896 h 1418896"/>
                      <a:gd name="connsiteX11-589" fmla="*/ 0 w 3725019"/>
                      <a:gd name="connsiteY11-590" fmla="*/ 1331097 h 1418896"/>
                      <a:gd name="connsiteX12-591" fmla="*/ 1113454 w 3725019"/>
                      <a:gd name="connsiteY12-592" fmla="*/ 903890 h 1418896"/>
                      <a:gd name="connsiteX13-593" fmla="*/ 1102302 w 3725019"/>
                      <a:gd name="connsiteY13-594" fmla="*/ 451945 h 1418896"/>
                      <a:gd name="connsiteX14-595" fmla="*/ 183032 w 3725019"/>
                      <a:gd name="connsiteY14-596" fmla="*/ 84081 h 1418896"/>
                      <a:gd name="connsiteX15-597" fmla="*/ 162012 w 3725019"/>
                      <a:gd name="connsiteY15-598" fmla="*/ 73572 h 141889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  <a:cxn ang="0">
                        <a:pos x="connsiteX11-23" y="connsiteY11-24"/>
                      </a:cxn>
                      <a:cxn ang="0">
                        <a:pos x="connsiteX12-25" y="connsiteY12-26"/>
                      </a:cxn>
                      <a:cxn ang="0">
                        <a:pos x="connsiteX13-27" y="connsiteY13-28"/>
                      </a:cxn>
                      <a:cxn ang="0">
                        <a:pos x="connsiteX14-29" y="connsiteY14-30"/>
                      </a:cxn>
                      <a:cxn ang="0">
                        <a:pos x="connsiteX15-31" y="connsiteY15-32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</p:grpSp>
      </p:grpSp>
      <p:grpSp>
        <p:nvGrpSpPr>
          <p:cNvPr id="7" name="Group 6"/>
          <p:cNvGrpSpPr/>
          <p:nvPr/>
        </p:nvGrpSpPr>
        <p:grpSpPr>
          <a:xfrm>
            <a:off x="7380480" y="1798646"/>
            <a:ext cx="4322981" cy="3874447"/>
            <a:chOff x="11448552" y="1676017"/>
            <a:chExt cx="4322981" cy="3874447"/>
          </a:xfrm>
        </p:grpSpPr>
        <p:sp>
          <p:nvSpPr>
            <p:cNvPr id="609" name="Oval 608"/>
            <p:cNvSpPr/>
            <p:nvPr/>
          </p:nvSpPr>
          <p:spPr>
            <a:xfrm>
              <a:off x="11548524" y="3627656"/>
              <a:ext cx="1007401" cy="448210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0" name="Oval 609"/>
            <p:cNvSpPr/>
            <p:nvPr/>
          </p:nvSpPr>
          <p:spPr>
            <a:xfrm rot="1622536">
              <a:off x="12634901" y="5270789"/>
              <a:ext cx="887739" cy="161724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3" name="Oval 612"/>
            <p:cNvSpPr/>
            <p:nvPr/>
          </p:nvSpPr>
          <p:spPr>
            <a:xfrm>
              <a:off x="12775958" y="1847944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3" name="Oval 632"/>
            <p:cNvSpPr/>
            <p:nvPr/>
          </p:nvSpPr>
          <p:spPr>
            <a:xfrm>
              <a:off x="12669374" y="4563454"/>
              <a:ext cx="1698836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5" name="Oval 634"/>
            <p:cNvSpPr/>
            <p:nvPr/>
          </p:nvSpPr>
          <p:spPr>
            <a:xfrm>
              <a:off x="12239699" y="4881027"/>
              <a:ext cx="660040" cy="553827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6" name="Oval 635"/>
            <p:cNvSpPr/>
            <p:nvPr/>
          </p:nvSpPr>
          <p:spPr>
            <a:xfrm>
              <a:off x="12638017" y="2106713"/>
              <a:ext cx="503074" cy="24332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7" name="Oval 636"/>
            <p:cNvSpPr/>
            <p:nvPr/>
          </p:nvSpPr>
          <p:spPr>
            <a:xfrm>
              <a:off x="13837524" y="5040395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8" name="Oval 637"/>
            <p:cNvSpPr/>
            <p:nvPr/>
          </p:nvSpPr>
          <p:spPr>
            <a:xfrm rot="2528345">
              <a:off x="12297976" y="2504847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9" name="Oval 638"/>
            <p:cNvSpPr/>
            <p:nvPr/>
          </p:nvSpPr>
          <p:spPr>
            <a:xfrm>
              <a:off x="11972286" y="1972003"/>
              <a:ext cx="612303" cy="754264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1" name="Oval 570"/>
            <p:cNvSpPr/>
            <p:nvPr/>
          </p:nvSpPr>
          <p:spPr>
            <a:xfrm>
              <a:off x="11792971" y="1676017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2" name="Oval 571"/>
            <p:cNvSpPr/>
            <p:nvPr/>
          </p:nvSpPr>
          <p:spPr>
            <a:xfrm>
              <a:off x="11448552" y="2167072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5" name="Oval 574"/>
            <p:cNvSpPr/>
            <p:nvPr/>
          </p:nvSpPr>
          <p:spPr>
            <a:xfrm>
              <a:off x="11807613" y="3089587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6" name="Oval 575"/>
            <p:cNvSpPr/>
            <p:nvPr/>
          </p:nvSpPr>
          <p:spPr>
            <a:xfrm>
              <a:off x="11461856" y="3203435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0" name="Oval 639"/>
            <p:cNvSpPr/>
            <p:nvPr/>
          </p:nvSpPr>
          <p:spPr>
            <a:xfrm>
              <a:off x="14880961" y="3246013"/>
              <a:ext cx="81304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1" name="Oval 640"/>
            <p:cNvSpPr/>
            <p:nvPr/>
          </p:nvSpPr>
          <p:spPr>
            <a:xfrm>
              <a:off x="14958490" y="4026029"/>
              <a:ext cx="81304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42" name="Content Placeholder 2"/>
          <p:cNvSpPr>
            <a:spLocks noGrp="1"/>
          </p:cNvSpPr>
          <p:nvPr>
            <p:ph sz="half" idx="1"/>
          </p:nvPr>
        </p:nvSpPr>
        <p:spPr>
          <a:xfrm>
            <a:off x="838199" y="1825625"/>
            <a:ext cx="5692665" cy="4617464"/>
          </a:xfrm>
        </p:spPr>
        <p:txBody>
          <a:bodyPr>
            <a:normAutofit/>
          </a:bodyPr>
          <a:lstStyle/>
          <a:p>
            <a:pPr marL="0" indent="0">
              <a:buSzPct val="75000"/>
              <a:buNone/>
            </a:pPr>
            <a:r>
              <a:rPr lang="en-US" altLang="en-US" sz="3200" dirty="0">
                <a:solidFill>
                  <a:srgbClr val="CC0000"/>
                </a:solidFill>
                <a:latin typeface="Calibri" panose="020F0502020204030204" pitchFamily="34" charset="0"/>
                <a:ea typeface="MS PGothic" panose="020B0600070205080204" pitchFamily="34" charset="-128"/>
                <a:cs typeface="Calibri" panose="020F0502020204030204" pitchFamily="34" charset="0"/>
              </a:rPr>
              <a:t>网络边缘：</a:t>
            </a:r>
            <a:endParaRPr lang="en-US" altLang="en-US" sz="3200" dirty="0">
              <a:solidFill>
                <a:srgbClr val="CC0000"/>
              </a:solidFill>
              <a:latin typeface="Calibri" panose="020F0502020204030204" pitchFamily="34" charset="0"/>
              <a:ea typeface="MS PGothic" panose="020B0600070205080204" pitchFamily="34" charset="-128"/>
              <a:cs typeface="Calibri" panose="020F0502020204030204" pitchFamily="34" charset="0"/>
            </a:endParaRPr>
          </a:p>
          <a:p>
            <a:pPr marL="351155" indent="-225425">
              <a:buSzPct val="100000"/>
            </a:pPr>
            <a:r>
              <a:rPr lang="en-US" altLang="en-US" dirty="0">
                <a:latin typeface="Calibri" panose="020F0502020204030204" pitchFamily="34" charset="0"/>
                <a:ea typeface="MS PGothic" panose="020B0600070205080204" pitchFamily="34" charset="-128"/>
                <a:cs typeface="Calibri" panose="020F0502020204030204" pitchFamily="34" charset="0"/>
              </a:rPr>
              <a:t>主机：客户机和服务器</a:t>
            </a:r>
            <a:endParaRPr lang="en-US" altLang="en-US" dirty="0">
              <a:latin typeface="Calibri" panose="020F0502020204030204" pitchFamily="34" charset="0"/>
              <a:ea typeface="MS PGothic" panose="020B0600070205080204" pitchFamily="34" charset="-128"/>
              <a:cs typeface="Calibri" panose="020F0502020204030204" pitchFamily="34" charset="0"/>
            </a:endParaRPr>
          </a:p>
          <a:p>
            <a:pPr marL="351155" indent="-225425">
              <a:buSzPct val="100000"/>
            </a:pPr>
            <a:r>
              <a:rPr lang="en-US" altLang="en-US" dirty="0">
                <a:latin typeface="Calibri" panose="020F0502020204030204" pitchFamily="34" charset="0"/>
                <a:ea typeface="MS PGothic" panose="020B0600070205080204" pitchFamily="34" charset="-128"/>
                <a:cs typeface="Calibri" panose="020F0502020204030204" pitchFamily="34" charset="0"/>
              </a:rPr>
              <a:t>服务器通常位于数据中心</a:t>
            </a:r>
            <a:endParaRPr lang="en-US" altLang="en-US" dirty="0">
              <a:latin typeface="Calibri" panose="020F0502020204030204" pitchFamily="34" charset="0"/>
              <a:ea typeface="MS PGothic" panose="020B0600070205080204" pitchFamily="34" charset="-128"/>
              <a:cs typeface="Calibri" panose="020F0502020204030204" pitchFamily="34" charset="0"/>
            </a:endParaRPr>
          </a:p>
          <a:p>
            <a:pPr marL="11430" indent="0">
              <a:spcBef>
                <a:spcPts val="2200"/>
              </a:spcBef>
              <a:buSzPct val="75000"/>
              <a:buNone/>
            </a:pPr>
            <a:r>
              <a:rPr lang="en-US" altLang="en-US" sz="3200" dirty="0">
                <a:solidFill>
                  <a:srgbClr val="CC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接入网、物理媒体：</a:t>
            </a:r>
            <a:endParaRPr lang="en-US" altLang="en-US" sz="3200" dirty="0">
              <a:solidFill>
                <a:srgbClr val="CC0000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marL="290830" indent="-176530">
              <a:buSzPct val="100000"/>
            </a:pPr>
            <a:r>
              <a:rPr lang="en-US" altLang="en-US" dirty="0">
                <a:latin typeface="Calibri" panose="020F0502020204030204" pitchFamily="34" charset="0"/>
                <a:cs typeface="Calibri" panose="020F0502020204030204" pitchFamily="34" charset="0"/>
              </a:rPr>
              <a:t>有线、无线通信链路 </a:t>
            </a:r>
            <a:r>
              <a:rPr lang="en-US" altLang="en-US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/>
            </a:r>
            <a:endParaRPr lang="en-US" altLang="en-US" dirty="0">
              <a:solidFill>
                <a:srgbClr val="FF0000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marL="174625" indent="0">
              <a:buSzPct val="75000"/>
              <a:buNone/>
            </a:pPr>
            <a:endParaRPr lang="en-US" altLang="en-US" dirty="0"/>
          </a:p>
          <a:p>
            <a:endParaRPr lang="en-US" dirty="0"/>
          </a:p>
        </p:txBody>
      </p:sp>
      <p:sp>
        <p:nvSpPr>
          <p:cNvPr id="35" name="Rectangle 34"/>
          <p:cNvSpPr/>
          <p:nvPr/>
        </p:nvSpPr>
        <p:spPr>
          <a:xfrm>
            <a:off x="683172" y="1681655"/>
            <a:ext cx="5787853" cy="1703362"/>
          </a:xfrm>
          <a:prstGeom prst="rect">
            <a:avLst/>
          </a:prstGeom>
          <a:solidFill>
            <a:schemeClr val="bg1">
              <a:alpha val="73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9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引言：1-</a:t>
            </a:r>
            <a:fld id="{C4204591-24BD-A542-B9D5-F8D8A88D2FEE}" type="slidenum">
              <a:rPr lang="en-US" smtClean="0"/>
            </a:fld>
            <a:endParaRPr lang="en-US" dirty="0"/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9" name="Rectangle 419"/>
          <p:cNvSpPr>
            <a:spLocks noChangeArrowheads="1"/>
          </p:cNvSpPr>
          <p:nvPr/>
        </p:nvSpPr>
        <p:spPr bwMode="auto">
          <a:xfrm>
            <a:off x="7439074" y="3553079"/>
            <a:ext cx="986999" cy="669622"/>
          </a:xfrm>
          <a:prstGeom prst="rect">
            <a:avLst/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altLang="ja-JP" sz="6000" b="0" dirty="0"/>
              <a:t>更仔细地观察互联网结构</a:t>
            </a:r>
            <a:endParaRPr lang="en-US" sz="6000" b="0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838199" y="1825625"/>
            <a:ext cx="5692665" cy="4617464"/>
          </a:xfrm>
        </p:spPr>
        <p:txBody>
          <a:bodyPr>
            <a:normAutofit/>
          </a:bodyPr>
          <a:lstStyle/>
          <a:p>
            <a:pPr marL="0" indent="0">
              <a:buSzPct val="75000"/>
              <a:buNone/>
            </a:pPr>
            <a:r>
              <a:rPr lang="en-US" altLang="en-US" sz="3200" dirty="0">
                <a:solidFill>
                  <a:srgbClr val="CC0000"/>
                </a:solidFill>
                <a:latin typeface="Calibri" panose="020F0502020204030204" pitchFamily="34" charset="0"/>
                <a:ea typeface="MS PGothic" panose="020B0600070205080204" pitchFamily="34" charset="-128"/>
                <a:cs typeface="Calibri" panose="020F0502020204030204" pitchFamily="34" charset="0"/>
              </a:rPr>
              <a:t>网络边缘：</a:t>
            </a:r>
            <a:endParaRPr lang="en-US" altLang="en-US" sz="3200" dirty="0">
              <a:solidFill>
                <a:srgbClr val="CC0000"/>
              </a:solidFill>
              <a:latin typeface="Calibri" panose="020F0502020204030204" pitchFamily="34" charset="0"/>
              <a:ea typeface="MS PGothic" panose="020B0600070205080204" pitchFamily="34" charset="-128"/>
              <a:cs typeface="Calibri" panose="020F0502020204030204" pitchFamily="34" charset="0"/>
            </a:endParaRPr>
          </a:p>
          <a:p>
            <a:pPr marL="351155" indent="-225425">
              <a:buSzPct val="100000"/>
            </a:pPr>
            <a:r>
              <a:rPr lang="en-US" altLang="en-US" dirty="0">
                <a:latin typeface="Calibri" panose="020F0502020204030204" pitchFamily="34" charset="0"/>
                <a:ea typeface="MS PGothic" panose="020B0600070205080204" pitchFamily="34" charset="-128"/>
                <a:cs typeface="Calibri" panose="020F0502020204030204" pitchFamily="34" charset="0"/>
              </a:rPr>
              <a:t>主机：客户机和服务器</a:t>
            </a:r>
            <a:endParaRPr lang="en-US" altLang="en-US" dirty="0">
              <a:latin typeface="Calibri" panose="020F0502020204030204" pitchFamily="34" charset="0"/>
              <a:ea typeface="MS PGothic" panose="020B0600070205080204" pitchFamily="34" charset="-128"/>
              <a:cs typeface="Calibri" panose="020F0502020204030204" pitchFamily="34" charset="0"/>
            </a:endParaRPr>
          </a:p>
          <a:p>
            <a:pPr marL="351155" indent="-225425">
              <a:buSzPct val="100000"/>
            </a:pPr>
            <a:r>
              <a:rPr lang="en-US" altLang="en-US" dirty="0">
                <a:latin typeface="Calibri" panose="020F0502020204030204" pitchFamily="34" charset="0"/>
                <a:ea typeface="MS PGothic" panose="020B0600070205080204" pitchFamily="34" charset="-128"/>
                <a:cs typeface="Calibri" panose="020F0502020204030204" pitchFamily="34" charset="0"/>
              </a:rPr>
              <a:t>服务器通常位于数据中心</a:t>
            </a:r>
            <a:endParaRPr lang="en-US" altLang="en-US" dirty="0">
              <a:latin typeface="Calibri" panose="020F0502020204030204" pitchFamily="34" charset="0"/>
              <a:ea typeface="MS PGothic" panose="020B0600070205080204" pitchFamily="34" charset="-128"/>
              <a:cs typeface="Calibri" panose="020F0502020204030204" pitchFamily="34" charset="0"/>
            </a:endParaRPr>
          </a:p>
          <a:p>
            <a:pPr marL="11430" indent="0">
              <a:spcBef>
                <a:spcPts val="2200"/>
              </a:spcBef>
              <a:buSzPct val="75000"/>
              <a:buNone/>
            </a:pPr>
            <a:r>
              <a:rPr lang="en-US" altLang="en-US" sz="3200" dirty="0">
                <a:solidFill>
                  <a:srgbClr val="CC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接入网、物理媒体：</a:t>
            </a:r>
            <a:endParaRPr lang="en-US" altLang="en-US" sz="3200" dirty="0">
              <a:solidFill>
                <a:srgbClr val="CC0000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marL="290830" indent="-176530">
              <a:buSzPct val="100000"/>
            </a:pPr>
            <a:r>
              <a:rPr lang="en-US" altLang="en-US" dirty="0">
                <a:latin typeface="Calibri" panose="020F0502020204030204" pitchFamily="34" charset="0"/>
                <a:cs typeface="Calibri" panose="020F0502020204030204" pitchFamily="34" charset="0"/>
              </a:rPr>
              <a:t>有线、无线通信链路 </a:t>
            </a:r>
            <a:r>
              <a:rPr lang="en-US" altLang="en-US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/>
            </a:r>
            <a:endParaRPr lang="en-US" altLang="en-US" dirty="0">
              <a:solidFill>
                <a:srgbClr val="FF0000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marL="9525" indent="0">
              <a:spcBef>
                <a:spcPts val="2200"/>
              </a:spcBef>
              <a:buSzPct val="75000"/>
              <a:buNone/>
            </a:pPr>
            <a:r>
              <a:rPr lang="en-US" altLang="en-US" sz="3200" dirty="0">
                <a:solidFill>
                  <a:srgbClr val="CC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网络核心： </a:t>
            </a:r>
            <a:endParaRPr lang="en-US" altLang="en-US" sz="3200" dirty="0">
              <a:solidFill>
                <a:srgbClr val="CC0000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marL="342900" lvl="1" indent="-208280">
              <a:lnSpc>
                <a:spcPct val="85000"/>
              </a:lnSpc>
              <a:spcBef>
                <a:spcPct val="15000"/>
              </a:spcBef>
              <a:buClr>
                <a:srgbClr val="000099"/>
              </a:buClr>
              <a:buSzPct val="95000"/>
              <a:buFont typeface="Wingdings" panose="05000000000000000000" pitchFamily="2" charset="2"/>
              <a:buChar char="§"/>
            </a:pPr>
            <a:r>
              <a:rPr lang="en-US" alt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互连的路由器</a:t>
            </a:r>
            <a:endParaRPr lang="en-US" altLang="en-US" sz="2800" dirty="0"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marL="342900" lvl="1" indent="-208280">
              <a:lnSpc>
                <a:spcPct val="85000"/>
              </a:lnSpc>
              <a:spcBef>
                <a:spcPct val="15000"/>
              </a:spcBef>
              <a:buClr>
                <a:srgbClr val="000099"/>
              </a:buClr>
              <a:buSzPct val="95000"/>
              <a:buFont typeface="Wingdings" panose="05000000000000000000" pitchFamily="2" charset="2"/>
              <a:buChar char="§"/>
            </a:pPr>
            <a:r>
              <a:rPr lang="en-US" alt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网络的网络</a:t>
            </a:r>
            <a:endParaRPr lang="en-US" altLang="en-US" sz="2800" dirty="0"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marL="174625" indent="0">
              <a:buSzPct val="75000"/>
              <a:buNone/>
            </a:pPr>
            <a:endParaRPr lang="en-US" altLang="en-US" dirty="0"/>
          </a:p>
          <a:p>
            <a:endParaRPr lang="en-US" dirty="0"/>
          </a:p>
        </p:txBody>
      </p:sp>
      <p:sp>
        <p:nvSpPr>
          <p:cNvPr id="371" name="Freeform 370"/>
          <p:cNvSpPr/>
          <p:nvPr/>
        </p:nvSpPr>
        <p:spPr>
          <a:xfrm>
            <a:off x="8985188" y="3065778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-1" fmla="*/ 434989 w 1537226"/>
              <a:gd name="connsiteY0-2" fmla="*/ 253346 h 1763594"/>
              <a:gd name="connsiteX1-3" fmla="*/ 488 w 1537226"/>
              <a:gd name="connsiteY1-4" fmla="*/ 921706 h 1763594"/>
              <a:gd name="connsiteX2-5" fmla="*/ 368142 w 1537226"/>
              <a:gd name="connsiteY2-6" fmla="*/ 1489812 h 1763594"/>
              <a:gd name="connsiteX3-7" fmla="*/ 1187008 w 1537226"/>
              <a:gd name="connsiteY3-8" fmla="*/ 1757156 h 1763594"/>
              <a:gd name="connsiteX4-9" fmla="*/ 1521239 w 1537226"/>
              <a:gd name="connsiteY4-10" fmla="*/ 1239177 h 1763594"/>
              <a:gd name="connsiteX5-11" fmla="*/ 1468998 w 1537226"/>
              <a:gd name="connsiteY5-12" fmla="*/ 654362 h 1763594"/>
              <a:gd name="connsiteX6-13" fmla="*/ 1337412 w 1537226"/>
              <a:gd name="connsiteY6-14" fmla="*/ 136383 h 1763594"/>
              <a:gd name="connsiteX7-15" fmla="*/ 1086739 w 1537226"/>
              <a:gd name="connsiteY7-16" fmla="*/ 2711 h 1763594"/>
              <a:gd name="connsiteX8-17" fmla="*/ 434989 w 1537226"/>
              <a:gd name="connsiteY8-18" fmla="*/ 253346 h 1763594"/>
              <a:gd name="connsiteX0-19" fmla="*/ 434989 w 1537226"/>
              <a:gd name="connsiteY0-20" fmla="*/ 253346 h 1763594"/>
              <a:gd name="connsiteX1-21" fmla="*/ 488 w 1537226"/>
              <a:gd name="connsiteY1-22" fmla="*/ 921706 h 1763594"/>
              <a:gd name="connsiteX2-23" fmla="*/ 368142 w 1537226"/>
              <a:gd name="connsiteY2-24" fmla="*/ 1489812 h 1763594"/>
              <a:gd name="connsiteX3-25" fmla="*/ 1187008 w 1537226"/>
              <a:gd name="connsiteY3-26" fmla="*/ 1757156 h 1763594"/>
              <a:gd name="connsiteX4-27" fmla="*/ 1521239 w 1537226"/>
              <a:gd name="connsiteY4-28" fmla="*/ 1239177 h 1763594"/>
              <a:gd name="connsiteX5-29" fmla="*/ 1468998 w 1537226"/>
              <a:gd name="connsiteY5-30" fmla="*/ 654362 h 1763594"/>
              <a:gd name="connsiteX6-31" fmla="*/ 1337412 w 1537226"/>
              <a:gd name="connsiteY6-32" fmla="*/ 136383 h 1763594"/>
              <a:gd name="connsiteX7-33" fmla="*/ 839572 w 1537226"/>
              <a:gd name="connsiteY7-34" fmla="*/ 2711 h 1763594"/>
              <a:gd name="connsiteX8-35" fmla="*/ 434989 w 1537226"/>
              <a:gd name="connsiteY8-36" fmla="*/ 253346 h 1763594"/>
              <a:gd name="connsiteX0-37" fmla="*/ 360357 w 1536743"/>
              <a:gd name="connsiteY0-38" fmla="*/ 534641 h 1782088"/>
              <a:gd name="connsiteX1-39" fmla="*/ 5 w 1536743"/>
              <a:gd name="connsiteY1-40" fmla="*/ 940200 h 1782088"/>
              <a:gd name="connsiteX2-41" fmla="*/ 367659 w 1536743"/>
              <a:gd name="connsiteY2-42" fmla="*/ 1508306 h 1782088"/>
              <a:gd name="connsiteX3-43" fmla="*/ 1186525 w 1536743"/>
              <a:gd name="connsiteY3-44" fmla="*/ 1775650 h 1782088"/>
              <a:gd name="connsiteX4-45" fmla="*/ 1520756 w 1536743"/>
              <a:gd name="connsiteY4-46" fmla="*/ 1257671 h 1782088"/>
              <a:gd name="connsiteX5-47" fmla="*/ 1468515 w 1536743"/>
              <a:gd name="connsiteY5-48" fmla="*/ 672856 h 1782088"/>
              <a:gd name="connsiteX6-49" fmla="*/ 1336929 w 1536743"/>
              <a:gd name="connsiteY6-50" fmla="*/ 154877 h 1782088"/>
              <a:gd name="connsiteX7-51" fmla="*/ 839089 w 1536743"/>
              <a:gd name="connsiteY7-52" fmla="*/ 21205 h 1782088"/>
              <a:gd name="connsiteX8-53" fmla="*/ 360357 w 1536743"/>
              <a:gd name="connsiteY8-54" fmla="*/ 534641 h 1782088"/>
              <a:gd name="connsiteX0-55" fmla="*/ 360355 w 1536741"/>
              <a:gd name="connsiteY0-56" fmla="*/ 534641 h 1782088"/>
              <a:gd name="connsiteX1-57" fmla="*/ 3 w 1536741"/>
              <a:gd name="connsiteY1-58" fmla="*/ 940200 h 1782088"/>
              <a:gd name="connsiteX2-59" fmla="*/ 367657 w 1536741"/>
              <a:gd name="connsiteY2-60" fmla="*/ 1508306 h 1782088"/>
              <a:gd name="connsiteX3-61" fmla="*/ 1186523 w 1536741"/>
              <a:gd name="connsiteY3-62" fmla="*/ 1775650 h 1782088"/>
              <a:gd name="connsiteX4-63" fmla="*/ 1520754 w 1536741"/>
              <a:gd name="connsiteY4-64" fmla="*/ 1257671 h 1782088"/>
              <a:gd name="connsiteX5-65" fmla="*/ 1468513 w 1536741"/>
              <a:gd name="connsiteY5-66" fmla="*/ 672856 h 1782088"/>
              <a:gd name="connsiteX6-67" fmla="*/ 1336927 w 1536741"/>
              <a:gd name="connsiteY6-68" fmla="*/ 154877 h 1782088"/>
              <a:gd name="connsiteX7-69" fmla="*/ 839087 w 1536741"/>
              <a:gd name="connsiteY7-70" fmla="*/ 21205 h 1782088"/>
              <a:gd name="connsiteX8-71" fmla="*/ 360355 w 1536741"/>
              <a:gd name="connsiteY8-72" fmla="*/ 534641 h 1782088"/>
              <a:gd name="connsiteX0-73" fmla="*/ 382604 w 1558990"/>
              <a:gd name="connsiteY0-74" fmla="*/ 534641 h 1810599"/>
              <a:gd name="connsiteX1-75" fmla="*/ 22252 w 1558990"/>
              <a:gd name="connsiteY1-76" fmla="*/ 940200 h 1810599"/>
              <a:gd name="connsiteX2-77" fmla="*/ 167457 w 1558990"/>
              <a:gd name="connsiteY2-78" fmla="*/ 1672556 h 1810599"/>
              <a:gd name="connsiteX3-79" fmla="*/ 1208772 w 1558990"/>
              <a:gd name="connsiteY3-80" fmla="*/ 1775650 h 1810599"/>
              <a:gd name="connsiteX4-81" fmla="*/ 1543003 w 1558990"/>
              <a:gd name="connsiteY4-82" fmla="*/ 1257671 h 1810599"/>
              <a:gd name="connsiteX5-83" fmla="*/ 1490762 w 1558990"/>
              <a:gd name="connsiteY5-84" fmla="*/ 672856 h 1810599"/>
              <a:gd name="connsiteX6-85" fmla="*/ 1359176 w 1558990"/>
              <a:gd name="connsiteY6-86" fmla="*/ 154877 h 1810599"/>
              <a:gd name="connsiteX7-87" fmla="*/ 861336 w 1558990"/>
              <a:gd name="connsiteY7-88" fmla="*/ 21205 h 1810599"/>
              <a:gd name="connsiteX8-89" fmla="*/ 382604 w 1558990"/>
              <a:gd name="connsiteY8-90" fmla="*/ 534641 h 1810599"/>
              <a:gd name="connsiteX0-91" fmla="*/ 393458 w 1593840"/>
              <a:gd name="connsiteY0-92" fmla="*/ 534641 h 1793264"/>
              <a:gd name="connsiteX1-93" fmla="*/ 33106 w 1593840"/>
              <a:gd name="connsiteY1-94" fmla="*/ 940200 h 1793264"/>
              <a:gd name="connsiteX2-95" fmla="*/ 178311 w 1593840"/>
              <a:gd name="connsiteY2-96" fmla="*/ 1672556 h 1793264"/>
              <a:gd name="connsiteX3-97" fmla="*/ 1464139 w 1593840"/>
              <a:gd name="connsiteY3-98" fmla="*/ 1752440 h 1793264"/>
              <a:gd name="connsiteX4-99" fmla="*/ 1553857 w 1593840"/>
              <a:gd name="connsiteY4-100" fmla="*/ 1257671 h 1793264"/>
              <a:gd name="connsiteX5-101" fmla="*/ 1501616 w 1593840"/>
              <a:gd name="connsiteY5-102" fmla="*/ 672856 h 1793264"/>
              <a:gd name="connsiteX6-103" fmla="*/ 1370030 w 1593840"/>
              <a:gd name="connsiteY6-104" fmla="*/ 154877 h 1793264"/>
              <a:gd name="connsiteX7-105" fmla="*/ 872190 w 1593840"/>
              <a:gd name="connsiteY7-106" fmla="*/ 21205 h 1793264"/>
              <a:gd name="connsiteX8-107" fmla="*/ 393458 w 1593840"/>
              <a:gd name="connsiteY8-108" fmla="*/ 534641 h 1793264"/>
              <a:gd name="connsiteX0-109" fmla="*/ 393458 w 1566550"/>
              <a:gd name="connsiteY0-110" fmla="*/ 534641 h 1840341"/>
              <a:gd name="connsiteX1-111" fmla="*/ 33106 w 1566550"/>
              <a:gd name="connsiteY1-112" fmla="*/ 940200 h 1840341"/>
              <a:gd name="connsiteX2-113" fmla="*/ 178311 w 1566550"/>
              <a:gd name="connsiteY2-114" fmla="*/ 1672556 h 1840341"/>
              <a:gd name="connsiteX3-115" fmla="*/ 1464139 w 1566550"/>
              <a:gd name="connsiteY3-116" fmla="*/ 1752440 h 1840341"/>
              <a:gd name="connsiteX4-117" fmla="*/ 1553857 w 1566550"/>
              <a:gd name="connsiteY4-118" fmla="*/ 1257671 h 1840341"/>
              <a:gd name="connsiteX5-119" fmla="*/ 1501616 w 1566550"/>
              <a:gd name="connsiteY5-120" fmla="*/ 672856 h 1840341"/>
              <a:gd name="connsiteX6-121" fmla="*/ 1370030 w 1566550"/>
              <a:gd name="connsiteY6-122" fmla="*/ 154877 h 1840341"/>
              <a:gd name="connsiteX7-123" fmla="*/ 872190 w 1566550"/>
              <a:gd name="connsiteY7-124" fmla="*/ 21205 h 1840341"/>
              <a:gd name="connsiteX8-125" fmla="*/ 393458 w 1566550"/>
              <a:gd name="connsiteY8-126" fmla="*/ 534641 h 1840341"/>
              <a:gd name="connsiteX0-127" fmla="*/ 393458 w 1555557"/>
              <a:gd name="connsiteY0-128" fmla="*/ 534641 h 1787187"/>
              <a:gd name="connsiteX1-129" fmla="*/ 33106 w 1555557"/>
              <a:gd name="connsiteY1-130" fmla="*/ 940200 h 1787187"/>
              <a:gd name="connsiteX2-131" fmla="*/ 178311 w 1555557"/>
              <a:gd name="connsiteY2-132" fmla="*/ 1672556 h 1787187"/>
              <a:gd name="connsiteX3-133" fmla="*/ 1464139 w 1555557"/>
              <a:gd name="connsiteY3-134" fmla="*/ 1752440 h 1787187"/>
              <a:gd name="connsiteX4-135" fmla="*/ 1553857 w 1555557"/>
              <a:gd name="connsiteY4-136" fmla="*/ 1257671 h 1787187"/>
              <a:gd name="connsiteX5-137" fmla="*/ 1501616 w 1555557"/>
              <a:gd name="connsiteY5-138" fmla="*/ 672856 h 1787187"/>
              <a:gd name="connsiteX6-139" fmla="*/ 1370030 w 1555557"/>
              <a:gd name="connsiteY6-140" fmla="*/ 154877 h 1787187"/>
              <a:gd name="connsiteX7-141" fmla="*/ 872190 w 1555557"/>
              <a:gd name="connsiteY7-142" fmla="*/ 21205 h 1787187"/>
              <a:gd name="connsiteX8-143" fmla="*/ 393458 w 1555557"/>
              <a:gd name="connsiteY8-144" fmla="*/ 534641 h 1787187"/>
              <a:gd name="connsiteX0-145" fmla="*/ 401126 w 1664928"/>
              <a:gd name="connsiteY0-146" fmla="*/ 534641 h 1783934"/>
              <a:gd name="connsiteX1-147" fmla="*/ 40774 w 1664928"/>
              <a:gd name="connsiteY1-148" fmla="*/ 940200 h 1783934"/>
              <a:gd name="connsiteX2-149" fmla="*/ 185979 w 1664928"/>
              <a:gd name="connsiteY2-150" fmla="*/ 1672556 h 1783934"/>
              <a:gd name="connsiteX3-151" fmla="*/ 1618513 w 1664928"/>
              <a:gd name="connsiteY3-152" fmla="*/ 1747798 h 1783934"/>
              <a:gd name="connsiteX4-153" fmla="*/ 1561525 w 1664928"/>
              <a:gd name="connsiteY4-154" fmla="*/ 1257671 h 1783934"/>
              <a:gd name="connsiteX5-155" fmla="*/ 1509284 w 1664928"/>
              <a:gd name="connsiteY5-156" fmla="*/ 672856 h 1783934"/>
              <a:gd name="connsiteX6-157" fmla="*/ 1377698 w 1664928"/>
              <a:gd name="connsiteY6-158" fmla="*/ 154877 h 1783934"/>
              <a:gd name="connsiteX7-159" fmla="*/ 879858 w 1664928"/>
              <a:gd name="connsiteY7-160" fmla="*/ 21205 h 1783934"/>
              <a:gd name="connsiteX8-161" fmla="*/ 401126 w 1664928"/>
              <a:gd name="connsiteY8-162" fmla="*/ 534641 h 1783934"/>
              <a:gd name="connsiteX0-163" fmla="*/ 408119 w 1718774"/>
              <a:gd name="connsiteY0-164" fmla="*/ 534641 h 1826522"/>
              <a:gd name="connsiteX1-165" fmla="*/ 47767 w 1718774"/>
              <a:gd name="connsiteY1-166" fmla="*/ 940200 h 1826522"/>
              <a:gd name="connsiteX2-167" fmla="*/ 179001 w 1718774"/>
              <a:gd name="connsiteY2-168" fmla="*/ 1742186 h 1826522"/>
              <a:gd name="connsiteX3-169" fmla="*/ 1625506 w 1718774"/>
              <a:gd name="connsiteY3-170" fmla="*/ 1747798 h 1826522"/>
              <a:gd name="connsiteX4-171" fmla="*/ 1568518 w 1718774"/>
              <a:gd name="connsiteY4-172" fmla="*/ 1257671 h 1826522"/>
              <a:gd name="connsiteX5-173" fmla="*/ 1516277 w 1718774"/>
              <a:gd name="connsiteY5-174" fmla="*/ 672856 h 1826522"/>
              <a:gd name="connsiteX6-175" fmla="*/ 1384691 w 1718774"/>
              <a:gd name="connsiteY6-176" fmla="*/ 154877 h 1826522"/>
              <a:gd name="connsiteX7-177" fmla="*/ 886851 w 1718774"/>
              <a:gd name="connsiteY7-178" fmla="*/ 21205 h 1826522"/>
              <a:gd name="connsiteX8-179" fmla="*/ 408119 w 1718774"/>
              <a:gd name="connsiteY8-180" fmla="*/ 534641 h 1826522"/>
              <a:gd name="connsiteX0-181" fmla="*/ 477759 w 1796623"/>
              <a:gd name="connsiteY0-182" fmla="*/ 534641 h 1818043"/>
              <a:gd name="connsiteX1-183" fmla="*/ 117407 w 1796623"/>
              <a:gd name="connsiteY1-184" fmla="*/ 940200 h 1818043"/>
              <a:gd name="connsiteX2-185" fmla="*/ 136864 w 1796623"/>
              <a:gd name="connsiteY2-186" fmla="*/ 1728260 h 1818043"/>
              <a:gd name="connsiteX3-187" fmla="*/ 1695146 w 1796623"/>
              <a:gd name="connsiteY3-188" fmla="*/ 1747798 h 1818043"/>
              <a:gd name="connsiteX4-189" fmla="*/ 1638158 w 1796623"/>
              <a:gd name="connsiteY4-190" fmla="*/ 1257671 h 1818043"/>
              <a:gd name="connsiteX5-191" fmla="*/ 1585917 w 1796623"/>
              <a:gd name="connsiteY5-192" fmla="*/ 672856 h 1818043"/>
              <a:gd name="connsiteX6-193" fmla="*/ 1454331 w 1796623"/>
              <a:gd name="connsiteY6-194" fmla="*/ 154877 h 1818043"/>
              <a:gd name="connsiteX7-195" fmla="*/ 956491 w 1796623"/>
              <a:gd name="connsiteY7-196" fmla="*/ 21205 h 1818043"/>
              <a:gd name="connsiteX8-197" fmla="*/ 477759 w 1796623"/>
              <a:gd name="connsiteY8-198" fmla="*/ 534641 h 1818043"/>
              <a:gd name="connsiteX0-199" fmla="*/ 396783 w 1688820"/>
              <a:gd name="connsiteY0-200" fmla="*/ 534641 h 1815615"/>
              <a:gd name="connsiteX1-201" fmla="*/ 36431 w 1688820"/>
              <a:gd name="connsiteY1-202" fmla="*/ 940200 h 1815615"/>
              <a:gd name="connsiteX2-203" fmla="*/ 55888 w 1688820"/>
              <a:gd name="connsiteY2-204" fmla="*/ 1728260 h 1815615"/>
              <a:gd name="connsiteX3-205" fmla="*/ 421834 w 1688820"/>
              <a:gd name="connsiteY3-206" fmla="*/ 1798118 h 1815615"/>
              <a:gd name="connsiteX4-207" fmla="*/ 1614170 w 1688820"/>
              <a:gd name="connsiteY4-208" fmla="*/ 1747798 h 1815615"/>
              <a:gd name="connsiteX5-209" fmla="*/ 1557182 w 1688820"/>
              <a:gd name="connsiteY5-210" fmla="*/ 1257671 h 1815615"/>
              <a:gd name="connsiteX6-211" fmla="*/ 1504941 w 1688820"/>
              <a:gd name="connsiteY6-212" fmla="*/ 672856 h 1815615"/>
              <a:gd name="connsiteX7-213" fmla="*/ 1373355 w 1688820"/>
              <a:gd name="connsiteY7-214" fmla="*/ 154877 h 1815615"/>
              <a:gd name="connsiteX8-215" fmla="*/ 875515 w 1688820"/>
              <a:gd name="connsiteY8-216" fmla="*/ 21205 h 1815615"/>
              <a:gd name="connsiteX9" fmla="*/ 396783 w 1688820"/>
              <a:gd name="connsiteY9" fmla="*/ 534641 h 1815615"/>
              <a:gd name="connsiteX0-217" fmla="*/ 394951 w 1689541"/>
              <a:gd name="connsiteY0-218" fmla="*/ 534641 h 1877271"/>
              <a:gd name="connsiteX1-219" fmla="*/ 34599 w 1689541"/>
              <a:gd name="connsiteY1-220" fmla="*/ 940200 h 1877271"/>
              <a:gd name="connsiteX2-221" fmla="*/ 54056 w 1689541"/>
              <a:gd name="connsiteY2-222" fmla="*/ 1728260 h 1877271"/>
              <a:gd name="connsiteX3-223" fmla="*/ 385071 w 1689541"/>
              <a:gd name="connsiteY3-224" fmla="*/ 1877032 h 1877271"/>
              <a:gd name="connsiteX4-225" fmla="*/ 1612338 w 1689541"/>
              <a:gd name="connsiteY4-226" fmla="*/ 1747798 h 1877271"/>
              <a:gd name="connsiteX5-227" fmla="*/ 1555350 w 1689541"/>
              <a:gd name="connsiteY5-228" fmla="*/ 1257671 h 1877271"/>
              <a:gd name="connsiteX6-229" fmla="*/ 1503109 w 1689541"/>
              <a:gd name="connsiteY6-230" fmla="*/ 672856 h 1877271"/>
              <a:gd name="connsiteX7-231" fmla="*/ 1371523 w 1689541"/>
              <a:gd name="connsiteY7-232" fmla="*/ 154877 h 1877271"/>
              <a:gd name="connsiteX8-233" fmla="*/ 873683 w 1689541"/>
              <a:gd name="connsiteY8-234" fmla="*/ 21205 h 1877271"/>
              <a:gd name="connsiteX9-235" fmla="*/ 394951 w 1689541"/>
              <a:gd name="connsiteY9-236" fmla="*/ 534641 h 1877271"/>
              <a:gd name="connsiteX0-237" fmla="*/ 394949 w 1689541"/>
              <a:gd name="connsiteY0-238" fmla="*/ 534641 h 1877032"/>
              <a:gd name="connsiteX1-239" fmla="*/ 34597 w 1689541"/>
              <a:gd name="connsiteY1-240" fmla="*/ 940200 h 1877032"/>
              <a:gd name="connsiteX2-241" fmla="*/ 54054 w 1689541"/>
              <a:gd name="connsiteY2-242" fmla="*/ 1728260 h 1877032"/>
              <a:gd name="connsiteX3-243" fmla="*/ 385069 w 1689541"/>
              <a:gd name="connsiteY3-244" fmla="*/ 1877032 h 1877032"/>
              <a:gd name="connsiteX4-245" fmla="*/ 1612336 w 1689541"/>
              <a:gd name="connsiteY4-246" fmla="*/ 1747798 h 1877032"/>
              <a:gd name="connsiteX5-247" fmla="*/ 1555348 w 1689541"/>
              <a:gd name="connsiteY5-248" fmla="*/ 1257671 h 1877032"/>
              <a:gd name="connsiteX6-249" fmla="*/ 1503107 w 1689541"/>
              <a:gd name="connsiteY6-250" fmla="*/ 672856 h 1877032"/>
              <a:gd name="connsiteX7-251" fmla="*/ 1371521 w 1689541"/>
              <a:gd name="connsiteY7-252" fmla="*/ 154877 h 1877032"/>
              <a:gd name="connsiteX8-253" fmla="*/ 873681 w 1689541"/>
              <a:gd name="connsiteY8-254" fmla="*/ 21205 h 1877032"/>
              <a:gd name="connsiteX9-255" fmla="*/ 394949 w 1689541"/>
              <a:gd name="connsiteY9-256" fmla="*/ 534641 h 1877032"/>
              <a:gd name="connsiteX0-257" fmla="*/ 394949 w 1683795"/>
              <a:gd name="connsiteY0-258" fmla="*/ 534641 h 1877032"/>
              <a:gd name="connsiteX1-259" fmla="*/ 34597 w 1683795"/>
              <a:gd name="connsiteY1-260" fmla="*/ 940200 h 1877032"/>
              <a:gd name="connsiteX2-261" fmla="*/ 54054 w 1683795"/>
              <a:gd name="connsiteY2-262" fmla="*/ 1728260 h 1877032"/>
              <a:gd name="connsiteX3-263" fmla="*/ 385069 w 1683795"/>
              <a:gd name="connsiteY3-264" fmla="*/ 1877032 h 1877032"/>
              <a:gd name="connsiteX4-265" fmla="*/ 1605349 w 1683795"/>
              <a:gd name="connsiteY4-266" fmla="*/ 1798860 h 1877032"/>
              <a:gd name="connsiteX5-267" fmla="*/ 1555348 w 1683795"/>
              <a:gd name="connsiteY5-268" fmla="*/ 1257671 h 1877032"/>
              <a:gd name="connsiteX6-269" fmla="*/ 1503107 w 1683795"/>
              <a:gd name="connsiteY6-270" fmla="*/ 672856 h 1877032"/>
              <a:gd name="connsiteX7-271" fmla="*/ 1371521 w 1683795"/>
              <a:gd name="connsiteY7-272" fmla="*/ 154877 h 1877032"/>
              <a:gd name="connsiteX8-273" fmla="*/ 873681 w 1683795"/>
              <a:gd name="connsiteY8-274" fmla="*/ 21205 h 1877032"/>
              <a:gd name="connsiteX9-275" fmla="*/ 394949 w 1683795"/>
              <a:gd name="connsiteY9-276" fmla="*/ 534641 h 1877032"/>
              <a:gd name="connsiteX0-277" fmla="*/ 394949 w 1720794"/>
              <a:gd name="connsiteY0-278" fmla="*/ 534641 h 1877032"/>
              <a:gd name="connsiteX1-279" fmla="*/ 34597 w 1720794"/>
              <a:gd name="connsiteY1-280" fmla="*/ 940200 h 1877032"/>
              <a:gd name="connsiteX2-281" fmla="*/ 54054 w 1720794"/>
              <a:gd name="connsiteY2-282" fmla="*/ 1728260 h 1877032"/>
              <a:gd name="connsiteX3-283" fmla="*/ 385069 w 1720794"/>
              <a:gd name="connsiteY3-284" fmla="*/ 1877032 h 1877032"/>
              <a:gd name="connsiteX4-285" fmla="*/ 1605349 w 1720794"/>
              <a:gd name="connsiteY4-286" fmla="*/ 1798860 h 1877032"/>
              <a:gd name="connsiteX5-287" fmla="*/ 1555348 w 1720794"/>
              <a:gd name="connsiteY5-288" fmla="*/ 1257671 h 1877032"/>
              <a:gd name="connsiteX6-289" fmla="*/ 1503107 w 1720794"/>
              <a:gd name="connsiteY6-290" fmla="*/ 672856 h 1877032"/>
              <a:gd name="connsiteX7-291" fmla="*/ 1371521 w 1720794"/>
              <a:gd name="connsiteY7-292" fmla="*/ 154877 h 1877032"/>
              <a:gd name="connsiteX8-293" fmla="*/ 873681 w 1720794"/>
              <a:gd name="connsiteY8-294" fmla="*/ 21205 h 1877032"/>
              <a:gd name="connsiteX9-295" fmla="*/ 394949 w 1720794"/>
              <a:gd name="connsiteY9-296" fmla="*/ 534641 h 1877032"/>
              <a:gd name="connsiteX0-297" fmla="*/ 394949 w 1720794"/>
              <a:gd name="connsiteY0-298" fmla="*/ 534641 h 1877032"/>
              <a:gd name="connsiteX1-299" fmla="*/ 34597 w 1720794"/>
              <a:gd name="connsiteY1-300" fmla="*/ 940200 h 1877032"/>
              <a:gd name="connsiteX2-301" fmla="*/ 54054 w 1720794"/>
              <a:gd name="connsiteY2-302" fmla="*/ 1728260 h 1877032"/>
              <a:gd name="connsiteX3-303" fmla="*/ 385069 w 1720794"/>
              <a:gd name="connsiteY3-304" fmla="*/ 1877032 h 1877032"/>
              <a:gd name="connsiteX4-305" fmla="*/ 1605349 w 1720794"/>
              <a:gd name="connsiteY4-306" fmla="*/ 1798860 h 1877032"/>
              <a:gd name="connsiteX5-307" fmla="*/ 1555348 w 1720794"/>
              <a:gd name="connsiteY5-308" fmla="*/ 1257671 h 1877032"/>
              <a:gd name="connsiteX6-309" fmla="*/ 1503107 w 1720794"/>
              <a:gd name="connsiteY6-310" fmla="*/ 672856 h 1877032"/>
              <a:gd name="connsiteX7-311" fmla="*/ 1371521 w 1720794"/>
              <a:gd name="connsiteY7-312" fmla="*/ 154877 h 1877032"/>
              <a:gd name="connsiteX8-313" fmla="*/ 873681 w 1720794"/>
              <a:gd name="connsiteY8-314" fmla="*/ 21205 h 1877032"/>
              <a:gd name="connsiteX9-315" fmla="*/ 394949 w 1720794"/>
              <a:gd name="connsiteY9-316" fmla="*/ 534641 h 1877032"/>
              <a:gd name="connsiteX0-317" fmla="*/ 394949 w 1671512"/>
              <a:gd name="connsiteY0-318" fmla="*/ 534641 h 1877032"/>
              <a:gd name="connsiteX1-319" fmla="*/ 34597 w 1671512"/>
              <a:gd name="connsiteY1-320" fmla="*/ 940200 h 1877032"/>
              <a:gd name="connsiteX2-321" fmla="*/ 54054 w 1671512"/>
              <a:gd name="connsiteY2-322" fmla="*/ 1728260 h 1877032"/>
              <a:gd name="connsiteX3-323" fmla="*/ 385069 w 1671512"/>
              <a:gd name="connsiteY3-324" fmla="*/ 1877032 h 1877032"/>
              <a:gd name="connsiteX4-325" fmla="*/ 1605349 w 1671512"/>
              <a:gd name="connsiteY4-326" fmla="*/ 1798860 h 1877032"/>
              <a:gd name="connsiteX5-327" fmla="*/ 1555348 w 1671512"/>
              <a:gd name="connsiteY5-328" fmla="*/ 1257671 h 1877032"/>
              <a:gd name="connsiteX6-329" fmla="*/ 1503107 w 1671512"/>
              <a:gd name="connsiteY6-330" fmla="*/ 672856 h 1877032"/>
              <a:gd name="connsiteX7-331" fmla="*/ 1371521 w 1671512"/>
              <a:gd name="connsiteY7-332" fmla="*/ 154877 h 1877032"/>
              <a:gd name="connsiteX8-333" fmla="*/ 873681 w 1671512"/>
              <a:gd name="connsiteY8-334" fmla="*/ 21205 h 1877032"/>
              <a:gd name="connsiteX9-335" fmla="*/ 394949 w 1671512"/>
              <a:gd name="connsiteY9-336" fmla="*/ 534641 h 1877032"/>
              <a:gd name="connsiteX0-337" fmla="*/ 394949 w 1677296"/>
              <a:gd name="connsiteY0-338" fmla="*/ 534641 h 1877032"/>
              <a:gd name="connsiteX1-339" fmla="*/ 34597 w 1677296"/>
              <a:gd name="connsiteY1-340" fmla="*/ 940200 h 1877032"/>
              <a:gd name="connsiteX2-341" fmla="*/ 54054 w 1677296"/>
              <a:gd name="connsiteY2-342" fmla="*/ 1728260 h 1877032"/>
              <a:gd name="connsiteX3-343" fmla="*/ 385069 w 1677296"/>
              <a:gd name="connsiteY3-344" fmla="*/ 1877032 h 1877032"/>
              <a:gd name="connsiteX4-345" fmla="*/ 1612334 w 1677296"/>
              <a:gd name="connsiteY4-346" fmla="*/ 1840637 h 1877032"/>
              <a:gd name="connsiteX5-347" fmla="*/ 1555348 w 1677296"/>
              <a:gd name="connsiteY5-348" fmla="*/ 1257671 h 1877032"/>
              <a:gd name="connsiteX6-349" fmla="*/ 1503107 w 1677296"/>
              <a:gd name="connsiteY6-350" fmla="*/ 672856 h 1877032"/>
              <a:gd name="connsiteX7-351" fmla="*/ 1371521 w 1677296"/>
              <a:gd name="connsiteY7-352" fmla="*/ 154877 h 1877032"/>
              <a:gd name="connsiteX8-353" fmla="*/ 873681 w 1677296"/>
              <a:gd name="connsiteY8-354" fmla="*/ 21205 h 1877032"/>
              <a:gd name="connsiteX9-355" fmla="*/ 394949 w 1677296"/>
              <a:gd name="connsiteY9-356" fmla="*/ 534641 h 1877032"/>
              <a:gd name="connsiteX0-357" fmla="*/ 394949 w 1677298"/>
              <a:gd name="connsiteY0-358" fmla="*/ 534641 h 1877032"/>
              <a:gd name="connsiteX1-359" fmla="*/ 34597 w 1677298"/>
              <a:gd name="connsiteY1-360" fmla="*/ 940200 h 1877032"/>
              <a:gd name="connsiteX2-361" fmla="*/ 54054 w 1677298"/>
              <a:gd name="connsiteY2-362" fmla="*/ 1728260 h 1877032"/>
              <a:gd name="connsiteX3-363" fmla="*/ 385069 w 1677298"/>
              <a:gd name="connsiteY3-364" fmla="*/ 1877032 h 1877032"/>
              <a:gd name="connsiteX4-365" fmla="*/ 1612334 w 1677298"/>
              <a:gd name="connsiteY4-366" fmla="*/ 1840637 h 1877032"/>
              <a:gd name="connsiteX5-367" fmla="*/ 1555348 w 1677298"/>
              <a:gd name="connsiteY5-368" fmla="*/ 1257671 h 1877032"/>
              <a:gd name="connsiteX6-369" fmla="*/ 1503107 w 1677298"/>
              <a:gd name="connsiteY6-370" fmla="*/ 672856 h 1877032"/>
              <a:gd name="connsiteX7-371" fmla="*/ 1371521 w 1677298"/>
              <a:gd name="connsiteY7-372" fmla="*/ 154877 h 1877032"/>
              <a:gd name="connsiteX8-373" fmla="*/ 873681 w 1677298"/>
              <a:gd name="connsiteY8-374" fmla="*/ 21205 h 1877032"/>
              <a:gd name="connsiteX9-375" fmla="*/ 394949 w 1677298"/>
              <a:gd name="connsiteY9-376" fmla="*/ 534641 h 1877032"/>
              <a:gd name="connsiteX0-377" fmla="*/ 394949 w 1677296"/>
              <a:gd name="connsiteY0-378" fmla="*/ 534641 h 1904936"/>
              <a:gd name="connsiteX1-379" fmla="*/ 34597 w 1677296"/>
              <a:gd name="connsiteY1-380" fmla="*/ 940200 h 1904936"/>
              <a:gd name="connsiteX2-381" fmla="*/ 54054 w 1677296"/>
              <a:gd name="connsiteY2-382" fmla="*/ 1728260 h 1904936"/>
              <a:gd name="connsiteX3-383" fmla="*/ 385069 w 1677296"/>
              <a:gd name="connsiteY3-384" fmla="*/ 1877032 h 1904936"/>
              <a:gd name="connsiteX4-385" fmla="*/ 1612334 w 1677296"/>
              <a:gd name="connsiteY4-386" fmla="*/ 1840637 h 1904936"/>
              <a:gd name="connsiteX5-387" fmla="*/ 1555348 w 1677296"/>
              <a:gd name="connsiteY5-388" fmla="*/ 1257671 h 1904936"/>
              <a:gd name="connsiteX6-389" fmla="*/ 1503107 w 1677296"/>
              <a:gd name="connsiteY6-390" fmla="*/ 672856 h 1904936"/>
              <a:gd name="connsiteX7-391" fmla="*/ 1371521 w 1677296"/>
              <a:gd name="connsiteY7-392" fmla="*/ 154877 h 1904936"/>
              <a:gd name="connsiteX8-393" fmla="*/ 873681 w 1677296"/>
              <a:gd name="connsiteY8-394" fmla="*/ 21205 h 1904936"/>
              <a:gd name="connsiteX9-395" fmla="*/ 394949 w 1677296"/>
              <a:gd name="connsiteY9-396" fmla="*/ 534641 h 1904936"/>
              <a:gd name="connsiteX0-397" fmla="*/ 461539 w 1743887"/>
              <a:gd name="connsiteY0-398" fmla="*/ 534641 h 1904936"/>
              <a:gd name="connsiteX1-399" fmla="*/ 101187 w 1743887"/>
              <a:gd name="connsiteY1-400" fmla="*/ 940200 h 1904936"/>
              <a:gd name="connsiteX2-401" fmla="*/ 22840 w 1743887"/>
              <a:gd name="connsiteY2-402" fmla="*/ 1737812 h 1904936"/>
              <a:gd name="connsiteX3-403" fmla="*/ 451659 w 1743887"/>
              <a:gd name="connsiteY3-404" fmla="*/ 1877032 h 1904936"/>
              <a:gd name="connsiteX4-405" fmla="*/ 1678924 w 1743887"/>
              <a:gd name="connsiteY4-406" fmla="*/ 1840637 h 1904936"/>
              <a:gd name="connsiteX5-407" fmla="*/ 1621938 w 1743887"/>
              <a:gd name="connsiteY5-408" fmla="*/ 1257671 h 1904936"/>
              <a:gd name="connsiteX6-409" fmla="*/ 1569697 w 1743887"/>
              <a:gd name="connsiteY6-410" fmla="*/ 672856 h 1904936"/>
              <a:gd name="connsiteX7-411" fmla="*/ 1438111 w 1743887"/>
              <a:gd name="connsiteY7-412" fmla="*/ 154877 h 1904936"/>
              <a:gd name="connsiteX8-413" fmla="*/ 940271 w 1743887"/>
              <a:gd name="connsiteY8-414" fmla="*/ 21205 h 1904936"/>
              <a:gd name="connsiteX9-415" fmla="*/ 461539 w 1743887"/>
              <a:gd name="connsiteY9-416" fmla="*/ 534641 h 1904936"/>
              <a:gd name="connsiteX0-417" fmla="*/ 452050 w 1756359"/>
              <a:gd name="connsiteY0-418" fmla="*/ 534641 h 1891359"/>
              <a:gd name="connsiteX1-419" fmla="*/ 91698 w 1756359"/>
              <a:gd name="connsiteY1-420" fmla="*/ 940200 h 1891359"/>
              <a:gd name="connsiteX2-421" fmla="*/ 13351 w 1756359"/>
              <a:gd name="connsiteY2-422" fmla="*/ 1737812 h 1891359"/>
              <a:gd name="connsiteX3-423" fmla="*/ 309435 w 1756359"/>
              <a:gd name="connsiteY3-424" fmla="*/ 1891359 h 1891359"/>
              <a:gd name="connsiteX4-425" fmla="*/ 1669435 w 1756359"/>
              <a:gd name="connsiteY4-426" fmla="*/ 1840637 h 1891359"/>
              <a:gd name="connsiteX5-427" fmla="*/ 1612449 w 1756359"/>
              <a:gd name="connsiteY5-428" fmla="*/ 1257671 h 1891359"/>
              <a:gd name="connsiteX6-429" fmla="*/ 1560208 w 1756359"/>
              <a:gd name="connsiteY6-430" fmla="*/ 672856 h 1891359"/>
              <a:gd name="connsiteX7-431" fmla="*/ 1428622 w 1756359"/>
              <a:gd name="connsiteY7-432" fmla="*/ 154877 h 1891359"/>
              <a:gd name="connsiteX8-433" fmla="*/ 930782 w 1756359"/>
              <a:gd name="connsiteY8-434" fmla="*/ 21205 h 1891359"/>
              <a:gd name="connsiteX9-435" fmla="*/ 452050 w 1756359"/>
              <a:gd name="connsiteY9-436" fmla="*/ 534641 h 1891359"/>
              <a:gd name="connsiteX0-437" fmla="*/ 452050 w 1756257"/>
              <a:gd name="connsiteY0-438" fmla="*/ 534641 h 1891359"/>
              <a:gd name="connsiteX1-439" fmla="*/ 91698 w 1756257"/>
              <a:gd name="connsiteY1-440" fmla="*/ 940200 h 1891359"/>
              <a:gd name="connsiteX2-441" fmla="*/ 13351 w 1756257"/>
              <a:gd name="connsiteY2-442" fmla="*/ 1737812 h 1891359"/>
              <a:gd name="connsiteX3-443" fmla="*/ 309435 w 1756257"/>
              <a:gd name="connsiteY3-444" fmla="*/ 1891359 h 1891359"/>
              <a:gd name="connsiteX4-445" fmla="*/ 1669435 w 1756257"/>
              <a:gd name="connsiteY4-446" fmla="*/ 1840637 h 1891359"/>
              <a:gd name="connsiteX5-447" fmla="*/ 1612449 w 1756257"/>
              <a:gd name="connsiteY5-448" fmla="*/ 1257671 h 1891359"/>
              <a:gd name="connsiteX6-449" fmla="*/ 1563496 w 1756257"/>
              <a:gd name="connsiteY6-450" fmla="*/ 959631 h 1891359"/>
              <a:gd name="connsiteX7-451" fmla="*/ 1560208 w 1756257"/>
              <a:gd name="connsiteY7-452" fmla="*/ 672856 h 1891359"/>
              <a:gd name="connsiteX8-453" fmla="*/ 1428622 w 1756257"/>
              <a:gd name="connsiteY8-454" fmla="*/ 154877 h 1891359"/>
              <a:gd name="connsiteX9-455" fmla="*/ 930782 w 1756257"/>
              <a:gd name="connsiteY9-456" fmla="*/ 21205 h 1891359"/>
              <a:gd name="connsiteX10" fmla="*/ 452050 w 1756257"/>
              <a:gd name="connsiteY10" fmla="*/ 534641 h 1891359"/>
              <a:gd name="connsiteX0-457" fmla="*/ 452050 w 1764590"/>
              <a:gd name="connsiteY0-458" fmla="*/ 534641 h 1891359"/>
              <a:gd name="connsiteX1-459" fmla="*/ 91698 w 1764590"/>
              <a:gd name="connsiteY1-460" fmla="*/ 940200 h 1891359"/>
              <a:gd name="connsiteX2-461" fmla="*/ 13351 w 1764590"/>
              <a:gd name="connsiteY2-462" fmla="*/ 1737812 h 1891359"/>
              <a:gd name="connsiteX3-463" fmla="*/ 309435 w 1764590"/>
              <a:gd name="connsiteY3-464" fmla="*/ 1891359 h 1891359"/>
              <a:gd name="connsiteX4-465" fmla="*/ 1669435 w 1764590"/>
              <a:gd name="connsiteY4-466" fmla="*/ 1840637 h 1891359"/>
              <a:gd name="connsiteX5-467" fmla="*/ 1612449 w 1764590"/>
              <a:gd name="connsiteY5-468" fmla="*/ 1257671 h 1891359"/>
              <a:gd name="connsiteX6-469" fmla="*/ 1309780 w 1764590"/>
              <a:gd name="connsiteY6-470" fmla="*/ 1046341 h 1891359"/>
              <a:gd name="connsiteX7-471" fmla="*/ 1560208 w 1764590"/>
              <a:gd name="connsiteY7-472" fmla="*/ 672856 h 1891359"/>
              <a:gd name="connsiteX8-473" fmla="*/ 1428622 w 1764590"/>
              <a:gd name="connsiteY8-474" fmla="*/ 154877 h 1891359"/>
              <a:gd name="connsiteX9-475" fmla="*/ 930782 w 1764590"/>
              <a:gd name="connsiteY9-476" fmla="*/ 21205 h 1891359"/>
              <a:gd name="connsiteX10-477" fmla="*/ 452050 w 1764590"/>
              <a:gd name="connsiteY10-478" fmla="*/ 534641 h 1891359"/>
              <a:gd name="connsiteX0-479" fmla="*/ 452050 w 1764592"/>
              <a:gd name="connsiteY0-480" fmla="*/ 534641 h 1891359"/>
              <a:gd name="connsiteX1-481" fmla="*/ 91698 w 1764592"/>
              <a:gd name="connsiteY1-482" fmla="*/ 940200 h 1891359"/>
              <a:gd name="connsiteX2-483" fmla="*/ 13351 w 1764592"/>
              <a:gd name="connsiteY2-484" fmla="*/ 1737812 h 1891359"/>
              <a:gd name="connsiteX3-485" fmla="*/ 309435 w 1764592"/>
              <a:gd name="connsiteY3-486" fmla="*/ 1891359 h 1891359"/>
              <a:gd name="connsiteX4-487" fmla="*/ 1669435 w 1764592"/>
              <a:gd name="connsiteY4-488" fmla="*/ 1840637 h 1891359"/>
              <a:gd name="connsiteX5-489" fmla="*/ 1612449 w 1764592"/>
              <a:gd name="connsiteY5-490" fmla="*/ 1257671 h 1891359"/>
              <a:gd name="connsiteX6-491" fmla="*/ 1309780 w 1764592"/>
              <a:gd name="connsiteY6-492" fmla="*/ 1046341 h 1891359"/>
              <a:gd name="connsiteX7-493" fmla="*/ 1560208 w 1764592"/>
              <a:gd name="connsiteY7-494" fmla="*/ 672856 h 1891359"/>
              <a:gd name="connsiteX8-495" fmla="*/ 1428622 w 1764592"/>
              <a:gd name="connsiteY8-496" fmla="*/ 154877 h 1891359"/>
              <a:gd name="connsiteX9-497" fmla="*/ 930782 w 1764592"/>
              <a:gd name="connsiteY9-498" fmla="*/ 21205 h 1891359"/>
              <a:gd name="connsiteX10-499" fmla="*/ 452050 w 1764592"/>
              <a:gd name="connsiteY10-500" fmla="*/ 534641 h 1891359"/>
              <a:gd name="connsiteX0-501" fmla="*/ 452050 w 1764590"/>
              <a:gd name="connsiteY0-502" fmla="*/ 534641 h 1891359"/>
              <a:gd name="connsiteX1-503" fmla="*/ 91698 w 1764590"/>
              <a:gd name="connsiteY1-504" fmla="*/ 940200 h 1891359"/>
              <a:gd name="connsiteX2-505" fmla="*/ 13351 w 1764590"/>
              <a:gd name="connsiteY2-506" fmla="*/ 1737812 h 1891359"/>
              <a:gd name="connsiteX3-507" fmla="*/ 309435 w 1764590"/>
              <a:gd name="connsiteY3-508" fmla="*/ 1891359 h 1891359"/>
              <a:gd name="connsiteX4-509" fmla="*/ 1669435 w 1764590"/>
              <a:gd name="connsiteY4-510" fmla="*/ 1840637 h 1891359"/>
              <a:gd name="connsiteX5-511" fmla="*/ 1612449 w 1764590"/>
              <a:gd name="connsiteY5-512" fmla="*/ 1257671 h 1891359"/>
              <a:gd name="connsiteX6-513" fmla="*/ 1309780 w 1764590"/>
              <a:gd name="connsiteY6-514" fmla="*/ 1046341 h 1891359"/>
              <a:gd name="connsiteX7-515" fmla="*/ 1560208 w 1764590"/>
              <a:gd name="connsiteY7-516" fmla="*/ 672856 h 1891359"/>
              <a:gd name="connsiteX8-517" fmla="*/ 1428622 w 1764590"/>
              <a:gd name="connsiteY8-518" fmla="*/ 154877 h 1891359"/>
              <a:gd name="connsiteX9-519" fmla="*/ 930782 w 1764590"/>
              <a:gd name="connsiteY9-520" fmla="*/ 21205 h 1891359"/>
              <a:gd name="connsiteX10-521" fmla="*/ 452050 w 1764590"/>
              <a:gd name="connsiteY10-522" fmla="*/ 534641 h 1891359"/>
              <a:gd name="connsiteX0-523" fmla="*/ 452050 w 1792731"/>
              <a:gd name="connsiteY0-524" fmla="*/ 534641 h 1891359"/>
              <a:gd name="connsiteX1-525" fmla="*/ 91698 w 1792731"/>
              <a:gd name="connsiteY1-526" fmla="*/ 940200 h 1891359"/>
              <a:gd name="connsiteX2-527" fmla="*/ 13351 w 1792731"/>
              <a:gd name="connsiteY2-528" fmla="*/ 1737812 h 1891359"/>
              <a:gd name="connsiteX3-529" fmla="*/ 309435 w 1792731"/>
              <a:gd name="connsiteY3-530" fmla="*/ 1891359 h 1891359"/>
              <a:gd name="connsiteX4-531" fmla="*/ 1669435 w 1792731"/>
              <a:gd name="connsiteY4-532" fmla="*/ 1840637 h 1891359"/>
              <a:gd name="connsiteX5-533" fmla="*/ 1688563 w 1792731"/>
              <a:gd name="connsiteY5-534" fmla="*/ 1292355 h 1891359"/>
              <a:gd name="connsiteX6-535" fmla="*/ 1309780 w 1792731"/>
              <a:gd name="connsiteY6-536" fmla="*/ 1046341 h 1891359"/>
              <a:gd name="connsiteX7-537" fmla="*/ 1560208 w 1792731"/>
              <a:gd name="connsiteY7-538" fmla="*/ 672856 h 1891359"/>
              <a:gd name="connsiteX8-539" fmla="*/ 1428622 w 1792731"/>
              <a:gd name="connsiteY8-540" fmla="*/ 154877 h 1891359"/>
              <a:gd name="connsiteX9-541" fmla="*/ 930782 w 1792731"/>
              <a:gd name="connsiteY9-542" fmla="*/ 21205 h 1891359"/>
              <a:gd name="connsiteX10-543" fmla="*/ 452050 w 1792731"/>
              <a:gd name="connsiteY10-544" fmla="*/ 534641 h 1891359"/>
              <a:gd name="connsiteX0-545" fmla="*/ 452050 w 1814809"/>
              <a:gd name="connsiteY0-546" fmla="*/ 534641 h 1891359"/>
              <a:gd name="connsiteX1-547" fmla="*/ 91698 w 1814809"/>
              <a:gd name="connsiteY1-548" fmla="*/ 940200 h 1891359"/>
              <a:gd name="connsiteX2-549" fmla="*/ 13351 w 1814809"/>
              <a:gd name="connsiteY2-550" fmla="*/ 1737812 h 1891359"/>
              <a:gd name="connsiteX3-551" fmla="*/ 309435 w 1814809"/>
              <a:gd name="connsiteY3-552" fmla="*/ 1891359 h 1891359"/>
              <a:gd name="connsiteX4-553" fmla="*/ 1669435 w 1814809"/>
              <a:gd name="connsiteY4-554" fmla="*/ 1840637 h 1891359"/>
              <a:gd name="connsiteX5-555" fmla="*/ 1688563 w 1814809"/>
              <a:gd name="connsiteY5-556" fmla="*/ 1292355 h 1891359"/>
              <a:gd name="connsiteX6-557" fmla="*/ 1309780 w 1814809"/>
              <a:gd name="connsiteY6-558" fmla="*/ 1046341 h 1891359"/>
              <a:gd name="connsiteX7-559" fmla="*/ 1560208 w 1814809"/>
              <a:gd name="connsiteY7-560" fmla="*/ 672856 h 1891359"/>
              <a:gd name="connsiteX8-561" fmla="*/ 1428622 w 1814809"/>
              <a:gd name="connsiteY8-562" fmla="*/ 154877 h 1891359"/>
              <a:gd name="connsiteX9-563" fmla="*/ 930782 w 1814809"/>
              <a:gd name="connsiteY9-564" fmla="*/ 21205 h 1891359"/>
              <a:gd name="connsiteX10-565" fmla="*/ 452050 w 1814809"/>
              <a:gd name="connsiteY10-566" fmla="*/ 534641 h 1891359"/>
              <a:gd name="connsiteX0-567" fmla="*/ 452050 w 1814809"/>
              <a:gd name="connsiteY0-568" fmla="*/ 534641 h 1891359"/>
              <a:gd name="connsiteX1-569" fmla="*/ 91698 w 1814809"/>
              <a:gd name="connsiteY1-570" fmla="*/ 940200 h 1891359"/>
              <a:gd name="connsiteX2-571" fmla="*/ 13351 w 1814809"/>
              <a:gd name="connsiteY2-572" fmla="*/ 1737812 h 1891359"/>
              <a:gd name="connsiteX3-573" fmla="*/ 309435 w 1814809"/>
              <a:gd name="connsiteY3-574" fmla="*/ 1891359 h 1891359"/>
              <a:gd name="connsiteX4-575" fmla="*/ 1669435 w 1814809"/>
              <a:gd name="connsiteY4-576" fmla="*/ 1840637 h 1891359"/>
              <a:gd name="connsiteX5-577" fmla="*/ 1688563 w 1814809"/>
              <a:gd name="connsiteY5-578" fmla="*/ 1292355 h 1891359"/>
              <a:gd name="connsiteX6-579" fmla="*/ 1309780 w 1814809"/>
              <a:gd name="connsiteY6-580" fmla="*/ 1046341 h 1891359"/>
              <a:gd name="connsiteX7-581" fmla="*/ 1619996 w 1814809"/>
              <a:gd name="connsiteY7-582" fmla="*/ 526399 h 1891359"/>
              <a:gd name="connsiteX8-583" fmla="*/ 1428622 w 1814809"/>
              <a:gd name="connsiteY8-584" fmla="*/ 154877 h 1891359"/>
              <a:gd name="connsiteX9-585" fmla="*/ 930782 w 1814809"/>
              <a:gd name="connsiteY9-586" fmla="*/ 21205 h 1891359"/>
              <a:gd name="connsiteX10-587" fmla="*/ 452050 w 1814809"/>
              <a:gd name="connsiteY10-588" fmla="*/ 534641 h 1891359"/>
              <a:gd name="connsiteX0-589" fmla="*/ 452050 w 1814809"/>
              <a:gd name="connsiteY0-590" fmla="*/ 542872 h 1899590"/>
              <a:gd name="connsiteX1-591" fmla="*/ 91698 w 1814809"/>
              <a:gd name="connsiteY1-592" fmla="*/ 948431 h 1899590"/>
              <a:gd name="connsiteX2-593" fmla="*/ 13351 w 1814809"/>
              <a:gd name="connsiteY2-594" fmla="*/ 1746043 h 1899590"/>
              <a:gd name="connsiteX3-595" fmla="*/ 309435 w 1814809"/>
              <a:gd name="connsiteY3-596" fmla="*/ 1899590 h 1899590"/>
              <a:gd name="connsiteX4-597" fmla="*/ 1669435 w 1814809"/>
              <a:gd name="connsiteY4-598" fmla="*/ 1848868 h 1899590"/>
              <a:gd name="connsiteX5-599" fmla="*/ 1688563 w 1814809"/>
              <a:gd name="connsiteY5-600" fmla="*/ 1300586 h 1899590"/>
              <a:gd name="connsiteX6-601" fmla="*/ 1309780 w 1814809"/>
              <a:gd name="connsiteY6-602" fmla="*/ 1054572 h 1899590"/>
              <a:gd name="connsiteX7-603" fmla="*/ 1619996 w 1814809"/>
              <a:gd name="connsiteY7-604" fmla="*/ 534630 h 1899590"/>
              <a:gd name="connsiteX8-605" fmla="*/ 1488411 w 1814809"/>
              <a:gd name="connsiteY8-606" fmla="*/ 129049 h 1899590"/>
              <a:gd name="connsiteX9-607" fmla="*/ 930782 w 1814809"/>
              <a:gd name="connsiteY9-608" fmla="*/ 29436 h 1899590"/>
              <a:gd name="connsiteX10-609" fmla="*/ 452050 w 1814809"/>
              <a:gd name="connsiteY10-610" fmla="*/ 542872 h 1899590"/>
              <a:gd name="connsiteX0-611" fmla="*/ 452050 w 1814809"/>
              <a:gd name="connsiteY0-612" fmla="*/ 540513 h 1897231"/>
              <a:gd name="connsiteX1-613" fmla="*/ 91698 w 1814809"/>
              <a:gd name="connsiteY1-614" fmla="*/ 946072 h 1897231"/>
              <a:gd name="connsiteX2-615" fmla="*/ 13351 w 1814809"/>
              <a:gd name="connsiteY2-616" fmla="*/ 1743684 h 1897231"/>
              <a:gd name="connsiteX3-617" fmla="*/ 309435 w 1814809"/>
              <a:gd name="connsiteY3-618" fmla="*/ 1897231 h 1897231"/>
              <a:gd name="connsiteX4-619" fmla="*/ 1669435 w 1814809"/>
              <a:gd name="connsiteY4-620" fmla="*/ 1846509 h 1897231"/>
              <a:gd name="connsiteX5-621" fmla="*/ 1688563 w 1814809"/>
              <a:gd name="connsiteY5-622" fmla="*/ 1298227 h 1897231"/>
              <a:gd name="connsiteX6-623" fmla="*/ 1309780 w 1814809"/>
              <a:gd name="connsiteY6-624" fmla="*/ 1052213 h 1897231"/>
              <a:gd name="connsiteX7-625" fmla="*/ 1619996 w 1814809"/>
              <a:gd name="connsiteY7-626" fmla="*/ 532271 h 1897231"/>
              <a:gd name="connsiteX8-627" fmla="*/ 1488411 w 1814809"/>
              <a:gd name="connsiteY8-628" fmla="*/ 126690 h 1897231"/>
              <a:gd name="connsiteX9-629" fmla="*/ 930782 w 1814809"/>
              <a:gd name="connsiteY9-630" fmla="*/ 27077 h 1897231"/>
              <a:gd name="connsiteX10-631" fmla="*/ 452050 w 1814809"/>
              <a:gd name="connsiteY10-632" fmla="*/ 540513 h 1897231"/>
              <a:gd name="connsiteX0-633" fmla="*/ 452050 w 1814809"/>
              <a:gd name="connsiteY0-634" fmla="*/ 540513 h 1897231"/>
              <a:gd name="connsiteX1-635" fmla="*/ 91698 w 1814809"/>
              <a:gd name="connsiteY1-636" fmla="*/ 946072 h 1897231"/>
              <a:gd name="connsiteX2-637" fmla="*/ 13351 w 1814809"/>
              <a:gd name="connsiteY2-638" fmla="*/ 1743684 h 1897231"/>
              <a:gd name="connsiteX3-639" fmla="*/ 309435 w 1814809"/>
              <a:gd name="connsiteY3-640" fmla="*/ 1897231 h 1897231"/>
              <a:gd name="connsiteX4-641" fmla="*/ 1669435 w 1814809"/>
              <a:gd name="connsiteY4-642" fmla="*/ 1846509 h 1897231"/>
              <a:gd name="connsiteX5-643" fmla="*/ 1688563 w 1814809"/>
              <a:gd name="connsiteY5-644" fmla="*/ 1298227 h 1897231"/>
              <a:gd name="connsiteX6-645" fmla="*/ 1309780 w 1814809"/>
              <a:gd name="connsiteY6-646" fmla="*/ 1052213 h 1897231"/>
              <a:gd name="connsiteX7-647" fmla="*/ 1619996 w 1814809"/>
              <a:gd name="connsiteY7-648" fmla="*/ 532271 h 1897231"/>
              <a:gd name="connsiteX8-649" fmla="*/ 1488411 w 1814809"/>
              <a:gd name="connsiteY8-650" fmla="*/ 126690 h 1897231"/>
              <a:gd name="connsiteX9-651" fmla="*/ 930782 w 1814809"/>
              <a:gd name="connsiteY9-652" fmla="*/ 27077 h 1897231"/>
              <a:gd name="connsiteX10-653" fmla="*/ 452050 w 1814809"/>
              <a:gd name="connsiteY10-654" fmla="*/ 540513 h 1897231"/>
              <a:gd name="connsiteX0-655" fmla="*/ 288567 w 1811701"/>
              <a:gd name="connsiteY0-656" fmla="*/ 555674 h 1898251"/>
              <a:gd name="connsiteX1-657" fmla="*/ 88590 w 1811701"/>
              <a:gd name="connsiteY1-658" fmla="*/ 947092 h 1898251"/>
              <a:gd name="connsiteX2-659" fmla="*/ 10243 w 1811701"/>
              <a:gd name="connsiteY2-660" fmla="*/ 1744704 h 1898251"/>
              <a:gd name="connsiteX3-661" fmla="*/ 306327 w 1811701"/>
              <a:gd name="connsiteY3-662" fmla="*/ 1898251 h 1898251"/>
              <a:gd name="connsiteX4-663" fmla="*/ 1666327 w 1811701"/>
              <a:gd name="connsiteY4-664" fmla="*/ 1847529 h 1898251"/>
              <a:gd name="connsiteX5-665" fmla="*/ 1685455 w 1811701"/>
              <a:gd name="connsiteY5-666" fmla="*/ 1299247 h 1898251"/>
              <a:gd name="connsiteX6-667" fmla="*/ 1306672 w 1811701"/>
              <a:gd name="connsiteY6-668" fmla="*/ 1053233 h 1898251"/>
              <a:gd name="connsiteX7-669" fmla="*/ 1616888 w 1811701"/>
              <a:gd name="connsiteY7-670" fmla="*/ 533291 h 1898251"/>
              <a:gd name="connsiteX8-671" fmla="*/ 1485303 w 1811701"/>
              <a:gd name="connsiteY8-672" fmla="*/ 127710 h 1898251"/>
              <a:gd name="connsiteX9-673" fmla="*/ 927674 w 1811701"/>
              <a:gd name="connsiteY9-674" fmla="*/ 28097 h 1898251"/>
              <a:gd name="connsiteX10-675" fmla="*/ 288567 w 1811701"/>
              <a:gd name="connsiteY10-676" fmla="*/ 555674 h 1898251"/>
              <a:gd name="connsiteX0-677" fmla="*/ 288567 w 1811701"/>
              <a:gd name="connsiteY0-678" fmla="*/ 479828 h 1822405"/>
              <a:gd name="connsiteX1-679" fmla="*/ 88590 w 1811701"/>
              <a:gd name="connsiteY1-680" fmla="*/ 871246 h 1822405"/>
              <a:gd name="connsiteX2-681" fmla="*/ 10243 w 1811701"/>
              <a:gd name="connsiteY2-682" fmla="*/ 1668858 h 1822405"/>
              <a:gd name="connsiteX3-683" fmla="*/ 306327 w 1811701"/>
              <a:gd name="connsiteY3-684" fmla="*/ 1822405 h 1822405"/>
              <a:gd name="connsiteX4-685" fmla="*/ 1666327 w 1811701"/>
              <a:gd name="connsiteY4-686" fmla="*/ 1771683 h 1822405"/>
              <a:gd name="connsiteX5-687" fmla="*/ 1685455 w 1811701"/>
              <a:gd name="connsiteY5-688" fmla="*/ 1223401 h 1822405"/>
              <a:gd name="connsiteX6-689" fmla="*/ 1306672 w 1811701"/>
              <a:gd name="connsiteY6-690" fmla="*/ 977387 h 1822405"/>
              <a:gd name="connsiteX7-691" fmla="*/ 1616888 w 1811701"/>
              <a:gd name="connsiteY7-692" fmla="*/ 457445 h 1822405"/>
              <a:gd name="connsiteX8-693" fmla="*/ 1485303 w 1811701"/>
              <a:gd name="connsiteY8-694" fmla="*/ 51864 h 1822405"/>
              <a:gd name="connsiteX9-695" fmla="*/ 895599 w 1811701"/>
              <a:gd name="connsiteY9-696" fmla="*/ 79530 h 1822405"/>
              <a:gd name="connsiteX10-697" fmla="*/ 288567 w 1811701"/>
              <a:gd name="connsiteY10-698" fmla="*/ 479828 h 1822405"/>
              <a:gd name="connsiteX0-699" fmla="*/ 288567 w 1811701"/>
              <a:gd name="connsiteY0-700" fmla="*/ 419258 h 1761835"/>
              <a:gd name="connsiteX1-701" fmla="*/ 88590 w 1811701"/>
              <a:gd name="connsiteY1-702" fmla="*/ 810676 h 1761835"/>
              <a:gd name="connsiteX2-703" fmla="*/ 10243 w 1811701"/>
              <a:gd name="connsiteY2-704" fmla="*/ 1608288 h 1761835"/>
              <a:gd name="connsiteX3-705" fmla="*/ 306327 w 1811701"/>
              <a:gd name="connsiteY3-706" fmla="*/ 1761835 h 1761835"/>
              <a:gd name="connsiteX4-707" fmla="*/ 1666327 w 1811701"/>
              <a:gd name="connsiteY4-708" fmla="*/ 1711113 h 1761835"/>
              <a:gd name="connsiteX5-709" fmla="*/ 1685455 w 1811701"/>
              <a:gd name="connsiteY5-710" fmla="*/ 1162831 h 1761835"/>
              <a:gd name="connsiteX6-711" fmla="*/ 1306672 w 1811701"/>
              <a:gd name="connsiteY6-712" fmla="*/ 916817 h 1761835"/>
              <a:gd name="connsiteX7-713" fmla="*/ 1616888 w 1811701"/>
              <a:gd name="connsiteY7-714" fmla="*/ 396875 h 1761835"/>
              <a:gd name="connsiteX8-715" fmla="*/ 1373040 w 1811701"/>
              <a:gd name="connsiteY8-716" fmla="*/ 118574 h 1761835"/>
              <a:gd name="connsiteX9-717" fmla="*/ 895599 w 1811701"/>
              <a:gd name="connsiteY9-718" fmla="*/ 18960 h 1761835"/>
              <a:gd name="connsiteX10-719" fmla="*/ 288567 w 1811701"/>
              <a:gd name="connsiteY10-720" fmla="*/ 419258 h 1761835"/>
              <a:gd name="connsiteX0-721" fmla="*/ 288567 w 1811701"/>
              <a:gd name="connsiteY0-722" fmla="*/ 419258 h 1761835"/>
              <a:gd name="connsiteX1-723" fmla="*/ 88590 w 1811701"/>
              <a:gd name="connsiteY1-724" fmla="*/ 810676 h 1761835"/>
              <a:gd name="connsiteX2-725" fmla="*/ 10243 w 1811701"/>
              <a:gd name="connsiteY2-726" fmla="*/ 1608288 h 1761835"/>
              <a:gd name="connsiteX3-727" fmla="*/ 306327 w 1811701"/>
              <a:gd name="connsiteY3-728" fmla="*/ 1761835 h 1761835"/>
              <a:gd name="connsiteX4-729" fmla="*/ 1666327 w 1811701"/>
              <a:gd name="connsiteY4-730" fmla="*/ 1711113 h 1761835"/>
              <a:gd name="connsiteX5-731" fmla="*/ 1685455 w 1811701"/>
              <a:gd name="connsiteY5-732" fmla="*/ 1162831 h 1761835"/>
              <a:gd name="connsiteX6-733" fmla="*/ 1306672 w 1811701"/>
              <a:gd name="connsiteY6-734" fmla="*/ 916817 h 1761835"/>
              <a:gd name="connsiteX7-735" fmla="*/ 1584814 w 1811701"/>
              <a:gd name="connsiteY7-736" fmla="*/ 510012 h 1761835"/>
              <a:gd name="connsiteX8-737" fmla="*/ 1373040 w 1811701"/>
              <a:gd name="connsiteY8-738" fmla="*/ 118574 h 1761835"/>
              <a:gd name="connsiteX9-739" fmla="*/ 895599 w 1811701"/>
              <a:gd name="connsiteY9-740" fmla="*/ 18960 h 1761835"/>
              <a:gd name="connsiteX10-741" fmla="*/ 288567 w 1811701"/>
              <a:gd name="connsiteY10-742" fmla="*/ 419258 h 1761835"/>
              <a:gd name="connsiteX0-743" fmla="*/ 288567 w 1770444"/>
              <a:gd name="connsiteY0-744" fmla="*/ 419258 h 1761835"/>
              <a:gd name="connsiteX1-745" fmla="*/ 88590 w 1770444"/>
              <a:gd name="connsiteY1-746" fmla="*/ 810676 h 1761835"/>
              <a:gd name="connsiteX2-747" fmla="*/ 10243 w 1770444"/>
              <a:gd name="connsiteY2-748" fmla="*/ 1608288 h 1761835"/>
              <a:gd name="connsiteX3-749" fmla="*/ 306327 w 1770444"/>
              <a:gd name="connsiteY3-750" fmla="*/ 1761835 h 1761835"/>
              <a:gd name="connsiteX4-751" fmla="*/ 1666327 w 1770444"/>
              <a:gd name="connsiteY4-752" fmla="*/ 1711113 h 1761835"/>
              <a:gd name="connsiteX5-753" fmla="*/ 1589229 w 1770444"/>
              <a:gd name="connsiteY5-754" fmla="*/ 1176973 h 1761835"/>
              <a:gd name="connsiteX6-755" fmla="*/ 1306672 w 1770444"/>
              <a:gd name="connsiteY6-756" fmla="*/ 916817 h 1761835"/>
              <a:gd name="connsiteX7-757" fmla="*/ 1584814 w 1770444"/>
              <a:gd name="connsiteY7-758" fmla="*/ 510012 h 1761835"/>
              <a:gd name="connsiteX8-759" fmla="*/ 1373040 w 1770444"/>
              <a:gd name="connsiteY8-760" fmla="*/ 118574 h 1761835"/>
              <a:gd name="connsiteX9-761" fmla="*/ 895599 w 1770444"/>
              <a:gd name="connsiteY9-762" fmla="*/ 18960 h 1761835"/>
              <a:gd name="connsiteX10-763" fmla="*/ 288567 w 1770444"/>
              <a:gd name="connsiteY10-764" fmla="*/ 419258 h 1761835"/>
              <a:gd name="connsiteX0-765" fmla="*/ 288567 w 1592514"/>
              <a:gd name="connsiteY0-766" fmla="*/ 419258 h 1863058"/>
              <a:gd name="connsiteX1-767" fmla="*/ 88590 w 1592514"/>
              <a:gd name="connsiteY1-768" fmla="*/ 810676 h 1863058"/>
              <a:gd name="connsiteX2-769" fmla="*/ 10243 w 1592514"/>
              <a:gd name="connsiteY2-770" fmla="*/ 1608288 h 1863058"/>
              <a:gd name="connsiteX3-771" fmla="*/ 306327 w 1592514"/>
              <a:gd name="connsiteY3-772" fmla="*/ 1761835 h 1863058"/>
              <a:gd name="connsiteX4-773" fmla="*/ 1377650 w 1592514"/>
              <a:gd name="connsiteY4-774" fmla="*/ 1838393 h 1863058"/>
              <a:gd name="connsiteX5-775" fmla="*/ 1589229 w 1592514"/>
              <a:gd name="connsiteY5-776" fmla="*/ 1176973 h 1863058"/>
              <a:gd name="connsiteX6-777" fmla="*/ 1306672 w 1592514"/>
              <a:gd name="connsiteY6-778" fmla="*/ 916817 h 1863058"/>
              <a:gd name="connsiteX7-779" fmla="*/ 1584814 w 1592514"/>
              <a:gd name="connsiteY7-780" fmla="*/ 510012 h 1863058"/>
              <a:gd name="connsiteX8-781" fmla="*/ 1373040 w 1592514"/>
              <a:gd name="connsiteY8-782" fmla="*/ 118574 h 1863058"/>
              <a:gd name="connsiteX9-783" fmla="*/ 895599 w 1592514"/>
              <a:gd name="connsiteY9-784" fmla="*/ 18960 h 1863058"/>
              <a:gd name="connsiteX10-785" fmla="*/ 288567 w 1592514"/>
              <a:gd name="connsiteY10-786" fmla="*/ 419258 h 1863058"/>
              <a:gd name="connsiteX0-787" fmla="*/ 421322 w 1594935"/>
              <a:gd name="connsiteY0-788" fmla="*/ 616342 h 1876292"/>
              <a:gd name="connsiteX1-789" fmla="*/ 91011 w 1594935"/>
              <a:gd name="connsiteY1-790" fmla="*/ 823910 h 1876292"/>
              <a:gd name="connsiteX2-791" fmla="*/ 12664 w 1594935"/>
              <a:gd name="connsiteY2-792" fmla="*/ 1621522 h 1876292"/>
              <a:gd name="connsiteX3-793" fmla="*/ 308748 w 1594935"/>
              <a:gd name="connsiteY3-794" fmla="*/ 1775069 h 1876292"/>
              <a:gd name="connsiteX4-795" fmla="*/ 1380071 w 1594935"/>
              <a:gd name="connsiteY4-796" fmla="*/ 1851627 h 1876292"/>
              <a:gd name="connsiteX5-797" fmla="*/ 1591650 w 1594935"/>
              <a:gd name="connsiteY5-798" fmla="*/ 1190207 h 1876292"/>
              <a:gd name="connsiteX6-799" fmla="*/ 1309093 w 1594935"/>
              <a:gd name="connsiteY6-800" fmla="*/ 930051 h 1876292"/>
              <a:gd name="connsiteX7-801" fmla="*/ 1587235 w 1594935"/>
              <a:gd name="connsiteY7-802" fmla="*/ 523246 h 1876292"/>
              <a:gd name="connsiteX8-803" fmla="*/ 1375461 w 1594935"/>
              <a:gd name="connsiteY8-804" fmla="*/ 131808 h 1876292"/>
              <a:gd name="connsiteX9-805" fmla="*/ 898020 w 1594935"/>
              <a:gd name="connsiteY9-806" fmla="*/ 32194 h 1876292"/>
              <a:gd name="connsiteX10-807" fmla="*/ 421322 w 1594935"/>
              <a:gd name="connsiteY10-808" fmla="*/ 616342 h 1876292"/>
              <a:gd name="connsiteX0-809" fmla="*/ 413257 w 1586870"/>
              <a:gd name="connsiteY0-810" fmla="*/ 616342 h 1876292"/>
              <a:gd name="connsiteX1-811" fmla="*/ 140873 w 1586870"/>
              <a:gd name="connsiteY1-812" fmla="*/ 993617 h 1876292"/>
              <a:gd name="connsiteX2-813" fmla="*/ 4599 w 1586870"/>
              <a:gd name="connsiteY2-814" fmla="*/ 1621522 h 1876292"/>
              <a:gd name="connsiteX3-815" fmla="*/ 300683 w 1586870"/>
              <a:gd name="connsiteY3-816" fmla="*/ 1775069 h 1876292"/>
              <a:gd name="connsiteX4-817" fmla="*/ 1372006 w 1586870"/>
              <a:gd name="connsiteY4-818" fmla="*/ 1851627 h 1876292"/>
              <a:gd name="connsiteX5-819" fmla="*/ 1583585 w 1586870"/>
              <a:gd name="connsiteY5-820" fmla="*/ 1190207 h 1876292"/>
              <a:gd name="connsiteX6-821" fmla="*/ 1301028 w 1586870"/>
              <a:gd name="connsiteY6-822" fmla="*/ 930051 h 1876292"/>
              <a:gd name="connsiteX7-823" fmla="*/ 1579170 w 1586870"/>
              <a:gd name="connsiteY7-824" fmla="*/ 523246 h 1876292"/>
              <a:gd name="connsiteX8-825" fmla="*/ 1367396 w 1586870"/>
              <a:gd name="connsiteY8-826" fmla="*/ 131808 h 1876292"/>
              <a:gd name="connsiteX9-827" fmla="*/ 889955 w 1586870"/>
              <a:gd name="connsiteY9-828" fmla="*/ 32194 h 1876292"/>
              <a:gd name="connsiteX10-829" fmla="*/ 413257 w 1586870"/>
              <a:gd name="connsiteY10-830" fmla="*/ 616342 h 1876292"/>
              <a:gd name="connsiteX0-831" fmla="*/ 284962 w 1458575"/>
              <a:gd name="connsiteY0-832" fmla="*/ 616342 h 1908017"/>
              <a:gd name="connsiteX1-833" fmla="*/ 12578 w 1458575"/>
              <a:gd name="connsiteY1-834" fmla="*/ 993617 h 1908017"/>
              <a:gd name="connsiteX2-835" fmla="*/ 172388 w 1458575"/>
              <a:gd name="connsiteY2-836" fmla="*/ 1775069 h 1908017"/>
              <a:gd name="connsiteX3-837" fmla="*/ 1243711 w 1458575"/>
              <a:gd name="connsiteY3-838" fmla="*/ 1851627 h 1908017"/>
              <a:gd name="connsiteX4-839" fmla="*/ 1455290 w 1458575"/>
              <a:gd name="connsiteY4-840" fmla="*/ 1190207 h 1908017"/>
              <a:gd name="connsiteX5-841" fmla="*/ 1172733 w 1458575"/>
              <a:gd name="connsiteY5-842" fmla="*/ 930051 h 1908017"/>
              <a:gd name="connsiteX6-843" fmla="*/ 1450875 w 1458575"/>
              <a:gd name="connsiteY6-844" fmla="*/ 523246 h 1908017"/>
              <a:gd name="connsiteX7-845" fmla="*/ 1239101 w 1458575"/>
              <a:gd name="connsiteY7-846" fmla="*/ 131808 h 1908017"/>
              <a:gd name="connsiteX8-847" fmla="*/ 761660 w 1458575"/>
              <a:gd name="connsiteY8-848" fmla="*/ 32194 h 1908017"/>
              <a:gd name="connsiteX9-849" fmla="*/ 284962 w 1458575"/>
              <a:gd name="connsiteY9-850" fmla="*/ 616342 h 1908017"/>
              <a:gd name="connsiteX0-851" fmla="*/ 343858 w 1519131"/>
              <a:gd name="connsiteY0-852" fmla="*/ 616342 h 1885036"/>
              <a:gd name="connsiteX1-853" fmla="*/ 71474 w 1519131"/>
              <a:gd name="connsiteY1-854" fmla="*/ 993617 h 1885036"/>
              <a:gd name="connsiteX2-855" fmla="*/ 115432 w 1519131"/>
              <a:gd name="connsiteY2-856" fmla="*/ 1704358 h 1885036"/>
              <a:gd name="connsiteX3-857" fmla="*/ 1302607 w 1519131"/>
              <a:gd name="connsiteY3-858" fmla="*/ 1851627 h 1885036"/>
              <a:gd name="connsiteX4-859" fmla="*/ 1514186 w 1519131"/>
              <a:gd name="connsiteY4-860" fmla="*/ 1190207 h 1885036"/>
              <a:gd name="connsiteX5-861" fmla="*/ 1231629 w 1519131"/>
              <a:gd name="connsiteY5-862" fmla="*/ 930051 h 1885036"/>
              <a:gd name="connsiteX6-863" fmla="*/ 1509771 w 1519131"/>
              <a:gd name="connsiteY6-864" fmla="*/ 523246 h 1885036"/>
              <a:gd name="connsiteX7-865" fmla="*/ 1297997 w 1519131"/>
              <a:gd name="connsiteY7-866" fmla="*/ 131808 h 1885036"/>
              <a:gd name="connsiteX8-867" fmla="*/ 820556 w 1519131"/>
              <a:gd name="connsiteY8-868" fmla="*/ 32194 h 1885036"/>
              <a:gd name="connsiteX9-869" fmla="*/ 343858 w 1519131"/>
              <a:gd name="connsiteY9-870" fmla="*/ 616342 h 1885036"/>
              <a:gd name="connsiteX0-871" fmla="*/ 343858 w 1549812"/>
              <a:gd name="connsiteY0-872" fmla="*/ 616342 h 1800235"/>
              <a:gd name="connsiteX1-873" fmla="*/ 71474 w 1549812"/>
              <a:gd name="connsiteY1-874" fmla="*/ 993617 h 1800235"/>
              <a:gd name="connsiteX2-875" fmla="*/ 115432 w 1549812"/>
              <a:gd name="connsiteY2-876" fmla="*/ 1704358 h 1800235"/>
              <a:gd name="connsiteX3-877" fmla="*/ 1389496 w 1549812"/>
              <a:gd name="connsiteY3-878" fmla="*/ 1724347 h 1800235"/>
              <a:gd name="connsiteX4-879" fmla="*/ 1514186 w 1549812"/>
              <a:gd name="connsiteY4-880" fmla="*/ 1190207 h 1800235"/>
              <a:gd name="connsiteX5-881" fmla="*/ 1231629 w 1549812"/>
              <a:gd name="connsiteY5-882" fmla="*/ 930051 h 1800235"/>
              <a:gd name="connsiteX6-883" fmla="*/ 1509771 w 1549812"/>
              <a:gd name="connsiteY6-884" fmla="*/ 523246 h 1800235"/>
              <a:gd name="connsiteX7-885" fmla="*/ 1297997 w 1549812"/>
              <a:gd name="connsiteY7-886" fmla="*/ 131808 h 1800235"/>
              <a:gd name="connsiteX8-887" fmla="*/ 820556 w 1549812"/>
              <a:gd name="connsiteY8-888" fmla="*/ 32194 h 1800235"/>
              <a:gd name="connsiteX9-889" fmla="*/ 343858 w 1549812"/>
              <a:gd name="connsiteY9-890" fmla="*/ 616342 h 1800235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  <a:cxn ang="0">
                <a:pos x="connsiteX7-15" y="connsiteY7-16"/>
              </a:cxn>
              <a:cxn ang="0">
                <a:pos x="connsiteX8-17" y="connsiteY8-18"/>
              </a:cxn>
              <a:cxn ang="0">
                <a:pos x="connsiteX9-235" y="connsiteY9-236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" name="Freeform 417"/>
          <p:cNvSpPr/>
          <p:nvPr/>
        </p:nvSpPr>
        <p:spPr bwMode="auto">
          <a:xfrm>
            <a:off x="7274076" y="1826035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70" name="AutoShape 420"/>
          <p:cNvSpPr>
            <a:spLocks noChangeArrowheads="1"/>
          </p:cNvSpPr>
          <p:nvPr/>
        </p:nvSpPr>
        <p:spPr bwMode="auto">
          <a:xfrm>
            <a:off x="7205350" y="3289251"/>
            <a:ext cx="1458912" cy="317850"/>
          </a:xfrm>
          <a:prstGeom prst="triangle">
            <a:avLst>
              <a:gd name="adj" fmla="val 50000"/>
            </a:avLst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CCFF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1" name="Freeform 427"/>
          <p:cNvSpPr/>
          <p:nvPr/>
        </p:nvSpPr>
        <p:spPr bwMode="auto">
          <a:xfrm>
            <a:off x="7712401" y="4683134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6" name="Text Box 580"/>
          <p:cNvSpPr txBox="1">
            <a:spLocks noChangeArrowheads="1"/>
          </p:cNvSpPr>
          <p:nvPr/>
        </p:nvSpPr>
        <p:spPr bwMode="auto">
          <a:xfrm>
            <a:off x="7679274" y="1488461"/>
            <a:ext cx="13394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移动网络</a:t>
            </a:r>
            <a:endParaRPr kumimoji="0" lang="en-US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69" name="Text Box 580"/>
          <p:cNvSpPr txBox="1">
            <a:spLocks noChangeArrowheads="1"/>
          </p:cNvSpPr>
          <p:nvPr/>
        </p:nvSpPr>
        <p:spPr bwMode="auto">
          <a:xfrm>
            <a:off x="7330835" y="4191922"/>
            <a:ext cx="1955646" cy="268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家庭网络</a:t>
            </a:r>
            <a:endParaRPr kumimoji="0" lang="en-US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70" name="Text Box 580"/>
          <p:cNvSpPr txBox="1">
            <a:spLocks noChangeArrowheads="1"/>
          </p:cNvSpPr>
          <p:nvPr/>
        </p:nvSpPr>
        <p:spPr bwMode="auto">
          <a:xfrm>
            <a:off x="7306908" y="5779775"/>
            <a:ext cx="1195135" cy="44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企业</a:t>
            </a:r>
            <a:endParaRPr kumimoji="0" lang="en-US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 pitchFamily="34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          网络</a:t>
            </a:r>
            <a:endParaRPr kumimoji="0" lang="en-US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372" name="Freeform 371"/>
          <p:cNvSpPr/>
          <p:nvPr/>
        </p:nvSpPr>
        <p:spPr>
          <a:xfrm>
            <a:off x="10222146" y="3179540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-1" fmla="*/ 434989 w 1537226"/>
              <a:gd name="connsiteY0-2" fmla="*/ 253346 h 1763594"/>
              <a:gd name="connsiteX1-3" fmla="*/ 488 w 1537226"/>
              <a:gd name="connsiteY1-4" fmla="*/ 921706 h 1763594"/>
              <a:gd name="connsiteX2-5" fmla="*/ 368142 w 1537226"/>
              <a:gd name="connsiteY2-6" fmla="*/ 1489812 h 1763594"/>
              <a:gd name="connsiteX3-7" fmla="*/ 1187008 w 1537226"/>
              <a:gd name="connsiteY3-8" fmla="*/ 1757156 h 1763594"/>
              <a:gd name="connsiteX4-9" fmla="*/ 1521239 w 1537226"/>
              <a:gd name="connsiteY4-10" fmla="*/ 1239177 h 1763594"/>
              <a:gd name="connsiteX5-11" fmla="*/ 1468998 w 1537226"/>
              <a:gd name="connsiteY5-12" fmla="*/ 654362 h 1763594"/>
              <a:gd name="connsiteX6-13" fmla="*/ 1337412 w 1537226"/>
              <a:gd name="connsiteY6-14" fmla="*/ 136383 h 1763594"/>
              <a:gd name="connsiteX7-15" fmla="*/ 1086739 w 1537226"/>
              <a:gd name="connsiteY7-16" fmla="*/ 2711 h 1763594"/>
              <a:gd name="connsiteX8-17" fmla="*/ 434989 w 1537226"/>
              <a:gd name="connsiteY8-18" fmla="*/ 253346 h 1763594"/>
              <a:gd name="connsiteX0-19" fmla="*/ 434989 w 1537226"/>
              <a:gd name="connsiteY0-20" fmla="*/ 253346 h 1763594"/>
              <a:gd name="connsiteX1-21" fmla="*/ 488 w 1537226"/>
              <a:gd name="connsiteY1-22" fmla="*/ 921706 h 1763594"/>
              <a:gd name="connsiteX2-23" fmla="*/ 368142 w 1537226"/>
              <a:gd name="connsiteY2-24" fmla="*/ 1489812 h 1763594"/>
              <a:gd name="connsiteX3-25" fmla="*/ 1187008 w 1537226"/>
              <a:gd name="connsiteY3-26" fmla="*/ 1757156 h 1763594"/>
              <a:gd name="connsiteX4-27" fmla="*/ 1521239 w 1537226"/>
              <a:gd name="connsiteY4-28" fmla="*/ 1239177 h 1763594"/>
              <a:gd name="connsiteX5-29" fmla="*/ 1468998 w 1537226"/>
              <a:gd name="connsiteY5-30" fmla="*/ 654362 h 1763594"/>
              <a:gd name="connsiteX6-31" fmla="*/ 1337412 w 1537226"/>
              <a:gd name="connsiteY6-32" fmla="*/ 136383 h 1763594"/>
              <a:gd name="connsiteX7-33" fmla="*/ 839572 w 1537226"/>
              <a:gd name="connsiteY7-34" fmla="*/ 2711 h 1763594"/>
              <a:gd name="connsiteX8-35" fmla="*/ 434989 w 1537226"/>
              <a:gd name="connsiteY8-36" fmla="*/ 253346 h 1763594"/>
              <a:gd name="connsiteX0-37" fmla="*/ 360357 w 1536743"/>
              <a:gd name="connsiteY0-38" fmla="*/ 534641 h 1782088"/>
              <a:gd name="connsiteX1-39" fmla="*/ 5 w 1536743"/>
              <a:gd name="connsiteY1-40" fmla="*/ 940200 h 1782088"/>
              <a:gd name="connsiteX2-41" fmla="*/ 367659 w 1536743"/>
              <a:gd name="connsiteY2-42" fmla="*/ 1508306 h 1782088"/>
              <a:gd name="connsiteX3-43" fmla="*/ 1186525 w 1536743"/>
              <a:gd name="connsiteY3-44" fmla="*/ 1775650 h 1782088"/>
              <a:gd name="connsiteX4-45" fmla="*/ 1520756 w 1536743"/>
              <a:gd name="connsiteY4-46" fmla="*/ 1257671 h 1782088"/>
              <a:gd name="connsiteX5-47" fmla="*/ 1468515 w 1536743"/>
              <a:gd name="connsiteY5-48" fmla="*/ 672856 h 1782088"/>
              <a:gd name="connsiteX6-49" fmla="*/ 1336929 w 1536743"/>
              <a:gd name="connsiteY6-50" fmla="*/ 154877 h 1782088"/>
              <a:gd name="connsiteX7-51" fmla="*/ 839089 w 1536743"/>
              <a:gd name="connsiteY7-52" fmla="*/ 21205 h 1782088"/>
              <a:gd name="connsiteX8-53" fmla="*/ 360357 w 1536743"/>
              <a:gd name="connsiteY8-54" fmla="*/ 534641 h 1782088"/>
              <a:gd name="connsiteX0-55" fmla="*/ 360355 w 1536741"/>
              <a:gd name="connsiteY0-56" fmla="*/ 534641 h 1782088"/>
              <a:gd name="connsiteX1-57" fmla="*/ 3 w 1536741"/>
              <a:gd name="connsiteY1-58" fmla="*/ 940200 h 1782088"/>
              <a:gd name="connsiteX2-59" fmla="*/ 367657 w 1536741"/>
              <a:gd name="connsiteY2-60" fmla="*/ 1508306 h 1782088"/>
              <a:gd name="connsiteX3-61" fmla="*/ 1186523 w 1536741"/>
              <a:gd name="connsiteY3-62" fmla="*/ 1775650 h 1782088"/>
              <a:gd name="connsiteX4-63" fmla="*/ 1520754 w 1536741"/>
              <a:gd name="connsiteY4-64" fmla="*/ 1257671 h 1782088"/>
              <a:gd name="connsiteX5-65" fmla="*/ 1468513 w 1536741"/>
              <a:gd name="connsiteY5-66" fmla="*/ 672856 h 1782088"/>
              <a:gd name="connsiteX6-67" fmla="*/ 1336927 w 1536741"/>
              <a:gd name="connsiteY6-68" fmla="*/ 154877 h 1782088"/>
              <a:gd name="connsiteX7-69" fmla="*/ 839087 w 1536741"/>
              <a:gd name="connsiteY7-70" fmla="*/ 21205 h 1782088"/>
              <a:gd name="connsiteX8-71" fmla="*/ 360355 w 1536741"/>
              <a:gd name="connsiteY8-72" fmla="*/ 534641 h 1782088"/>
              <a:gd name="connsiteX0-73" fmla="*/ 360355 w 1534770"/>
              <a:gd name="connsiteY0-74" fmla="*/ 553225 h 1800672"/>
              <a:gd name="connsiteX1-75" fmla="*/ 3 w 1534770"/>
              <a:gd name="connsiteY1-76" fmla="*/ 958784 h 1800672"/>
              <a:gd name="connsiteX2-77" fmla="*/ 367657 w 1534770"/>
              <a:gd name="connsiteY2-78" fmla="*/ 1526890 h 1800672"/>
              <a:gd name="connsiteX3-79" fmla="*/ 1186523 w 1534770"/>
              <a:gd name="connsiteY3-80" fmla="*/ 1794234 h 1800672"/>
              <a:gd name="connsiteX4-81" fmla="*/ 1520754 w 1534770"/>
              <a:gd name="connsiteY4-82" fmla="*/ 1276255 h 1800672"/>
              <a:gd name="connsiteX5-83" fmla="*/ 1468513 w 1534770"/>
              <a:gd name="connsiteY5-84" fmla="*/ 691440 h 1800672"/>
              <a:gd name="connsiteX6-85" fmla="*/ 1435794 w 1534770"/>
              <a:gd name="connsiteY6-86" fmla="*/ 107761 h 1800672"/>
              <a:gd name="connsiteX7-87" fmla="*/ 839087 w 1534770"/>
              <a:gd name="connsiteY7-88" fmla="*/ 39789 h 1800672"/>
              <a:gd name="connsiteX8-89" fmla="*/ 360355 w 1534770"/>
              <a:gd name="connsiteY8-90" fmla="*/ 553225 h 1800672"/>
              <a:gd name="connsiteX0-91" fmla="*/ 360355 w 1580585"/>
              <a:gd name="connsiteY0-92" fmla="*/ 553225 h 1880420"/>
              <a:gd name="connsiteX1-93" fmla="*/ 3 w 1580585"/>
              <a:gd name="connsiteY1-94" fmla="*/ 958784 h 1880420"/>
              <a:gd name="connsiteX2-95" fmla="*/ 367657 w 1580585"/>
              <a:gd name="connsiteY2-96" fmla="*/ 1526890 h 1880420"/>
              <a:gd name="connsiteX3-97" fmla="*/ 1186523 w 1580585"/>
              <a:gd name="connsiteY3-98" fmla="*/ 1794234 h 1880420"/>
              <a:gd name="connsiteX4-99" fmla="*/ 1570188 w 1580585"/>
              <a:gd name="connsiteY4-100" fmla="*/ 1785433 h 1880420"/>
              <a:gd name="connsiteX5-101" fmla="*/ 1468513 w 1580585"/>
              <a:gd name="connsiteY5-102" fmla="*/ 691440 h 1880420"/>
              <a:gd name="connsiteX6-103" fmla="*/ 1435794 w 1580585"/>
              <a:gd name="connsiteY6-104" fmla="*/ 107761 h 1880420"/>
              <a:gd name="connsiteX7-105" fmla="*/ 839087 w 1580585"/>
              <a:gd name="connsiteY7-106" fmla="*/ 39789 h 1880420"/>
              <a:gd name="connsiteX8-107" fmla="*/ 360355 w 1580585"/>
              <a:gd name="connsiteY8-108" fmla="*/ 553225 h 1880420"/>
              <a:gd name="connsiteX0-109" fmla="*/ 316588 w 1580732"/>
              <a:gd name="connsiteY0-110" fmla="*/ 359285 h 1867156"/>
              <a:gd name="connsiteX1-111" fmla="*/ 150 w 1580732"/>
              <a:gd name="connsiteY1-112" fmla="*/ 945520 h 1867156"/>
              <a:gd name="connsiteX2-113" fmla="*/ 367804 w 1580732"/>
              <a:gd name="connsiteY2-114" fmla="*/ 1513626 h 1867156"/>
              <a:gd name="connsiteX3-115" fmla="*/ 1186670 w 1580732"/>
              <a:gd name="connsiteY3-116" fmla="*/ 1780970 h 1867156"/>
              <a:gd name="connsiteX4-117" fmla="*/ 1570335 w 1580732"/>
              <a:gd name="connsiteY4-118" fmla="*/ 1772169 h 1867156"/>
              <a:gd name="connsiteX5-119" fmla="*/ 1468660 w 1580732"/>
              <a:gd name="connsiteY5-120" fmla="*/ 678176 h 1867156"/>
              <a:gd name="connsiteX6-121" fmla="*/ 1435941 w 1580732"/>
              <a:gd name="connsiteY6-122" fmla="*/ 94497 h 1867156"/>
              <a:gd name="connsiteX7-123" fmla="*/ 839234 w 1580732"/>
              <a:gd name="connsiteY7-124" fmla="*/ 26525 h 1867156"/>
              <a:gd name="connsiteX8-125" fmla="*/ 316588 w 1580732"/>
              <a:gd name="connsiteY8-126" fmla="*/ 359285 h 1867156"/>
              <a:gd name="connsiteX0-127" fmla="*/ 163575 w 1427719"/>
              <a:gd name="connsiteY0-128" fmla="*/ 359285 h 1867156"/>
              <a:gd name="connsiteX1-129" fmla="*/ 836 w 1427719"/>
              <a:gd name="connsiteY1-130" fmla="*/ 1076921 h 1867156"/>
              <a:gd name="connsiteX2-131" fmla="*/ 214791 w 1427719"/>
              <a:gd name="connsiteY2-132" fmla="*/ 1513626 h 1867156"/>
              <a:gd name="connsiteX3-133" fmla="*/ 1033657 w 1427719"/>
              <a:gd name="connsiteY3-134" fmla="*/ 1780970 h 1867156"/>
              <a:gd name="connsiteX4-135" fmla="*/ 1417322 w 1427719"/>
              <a:gd name="connsiteY4-136" fmla="*/ 1772169 h 1867156"/>
              <a:gd name="connsiteX5-137" fmla="*/ 1315647 w 1427719"/>
              <a:gd name="connsiteY5-138" fmla="*/ 678176 h 1867156"/>
              <a:gd name="connsiteX6-139" fmla="*/ 1282928 w 1427719"/>
              <a:gd name="connsiteY6-140" fmla="*/ 94497 h 1867156"/>
              <a:gd name="connsiteX7-141" fmla="*/ 686221 w 1427719"/>
              <a:gd name="connsiteY7-142" fmla="*/ 26525 h 1867156"/>
              <a:gd name="connsiteX8-143" fmla="*/ 163575 w 1427719"/>
              <a:gd name="connsiteY8-144" fmla="*/ 359285 h 1867156"/>
              <a:gd name="connsiteX0-145" fmla="*/ 163575 w 1426632"/>
              <a:gd name="connsiteY0-146" fmla="*/ 394322 h 1902193"/>
              <a:gd name="connsiteX1-147" fmla="*/ 836 w 1426632"/>
              <a:gd name="connsiteY1-148" fmla="*/ 1111958 h 1902193"/>
              <a:gd name="connsiteX2-149" fmla="*/ 214791 w 1426632"/>
              <a:gd name="connsiteY2-150" fmla="*/ 1548663 h 1902193"/>
              <a:gd name="connsiteX3-151" fmla="*/ 1033657 w 1426632"/>
              <a:gd name="connsiteY3-152" fmla="*/ 1816007 h 1902193"/>
              <a:gd name="connsiteX4-153" fmla="*/ 1417322 w 1426632"/>
              <a:gd name="connsiteY4-154" fmla="*/ 1807206 h 1902193"/>
              <a:gd name="connsiteX5-155" fmla="*/ 1315647 w 1426632"/>
              <a:gd name="connsiteY5-156" fmla="*/ 713213 h 1902193"/>
              <a:gd name="connsiteX6-157" fmla="*/ 1401843 w 1426632"/>
              <a:gd name="connsiteY6-158" fmla="*/ 63834 h 1902193"/>
              <a:gd name="connsiteX7-159" fmla="*/ 686221 w 1426632"/>
              <a:gd name="connsiteY7-160" fmla="*/ 61562 h 1902193"/>
              <a:gd name="connsiteX8-161" fmla="*/ 163575 w 1426632"/>
              <a:gd name="connsiteY8-162" fmla="*/ 394322 h 1902193"/>
              <a:gd name="connsiteX0-163" fmla="*/ 163575 w 1435249"/>
              <a:gd name="connsiteY0-164" fmla="*/ 394322 h 1885560"/>
              <a:gd name="connsiteX1-165" fmla="*/ 836 w 1435249"/>
              <a:gd name="connsiteY1-166" fmla="*/ 1111958 h 1885560"/>
              <a:gd name="connsiteX2-167" fmla="*/ 214791 w 1435249"/>
              <a:gd name="connsiteY2-168" fmla="*/ 1548663 h 1885560"/>
              <a:gd name="connsiteX3-169" fmla="*/ 1033657 w 1435249"/>
              <a:gd name="connsiteY3-170" fmla="*/ 1816007 h 1885560"/>
              <a:gd name="connsiteX4-171" fmla="*/ 1417322 w 1435249"/>
              <a:gd name="connsiteY4-172" fmla="*/ 1807206 h 1885560"/>
              <a:gd name="connsiteX5-173" fmla="*/ 1375103 w 1435249"/>
              <a:gd name="connsiteY5-174" fmla="*/ 943164 h 1885560"/>
              <a:gd name="connsiteX6-175" fmla="*/ 1401843 w 1435249"/>
              <a:gd name="connsiteY6-176" fmla="*/ 63834 h 1885560"/>
              <a:gd name="connsiteX7-177" fmla="*/ 686221 w 1435249"/>
              <a:gd name="connsiteY7-178" fmla="*/ 61562 h 1885560"/>
              <a:gd name="connsiteX8-179" fmla="*/ 163575 w 1435249"/>
              <a:gd name="connsiteY8-180" fmla="*/ 394322 h 1885560"/>
              <a:gd name="connsiteX0-181" fmla="*/ 128947 w 1438213"/>
              <a:gd name="connsiteY0-182" fmla="*/ 345176 h 1883146"/>
              <a:gd name="connsiteX1-183" fmla="*/ 3802 w 1438213"/>
              <a:gd name="connsiteY1-184" fmla="*/ 1109544 h 1883146"/>
              <a:gd name="connsiteX2-185" fmla="*/ 217757 w 1438213"/>
              <a:gd name="connsiteY2-186" fmla="*/ 1546249 h 1883146"/>
              <a:gd name="connsiteX3-187" fmla="*/ 1036623 w 1438213"/>
              <a:gd name="connsiteY3-188" fmla="*/ 1813593 h 1883146"/>
              <a:gd name="connsiteX4-189" fmla="*/ 1420288 w 1438213"/>
              <a:gd name="connsiteY4-190" fmla="*/ 1804792 h 1883146"/>
              <a:gd name="connsiteX5-191" fmla="*/ 1378069 w 1438213"/>
              <a:gd name="connsiteY5-192" fmla="*/ 940750 h 1883146"/>
              <a:gd name="connsiteX6-193" fmla="*/ 1404809 w 1438213"/>
              <a:gd name="connsiteY6-194" fmla="*/ 61420 h 1883146"/>
              <a:gd name="connsiteX7-195" fmla="*/ 689187 w 1438213"/>
              <a:gd name="connsiteY7-196" fmla="*/ 59148 h 1883146"/>
              <a:gd name="connsiteX8-197" fmla="*/ 128947 w 1438213"/>
              <a:gd name="connsiteY8-198" fmla="*/ 345176 h 1883146"/>
              <a:gd name="connsiteX0-199" fmla="*/ 126587 w 1435854"/>
              <a:gd name="connsiteY0-200" fmla="*/ 353278 h 1891248"/>
              <a:gd name="connsiteX1-201" fmla="*/ 1442 w 1435854"/>
              <a:gd name="connsiteY1-202" fmla="*/ 1117646 h 1891248"/>
              <a:gd name="connsiteX2-203" fmla="*/ 215397 w 1435854"/>
              <a:gd name="connsiteY2-204" fmla="*/ 1554351 h 1891248"/>
              <a:gd name="connsiteX3-205" fmla="*/ 1034263 w 1435854"/>
              <a:gd name="connsiteY3-206" fmla="*/ 1821695 h 1891248"/>
              <a:gd name="connsiteX4-207" fmla="*/ 1417928 w 1435854"/>
              <a:gd name="connsiteY4-208" fmla="*/ 1812894 h 1891248"/>
              <a:gd name="connsiteX5-209" fmla="*/ 1375709 w 1435854"/>
              <a:gd name="connsiteY5-210" fmla="*/ 948852 h 1891248"/>
              <a:gd name="connsiteX6-211" fmla="*/ 1402449 w 1435854"/>
              <a:gd name="connsiteY6-212" fmla="*/ 69522 h 1891248"/>
              <a:gd name="connsiteX7-213" fmla="*/ 221605 w 1435854"/>
              <a:gd name="connsiteY7-214" fmla="*/ 47778 h 1891248"/>
              <a:gd name="connsiteX8-215" fmla="*/ 126587 w 1435854"/>
              <a:gd name="connsiteY8-216" fmla="*/ 353278 h 1891248"/>
              <a:gd name="connsiteX0-217" fmla="*/ 35803 w 1453152"/>
              <a:gd name="connsiteY0-218" fmla="*/ 439993 h 1896181"/>
              <a:gd name="connsiteX1-219" fmla="*/ 18740 w 1453152"/>
              <a:gd name="connsiteY1-220" fmla="*/ 1122579 h 1896181"/>
              <a:gd name="connsiteX2-221" fmla="*/ 232695 w 1453152"/>
              <a:gd name="connsiteY2-222" fmla="*/ 1559284 h 1896181"/>
              <a:gd name="connsiteX3-223" fmla="*/ 1051561 w 1453152"/>
              <a:gd name="connsiteY3-224" fmla="*/ 1826628 h 1896181"/>
              <a:gd name="connsiteX4-225" fmla="*/ 1435226 w 1453152"/>
              <a:gd name="connsiteY4-226" fmla="*/ 1817827 h 1896181"/>
              <a:gd name="connsiteX5-227" fmla="*/ 1393007 w 1453152"/>
              <a:gd name="connsiteY5-228" fmla="*/ 953785 h 1896181"/>
              <a:gd name="connsiteX6-229" fmla="*/ 1419747 w 1453152"/>
              <a:gd name="connsiteY6-230" fmla="*/ 74455 h 1896181"/>
              <a:gd name="connsiteX7-231" fmla="*/ 238903 w 1453152"/>
              <a:gd name="connsiteY7-232" fmla="*/ 52711 h 1896181"/>
              <a:gd name="connsiteX8-233" fmla="*/ 35803 w 1453152"/>
              <a:gd name="connsiteY8-234" fmla="*/ 439993 h 1896181"/>
              <a:gd name="connsiteX0-235" fmla="*/ 35803 w 1447873"/>
              <a:gd name="connsiteY0-236" fmla="*/ 439993 h 1952840"/>
              <a:gd name="connsiteX1-237" fmla="*/ 18740 w 1447873"/>
              <a:gd name="connsiteY1-238" fmla="*/ 1122579 h 1952840"/>
              <a:gd name="connsiteX2-239" fmla="*/ 232695 w 1447873"/>
              <a:gd name="connsiteY2-240" fmla="*/ 1559284 h 1952840"/>
              <a:gd name="connsiteX3-241" fmla="*/ 1130848 w 1447873"/>
              <a:gd name="connsiteY3-242" fmla="*/ 1925181 h 1952840"/>
              <a:gd name="connsiteX4-243" fmla="*/ 1435226 w 1447873"/>
              <a:gd name="connsiteY4-244" fmla="*/ 1817827 h 1952840"/>
              <a:gd name="connsiteX5-245" fmla="*/ 1393007 w 1447873"/>
              <a:gd name="connsiteY5-246" fmla="*/ 953785 h 1952840"/>
              <a:gd name="connsiteX6-247" fmla="*/ 1419747 w 1447873"/>
              <a:gd name="connsiteY6-248" fmla="*/ 74455 h 1952840"/>
              <a:gd name="connsiteX7-249" fmla="*/ 238903 w 1447873"/>
              <a:gd name="connsiteY7-250" fmla="*/ 52711 h 1952840"/>
              <a:gd name="connsiteX8-251" fmla="*/ 35803 w 1447873"/>
              <a:gd name="connsiteY8-252" fmla="*/ 439993 h 1952840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  <a:cxn ang="0">
                <a:pos x="connsiteX7-15" y="connsiteY7-16"/>
              </a:cxn>
              <a:cxn ang="0">
                <a:pos x="connsiteX8-17" y="connsiteY8-1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9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374" name="Group 373"/>
          <p:cNvGrpSpPr/>
          <p:nvPr/>
        </p:nvGrpSpPr>
        <p:grpSpPr>
          <a:xfrm>
            <a:off x="10837700" y="3928050"/>
            <a:ext cx="687393" cy="721548"/>
            <a:chOff x="5203089" y="1751190"/>
            <a:chExt cx="858331" cy="662414"/>
          </a:xfrm>
        </p:grpSpPr>
        <p:sp>
          <p:nvSpPr>
            <p:cNvPr id="382" name="Freeform 381"/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-1" fmla="*/ 3618 w 651290"/>
                <a:gd name="connsiteY0-2" fmla="*/ 593378 h 593378"/>
                <a:gd name="connsiteX1-3" fmla="*/ 0 w 651290"/>
                <a:gd name="connsiteY1-4" fmla="*/ 242416 h 593378"/>
                <a:gd name="connsiteX2-5" fmla="*/ 423338 w 651290"/>
                <a:gd name="connsiteY2-6" fmla="*/ 101308 h 593378"/>
                <a:gd name="connsiteX3-7" fmla="*/ 647672 w 651290"/>
                <a:gd name="connsiteY3-8" fmla="*/ 0 h 593378"/>
                <a:gd name="connsiteX4-9" fmla="*/ 651290 w 651290"/>
                <a:gd name="connsiteY4-10" fmla="*/ 593378 h 593378"/>
                <a:gd name="connsiteX5-11" fmla="*/ 3618 w 651290"/>
                <a:gd name="connsiteY5-12" fmla="*/ 593378 h 593378"/>
                <a:gd name="connsiteX0-13" fmla="*/ 3618 w 651290"/>
                <a:gd name="connsiteY0-14" fmla="*/ 662124 h 662124"/>
                <a:gd name="connsiteX1-15" fmla="*/ 0 w 651290"/>
                <a:gd name="connsiteY1-16" fmla="*/ 311162 h 662124"/>
                <a:gd name="connsiteX2-17" fmla="*/ 376300 w 651290"/>
                <a:gd name="connsiteY2-18" fmla="*/ 0 h 662124"/>
                <a:gd name="connsiteX3-19" fmla="*/ 647672 w 651290"/>
                <a:gd name="connsiteY3-20" fmla="*/ 68746 h 662124"/>
                <a:gd name="connsiteX4-21" fmla="*/ 651290 w 651290"/>
                <a:gd name="connsiteY4-22" fmla="*/ 662124 h 662124"/>
                <a:gd name="connsiteX5-23" fmla="*/ 3618 w 651290"/>
                <a:gd name="connsiteY5-24" fmla="*/ 662124 h 662124"/>
                <a:gd name="connsiteX0-25" fmla="*/ 0 w 647672"/>
                <a:gd name="connsiteY0-26" fmla="*/ 662124 h 662124"/>
                <a:gd name="connsiteX1-27" fmla="*/ 123021 w 647672"/>
                <a:gd name="connsiteY1-28" fmla="*/ 83217 h 662124"/>
                <a:gd name="connsiteX2-29" fmla="*/ 372682 w 647672"/>
                <a:gd name="connsiteY2-30" fmla="*/ 0 h 662124"/>
                <a:gd name="connsiteX3-31" fmla="*/ 644054 w 647672"/>
                <a:gd name="connsiteY3-32" fmla="*/ 68746 h 662124"/>
                <a:gd name="connsiteX4-33" fmla="*/ 647672 w 647672"/>
                <a:gd name="connsiteY4-34" fmla="*/ 662124 h 662124"/>
                <a:gd name="connsiteX5-35" fmla="*/ 0 w 647672"/>
                <a:gd name="connsiteY5-36" fmla="*/ 662124 h 662124"/>
                <a:gd name="connsiteX0-37" fmla="*/ 7238 w 524651"/>
                <a:gd name="connsiteY0-38" fmla="*/ 669360 h 669360"/>
                <a:gd name="connsiteX1-39" fmla="*/ 0 w 524651"/>
                <a:gd name="connsiteY1-40" fmla="*/ 83217 h 669360"/>
                <a:gd name="connsiteX2-41" fmla="*/ 249661 w 524651"/>
                <a:gd name="connsiteY2-42" fmla="*/ 0 h 669360"/>
                <a:gd name="connsiteX3-43" fmla="*/ 521033 w 524651"/>
                <a:gd name="connsiteY3-44" fmla="*/ 68746 h 669360"/>
                <a:gd name="connsiteX4-45" fmla="*/ 524651 w 524651"/>
                <a:gd name="connsiteY4-46" fmla="*/ 662124 h 669360"/>
                <a:gd name="connsiteX5-47" fmla="*/ 7238 w 524651"/>
                <a:gd name="connsiteY5-48" fmla="*/ 669360 h 669360"/>
                <a:gd name="connsiteX0-49" fmla="*/ 438 w 528706"/>
                <a:gd name="connsiteY0-50" fmla="*/ 665742 h 665742"/>
                <a:gd name="connsiteX1-51" fmla="*/ 4055 w 528706"/>
                <a:gd name="connsiteY1-52" fmla="*/ 83217 h 665742"/>
                <a:gd name="connsiteX2-53" fmla="*/ 253716 w 528706"/>
                <a:gd name="connsiteY2-54" fmla="*/ 0 h 665742"/>
                <a:gd name="connsiteX3-55" fmla="*/ 525088 w 528706"/>
                <a:gd name="connsiteY3-56" fmla="*/ 68746 h 665742"/>
                <a:gd name="connsiteX4-57" fmla="*/ 528706 w 528706"/>
                <a:gd name="connsiteY4-58" fmla="*/ 662124 h 665742"/>
                <a:gd name="connsiteX5-59" fmla="*/ 438 w 528706"/>
                <a:gd name="connsiteY5-60" fmla="*/ 665742 h 665742"/>
                <a:gd name="connsiteX0-61" fmla="*/ 155 w 546514"/>
                <a:gd name="connsiteY0-62" fmla="*/ 662124 h 662124"/>
                <a:gd name="connsiteX1-63" fmla="*/ 21863 w 546514"/>
                <a:gd name="connsiteY1-64" fmla="*/ 83217 h 662124"/>
                <a:gd name="connsiteX2-65" fmla="*/ 271524 w 546514"/>
                <a:gd name="connsiteY2-66" fmla="*/ 0 h 662124"/>
                <a:gd name="connsiteX3-67" fmla="*/ 542896 w 546514"/>
                <a:gd name="connsiteY3-68" fmla="*/ 68746 h 662124"/>
                <a:gd name="connsiteX4-69" fmla="*/ 546514 w 546514"/>
                <a:gd name="connsiteY4-70" fmla="*/ 662124 h 662124"/>
                <a:gd name="connsiteX5-71" fmla="*/ 155 w 546514"/>
                <a:gd name="connsiteY5-72" fmla="*/ 662124 h 662124"/>
                <a:gd name="connsiteX0-73" fmla="*/ 10856 w 524651"/>
                <a:gd name="connsiteY0-74" fmla="*/ 658506 h 662124"/>
                <a:gd name="connsiteX1-75" fmla="*/ 0 w 524651"/>
                <a:gd name="connsiteY1-76" fmla="*/ 83217 h 662124"/>
                <a:gd name="connsiteX2-77" fmla="*/ 249661 w 524651"/>
                <a:gd name="connsiteY2-78" fmla="*/ 0 h 662124"/>
                <a:gd name="connsiteX3-79" fmla="*/ 521033 w 524651"/>
                <a:gd name="connsiteY3-80" fmla="*/ 68746 h 662124"/>
                <a:gd name="connsiteX4-81" fmla="*/ 524651 w 524651"/>
                <a:gd name="connsiteY4-82" fmla="*/ 662124 h 662124"/>
                <a:gd name="connsiteX5-83" fmla="*/ 10856 w 524651"/>
                <a:gd name="connsiteY5-84" fmla="*/ 658506 h 66212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3" name="Freeform 382"/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384" name="Straight Connector 383"/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Straight Connector 384"/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Straight Connector 385"/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Straight Connector 386"/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Straight Connector 387"/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Straight Connector 388"/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1" name="Group 390"/>
          <p:cNvGrpSpPr/>
          <p:nvPr/>
        </p:nvGrpSpPr>
        <p:grpSpPr>
          <a:xfrm>
            <a:off x="10771171" y="3194171"/>
            <a:ext cx="594613" cy="648336"/>
            <a:chOff x="5203089" y="1751190"/>
            <a:chExt cx="858331" cy="662414"/>
          </a:xfrm>
        </p:grpSpPr>
        <p:sp>
          <p:nvSpPr>
            <p:cNvPr id="399" name="Freeform 398"/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-1" fmla="*/ 3618 w 651290"/>
                <a:gd name="connsiteY0-2" fmla="*/ 593378 h 593378"/>
                <a:gd name="connsiteX1-3" fmla="*/ 0 w 651290"/>
                <a:gd name="connsiteY1-4" fmla="*/ 242416 h 593378"/>
                <a:gd name="connsiteX2-5" fmla="*/ 423338 w 651290"/>
                <a:gd name="connsiteY2-6" fmla="*/ 101308 h 593378"/>
                <a:gd name="connsiteX3-7" fmla="*/ 647672 w 651290"/>
                <a:gd name="connsiteY3-8" fmla="*/ 0 h 593378"/>
                <a:gd name="connsiteX4-9" fmla="*/ 651290 w 651290"/>
                <a:gd name="connsiteY4-10" fmla="*/ 593378 h 593378"/>
                <a:gd name="connsiteX5-11" fmla="*/ 3618 w 651290"/>
                <a:gd name="connsiteY5-12" fmla="*/ 593378 h 593378"/>
                <a:gd name="connsiteX0-13" fmla="*/ 3618 w 651290"/>
                <a:gd name="connsiteY0-14" fmla="*/ 662124 h 662124"/>
                <a:gd name="connsiteX1-15" fmla="*/ 0 w 651290"/>
                <a:gd name="connsiteY1-16" fmla="*/ 311162 h 662124"/>
                <a:gd name="connsiteX2-17" fmla="*/ 376300 w 651290"/>
                <a:gd name="connsiteY2-18" fmla="*/ 0 h 662124"/>
                <a:gd name="connsiteX3-19" fmla="*/ 647672 w 651290"/>
                <a:gd name="connsiteY3-20" fmla="*/ 68746 h 662124"/>
                <a:gd name="connsiteX4-21" fmla="*/ 651290 w 651290"/>
                <a:gd name="connsiteY4-22" fmla="*/ 662124 h 662124"/>
                <a:gd name="connsiteX5-23" fmla="*/ 3618 w 651290"/>
                <a:gd name="connsiteY5-24" fmla="*/ 662124 h 662124"/>
                <a:gd name="connsiteX0-25" fmla="*/ 0 w 647672"/>
                <a:gd name="connsiteY0-26" fmla="*/ 662124 h 662124"/>
                <a:gd name="connsiteX1-27" fmla="*/ 123021 w 647672"/>
                <a:gd name="connsiteY1-28" fmla="*/ 83217 h 662124"/>
                <a:gd name="connsiteX2-29" fmla="*/ 372682 w 647672"/>
                <a:gd name="connsiteY2-30" fmla="*/ 0 h 662124"/>
                <a:gd name="connsiteX3-31" fmla="*/ 644054 w 647672"/>
                <a:gd name="connsiteY3-32" fmla="*/ 68746 h 662124"/>
                <a:gd name="connsiteX4-33" fmla="*/ 647672 w 647672"/>
                <a:gd name="connsiteY4-34" fmla="*/ 662124 h 662124"/>
                <a:gd name="connsiteX5-35" fmla="*/ 0 w 647672"/>
                <a:gd name="connsiteY5-36" fmla="*/ 662124 h 662124"/>
                <a:gd name="connsiteX0-37" fmla="*/ 7238 w 524651"/>
                <a:gd name="connsiteY0-38" fmla="*/ 669360 h 669360"/>
                <a:gd name="connsiteX1-39" fmla="*/ 0 w 524651"/>
                <a:gd name="connsiteY1-40" fmla="*/ 83217 h 669360"/>
                <a:gd name="connsiteX2-41" fmla="*/ 249661 w 524651"/>
                <a:gd name="connsiteY2-42" fmla="*/ 0 h 669360"/>
                <a:gd name="connsiteX3-43" fmla="*/ 521033 w 524651"/>
                <a:gd name="connsiteY3-44" fmla="*/ 68746 h 669360"/>
                <a:gd name="connsiteX4-45" fmla="*/ 524651 w 524651"/>
                <a:gd name="connsiteY4-46" fmla="*/ 662124 h 669360"/>
                <a:gd name="connsiteX5-47" fmla="*/ 7238 w 524651"/>
                <a:gd name="connsiteY5-48" fmla="*/ 669360 h 669360"/>
                <a:gd name="connsiteX0-49" fmla="*/ 438 w 528706"/>
                <a:gd name="connsiteY0-50" fmla="*/ 665742 h 665742"/>
                <a:gd name="connsiteX1-51" fmla="*/ 4055 w 528706"/>
                <a:gd name="connsiteY1-52" fmla="*/ 83217 h 665742"/>
                <a:gd name="connsiteX2-53" fmla="*/ 253716 w 528706"/>
                <a:gd name="connsiteY2-54" fmla="*/ 0 h 665742"/>
                <a:gd name="connsiteX3-55" fmla="*/ 525088 w 528706"/>
                <a:gd name="connsiteY3-56" fmla="*/ 68746 h 665742"/>
                <a:gd name="connsiteX4-57" fmla="*/ 528706 w 528706"/>
                <a:gd name="connsiteY4-58" fmla="*/ 662124 h 665742"/>
                <a:gd name="connsiteX5-59" fmla="*/ 438 w 528706"/>
                <a:gd name="connsiteY5-60" fmla="*/ 665742 h 665742"/>
                <a:gd name="connsiteX0-61" fmla="*/ 155 w 546514"/>
                <a:gd name="connsiteY0-62" fmla="*/ 662124 h 662124"/>
                <a:gd name="connsiteX1-63" fmla="*/ 21863 w 546514"/>
                <a:gd name="connsiteY1-64" fmla="*/ 83217 h 662124"/>
                <a:gd name="connsiteX2-65" fmla="*/ 271524 w 546514"/>
                <a:gd name="connsiteY2-66" fmla="*/ 0 h 662124"/>
                <a:gd name="connsiteX3-67" fmla="*/ 542896 w 546514"/>
                <a:gd name="connsiteY3-68" fmla="*/ 68746 h 662124"/>
                <a:gd name="connsiteX4-69" fmla="*/ 546514 w 546514"/>
                <a:gd name="connsiteY4-70" fmla="*/ 662124 h 662124"/>
                <a:gd name="connsiteX5-71" fmla="*/ 155 w 546514"/>
                <a:gd name="connsiteY5-72" fmla="*/ 662124 h 662124"/>
                <a:gd name="connsiteX0-73" fmla="*/ 10856 w 524651"/>
                <a:gd name="connsiteY0-74" fmla="*/ 658506 h 662124"/>
                <a:gd name="connsiteX1-75" fmla="*/ 0 w 524651"/>
                <a:gd name="connsiteY1-76" fmla="*/ 83217 h 662124"/>
                <a:gd name="connsiteX2-77" fmla="*/ 249661 w 524651"/>
                <a:gd name="connsiteY2-78" fmla="*/ 0 h 662124"/>
                <a:gd name="connsiteX3-79" fmla="*/ 521033 w 524651"/>
                <a:gd name="connsiteY3-80" fmla="*/ 68746 h 662124"/>
                <a:gd name="connsiteX4-81" fmla="*/ 524651 w 524651"/>
                <a:gd name="connsiteY4-82" fmla="*/ 662124 h 662124"/>
                <a:gd name="connsiteX5-83" fmla="*/ 10856 w 524651"/>
                <a:gd name="connsiteY5-84" fmla="*/ 658506 h 66212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0" name="Freeform 399"/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401" name="Straight Connector 400"/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Straight Connector 401"/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Straight Connector 402"/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4" name="Straight Connector 403"/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Straight Connector 404"/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Straight Connector 405"/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62" name="Freeform 561"/>
          <p:cNvSpPr/>
          <p:nvPr/>
        </p:nvSpPr>
        <p:spPr>
          <a:xfrm>
            <a:off x="9540813" y="1782042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-1" fmla="*/ 434989 w 1537226"/>
              <a:gd name="connsiteY0-2" fmla="*/ 253346 h 1763594"/>
              <a:gd name="connsiteX1-3" fmla="*/ 488 w 1537226"/>
              <a:gd name="connsiteY1-4" fmla="*/ 921706 h 1763594"/>
              <a:gd name="connsiteX2-5" fmla="*/ 368142 w 1537226"/>
              <a:gd name="connsiteY2-6" fmla="*/ 1489812 h 1763594"/>
              <a:gd name="connsiteX3-7" fmla="*/ 1187008 w 1537226"/>
              <a:gd name="connsiteY3-8" fmla="*/ 1757156 h 1763594"/>
              <a:gd name="connsiteX4-9" fmla="*/ 1521239 w 1537226"/>
              <a:gd name="connsiteY4-10" fmla="*/ 1239177 h 1763594"/>
              <a:gd name="connsiteX5-11" fmla="*/ 1468998 w 1537226"/>
              <a:gd name="connsiteY5-12" fmla="*/ 654362 h 1763594"/>
              <a:gd name="connsiteX6-13" fmla="*/ 1337412 w 1537226"/>
              <a:gd name="connsiteY6-14" fmla="*/ 136383 h 1763594"/>
              <a:gd name="connsiteX7-15" fmla="*/ 1086739 w 1537226"/>
              <a:gd name="connsiteY7-16" fmla="*/ 2711 h 1763594"/>
              <a:gd name="connsiteX8-17" fmla="*/ 434989 w 1537226"/>
              <a:gd name="connsiteY8-18" fmla="*/ 253346 h 1763594"/>
              <a:gd name="connsiteX0-19" fmla="*/ 434989 w 1537226"/>
              <a:gd name="connsiteY0-20" fmla="*/ 253346 h 1763594"/>
              <a:gd name="connsiteX1-21" fmla="*/ 488 w 1537226"/>
              <a:gd name="connsiteY1-22" fmla="*/ 921706 h 1763594"/>
              <a:gd name="connsiteX2-23" fmla="*/ 368142 w 1537226"/>
              <a:gd name="connsiteY2-24" fmla="*/ 1489812 h 1763594"/>
              <a:gd name="connsiteX3-25" fmla="*/ 1187008 w 1537226"/>
              <a:gd name="connsiteY3-26" fmla="*/ 1757156 h 1763594"/>
              <a:gd name="connsiteX4-27" fmla="*/ 1521239 w 1537226"/>
              <a:gd name="connsiteY4-28" fmla="*/ 1239177 h 1763594"/>
              <a:gd name="connsiteX5-29" fmla="*/ 1468998 w 1537226"/>
              <a:gd name="connsiteY5-30" fmla="*/ 654362 h 1763594"/>
              <a:gd name="connsiteX6-31" fmla="*/ 1337412 w 1537226"/>
              <a:gd name="connsiteY6-32" fmla="*/ 136383 h 1763594"/>
              <a:gd name="connsiteX7-33" fmla="*/ 839572 w 1537226"/>
              <a:gd name="connsiteY7-34" fmla="*/ 2711 h 1763594"/>
              <a:gd name="connsiteX8-35" fmla="*/ 434989 w 1537226"/>
              <a:gd name="connsiteY8-36" fmla="*/ 253346 h 1763594"/>
              <a:gd name="connsiteX0-37" fmla="*/ 360357 w 1536743"/>
              <a:gd name="connsiteY0-38" fmla="*/ 534641 h 1782088"/>
              <a:gd name="connsiteX1-39" fmla="*/ 5 w 1536743"/>
              <a:gd name="connsiteY1-40" fmla="*/ 940200 h 1782088"/>
              <a:gd name="connsiteX2-41" fmla="*/ 367659 w 1536743"/>
              <a:gd name="connsiteY2-42" fmla="*/ 1508306 h 1782088"/>
              <a:gd name="connsiteX3-43" fmla="*/ 1186525 w 1536743"/>
              <a:gd name="connsiteY3-44" fmla="*/ 1775650 h 1782088"/>
              <a:gd name="connsiteX4-45" fmla="*/ 1520756 w 1536743"/>
              <a:gd name="connsiteY4-46" fmla="*/ 1257671 h 1782088"/>
              <a:gd name="connsiteX5-47" fmla="*/ 1468515 w 1536743"/>
              <a:gd name="connsiteY5-48" fmla="*/ 672856 h 1782088"/>
              <a:gd name="connsiteX6-49" fmla="*/ 1336929 w 1536743"/>
              <a:gd name="connsiteY6-50" fmla="*/ 154877 h 1782088"/>
              <a:gd name="connsiteX7-51" fmla="*/ 839089 w 1536743"/>
              <a:gd name="connsiteY7-52" fmla="*/ 21205 h 1782088"/>
              <a:gd name="connsiteX8-53" fmla="*/ 360357 w 1536743"/>
              <a:gd name="connsiteY8-54" fmla="*/ 534641 h 1782088"/>
              <a:gd name="connsiteX0-55" fmla="*/ 360355 w 1536741"/>
              <a:gd name="connsiteY0-56" fmla="*/ 534641 h 1782088"/>
              <a:gd name="connsiteX1-57" fmla="*/ 3 w 1536741"/>
              <a:gd name="connsiteY1-58" fmla="*/ 940200 h 1782088"/>
              <a:gd name="connsiteX2-59" fmla="*/ 367657 w 1536741"/>
              <a:gd name="connsiteY2-60" fmla="*/ 1508306 h 1782088"/>
              <a:gd name="connsiteX3-61" fmla="*/ 1186523 w 1536741"/>
              <a:gd name="connsiteY3-62" fmla="*/ 1775650 h 1782088"/>
              <a:gd name="connsiteX4-63" fmla="*/ 1520754 w 1536741"/>
              <a:gd name="connsiteY4-64" fmla="*/ 1257671 h 1782088"/>
              <a:gd name="connsiteX5-65" fmla="*/ 1468513 w 1536741"/>
              <a:gd name="connsiteY5-66" fmla="*/ 672856 h 1782088"/>
              <a:gd name="connsiteX6-67" fmla="*/ 1336927 w 1536741"/>
              <a:gd name="connsiteY6-68" fmla="*/ 154877 h 1782088"/>
              <a:gd name="connsiteX7-69" fmla="*/ 839087 w 1536741"/>
              <a:gd name="connsiteY7-70" fmla="*/ 21205 h 1782088"/>
              <a:gd name="connsiteX8-71" fmla="*/ 360355 w 1536741"/>
              <a:gd name="connsiteY8-72" fmla="*/ 534641 h 1782088"/>
              <a:gd name="connsiteX0-73" fmla="*/ 360355 w 1494463"/>
              <a:gd name="connsiteY0-74" fmla="*/ 534641 h 1775651"/>
              <a:gd name="connsiteX1-75" fmla="*/ 3 w 1494463"/>
              <a:gd name="connsiteY1-76" fmla="*/ 940200 h 1775651"/>
              <a:gd name="connsiteX2-77" fmla="*/ 367657 w 1494463"/>
              <a:gd name="connsiteY2-78" fmla="*/ 1508306 h 1775651"/>
              <a:gd name="connsiteX3-79" fmla="*/ 1186523 w 1494463"/>
              <a:gd name="connsiteY3-80" fmla="*/ 1775650 h 1775651"/>
              <a:gd name="connsiteX4-81" fmla="*/ 1467465 w 1494463"/>
              <a:gd name="connsiteY4-82" fmla="*/ 1510813 h 1775651"/>
              <a:gd name="connsiteX5-83" fmla="*/ 1468513 w 1494463"/>
              <a:gd name="connsiteY5-84" fmla="*/ 672856 h 1775651"/>
              <a:gd name="connsiteX6-85" fmla="*/ 1336927 w 1494463"/>
              <a:gd name="connsiteY6-86" fmla="*/ 154877 h 1775651"/>
              <a:gd name="connsiteX7-87" fmla="*/ 839087 w 1494463"/>
              <a:gd name="connsiteY7-88" fmla="*/ 21205 h 1775651"/>
              <a:gd name="connsiteX8-89" fmla="*/ 360355 w 1494463"/>
              <a:gd name="connsiteY8-90" fmla="*/ 534641 h 1775651"/>
              <a:gd name="connsiteX0-91" fmla="*/ 360355 w 1491064"/>
              <a:gd name="connsiteY0-92" fmla="*/ 552327 h 1793337"/>
              <a:gd name="connsiteX1-93" fmla="*/ 3 w 1491064"/>
              <a:gd name="connsiteY1-94" fmla="*/ 957886 h 1793337"/>
              <a:gd name="connsiteX2-95" fmla="*/ 367657 w 1491064"/>
              <a:gd name="connsiteY2-96" fmla="*/ 1525992 h 1793337"/>
              <a:gd name="connsiteX3-97" fmla="*/ 1186523 w 1491064"/>
              <a:gd name="connsiteY3-98" fmla="*/ 1793336 h 1793337"/>
              <a:gd name="connsiteX4-99" fmla="*/ 1467465 w 1491064"/>
              <a:gd name="connsiteY4-100" fmla="*/ 1528499 h 1793337"/>
              <a:gd name="connsiteX5-101" fmla="*/ 1468513 w 1491064"/>
              <a:gd name="connsiteY5-102" fmla="*/ 690542 h 1793337"/>
              <a:gd name="connsiteX6-103" fmla="*/ 1407977 w 1491064"/>
              <a:gd name="connsiteY6-104" fmla="*/ 109278 h 1793337"/>
              <a:gd name="connsiteX7-105" fmla="*/ 839087 w 1491064"/>
              <a:gd name="connsiteY7-106" fmla="*/ 38891 h 1793337"/>
              <a:gd name="connsiteX8-107" fmla="*/ 360355 w 1491064"/>
              <a:gd name="connsiteY8-108" fmla="*/ 552327 h 1793337"/>
              <a:gd name="connsiteX0-109" fmla="*/ 360355 w 1502818"/>
              <a:gd name="connsiteY0-110" fmla="*/ 552327 h 1612281"/>
              <a:gd name="connsiteX1-111" fmla="*/ 3 w 1502818"/>
              <a:gd name="connsiteY1-112" fmla="*/ 957886 h 1612281"/>
              <a:gd name="connsiteX2-113" fmla="*/ 367657 w 1502818"/>
              <a:gd name="connsiteY2-114" fmla="*/ 1525992 h 1612281"/>
              <a:gd name="connsiteX3-115" fmla="*/ 1026659 w 1502818"/>
              <a:gd name="connsiteY3-116" fmla="*/ 1582385 h 1612281"/>
              <a:gd name="connsiteX4-117" fmla="*/ 1467465 w 1502818"/>
              <a:gd name="connsiteY4-118" fmla="*/ 1528499 h 1612281"/>
              <a:gd name="connsiteX5-119" fmla="*/ 1468513 w 1502818"/>
              <a:gd name="connsiteY5-120" fmla="*/ 690542 h 1612281"/>
              <a:gd name="connsiteX6-121" fmla="*/ 1407977 w 1502818"/>
              <a:gd name="connsiteY6-122" fmla="*/ 109278 h 1612281"/>
              <a:gd name="connsiteX7-123" fmla="*/ 839087 w 1502818"/>
              <a:gd name="connsiteY7-124" fmla="*/ 38891 h 1612281"/>
              <a:gd name="connsiteX8-125" fmla="*/ 360355 w 1502818"/>
              <a:gd name="connsiteY8-126" fmla="*/ 552327 h 1612281"/>
              <a:gd name="connsiteX0-127" fmla="*/ 360384 w 1502847"/>
              <a:gd name="connsiteY0-128" fmla="*/ 552327 h 1803602"/>
              <a:gd name="connsiteX1-129" fmla="*/ 32 w 1502847"/>
              <a:gd name="connsiteY1-130" fmla="*/ 957886 h 1803602"/>
              <a:gd name="connsiteX2-131" fmla="*/ 385448 w 1502847"/>
              <a:gd name="connsiteY2-132" fmla="*/ 1779134 h 1803602"/>
              <a:gd name="connsiteX3-133" fmla="*/ 1026688 w 1502847"/>
              <a:gd name="connsiteY3-134" fmla="*/ 1582385 h 1803602"/>
              <a:gd name="connsiteX4-135" fmla="*/ 1467494 w 1502847"/>
              <a:gd name="connsiteY4-136" fmla="*/ 1528499 h 1803602"/>
              <a:gd name="connsiteX5-137" fmla="*/ 1468542 w 1502847"/>
              <a:gd name="connsiteY5-138" fmla="*/ 690542 h 1803602"/>
              <a:gd name="connsiteX6-139" fmla="*/ 1408006 w 1502847"/>
              <a:gd name="connsiteY6-140" fmla="*/ 109278 h 1803602"/>
              <a:gd name="connsiteX7-141" fmla="*/ 839116 w 1502847"/>
              <a:gd name="connsiteY7-142" fmla="*/ 38891 h 1803602"/>
              <a:gd name="connsiteX8-143" fmla="*/ 360384 w 1502847"/>
              <a:gd name="connsiteY8-144" fmla="*/ 552327 h 1803602"/>
              <a:gd name="connsiteX0-145" fmla="*/ 360384 w 1502847"/>
              <a:gd name="connsiteY0-146" fmla="*/ 552327 h 1826319"/>
              <a:gd name="connsiteX1-147" fmla="*/ 32 w 1502847"/>
              <a:gd name="connsiteY1-148" fmla="*/ 957886 h 1826319"/>
              <a:gd name="connsiteX2-149" fmla="*/ 385448 w 1502847"/>
              <a:gd name="connsiteY2-150" fmla="*/ 1779134 h 1826319"/>
              <a:gd name="connsiteX3-151" fmla="*/ 1026688 w 1502847"/>
              <a:gd name="connsiteY3-152" fmla="*/ 1582385 h 1826319"/>
              <a:gd name="connsiteX4-153" fmla="*/ 1467494 w 1502847"/>
              <a:gd name="connsiteY4-154" fmla="*/ 1528499 h 1826319"/>
              <a:gd name="connsiteX5-155" fmla="*/ 1468542 w 1502847"/>
              <a:gd name="connsiteY5-156" fmla="*/ 690542 h 1826319"/>
              <a:gd name="connsiteX6-157" fmla="*/ 1408006 w 1502847"/>
              <a:gd name="connsiteY6-158" fmla="*/ 109278 h 1826319"/>
              <a:gd name="connsiteX7-159" fmla="*/ 839116 w 1502847"/>
              <a:gd name="connsiteY7-160" fmla="*/ 38891 h 1826319"/>
              <a:gd name="connsiteX8-161" fmla="*/ 360384 w 1502847"/>
              <a:gd name="connsiteY8-162" fmla="*/ 552327 h 1826319"/>
              <a:gd name="connsiteX0-163" fmla="*/ 289852 w 1503366"/>
              <a:gd name="connsiteY0-164" fmla="*/ 461730 h 1820101"/>
              <a:gd name="connsiteX1-165" fmla="*/ 551 w 1503366"/>
              <a:gd name="connsiteY1-166" fmla="*/ 951668 h 1820101"/>
              <a:gd name="connsiteX2-167" fmla="*/ 385967 w 1503366"/>
              <a:gd name="connsiteY2-168" fmla="*/ 1772916 h 1820101"/>
              <a:gd name="connsiteX3-169" fmla="*/ 1027207 w 1503366"/>
              <a:gd name="connsiteY3-170" fmla="*/ 1576167 h 1820101"/>
              <a:gd name="connsiteX4-171" fmla="*/ 1468013 w 1503366"/>
              <a:gd name="connsiteY4-172" fmla="*/ 1522281 h 1820101"/>
              <a:gd name="connsiteX5-173" fmla="*/ 1469061 w 1503366"/>
              <a:gd name="connsiteY5-174" fmla="*/ 684324 h 1820101"/>
              <a:gd name="connsiteX6-175" fmla="*/ 1408525 w 1503366"/>
              <a:gd name="connsiteY6-176" fmla="*/ 103060 h 1820101"/>
              <a:gd name="connsiteX7-177" fmla="*/ 839635 w 1503366"/>
              <a:gd name="connsiteY7-178" fmla="*/ 32673 h 1820101"/>
              <a:gd name="connsiteX8-179" fmla="*/ 289852 w 1503366"/>
              <a:gd name="connsiteY8-180" fmla="*/ 461730 h 1820101"/>
              <a:gd name="connsiteX0-181" fmla="*/ 293376 w 1506890"/>
              <a:gd name="connsiteY0-182" fmla="*/ 461730 h 1820101"/>
              <a:gd name="connsiteX1-183" fmla="*/ 4075 w 1506890"/>
              <a:gd name="connsiteY1-184" fmla="*/ 951668 h 1820101"/>
              <a:gd name="connsiteX2-185" fmla="*/ 389491 w 1506890"/>
              <a:gd name="connsiteY2-186" fmla="*/ 1772916 h 1820101"/>
              <a:gd name="connsiteX3-187" fmla="*/ 1030731 w 1506890"/>
              <a:gd name="connsiteY3-188" fmla="*/ 1576167 h 1820101"/>
              <a:gd name="connsiteX4-189" fmla="*/ 1471537 w 1506890"/>
              <a:gd name="connsiteY4-190" fmla="*/ 1522281 h 1820101"/>
              <a:gd name="connsiteX5-191" fmla="*/ 1472585 w 1506890"/>
              <a:gd name="connsiteY5-192" fmla="*/ 684324 h 1820101"/>
              <a:gd name="connsiteX6-193" fmla="*/ 1412049 w 1506890"/>
              <a:gd name="connsiteY6-194" fmla="*/ 103060 h 1820101"/>
              <a:gd name="connsiteX7-195" fmla="*/ 843159 w 1506890"/>
              <a:gd name="connsiteY7-196" fmla="*/ 32673 h 1820101"/>
              <a:gd name="connsiteX8-197" fmla="*/ 293376 w 1506890"/>
              <a:gd name="connsiteY8-198" fmla="*/ 461730 h 1820101"/>
              <a:gd name="connsiteX0-199" fmla="*/ 203955 w 1545103"/>
              <a:gd name="connsiteY0-200" fmla="*/ 206126 h 1802639"/>
              <a:gd name="connsiteX1-201" fmla="*/ 42288 w 1545103"/>
              <a:gd name="connsiteY1-202" fmla="*/ 934206 h 1802639"/>
              <a:gd name="connsiteX2-203" fmla="*/ 427704 w 1545103"/>
              <a:gd name="connsiteY2-204" fmla="*/ 1755454 h 1802639"/>
              <a:gd name="connsiteX3-205" fmla="*/ 1068944 w 1545103"/>
              <a:gd name="connsiteY3-206" fmla="*/ 1558705 h 1802639"/>
              <a:gd name="connsiteX4-207" fmla="*/ 1509750 w 1545103"/>
              <a:gd name="connsiteY4-208" fmla="*/ 1504819 h 1802639"/>
              <a:gd name="connsiteX5-209" fmla="*/ 1510798 w 1545103"/>
              <a:gd name="connsiteY5-210" fmla="*/ 666862 h 1802639"/>
              <a:gd name="connsiteX6-211" fmla="*/ 1450262 w 1545103"/>
              <a:gd name="connsiteY6-212" fmla="*/ 85598 h 1802639"/>
              <a:gd name="connsiteX7-213" fmla="*/ 881372 w 1545103"/>
              <a:gd name="connsiteY7-214" fmla="*/ 15211 h 1802639"/>
              <a:gd name="connsiteX8-215" fmla="*/ 203955 w 1545103"/>
              <a:gd name="connsiteY8-216" fmla="*/ 206126 h 1802639"/>
              <a:gd name="connsiteX0-217" fmla="*/ 147252 w 1634267"/>
              <a:gd name="connsiteY0-218" fmla="*/ 113266 h 1796376"/>
              <a:gd name="connsiteX1-219" fmla="*/ 131452 w 1634267"/>
              <a:gd name="connsiteY1-220" fmla="*/ 927943 h 1796376"/>
              <a:gd name="connsiteX2-221" fmla="*/ 516868 w 1634267"/>
              <a:gd name="connsiteY2-222" fmla="*/ 1749191 h 1796376"/>
              <a:gd name="connsiteX3-223" fmla="*/ 1158108 w 1634267"/>
              <a:gd name="connsiteY3-224" fmla="*/ 1552442 h 1796376"/>
              <a:gd name="connsiteX4-225" fmla="*/ 1598914 w 1634267"/>
              <a:gd name="connsiteY4-226" fmla="*/ 1498556 h 1796376"/>
              <a:gd name="connsiteX5-227" fmla="*/ 1599962 w 1634267"/>
              <a:gd name="connsiteY5-228" fmla="*/ 660599 h 1796376"/>
              <a:gd name="connsiteX6-229" fmla="*/ 1539426 w 1634267"/>
              <a:gd name="connsiteY6-230" fmla="*/ 79335 h 1796376"/>
              <a:gd name="connsiteX7-231" fmla="*/ 970536 w 1634267"/>
              <a:gd name="connsiteY7-232" fmla="*/ 8948 h 1796376"/>
              <a:gd name="connsiteX8-233" fmla="*/ 147252 w 1634267"/>
              <a:gd name="connsiteY8-234" fmla="*/ 113266 h 1796376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  <a:cxn ang="0">
                <a:pos x="connsiteX7-15" y="connsiteY7-16"/>
              </a:cxn>
              <a:cxn ang="0">
                <a:pos x="connsiteX8-17" y="connsiteY8-1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7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73" name="TextBox 572"/>
          <p:cNvSpPr txBox="1"/>
          <p:nvPr/>
        </p:nvSpPr>
        <p:spPr>
          <a:xfrm>
            <a:off x="9427201" y="1851195"/>
            <a:ext cx="1725088" cy="2862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全国或全球 ISP</a:t>
            </a:r>
            <a:endParaRPr kumimoji="0" 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5" name="Rectangle 654"/>
          <p:cNvSpPr/>
          <p:nvPr/>
        </p:nvSpPr>
        <p:spPr>
          <a:xfrm>
            <a:off x="9279068" y="3677908"/>
            <a:ext cx="305749" cy="197847"/>
          </a:xfrm>
          <a:prstGeom prst="rect">
            <a:avLst/>
          </a:prstGeom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3" name="TextBox 652"/>
          <p:cNvSpPr txBox="1"/>
          <p:nvPr/>
        </p:nvSpPr>
        <p:spPr>
          <a:xfrm>
            <a:off x="8766162" y="3447919"/>
            <a:ext cx="1040639" cy="4801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本地或区域 ISP</a:t>
            </a:r>
            <a:endParaRPr kumimoji="0" 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7" name="TextBox 656"/>
          <p:cNvSpPr txBox="1"/>
          <p:nvPr/>
        </p:nvSpPr>
        <p:spPr>
          <a:xfrm>
            <a:off x="10917767" y="4677937"/>
            <a:ext cx="813043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数据中心 </a:t>
            </a:r>
            <a:endParaRPr kumimoji="0" lang="en-US" sz="105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网络</a:t>
            </a:r>
            <a:endParaRPr kumimoji="0" lang="en-US" sz="105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8" name="TextBox 657"/>
          <p:cNvSpPr txBox="1"/>
          <p:nvPr/>
        </p:nvSpPr>
        <p:spPr>
          <a:xfrm>
            <a:off x="10063018" y="4228248"/>
            <a:ext cx="843051" cy="6740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内容 </a:t>
            </a:r>
            <a:endParaRPr kumimoji="0" 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提供商 </a:t>
            </a:r>
            <a:endParaRPr kumimoji="0" 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网络</a:t>
            </a:r>
            <a:endParaRPr kumimoji="0" 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830" name="Straight Connector 829"/>
          <p:cNvCxnSpPr/>
          <p:nvPr/>
        </p:nvCxnSpPr>
        <p:spPr>
          <a:xfrm flipH="1" flipV="1">
            <a:off x="10559920" y="3580125"/>
            <a:ext cx="412964" cy="63712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7" name="Straight Connector 826"/>
          <p:cNvCxnSpPr/>
          <p:nvPr/>
        </p:nvCxnSpPr>
        <p:spPr>
          <a:xfrm flipH="1" flipV="1">
            <a:off x="10660835" y="3640684"/>
            <a:ext cx="345866" cy="738975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5" name="Straight Connector 824"/>
          <p:cNvCxnSpPr/>
          <p:nvPr/>
        </p:nvCxnSpPr>
        <p:spPr>
          <a:xfrm flipV="1">
            <a:off x="10636897" y="3633421"/>
            <a:ext cx="335987" cy="39534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3" name="Straight Connector 822"/>
          <p:cNvCxnSpPr/>
          <p:nvPr/>
        </p:nvCxnSpPr>
        <p:spPr>
          <a:xfrm flipH="1" flipV="1">
            <a:off x="10570774" y="3594896"/>
            <a:ext cx="1" cy="485748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9" name="Straight Connector 818"/>
          <p:cNvCxnSpPr/>
          <p:nvPr/>
        </p:nvCxnSpPr>
        <p:spPr>
          <a:xfrm flipH="1" flipV="1">
            <a:off x="10550620" y="4071642"/>
            <a:ext cx="508543" cy="348647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8" name="Straight Connector 817"/>
          <p:cNvCxnSpPr/>
          <p:nvPr/>
        </p:nvCxnSpPr>
        <p:spPr>
          <a:xfrm flipH="1">
            <a:off x="9895195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6" name="Straight Connector 815"/>
          <p:cNvCxnSpPr/>
          <p:nvPr/>
        </p:nvCxnSpPr>
        <p:spPr>
          <a:xfrm flipH="1">
            <a:off x="9219616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3" name="Straight Connector 812"/>
          <p:cNvCxnSpPr/>
          <p:nvPr/>
        </p:nvCxnSpPr>
        <p:spPr>
          <a:xfrm flipH="1">
            <a:off x="9276868" y="3507672"/>
            <a:ext cx="382424" cy="51705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1" name="Straight Connector 810"/>
          <p:cNvCxnSpPr/>
          <p:nvPr/>
        </p:nvCxnSpPr>
        <p:spPr>
          <a:xfrm>
            <a:off x="9733069" y="3507672"/>
            <a:ext cx="0" cy="54029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8" name="Straight Connector 807"/>
          <p:cNvCxnSpPr/>
          <p:nvPr/>
        </p:nvCxnSpPr>
        <p:spPr>
          <a:xfrm>
            <a:off x="10137668" y="2754692"/>
            <a:ext cx="488174" cy="83933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3" name="Straight Connector 562"/>
          <p:cNvCxnSpPr/>
          <p:nvPr/>
        </p:nvCxnSpPr>
        <p:spPr>
          <a:xfrm flipH="1">
            <a:off x="9798719" y="2695013"/>
            <a:ext cx="380432" cy="694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4" name="Straight Connector 563"/>
          <p:cNvCxnSpPr/>
          <p:nvPr/>
        </p:nvCxnSpPr>
        <p:spPr>
          <a:xfrm flipH="1">
            <a:off x="10100635" y="2169432"/>
            <a:ext cx="761467" cy="577355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5" name="Straight Connector 564"/>
          <p:cNvCxnSpPr/>
          <p:nvPr/>
        </p:nvCxnSpPr>
        <p:spPr>
          <a:xfrm flipH="1">
            <a:off x="10100635" y="2268313"/>
            <a:ext cx="397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6" name="Straight Connector 565"/>
          <p:cNvCxnSpPr/>
          <p:nvPr/>
        </p:nvCxnSpPr>
        <p:spPr>
          <a:xfrm flipH="1">
            <a:off x="10672135" y="2200506"/>
            <a:ext cx="14936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7" name="Straight Connector 566"/>
          <p:cNvCxnSpPr/>
          <p:nvPr/>
        </p:nvCxnSpPr>
        <p:spPr>
          <a:xfrm flipH="1">
            <a:off x="10142166" y="2718967"/>
            <a:ext cx="574283" cy="2782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8" name="Straight Connector 567"/>
          <p:cNvCxnSpPr/>
          <p:nvPr/>
        </p:nvCxnSpPr>
        <p:spPr>
          <a:xfrm flipH="1">
            <a:off x="10069542" y="2169432"/>
            <a:ext cx="788589" cy="9888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9" name="Straight Connector 568"/>
          <p:cNvCxnSpPr/>
          <p:nvPr/>
        </p:nvCxnSpPr>
        <p:spPr>
          <a:xfrm flipH="1">
            <a:off x="10862103" y="2127325"/>
            <a:ext cx="279002" cy="421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0" name="Straight Connector 569"/>
          <p:cNvCxnSpPr/>
          <p:nvPr/>
        </p:nvCxnSpPr>
        <p:spPr>
          <a:xfrm flipH="1" flipV="1">
            <a:off x="10681994" y="2718967"/>
            <a:ext cx="353541" cy="67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4" name="Straight Connector 573"/>
          <p:cNvCxnSpPr/>
          <p:nvPr/>
        </p:nvCxnSpPr>
        <p:spPr>
          <a:xfrm flipH="1">
            <a:off x="8769223" y="2268313"/>
            <a:ext cx="1300319" cy="606622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3" name="Line 541"/>
          <p:cNvSpPr>
            <a:spLocks noChangeShapeType="1"/>
          </p:cNvSpPr>
          <p:nvPr/>
        </p:nvSpPr>
        <p:spPr bwMode="auto">
          <a:xfrm flipV="1">
            <a:off x="9378705" y="4113379"/>
            <a:ext cx="429324" cy="70560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" name="Line 424"/>
          <p:cNvSpPr>
            <a:spLocks noChangeShapeType="1"/>
          </p:cNvSpPr>
          <p:nvPr/>
        </p:nvSpPr>
        <p:spPr bwMode="auto">
          <a:xfrm flipV="1">
            <a:off x="8244554" y="4047456"/>
            <a:ext cx="969051" cy="31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43" name="Oval 800"/>
          <p:cNvSpPr>
            <a:spLocks noChangeArrowheads="1"/>
          </p:cNvSpPr>
          <p:nvPr/>
        </p:nvSpPr>
        <p:spPr bwMode="auto">
          <a:xfrm>
            <a:off x="8174541" y="2292995"/>
            <a:ext cx="52388" cy="49485"/>
          </a:xfrm>
          <a:prstGeom prst="ellipse">
            <a:avLst/>
          </a:prstGeom>
          <a:solidFill>
            <a:schemeClr val="tx2"/>
          </a:solidFill>
          <a:ln w="9525">
            <a:solidFill>
              <a:schemeClr val="tx1"/>
            </a:solidFill>
            <a:rou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615" name="Group 614"/>
          <p:cNvGrpSpPr/>
          <p:nvPr/>
        </p:nvGrpSpPr>
        <p:grpSpPr>
          <a:xfrm>
            <a:off x="10410609" y="3496138"/>
            <a:ext cx="353678" cy="198344"/>
            <a:chOff x="7493876" y="2774731"/>
            <a:chExt cx="1481958" cy="894622"/>
          </a:xfrm>
        </p:grpSpPr>
        <p:sp>
          <p:nvSpPr>
            <p:cNvPr id="616" name="Freeform 615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7" name="Oval 616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618" name="Group 617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19" name="Freeform 618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0" name="Freeform 619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1" name="Freeform 620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2" name="Freeform 621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77" name="Group 576"/>
          <p:cNvGrpSpPr/>
          <p:nvPr/>
        </p:nvGrpSpPr>
        <p:grpSpPr>
          <a:xfrm>
            <a:off x="9948724" y="2202292"/>
            <a:ext cx="353678" cy="198344"/>
            <a:chOff x="7493876" y="2774731"/>
            <a:chExt cx="1481958" cy="894622"/>
          </a:xfrm>
        </p:grpSpPr>
        <p:sp>
          <p:nvSpPr>
            <p:cNvPr id="578" name="Freeform 577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9" name="Oval 578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80" name="Group 579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1" name="Freeform 580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2" name="Freeform 581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3" name="Freeform 582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4" name="Freeform 583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93" name="Group 592"/>
          <p:cNvGrpSpPr/>
          <p:nvPr/>
        </p:nvGrpSpPr>
        <p:grpSpPr>
          <a:xfrm>
            <a:off x="10527214" y="2613367"/>
            <a:ext cx="353678" cy="198344"/>
            <a:chOff x="7493876" y="2774731"/>
            <a:chExt cx="1481958" cy="894622"/>
          </a:xfrm>
        </p:grpSpPr>
        <p:sp>
          <p:nvSpPr>
            <p:cNvPr id="594" name="Freeform 593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95" name="Oval 594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96" name="Group 595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7" name="Freeform 596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8" name="Freeform 597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9" name="Freeform 598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0" name="Freeform 599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01" name="Group 600"/>
          <p:cNvGrpSpPr/>
          <p:nvPr/>
        </p:nvGrpSpPr>
        <p:grpSpPr>
          <a:xfrm>
            <a:off x="10643825" y="2107963"/>
            <a:ext cx="353678" cy="198344"/>
            <a:chOff x="7493876" y="2774731"/>
            <a:chExt cx="1481958" cy="894622"/>
          </a:xfrm>
        </p:grpSpPr>
        <p:sp>
          <p:nvSpPr>
            <p:cNvPr id="602" name="Freeform 601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03" name="Oval 602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604" name="Group 603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05" name="Freeform 604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6" name="Freeform 605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7" name="Freeform 606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8" name="Freeform 607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54" name="Group 553"/>
          <p:cNvGrpSpPr/>
          <p:nvPr/>
        </p:nvGrpSpPr>
        <p:grpSpPr>
          <a:xfrm>
            <a:off x="9098788" y="3956624"/>
            <a:ext cx="367224" cy="240304"/>
            <a:chOff x="7493876" y="2774731"/>
            <a:chExt cx="1481958" cy="894622"/>
          </a:xfrm>
        </p:grpSpPr>
        <p:sp>
          <p:nvSpPr>
            <p:cNvPr id="555" name="Freeform 554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56" name="Oval 555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57" name="Group 556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8" name="Freeform 557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9" name="Freeform 558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0" name="Freeform 559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1" name="Freeform 560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85" name="Group 584"/>
          <p:cNvGrpSpPr/>
          <p:nvPr/>
        </p:nvGrpSpPr>
        <p:grpSpPr>
          <a:xfrm>
            <a:off x="9980126" y="2661565"/>
            <a:ext cx="353678" cy="198344"/>
            <a:chOff x="7493876" y="2774731"/>
            <a:chExt cx="1481958" cy="894622"/>
          </a:xfrm>
        </p:grpSpPr>
        <p:sp>
          <p:nvSpPr>
            <p:cNvPr id="586" name="Freeform 585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7" name="Oval 586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88" name="Group 587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9" name="Freeform 588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0" name="Freeform 589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1" name="Freeform 590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2" name="Freeform 591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38" name="Group 537"/>
          <p:cNvGrpSpPr/>
          <p:nvPr/>
        </p:nvGrpSpPr>
        <p:grpSpPr>
          <a:xfrm>
            <a:off x="9497138" y="3394032"/>
            <a:ext cx="367224" cy="240304"/>
            <a:chOff x="7493876" y="2774731"/>
            <a:chExt cx="1481958" cy="894622"/>
          </a:xfrm>
        </p:grpSpPr>
        <p:sp>
          <p:nvSpPr>
            <p:cNvPr id="539" name="Freeform 538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40" name="Oval 539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41" name="Group 540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42" name="Freeform 541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3" name="Freeform 542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4" name="Freeform 543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5" name="Freeform 544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46" name="Group 545"/>
          <p:cNvGrpSpPr/>
          <p:nvPr/>
        </p:nvGrpSpPr>
        <p:grpSpPr>
          <a:xfrm>
            <a:off x="9601554" y="3999763"/>
            <a:ext cx="367224" cy="240304"/>
            <a:chOff x="7493876" y="2774731"/>
            <a:chExt cx="1481958" cy="894622"/>
          </a:xfrm>
        </p:grpSpPr>
        <p:sp>
          <p:nvSpPr>
            <p:cNvPr id="547" name="Freeform 546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48" name="Oval 547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49" name="Group 548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0" name="Freeform 549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1" name="Freeform 550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2" name="Freeform 551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3" name="Freeform 552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23" name="Group 622"/>
          <p:cNvGrpSpPr/>
          <p:nvPr/>
        </p:nvGrpSpPr>
        <p:grpSpPr>
          <a:xfrm>
            <a:off x="10375259" y="3992325"/>
            <a:ext cx="353678" cy="198344"/>
            <a:chOff x="7493876" y="2774731"/>
            <a:chExt cx="1481958" cy="894622"/>
          </a:xfrm>
        </p:grpSpPr>
        <p:sp>
          <p:nvSpPr>
            <p:cNvPr id="624" name="Freeform 623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25" name="Oval 624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626" name="Group 625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27" name="Freeform 626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8" name="Freeform 627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9" name="Freeform 628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0" name="Freeform 629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pic>
        <p:nvPicPr>
          <p:cNvPr id="359" name="Picture 653" descr="iphone_stylized_small"/>
          <p:cNvPicPr>
            <a:picLocks noChangeAspect="1"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9572" y="1917025"/>
            <a:ext cx="136841" cy="32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4" name="Picture 1018" descr="laptop_keyboard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464781" y="2605090"/>
            <a:ext cx="437221" cy="1595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5" name="Freeform 1019"/>
          <p:cNvSpPr/>
          <p:nvPr/>
        </p:nvSpPr>
        <p:spPr bwMode="auto">
          <a:xfrm>
            <a:off x="7609678" y="2450304"/>
            <a:ext cx="351919" cy="208167"/>
          </a:xfrm>
          <a:custGeom>
            <a:avLst/>
            <a:gdLst>
              <a:gd name="T0" fmla="*/ 775798119 w 2982"/>
              <a:gd name="T1" fmla="*/ 0 h 2442"/>
              <a:gd name="T2" fmla="*/ 0 w 2982"/>
              <a:gd name="T3" fmla="*/ 211226083 h 2442"/>
              <a:gd name="T4" fmla="*/ 2147483646 w 2982"/>
              <a:gd name="T5" fmla="*/ 263880059 h 2442"/>
              <a:gd name="T6" fmla="*/ 2147483646 w 2982"/>
              <a:gd name="T7" fmla="*/ 52653891 h 2442"/>
              <a:gd name="T8" fmla="*/ 775798119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76" name="Picture 1020" descr="screen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7011" y="2455658"/>
            <a:ext cx="319785" cy="1894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7" name="Freeform 1021"/>
          <p:cNvSpPr/>
          <p:nvPr/>
        </p:nvSpPr>
        <p:spPr bwMode="auto">
          <a:xfrm>
            <a:off x="7673752" y="2444163"/>
            <a:ext cx="298167" cy="38736"/>
          </a:xfrm>
          <a:custGeom>
            <a:avLst/>
            <a:gdLst>
              <a:gd name="T0" fmla="*/ 193616298 w 2528"/>
              <a:gd name="T1" fmla="*/ 0 h 455"/>
              <a:gd name="T2" fmla="*/ 2147483646 w 2528"/>
              <a:gd name="T3" fmla="*/ 52445139 h 455"/>
              <a:gd name="T4" fmla="*/ 2147483646 w 2528"/>
              <a:gd name="T5" fmla="*/ 52445139 h 455"/>
              <a:gd name="T6" fmla="*/ 0 w 2528"/>
              <a:gd name="T7" fmla="*/ 52445139 h 455"/>
              <a:gd name="T8" fmla="*/ 193616298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8" name="Freeform 1022"/>
          <p:cNvSpPr/>
          <p:nvPr/>
        </p:nvSpPr>
        <p:spPr bwMode="auto">
          <a:xfrm>
            <a:off x="7606562" y="2443848"/>
            <a:ext cx="82770" cy="161243"/>
          </a:xfrm>
          <a:custGeom>
            <a:avLst/>
            <a:gdLst>
              <a:gd name="T0" fmla="*/ 773664160 w 702"/>
              <a:gd name="T1" fmla="*/ 0 h 1893"/>
              <a:gd name="T2" fmla="*/ 0 w 702"/>
              <a:gd name="T3" fmla="*/ 210739916 h 1893"/>
              <a:gd name="T4" fmla="*/ 193416040 w 702"/>
              <a:gd name="T5" fmla="*/ 210739916 h 1893"/>
              <a:gd name="T6" fmla="*/ 967080200 w 702"/>
              <a:gd name="T7" fmla="*/ 52529017 h 1893"/>
              <a:gd name="T8" fmla="*/ 773664160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9" name="Freeform 1023"/>
          <p:cNvSpPr/>
          <p:nvPr/>
        </p:nvSpPr>
        <p:spPr bwMode="auto">
          <a:xfrm>
            <a:off x="7880579" y="2472664"/>
            <a:ext cx="89197" cy="186122"/>
          </a:xfrm>
          <a:custGeom>
            <a:avLst/>
            <a:gdLst>
              <a:gd name="T0" fmla="*/ 969024527 w 756"/>
              <a:gd name="T1" fmla="*/ 0 h 2184"/>
              <a:gd name="T2" fmla="*/ 193802074 w 756"/>
              <a:gd name="T3" fmla="*/ 263660221 h 2184"/>
              <a:gd name="T4" fmla="*/ 0 w 756"/>
              <a:gd name="T5" fmla="*/ 263660221 h 2184"/>
              <a:gd name="T6" fmla="*/ 775222454 w 756"/>
              <a:gd name="T7" fmla="*/ 52610059 h 2184"/>
              <a:gd name="T8" fmla="*/ 969024527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0" name="Freeform 1024"/>
          <p:cNvSpPr/>
          <p:nvPr/>
        </p:nvSpPr>
        <p:spPr bwMode="auto">
          <a:xfrm>
            <a:off x="7605588" y="2596902"/>
            <a:ext cx="327185" cy="62828"/>
          </a:xfrm>
          <a:custGeom>
            <a:avLst/>
            <a:gdLst>
              <a:gd name="T0" fmla="*/ 193829444 w 2773"/>
              <a:gd name="T1" fmla="*/ 0 h 738"/>
              <a:gd name="T2" fmla="*/ 0 w 2773"/>
              <a:gd name="T3" fmla="*/ 52443587 h 738"/>
              <a:gd name="T4" fmla="*/ 2147483646 w 2773"/>
              <a:gd name="T5" fmla="*/ 104894411 h 738"/>
              <a:gd name="T6" fmla="*/ 2147483646 w 2773"/>
              <a:gd name="T7" fmla="*/ 52443587 h 738"/>
              <a:gd name="T8" fmla="*/ 193829444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1" name="Freeform 1025"/>
          <p:cNvSpPr/>
          <p:nvPr/>
        </p:nvSpPr>
        <p:spPr bwMode="auto">
          <a:xfrm>
            <a:off x="7890512" y="2474238"/>
            <a:ext cx="83549" cy="186909"/>
          </a:xfrm>
          <a:custGeom>
            <a:avLst/>
            <a:gdLst>
              <a:gd name="T0" fmla="*/ 2147483646 w 637"/>
              <a:gd name="T1" fmla="*/ 0 h 1659"/>
              <a:gd name="T2" fmla="*/ 2147483646 w 637"/>
              <a:gd name="T3" fmla="*/ 0 h 1659"/>
              <a:gd name="T4" fmla="*/ 295581541 w 637"/>
              <a:gd name="T5" fmla="*/ 2147483646 h 1659"/>
              <a:gd name="T6" fmla="*/ 0 w 637"/>
              <a:gd name="T7" fmla="*/ 2147483646 h 1659"/>
              <a:gd name="T8" fmla="*/ 214748364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2" name="Freeform 1026"/>
          <p:cNvSpPr/>
          <p:nvPr/>
        </p:nvSpPr>
        <p:spPr bwMode="auto">
          <a:xfrm>
            <a:off x="7605977" y="2605248"/>
            <a:ext cx="290961" cy="62041"/>
          </a:xfrm>
          <a:custGeom>
            <a:avLst/>
            <a:gdLst>
              <a:gd name="T0" fmla="*/ 0 w 2216"/>
              <a:gd name="T1" fmla="*/ 0 h 550"/>
              <a:gd name="T2" fmla="*/ 296523134 w 2216"/>
              <a:gd name="T3" fmla="*/ 324379338 h 550"/>
              <a:gd name="T4" fmla="*/ 2147483646 w 2216"/>
              <a:gd name="T5" fmla="*/ 2147483646 h 550"/>
              <a:gd name="T6" fmla="*/ 2147483646 w 2216"/>
              <a:gd name="T7" fmla="*/ 2147483646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83" name="Group 1027"/>
          <p:cNvGrpSpPr/>
          <p:nvPr/>
        </p:nvGrpSpPr>
        <p:grpSpPr bwMode="auto">
          <a:xfrm>
            <a:off x="7601109" y="2671540"/>
            <a:ext cx="98740" cy="36846"/>
            <a:chOff x="1740" y="2642"/>
            <a:chExt cx="752" cy="327"/>
          </a:xfrm>
        </p:grpSpPr>
        <p:sp>
          <p:nvSpPr>
            <p:cNvPr id="169" name="Freeform 1028"/>
            <p:cNvSpPr/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0" name="Freeform 1029"/>
            <p:cNvSpPr/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1" name="Freeform 1030"/>
            <p:cNvSpPr/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2" name="Freeform 1031"/>
            <p:cNvSpPr/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3" name="Freeform 1032"/>
            <p:cNvSpPr/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4" name="Freeform 1033"/>
            <p:cNvSpPr/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84" name="Freeform 1034"/>
          <p:cNvSpPr/>
          <p:nvPr/>
        </p:nvSpPr>
        <p:spPr bwMode="auto">
          <a:xfrm>
            <a:off x="7770154" y="2677051"/>
            <a:ext cx="119578" cy="80936"/>
          </a:xfrm>
          <a:custGeom>
            <a:avLst/>
            <a:gdLst>
              <a:gd name="T0" fmla="*/ 213221464 w 990"/>
              <a:gd name="T1" fmla="*/ 1090686587 h 792"/>
              <a:gd name="T2" fmla="*/ 1915477586 w 990"/>
              <a:gd name="T3" fmla="*/ 0 h 792"/>
              <a:gd name="T4" fmla="*/ 1915477586 w 990"/>
              <a:gd name="T5" fmla="*/ 108859840 h 792"/>
              <a:gd name="T6" fmla="*/ 0 w 990"/>
              <a:gd name="T7" fmla="*/ 1090686587 h 792"/>
              <a:gd name="T8" fmla="*/ 213221464 w 990"/>
              <a:gd name="T9" fmla="*/ 1090686587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5" name="Freeform 1035"/>
          <p:cNvSpPr/>
          <p:nvPr/>
        </p:nvSpPr>
        <p:spPr bwMode="auto">
          <a:xfrm>
            <a:off x="7464976" y="2683507"/>
            <a:ext cx="305957" cy="73850"/>
          </a:xfrm>
          <a:custGeom>
            <a:avLst/>
            <a:gdLst>
              <a:gd name="T0" fmla="*/ 213486572 w 2532"/>
              <a:gd name="T1" fmla="*/ 0 h 723"/>
              <a:gd name="T2" fmla="*/ 213486572 w 2532"/>
              <a:gd name="T3" fmla="*/ 0 h 723"/>
              <a:gd name="T4" fmla="*/ 2147483646 w 2532"/>
              <a:gd name="T5" fmla="*/ 979380008 h 723"/>
              <a:gd name="T6" fmla="*/ 2147483646 w 2532"/>
              <a:gd name="T7" fmla="*/ 1088085165 h 723"/>
              <a:gd name="T8" fmla="*/ 0 w 2532"/>
              <a:gd name="T9" fmla="*/ 108705259 h 723"/>
              <a:gd name="T10" fmla="*/ 21348657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6" name="Freeform 1036"/>
          <p:cNvSpPr/>
          <p:nvPr/>
        </p:nvSpPr>
        <p:spPr bwMode="auto">
          <a:xfrm>
            <a:off x="7465171" y="2669965"/>
            <a:ext cx="3311" cy="14959"/>
          </a:xfrm>
          <a:custGeom>
            <a:avLst/>
            <a:gdLst>
              <a:gd name="T0" fmla="*/ 262278191 w 26"/>
              <a:gd name="T1" fmla="*/ 107489981 h 147"/>
              <a:gd name="T2" fmla="*/ 262278191 w 26"/>
              <a:gd name="T3" fmla="*/ 214969480 h 147"/>
              <a:gd name="T4" fmla="*/ 0 w 26"/>
              <a:gd name="T5" fmla="*/ 214969480 h 147"/>
              <a:gd name="T6" fmla="*/ 262278191 w 26"/>
              <a:gd name="T7" fmla="*/ 0 h 147"/>
              <a:gd name="T8" fmla="*/ 262278191 w 26"/>
              <a:gd name="T9" fmla="*/ 10748998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7" name="Freeform 1037"/>
          <p:cNvSpPr/>
          <p:nvPr/>
        </p:nvSpPr>
        <p:spPr bwMode="auto">
          <a:xfrm>
            <a:off x="7465366" y="2609027"/>
            <a:ext cx="142170" cy="61883"/>
          </a:xfrm>
          <a:custGeom>
            <a:avLst/>
            <a:gdLst>
              <a:gd name="T0" fmla="*/ 2136125890 w 1176"/>
              <a:gd name="T1" fmla="*/ 0 h 606"/>
              <a:gd name="T2" fmla="*/ 0 w 1176"/>
              <a:gd name="T3" fmla="*/ 870000945 h 606"/>
              <a:gd name="T4" fmla="*/ 213789467 w 1176"/>
              <a:gd name="T5" fmla="*/ 870000945 h 606"/>
              <a:gd name="T6" fmla="*/ 2136125890 w 1176"/>
              <a:gd name="T7" fmla="*/ 108617123 h 606"/>
              <a:gd name="T8" fmla="*/ 2136125890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8" name="Freeform 1038"/>
          <p:cNvSpPr/>
          <p:nvPr/>
        </p:nvSpPr>
        <p:spPr bwMode="auto">
          <a:xfrm>
            <a:off x="7474909" y="2673115"/>
            <a:ext cx="290182" cy="71016"/>
          </a:xfrm>
          <a:custGeom>
            <a:avLst/>
            <a:gdLst>
              <a:gd name="T0" fmla="*/ 173112702 w 2532"/>
              <a:gd name="T1" fmla="*/ 0 h 723"/>
              <a:gd name="T2" fmla="*/ 173112702 w 2532"/>
              <a:gd name="T3" fmla="*/ 0 h 723"/>
              <a:gd name="T4" fmla="*/ 2069773885 w 2532"/>
              <a:gd name="T5" fmla="*/ 558173482 h 723"/>
              <a:gd name="T6" fmla="*/ 2069773885 w 2532"/>
              <a:gd name="T7" fmla="*/ 558173482 h 723"/>
              <a:gd name="T8" fmla="*/ 0 w 2532"/>
              <a:gd name="T9" fmla="*/ 92871346 h 723"/>
              <a:gd name="T10" fmla="*/ 17311270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9" name="Freeform 1039"/>
          <p:cNvSpPr/>
          <p:nvPr/>
        </p:nvSpPr>
        <p:spPr bwMode="auto">
          <a:xfrm flipV="1">
            <a:off x="7764701" y="2668076"/>
            <a:ext cx="118410" cy="73535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962694895 h 723"/>
              <a:gd name="T6" fmla="*/ 0 w 2532"/>
              <a:gd name="T7" fmla="*/ 962694895 h 723"/>
              <a:gd name="T8" fmla="*/ 0 w 2532"/>
              <a:gd name="T9" fmla="*/ 107314314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10" name="Picture 568" descr="light2.png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8831667" y="2392289"/>
            <a:ext cx="92772" cy="4054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8" name="Picture 603" descr="car_icon_small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99539" y="2116958"/>
            <a:ext cx="849312" cy="168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2" name="Picture 1116" descr="laptop_keyboard"/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510375" y="3605209"/>
            <a:ext cx="286699" cy="11944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3" name="Freeform 1117"/>
          <p:cNvSpPr/>
          <p:nvPr/>
        </p:nvSpPr>
        <p:spPr bwMode="auto">
          <a:xfrm>
            <a:off x="7605388" y="3489299"/>
            <a:ext cx="230764" cy="155883"/>
          </a:xfrm>
          <a:custGeom>
            <a:avLst/>
            <a:gdLst>
              <a:gd name="T0" fmla="*/ 143665061 w 2982"/>
              <a:gd name="T1" fmla="*/ 0 h 2442"/>
              <a:gd name="T2" fmla="*/ 0 w 2982"/>
              <a:gd name="T3" fmla="*/ 66329557 h 2442"/>
              <a:gd name="T4" fmla="*/ 573719931 w 2982"/>
              <a:gd name="T5" fmla="*/ 82975142 h 2442"/>
              <a:gd name="T6" fmla="*/ 717384993 w 2982"/>
              <a:gd name="T7" fmla="*/ 16645585 h 2442"/>
              <a:gd name="T8" fmla="*/ 14366506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94" name="Picture 1118" descr="screen"/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16754" y="3493308"/>
            <a:ext cx="209692" cy="1418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5" name="Freeform 1119"/>
          <p:cNvSpPr/>
          <p:nvPr/>
        </p:nvSpPr>
        <p:spPr bwMode="auto">
          <a:xfrm>
            <a:off x="7647403" y="3484701"/>
            <a:ext cx="195517" cy="29007"/>
          </a:xfrm>
          <a:custGeom>
            <a:avLst/>
            <a:gdLst>
              <a:gd name="T0" fmla="*/ 35620212 w 2528"/>
              <a:gd name="T1" fmla="*/ 0 h 455"/>
              <a:gd name="T2" fmla="*/ 608343257 w 2528"/>
              <a:gd name="T3" fmla="*/ 16582250 h 455"/>
              <a:gd name="T4" fmla="*/ 572256449 w 2528"/>
              <a:gd name="T5" fmla="*/ 16582250 h 455"/>
              <a:gd name="T6" fmla="*/ 0 w 2528"/>
              <a:gd name="T7" fmla="*/ 16582250 h 455"/>
              <a:gd name="T8" fmla="*/ 35620212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6" name="Freeform 1120"/>
          <p:cNvSpPr/>
          <p:nvPr/>
        </p:nvSpPr>
        <p:spPr bwMode="auto">
          <a:xfrm>
            <a:off x="7603345" y="3484465"/>
            <a:ext cx="54275" cy="120745"/>
          </a:xfrm>
          <a:custGeom>
            <a:avLst/>
            <a:gdLst>
              <a:gd name="T0" fmla="*/ 142804406 w 702"/>
              <a:gd name="T1" fmla="*/ 0 h 1893"/>
              <a:gd name="T2" fmla="*/ 0 w 702"/>
              <a:gd name="T3" fmla="*/ 66174575 h 1893"/>
              <a:gd name="T4" fmla="*/ 35584530 w 702"/>
              <a:gd name="T5" fmla="*/ 66174575 h 1893"/>
              <a:gd name="T6" fmla="*/ 178855222 w 702"/>
              <a:gd name="T7" fmla="*/ 16607700 h 1893"/>
              <a:gd name="T8" fmla="*/ 142804406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7" name="Freeform 1121"/>
          <p:cNvSpPr/>
          <p:nvPr/>
        </p:nvSpPr>
        <p:spPr bwMode="auto">
          <a:xfrm>
            <a:off x="7783026" y="3506043"/>
            <a:ext cx="58489" cy="139375"/>
          </a:xfrm>
          <a:custGeom>
            <a:avLst/>
            <a:gdLst>
              <a:gd name="T0" fmla="*/ 179213623 w 756"/>
              <a:gd name="T1" fmla="*/ 0 h 2184"/>
              <a:gd name="T2" fmla="*/ 35656008 w 756"/>
              <a:gd name="T3" fmla="*/ 82904513 h 2184"/>
              <a:gd name="T4" fmla="*/ 0 w 756"/>
              <a:gd name="T5" fmla="*/ 82904513 h 2184"/>
              <a:gd name="T6" fmla="*/ 143090785 w 756"/>
              <a:gd name="T7" fmla="*/ 16632211 h 2184"/>
              <a:gd name="T8" fmla="*/ 179213623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8" name="Freeform 1122"/>
          <p:cNvSpPr/>
          <p:nvPr/>
        </p:nvSpPr>
        <p:spPr bwMode="auto">
          <a:xfrm>
            <a:off x="7602706" y="3599078"/>
            <a:ext cx="214545" cy="47048"/>
          </a:xfrm>
          <a:custGeom>
            <a:avLst/>
            <a:gdLst>
              <a:gd name="T0" fmla="*/ 35658648 w 2773"/>
              <a:gd name="T1" fmla="*/ 0 h 738"/>
              <a:gd name="T2" fmla="*/ 0 w 2773"/>
              <a:gd name="T3" fmla="*/ 16581742 h 738"/>
              <a:gd name="T4" fmla="*/ 573357470 w 2773"/>
              <a:gd name="T5" fmla="*/ 33163485 h 738"/>
              <a:gd name="T6" fmla="*/ 573357470 w 2773"/>
              <a:gd name="T7" fmla="*/ 16581742 h 738"/>
              <a:gd name="T8" fmla="*/ 35658648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9" name="Freeform 1123"/>
          <p:cNvSpPr/>
          <p:nvPr/>
        </p:nvSpPr>
        <p:spPr bwMode="auto">
          <a:xfrm>
            <a:off x="7789539" y="3507222"/>
            <a:ext cx="54786" cy="139965"/>
          </a:xfrm>
          <a:custGeom>
            <a:avLst/>
            <a:gdLst>
              <a:gd name="T0" fmla="*/ 656550006 w 637"/>
              <a:gd name="T1" fmla="*/ 0 h 1659"/>
              <a:gd name="T2" fmla="*/ 656550006 w 637"/>
              <a:gd name="T3" fmla="*/ 0 h 1659"/>
              <a:gd name="T4" fmla="*/ 54716163 w 637"/>
              <a:gd name="T5" fmla="*/ 2147483646 h 1659"/>
              <a:gd name="T6" fmla="*/ 0 w 637"/>
              <a:gd name="T7" fmla="*/ 2147483646 h 1659"/>
              <a:gd name="T8" fmla="*/ 65655000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0" name="Freeform 1124"/>
          <p:cNvSpPr/>
          <p:nvPr/>
        </p:nvSpPr>
        <p:spPr bwMode="auto">
          <a:xfrm>
            <a:off x="7602962" y="3605327"/>
            <a:ext cx="190792" cy="46458"/>
          </a:xfrm>
          <a:custGeom>
            <a:avLst/>
            <a:gdLst>
              <a:gd name="T0" fmla="*/ 0 w 2216"/>
              <a:gd name="T1" fmla="*/ 0 h 550"/>
              <a:gd name="T2" fmla="*/ 54884212 w 2216"/>
              <a:gd name="T3" fmla="*/ 101852492 h 550"/>
              <a:gd name="T4" fmla="*/ 2147483646 w 2216"/>
              <a:gd name="T5" fmla="*/ 1017940055 h 550"/>
              <a:gd name="T6" fmla="*/ 2147483646 w 2216"/>
              <a:gd name="T7" fmla="*/ 865464562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01" name="Group 1125"/>
          <p:cNvGrpSpPr/>
          <p:nvPr/>
        </p:nvGrpSpPr>
        <p:grpSpPr bwMode="auto">
          <a:xfrm>
            <a:off x="7599769" y="3654969"/>
            <a:ext cx="64747" cy="27592"/>
            <a:chOff x="1740" y="2642"/>
            <a:chExt cx="752" cy="327"/>
          </a:xfrm>
        </p:grpSpPr>
        <p:sp>
          <p:nvSpPr>
            <p:cNvPr id="140" name="Freeform 1126"/>
            <p:cNvSpPr/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1" name="Freeform 1127"/>
            <p:cNvSpPr/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2" name="Freeform 1128"/>
            <p:cNvSpPr/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3" name="Freeform 1129"/>
            <p:cNvSpPr/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4" name="Freeform 1130"/>
            <p:cNvSpPr/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5" name="Freeform 1131"/>
            <p:cNvSpPr/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02" name="Freeform 1132"/>
          <p:cNvSpPr/>
          <p:nvPr/>
        </p:nvSpPr>
        <p:spPr bwMode="auto">
          <a:xfrm>
            <a:off x="7710617" y="3659096"/>
            <a:ext cx="78411" cy="60608"/>
          </a:xfrm>
          <a:custGeom>
            <a:avLst/>
            <a:gdLst>
              <a:gd name="T0" fmla="*/ 39250883 w 990"/>
              <a:gd name="T1" fmla="*/ 342828616 h 792"/>
              <a:gd name="T2" fmla="*/ 354255671 w 990"/>
              <a:gd name="T3" fmla="*/ 0 h 792"/>
              <a:gd name="T4" fmla="*/ 354255671 w 990"/>
              <a:gd name="T5" fmla="*/ 34504242 h 792"/>
              <a:gd name="T6" fmla="*/ 0 w 990"/>
              <a:gd name="T7" fmla="*/ 342828616 h 792"/>
              <a:gd name="T8" fmla="*/ 39250883 w 990"/>
              <a:gd name="T9" fmla="*/ 342828616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3" name="Freeform 1133"/>
          <p:cNvSpPr/>
          <p:nvPr/>
        </p:nvSpPr>
        <p:spPr bwMode="auto">
          <a:xfrm>
            <a:off x="7510503" y="3663931"/>
            <a:ext cx="200625" cy="55302"/>
          </a:xfrm>
          <a:custGeom>
            <a:avLst/>
            <a:gdLst>
              <a:gd name="T0" fmla="*/ 39302216 w 2532"/>
              <a:gd name="T1" fmla="*/ 0 h 723"/>
              <a:gd name="T2" fmla="*/ 39302216 w 2532"/>
              <a:gd name="T3" fmla="*/ 0 h 723"/>
              <a:gd name="T4" fmla="*/ 867084690 w 2532"/>
              <a:gd name="T5" fmla="*/ 307891170 h 723"/>
              <a:gd name="T6" fmla="*/ 867084690 w 2532"/>
              <a:gd name="T7" fmla="*/ 342351506 h 723"/>
              <a:gd name="T8" fmla="*/ 0 w 2532"/>
              <a:gd name="T9" fmla="*/ 34009889 h 723"/>
              <a:gd name="T10" fmla="*/ 39302216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4" name="Freeform 1134"/>
          <p:cNvSpPr/>
          <p:nvPr/>
        </p:nvSpPr>
        <p:spPr bwMode="auto">
          <a:xfrm>
            <a:off x="7510631" y="3653790"/>
            <a:ext cx="2171" cy="11202"/>
          </a:xfrm>
          <a:custGeom>
            <a:avLst/>
            <a:gdLst>
              <a:gd name="T0" fmla="*/ 48903362 w 26"/>
              <a:gd name="T1" fmla="*/ 33634500 h 147"/>
              <a:gd name="T2" fmla="*/ 48903362 w 26"/>
              <a:gd name="T3" fmla="*/ 67263209 h 147"/>
              <a:gd name="T4" fmla="*/ 0 w 26"/>
              <a:gd name="T5" fmla="*/ 67263209 h 147"/>
              <a:gd name="T6" fmla="*/ 48903362 w 26"/>
              <a:gd name="T7" fmla="*/ 0 h 147"/>
              <a:gd name="T8" fmla="*/ 48903362 w 26"/>
              <a:gd name="T9" fmla="*/ 33634500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" name="Freeform 1135"/>
          <p:cNvSpPr/>
          <p:nvPr/>
        </p:nvSpPr>
        <p:spPr bwMode="auto">
          <a:xfrm>
            <a:off x="7510758" y="3608157"/>
            <a:ext cx="93225" cy="46340"/>
          </a:xfrm>
          <a:custGeom>
            <a:avLst/>
            <a:gdLst>
              <a:gd name="T0" fmla="*/ 395043791 w 1176"/>
              <a:gd name="T1" fmla="*/ 0 h 606"/>
              <a:gd name="T2" fmla="*/ 0 w 1176"/>
              <a:gd name="T3" fmla="*/ 273654982 h 606"/>
              <a:gd name="T4" fmla="*/ 39357994 w 1176"/>
              <a:gd name="T5" fmla="*/ 273654982 h 606"/>
              <a:gd name="T6" fmla="*/ 395043791 w 1176"/>
              <a:gd name="T7" fmla="*/ 33985420 h 606"/>
              <a:gd name="T8" fmla="*/ 39504379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6" name="Freeform 1136"/>
          <p:cNvSpPr/>
          <p:nvPr/>
        </p:nvSpPr>
        <p:spPr bwMode="auto">
          <a:xfrm>
            <a:off x="7517016" y="3656149"/>
            <a:ext cx="190281" cy="53180"/>
          </a:xfrm>
          <a:custGeom>
            <a:avLst/>
            <a:gdLst>
              <a:gd name="T0" fmla="*/ 31829833 w 2532"/>
              <a:gd name="T1" fmla="*/ 0 h 723"/>
              <a:gd name="T2" fmla="*/ 31829833 w 2532"/>
              <a:gd name="T3" fmla="*/ 0 h 723"/>
              <a:gd name="T4" fmla="*/ 382827787 w 2532"/>
              <a:gd name="T5" fmla="*/ 175498781 h 723"/>
              <a:gd name="T6" fmla="*/ 382827787 w 2532"/>
              <a:gd name="T7" fmla="*/ 175498781 h 723"/>
              <a:gd name="T8" fmla="*/ 0 w 2532"/>
              <a:gd name="T9" fmla="*/ 29448186 h 723"/>
              <a:gd name="T10" fmla="*/ 31829833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7" name="Freeform 1137"/>
          <p:cNvSpPr/>
          <p:nvPr/>
        </p:nvSpPr>
        <p:spPr bwMode="auto">
          <a:xfrm flipV="1">
            <a:off x="7707042" y="3652375"/>
            <a:ext cx="77645" cy="55066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302641137 h 723"/>
              <a:gd name="T6" fmla="*/ 0 w 2532"/>
              <a:gd name="T7" fmla="*/ 302641137 h 723"/>
              <a:gd name="T8" fmla="*/ 0 w 2532"/>
              <a:gd name="T9" fmla="*/ 33575256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38" name="Picture 1140" descr="desktop_computer_stylized_medium"/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7991996" y="3567143"/>
            <a:ext cx="359261" cy="3420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9" name="Freeform 1141"/>
          <p:cNvSpPr/>
          <p:nvPr/>
        </p:nvSpPr>
        <p:spPr bwMode="auto">
          <a:xfrm flipH="1">
            <a:off x="8145217" y="3599942"/>
            <a:ext cx="169400" cy="156753"/>
          </a:xfrm>
          <a:custGeom>
            <a:avLst/>
            <a:gdLst>
              <a:gd name="T0" fmla="*/ 0 w 356"/>
              <a:gd name="T1" fmla="*/ 0 h 368"/>
              <a:gd name="T2" fmla="*/ 300 w 356"/>
              <a:gd name="T3" fmla="*/ 14 h 368"/>
              <a:gd name="T4" fmla="*/ 356 w 356"/>
              <a:gd name="T5" fmla="*/ 294 h 368"/>
              <a:gd name="T6" fmla="*/ 78 w 356"/>
              <a:gd name="T7" fmla="*/ 368 h 368"/>
              <a:gd name="T8" fmla="*/ 0 w 356"/>
              <a:gd name="T9" fmla="*/ 0 h 36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6"/>
              <a:gd name="T16" fmla="*/ 0 h 368"/>
              <a:gd name="T17" fmla="*/ 356 w 356"/>
              <a:gd name="T18" fmla="*/ 368 h 36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6" h="368">
                <a:moveTo>
                  <a:pt x="0" y="0"/>
                </a:moveTo>
                <a:lnTo>
                  <a:pt x="300" y="14"/>
                </a:lnTo>
                <a:lnTo>
                  <a:pt x="356" y="294"/>
                </a:lnTo>
                <a:lnTo>
                  <a:pt x="78" y="368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chemeClr val="bg1"/>
              </a:gs>
            </a:gsLst>
            <a:lin ang="27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prstDash val="solid"/>
                <a:round/>
              </a14:hiddenLine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13" name="Picture 571" descr="fridge2.png"/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3199" y="3385017"/>
            <a:ext cx="189578" cy="3370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71" name="Group 950"/>
          <p:cNvGrpSpPr/>
          <p:nvPr/>
        </p:nvGrpSpPr>
        <p:grpSpPr bwMode="auto">
          <a:xfrm>
            <a:off x="10288915" y="5273951"/>
            <a:ext cx="177192" cy="330833"/>
            <a:chOff x="4140" y="429"/>
            <a:chExt cx="1425" cy="2396"/>
          </a:xfrm>
        </p:grpSpPr>
        <p:sp>
          <p:nvSpPr>
            <p:cNvPr id="207" name="Freeform 951"/>
            <p:cNvSpPr/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8" name="Rectangle 952"/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09" name="Freeform 953"/>
            <p:cNvSpPr/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0" name="Freeform 954"/>
            <p:cNvSpPr/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1" name="Rectangle 955"/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2" name="Group 956"/>
            <p:cNvGrpSpPr/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37" name="AutoShape 957"/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8" name="AutoShape 958"/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3" name="Rectangle 959"/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4" name="Group 960"/>
            <p:cNvGrpSpPr/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35" name="AutoShape 961"/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6" name="AutoShape 962"/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5" name="Rectangle 963"/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16" name="Rectangle 964"/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7" name="Group 965"/>
            <p:cNvGrpSpPr/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33" name="AutoShape 966"/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4" name="AutoShape 967"/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8" name="Freeform 968"/>
            <p:cNvSpPr/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19" name="Group 969"/>
            <p:cNvGrpSpPr/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31" name="AutoShape 970"/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2" name="AutoShape 971"/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20" name="Rectangle 972"/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1" name="Freeform 973"/>
            <p:cNvSpPr/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2" name="Freeform 974"/>
            <p:cNvSpPr/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3" name="Oval 975"/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4" name="Freeform 976"/>
            <p:cNvSpPr/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5" name="AutoShape 977"/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6" name="AutoShape 978"/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7" name="Oval 979"/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8" name="Oval 980"/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9" name="Oval 981"/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30" name="Rectangle 982"/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44" name="Group 590"/>
          <p:cNvGrpSpPr/>
          <p:nvPr/>
        </p:nvGrpSpPr>
        <p:grpSpPr bwMode="auto">
          <a:xfrm flipH="1">
            <a:off x="7980855" y="4900161"/>
            <a:ext cx="345630" cy="320302"/>
            <a:chOff x="2839" y="3501"/>
            <a:chExt cx="755" cy="803"/>
          </a:xfrm>
        </p:grpSpPr>
        <p:pic>
          <p:nvPicPr>
            <p:cNvPr id="367" name="Picture 591" descr="desktop_computer_stylized_medium"/>
            <p:cNvPicPr>
              <a:picLocks noChangeAspect="1" noChangeArrowheads="1"/>
            </p:cNvPicPr>
            <p:nvPr/>
          </p:nvPicPr>
          <p:blipFill>
            <a:blip r:embed="rId10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8" name="Freeform 592"/>
            <p:cNvSpPr/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147" name="Picture 1066" descr="laptop_keyboard"/>
          <p:cNvPicPr>
            <a:picLocks noChangeAspect="1" noChangeArrowheads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216586" y="6040274"/>
            <a:ext cx="253501" cy="1203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8" name="Freeform 1067"/>
          <p:cNvSpPr/>
          <p:nvPr/>
        </p:nvSpPr>
        <p:spPr bwMode="auto">
          <a:xfrm>
            <a:off x="9300597" y="5923494"/>
            <a:ext cx="204043" cy="157052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49" name="Picture 1068" descr="screen"/>
          <p:cNvPicPr>
            <a:picLocks noChangeAspect="1" noChangeArrowheads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10647" y="5927534"/>
            <a:ext cx="185412" cy="14291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0" name="Freeform 1069"/>
          <p:cNvSpPr/>
          <p:nvPr/>
        </p:nvSpPr>
        <p:spPr bwMode="auto">
          <a:xfrm>
            <a:off x="9337747" y="5918861"/>
            <a:ext cx="172878" cy="29225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1" name="Freeform 1070"/>
          <p:cNvSpPr/>
          <p:nvPr/>
        </p:nvSpPr>
        <p:spPr bwMode="auto">
          <a:xfrm>
            <a:off x="9298791" y="5918624"/>
            <a:ext cx="47990" cy="121650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2" name="Freeform 1071"/>
          <p:cNvSpPr/>
          <p:nvPr/>
        </p:nvSpPr>
        <p:spPr bwMode="auto">
          <a:xfrm>
            <a:off x="9457666" y="5940364"/>
            <a:ext cx="51716" cy="14042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3" name="Freeform 1072"/>
          <p:cNvSpPr/>
          <p:nvPr/>
        </p:nvSpPr>
        <p:spPr bwMode="auto">
          <a:xfrm>
            <a:off x="9298226" y="6034096"/>
            <a:ext cx="189702" cy="47401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4" name="Freeform 1073"/>
          <p:cNvSpPr/>
          <p:nvPr/>
        </p:nvSpPr>
        <p:spPr bwMode="auto">
          <a:xfrm>
            <a:off x="9463425" y="5941552"/>
            <a:ext cx="48442" cy="141014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5" name="Freeform 1074"/>
          <p:cNvSpPr/>
          <p:nvPr/>
        </p:nvSpPr>
        <p:spPr bwMode="auto">
          <a:xfrm>
            <a:off x="9298452" y="6040392"/>
            <a:ext cx="168700" cy="46807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56" name="Group 1075"/>
          <p:cNvGrpSpPr/>
          <p:nvPr/>
        </p:nvGrpSpPr>
        <p:grpSpPr bwMode="auto">
          <a:xfrm>
            <a:off x="9295629" y="6090407"/>
            <a:ext cx="57249" cy="27799"/>
            <a:chOff x="1740" y="2642"/>
            <a:chExt cx="752" cy="327"/>
          </a:xfrm>
        </p:grpSpPr>
        <p:sp>
          <p:nvSpPr>
            <p:cNvPr id="163" name="Freeform 1076"/>
            <p:cNvSpPr/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4" name="Freeform 1077"/>
            <p:cNvSpPr/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5" name="Freeform 1078"/>
            <p:cNvSpPr/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6" name="Freeform 1079"/>
            <p:cNvSpPr/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7" name="Freeform 1080"/>
            <p:cNvSpPr/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8" name="Freeform 1081"/>
            <p:cNvSpPr/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57" name="Freeform 1082"/>
          <p:cNvSpPr/>
          <p:nvPr/>
        </p:nvSpPr>
        <p:spPr bwMode="auto">
          <a:xfrm>
            <a:off x="9393642" y="6094565"/>
            <a:ext cx="69332" cy="61063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8" name="Freeform 1083"/>
          <p:cNvSpPr/>
          <p:nvPr/>
        </p:nvSpPr>
        <p:spPr bwMode="auto">
          <a:xfrm>
            <a:off x="9216699" y="6099436"/>
            <a:ext cx="177394" cy="55717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9" name="Freeform 1084"/>
          <p:cNvSpPr/>
          <p:nvPr/>
        </p:nvSpPr>
        <p:spPr bwMode="auto">
          <a:xfrm>
            <a:off x="9216812" y="6089219"/>
            <a:ext cx="1920" cy="11286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0" name="Freeform 1085"/>
          <p:cNvSpPr/>
          <p:nvPr/>
        </p:nvSpPr>
        <p:spPr bwMode="auto">
          <a:xfrm>
            <a:off x="9216925" y="6043244"/>
            <a:ext cx="82430" cy="46688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1" name="Freeform 1086"/>
          <p:cNvSpPr/>
          <p:nvPr/>
        </p:nvSpPr>
        <p:spPr bwMode="auto">
          <a:xfrm>
            <a:off x="9222458" y="6091595"/>
            <a:ext cx="168248" cy="53578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2" name="Freeform 1087"/>
          <p:cNvSpPr/>
          <p:nvPr/>
        </p:nvSpPr>
        <p:spPr bwMode="auto">
          <a:xfrm flipV="1">
            <a:off x="9390480" y="6087793"/>
            <a:ext cx="68654" cy="5547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490" name="Group 590"/>
          <p:cNvGrpSpPr/>
          <p:nvPr/>
        </p:nvGrpSpPr>
        <p:grpSpPr bwMode="auto">
          <a:xfrm flipH="1">
            <a:off x="8153909" y="5504657"/>
            <a:ext cx="345630" cy="320302"/>
            <a:chOff x="2839" y="3501"/>
            <a:chExt cx="755" cy="803"/>
          </a:xfrm>
        </p:grpSpPr>
        <p:pic>
          <p:nvPicPr>
            <p:cNvPr id="491" name="Picture 591" descr="desktop_computer_stylized_medium"/>
            <p:cNvPicPr>
              <a:picLocks noChangeAspect="1" noChangeArrowheads="1"/>
            </p:cNvPicPr>
            <p:nvPr/>
          </p:nvPicPr>
          <p:blipFill>
            <a:blip r:embed="rId10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2" name="Freeform 592"/>
            <p:cNvSpPr/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493" name="Group 590"/>
          <p:cNvGrpSpPr/>
          <p:nvPr/>
        </p:nvGrpSpPr>
        <p:grpSpPr bwMode="auto">
          <a:xfrm flipH="1">
            <a:off x="8552134" y="5526130"/>
            <a:ext cx="345630" cy="320302"/>
            <a:chOff x="2839" y="3501"/>
            <a:chExt cx="755" cy="803"/>
          </a:xfrm>
        </p:grpSpPr>
        <p:pic>
          <p:nvPicPr>
            <p:cNvPr id="494" name="Picture 591" descr="desktop_computer_stylized_medium"/>
            <p:cNvPicPr>
              <a:picLocks noChangeAspect="1" noChangeArrowheads="1"/>
            </p:cNvPicPr>
            <p:nvPr/>
          </p:nvPicPr>
          <p:blipFill>
            <a:blip r:embed="rId10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5" name="Freeform 592"/>
            <p:cNvSpPr/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498" name="Picture 1066" descr="laptop_keyboard"/>
          <p:cNvPicPr>
            <a:picLocks noChangeAspect="1" noChangeArrowheads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550087" y="5949454"/>
            <a:ext cx="260920" cy="99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99" name="Freeform 1067"/>
          <p:cNvSpPr/>
          <p:nvPr/>
        </p:nvSpPr>
        <p:spPr bwMode="auto">
          <a:xfrm>
            <a:off x="9636557" y="5853324"/>
            <a:ext cx="210015" cy="129281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500" name="Picture 1068" descr="screen"/>
          <p:cNvPicPr>
            <a:picLocks noChangeAspect="1" noChangeArrowheads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646901" y="5856649"/>
            <a:ext cx="190838" cy="1176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01" name="Freeform 1069"/>
          <p:cNvSpPr/>
          <p:nvPr/>
        </p:nvSpPr>
        <p:spPr bwMode="auto">
          <a:xfrm>
            <a:off x="9674794" y="5849510"/>
            <a:ext cx="177937" cy="24057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2" name="Freeform 1070"/>
          <p:cNvSpPr/>
          <p:nvPr/>
        </p:nvSpPr>
        <p:spPr bwMode="auto">
          <a:xfrm>
            <a:off x="9634698" y="5849315"/>
            <a:ext cx="49395" cy="100139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3" name="Freeform 1071"/>
          <p:cNvSpPr/>
          <p:nvPr/>
        </p:nvSpPr>
        <p:spPr bwMode="auto">
          <a:xfrm>
            <a:off x="9798223" y="5867211"/>
            <a:ext cx="53230" cy="11559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4" name="Freeform 1072"/>
          <p:cNvSpPr/>
          <p:nvPr/>
        </p:nvSpPr>
        <p:spPr bwMode="auto">
          <a:xfrm>
            <a:off x="9634116" y="5944369"/>
            <a:ext cx="195254" cy="39019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5" name="Freeform 1073"/>
          <p:cNvSpPr/>
          <p:nvPr/>
        </p:nvSpPr>
        <p:spPr bwMode="auto">
          <a:xfrm>
            <a:off x="9804150" y="5868189"/>
            <a:ext cx="49860" cy="116079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6" name="Freeform 1074"/>
          <p:cNvSpPr/>
          <p:nvPr/>
        </p:nvSpPr>
        <p:spPr bwMode="auto">
          <a:xfrm>
            <a:off x="9634349" y="5949552"/>
            <a:ext cx="173637" cy="38530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507" name="Group 1075"/>
          <p:cNvGrpSpPr/>
          <p:nvPr/>
        </p:nvGrpSpPr>
        <p:grpSpPr bwMode="auto">
          <a:xfrm>
            <a:off x="9631443" y="5990722"/>
            <a:ext cx="58925" cy="22883"/>
            <a:chOff x="1740" y="2642"/>
            <a:chExt cx="752" cy="327"/>
          </a:xfrm>
        </p:grpSpPr>
        <p:sp>
          <p:nvSpPr>
            <p:cNvPr id="514" name="Freeform 1076"/>
            <p:cNvSpPr/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5" name="Freeform 1077"/>
            <p:cNvSpPr/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6" name="Freeform 1078"/>
            <p:cNvSpPr/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7" name="Freeform 1079"/>
            <p:cNvSpPr/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8" name="Freeform 1080"/>
            <p:cNvSpPr/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9" name="Freeform 1081"/>
            <p:cNvSpPr/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508" name="Freeform 1082"/>
          <p:cNvSpPr/>
          <p:nvPr/>
        </p:nvSpPr>
        <p:spPr bwMode="auto">
          <a:xfrm>
            <a:off x="9732325" y="5994145"/>
            <a:ext cx="71361" cy="50265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9" name="Freeform 1083"/>
          <p:cNvSpPr/>
          <p:nvPr/>
        </p:nvSpPr>
        <p:spPr bwMode="auto">
          <a:xfrm>
            <a:off x="9550204" y="5998154"/>
            <a:ext cx="182586" cy="4586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0" name="Freeform 1084"/>
          <p:cNvSpPr/>
          <p:nvPr/>
        </p:nvSpPr>
        <p:spPr bwMode="auto">
          <a:xfrm>
            <a:off x="9550320" y="5989744"/>
            <a:ext cx="1976" cy="9290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1" name="Freeform 1085"/>
          <p:cNvSpPr/>
          <p:nvPr/>
        </p:nvSpPr>
        <p:spPr bwMode="auto">
          <a:xfrm>
            <a:off x="9550436" y="5951899"/>
            <a:ext cx="84843" cy="38432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2" name="Freeform 1086"/>
          <p:cNvSpPr/>
          <p:nvPr/>
        </p:nvSpPr>
        <p:spPr bwMode="auto">
          <a:xfrm>
            <a:off x="9556131" y="5991700"/>
            <a:ext cx="173172" cy="4410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3" name="Freeform 1087"/>
          <p:cNvSpPr/>
          <p:nvPr/>
        </p:nvSpPr>
        <p:spPr bwMode="auto">
          <a:xfrm flipV="1">
            <a:off x="9729071" y="5988571"/>
            <a:ext cx="70663" cy="4566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72" name="Group 983"/>
          <p:cNvGrpSpPr/>
          <p:nvPr/>
        </p:nvGrpSpPr>
        <p:grpSpPr bwMode="auto">
          <a:xfrm>
            <a:off x="10017877" y="5636388"/>
            <a:ext cx="171450" cy="348944"/>
            <a:chOff x="4140" y="429"/>
            <a:chExt cx="1425" cy="2396"/>
          </a:xfrm>
        </p:grpSpPr>
        <p:sp>
          <p:nvSpPr>
            <p:cNvPr id="175" name="Freeform 984"/>
            <p:cNvSpPr/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6" name="Rectangle 985"/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7" name="Freeform 986"/>
            <p:cNvSpPr/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8" name="Freeform 987"/>
            <p:cNvSpPr/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9" name="Rectangle 988"/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0" name="Group 989"/>
            <p:cNvGrpSpPr/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05" name="AutoShape 990"/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6" name="AutoShape 991"/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1" name="Rectangle 992"/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2" name="Group 993"/>
            <p:cNvGrpSpPr/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03" name="AutoShape 994"/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4" name="AutoShape 995"/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3" name="Rectangle 996"/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4" name="Rectangle 997"/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5" name="Group 998"/>
            <p:cNvGrpSpPr/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01" name="AutoShape 999"/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2" name="AutoShape 1000"/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6" name="Freeform 1001"/>
            <p:cNvSpPr/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87" name="Group 1002"/>
            <p:cNvGrpSpPr/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9" name="AutoShape 1003"/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0" name="AutoShape 1004"/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8" name="Rectangle 1005"/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9" name="Freeform 1006"/>
            <p:cNvSpPr/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0" name="Freeform 1007"/>
            <p:cNvSpPr/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1" name="Oval 1008"/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2" name="Freeform 1009"/>
            <p:cNvSpPr/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3" name="AutoShape 1010"/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4" name="AutoShape 1011"/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5" name="Oval 1012"/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6" name="Oval 1013"/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7" name="Oval 1014"/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8" name="Rectangle 1015"/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487" name="Group 590"/>
          <p:cNvGrpSpPr/>
          <p:nvPr/>
        </p:nvGrpSpPr>
        <p:grpSpPr bwMode="auto">
          <a:xfrm flipH="1">
            <a:off x="7773981" y="5281060"/>
            <a:ext cx="345630" cy="320302"/>
            <a:chOff x="2839" y="3501"/>
            <a:chExt cx="755" cy="803"/>
          </a:xfrm>
        </p:grpSpPr>
        <p:pic>
          <p:nvPicPr>
            <p:cNvPr id="488" name="Picture 591" descr="desktop_computer_stylized_medium"/>
            <p:cNvPicPr>
              <a:picLocks noChangeAspect="1" noChangeArrowheads="1"/>
            </p:cNvPicPr>
            <p:nvPr/>
          </p:nvPicPr>
          <p:blipFill>
            <a:blip r:embed="rId10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89" name="Freeform 592"/>
            <p:cNvSpPr/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0" name="Group 19"/>
          <p:cNvGrpSpPr/>
          <p:nvPr/>
        </p:nvGrpSpPr>
        <p:grpSpPr>
          <a:xfrm>
            <a:off x="7439074" y="1859725"/>
            <a:ext cx="4144321" cy="4127477"/>
            <a:chOff x="7439074" y="1859725"/>
            <a:chExt cx="4144321" cy="4127477"/>
          </a:xfrm>
        </p:grpSpPr>
        <p:grpSp>
          <p:nvGrpSpPr>
            <p:cNvPr id="15" name="Group 14"/>
            <p:cNvGrpSpPr/>
            <p:nvPr/>
          </p:nvGrpSpPr>
          <p:grpSpPr>
            <a:xfrm>
              <a:off x="7439074" y="1859725"/>
              <a:ext cx="1802647" cy="1120859"/>
              <a:chOff x="7439074" y="1859725"/>
              <a:chExt cx="1802647" cy="1120859"/>
            </a:xfrm>
          </p:grpSpPr>
          <p:pic>
            <p:nvPicPr>
              <p:cNvPr id="242" name="Picture 799" descr="cell_tower_radiation copy"/>
              <p:cNvPicPr>
                <a:picLocks noChangeAspect="1" noChangeArrowheads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80866" y="2158167"/>
                <a:ext cx="457200" cy="3327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39" name="Line 426"/>
              <p:cNvSpPr>
                <a:spLocks noChangeShapeType="1"/>
              </p:cNvSpPr>
              <p:nvPr/>
            </p:nvSpPr>
            <p:spPr bwMode="auto">
              <a:xfrm>
                <a:off x="8207860" y="2700359"/>
                <a:ext cx="227964" cy="17435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241" name="Group 783"/>
              <p:cNvGrpSpPr/>
              <p:nvPr/>
            </p:nvGrpSpPr>
            <p:grpSpPr bwMode="auto">
              <a:xfrm>
                <a:off x="8050698" y="2309376"/>
                <a:ext cx="298450" cy="464008"/>
                <a:chOff x="3130" y="3288"/>
                <a:chExt cx="410" cy="742"/>
              </a:xfrm>
            </p:grpSpPr>
            <p:sp>
              <p:nvSpPr>
                <p:cNvPr id="244" name="Line 270"/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5" name="Line 271"/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6" name="Line 272"/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7" name="Line 273"/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8" name="Line 274"/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9" name="Line 275"/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0" name="Line 276"/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1" name="Line 277"/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2" name="Line 278"/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3" name="Line 279"/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4" name="Line 280"/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5" name="Line 281"/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6" name="Line 282"/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7" name="Line 283"/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8" name="Line 284"/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07" name="Group 406"/>
              <p:cNvGrpSpPr/>
              <p:nvPr/>
            </p:nvGrpSpPr>
            <p:grpSpPr>
              <a:xfrm>
                <a:off x="8439827" y="2812309"/>
                <a:ext cx="353678" cy="168275"/>
                <a:chOff x="7493876" y="2774731"/>
                <a:chExt cx="1481958" cy="894622"/>
              </a:xfrm>
            </p:grpSpPr>
            <p:sp>
              <p:nvSpPr>
                <p:cNvPr id="408" name="Freeform 407"/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-1" fmla="*/ 8187558 w 8187558"/>
                    <a:gd name="connsiteY0-2" fmla="*/ 0 h 2617076"/>
                    <a:gd name="connsiteX1-3" fmla="*/ 8187558 w 8187558"/>
                    <a:gd name="connsiteY1-4" fmla="*/ 1271752 h 2617076"/>
                    <a:gd name="connsiteX2-5" fmla="*/ 4025462 w 8187558"/>
                    <a:gd name="connsiteY2-6" fmla="*/ 2617076 h 2617076"/>
                    <a:gd name="connsiteX3-7" fmla="*/ 0 w 8187558"/>
                    <a:gd name="connsiteY3-8" fmla="*/ 1229711 h 2617076"/>
                    <a:gd name="connsiteX4-9" fmla="*/ 31531 w 8187558"/>
                    <a:gd name="connsiteY4-10" fmla="*/ 147145 h 2617076"/>
                    <a:gd name="connsiteX5-11" fmla="*/ 4046482 w 8187558"/>
                    <a:gd name="connsiteY5-12" fmla="*/ 1576552 h 2617076"/>
                    <a:gd name="connsiteX6-13" fmla="*/ 8187558 w 8187558"/>
                    <a:gd name="connsiteY6-14" fmla="*/ 0 h 2617076"/>
                    <a:gd name="connsiteX0-15" fmla="*/ 8187558 w 8187558"/>
                    <a:gd name="connsiteY0-16" fmla="*/ 0 h 2617076"/>
                    <a:gd name="connsiteX1-17" fmla="*/ 8187558 w 8187558"/>
                    <a:gd name="connsiteY1-18" fmla="*/ 1271752 h 2617076"/>
                    <a:gd name="connsiteX2-19" fmla="*/ 4025462 w 8187558"/>
                    <a:gd name="connsiteY2-20" fmla="*/ 2617076 h 2617076"/>
                    <a:gd name="connsiteX3-21" fmla="*/ 0 w 8187558"/>
                    <a:gd name="connsiteY3-22" fmla="*/ 1229711 h 2617076"/>
                    <a:gd name="connsiteX4-23" fmla="*/ 31531 w 8187558"/>
                    <a:gd name="connsiteY4-24" fmla="*/ 147145 h 2617076"/>
                    <a:gd name="connsiteX5-25" fmla="*/ 4046482 w 8187558"/>
                    <a:gd name="connsiteY5-26" fmla="*/ 1576552 h 2617076"/>
                    <a:gd name="connsiteX6-27" fmla="*/ 8187558 w 8187558"/>
                    <a:gd name="connsiteY6-28" fmla="*/ 0 h 2617076"/>
                    <a:gd name="connsiteX0-29" fmla="*/ 8187558 w 8187558"/>
                    <a:gd name="connsiteY0-30" fmla="*/ 0 h 2617076"/>
                    <a:gd name="connsiteX1-31" fmla="*/ 8187558 w 8187558"/>
                    <a:gd name="connsiteY1-32" fmla="*/ 1271752 h 2617076"/>
                    <a:gd name="connsiteX2-33" fmla="*/ 4025462 w 8187558"/>
                    <a:gd name="connsiteY2-34" fmla="*/ 2617076 h 2617076"/>
                    <a:gd name="connsiteX3-35" fmla="*/ 0 w 8187558"/>
                    <a:gd name="connsiteY3-36" fmla="*/ 1229711 h 2617076"/>
                    <a:gd name="connsiteX4-37" fmla="*/ 31531 w 8187558"/>
                    <a:gd name="connsiteY4-38" fmla="*/ 147145 h 2617076"/>
                    <a:gd name="connsiteX5-39" fmla="*/ 4046482 w 8187558"/>
                    <a:gd name="connsiteY5-40" fmla="*/ 1576552 h 2617076"/>
                    <a:gd name="connsiteX6-41" fmla="*/ 8187558 w 8187558"/>
                    <a:gd name="connsiteY6-42" fmla="*/ 0 h 2617076"/>
                    <a:gd name="connsiteX0-43" fmla="*/ 8187558 w 8187558"/>
                    <a:gd name="connsiteY0-44" fmla="*/ 0 h 2617076"/>
                    <a:gd name="connsiteX1-45" fmla="*/ 8187558 w 8187558"/>
                    <a:gd name="connsiteY1-46" fmla="*/ 1271752 h 2617076"/>
                    <a:gd name="connsiteX2-47" fmla="*/ 4025462 w 8187558"/>
                    <a:gd name="connsiteY2-48" fmla="*/ 2617076 h 2617076"/>
                    <a:gd name="connsiteX3-49" fmla="*/ 0 w 8187558"/>
                    <a:gd name="connsiteY3-50" fmla="*/ 1229711 h 2617076"/>
                    <a:gd name="connsiteX4-51" fmla="*/ 31531 w 8187558"/>
                    <a:gd name="connsiteY4-52" fmla="*/ 147145 h 2617076"/>
                    <a:gd name="connsiteX5-53" fmla="*/ 4046482 w 8187558"/>
                    <a:gd name="connsiteY5-54" fmla="*/ 1576552 h 2617076"/>
                    <a:gd name="connsiteX6-55" fmla="*/ 8187558 w 8187558"/>
                    <a:gd name="connsiteY6-56" fmla="*/ 0 h 2617076"/>
                    <a:gd name="connsiteX0-57" fmla="*/ 8187558 w 8187558"/>
                    <a:gd name="connsiteY0-58" fmla="*/ 0 h 2617076"/>
                    <a:gd name="connsiteX1-59" fmla="*/ 8187558 w 8187558"/>
                    <a:gd name="connsiteY1-60" fmla="*/ 1271752 h 2617076"/>
                    <a:gd name="connsiteX2-61" fmla="*/ 4025462 w 8187558"/>
                    <a:gd name="connsiteY2-62" fmla="*/ 2617076 h 2617076"/>
                    <a:gd name="connsiteX3-63" fmla="*/ 0 w 8187558"/>
                    <a:gd name="connsiteY3-64" fmla="*/ 1229711 h 2617076"/>
                    <a:gd name="connsiteX4-65" fmla="*/ 31531 w 8187558"/>
                    <a:gd name="connsiteY4-66" fmla="*/ 147145 h 2617076"/>
                    <a:gd name="connsiteX5-67" fmla="*/ 4046482 w 8187558"/>
                    <a:gd name="connsiteY5-68" fmla="*/ 1576552 h 2617076"/>
                    <a:gd name="connsiteX6-69" fmla="*/ 8187558 w 8187558"/>
                    <a:gd name="connsiteY6-70" fmla="*/ 0 h 2617076"/>
                    <a:gd name="connsiteX0-71" fmla="*/ 8187558 w 8187558"/>
                    <a:gd name="connsiteY0-72" fmla="*/ 0 h 2617076"/>
                    <a:gd name="connsiteX1-73" fmla="*/ 8187558 w 8187558"/>
                    <a:gd name="connsiteY1-74" fmla="*/ 1271752 h 2617076"/>
                    <a:gd name="connsiteX2-75" fmla="*/ 4025462 w 8187558"/>
                    <a:gd name="connsiteY2-76" fmla="*/ 2617076 h 2617076"/>
                    <a:gd name="connsiteX3-77" fmla="*/ 0 w 8187558"/>
                    <a:gd name="connsiteY3-78" fmla="*/ 1229711 h 2617076"/>
                    <a:gd name="connsiteX4-79" fmla="*/ 31531 w 8187558"/>
                    <a:gd name="connsiteY4-80" fmla="*/ 147145 h 2617076"/>
                    <a:gd name="connsiteX5-81" fmla="*/ 4046482 w 8187558"/>
                    <a:gd name="connsiteY5-82" fmla="*/ 1576552 h 2617076"/>
                    <a:gd name="connsiteX6-83" fmla="*/ 8187558 w 8187558"/>
                    <a:gd name="connsiteY6-84" fmla="*/ 0 h 2617076"/>
                    <a:gd name="connsiteX0-85" fmla="*/ 8187558 w 8187558"/>
                    <a:gd name="connsiteY0-86" fmla="*/ 0 h 2638097"/>
                    <a:gd name="connsiteX1-87" fmla="*/ 8187558 w 8187558"/>
                    <a:gd name="connsiteY1-88" fmla="*/ 1271752 h 2638097"/>
                    <a:gd name="connsiteX2-89" fmla="*/ 4099035 w 8187558"/>
                    <a:gd name="connsiteY2-90" fmla="*/ 2638097 h 2638097"/>
                    <a:gd name="connsiteX3-91" fmla="*/ 0 w 8187558"/>
                    <a:gd name="connsiteY3-92" fmla="*/ 1229711 h 2638097"/>
                    <a:gd name="connsiteX4-93" fmla="*/ 31531 w 8187558"/>
                    <a:gd name="connsiteY4-94" fmla="*/ 147145 h 2638097"/>
                    <a:gd name="connsiteX5-95" fmla="*/ 4046482 w 8187558"/>
                    <a:gd name="connsiteY5-96" fmla="*/ 1576552 h 2638097"/>
                    <a:gd name="connsiteX6-97" fmla="*/ 8187558 w 8187558"/>
                    <a:gd name="connsiteY6-98" fmla="*/ 0 h 2638097"/>
                    <a:gd name="connsiteX0-99" fmla="*/ 8187558 w 8187558"/>
                    <a:gd name="connsiteY0-100" fmla="*/ 0 h 2638097"/>
                    <a:gd name="connsiteX1-101" fmla="*/ 8187558 w 8187558"/>
                    <a:gd name="connsiteY1-102" fmla="*/ 1271752 h 2638097"/>
                    <a:gd name="connsiteX2-103" fmla="*/ 4099035 w 8187558"/>
                    <a:gd name="connsiteY2-104" fmla="*/ 2638097 h 2638097"/>
                    <a:gd name="connsiteX3-105" fmla="*/ 0 w 8187558"/>
                    <a:gd name="connsiteY3-106" fmla="*/ 1229711 h 2638097"/>
                    <a:gd name="connsiteX4-107" fmla="*/ 31531 w 8187558"/>
                    <a:gd name="connsiteY4-108" fmla="*/ 147145 h 2638097"/>
                    <a:gd name="connsiteX5-109" fmla="*/ 4046482 w 8187558"/>
                    <a:gd name="connsiteY5-110" fmla="*/ 1576552 h 2638097"/>
                    <a:gd name="connsiteX6-111" fmla="*/ 8187558 w 8187558"/>
                    <a:gd name="connsiteY6-112" fmla="*/ 0 h 2638097"/>
                    <a:gd name="connsiteX0-113" fmla="*/ 8187558 w 8187558"/>
                    <a:gd name="connsiteY0-114" fmla="*/ 0 h 2638097"/>
                    <a:gd name="connsiteX1-115" fmla="*/ 8187558 w 8187558"/>
                    <a:gd name="connsiteY1-116" fmla="*/ 1271752 h 2638097"/>
                    <a:gd name="connsiteX2-117" fmla="*/ 4099035 w 8187558"/>
                    <a:gd name="connsiteY2-118" fmla="*/ 2638097 h 2638097"/>
                    <a:gd name="connsiteX3-119" fmla="*/ 0 w 8187558"/>
                    <a:gd name="connsiteY3-120" fmla="*/ 1229711 h 2638097"/>
                    <a:gd name="connsiteX4-121" fmla="*/ 31531 w 8187558"/>
                    <a:gd name="connsiteY4-122" fmla="*/ 147145 h 2638097"/>
                    <a:gd name="connsiteX5-123" fmla="*/ 4046482 w 8187558"/>
                    <a:gd name="connsiteY5-124" fmla="*/ 1576552 h 2638097"/>
                    <a:gd name="connsiteX6-125" fmla="*/ 8187558 w 8187558"/>
                    <a:gd name="connsiteY6-126" fmla="*/ 0 h 2638097"/>
                    <a:gd name="connsiteX0-127" fmla="*/ 8187558 w 8187558"/>
                    <a:gd name="connsiteY0-128" fmla="*/ 0 h 2638097"/>
                    <a:gd name="connsiteX1-129" fmla="*/ 8187558 w 8187558"/>
                    <a:gd name="connsiteY1-130" fmla="*/ 1271752 h 2638097"/>
                    <a:gd name="connsiteX2-131" fmla="*/ 4099035 w 8187558"/>
                    <a:gd name="connsiteY2-132" fmla="*/ 2638097 h 2638097"/>
                    <a:gd name="connsiteX3-133" fmla="*/ 0 w 8187558"/>
                    <a:gd name="connsiteY3-134" fmla="*/ 1229711 h 2638097"/>
                    <a:gd name="connsiteX4-135" fmla="*/ 31531 w 8187558"/>
                    <a:gd name="connsiteY4-136" fmla="*/ 147145 h 2638097"/>
                    <a:gd name="connsiteX5-137" fmla="*/ 4046482 w 8187558"/>
                    <a:gd name="connsiteY5-138" fmla="*/ 1576552 h 2638097"/>
                    <a:gd name="connsiteX6-139" fmla="*/ 8187558 w 8187558"/>
                    <a:gd name="connsiteY6-140" fmla="*/ 0 h 2638097"/>
                    <a:gd name="connsiteX0-141" fmla="*/ 8187558 w 8187558"/>
                    <a:gd name="connsiteY0-142" fmla="*/ 0 h 2638097"/>
                    <a:gd name="connsiteX1-143" fmla="*/ 8187558 w 8187558"/>
                    <a:gd name="connsiteY1-144" fmla="*/ 1271752 h 2638097"/>
                    <a:gd name="connsiteX2-145" fmla="*/ 4099035 w 8187558"/>
                    <a:gd name="connsiteY2-146" fmla="*/ 2638097 h 2638097"/>
                    <a:gd name="connsiteX3-147" fmla="*/ 0 w 8187558"/>
                    <a:gd name="connsiteY3-148" fmla="*/ 1229711 h 2638097"/>
                    <a:gd name="connsiteX4-149" fmla="*/ 31531 w 8187558"/>
                    <a:gd name="connsiteY4-150" fmla="*/ 147145 h 2638097"/>
                    <a:gd name="connsiteX5-151" fmla="*/ 4088524 w 8187558"/>
                    <a:gd name="connsiteY5-152" fmla="*/ 1597573 h 2638097"/>
                    <a:gd name="connsiteX6-153" fmla="*/ 8187558 w 8187558"/>
                    <a:gd name="connsiteY6-154" fmla="*/ 0 h 2638097"/>
                    <a:gd name="connsiteX0-155" fmla="*/ 8187558 w 8187558"/>
                    <a:gd name="connsiteY0-156" fmla="*/ 0 h 2638097"/>
                    <a:gd name="connsiteX1-157" fmla="*/ 8187558 w 8187558"/>
                    <a:gd name="connsiteY1-158" fmla="*/ 1271752 h 2638097"/>
                    <a:gd name="connsiteX2-159" fmla="*/ 4099035 w 8187558"/>
                    <a:gd name="connsiteY2-160" fmla="*/ 2638097 h 2638097"/>
                    <a:gd name="connsiteX3-161" fmla="*/ 0 w 8187558"/>
                    <a:gd name="connsiteY3-162" fmla="*/ 1229711 h 2638097"/>
                    <a:gd name="connsiteX4-163" fmla="*/ 31531 w 8187558"/>
                    <a:gd name="connsiteY4-164" fmla="*/ 147145 h 2638097"/>
                    <a:gd name="connsiteX5-165" fmla="*/ 4088524 w 8187558"/>
                    <a:gd name="connsiteY5-166" fmla="*/ 1597573 h 2638097"/>
                    <a:gd name="connsiteX6-167" fmla="*/ 8187558 w 8187558"/>
                    <a:gd name="connsiteY6-168" fmla="*/ 0 h 2638097"/>
                    <a:gd name="connsiteX0-169" fmla="*/ 8187558 w 8187558"/>
                    <a:gd name="connsiteY0-170" fmla="*/ 0 h 2638097"/>
                    <a:gd name="connsiteX1-171" fmla="*/ 8187558 w 8187558"/>
                    <a:gd name="connsiteY1-172" fmla="*/ 1271752 h 2638097"/>
                    <a:gd name="connsiteX2-173" fmla="*/ 4099035 w 8187558"/>
                    <a:gd name="connsiteY2-174" fmla="*/ 2638097 h 2638097"/>
                    <a:gd name="connsiteX3-175" fmla="*/ 0 w 8187558"/>
                    <a:gd name="connsiteY3-176" fmla="*/ 1229711 h 2638097"/>
                    <a:gd name="connsiteX4-177" fmla="*/ 31531 w 8187558"/>
                    <a:gd name="connsiteY4-178" fmla="*/ 147145 h 2638097"/>
                    <a:gd name="connsiteX5-179" fmla="*/ 4099035 w 8187558"/>
                    <a:gd name="connsiteY5-180" fmla="*/ 1566042 h 2638097"/>
                    <a:gd name="connsiteX6-181" fmla="*/ 8187558 w 8187558"/>
                    <a:gd name="connsiteY6-182" fmla="*/ 0 h 2638097"/>
                    <a:gd name="connsiteX0-183" fmla="*/ 8187558 w 8187558"/>
                    <a:gd name="connsiteY0-184" fmla="*/ 0 h 2638097"/>
                    <a:gd name="connsiteX1-185" fmla="*/ 8187558 w 8187558"/>
                    <a:gd name="connsiteY1-186" fmla="*/ 1271752 h 2638097"/>
                    <a:gd name="connsiteX2-187" fmla="*/ 4099035 w 8187558"/>
                    <a:gd name="connsiteY2-188" fmla="*/ 2638097 h 2638097"/>
                    <a:gd name="connsiteX3-189" fmla="*/ 0 w 8187558"/>
                    <a:gd name="connsiteY3-190" fmla="*/ 1229711 h 2638097"/>
                    <a:gd name="connsiteX4-191" fmla="*/ 31531 w 8187558"/>
                    <a:gd name="connsiteY4-192" fmla="*/ 147145 h 2638097"/>
                    <a:gd name="connsiteX5-193" fmla="*/ 4099035 w 8187558"/>
                    <a:gd name="connsiteY5-194" fmla="*/ 1566042 h 2638097"/>
                    <a:gd name="connsiteX6-195" fmla="*/ 8187558 w 8187558"/>
                    <a:gd name="connsiteY6-196" fmla="*/ 0 h 2638097"/>
                    <a:gd name="connsiteX0-197" fmla="*/ 8187558 w 8187558"/>
                    <a:gd name="connsiteY0-198" fmla="*/ 0 h 2638097"/>
                    <a:gd name="connsiteX1-199" fmla="*/ 8187558 w 8187558"/>
                    <a:gd name="connsiteY1-200" fmla="*/ 1271752 h 2638097"/>
                    <a:gd name="connsiteX2-201" fmla="*/ 4099035 w 8187558"/>
                    <a:gd name="connsiteY2-202" fmla="*/ 2638097 h 2638097"/>
                    <a:gd name="connsiteX3-203" fmla="*/ 0 w 8187558"/>
                    <a:gd name="connsiteY3-204" fmla="*/ 1229711 h 2638097"/>
                    <a:gd name="connsiteX4-205" fmla="*/ 31531 w 8187558"/>
                    <a:gd name="connsiteY4-206" fmla="*/ 147145 h 2638097"/>
                    <a:gd name="connsiteX5-207" fmla="*/ 4099035 w 8187558"/>
                    <a:gd name="connsiteY5-208" fmla="*/ 1566042 h 2638097"/>
                    <a:gd name="connsiteX6-209" fmla="*/ 8187558 w 8187558"/>
                    <a:gd name="connsiteY6-210" fmla="*/ 0 h 2638097"/>
                    <a:gd name="connsiteX0-211" fmla="*/ 8187558 w 8187558"/>
                    <a:gd name="connsiteY0-212" fmla="*/ 0 h 2638097"/>
                    <a:gd name="connsiteX1-213" fmla="*/ 8187558 w 8187558"/>
                    <a:gd name="connsiteY1-214" fmla="*/ 1271752 h 2638097"/>
                    <a:gd name="connsiteX2-215" fmla="*/ 4099035 w 8187558"/>
                    <a:gd name="connsiteY2-216" fmla="*/ 2638097 h 2638097"/>
                    <a:gd name="connsiteX3-217" fmla="*/ 0 w 8187558"/>
                    <a:gd name="connsiteY3-218" fmla="*/ 1229711 h 2638097"/>
                    <a:gd name="connsiteX4-219" fmla="*/ 31531 w 8187558"/>
                    <a:gd name="connsiteY4-220" fmla="*/ 147145 h 2638097"/>
                    <a:gd name="connsiteX5-221" fmla="*/ 4099035 w 8187558"/>
                    <a:gd name="connsiteY5-222" fmla="*/ 1566042 h 2638097"/>
                    <a:gd name="connsiteX6-223" fmla="*/ 8187558 w 8187558"/>
                    <a:gd name="connsiteY6-224" fmla="*/ 0 h 2638097"/>
                    <a:gd name="connsiteX0-225" fmla="*/ 8187558 w 8187558"/>
                    <a:gd name="connsiteY0-226" fmla="*/ 0 h 2638097"/>
                    <a:gd name="connsiteX1-227" fmla="*/ 8187558 w 8187558"/>
                    <a:gd name="connsiteY1-228" fmla="*/ 1271752 h 2638097"/>
                    <a:gd name="connsiteX2-229" fmla="*/ 4099035 w 8187558"/>
                    <a:gd name="connsiteY2-230" fmla="*/ 2638097 h 2638097"/>
                    <a:gd name="connsiteX3-231" fmla="*/ 0 w 8187558"/>
                    <a:gd name="connsiteY3-232" fmla="*/ 1229711 h 2638097"/>
                    <a:gd name="connsiteX4-233" fmla="*/ 31531 w 8187558"/>
                    <a:gd name="connsiteY4-234" fmla="*/ 147145 h 2638097"/>
                    <a:gd name="connsiteX5-235" fmla="*/ 4099035 w 8187558"/>
                    <a:gd name="connsiteY5-236" fmla="*/ 1566042 h 2638097"/>
                    <a:gd name="connsiteX6-237" fmla="*/ 8187558 w 8187558"/>
                    <a:gd name="connsiteY6-238" fmla="*/ 0 h 2638097"/>
                    <a:gd name="connsiteX0-239" fmla="*/ 8187558 w 8187558"/>
                    <a:gd name="connsiteY0-240" fmla="*/ 0 h 2638097"/>
                    <a:gd name="connsiteX1-241" fmla="*/ 8187558 w 8187558"/>
                    <a:gd name="connsiteY1-242" fmla="*/ 1271752 h 2638097"/>
                    <a:gd name="connsiteX2-243" fmla="*/ 4099035 w 8187558"/>
                    <a:gd name="connsiteY2-244" fmla="*/ 2638097 h 2638097"/>
                    <a:gd name="connsiteX3-245" fmla="*/ 0 w 8187558"/>
                    <a:gd name="connsiteY3-246" fmla="*/ 1229711 h 2638097"/>
                    <a:gd name="connsiteX4-247" fmla="*/ 31531 w 8187558"/>
                    <a:gd name="connsiteY4-248" fmla="*/ 147145 h 2638097"/>
                    <a:gd name="connsiteX5-249" fmla="*/ 4099035 w 8187558"/>
                    <a:gd name="connsiteY5-250" fmla="*/ 1566042 h 2638097"/>
                    <a:gd name="connsiteX6-251" fmla="*/ 8187558 w 8187558"/>
                    <a:gd name="connsiteY6-252" fmla="*/ 0 h 2638097"/>
                    <a:gd name="connsiteX0-253" fmla="*/ 8187558 w 8187558"/>
                    <a:gd name="connsiteY0-254" fmla="*/ 0 h 2638097"/>
                    <a:gd name="connsiteX1-255" fmla="*/ 8187558 w 8187558"/>
                    <a:gd name="connsiteY1-256" fmla="*/ 1271752 h 2638097"/>
                    <a:gd name="connsiteX2-257" fmla="*/ 4099035 w 8187558"/>
                    <a:gd name="connsiteY2-258" fmla="*/ 2638097 h 2638097"/>
                    <a:gd name="connsiteX3-259" fmla="*/ 0 w 8187558"/>
                    <a:gd name="connsiteY3-260" fmla="*/ 1229711 h 2638097"/>
                    <a:gd name="connsiteX4-261" fmla="*/ 31531 w 8187558"/>
                    <a:gd name="connsiteY4-262" fmla="*/ 147145 h 2638097"/>
                    <a:gd name="connsiteX5-263" fmla="*/ 4099035 w 8187558"/>
                    <a:gd name="connsiteY5-264" fmla="*/ 1566042 h 2638097"/>
                    <a:gd name="connsiteX6-265" fmla="*/ 8187558 w 8187558"/>
                    <a:gd name="connsiteY6-266" fmla="*/ 0 h 2638097"/>
                    <a:gd name="connsiteX0-267" fmla="*/ 8187558 w 8187558"/>
                    <a:gd name="connsiteY0-268" fmla="*/ 0 h 2638097"/>
                    <a:gd name="connsiteX1-269" fmla="*/ 8187558 w 8187558"/>
                    <a:gd name="connsiteY1-270" fmla="*/ 1271752 h 2638097"/>
                    <a:gd name="connsiteX2-271" fmla="*/ 4099035 w 8187558"/>
                    <a:gd name="connsiteY2-272" fmla="*/ 2638097 h 2638097"/>
                    <a:gd name="connsiteX3-273" fmla="*/ 0 w 8187558"/>
                    <a:gd name="connsiteY3-274" fmla="*/ 1229711 h 2638097"/>
                    <a:gd name="connsiteX4-275" fmla="*/ 31531 w 8187558"/>
                    <a:gd name="connsiteY4-276" fmla="*/ 147145 h 2638097"/>
                    <a:gd name="connsiteX5-277" fmla="*/ 4099035 w 8187558"/>
                    <a:gd name="connsiteY5-278" fmla="*/ 1566042 h 2638097"/>
                    <a:gd name="connsiteX6-279" fmla="*/ 8187558 w 8187558"/>
                    <a:gd name="connsiteY6-280" fmla="*/ 0 h 2638097"/>
                    <a:gd name="connsiteX0-281" fmla="*/ 8187558 w 8187558"/>
                    <a:gd name="connsiteY0-282" fmla="*/ 0 h 2638097"/>
                    <a:gd name="connsiteX1-283" fmla="*/ 8187558 w 8187558"/>
                    <a:gd name="connsiteY1-284" fmla="*/ 1271752 h 2638097"/>
                    <a:gd name="connsiteX2-285" fmla="*/ 4099035 w 8187558"/>
                    <a:gd name="connsiteY2-286" fmla="*/ 2638097 h 2638097"/>
                    <a:gd name="connsiteX3-287" fmla="*/ 0 w 8187558"/>
                    <a:gd name="connsiteY3-288" fmla="*/ 1229711 h 2638097"/>
                    <a:gd name="connsiteX4-289" fmla="*/ 31531 w 8187558"/>
                    <a:gd name="connsiteY4-290" fmla="*/ 147145 h 2638097"/>
                    <a:gd name="connsiteX5-291" fmla="*/ 4099035 w 8187558"/>
                    <a:gd name="connsiteY5-292" fmla="*/ 1566042 h 2638097"/>
                    <a:gd name="connsiteX6-293" fmla="*/ 8187558 w 8187558"/>
                    <a:gd name="connsiteY6-294" fmla="*/ 0 h 2638097"/>
                    <a:gd name="connsiteX0-295" fmla="*/ 8176538 w 8176538"/>
                    <a:gd name="connsiteY0-296" fmla="*/ 0 h 2638097"/>
                    <a:gd name="connsiteX1-297" fmla="*/ 8176538 w 8176538"/>
                    <a:gd name="connsiteY1-298" fmla="*/ 1271752 h 2638097"/>
                    <a:gd name="connsiteX2-299" fmla="*/ 4088015 w 8176538"/>
                    <a:gd name="connsiteY2-300" fmla="*/ 2638097 h 2638097"/>
                    <a:gd name="connsiteX3-301" fmla="*/ 0 w 8176538"/>
                    <a:gd name="connsiteY3-302" fmla="*/ 1269888 h 2638097"/>
                    <a:gd name="connsiteX4-303" fmla="*/ 20511 w 8176538"/>
                    <a:gd name="connsiteY4-304" fmla="*/ 147145 h 2638097"/>
                    <a:gd name="connsiteX5-305" fmla="*/ 4088015 w 8176538"/>
                    <a:gd name="connsiteY5-306" fmla="*/ 1566042 h 2638097"/>
                    <a:gd name="connsiteX6-307" fmla="*/ 8176538 w 8176538"/>
                    <a:gd name="connsiteY6-308" fmla="*/ 0 h 2638097"/>
                    <a:gd name="connsiteX0-309" fmla="*/ 8176538 w 8176538"/>
                    <a:gd name="connsiteY0-310" fmla="*/ 0 h 2772020"/>
                    <a:gd name="connsiteX1-311" fmla="*/ 8176538 w 8176538"/>
                    <a:gd name="connsiteY1-312" fmla="*/ 1271752 h 2772020"/>
                    <a:gd name="connsiteX2-313" fmla="*/ 4099034 w 8176538"/>
                    <a:gd name="connsiteY2-314" fmla="*/ 2772020 h 2772020"/>
                    <a:gd name="connsiteX3-315" fmla="*/ 0 w 8176538"/>
                    <a:gd name="connsiteY3-316" fmla="*/ 1269888 h 2772020"/>
                    <a:gd name="connsiteX4-317" fmla="*/ 20511 w 8176538"/>
                    <a:gd name="connsiteY4-318" fmla="*/ 147145 h 2772020"/>
                    <a:gd name="connsiteX5-319" fmla="*/ 4088015 w 8176538"/>
                    <a:gd name="connsiteY5-320" fmla="*/ 1566042 h 2772020"/>
                    <a:gd name="connsiteX6-321" fmla="*/ 8176538 w 8176538"/>
                    <a:gd name="connsiteY6-322" fmla="*/ 0 h 2772020"/>
                    <a:gd name="connsiteX0-323" fmla="*/ 8176538 w 8176538"/>
                    <a:gd name="connsiteY0-324" fmla="*/ 0 h 2772339"/>
                    <a:gd name="connsiteX1-325" fmla="*/ 8176538 w 8176538"/>
                    <a:gd name="connsiteY1-326" fmla="*/ 1378890 h 2772339"/>
                    <a:gd name="connsiteX2-327" fmla="*/ 4099034 w 8176538"/>
                    <a:gd name="connsiteY2-328" fmla="*/ 2772020 h 2772339"/>
                    <a:gd name="connsiteX3-329" fmla="*/ 0 w 8176538"/>
                    <a:gd name="connsiteY3-330" fmla="*/ 1269888 h 2772339"/>
                    <a:gd name="connsiteX4-331" fmla="*/ 20511 w 8176538"/>
                    <a:gd name="connsiteY4-332" fmla="*/ 147145 h 2772339"/>
                    <a:gd name="connsiteX5-333" fmla="*/ 4088015 w 8176538"/>
                    <a:gd name="connsiteY5-334" fmla="*/ 1566042 h 2772339"/>
                    <a:gd name="connsiteX6-335" fmla="*/ 8176538 w 8176538"/>
                    <a:gd name="connsiteY6-336" fmla="*/ 0 h 2772339"/>
                    <a:gd name="connsiteX0-337" fmla="*/ 8176538 w 8176538"/>
                    <a:gd name="connsiteY0-338" fmla="*/ 0 h 2825888"/>
                    <a:gd name="connsiteX1-339" fmla="*/ 8176538 w 8176538"/>
                    <a:gd name="connsiteY1-340" fmla="*/ 1378890 h 2825888"/>
                    <a:gd name="connsiteX2-341" fmla="*/ 4099034 w 8176538"/>
                    <a:gd name="connsiteY2-342" fmla="*/ 2825590 h 2825888"/>
                    <a:gd name="connsiteX3-343" fmla="*/ 0 w 8176538"/>
                    <a:gd name="connsiteY3-344" fmla="*/ 1269888 h 2825888"/>
                    <a:gd name="connsiteX4-345" fmla="*/ 20511 w 8176538"/>
                    <a:gd name="connsiteY4-346" fmla="*/ 147145 h 2825888"/>
                    <a:gd name="connsiteX5-347" fmla="*/ 4088015 w 8176538"/>
                    <a:gd name="connsiteY5-348" fmla="*/ 1566042 h 2825888"/>
                    <a:gd name="connsiteX6-349" fmla="*/ 8176538 w 8176538"/>
                    <a:gd name="connsiteY6-350" fmla="*/ 0 h 2825888"/>
                    <a:gd name="connsiteX0-351" fmla="*/ 8165518 w 8165518"/>
                    <a:gd name="connsiteY0-352" fmla="*/ 0 h 2825606"/>
                    <a:gd name="connsiteX1-353" fmla="*/ 8165518 w 8165518"/>
                    <a:gd name="connsiteY1-354" fmla="*/ 1378890 h 2825606"/>
                    <a:gd name="connsiteX2-355" fmla="*/ 4088014 w 8165518"/>
                    <a:gd name="connsiteY2-356" fmla="*/ 2825590 h 2825606"/>
                    <a:gd name="connsiteX3-357" fmla="*/ 0 w 8165518"/>
                    <a:gd name="connsiteY3-358" fmla="*/ 1403811 h 2825606"/>
                    <a:gd name="connsiteX4-359" fmla="*/ 9491 w 8165518"/>
                    <a:gd name="connsiteY4-360" fmla="*/ 147145 h 2825606"/>
                    <a:gd name="connsiteX5-361" fmla="*/ 4076995 w 8165518"/>
                    <a:gd name="connsiteY5-362" fmla="*/ 1566042 h 2825606"/>
                    <a:gd name="connsiteX6-363" fmla="*/ 8165518 w 8165518"/>
                    <a:gd name="connsiteY6-364" fmla="*/ 0 h 2825606"/>
                    <a:gd name="connsiteX0-365" fmla="*/ 8165518 w 8165518"/>
                    <a:gd name="connsiteY0-366" fmla="*/ 0 h 2879174"/>
                    <a:gd name="connsiteX1-367" fmla="*/ 8165518 w 8165518"/>
                    <a:gd name="connsiteY1-368" fmla="*/ 1378890 h 2879174"/>
                    <a:gd name="connsiteX2-369" fmla="*/ 4132092 w 8165518"/>
                    <a:gd name="connsiteY2-370" fmla="*/ 2879159 h 2879174"/>
                    <a:gd name="connsiteX3-371" fmla="*/ 0 w 8165518"/>
                    <a:gd name="connsiteY3-372" fmla="*/ 1403811 h 2879174"/>
                    <a:gd name="connsiteX4-373" fmla="*/ 9491 w 8165518"/>
                    <a:gd name="connsiteY4-374" fmla="*/ 147145 h 2879174"/>
                    <a:gd name="connsiteX5-375" fmla="*/ 4076995 w 8165518"/>
                    <a:gd name="connsiteY5-376" fmla="*/ 1566042 h 2879174"/>
                    <a:gd name="connsiteX6-377" fmla="*/ 8165518 w 8165518"/>
                    <a:gd name="connsiteY6-378" fmla="*/ 0 h 2879174"/>
                    <a:gd name="connsiteX0-379" fmla="*/ 8165518 w 8176537"/>
                    <a:gd name="connsiteY0-380" fmla="*/ 0 h 2879410"/>
                    <a:gd name="connsiteX1-381" fmla="*/ 8176537 w 8176537"/>
                    <a:gd name="connsiteY1-382" fmla="*/ 1499420 h 2879410"/>
                    <a:gd name="connsiteX2-383" fmla="*/ 4132092 w 8176537"/>
                    <a:gd name="connsiteY2-384" fmla="*/ 2879159 h 2879410"/>
                    <a:gd name="connsiteX3-385" fmla="*/ 0 w 8176537"/>
                    <a:gd name="connsiteY3-386" fmla="*/ 1403811 h 2879410"/>
                    <a:gd name="connsiteX4-387" fmla="*/ 9491 w 8176537"/>
                    <a:gd name="connsiteY4-388" fmla="*/ 147145 h 2879410"/>
                    <a:gd name="connsiteX5-389" fmla="*/ 4076995 w 8176537"/>
                    <a:gd name="connsiteY5-390" fmla="*/ 1566042 h 2879410"/>
                    <a:gd name="connsiteX6-391" fmla="*/ 8165518 w 8176537"/>
                    <a:gd name="connsiteY6-392" fmla="*/ 0 h 2879410"/>
                    <a:gd name="connsiteX0-393" fmla="*/ 8165518 w 8176537"/>
                    <a:gd name="connsiteY0-394" fmla="*/ 0 h 2879262"/>
                    <a:gd name="connsiteX1-395" fmla="*/ 8176537 w 8176537"/>
                    <a:gd name="connsiteY1-396" fmla="*/ 1499420 h 2879262"/>
                    <a:gd name="connsiteX2-397" fmla="*/ 4132092 w 8176537"/>
                    <a:gd name="connsiteY2-398" fmla="*/ 2879159 h 2879262"/>
                    <a:gd name="connsiteX3-399" fmla="*/ 0 w 8176537"/>
                    <a:gd name="connsiteY3-400" fmla="*/ 1403811 h 2879262"/>
                    <a:gd name="connsiteX4-401" fmla="*/ 9491 w 8176537"/>
                    <a:gd name="connsiteY4-402" fmla="*/ 147145 h 2879262"/>
                    <a:gd name="connsiteX5-403" fmla="*/ 4076995 w 8176537"/>
                    <a:gd name="connsiteY5-404" fmla="*/ 1566042 h 2879262"/>
                    <a:gd name="connsiteX6-405" fmla="*/ 8165518 w 8176537"/>
                    <a:gd name="connsiteY6-406" fmla="*/ 0 h 2879262"/>
                    <a:gd name="connsiteX0-407" fmla="*/ 8165518 w 8176537"/>
                    <a:gd name="connsiteY0-408" fmla="*/ 0 h 2879163"/>
                    <a:gd name="connsiteX1-409" fmla="*/ 8176537 w 8176537"/>
                    <a:gd name="connsiteY1-410" fmla="*/ 1499420 h 2879163"/>
                    <a:gd name="connsiteX2-411" fmla="*/ 4132092 w 8176537"/>
                    <a:gd name="connsiteY2-412" fmla="*/ 2879159 h 2879163"/>
                    <a:gd name="connsiteX3-413" fmla="*/ 0 w 8176537"/>
                    <a:gd name="connsiteY3-414" fmla="*/ 1510948 h 2879163"/>
                    <a:gd name="connsiteX4-415" fmla="*/ 9491 w 8176537"/>
                    <a:gd name="connsiteY4-416" fmla="*/ 147145 h 2879163"/>
                    <a:gd name="connsiteX5-417" fmla="*/ 4076995 w 8176537"/>
                    <a:gd name="connsiteY5-418" fmla="*/ 1566042 h 2879163"/>
                    <a:gd name="connsiteX6-419" fmla="*/ 8165518 w 8176537"/>
                    <a:gd name="connsiteY6-420" fmla="*/ 0 h 2879163"/>
                    <a:gd name="connsiteX0-421" fmla="*/ 8165518 w 8198577"/>
                    <a:gd name="connsiteY0-422" fmla="*/ 0 h 2879451"/>
                    <a:gd name="connsiteX1-423" fmla="*/ 8198577 w 8198577"/>
                    <a:gd name="connsiteY1-424" fmla="*/ 1606558 h 2879451"/>
                    <a:gd name="connsiteX2-425" fmla="*/ 4132092 w 8198577"/>
                    <a:gd name="connsiteY2-426" fmla="*/ 2879159 h 2879451"/>
                    <a:gd name="connsiteX3-427" fmla="*/ 0 w 8198577"/>
                    <a:gd name="connsiteY3-428" fmla="*/ 1510948 h 2879451"/>
                    <a:gd name="connsiteX4-429" fmla="*/ 9491 w 8198577"/>
                    <a:gd name="connsiteY4-430" fmla="*/ 147145 h 2879451"/>
                    <a:gd name="connsiteX5-431" fmla="*/ 4076995 w 8198577"/>
                    <a:gd name="connsiteY5-432" fmla="*/ 1566042 h 2879451"/>
                    <a:gd name="connsiteX6-433" fmla="*/ 8165518 w 8198577"/>
                    <a:gd name="connsiteY6-434" fmla="*/ 0 h 2879451"/>
                    <a:gd name="connsiteX0-435" fmla="*/ 8165518 w 8165518"/>
                    <a:gd name="connsiteY0-436" fmla="*/ 0 h 2880066"/>
                    <a:gd name="connsiteX1-437" fmla="*/ 8165518 w 8165518"/>
                    <a:gd name="connsiteY1-438" fmla="*/ 1673520 h 2880066"/>
                    <a:gd name="connsiteX2-439" fmla="*/ 4132092 w 8165518"/>
                    <a:gd name="connsiteY2-440" fmla="*/ 2879159 h 2880066"/>
                    <a:gd name="connsiteX3-441" fmla="*/ 0 w 8165518"/>
                    <a:gd name="connsiteY3-442" fmla="*/ 1510948 h 2880066"/>
                    <a:gd name="connsiteX4-443" fmla="*/ 9491 w 8165518"/>
                    <a:gd name="connsiteY4-444" fmla="*/ 147145 h 2880066"/>
                    <a:gd name="connsiteX5-445" fmla="*/ 4076995 w 8165518"/>
                    <a:gd name="connsiteY5-446" fmla="*/ 1566042 h 2880066"/>
                    <a:gd name="connsiteX6-447" fmla="*/ 8165518 w 8165518"/>
                    <a:gd name="connsiteY6-448" fmla="*/ 0 h 2880066"/>
                    <a:gd name="connsiteX0-449" fmla="*/ 8156794 w 8156794"/>
                    <a:gd name="connsiteY0-450" fmla="*/ 0 h 2879270"/>
                    <a:gd name="connsiteX1-451" fmla="*/ 8156794 w 8156794"/>
                    <a:gd name="connsiteY1-452" fmla="*/ 1673520 h 2879270"/>
                    <a:gd name="connsiteX2-453" fmla="*/ 4123368 w 8156794"/>
                    <a:gd name="connsiteY2-454" fmla="*/ 2879159 h 2879270"/>
                    <a:gd name="connsiteX3-455" fmla="*/ 2295 w 8156794"/>
                    <a:gd name="connsiteY3-456" fmla="*/ 1618086 h 2879270"/>
                    <a:gd name="connsiteX4-457" fmla="*/ 767 w 8156794"/>
                    <a:gd name="connsiteY4-458" fmla="*/ 147145 h 2879270"/>
                    <a:gd name="connsiteX5-459" fmla="*/ 4068271 w 8156794"/>
                    <a:gd name="connsiteY5-460" fmla="*/ 1566042 h 2879270"/>
                    <a:gd name="connsiteX6-461" fmla="*/ 8156794 w 8156794"/>
                    <a:gd name="connsiteY6-462" fmla="*/ 0 h 2879270"/>
                    <a:gd name="connsiteX0-463" fmla="*/ 8156794 w 8156794"/>
                    <a:gd name="connsiteY0-464" fmla="*/ 0 h 2973000"/>
                    <a:gd name="connsiteX1-465" fmla="*/ 8156794 w 8156794"/>
                    <a:gd name="connsiteY1-466" fmla="*/ 1673520 h 2973000"/>
                    <a:gd name="connsiteX2-467" fmla="*/ 4134388 w 8156794"/>
                    <a:gd name="connsiteY2-468" fmla="*/ 2972904 h 2973000"/>
                    <a:gd name="connsiteX3-469" fmla="*/ 2295 w 8156794"/>
                    <a:gd name="connsiteY3-470" fmla="*/ 1618086 h 2973000"/>
                    <a:gd name="connsiteX4-471" fmla="*/ 767 w 8156794"/>
                    <a:gd name="connsiteY4-472" fmla="*/ 147145 h 2973000"/>
                    <a:gd name="connsiteX5-473" fmla="*/ 4068271 w 8156794"/>
                    <a:gd name="connsiteY5-474" fmla="*/ 1566042 h 2973000"/>
                    <a:gd name="connsiteX6-475" fmla="*/ 8156794 w 8156794"/>
                    <a:gd name="connsiteY6-476" fmla="*/ 0 h 2973000"/>
                    <a:gd name="connsiteX0-477" fmla="*/ 8156794 w 8156794"/>
                    <a:gd name="connsiteY0-478" fmla="*/ 0 h 2973000"/>
                    <a:gd name="connsiteX1-479" fmla="*/ 8156794 w 8156794"/>
                    <a:gd name="connsiteY1-480" fmla="*/ 1673520 h 2973000"/>
                    <a:gd name="connsiteX2-481" fmla="*/ 4134388 w 8156794"/>
                    <a:gd name="connsiteY2-482" fmla="*/ 2972904 h 2973000"/>
                    <a:gd name="connsiteX3-483" fmla="*/ 2295 w 8156794"/>
                    <a:gd name="connsiteY3-484" fmla="*/ 1618086 h 2973000"/>
                    <a:gd name="connsiteX4-485" fmla="*/ 767 w 8156794"/>
                    <a:gd name="connsiteY4-486" fmla="*/ 147145 h 2973000"/>
                    <a:gd name="connsiteX5-487" fmla="*/ 4068271 w 8156794"/>
                    <a:gd name="connsiteY5-488" fmla="*/ 1566042 h 2973000"/>
                    <a:gd name="connsiteX6-489" fmla="*/ 8156794 w 8156794"/>
                    <a:gd name="connsiteY6-490" fmla="*/ 0 h 2973000"/>
                    <a:gd name="connsiteX0-491" fmla="*/ 8156794 w 8156794"/>
                    <a:gd name="connsiteY0-492" fmla="*/ 0 h 2973000"/>
                    <a:gd name="connsiteX1-493" fmla="*/ 8156794 w 8156794"/>
                    <a:gd name="connsiteY1-494" fmla="*/ 1673520 h 2973000"/>
                    <a:gd name="connsiteX2-495" fmla="*/ 4134388 w 8156794"/>
                    <a:gd name="connsiteY2-496" fmla="*/ 2972904 h 2973000"/>
                    <a:gd name="connsiteX3-497" fmla="*/ 2295 w 8156794"/>
                    <a:gd name="connsiteY3-498" fmla="*/ 1618086 h 2973000"/>
                    <a:gd name="connsiteX4-499" fmla="*/ 767 w 8156794"/>
                    <a:gd name="connsiteY4-500" fmla="*/ 147145 h 2973000"/>
                    <a:gd name="connsiteX5-501" fmla="*/ 4068271 w 8156794"/>
                    <a:gd name="connsiteY5-502" fmla="*/ 1566042 h 2973000"/>
                    <a:gd name="connsiteX6-503" fmla="*/ 8156794 w 8156794"/>
                    <a:gd name="connsiteY6-504" fmla="*/ 0 h 2973000"/>
                    <a:gd name="connsiteX0-505" fmla="*/ 8156794 w 8156794"/>
                    <a:gd name="connsiteY0-506" fmla="*/ 0 h 2973020"/>
                    <a:gd name="connsiteX1-507" fmla="*/ 8156794 w 8156794"/>
                    <a:gd name="connsiteY1-508" fmla="*/ 1673520 h 2973020"/>
                    <a:gd name="connsiteX2-509" fmla="*/ 4134388 w 8156794"/>
                    <a:gd name="connsiteY2-510" fmla="*/ 2972904 h 2973020"/>
                    <a:gd name="connsiteX3-511" fmla="*/ 2295 w 8156794"/>
                    <a:gd name="connsiteY3-512" fmla="*/ 1618086 h 2973020"/>
                    <a:gd name="connsiteX4-513" fmla="*/ 767 w 8156794"/>
                    <a:gd name="connsiteY4-514" fmla="*/ 147145 h 2973020"/>
                    <a:gd name="connsiteX5-515" fmla="*/ 4068271 w 8156794"/>
                    <a:gd name="connsiteY5-516" fmla="*/ 1566042 h 2973020"/>
                    <a:gd name="connsiteX6-517" fmla="*/ 8156794 w 8156794"/>
                    <a:gd name="connsiteY6-518" fmla="*/ 0 h 2973020"/>
                    <a:gd name="connsiteX0-519" fmla="*/ 8156794 w 8156794"/>
                    <a:gd name="connsiteY0-520" fmla="*/ 0 h 2973021"/>
                    <a:gd name="connsiteX1-521" fmla="*/ 8156794 w 8156794"/>
                    <a:gd name="connsiteY1-522" fmla="*/ 1673520 h 2973021"/>
                    <a:gd name="connsiteX2-523" fmla="*/ 4134388 w 8156794"/>
                    <a:gd name="connsiteY2-524" fmla="*/ 2972904 h 2973021"/>
                    <a:gd name="connsiteX3-525" fmla="*/ 2295 w 8156794"/>
                    <a:gd name="connsiteY3-526" fmla="*/ 1618086 h 2973021"/>
                    <a:gd name="connsiteX4-527" fmla="*/ 767 w 8156794"/>
                    <a:gd name="connsiteY4-528" fmla="*/ 147145 h 2973021"/>
                    <a:gd name="connsiteX5-529" fmla="*/ 4068271 w 8156794"/>
                    <a:gd name="connsiteY5-530" fmla="*/ 1566042 h 2973021"/>
                    <a:gd name="connsiteX6-531" fmla="*/ 8156794 w 8156794"/>
                    <a:gd name="connsiteY6-532" fmla="*/ 0 h 2973021"/>
                    <a:gd name="connsiteX0-533" fmla="*/ 8156794 w 8156794"/>
                    <a:gd name="connsiteY0-534" fmla="*/ 0 h 2973021"/>
                    <a:gd name="connsiteX1-535" fmla="*/ 8156794 w 8156794"/>
                    <a:gd name="connsiteY1-536" fmla="*/ 1673520 h 2973021"/>
                    <a:gd name="connsiteX2-537" fmla="*/ 4134388 w 8156794"/>
                    <a:gd name="connsiteY2-538" fmla="*/ 2972904 h 2973021"/>
                    <a:gd name="connsiteX3-539" fmla="*/ 2295 w 8156794"/>
                    <a:gd name="connsiteY3-540" fmla="*/ 1618086 h 2973021"/>
                    <a:gd name="connsiteX4-541" fmla="*/ 767 w 8156794"/>
                    <a:gd name="connsiteY4-542" fmla="*/ 147145 h 2973021"/>
                    <a:gd name="connsiteX5-543" fmla="*/ 4068271 w 8156794"/>
                    <a:gd name="connsiteY5-544" fmla="*/ 1566042 h 2973021"/>
                    <a:gd name="connsiteX6-545" fmla="*/ 8156794 w 8156794"/>
                    <a:gd name="connsiteY6-546" fmla="*/ 0 h 2973021"/>
                    <a:gd name="connsiteX0-547" fmla="*/ 8156794 w 8156794"/>
                    <a:gd name="connsiteY0-548" fmla="*/ 0 h 2973021"/>
                    <a:gd name="connsiteX1-549" fmla="*/ 8156794 w 8156794"/>
                    <a:gd name="connsiteY1-550" fmla="*/ 1673520 h 2973021"/>
                    <a:gd name="connsiteX2-551" fmla="*/ 4134388 w 8156794"/>
                    <a:gd name="connsiteY2-552" fmla="*/ 2972904 h 2973021"/>
                    <a:gd name="connsiteX3-553" fmla="*/ 2295 w 8156794"/>
                    <a:gd name="connsiteY3-554" fmla="*/ 1618086 h 2973021"/>
                    <a:gd name="connsiteX4-555" fmla="*/ 767 w 8156794"/>
                    <a:gd name="connsiteY4-556" fmla="*/ 147145 h 2973021"/>
                    <a:gd name="connsiteX5-557" fmla="*/ 4068271 w 8156794"/>
                    <a:gd name="connsiteY5-558" fmla="*/ 1566042 h 2973021"/>
                    <a:gd name="connsiteX6-559" fmla="*/ 8156794 w 8156794"/>
                    <a:gd name="connsiteY6-560" fmla="*/ 0 h 2973021"/>
                    <a:gd name="connsiteX0-561" fmla="*/ 8156794 w 8156794"/>
                    <a:gd name="connsiteY0-562" fmla="*/ 0 h 2973021"/>
                    <a:gd name="connsiteX1-563" fmla="*/ 8156794 w 8156794"/>
                    <a:gd name="connsiteY1-564" fmla="*/ 1673520 h 2973021"/>
                    <a:gd name="connsiteX2-565" fmla="*/ 4134388 w 8156794"/>
                    <a:gd name="connsiteY2-566" fmla="*/ 2972904 h 2973021"/>
                    <a:gd name="connsiteX3-567" fmla="*/ 2295 w 8156794"/>
                    <a:gd name="connsiteY3-568" fmla="*/ 1618086 h 2973021"/>
                    <a:gd name="connsiteX4-569" fmla="*/ 767 w 8156794"/>
                    <a:gd name="connsiteY4-570" fmla="*/ 147145 h 2973021"/>
                    <a:gd name="connsiteX5-571" fmla="*/ 4068271 w 8156794"/>
                    <a:gd name="connsiteY5-572" fmla="*/ 1566042 h 2973021"/>
                    <a:gd name="connsiteX6-573" fmla="*/ 8156794 w 8156794"/>
                    <a:gd name="connsiteY6-574" fmla="*/ 0 h 2973021"/>
                    <a:gd name="connsiteX0-575" fmla="*/ 8156794 w 8156794"/>
                    <a:gd name="connsiteY0-576" fmla="*/ 0 h 2973141"/>
                    <a:gd name="connsiteX1-577" fmla="*/ 8156794 w 8156794"/>
                    <a:gd name="connsiteY1-578" fmla="*/ 1673520 h 2973141"/>
                    <a:gd name="connsiteX2-579" fmla="*/ 4134388 w 8156794"/>
                    <a:gd name="connsiteY2-580" fmla="*/ 2972904 h 2973141"/>
                    <a:gd name="connsiteX3-581" fmla="*/ 2295 w 8156794"/>
                    <a:gd name="connsiteY3-582" fmla="*/ 1618086 h 2973141"/>
                    <a:gd name="connsiteX4-583" fmla="*/ 767 w 8156794"/>
                    <a:gd name="connsiteY4-584" fmla="*/ 147145 h 2973141"/>
                    <a:gd name="connsiteX5-585" fmla="*/ 4068271 w 8156794"/>
                    <a:gd name="connsiteY5-586" fmla="*/ 1566042 h 2973141"/>
                    <a:gd name="connsiteX6-587" fmla="*/ 8156794 w 8156794"/>
                    <a:gd name="connsiteY6-588" fmla="*/ 0 h 2973141"/>
                    <a:gd name="connsiteX0-589" fmla="*/ 8156794 w 8156794"/>
                    <a:gd name="connsiteY0-590" fmla="*/ 0 h 3066827"/>
                    <a:gd name="connsiteX1-591" fmla="*/ 8156794 w 8156794"/>
                    <a:gd name="connsiteY1-592" fmla="*/ 1673520 h 3066827"/>
                    <a:gd name="connsiteX2-593" fmla="*/ 4123353 w 8156794"/>
                    <a:gd name="connsiteY2-594" fmla="*/ 3066650 h 3066827"/>
                    <a:gd name="connsiteX3-595" fmla="*/ 2295 w 8156794"/>
                    <a:gd name="connsiteY3-596" fmla="*/ 1618086 h 3066827"/>
                    <a:gd name="connsiteX4-597" fmla="*/ 767 w 8156794"/>
                    <a:gd name="connsiteY4-598" fmla="*/ 147145 h 3066827"/>
                    <a:gd name="connsiteX5-599" fmla="*/ 4068271 w 8156794"/>
                    <a:gd name="connsiteY5-600" fmla="*/ 1566042 h 3066827"/>
                    <a:gd name="connsiteX6-601" fmla="*/ 8156794 w 8156794"/>
                    <a:gd name="connsiteY6-602" fmla="*/ 0 h 3066827"/>
                    <a:gd name="connsiteX0-603" fmla="*/ 8123689 w 8156794"/>
                    <a:gd name="connsiteY0-604" fmla="*/ 0 h 2999866"/>
                    <a:gd name="connsiteX1-605" fmla="*/ 8156794 w 8156794"/>
                    <a:gd name="connsiteY1-606" fmla="*/ 1606559 h 2999866"/>
                    <a:gd name="connsiteX2-607" fmla="*/ 4123353 w 8156794"/>
                    <a:gd name="connsiteY2-608" fmla="*/ 2999689 h 2999866"/>
                    <a:gd name="connsiteX3-609" fmla="*/ 2295 w 8156794"/>
                    <a:gd name="connsiteY3-610" fmla="*/ 1551125 h 2999866"/>
                    <a:gd name="connsiteX4-611" fmla="*/ 767 w 8156794"/>
                    <a:gd name="connsiteY4-612" fmla="*/ 80184 h 2999866"/>
                    <a:gd name="connsiteX5-613" fmla="*/ 4068271 w 8156794"/>
                    <a:gd name="connsiteY5-614" fmla="*/ 1499081 h 2999866"/>
                    <a:gd name="connsiteX6-615" fmla="*/ 8123689 w 8156794"/>
                    <a:gd name="connsiteY6-616" fmla="*/ 0 h 2999866"/>
                    <a:gd name="connsiteX0-617" fmla="*/ 8167828 w 8167828"/>
                    <a:gd name="connsiteY0-618" fmla="*/ 0 h 3026651"/>
                    <a:gd name="connsiteX1-619" fmla="*/ 8156794 w 8167828"/>
                    <a:gd name="connsiteY1-620" fmla="*/ 1633344 h 3026651"/>
                    <a:gd name="connsiteX2-621" fmla="*/ 4123353 w 8167828"/>
                    <a:gd name="connsiteY2-622" fmla="*/ 3026474 h 3026651"/>
                    <a:gd name="connsiteX3-623" fmla="*/ 2295 w 8167828"/>
                    <a:gd name="connsiteY3-624" fmla="*/ 1577910 h 3026651"/>
                    <a:gd name="connsiteX4-625" fmla="*/ 767 w 8167828"/>
                    <a:gd name="connsiteY4-626" fmla="*/ 106969 h 3026651"/>
                    <a:gd name="connsiteX5-627" fmla="*/ 4068271 w 8167828"/>
                    <a:gd name="connsiteY5-628" fmla="*/ 1525866 h 3026651"/>
                    <a:gd name="connsiteX6-629" fmla="*/ 8167828 w 8167828"/>
                    <a:gd name="connsiteY6-630" fmla="*/ 0 h 3026651"/>
                    <a:gd name="connsiteX0-631" fmla="*/ 8167828 w 8167828"/>
                    <a:gd name="connsiteY0-632" fmla="*/ 0 h 3027228"/>
                    <a:gd name="connsiteX1-633" fmla="*/ 8145760 w 8167828"/>
                    <a:gd name="connsiteY1-634" fmla="*/ 1686913 h 3027228"/>
                    <a:gd name="connsiteX2-635" fmla="*/ 4123353 w 8167828"/>
                    <a:gd name="connsiteY2-636" fmla="*/ 3026474 h 3027228"/>
                    <a:gd name="connsiteX3-637" fmla="*/ 2295 w 8167828"/>
                    <a:gd name="connsiteY3-638" fmla="*/ 1577910 h 3027228"/>
                    <a:gd name="connsiteX4-639" fmla="*/ 767 w 8167828"/>
                    <a:gd name="connsiteY4-640" fmla="*/ 106969 h 3027228"/>
                    <a:gd name="connsiteX5-641" fmla="*/ 4068271 w 8167828"/>
                    <a:gd name="connsiteY5-642" fmla="*/ 1525866 h 3027228"/>
                    <a:gd name="connsiteX6-643" fmla="*/ 8167828 w 8167828"/>
                    <a:gd name="connsiteY6-644" fmla="*/ 0 h 3027228"/>
                    <a:gd name="connsiteX0-645" fmla="*/ 8156794 w 8156794"/>
                    <a:gd name="connsiteY0-646" fmla="*/ 0 h 2933483"/>
                    <a:gd name="connsiteX1-647" fmla="*/ 8145760 w 8156794"/>
                    <a:gd name="connsiteY1-648" fmla="*/ 1593168 h 2933483"/>
                    <a:gd name="connsiteX2-649" fmla="*/ 4123353 w 8156794"/>
                    <a:gd name="connsiteY2-650" fmla="*/ 2932729 h 2933483"/>
                    <a:gd name="connsiteX3-651" fmla="*/ 2295 w 8156794"/>
                    <a:gd name="connsiteY3-652" fmla="*/ 1484165 h 2933483"/>
                    <a:gd name="connsiteX4-653" fmla="*/ 767 w 8156794"/>
                    <a:gd name="connsiteY4-654" fmla="*/ 13224 h 2933483"/>
                    <a:gd name="connsiteX5-655" fmla="*/ 4068271 w 8156794"/>
                    <a:gd name="connsiteY5-656" fmla="*/ 1432121 h 2933483"/>
                    <a:gd name="connsiteX6-657" fmla="*/ 8156794 w 8156794"/>
                    <a:gd name="connsiteY6-658" fmla="*/ 0 h 2933483"/>
                    <a:gd name="connsiteX0-659" fmla="*/ 8156794 w 8156794"/>
                    <a:gd name="connsiteY0-660" fmla="*/ 0 h 2933483"/>
                    <a:gd name="connsiteX1-661" fmla="*/ 8145760 w 8156794"/>
                    <a:gd name="connsiteY1-662" fmla="*/ 1593168 h 2933483"/>
                    <a:gd name="connsiteX2-663" fmla="*/ 4123353 w 8156794"/>
                    <a:gd name="connsiteY2-664" fmla="*/ 2932729 h 2933483"/>
                    <a:gd name="connsiteX3-665" fmla="*/ 2295 w 8156794"/>
                    <a:gd name="connsiteY3-666" fmla="*/ 1484165 h 2933483"/>
                    <a:gd name="connsiteX4-667" fmla="*/ 767 w 8156794"/>
                    <a:gd name="connsiteY4-668" fmla="*/ 13224 h 2933483"/>
                    <a:gd name="connsiteX5-669" fmla="*/ 4068271 w 8156794"/>
                    <a:gd name="connsiteY5-670" fmla="*/ 1432121 h 2933483"/>
                    <a:gd name="connsiteX6-671" fmla="*/ 8156794 w 8156794"/>
                    <a:gd name="connsiteY6-672" fmla="*/ 0 h 2933483"/>
                    <a:gd name="connsiteX0-673" fmla="*/ 8123689 w 8145760"/>
                    <a:gd name="connsiteY0-674" fmla="*/ 13560 h 2920259"/>
                    <a:gd name="connsiteX1-675" fmla="*/ 8145760 w 8145760"/>
                    <a:gd name="connsiteY1-676" fmla="*/ 1579944 h 2920259"/>
                    <a:gd name="connsiteX2-677" fmla="*/ 4123353 w 8145760"/>
                    <a:gd name="connsiteY2-678" fmla="*/ 2919505 h 2920259"/>
                    <a:gd name="connsiteX3-679" fmla="*/ 2295 w 8145760"/>
                    <a:gd name="connsiteY3-680" fmla="*/ 1470941 h 2920259"/>
                    <a:gd name="connsiteX4-681" fmla="*/ 767 w 8145760"/>
                    <a:gd name="connsiteY4-682" fmla="*/ 0 h 2920259"/>
                    <a:gd name="connsiteX5-683" fmla="*/ 4068271 w 8145760"/>
                    <a:gd name="connsiteY5-684" fmla="*/ 1418897 h 2920259"/>
                    <a:gd name="connsiteX6-685" fmla="*/ 8123689 w 8145760"/>
                    <a:gd name="connsiteY6-686" fmla="*/ 13560 h 2920259"/>
                    <a:gd name="connsiteX0-687" fmla="*/ 8178863 w 8178863"/>
                    <a:gd name="connsiteY0-688" fmla="*/ 26952 h 2920259"/>
                    <a:gd name="connsiteX1-689" fmla="*/ 8145760 w 8178863"/>
                    <a:gd name="connsiteY1-690" fmla="*/ 1579944 h 2920259"/>
                    <a:gd name="connsiteX2-691" fmla="*/ 4123353 w 8178863"/>
                    <a:gd name="connsiteY2-692" fmla="*/ 2919505 h 2920259"/>
                    <a:gd name="connsiteX3-693" fmla="*/ 2295 w 8178863"/>
                    <a:gd name="connsiteY3-694" fmla="*/ 1470941 h 2920259"/>
                    <a:gd name="connsiteX4-695" fmla="*/ 767 w 8178863"/>
                    <a:gd name="connsiteY4-696" fmla="*/ 0 h 2920259"/>
                    <a:gd name="connsiteX5-697" fmla="*/ 4068271 w 8178863"/>
                    <a:gd name="connsiteY5-698" fmla="*/ 1418897 h 2920259"/>
                    <a:gd name="connsiteX6-699" fmla="*/ 8178863 w 8178863"/>
                    <a:gd name="connsiteY6-700" fmla="*/ 26952 h 2920259"/>
                    <a:gd name="connsiteX0-701" fmla="*/ 8167827 w 8167827"/>
                    <a:gd name="connsiteY0-702" fmla="*/ 40343 h 2920259"/>
                    <a:gd name="connsiteX1-703" fmla="*/ 8145760 w 8167827"/>
                    <a:gd name="connsiteY1-704" fmla="*/ 1579944 h 2920259"/>
                    <a:gd name="connsiteX2-705" fmla="*/ 4123353 w 8167827"/>
                    <a:gd name="connsiteY2-706" fmla="*/ 2919505 h 2920259"/>
                    <a:gd name="connsiteX3-707" fmla="*/ 2295 w 8167827"/>
                    <a:gd name="connsiteY3-708" fmla="*/ 1470941 h 2920259"/>
                    <a:gd name="connsiteX4-709" fmla="*/ 767 w 8167827"/>
                    <a:gd name="connsiteY4-710" fmla="*/ 0 h 2920259"/>
                    <a:gd name="connsiteX5-711" fmla="*/ 4068271 w 8167827"/>
                    <a:gd name="connsiteY5-712" fmla="*/ 1418897 h 2920259"/>
                    <a:gd name="connsiteX6-713" fmla="*/ 8167827 w 8167827"/>
                    <a:gd name="connsiteY6-714" fmla="*/ 40343 h 2920259"/>
                    <a:gd name="connsiteX0-715" fmla="*/ 8123687 w 8145760"/>
                    <a:gd name="connsiteY0-716" fmla="*/ 53735 h 2920259"/>
                    <a:gd name="connsiteX1-717" fmla="*/ 8145760 w 8145760"/>
                    <a:gd name="connsiteY1-718" fmla="*/ 1579944 h 2920259"/>
                    <a:gd name="connsiteX2-719" fmla="*/ 4123353 w 8145760"/>
                    <a:gd name="connsiteY2-720" fmla="*/ 2919505 h 2920259"/>
                    <a:gd name="connsiteX3-721" fmla="*/ 2295 w 8145760"/>
                    <a:gd name="connsiteY3-722" fmla="*/ 1470941 h 2920259"/>
                    <a:gd name="connsiteX4-723" fmla="*/ 767 w 8145760"/>
                    <a:gd name="connsiteY4-724" fmla="*/ 0 h 2920259"/>
                    <a:gd name="connsiteX5-725" fmla="*/ 4068271 w 8145760"/>
                    <a:gd name="connsiteY5-726" fmla="*/ 1418897 h 2920259"/>
                    <a:gd name="connsiteX6-727" fmla="*/ 8123687 w 8145760"/>
                    <a:gd name="connsiteY6-728" fmla="*/ 53735 h 2920259"/>
                    <a:gd name="connsiteX0-729" fmla="*/ 8161918 w 8161918"/>
                    <a:gd name="connsiteY0-730" fmla="*/ 0 h 2943855"/>
                    <a:gd name="connsiteX1-731" fmla="*/ 8145760 w 8161918"/>
                    <a:gd name="connsiteY1-732" fmla="*/ 1603540 h 2943855"/>
                    <a:gd name="connsiteX2-733" fmla="*/ 4123353 w 8161918"/>
                    <a:gd name="connsiteY2-734" fmla="*/ 2943101 h 2943855"/>
                    <a:gd name="connsiteX3-735" fmla="*/ 2295 w 8161918"/>
                    <a:gd name="connsiteY3-736" fmla="*/ 1494537 h 2943855"/>
                    <a:gd name="connsiteX4-737" fmla="*/ 767 w 8161918"/>
                    <a:gd name="connsiteY4-738" fmla="*/ 23596 h 2943855"/>
                    <a:gd name="connsiteX5-739" fmla="*/ 4068271 w 8161918"/>
                    <a:gd name="connsiteY5-740" fmla="*/ 1442493 h 2943855"/>
                    <a:gd name="connsiteX6-741" fmla="*/ 8161918 w 8161918"/>
                    <a:gd name="connsiteY6-742" fmla="*/ 0 h 2943855"/>
                    <a:gd name="connsiteX0-743" fmla="*/ 8144926 w 8145760"/>
                    <a:gd name="connsiteY0-744" fmla="*/ 43424 h 2920259"/>
                    <a:gd name="connsiteX1-745" fmla="*/ 8145760 w 8145760"/>
                    <a:gd name="connsiteY1-746" fmla="*/ 1579944 h 2920259"/>
                    <a:gd name="connsiteX2-747" fmla="*/ 4123353 w 8145760"/>
                    <a:gd name="connsiteY2-748" fmla="*/ 2919505 h 2920259"/>
                    <a:gd name="connsiteX3-749" fmla="*/ 2295 w 8145760"/>
                    <a:gd name="connsiteY3-750" fmla="*/ 1470941 h 2920259"/>
                    <a:gd name="connsiteX4-751" fmla="*/ 767 w 8145760"/>
                    <a:gd name="connsiteY4-752" fmla="*/ 0 h 2920259"/>
                    <a:gd name="connsiteX5-753" fmla="*/ 4068271 w 8145760"/>
                    <a:gd name="connsiteY5-754" fmla="*/ 1418897 h 2920259"/>
                    <a:gd name="connsiteX6-755" fmla="*/ 8144926 w 8145760"/>
                    <a:gd name="connsiteY6-756" fmla="*/ 43424 h 2920259"/>
                    <a:gd name="connsiteX0-757" fmla="*/ 8161918 w 8161918"/>
                    <a:gd name="connsiteY0-758" fmla="*/ 0 h 2959321"/>
                    <a:gd name="connsiteX1-759" fmla="*/ 8145760 w 8161918"/>
                    <a:gd name="connsiteY1-760" fmla="*/ 1619006 h 2959321"/>
                    <a:gd name="connsiteX2-761" fmla="*/ 4123353 w 8161918"/>
                    <a:gd name="connsiteY2-762" fmla="*/ 2958567 h 2959321"/>
                    <a:gd name="connsiteX3-763" fmla="*/ 2295 w 8161918"/>
                    <a:gd name="connsiteY3-764" fmla="*/ 1510003 h 2959321"/>
                    <a:gd name="connsiteX4-765" fmla="*/ 767 w 8161918"/>
                    <a:gd name="connsiteY4-766" fmla="*/ 39062 h 2959321"/>
                    <a:gd name="connsiteX5-767" fmla="*/ 4068271 w 8161918"/>
                    <a:gd name="connsiteY5-768" fmla="*/ 1457959 h 2959321"/>
                    <a:gd name="connsiteX6-769" fmla="*/ 8161918 w 8161918"/>
                    <a:gd name="connsiteY6-770" fmla="*/ 0 h 2959321"/>
                    <a:gd name="connsiteX0-771" fmla="*/ 8161918 w 8162752"/>
                    <a:gd name="connsiteY0-772" fmla="*/ 0 h 2959488"/>
                    <a:gd name="connsiteX1-773" fmla="*/ 8162752 w 8162752"/>
                    <a:gd name="connsiteY1-774" fmla="*/ 1629317 h 2959488"/>
                    <a:gd name="connsiteX2-775" fmla="*/ 4123353 w 8162752"/>
                    <a:gd name="connsiteY2-776" fmla="*/ 2958567 h 2959488"/>
                    <a:gd name="connsiteX3-777" fmla="*/ 2295 w 8162752"/>
                    <a:gd name="connsiteY3-778" fmla="*/ 1510003 h 2959488"/>
                    <a:gd name="connsiteX4-779" fmla="*/ 767 w 8162752"/>
                    <a:gd name="connsiteY4-780" fmla="*/ 39062 h 2959488"/>
                    <a:gd name="connsiteX5-781" fmla="*/ 4068271 w 8162752"/>
                    <a:gd name="connsiteY5-782" fmla="*/ 1457959 h 2959488"/>
                    <a:gd name="connsiteX6-783" fmla="*/ 8161918 w 8162752"/>
                    <a:gd name="connsiteY6-784" fmla="*/ 0 h 2959488"/>
                    <a:gd name="connsiteX0-785" fmla="*/ 8165930 w 8166764"/>
                    <a:gd name="connsiteY0-786" fmla="*/ 7337 h 2966825"/>
                    <a:gd name="connsiteX1-787" fmla="*/ 8166764 w 8166764"/>
                    <a:gd name="connsiteY1-788" fmla="*/ 1636654 h 2966825"/>
                    <a:gd name="connsiteX2-789" fmla="*/ 4127365 w 8166764"/>
                    <a:gd name="connsiteY2-790" fmla="*/ 2965904 h 2966825"/>
                    <a:gd name="connsiteX3-791" fmla="*/ 6307 w 8166764"/>
                    <a:gd name="connsiteY3-792" fmla="*/ 1517340 h 2966825"/>
                    <a:gd name="connsiteX4-793" fmla="*/ 532 w 8166764"/>
                    <a:gd name="connsiteY4-794" fmla="*/ 0 h 2966825"/>
                    <a:gd name="connsiteX5-795" fmla="*/ 4072283 w 8166764"/>
                    <a:gd name="connsiteY5-796" fmla="*/ 1465296 h 2966825"/>
                    <a:gd name="connsiteX6-797" fmla="*/ 8165930 w 8166764"/>
                    <a:gd name="connsiteY6-798" fmla="*/ 7337 h 2966825"/>
                    <a:gd name="connsiteX0-799" fmla="*/ 8168119 w 8168953"/>
                    <a:gd name="connsiteY0-800" fmla="*/ 7337 h 2966682"/>
                    <a:gd name="connsiteX1-801" fmla="*/ 8168953 w 8168953"/>
                    <a:gd name="connsiteY1-802" fmla="*/ 1636654 h 2966682"/>
                    <a:gd name="connsiteX2-803" fmla="*/ 4129554 w 8168953"/>
                    <a:gd name="connsiteY2-804" fmla="*/ 2965904 h 2966682"/>
                    <a:gd name="connsiteX3-805" fmla="*/ 0 w 8168953"/>
                    <a:gd name="connsiteY3-806" fmla="*/ 1527651 h 2966682"/>
                    <a:gd name="connsiteX4-807" fmla="*/ 2721 w 8168953"/>
                    <a:gd name="connsiteY4-808" fmla="*/ 0 h 2966682"/>
                    <a:gd name="connsiteX5-809" fmla="*/ 4074472 w 8168953"/>
                    <a:gd name="connsiteY5-810" fmla="*/ 1465296 h 2966682"/>
                    <a:gd name="connsiteX6-811" fmla="*/ 8168119 w 8168953"/>
                    <a:gd name="connsiteY6-812" fmla="*/ 7337 h 2966682"/>
                    <a:gd name="connsiteX0-813" fmla="*/ 8168119 w 8168953"/>
                    <a:gd name="connsiteY0-814" fmla="*/ 7337 h 3100377"/>
                    <a:gd name="connsiteX1-815" fmla="*/ 8168953 w 8168953"/>
                    <a:gd name="connsiteY1-816" fmla="*/ 1636654 h 3100377"/>
                    <a:gd name="connsiteX2-817" fmla="*/ 4118520 w 8168953"/>
                    <a:gd name="connsiteY2-818" fmla="*/ 3099826 h 3100377"/>
                    <a:gd name="connsiteX3-819" fmla="*/ 0 w 8168953"/>
                    <a:gd name="connsiteY3-820" fmla="*/ 1527651 h 3100377"/>
                    <a:gd name="connsiteX4-821" fmla="*/ 2721 w 8168953"/>
                    <a:gd name="connsiteY4-822" fmla="*/ 0 h 3100377"/>
                    <a:gd name="connsiteX5-823" fmla="*/ 4074472 w 8168953"/>
                    <a:gd name="connsiteY5-824" fmla="*/ 1465296 h 3100377"/>
                    <a:gd name="connsiteX6-825" fmla="*/ 8168119 w 8168953"/>
                    <a:gd name="connsiteY6-826" fmla="*/ 7337 h 3100377"/>
                    <a:gd name="connsiteX0-827" fmla="*/ 8168119 w 8168953"/>
                    <a:gd name="connsiteY0-828" fmla="*/ 7337 h 3100429"/>
                    <a:gd name="connsiteX1-829" fmla="*/ 8168953 w 8168953"/>
                    <a:gd name="connsiteY1-830" fmla="*/ 1636654 h 3100429"/>
                    <a:gd name="connsiteX2-831" fmla="*/ 4118520 w 8168953"/>
                    <a:gd name="connsiteY2-832" fmla="*/ 3099826 h 3100429"/>
                    <a:gd name="connsiteX3-833" fmla="*/ 0 w 8168953"/>
                    <a:gd name="connsiteY3-834" fmla="*/ 1527651 h 3100429"/>
                    <a:gd name="connsiteX4-835" fmla="*/ 2721 w 8168953"/>
                    <a:gd name="connsiteY4-836" fmla="*/ 0 h 3100429"/>
                    <a:gd name="connsiteX5-837" fmla="*/ 4074472 w 8168953"/>
                    <a:gd name="connsiteY5-838" fmla="*/ 1465296 h 3100429"/>
                    <a:gd name="connsiteX6-839" fmla="*/ 8168119 w 8168953"/>
                    <a:gd name="connsiteY6-840" fmla="*/ 7337 h 3100429"/>
                    <a:gd name="connsiteX0-841" fmla="*/ 8165849 w 8166683"/>
                    <a:gd name="connsiteY0-842" fmla="*/ 7337 h 3099826"/>
                    <a:gd name="connsiteX1-843" fmla="*/ 8166683 w 8166683"/>
                    <a:gd name="connsiteY1-844" fmla="*/ 1636654 h 3099826"/>
                    <a:gd name="connsiteX2-845" fmla="*/ 4116250 w 8166683"/>
                    <a:gd name="connsiteY2-846" fmla="*/ 3099826 h 3099826"/>
                    <a:gd name="connsiteX3-847" fmla="*/ 8764 w 8166683"/>
                    <a:gd name="connsiteY3-848" fmla="*/ 1634789 h 3099826"/>
                    <a:gd name="connsiteX4-849" fmla="*/ 451 w 8166683"/>
                    <a:gd name="connsiteY4-850" fmla="*/ 0 h 3099826"/>
                    <a:gd name="connsiteX5-851" fmla="*/ 4072202 w 8166683"/>
                    <a:gd name="connsiteY5-852" fmla="*/ 1465296 h 3099826"/>
                    <a:gd name="connsiteX6-853" fmla="*/ 8165849 w 8166683"/>
                    <a:gd name="connsiteY6-854" fmla="*/ 7337 h 3099826"/>
                    <a:gd name="connsiteX0-855" fmla="*/ 8165849 w 8166683"/>
                    <a:gd name="connsiteY0-856" fmla="*/ 7337 h 3099826"/>
                    <a:gd name="connsiteX1-857" fmla="*/ 8166683 w 8166683"/>
                    <a:gd name="connsiteY1-858" fmla="*/ 1636654 h 3099826"/>
                    <a:gd name="connsiteX2-859" fmla="*/ 4116250 w 8166683"/>
                    <a:gd name="connsiteY2-860" fmla="*/ 3099826 h 3099826"/>
                    <a:gd name="connsiteX3-861" fmla="*/ 8764 w 8166683"/>
                    <a:gd name="connsiteY3-862" fmla="*/ 1634789 h 3099826"/>
                    <a:gd name="connsiteX4-863" fmla="*/ 451 w 8166683"/>
                    <a:gd name="connsiteY4-864" fmla="*/ 0 h 3099826"/>
                    <a:gd name="connsiteX5-865" fmla="*/ 4072202 w 8166683"/>
                    <a:gd name="connsiteY5-866" fmla="*/ 1465296 h 3099826"/>
                    <a:gd name="connsiteX6-867" fmla="*/ 8165849 w 8166683"/>
                    <a:gd name="connsiteY6-868" fmla="*/ 7337 h 3099826"/>
                    <a:gd name="connsiteX0-869" fmla="*/ 8165849 w 8166683"/>
                    <a:gd name="connsiteY0-870" fmla="*/ 7337 h 3099826"/>
                    <a:gd name="connsiteX1-871" fmla="*/ 8166683 w 8166683"/>
                    <a:gd name="connsiteY1-872" fmla="*/ 1636654 h 3099826"/>
                    <a:gd name="connsiteX2-873" fmla="*/ 4116250 w 8166683"/>
                    <a:gd name="connsiteY2-874" fmla="*/ 3099826 h 3099826"/>
                    <a:gd name="connsiteX3-875" fmla="*/ 8764 w 8166683"/>
                    <a:gd name="connsiteY3-876" fmla="*/ 1634789 h 3099826"/>
                    <a:gd name="connsiteX4-877" fmla="*/ 451 w 8166683"/>
                    <a:gd name="connsiteY4-878" fmla="*/ 0 h 3099826"/>
                    <a:gd name="connsiteX5-879" fmla="*/ 4061168 w 8166683"/>
                    <a:gd name="connsiteY5-880" fmla="*/ 1438511 h 3099826"/>
                    <a:gd name="connsiteX6-881" fmla="*/ 8165849 w 8166683"/>
                    <a:gd name="connsiteY6-882" fmla="*/ 7337 h 3099826"/>
                    <a:gd name="connsiteX0-883" fmla="*/ 8165849 w 8166683"/>
                    <a:gd name="connsiteY0-884" fmla="*/ 7337 h 3099826"/>
                    <a:gd name="connsiteX1-885" fmla="*/ 8166683 w 8166683"/>
                    <a:gd name="connsiteY1-886" fmla="*/ 1636654 h 3099826"/>
                    <a:gd name="connsiteX2-887" fmla="*/ 4116250 w 8166683"/>
                    <a:gd name="connsiteY2-888" fmla="*/ 3099826 h 3099826"/>
                    <a:gd name="connsiteX3-889" fmla="*/ 8764 w 8166683"/>
                    <a:gd name="connsiteY3-890" fmla="*/ 1634789 h 3099826"/>
                    <a:gd name="connsiteX4-891" fmla="*/ 451 w 8166683"/>
                    <a:gd name="connsiteY4-892" fmla="*/ 0 h 3099826"/>
                    <a:gd name="connsiteX5-893" fmla="*/ 4061168 w 8166683"/>
                    <a:gd name="connsiteY5-894" fmla="*/ 1438511 h 3099826"/>
                    <a:gd name="connsiteX6-895" fmla="*/ 8165849 w 8166683"/>
                    <a:gd name="connsiteY6-896" fmla="*/ 7337 h 309982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09" name="Oval 408"/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410" name="Group 409"/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11" name="Freeform 410"/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-1" fmla="*/ 3725333 w 4641485"/>
                      <a:gd name="connsiteY0-2" fmla="*/ 0 h 1049866"/>
                      <a:gd name="connsiteX1-3" fmla="*/ 4641485 w 4641485"/>
                      <a:gd name="connsiteY1-4" fmla="*/ 239402 h 1049866"/>
                      <a:gd name="connsiteX2-5" fmla="*/ 3962400 w 4641485"/>
                      <a:gd name="connsiteY2-6" fmla="*/ 541866 h 1049866"/>
                      <a:gd name="connsiteX3-7" fmla="*/ 3742267 w 4641485"/>
                      <a:gd name="connsiteY3-8" fmla="*/ 457200 h 1049866"/>
                      <a:gd name="connsiteX4-9" fmla="*/ 2269067 w 4641485"/>
                      <a:gd name="connsiteY4-10" fmla="*/ 1049866 h 1049866"/>
                      <a:gd name="connsiteX5-11" fmla="*/ 880533 w 4641485"/>
                      <a:gd name="connsiteY5-12" fmla="*/ 457200 h 1049866"/>
                      <a:gd name="connsiteX6-13" fmla="*/ 592667 w 4641485"/>
                      <a:gd name="connsiteY6-14" fmla="*/ 541866 h 1049866"/>
                      <a:gd name="connsiteX7-15" fmla="*/ 0 w 4641485"/>
                      <a:gd name="connsiteY7-16" fmla="*/ 254000 h 1049866"/>
                      <a:gd name="connsiteX8-17" fmla="*/ 880533 w 4641485"/>
                      <a:gd name="connsiteY8-18" fmla="*/ 16933 h 1049866"/>
                      <a:gd name="connsiteX9-19" fmla="*/ 2302933 w 4641485"/>
                      <a:gd name="connsiteY9-20" fmla="*/ 626533 h 1049866"/>
                      <a:gd name="connsiteX10-21" fmla="*/ 3725333 w 4641485"/>
                      <a:gd name="connsiteY10-22" fmla="*/ 0 h 1049866"/>
                      <a:gd name="connsiteX0-23" fmla="*/ 3756864 w 4673016"/>
                      <a:gd name="connsiteY0-24" fmla="*/ 0 h 1049866"/>
                      <a:gd name="connsiteX1-25" fmla="*/ 4673016 w 4673016"/>
                      <a:gd name="connsiteY1-26" fmla="*/ 239402 h 1049866"/>
                      <a:gd name="connsiteX2-27" fmla="*/ 3993931 w 4673016"/>
                      <a:gd name="connsiteY2-28" fmla="*/ 541866 h 1049866"/>
                      <a:gd name="connsiteX3-29" fmla="*/ 3773798 w 4673016"/>
                      <a:gd name="connsiteY3-30" fmla="*/ 457200 h 1049866"/>
                      <a:gd name="connsiteX4-31" fmla="*/ 2300598 w 4673016"/>
                      <a:gd name="connsiteY4-32" fmla="*/ 1049866 h 1049866"/>
                      <a:gd name="connsiteX5-33" fmla="*/ 912064 w 4673016"/>
                      <a:gd name="connsiteY5-34" fmla="*/ 457200 h 1049866"/>
                      <a:gd name="connsiteX6-35" fmla="*/ 624198 w 4673016"/>
                      <a:gd name="connsiteY6-36" fmla="*/ 541866 h 1049866"/>
                      <a:gd name="connsiteX7-37" fmla="*/ 0 w 4673016"/>
                      <a:gd name="connsiteY7-38" fmla="*/ 232979 h 1049866"/>
                      <a:gd name="connsiteX8-39" fmla="*/ 912064 w 4673016"/>
                      <a:gd name="connsiteY8-40" fmla="*/ 16933 h 1049866"/>
                      <a:gd name="connsiteX9-41" fmla="*/ 2334464 w 4673016"/>
                      <a:gd name="connsiteY9-42" fmla="*/ 626533 h 1049866"/>
                      <a:gd name="connsiteX10-43" fmla="*/ 3756864 w 4673016"/>
                      <a:gd name="connsiteY10-44" fmla="*/ 0 h 1049866"/>
                      <a:gd name="connsiteX0-45" fmla="*/ 3756864 w 4673016"/>
                      <a:gd name="connsiteY0-46" fmla="*/ 0 h 1049866"/>
                      <a:gd name="connsiteX1-47" fmla="*/ 4673016 w 4673016"/>
                      <a:gd name="connsiteY1-48" fmla="*/ 239402 h 1049866"/>
                      <a:gd name="connsiteX2-49" fmla="*/ 3993931 w 4673016"/>
                      <a:gd name="connsiteY2-50" fmla="*/ 541866 h 1049866"/>
                      <a:gd name="connsiteX3-51" fmla="*/ 3784308 w 4673016"/>
                      <a:gd name="connsiteY3-52" fmla="*/ 404648 h 1049866"/>
                      <a:gd name="connsiteX4-53" fmla="*/ 2300598 w 4673016"/>
                      <a:gd name="connsiteY4-54" fmla="*/ 1049866 h 1049866"/>
                      <a:gd name="connsiteX5-55" fmla="*/ 912064 w 4673016"/>
                      <a:gd name="connsiteY5-56" fmla="*/ 457200 h 1049866"/>
                      <a:gd name="connsiteX6-57" fmla="*/ 624198 w 4673016"/>
                      <a:gd name="connsiteY6-58" fmla="*/ 541866 h 1049866"/>
                      <a:gd name="connsiteX7-59" fmla="*/ 0 w 4673016"/>
                      <a:gd name="connsiteY7-60" fmla="*/ 232979 h 1049866"/>
                      <a:gd name="connsiteX8-61" fmla="*/ 912064 w 4673016"/>
                      <a:gd name="connsiteY8-62" fmla="*/ 16933 h 1049866"/>
                      <a:gd name="connsiteX9-63" fmla="*/ 2334464 w 4673016"/>
                      <a:gd name="connsiteY9-64" fmla="*/ 626533 h 1049866"/>
                      <a:gd name="connsiteX10-65" fmla="*/ 3756864 w 4673016"/>
                      <a:gd name="connsiteY10-66" fmla="*/ 0 h 1049866"/>
                      <a:gd name="connsiteX0-67" fmla="*/ 3756864 w 4673016"/>
                      <a:gd name="connsiteY0-68" fmla="*/ 0 h 1049866"/>
                      <a:gd name="connsiteX1-69" fmla="*/ 4673016 w 4673016"/>
                      <a:gd name="connsiteY1-70" fmla="*/ 239402 h 1049866"/>
                      <a:gd name="connsiteX2-71" fmla="*/ 3993931 w 4673016"/>
                      <a:gd name="connsiteY2-72" fmla="*/ 541866 h 1049866"/>
                      <a:gd name="connsiteX3-73" fmla="*/ 3794818 w 4673016"/>
                      <a:gd name="connsiteY3-74" fmla="*/ 436179 h 1049866"/>
                      <a:gd name="connsiteX4-75" fmla="*/ 2300598 w 4673016"/>
                      <a:gd name="connsiteY4-76" fmla="*/ 1049866 h 1049866"/>
                      <a:gd name="connsiteX5-77" fmla="*/ 912064 w 4673016"/>
                      <a:gd name="connsiteY5-78" fmla="*/ 457200 h 1049866"/>
                      <a:gd name="connsiteX6-79" fmla="*/ 624198 w 4673016"/>
                      <a:gd name="connsiteY6-80" fmla="*/ 541866 h 1049866"/>
                      <a:gd name="connsiteX7-81" fmla="*/ 0 w 4673016"/>
                      <a:gd name="connsiteY7-82" fmla="*/ 232979 h 1049866"/>
                      <a:gd name="connsiteX8-83" fmla="*/ 912064 w 4673016"/>
                      <a:gd name="connsiteY8-84" fmla="*/ 16933 h 1049866"/>
                      <a:gd name="connsiteX9-85" fmla="*/ 2334464 w 4673016"/>
                      <a:gd name="connsiteY9-86" fmla="*/ 626533 h 1049866"/>
                      <a:gd name="connsiteX10-87" fmla="*/ 3756864 w 4673016"/>
                      <a:gd name="connsiteY10-88" fmla="*/ 0 h 1049866"/>
                      <a:gd name="connsiteX0-89" fmla="*/ 3756864 w 4673016"/>
                      <a:gd name="connsiteY0-90" fmla="*/ 0 h 1049866"/>
                      <a:gd name="connsiteX1-91" fmla="*/ 4673016 w 4673016"/>
                      <a:gd name="connsiteY1-92" fmla="*/ 239402 h 1049866"/>
                      <a:gd name="connsiteX2-93" fmla="*/ 3993931 w 4673016"/>
                      <a:gd name="connsiteY2-94" fmla="*/ 541866 h 1049866"/>
                      <a:gd name="connsiteX3-95" fmla="*/ 3794818 w 4673016"/>
                      <a:gd name="connsiteY3-96" fmla="*/ 436179 h 1049866"/>
                      <a:gd name="connsiteX4-97" fmla="*/ 2300598 w 4673016"/>
                      <a:gd name="connsiteY4-98" fmla="*/ 1049866 h 1049866"/>
                      <a:gd name="connsiteX5-99" fmla="*/ 912064 w 4673016"/>
                      <a:gd name="connsiteY5-100" fmla="*/ 457200 h 1049866"/>
                      <a:gd name="connsiteX6-101" fmla="*/ 624198 w 4673016"/>
                      <a:gd name="connsiteY6-102" fmla="*/ 541866 h 1049866"/>
                      <a:gd name="connsiteX7-103" fmla="*/ 0 w 4673016"/>
                      <a:gd name="connsiteY7-104" fmla="*/ 232979 h 1049866"/>
                      <a:gd name="connsiteX8-105" fmla="*/ 912064 w 4673016"/>
                      <a:gd name="connsiteY8-106" fmla="*/ 16933 h 1049866"/>
                      <a:gd name="connsiteX9-107" fmla="*/ 2323954 w 4673016"/>
                      <a:gd name="connsiteY9-108" fmla="*/ 616023 h 1049866"/>
                      <a:gd name="connsiteX10-109" fmla="*/ 3756864 w 4673016"/>
                      <a:gd name="connsiteY10-110" fmla="*/ 0 h 1049866"/>
                      <a:gd name="connsiteX0-111" fmla="*/ 3756864 w 4673016"/>
                      <a:gd name="connsiteY0-112" fmla="*/ 0 h 1049866"/>
                      <a:gd name="connsiteX1-113" fmla="*/ 4673016 w 4673016"/>
                      <a:gd name="connsiteY1-114" fmla="*/ 239402 h 1049866"/>
                      <a:gd name="connsiteX2-115" fmla="*/ 3993931 w 4673016"/>
                      <a:gd name="connsiteY2-116" fmla="*/ 541866 h 1049866"/>
                      <a:gd name="connsiteX3-117" fmla="*/ 3794818 w 4673016"/>
                      <a:gd name="connsiteY3-118" fmla="*/ 436179 h 1049866"/>
                      <a:gd name="connsiteX4-119" fmla="*/ 2300598 w 4673016"/>
                      <a:gd name="connsiteY4-120" fmla="*/ 1049866 h 1049866"/>
                      <a:gd name="connsiteX5-121" fmla="*/ 912064 w 4673016"/>
                      <a:gd name="connsiteY5-122" fmla="*/ 457200 h 1049866"/>
                      <a:gd name="connsiteX6-123" fmla="*/ 624198 w 4673016"/>
                      <a:gd name="connsiteY6-124" fmla="*/ 541866 h 1049866"/>
                      <a:gd name="connsiteX7-125" fmla="*/ 0 w 4673016"/>
                      <a:gd name="connsiteY7-126" fmla="*/ 275021 h 1049866"/>
                      <a:gd name="connsiteX8-127" fmla="*/ 912064 w 4673016"/>
                      <a:gd name="connsiteY8-128" fmla="*/ 16933 h 1049866"/>
                      <a:gd name="connsiteX9-129" fmla="*/ 2323954 w 4673016"/>
                      <a:gd name="connsiteY9-130" fmla="*/ 616023 h 1049866"/>
                      <a:gd name="connsiteX10-131" fmla="*/ 3756864 w 4673016"/>
                      <a:gd name="connsiteY10-132" fmla="*/ 0 h 1049866"/>
                      <a:gd name="connsiteX0-133" fmla="*/ 3756864 w 4673016"/>
                      <a:gd name="connsiteY0-134" fmla="*/ 0 h 1049866"/>
                      <a:gd name="connsiteX1-135" fmla="*/ 4673016 w 4673016"/>
                      <a:gd name="connsiteY1-136" fmla="*/ 239402 h 1049866"/>
                      <a:gd name="connsiteX2-137" fmla="*/ 3993931 w 4673016"/>
                      <a:gd name="connsiteY2-138" fmla="*/ 541866 h 1049866"/>
                      <a:gd name="connsiteX3-139" fmla="*/ 3815839 w 4673016"/>
                      <a:gd name="connsiteY3-140" fmla="*/ 467710 h 1049866"/>
                      <a:gd name="connsiteX4-141" fmla="*/ 2300598 w 4673016"/>
                      <a:gd name="connsiteY4-142" fmla="*/ 1049866 h 1049866"/>
                      <a:gd name="connsiteX5-143" fmla="*/ 912064 w 4673016"/>
                      <a:gd name="connsiteY5-144" fmla="*/ 457200 h 1049866"/>
                      <a:gd name="connsiteX6-145" fmla="*/ 624198 w 4673016"/>
                      <a:gd name="connsiteY6-146" fmla="*/ 541866 h 1049866"/>
                      <a:gd name="connsiteX7-147" fmla="*/ 0 w 4673016"/>
                      <a:gd name="connsiteY7-148" fmla="*/ 275021 h 1049866"/>
                      <a:gd name="connsiteX8-149" fmla="*/ 912064 w 4673016"/>
                      <a:gd name="connsiteY8-150" fmla="*/ 16933 h 1049866"/>
                      <a:gd name="connsiteX9-151" fmla="*/ 2323954 w 4673016"/>
                      <a:gd name="connsiteY9-152" fmla="*/ 616023 h 1049866"/>
                      <a:gd name="connsiteX10-153" fmla="*/ 3756864 w 4673016"/>
                      <a:gd name="connsiteY10-154" fmla="*/ 0 h 104986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2" name="Freeform 411"/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3" name="Freeform 412"/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4" name="Freeform 413"/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-1" fmla="*/ 168165 w 3731172"/>
                      <a:gd name="connsiteY0-2" fmla="*/ 73572 h 1418896"/>
                      <a:gd name="connsiteX1-3" fmla="*/ 451945 w 3731172"/>
                      <a:gd name="connsiteY1-4" fmla="*/ 0 h 1418896"/>
                      <a:gd name="connsiteX2-5" fmla="*/ 1881352 w 3731172"/>
                      <a:gd name="connsiteY2-6" fmla="*/ 599089 h 1418896"/>
                      <a:gd name="connsiteX3-7" fmla="*/ 3363310 w 3731172"/>
                      <a:gd name="connsiteY3-8" fmla="*/ 0 h 1418896"/>
                      <a:gd name="connsiteX4-9" fmla="*/ 3584027 w 3731172"/>
                      <a:gd name="connsiteY4-10" fmla="*/ 73572 h 1418896"/>
                      <a:gd name="connsiteX5-11" fmla="*/ 2627586 w 3731172"/>
                      <a:gd name="connsiteY5-12" fmla="*/ 441434 h 1418896"/>
                      <a:gd name="connsiteX6-13" fmla="*/ 2596055 w 3731172"/>
                      <a:gd name="connsiteY6-14" fmla="*/ 914400 h 1418896"/>
                      <a:gd name="connsiteX7-15" fmla="*/ 3731172 w 3731172"/>
                      <a:gd name="connsiteY7-16" fmla="*/ 1345324 h 1418896"/>
                      <a:gd name="connsiteX8-17" fmla="*/ 3447393 w 3731172"/>
                      <a:gd name="connsiteY8-18" fmla="*/ 1408386 h 1418896"/>
                      <a:gd name="connsiteX9-19" fmla="*/ 1870841 w 3731172"/>
                      <a:gd name="connsiteY9-20" fmla="*/ 746234 h 1418896"/>
                      <a:gd name="connsiteX10-21" fmla="*/ 262758 w 3731172"/>
                      <a:gd name="connsiteY10-22" fmla="*/ 1418896 h 1418896"/>
                      <a:gd name="connsiteX11-23" fmla="*/ 0 w 3731172"/>
                      <a:gd name="connsiteY11-24" fmla="*/ 1324303 h 1418896"/>
                      <a:gd name="connsiteX12-25" fmla="*/ 1145627 w 3731172"/>
                      <a:gd name="connsiteY12-26" fmla="*/ 882869 h 1418896"/>
                      <a:gd name="connsiteX13-27" fmla="*/ 1114096 w 3731172"/>
                      <a:gd name="connsiteY13-28" fmla="*/ 409903 h 1418896"/>
                      <a:gd name="connsiteX14-29" fmla="*/ 441434 w 3731172"/>
                      <a:gd name="connsiteY14-30" fmla="*/ 10510 h 1418896"/>
                      <a:gd name="connsiteX15-31" fmla="*/ 441434 w 3731172"/>
                      <a:gd name="connsiteY15-32" fmla="*/ 10510 h 1418896"/>
                      <a:gd name="connsiteX0-33" fmla="*/ 168165 w 3731172"/>
                      <a:gd name="connsiteY0-34" fmla="*/ 73572 h 1418896"/>
                      <a:gd name="connsiteX1-35" fmla="*/ 451945 w 3731172"/>
                      <a:gd name="connsiteY1-36" fmla="*/ 0 h 1418896"/>
                      <a:gd name="connsiteX2-37" fmla="*/ 1881352 w 3731172"/>
                      <a:gd name="connsiteY2-38" fmla="*/ 599089 h 1418896"/>
                      <a:gd name="connsiteX3-39" fmla="*/ 3363310 w 3731172"/>
                      <a:gd name="connsiteY3-40" fmla="*/ 0 h 1418896"/>
                      <a:gd name="connsiteX4-41" fmla="*/ 3584027 w 3731172"/>
                      <a:gd name="connsiteY4-42" fmla="*/ 73572 h 1418896"/>
                      <a:gd name="connsiteX5-43" fmla="*/ 2627586 w 3731172"/>
                      <a:gd name="connsiteY5-44" fmla="*/ 441434 h 1418896"/>
                      <a:gd name="connsiteX6-45" fmla="*/ 2596055 w 3731172"/>
                      <a:gd name="connsiteY6-46" fmla="*/ 914400 h 1418896"/>
                      <a:gd name="connsiteX7-47" fmla="*/ 3731172 w 3731172"/>
                      <a:gd name="connsiteY7-48" fmla="*/ 1345324 h 1418896"/>
                      <a:gd name="connsiteX8-49" fmla="*/ 3447393 w 3731172"/>
                      <a:gd name="connsiteY8-50" fmla="*/ 1408386 h 1418896"/>
                      <a:gd name="connsiteX9-51" fmla="*/ 1870841 w 3731172"/>
                      <a:gd name="connsiteY9-52" fmla="*/ 746234 h 1418896"/>
                      <a:gd name="connsiteX10-53" fmla="*/ 262758 w 3731172"/>
                      <a:gd name="connsiteY10-54" fmla="*/ 1418896 h 1418896"/>
                      <a:gd name="connsiteX11-55" fmla="*/ 0 w 3731172"/>
                      <a:gd name="connsiteY11-56" fmla="*/ 1324303 h 1418896"/>
                      <a:gd name="connsiteX12-57" fmla="*/ 1145627 w 3731172"/>
                      <a:gd name="connsiteY12-58" fmla="*/ 882869 h 1418896"/>
                      <a:gd name="connsiteX13-59" fmla="*/ 1114096 w 3731172"/>
                      <a:gd name="connsiteY13-60" fmla="*/ 409903 h 1418896"/>
                      <a:gd name="connsiteX14-61" fmla="*/ 441434 w 3731172"/>
                      <a:gd name="connsiteY14-62" fmla="*/ 10510 h 1418896"/>
                      <a:gd name="connsiteX0-63" fmla="*/ 168165 w 3731172"/>
                      <a:gd name="connsiteY0-64" fmla="*/ 73572 h 1418896"/>
                      <a:gd name="connsiteX1-65" fmla="*/ 451945 w 3731172"/>
                      <a:gd name="connsiteY1-66" fmla="*/ 0 h 1418896"/>
                      <a:gd name="connsiteX2-67" fmla="*/ 1881352 w 3731172"/>
                      <a:gd name="connsiteY2-68" fmla="*/ 599089 h 1418896"/>
                      <a:gd name="connsiteX3-69" fmla="*/ 3363310 w 3731172"/>
                      <a:gd name="connsiteY3-70" fmla="*/ 0 h 1418896"/>
                      <a:gd name="connsiteX4-71" fmla="*/ 3584027 w 3731172"/>
                      <a:gd name="connsiteY4-72" fmla="*/ 73572 h 1418896"/>
                      <a:gd name="connsiteX5-73" fmla="*/ 2627586 w 3731172"/>
                      <a:gd name="connsiteY5-74" fmla="*/ 441434 h 1418896"/>
                      <a:gd name="connsiteX6-75" fmla="*/ 2596055 w 3731172"/>
                      <a:gd name="connsiteY6-76" fmla="*/ 914400 h 1418896"/>
                      <a:gd name="connsiteX7-77" fmla="*/ 3731172 w 3731172"/>
                      <a:gd name="connsiteY7-78" fmla="*/ 1345324 h 1418896"/>
                      <a:gd name="connsiteX8-79" fmla="*/ 3447393 w 3731172"/>
                      <a:gd name="connsiteY8-80" fmla="*/ 1408386 h 1418896"/>
                      <a:gd name="connsiteX9-81" fmla="*/ 1870841 w 3731172"/>
                      <a:gd name="connsiteY9-82" fmla="*/ 746234 h 1418896"/>
                      <a:gd name="connsiteX10-83" fmla="*/ 262758 w 3731172"/>
                      <a:gd name="connsiteY10-84" fmla="*/ 1418896 h 1418896"/>
                      <a:gd name="connsiteX11-85" fmla="*/ 0 w 3731172"/>
                      <a:gd name="connsiteY11-86" fmla="*/ 1324303 h 1418896"/>
                      <a:gd name="connsiteX12-87" fmla="*/ 1145627 w 3731172"/>
                      <a:gd name="connsiteY12-88" fmla="*/ 882869 h 1418896"/>
                      <a:gd name="connsiteX13-89" fmla="*/ 1114096 w 3731172"/>
                      <a:gd name="connsiteY13-90" fmla="*/ 409903 h 1418896"/>
                      <a:gd name="connsiteX14-91" fmla="*/ 357351 w 3731172"/>
                      <a:gd name="connsiteY14-92" fmla="*/ 115613 h 1418896"/>
                      <a:gd name="connsiteX0-93" fmla="*/ 168165 w 3731172"/>
                      <a:gd name="connsiteY0-94" fmla="*/ 73572 h 1418896"/>
                      <a:gd name="connsiteX1-95" fmla="*/ 451945 w 3731172"/>
                      <a:gd name="connsiteY1-96" fmla="*/ 0 h 1418896"/>
                      <a:gd name="connsiteX2-97" fmla="*/ 1881352 w 3731172"/>
                      <a:gd name="connsiteY2-98" fmla="*/ 599089 h 1418896"/>
                      <a:gd name="connsiteX3-99" fmla="*/ 3363310 w 3731172"/>
                      <a:gd name="connsiteY3-100" fmla="*/ 0 h 1418896"/>
                      <a:gd name="connsiteX4-101" fmla="*/ 3584027 w 3731172"/>
                      <a:gd name="connsiteY4-102" fmla="*/ 73572 h 1418896"/>
                      <a:gd name="connsiteX5-103" fmla="*/ 2627586 w 3731172"/>
                      <a:gd name="connsiteY5-104" fmla="*/ 441434 h 1418896"/>
                      <a:gd name="connsiteX6-105" fmla="*/ 2596055 w 3731172"/>
                      <a:gd name="connsiteY6-106" fmla="*/ 914400 h 1418896"/>
                      <a:gd name="connsiteX7-107" fmla="*/ 3731172 w 3731172"/>
                      <a:gd name="connsiteY7-108" fmla="*/ 1345324 h 1418896"/>
                      <a:gd name="connsiteX8-109" fmla="*/ 3447393 w 3731172"/>
                      <a:gd name="connsiteY8-110" fmla="*/ 1408386 h 1418896"/>
                      <a:gd name="connsiteX9-111" fmla="*/ 1870841 w 3731172"/>
                      <a:gd name="connsiteY9-112" fmla="*/ 746234 h 1418896"/>
                      <a:gd name="connsiteX10-113" fmla="*/ 262758 w 3731172"/>
                      <a:gd name="connsiteY10-114" fmla="*/ 1418896 h 1418896"/>
                      <a:gd name="connsiteX11-115" fmla="*/ 0 w 3731172"/>
                      <a:gd name="connsiteY11-116" fmla="*/ 1324303 h 1418896"/>
                      <a:gd name="connsiteX12-117" fmla="*/ 1145627 w 3731172"/>
                      <a:gd name="connsiteY12-118" fmla="*/ 882869 h 1418896"/>
                      <a:gd name="connsiteX13-119" fmla="*/ 1114096 w 3731172"/>
                      <a:gd name="connsiteY13-120" fmla="*/ 409903 h 1418896"/>
                      <a:gd name="connsiteX14-121" fmla="*/ 147144 w 3731172"/>
                      <a:gd name="connsiteY14-122" fmla="*/ 63061 h 1418896"/>
                      <a:gd name="connsiteX0-123" fmla="*/ 168165 w 3731172"/>
                      <a:gd name="connsiteY0-124" fmla="*/ 73572 h 1418896"/>
                      <a:gd name="connsiteX1-125" fmla="*/ 451945 w 3731172"/>
                      <a:gd name="connsiteY1-126" fmla="*/ 0 h 1418896"/>
                      <a:gd name="connsiteX2-127" fmla="*/ 1881352 w 3731172"/>
                      <a:gd name="connsiteY2-128" fmla="*/ 599089 h 1418896"/>
                      <a:gd name="connsiteX3-129" fmla="*/ 3363310 w 3731172"/>
                      <a:gd name="connsiteY3-130" fmla="*/ 0 h 1418896"/>
                      <a:gd name="connsiteX4-131" fmla="*/ 3584027 w 3731172"/>
                      <a:gd name="connsiteY4-132" fmla="*/ 73572 h 1418896"/>
                      <a:gd name="connsiteX5-133" fmla="*/ 2627586 w 3731172"/>
                      <a:gd name="connsiteY5-134" fmla="*/ 441434 h 1418896"/>
                      <a:gd name="connsiteX6-135" fmla="*/ 2596055 w 3731172"/>
                      <a:gd name="connsiteY6-136" fmla="*/ 914400 h 1418896"/>
                      <a:gd name="connsiteX7-137" fmla="*/ 3731172 w 3731172"/>
                      <a:gd name="connsiteY7-138" fmla="*/ 1345324 h 1418896"/>
                      <a:gd name="connsiteX8-139" fmla="*/ 3447393 w 3731172"/>
                      <a:gd name="connsiteY8-140" fmla="*/ 1408386 h 1418896"/>
                      <a:gd name="connsiteX9-141" fmla="*/ 1870841 w 3731172"/>
                      <a:gd name="connsiteY9-142" fmla="*/ 746234 h 1418896"/>
                      <a:gd name="connsiteX10-143" fmla="*/ 262758 w 3731172"/>
                      <a:gd name="connsiteY10-144" fmla="*/ 1418896 h 1418896"/>
                      <a:gd name="connsiteX11-145" fmla="*/ 0 w 3731172"/>
                      <a:gd name="connsiteY11-146" fmla="*/ 1324303 h 1418896"/>
                      <a:gd name="connsiteX12-147" fmla="*/ 1145627 w 3731172"/>
                      <a:gd name="connsiteY12-148" fmla="*/ 882869 h 1418896"/>
                      <a:gd name="connsiteX13-149" fmla="*/ 1114096 w 3731172"/>
                      <a:gd name="connsiteY13-150" fmla="*/ 420413 h 1418896"/>
                      <a:gd name="connsiteX14-151" fmla="*/ 147144 w 3731172"/>
                      <a:gd name="connsiteY14-152" fmla="*/ 63061 h 1418896"/>
                      <a:gd name="connsiteX0-153" fmla="*/ 168165 w 3731172"/>
                      <a:gd name="connsiteY0-154" fmla="*/ 73572 h 1418896"/>
                      <a:gd name="connsiteX1-155" fmla="*/ 451945 w 3731172"/>
                      <a:gd name="connsiteY1-156" fmla="*/ 0 h 1418896"/>
                      <a:gd name="connsiteX2-157" fmla="*/ 1881352 w 3731172"/>
                      <a:gd name="connsiteY2-158" fmla="*/ 599089 h 1418896"/>
                      <a:gd name="connsiteX3-159" fmla="*/ 3363310 w 3731172"/>
                      <a:gd name="connsiteY3-160" fmla="*/ 0 h 1418896"/>
                      <a:gd name="connsiteX4-161" fmla="*/ 3584027 w 3731172"/>
                      <a:gd name="connsiteY4-162" fmla="*/ 73572 h 1418896"/>
                      <a:gd name="connsiteX5-163" fmla="*/ 2627586 w 3731172"/>
                      <a:gd name="connsiteY5-164" fmla="*/ 441434 h 1418896"/>
                      <a:gd name="connsiteX6-165" fmla="*/ 2596055 w 3731172"/>
                      <a:gd name="connsiteY6-166" fmla="*/ 914400 h 1418896"/>
                      <a:gd name="connsiteX7-167" fmla="*/ 3731172 w 3731172"/>
                      <a:gd name="connsiteY7-168" fmla="*/ 1345324 h 1418896"/>
                      <a:gd name="connsiteX8-169" fmla="*/ 3447393 w 3731172"/>
                      <a:gd name="connsiteY8-170" fmla="*/ 1408386 h 1418896"/>
                      <a:gd name="connsiteX9-171" fmla="*/ 1870841 w 3731172"/>
                      <a:gd name="connsiteY9-172" fmla="*/ 746234 h 1418896"/>
                      <a:gd name="connsiteX10-173" fmla="*/ 262758 w 3731172"/>
                      <a:gd name="connsiteY10-174" fmla="*/ 1418896 h 1418896"/>
                      <a:gd name="connsiteX11-175" fmla="*/ 0 w 3731172"/>
                      <a:gd name="connsiteY11-176" fmla="*/ 1324303 h 1418896"/>
                      <a:gd name="connsiteX12-177" fmla="*/ 1145627 w 3731172"/>
                      <a:gd name="connsiteY12-178" fmla="*/ 882869 h 1418896"/>
                      <a:gd name="connsiteX13-179" fmla="*/ 1114096 w 3731172"/>
                      <a:gd name="connsiteY13-180" fmla="*/ 420413 h 1418896"/>
                      <a:gd name="connsiteX14-181" fmla="*/ 189185 w 3731172"/>
                      <a:gd name="connsiteY14-182" fmla="*/ 84081 h 1418896"/>
                      <a:gd name="connsiteX0-183" fmla="*/ 168165 w 3731172"/>
                      <a:gd name="connsiteY0-184" fmla="*/ 73572 h 1418896"/>
                      <a:gd name="connsiteX1-185" fmla="*/ 451945 w 3731172"/>
                      <a:gd name="connsiteY1-186" fmla="*/ 0 h 1418896"/>
                      <a:gd name="connsiteX2-187" fmla="*/ 1881352 w 3731172"/>
                      <a:gd name="connsiteY2-188" fmla="*/ 599089 h 1418896"/>
                      <a:gd name="connsiteX3-189" fmla="*/ 3363310 w 3731172"/>
                      <a:gd name="connsiteY3-190" fmla="*/ 0 h 1418896"/>
                      <a:gd name="connsiteX4-191" fmla="*/ 3584027 w 3731172"/>
                      <a:gd name="connsiteY4-192" fmla="*/ 73572 h 1418896"/>
                      <a:gd name="connsiteX5-193" fmla="*/ 2627586 w 3731172"/>
                      <a:gd name="connsiteY5-194" fmla="*/ 441434 h 1418896"/>
                      <a:gd name="connsiteX6-195" fmla="*/ 2596055 w 3731172"/>
                      <a:gd name="connsiteY6-196" fmla="*/ 914400 h 1418896"/>
                      <a:gd name="connsiteX7-197" fmla="*/ 3731172 w 3731172"/>
                      <a:gd name="connsiteY7-198" fmla="*/ 1345324 h 1418896"/>
                      <a:gd name="connsiteX8-199" fmla="*/ 3447393 w 3731172"/>
                      <a:gd name="connsiteY8-200" fmla="*/ 1408386 h 1418896"/>
                      <a:gd name="connsiteX9-201" fmla="*/ 1870841 w 3731172"/>
                      <a:gd name="connsiteY9-202" fmla="*/ 746234 h 1418896"/>
                      <a:gd name="connsiteX10-203" fmla="*/ 262758 w 3731172"/>
                      <a:gd name="connsiteY10-204" fmla="*/ 1418896 h 1418896"/>
                      <a:gd name="connsiteX11-205" fmla="*/ 0 w 3731172"/>
                      <a:gd name="connsiteY11-206" fmla="*/ 1324303 h 1418896"/>
                      <a:gd name="connsiteX12-207" fmla="*/ 1145627 w 3731172"/>
                      <a:gd name="connsiteY12-208" fmla="*/ 882869 h 1418896"/>
                      <a:gd name="connsiteX13-209" fmla="*/ 1114096 w 3731172"/>
                      <a:gd name="connsiteY13-210" fmla="*/ 420413 h 1418896"/>
                      <a:gd name="connsiteX14-211" fmla="*/ 189185 w 3731172"/>
                      <a:gd name="connsiteY14-212" fmla="*/ 84081 h 1418896"/>
                      <a:gd name="connsiteX15-213" fmla="*/ 168165 w 3731172"/>
                      <a:gd name="connsiteY15-214" fmla="*/ 73572 h 1418896"/>
                      <a:gd name="connsiteX0-215" fmla="*/ 168165 w 3731172"/>
                      <a:gd name="connsiteY0-216" fmla="*/ 73572 h 1418896"/>
                      <a:gd name="connsiteX1-217" fmla="*/ 451945 w 3731172"/>
                      <a:gd name="connsiteY1-218" fmla="*/ 0 h 1418896"/>
                      <a:gd name="connsiteX2-219" fmla="*/ 1881352 w 3731172"/>
                      <a:gd name="connsiteY2-220" fmla="*/ 599089 h 1418896"/>
                      <a:gd name="connsiteX3-221" fmla="*/ 3363310 w 3731172"/>
                      <a:gd name="connsiteY3-222" fmla="*/ 0 h 1418896"/>
                      <a:gd name="connsiteX4-223" fmla="*/ 3584027 w 3731172"/>
                      <a:gd name="connsiteY4-224" fmla="*/ 73572 h 1418896"/>
                      <a:gd name="connsiteX5-225" fmla="*/ 2627586 w 3731172"/>
                      <a:gd name="connsiteY5-226" fmla="*/ 441434 h 1418896"/>
                      <a:gd name="connsiteX6-227" fmla="*/ 2596055 w 3731172"/>
                      <a:gd name="connsiteY6-228" fmla="*/ 914400 h 1418896"/>
                      <a:gd name="connsiteX7-229" fmla="*/ 3731172 w 3731172"/>
                      <a:gd name="connsiteY7-230" fmla="*/ 1345324 h 1418896"/>
                      <a:gd name="connsiteX8-231" fmla="*/ 3447393 w 3731172"/>
                      <a:gd name="connsiteY8-232" fmla="*/ 1408386 h 1418896"/>
                      <a:gd name="connsiteX9-233" fmla="*/ 1870841 w 3731172"/>
                      <a:gd name="connsiteY9-234" fmla="*/ 746234 h 1418896"/>
                      <a:gd name="connsiteX10-235" fmla="*/ 262758 w 3731172"/>
                      <a:gd name="connsiteY10-236" fmla="*/ 1418896 h 1418896"/>
                      <a:gd name="connsiteX11-237" fmla="*/ 0 w 3731172"/>
                      <a:gd name="connsiteY11-238" fmla="*/ 1324303 h 1418896"/>
                      <a:gd name="connsiteX12-239" fmla="*/ 1145627 w 3731172"/>
                      <a:gd name="connsiteY12-240" fmla="*/ 882869 h 1418896"/>
                      <a:gd name="connsiteX13-241" fmla="*/ 1156137 w 3731172"/>
                      <a:gd name="connsiteY13-242" fmla="*/ 441434 h 1418896"/>
                      <a:gd name="connsiteX14-243" fmla="*/ 189185 w 3731172"/>
                      <a:gd name="connsiteY14-244" fmla="*/ 84081 h 1418896"/>
                      <a:gd name="connsiteX15-245" fmla="*/ 168165 w 3731172"/>
                      <a:gd name="connsiteY15-246" fmla="*/ 73572 h 1418896"/>
                      <a:gd name="connsiteX0-247" fmla="*/ 168165 w 3731172"/>
                      <a:gd name="connsiteY0-248" fmla="*/ 73572 h 1418896"/>
                      <a:gd name="connsiteX1-249" fmla="*/ 451945 w 3731172"/>
                      <a:gd name="connsiteY1-250" fmla="*/ 0 h 1418896"/>
                      <a:gd name="connsiteX2-251" fmla="*/ 1881352 w 3731172"/>
                      <a:gd name="connsiteY2-252" fmla="*/ 599089 h 1418896"/>
                      <a:gd name="connsiteX3-253" fmla="*/ 3363310 w 3731172"/>
                      <a:gd name="connsiteY3-254" fmla="*/ 0 h 1418896"/>
                      <a:gd name="connsiteX4-255" fmla="*/ 3584027 w 3731172"/>
                      <a:gd name="connsiteY4-256" fmla="*/ 73572 h 1418896"/>
                      <a:gd name="connsiteX5-257" fmla="*/ 2627586 w 3731172"/>
                      <a:gd name="connsiteY5-258" fmla="*/ 441434 h 1418896"/>
                      <a:gd name="connsiteX6-259" fmla="*/ 2596055 w 3731172"/>
                      <a:gd name="connsiteY6-260" fmla="*/ 914400 h 1418896"/>
                      <a:gd name="connsiteX7-261" fmla="*/ 3731172 w 3731172"/>
                      <a:gd name="connsiteY7-262" fmla="*/ 1345324 h 1418896"/>
                      <a:gd name="connsiteX8-263" fmla="*/ 3447393 w 3731172"/>
                      <a:gd name="connsiteY8-264" fmla="*/ 1408386 h 1418896"/>
                      <a:gd name="connsiteX9-265" fmla="*/ 1870841 w 3731172"/>
                      <a:gd name="connsiteY9-266" fmla="*/ 746234 h 1418896"/>
                      <a:gd name="connsiteX10-267" fmla="*/ 262758 w 3731172"/>
                      <a:gd name="connsiteY10-268" fmla="*/ 1418896 h 1418896"/>
                      <a:gd name="connsiteX11-269" fmla="*/ 0 w 3731172"/>
                      <a:gd name="connsiteY11-270" fmla="*/ 1324303 h 1418896"/>
                      <a:gd name="connsiteX12-271" fmla="*/ 1145627 w 3731172"/>
                      <a:gd name="connsiteY12-272" fmla="*/ 882869 h 1418896"/>
                      <a:gd name="connsiteX13-273" fmla="*/ 1145626 w 3731172"/>
                      <a:gd name="connsiteY13-274" fmla="*/ 451945 h 1418896"/>
                      <a:gd name="connsiteX14-275" fmla="*/ 189185 w 3731172"/>
                      <a:gd name="connsiteY14-276" fmla="*/ 84081 h 1418896"/>
                      <a:gd name="connsiteX15-277" fmla="*/ 168165 w 3731172"/>
                      <a:gd name="connsiteY15-278" fmla="*/ 73572 h 1418896"/>
                      <a:gd name="connsiteX0-279" fmla="*/ 168165 w 3731172"/>
                      <a:gd name="connsiteY0-280" fmla="*/ 73572 h 1418896"/>
                      <a:gd name="connsiteX1-281" fmla="*/ 451945 w 3731172"/>
                      <a:gd name="connsiteY1-282" fmla="*/ 0 h 1418896"/>
                      <a:gd name="connsiteX2-283" fmla="*/ 1881352 w 3731172"/>
                      <a:gd name="connsiteY2-284" fmla="*/ 599089 h 1418896"/>
                      <a:gd name="connsiteX3-285" fmla="*/ 3363310 w 3731172"/>
                      <a:gd name="connsiteY3-286" fmla="*/ 0 h 1418896"/>
                      <a:gd name="connsiteX4-287" fmla="*/ 3584027 w 3731172"/>
                      <a:gd name="connsiteY4-288" fmla="*/ 73572 h 1418896"/>
                      <a:gd name="connsiteX5-289" fmla="*/ 2627586 w 3731172"/>
                      <a:gd name="connsiteY5-290" fmla="*/ 441434 h 1418896"/>
                      <a:gd name="connsiteX6-291" fmla="*/ 2596055 w 3731172"/>
                      <a:gd name="connsiteY6-292" fmla="*/ 914400 h 1418896"/>
                      <a:gd name="connsiteX7-293" fmla="*/ 3731172 w 3731172"/>
                      <a:gd name="connsiteY7-294" fmla="*/ 1345324 h 1418896"/>
                      <a:gd name="connsiteX8-295" fmla="*/ 3447393 w 3731172"/>
                      <a:gd name="connsiteY8-296" fmla="*/ 1408386 h 1418896"/>
                      <a:gd name="connsiteX9-297" fmla="*/ 1870841 w 3731172"/>
                      <a:gd name="connsiteY9-298" fmla="*/ 746234 h 1418896"/>
                      <a:gd name="connsiteX10-299" fmla="*/ 262758 w 3731172"/>
                      <a:gd name="connsiteY10-300" fmla="*/ 1418896 h 1418896"/>
                      <a:gd name="connsiteX11-301" fmla="*/ 0 w 3731172"/>
                      <a:gd name="connsiteY11-302" fmla="*/ 1324303 h 1418896"/>
                      <a:gd name="connsiteX12-303" fmla="*/ 1145627 w 3731172"/>
                      <a:gd name="connsiteY12-304" fmla="*/ 903890 h 1418896"/>
                      <a:gd name="connsiteX13-305" fmla="*/ 1145626 w 3731172"/>
                      <a:gd name="connsiteY13-306" fmla="*/ 451945 h 1418896"/>
                      <a:gd name="connsiteX14-307" fmla="*/ 189185 w 3731172"/>
                      <a:gd name="connsiteY14-308" fmla="*/ 84081 h 1418896"/>
                      <a:gd name="connsiteX15-309" fmla="*/ 168165 w 3731172"/>
                      <a:gd name="connsiteY15-310" fmla="*/ 73572 h 1418896"/>
                      <a:gd name="connsiteX0-311" fmla="*/ 147144 w 3710151"/>
                      <a:gd name="connsiteY0-312" fmla="*/ 73572 h 1418896"/>
                      <a:gd name="connsiteX1-313" fmla="*/ 430924 w 3710151"/>
                      <a:gd name="connsiteY1-314" fmla="*/ 0 h 1418896"/>
                      <a:gd name="connsiteX2-315" fmla="*/ 1860331 w 3710151"/>
                      <a:gd name="connsiteY2-316" fmla="*/ 599089 h 1418896"/>
                      <a:gd name="connsiteX3-317" fmla="*/ 3342289 w 3710151"/>
                      <a:gd name="connsiteY3-318" fmla="*/ 0 h 1418896"/>
                      <a:gd name="connsiteX4-319" fmla="*/ 3563006 w 3710151"/>
                      <a:gd name="connsiteY4-320" fmla="*/ 73572 h 1418896"/>
                      <a:gd name="connsiteX5-321" fmla="*/ 2606565 w 3710151"/>
                      <a:gd name="connsiteY5-322" fmla="*/ 441434 h 1418896"/>
                      <a:gd name="connsiteX6-323" fmla="*/ 2575034 w 3710151"/>
                      <a:gd name="connsiteY6-324" fmla="*/ 914400 h 1418896"/>
                      <a:gd name="connsiteX7-325" fmla="*/ 3710151 w 3710151"/>
                      <a:gd name="connsiteY7-326" fmla="*/ 1345324 h 1418896"/>
                      <a:gd name="connsiteX8-327" fmla="*/ 3426372 w 3710151"/>
                      <a:gd name="connsiteY8-328" fmla="*/ 1408386 h 1418896"/>
                      <a:gd name="connsiteX9-329" fmla="*/ 1849820 w 3710151"/>
                      <a:gd name="connsiteY9-330" fmla="*/ 746234 h 1418896"/>
                      <a:gd name="connsiteX10-331" fmla="*/ 241737 w 3710151"/>
                      <a:gd name="connsiteY10-332" fmla="*/ 1418896 h 1418896"/>
                      <a:gd name="connsiteX11-333" fmla="*/ 0 w 3710151"/>
                      <a:gd name="connsiteY11-334" fmla="*/ 1334814 h 1418896"/>
                      <a:gd name="connsiteX12-335" fmla="*/ 1124606 w 3710151"/>
                      <a:gd name="connsiteY12-336" fmla="*/ 903890 h 1418896"/>
                      <a:gd name="connsiteX13-337" fmla="*/ 1124605 w 3710151"/>
                      <a:gd name="connsiteY13-338" fmla="*/ 451945 h 1418896"/>
                      <a:gd name="connsiteX14-339" fmla="*/ 168164 w 3710151"/>
                      <a:gd name="connsiteY14-340" fmla="*/ 84081 h 1418896"/>
                      <a:gd name="connsiteX15-341" fmla="*/ 147144 w 3710151"/>
                      <a:gd name="connsiteY15-342" fmla="*/ 73572 h 1418896"/>
                      <a:gd name="connsiteX0-343" fmla="*/ 147144 w 3710151"/>
                      <a:gd name="connsiteY0-344" fmla="*/ 73572 h 1418896"/>
                      <a:gd name="connsiteX1-345" fmla="*/ 430924 w 3710151"/>
                      <a:gd name="connsiteY1-346" fmla="*/ 0 h 1418896"/>
                      <a:gd name="connsiteX2-347" fmla="*/ 1860331 w 3710151"/>
                      <a:gd name="connsiteY2-348" fmla="*/ 599089 h 1418896"/>
                      <a:gd name="connsiteX3-349" fmla="*/ 3342289 w 3710151"/>
                      <a:gd name="connsiteY3-350" fmla="*/ 0 h 1418896"/>
                      <a:gd name="connsiteX4-351" fmla="*/ 3563006 w 3710151"/>
                      <a:gd name="connsiteY4-352" fmla="*/ 73572 h 1418896"/>
                      <a:gd name="connsiteX5-353" fmla="*/ 2606565 w 3710151"/>
                      <a:gd name="connsiteY5-354" fmla="*/ 441434 h 1418896"/>
                      <a:gd name="connsiteX6-355" fmla="*/ 2606565 w 3710151"/>
                      <a:gd name="connsiteY6-356" fmla="*/ 924910 h 1418896"/>
                      <a:gd name="connsiteX7-357" fmla="*/ 3710151 w 3710151"/>
                      <a:gd name="connsiteY7-358" fmla="*/ 1345324 h 1418896"/>
                      <a:gd name="connsiteX8-359" fmla="*/ 3426372 w 3710151"/>
                      <a:gd name="connsiteY8-360" fmla="*/ 1408386 h 1418896"/>
                      <a:gd name="connsiteX9-361" fmla="*/ 1849820 w 3710151"/>
                      <a:gd name="connsiteY9-362" fmla="*/ 746234 h 1418896"/>
                      <a:gd name="connsiteX10-363" fmla="*/ 241737 w 3710151"/>
                      <a:gd name="connsiteY10-364" fmla="*/ 1418896 h 1418896"/>
                      <a:gd name="connsiteX11-365" fmla="*/ 0 w 3710151"/>
                      <a:gd name="connsiteY11-366" fmla="*/ 1334814 h 1418896"/>
                      <a:gd name="connsiteX12-367" fmla="*/ 1124606 w 3710151"/>
                      <a:gd name="connsiteY12-368" fmla="*/ 903890 h 1418896"/>
                      <a:gd name="connsiteX13-369" fmla="*/ 1124605 w 3710151"/>
                      <a:gd name="connsiteY13-370" fmla="*/ 451945 h 1418896"/>
                      <a:gd name="connsiteX14-371" fmla="*/ 168164 w 3710151"/>
                      <a:gd name="connsiteY14-372" fmla="*/ 84081 h 1418896"/>
                      <a:gd name="connsiteX15-373" fmla="*/ 147144 w 3710151"/>
                      <a:gd name="connsiteY15-374" fmla="*/ 73572 h 1418896"/>
                      <a:gd name="connsiteX0-375" fmla="*/ 147144 w 3710151"/>
                      <a:gd name="connsiteY0-376" fmla="*/ 73572 h 1418896"/>
                      <a:gd name="connsiteX1-377" fmla="*/ 430924 w 3710151"/>
                      <a:gd name="connsiteY1-378" fmla="*/ 0 h 1418896"/>
                      <a:gd name="connsiteX2-379" fmla="*/ 1860331 w 3710151"/>
                      <a:gd name="connsiteY2-380" fmla="*/ 599089 h 1418896"/>
                      <a:gd name="connsiteX3-381" fmla="*/ 3342289 w 3710151"/>
                      <a:gd name="connsiteY3-382" fmla="*/ 0 h 1418896"/>
                      <a:gd name="connsiteX4-383" fmla="*/ 3563006 w 3710151"/>
                      <a:gd name="connsiteY4-384" fmla="*/ 73572 h 1418896"/>
                      <a:gd name="connsiteX5-385" fmla="*/ 2606565 w 3710151"/>
                      <a:gd name="connsiteY5-386" fmla="*/ 441434 h 1418896"/>
                      <a:gd name="connsiteX6-387" fmla="*/ 2610282 w 3710151"/>
                      <a:gd name="connsiteY6-388" fmla="*/ 902607 h 1418896"/>
                      <a:gd name="connsiteX7-389" fmla="*/ 3710151 w 3710151"/>
                      <a:gd name="connsiteY7-390" fmla="*/ 1345324 h 1418896"/>
                      <a:gd name="connsiteX8-391" fmla="*/ 3426372 w 3710151"/>
                      <a:gd name="connsiteY8-392" fmla="*/ 1408386 h 1418896"/>
                      <a:gd name="connsiteX9-393" fmla="*/ 1849820 w 3710151"/>
                      <a:gd name="connsiteY9-394" fmla="*/ 746234 h 1418896"/>
                      <a:gd name="connsiteX10-395" fmla="*/ 241737 w 3710151"/>
                      <a:gd name="connsiteY10-396" fmla="*/ 1418896 h 1418896"/>
                      <a:gd name="connsiteX11-397" fmla="*/ 0 w 3710151"/>
                      <a:gd name="connsiteY11-398" fmla="*/ 1334814 h 1418896"/>
                      <a:gd name="connsiteX12-399" fmla="*/ 1124606 w 3710151"/>
                      <a:gd name="connsiteY12-400" fmla="*/ 903890 h 1418896"/>
                      <a:gd name="connsiteX13-401" fmla="*/ 1124605 w 3710151"/>
                      <a:gd name="connsiteY13-402" fmla="*/ 451945 h 1418896"/>
                      <a:gd name="connsiteX14-403" fmla="*/ 168164 w 3710151"/>
                      <a:gd name="connsiteY14-404" fmla="*/ 84081 h 1418896"/>
                      <a:gd name="connsiteX15-405" fmla="*/ 147144 w 3710151"/>
                      <a:gd name="connsiteY15-406" fmla="*/ 73572 h 1418896"/>
                      <a:gd name="connsiteX0-407" fmla="*/ 147144 w 3710151"/>
                      <a:gd name="connsiteY0-408" fmla="*/ 73572 h 1418896"/>
                      <a:gd name="connsiteX1-409" fmla="*/ 430924 w 3710151"/>
                      <a:gd name="connsiteY1-410" fmla="*/ 0 h 1418896"/>
                      <a:gd name="connsiteX2-411" fmla="*/ 1860331 w 3710151"/>
                      <a:gd name="connsiteY2-412" fmla="*/ 599089 h 1418896"/>
                      <a:gd name="connsiteX3-413" fmla="*/ 3342289 w 3710151"/>
                      <a:gd name="connsiteY3-414" fmla="*/ 0 h 1418896"/>
                      <a:gd name="connsiteX4-415" fmla="*/ 3563006 w 3710151"/>
                      <a:gd name="connsiteY4-416" fmla="*/ 73572 h 1418896"/>
                      <a:gd name="connsiteX5-417" fmla="*/ 2617717 w 3710151"/>
                      <a:gd name="connsiteY5-418" fmla="*/ 445151 h 1418896"/>
                      <a:gd name="connsiteX6-419" fmla="*/ 2610282 w 3710151"/>
                      <a:gd name="connsiteY6-420" fmla="*/ 902607 h 1418896"/>
                      <a:gd name="connsiteX7-421" fmla="*/ 3710151 w 3710151"/>
                      <a:gd name="connsiteY7-422" fmla="*/ 1345324 h 1418896"/>
                      <a:gd name="connsiteX8-423" fmla="*/ 3426372 w 3710151"/>
                      <a:gd name="connsiteY8-424" fmla="*/ 1408386 h 1418896"/>
                      <a:gd name="connsiteX9-425" fmla="*/ 1849820 w 3710151"/>
                      <a:gd name="connsiteY9-426" fmla="*/ 746234 h 1418896"/>
                      <a:gd name="connsiteX10-427" fmla="*/ 241737 w 3710151"/>
                      <a:gd name="connsiteY10-428" fmla="*/ 1418896 h 1418896"/>
                      <a:gd name="connsiteX11-429" fmla="*/ 0 w 3710151"/>
                      <a:gd name="connsiteY11-430" fmla="*/ 1334814 h 1418896"/>
                      <a:gd name="connsiteX12-431" fmla="*/ 1124606 w 3710151"/>
                      <a:gd name="connsiteY12-432" fmla="*/ 903890 h 1418896"/>
                      <a:gd name="connsiteX13-433" fmla="*/ 1124605 w 3710151"/>
                      <a:gd name="connsiteY13-434" fmla="*/ 451945 h 1418896"/>
                      <a:gd name="connsiteX14-435" fmla="*/ 168164 w 3710151"/>
                      <a:gd name="connsiteY14-436" fmla="*/ 84081 h 1418896"/>
                      <a:gd name="connsiteX15-437" fmla="*/ 147144 w 3710151"/>
                      <a:gd name="connsiteY15-438" fmla="*/ 73572 h 1418896"/>
                      <a:gd name="connsiteX0-439" fmla="*/ 147144 w 3710151"/>
                      <a:gd name="connsiteY0-440" fmla="*/ 73572 h 1418896"/>
                      <a:gd name="connsiteX1-441" fmla="*/ 430924 w 3710151"/>
                      <a:gd name="connsiteY1-442" fmla="*/ 0 h 1418896"/>
                      <a:gd name="connsiteX2-443" fmla="*/ 1860331 w 3710151"/>
                      <a:gd name="connsiteY2-444" fmla="*/ 599089 h 1418896"/>
                      <a:gd name="connsiteX3-445" fmla="*/ 3342289 w 3710151"/>
                      <a:gd name="connsiteY3-446" fmla="*/ 0 h 1418896"/>
                      <a:gd name="connsiteX4-447" fmla="*/ 3563006 w 3710151"/>
                      <a:gd name="connsiteY4-448" fmla="*/ 73572 h 1418896"/>
                      <a:gd name="connsiteX5-449" fmla="*/ 2617717 w 3710151"/>
                      <a:gd name="connsiteY5-450" fmla="*/ 448868 h 1418896"/>
                      <a:gd name="connsiteX6-451" fmla="*/ 2610282 w 3710151"/>
                      <a:gd name="connsiteY6-452" fmla="*/ 902607 h 1418896"/>
                      <a:gd name="connsiteX7-453" fmla="*/ 3710151 w 3710151"/>
                      <a:gd name="connsiteY7-454" fmla="*/ 1345324 h 1418896"/>
                      <a:gd name="connsiteX8-455" fmla="*/ 3426372 w 3710151"/>
                      <a:gd name="connsiteY8-456" fmla="*/ 1408386 h 1418896"/>
                      <a:gd name="connsiteX9-457" fmla="*/ 1849820 w 3710151"/>
                      <a:gd name="connsiteY9-458" fmla="*/ 746234 h 1418896"/>
                      <a:gd name="connsiteX10-459" fmla="*/ 241737 w 3710151"/>
                      <a:gd name="connsiteY10-460" fmla="*/ 1418896 h 1418896"/>
                      <a:gd name="connsiteX11-461" fmla="*/ 0 w 3710151"/>
                      <a:gd name="connsiteY11-462" fmla="*/ 1334814 h 1418896"/>
                      <a:gd name="connsiteX12-463" fmla="*/ 1124606 w 3710151"/>
                      <a:gd name="connsiteY12-464" fmla="*/ 903890 h 1418896"/>
                      <a:gd name="connsiteX13-465" fmla="*/ 1124605 w 3710151"/>
                      <a:gd name="connsiteY13-466" fmla="*/ 451945 h 1418896"/>
                      <a:gd name="connsiteX14-467" fmla="*/ 168164 w 3710151"/>
                      <a:gd name="connsiteY14-468" fmla="*/ 84081 h 1418896"/>
                      <a:gd name="connsiteX15-469" fmla="*/ 147144 w 3710151"/>
                      <a:gd name="connsiteY15-470" fmla="*/ 73572 h 1418896"/>
                      <a:gd name="connsiteX0-471" fmla="*/ 147144 w 3710151"/>
                      <a:gd name="connsiteY0-472" fmla="*/ 73572 h 1418896"/>
                      <a:gd name="connsiteX1-473" fmla="*/ 430924 w 3710151"/>
                      <a:gd name="connsiteY1-474" fmla="*/ 0 h 1418896"/>
                      <a:gd name="connsiteX2-475" fmla="*/ 1838028 w 3710151"/>
                      <a:gd name="connsiteY2-476" fmla="*/ 591655 h 1418896"/>
                      <a:gd name="connsiteX3-477" fmla="*/ 3342289 w 3710151"/>
                      <a:gd name="connsiteY3-478" fmla="*/ 0 h 1418896"/>
                      <a:gd name="connsiteX4-479" fmla="*/ 3563006 w 3710151"/>
                      <a:gd name="connsiteY4-480" fmla="*/ 73572 h 1418896"/>
                      <a:gd name="connsiteX5-481" fmla="*/ 2617717 w 3710151"/>
                      <a:gd name="connsiteY5-482" fmla="*/ 448868 h 1418896"/>
                      <a:gd name="connsiteX6-483" fmla="*/ 2610282 w 3710151"/>
                      <a:gd name="connsiteY6-484" fmla="*/ 902607 h 1418896"/>
                      <a:gd name="connsiteX7-485" fmla="*/ 3710151 w 3710151"/>
                      <a:gd name="connsiteY7-486" fmla="*/ 1345324 h 1418896"/>
                      <a:gd name="connsiteX8-487" fmla="*/ 3426372 w 3710151"/>
                      <a:gd name="connsiteY8-488" fmla="*/ 1408386 h 1418896"/>
                      <a:gd name="connsiteX9-489" fmla="*/ 1849820 w 3710151"/>
                      <a:gd name="connsiteY9-490" fmla="*/ 746234 h 1418896"/>
                      <a:gd name="connsiteX10-491" fmla="*/ 241737 w 3710151"/>
                      <a:gd name="connsiteY10-492" fmla="*/ 1418896 h 1418896"/>
                      <a:gd name="connsiteX11-493" fmla="*/ 0 w 3710151"/>
                      <a:gd name="connsiteY11-494" fmla="*/ 1334814 h 1418896"/>
                      <a:gd name="connsiteX12-495" fmla="*/ 1124606 w 3710151"/>
                      <a:gd name="connsiteY12-496" fmla="*/ 903890 h 1418896"/>
                      <a:gd name="connsiteX13-497" fmla="*/ 1124605 w 3710151"/>
                      <a:gd name="connsiteY13-498" fmla="*/ 451945 h 1418896"/>
                      <a:gd name="connsiteX14-499" fmla="*/ 168164 w 3710151"/>
                      <a:gd name="connsiteY14-500" fmla="*/ 84081 h 1418896"/>
                      <a:gd name="connsiteX15-501" fmla="*/ 147144 w 3710151"/>
                      <a:gd name="connsiteY15-502" fmla="*/ 73572 h 1418896"/>
                      <a:gd name="connsiteX0-503" fmla="*/ 147144 w 3710151"/>
                      <a:gd name="connsiteY0-504" fmla="*/ 73572 h 1418896"/>
                      <a:gd name="connsiteX1-505" fmla="*/ 430924 w 3710151"/>
                      <a:gd name="connsiteY1-506" fmla="*/ 0 h 1418896"/>
                      <a:gd name="connsiteX2-507" fmla="*/ 1838028 w 3710151"/>
                      <a:gd name="connsiteY2-508" fmla="*/ 591655 h 1418896"/>
                      <a:gd name="connsiteX3-509" fmla="*/ 3342289 w 3710151"/>
                      <a:gd name="connsiteY3-510" fmla="*/ 0 h 1418896"/>
                      <a:gd name="connsiteX4-511" fmla="*/ 3563006 w 3710151"/>
                      <a:gd name="connsiteY4-512" fmla="*/ 73572 h 1418896"/>
                      <a:gd name="connsiteX5-513" fmla="*/ 2617717 w 3710151"/>
                      <a:gd name="connsiteY5-514" fmla="*/ 448868 h 1418896"/>
                      <a:gd name="connsiteX6-515" fmla="*/ 2610282 w 3710151"/>
                      <a:gd name="connsiteY6-516" fmla="*/ 902607 h 1418896"/>
                      <a:gd name="connsiteX7-517" fmla="*/ 3710151 w 3710151"/>
                      <a:gd name="connsiteY7-518" fmla="*/ 1345324 h 1418896"/>
                      <a:gd name="connsiteX8-519" fmla="*/ 3426372 w 3710151"/>
                      <a:gd name="connsiteY8-520" fmla="*/ 1408386 h 1418896"/>
                      <a:gd name="connsiteX9-521" fmla="*/ 1849820 w 3710151"/>
                      <a:gd name="connsiteY9-522" fmla="*/ 746234 h 1418896"/>
                      <a:gd name="connsiteX10-523" fmla="*/ 241737 w 3710151"/>
                      <a:gd name="connsiteY10-524" fmla="*/ 1418896 h 1418896"/>
                      <a:gd name="connsiteX11-525" fmla="*/ 0 w 3710151"/>
                      <a:gd name="connsiteY11-526" fmla="*/ 1334814 h 1418896"/>
                      <a:gd name="connsiteX12-527" fmla="*/ 1124606 w 3710151"/>
                      <a:gd name="connsiteY12-528" fmla="*/ 903890 h 1418896"/>
                      <a:gd name="connsiteX13-529" fmla="*/ 1087434 w 3710151"/>
                      <a:gd name="connsiteY13-530" fmla="*/ 451945 h 1418896"/>
                      <a:gd name="connsiteX14-531" fmla="*/ 168164 w 3710151"/>
                      <a:gd name="connsiteY14-532" fmla="*/ 84081 h 1418896"/>
                      <a:gd name="connsiteX15-533" fmla="*/ 147144 w 3710151"/>
                      <a:gd name="connsiteY15-534" fmla="*/ 73572 h 1418896"/>
                      <a:gd name="connsiteX0-535" fmla="*/ 147144 w 3710151"/>
                      <a:gd name="connsiteY0-536" fmla="*/ 73572 h 1418896"/>
                      <a:gd name="connsiteX1-537" fmla="*/ 430924 w 3710151"/>
                      <a:gd name="connsiteY1-538" fmla="*/ 0 h 1418896"/>
                      <a:gd name="connsiteX2-539" fmla="*/ 1838028 w 3710151"/>
                      <a:gd name="connsiteY2-540" fmla="*/ 591655 h 1418896"/>
                      <a:gd name="connsiteX3-541" fmla="*/ 3342289 w 3710151"/>
                      <a:gd name="connsiteY3-542" fmla="*/ 0 h 1418896"/>
                      <a:gd name="connsiteX4-543" fmla="*/ 3563006 w 3710151"/>
                      <a:gd name="connsiteY4-544" fmla="*/ 73572 h 1418896"/>
                      <a:gd name="connsiteX5-545" fmla="*/ 2617717 w 3710151"/>
                      <a:gd name="connsiteY5-546" fmla="*/ 448868 h 1418896"/>
                      <a:gd name="connsiteX6-547" fmla="*/ 2610282 w 3710151"/>
                      <a:gd name="connsiteY6-548" fmla="*/ 902607 h 1418896"/>
                      <a:gd name="connsiteX7-549" fmla="*/ 3710151 w 3710151"/>
                      <a:gd name="connsiteY7-550" fmla="*/ 1345324 h 1418896"/>
                      <a:gd name="connsiteX8-551" fmla="*/ 3426372 w 3710151"/>
                      <a:gd name="connsiteY8-552" fmla="*/ 1408386 h 1418896"/>
                      <a:gd name="connsiteX9-553" fmla="*/ 1849820 w 3710151"/>
                      <a:gd name="connsiteY9-554" fmla="*/ 746234 h 1418896"/>
                      <a:gd name="connsiteX10-555" fmla="*/ 241737 w 3710151"/>
                      <a:gd name="connsiteY10-556" fmla="*/ 1418896 h 1418896"/>
                      <a:gd name="connsiteX11-557" fmla="*/ 0 w 3710151"/>
                      <a:gd name="connsiteY11-558" fmla="*/ 1334814 h 1418896"/>
                      <a:gd name="connsiteX12-559" fmla="*/ 1098586 w 3710151"/>
                      <a:gd name="connsiteY12-560" fmla="*/ 903890 h 1418896"/>
                      <a:gd name="connsiteX13-561" fmla="*/ 1087434 w 3710151"/>
                      <a:gd name="connsiteY13-562" fmla="*/ 451945 h 1418896"/>
                      <a:gd name="connsiteX14-563" fmla="*/ 168164 w 3710151"/>
                      <a:gd name="connsiteY14-564" fmla="*/ 84081 h 1418896"/>
                      <a:gd name="connsiteX15-565" fmla="*/ 147144 w 3710151"/>
                      <a:gd name="connsiteY15-566" fmla="*/ 73572 h 1418896"/>
                      <a:gd name="connsiteX0-567" fmla="*/ 162012 w 3725019"/>
                      <a:gd name="connsiteY0-568" fmla="*/ 73572 h 1418896"/>
                      <a:gd name="connsiteX1-569" fmla="*/ 445792 w 3725019"/>
                      <a:gd name="connsiteY1-570" fmla="*/ 0 h 1418896"/>
                      <a:gd name="connsiteX2-571" fmla="*/ 1852896 w 3725019"/>
                      <a:gd name="connsiteY2-572" fmla="*/ 591655 h 1418896"/>
                      <a:gd name="connsiteX3-573" fmla="*/ 3357157 w 3725019"/>
                      <a:gd name="connsiteY3-574" fmla="*/ 0 h 1418896"/>
                      <a:gd name="connsiteX4-575" fmla="*/ 3577874 w 3725019"/>
                      <a:gd name="connsiteY4-576" fmla="*/ 73572 h 1418896"/>
                      <a:gd name="connsiteX5-577" fmla="*/ 2632585 w 3725019"/>
                      <a:gd name="connsiteY5-578" fmla="*/ 448868 h 1418896"/>
                      <a:gd name="connsiteX6-579" fmla="*/ 2625150 w 3725019"/>
                      <a:gd name="connsiteY6-580" fmla="*/ 902607 h 1418896"/>
                      <a:gd name="connsiteX7-581" fmla="*/ 3725019 w 3725019"/>
                      <a:gd name="connsiteY7-582" fmla="*/ 1345324 h 1418896"/>
                      <a:gd name="connsiteX8-583" fmla="*/ 3441240 w 3725019"/>
                      <a:gd name="connsiteY8-584" fmla="*/ 1408386 h 1418896"/>
                      <a:gd name="connsiteX9-585" fmla="*/ 1864688 w 3725019"/>
                      <a:gd name="connsiteY9-586" fmla="*/ 746234 h 1418896"/>
                      <a:gd name="connsiteX10-587" fmla="*/ 256605 w 3725019"/>
                      <a:gd name="connsiteY10-588" fmla="*/ 1418896 h 1418896"/>
                      <a:gd name="connsiteX11-589" fmla="*/ 0 w 3725019"/>
                      <a:gd name="connsiteY11-590" fmla="*/ 1331097 h 1418896"/>
                      <a:gd name="connsiteX12-591" fmla="*/ 1113454 w 3725019"/>
                      <a:gd name="connsiteY12-592" fmla="*/ 903890 h 1418896"/>
                      <a:gd name="connsiteX13-593" fmla="*/ 1102302 w 3725019"/>
                      <a:gd name="connsiteY13-594" fmla="*/ 451945 h 1418896"/>
                      <a:gd name="connsiteX14-595" fmla="*/ 183032 w 3725019"/>
                      <a:gd name="connsiteY14-596" fmla="*/ 84081 h 1418896"/>
                      <a:gd name="connsiteX15-597" fmla="*/ 162012 w 3725019"/>
                      <a:gd name="connsiteY15-598" fmla="*/ 73572 h 141889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  <a:cxn ang="0">
                        <a:pos x="connsiteX11-23" y="connsiteY11-24"/>
                      </a:cxn>
                      <a:cxn ang="0">
                        <a:pos x="connsiteX12-25" y="connsiteY12-26"/>
                      </a:cxn>
                      <a:cxn ang="0">
                        <a:pos x="connsiteX13-27" y="connsiteY13-28"/>
                      </a:cxn>
                      <a:cxn ang="0">
                        <a:pos x="connsiteX14-29" y="connsiteY14-30"/>
                      </a:cxn>
                      <a:cxn ang="0">
                        <a:pos x="connsiteX15-31" y="connsiteY15-32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pic>
            <p:nvPicPr>
              <p:cNvPr id="360" name="Picture 654" descr="antenna_radiation_stylized"/>
              <p:cNvPicPr>
                <a:picLocks noChangeAspect="1" noChangeArrowheads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50224" y="1859725"/>
                <a:ext cx="415925" cy="8877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3" name="Picture 1017" descr="antenna_stylized"/>
              <p:cNvPicPr>
                <a:picLocks noChangeAspect="1" noChangeArrowheads="1"/>
              </p:cNvPicPr>
              <p:nvPr/>
            </p:nvPicPr>
            <p:blipFill>
              <a:blip r:embed="rId1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39074" y="2356613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1" name="Picture 1017" descr="antenna_stylized"/>
              <p:cNvPicPr>
                <a:picLocks noChangeAspect="1" noChangeArrowheads="1"/>
              </p:cNvPicPr>
              <p:nvPr/>
            </p:nvPicPr>
            <p:blipFill>
              <a:blip r:embed="rId1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37781" y="2319727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2" name="Picture 1017" descr="antenna_stylized"/>
              <p:cNvPicPr>
                <a:picLocks noChangeAspect="1" noChangeArrowheads="1"/>
              </p:cNvPicPr>
              <p:nvPr/>
            </p:nvPicPr>
            <p:blipFill>
              <a:blip r:embed="rId1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11019" y="2059124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2" name="Group 11"/>
            <p:cNvGrpSpPr/>
            <p:nvPr/>
          </p:nvGrpSpPr>
          <p:grpSpPr>
            <a:xfrm>
              <a:off x="7493518" y="3325424"/>
              <a:ext cx="911538" cy="843226"/>
              <a:chOff x="7493518" y="3325424"/>
              <a:chExt cx="911538" cy="843226"/>
            </a:xfrm>
          </p:grpSpPr>
          <p:pic>
            <p:nvPicPr>
              <p:cNvPr id="261" name="Picture 777" descr="access_point_stylized_small"/>
              <p:cNvPicPr>
                <a:picLocks noChangeAspect="1" noChangeArrowheads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13882" y="3861899"/>
                <a:ext cx="370169" cy="3067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11" name="Group 10"/>
              <p:cNvGrpSpPr/>
              <p:nvPr/>
            </p:nvGrpSpPr>
            <p:grpSpPr>
              <a:xfrm>
                <a:off x="7493518" y="3325424"/>
                <a:ext cx="911538" cy="816238"/>
                <a:chOff x="7493518" y="3325424"/>
                <a:chExt cx="911538" cy="816238"/>
              </a:xfrm>
            </p:grpSpPr>
            <p:sp>
              <p:nvSpPr>
                <p:cNvPr id="33" name="Line 443"/>
                <p:cNvSpPr>
                  <a:spLocks noChangeShapeType="1"/>
                </p:cNvSpPr>
                <p:nvPr/>
              </p:nvSpPr>
              <p:spPr bwMode="auto">
                <a:xfrm>
                  <a:off x="8247778" y="3829970"/>
                  <a:ext cx="0" cy="13176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9" name="Line 449"/>
                <p:cNvSpPr>
                  <a:spLocks noChangeShapeType="1"/>
                </p:cNvSpPr>
                <p:nvPr/>
              </p:nvSpPr>
              <p:spPr bwMode="auto">
                <a:xfrm flipV="1">
                  <a:off x="7857253" y="4041107"/>
                  <a:ext cx="168275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262" name="Picture 778" descr="antenna_radiation_stylized"/>
                <p:cNvPicPr>
                  <a:picLocks noChangeAspect="1" noChangeArrowheads="1"/>
                </p:cNvPicPr>
                <p:nvPr/>
              </p:nvPicPr>
              <p:blipFill>
                <a:blip r:embed="rId17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62238" y="3813930"/>
                  <a:ext cx="506412" cy="10600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415" name="Group 414"/>
                <p:cNvGrpSpPr/>
                <p:nvPr/>
              </p:nvGrpSpPr>
              <p:grpSpPr>
                <a:xfrm>
                  <a:off x="8050070" y="3965994"/>
                  <a:ext cx="354986" cy="175668"/>
                  <a:chOff x="7493876" y="2774731"/>
                  <a:chExt cx="1481958" cy="894622"/>
                </a:xfrm>
              </p:grpSpPr>
              <p:sp>
                <p:nvSpPr>
                  <p:cNvPr id="416" name="Freeform 415"/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-1" fmla="*/ 8187558 w 8187558"/>
                      <a:gd name="connsiteY0-2" fmla="*/ 0 h 2617076"/>
                      <a:gd name="connsiteX1-3" fmla="*/ 8187558 w 8187558"/>
                      <a:gd name="connsiteY1-4" fmla="*/ 1271752 h 2617076"/>
                      <a:gd name="connsiteX2-5" fmla="*/ 4025462 w 8187558"/>
                      <a:gd name="connsiteY2-6" fmla="*/ 2617076 h 2617076"/>
                      <a:gd name="connsiteX3-7" fmla="*/ 0 w 8187558"/>
                      <a:gd name="connsiteY3-8" fmla="*/ 1229711 h 2617076"/>
                      <a:gd name="connsiteX4-9" fmla="*/ 31531 w 8187558"/>
                      <a:gd name="connsiteY4-10" fmla="*/ 147145 h 2617076"/>
                      <a:gd name="connsiteX5-11" fmla="*/ 4046482 w 8187558"/>
                      <a:gd name="connsiteY5-12" fmla="*/ 1576552 h 2617076"/>
                      <a:gd name="connsiteX6-13" fmla="*/ 8187558 w 8187558"/>
                      <a:gd name="connsiteY6-14" fmla="*/ 0 h 2617076"/>
                      <a:gd name="connsiteX0-15" fmla="*/ 8187558 w 8187558"/>
                      <a:gd name="connsiteY0-16" fmla="*/ 0 h 2617076"/>
                      <a:gd name="connsiteX1-17" fmla="*/ 8187558 w 8187558"/>
                      <a:gd name="connsiteY1-18" fmla="*/ 1271752 h 2617076"/>
                      <a:gd name="connsiteX2-19" fmla="*/ 4025462 w 8187558"/>
                      <a:gd name="connsiteY2-20" fmla="*/ 2617076 h 2617076"/>
                      <a:gd name="connsiteX3-21" fmla="*/ 0 w 8187558"/>
                      <a:gd name="connsiteY3-22" fmla="*/ 1229711 h 2617076"/>
                      <a:gd name="connsiteX4-23" fmla="*/ 31531 w 8187558"/>
                      <a:gd name="connsiteY4-24" fmla="*/ 147145 h 2617076"/>
                      <a:gd name="connsiteX5-25" fmla="*/ 4046482 w 8187558"/>
                      <a:gd name="connsiteY5-26" fmla="*/ 1576552 h 2617076"/>
                      <a:gd name="connsiteX6-27" fmla="*/ 8187558 w 8187558"/>
                      <a:gd name="connsiteY6-28" fmla="*/ 0 h 2617076"/>
                      <a:gd name="connsiteX0-29" fmla="*/ 8187558 w 8187558"/>
                      <a:gd name="connsiteY0-30" fmla="*/ 0 h 2617076"/>
                      <a:gd name="connsiteX1-31" fmla="*/ 8187558 w 8187558"/>
                      <a:gd name="connsiteY1-32" fmla="*/ 1271752 h 2617076"/>
                      <a:gd name="connsiteX2-33" fmla="*/ 4025462 w 8187558"/>
                      <a:gd name="connsiteY2-34" fmla="*/ 2617076 h 2617076"/>
                      <a:gd name="connsiteX3-35" fmla="*/ 0 w 8187558"/>
                      <a:gd name="connsiteY3-36" fmla="*/ 1229711 h 2617076"/>
                      <a:gd name="connsiteX4-37" fmla="*/ 31531 w 8187558"/>
                      <a:gd name="connsiteY4-38" fmla="*/ 147145 h 2617076"/>
                      <a:gd name="connsiteX5-39" fmla="*/ 4046482 w 8187558"/>
                      <a:gd name="connsiteY5-40" fmla="*/ 1576552 h 2617076"/>
                      <a:gd name="connsiteX6-41" fmla="*/ 8187558 w 8187558"/>
                      <a:gd name="connsiteY6-42" fmla="*/ 0 h 2617076"/>
                      <a:gd name="connsiteX0-43" fmla="*/ 8187558 w 8187558"/>
                      <a:gd name="connsiteY0-44" fmla="*/ 0 h 2617076"/>
                      <a:gd name="connsiteX1-45" fmla="*/ 8187558 w 8187558"/>
                      <a:gd name="connsiteY1-46" fmla="*/ 1271752 h 2617076"/>
                      <a:gd name="connsiteX2-47" fmla="*/ 4025462 w 8187558"/>
                      <a:gd name="connsiteY2-48" fmla="*/ 2617076 h 2617076"/>
                      <a:gd name="connsiteX3-49" fmla="*/ 0 w 8187558"/>
                      <a:gd name="connsiteY3-50" fmla="*/ 1229711 h 2617076"/>
                      <a:gd name="connsiteX4-51" fmla="*/ 31531 w 8187558"/>
                      <a:gd name="connsiteY4-52" fmla="*/ 147145 h 2617076"/>
                      <a:gd name="connsiteX5-53" fmla="*/ 4046482 w 8187558"/>
                      <a:gd name="connsiteY5-54" fmla="*/ 1576552 h 2617076"/>
                      <a:gd name="connsiteX6-55" fmla="*/ 8187558 w 8187558"/>
                      <a:gd name="connsiteY6-56" fmla="*/ 0 h 2617076"/>
                      <a:gd name="connsiteX0-57" fmla="*/ 8187558 w 8187558"/>
                      <a:gd name="connsiteY0-58" fmla="*/ 0 h 2617076"/>
                      <a:gd name="connsiteX1-59" fmla="*/ 8187558 w 8187558"/>
                      <a:gd name="connsiteY1-60" fmla="*/ 1271752 h 2617076"/>
                      <a:gd name="connsiteX2-61" fmla="*/ 4025462 w 8187558"/>
                      <a:gd name="connsiteY2-62" fmla="*/ 2617076 h 2617076"/>
                      <a:gd name="connsiteX3-63" fmla="*/ 0 w 8187558"/>
                      <a:gd name="connsiteY3-64" fmla="*/ 1229711 h 2617076"/>
                      <a:gd name="connsiteX4-65" fmla="*/ 31531 w 8187558"/>
                      <a:gd name="connsiteY4-66" fmla="*/ 147145 h 2617076"/>
                      <a:gd name="connsiteX5-67" fmla="*/ 4046482 w 8187558"/>
                      <a:gd name="connsiteY5-68" fmla="*/ 1576552 h 2617076"/>
                      <a:gd name="connsiteX6-69" fmla="*/ 8187558 w 8187558"/>
                      <a:gd name="connsiteY6-70" fmla="*/ 0 h 2617076"/>
                      <a:gd name="connsiteX0-71" fmla="*/ 8187558 w 8187558"/>
                      <a:gd name="connsiteY0-72" fmla="*/ 0 h 2617076"/>
                      <a:gd name="connsiteX1-73" fmla="*/ 8187558 w 8187558"/>
                      <a:gd name="connsiteY1-74" fmla="*/ 1271752 h 2617076"/>
                      <a:gd name="connsiteX2-75" fmla="*/ 4025462 w 8187558"/>
                      <a:gd name="connsiteY2-76" fmla="*/ 2617076 h 2617076"/>
                      <a:gd name="connsiteX3-77" fmla="*/ 0 w 8187558"/>
                      <a:gd name="connsiteY3-78" fmla="*/ 1229711 h 2617076"/>
                      <a:gd name="connsiteX4-79" fmla="*/ 31531 w 8187558"/>
                      <a:gd name="connsiteY4-80" fmla="*/ 147145 h 2617076"/>
                      <a:gd name="connsiteX5-81" fmla="*/ 4046482 w 8187558"/>
                      <a:gd name="connsiteY5-82" fmla="*/ 1576552 h 2617076"/>
                      <a:gd name="connsiteX6-83" fmla="*/ 8187558 w 8187558"/>
                      <a:gd name="connsiteY6-84" fmla="*/ 0 h 2617076"/>
                      <a:gd name="connsiteX0-85" fmla="*/ 8187558 w 8187558"/>
                      <a:gd name="connsiteY0-86" fmla="*/ 0 h 2638097"/>
                      <a:gd name="connsiteX1-87" fmla="*/ 8187558 w 8187558"/>
                      <a:gd name="connsiteY1-88" fmla="*/ 1271752 h 2638097"/>
                      <a:gd name="connsiteX2-89" fmla="*/ 4099035 w 8187558"/>
                      <a:gd name="connsiteY2-90" fmla="*/ 2638097 h 2638097"/>
                      <a:gd name="connsiteX3-91" fmla="*/ 0 w 8187558"/>
                      <a:gd name="connsiteY3-92" fmla="*/ 1229711 h 2638097"/>
                      <a:gd name="connsiteX4-93" fmla="*/ 31531 w 8187558"/>
                      <a:gd name="connsiteY4-94" fmla="*/ 147145 h 2638097"/>
                      <a:gd name="connsiteX5-95" fmla="*/ 4046482 w 8187558"/>
                      <a:gd name="connsiteY5-96" fmla="*/ 1576552 h 2638097"/>
                      <a:gd name="connsiteX6-97" fmla="*/ 8187558 w 8187558"/>
                      <a:gd name="connsiteY6-98" fmla="*/ 0 h 2638097"/>
                      <a:gd name="connsiteX0-99" fmla="*/ 8187558 w 8187558"/>
                      <a:gd name="connsiteY0-100" fmla="*/ 0 h 2638097"/>
                      <a:gd name="connsiteX1-101" fmla="*/ 8187558 w 8187558"/>
                      <a:gd name="connsiteY1-102" fmla="*/ 1271752 h 2638097"/>
                      <a:gd name="connsiteX2-103" fmla="*/ 4099035 w 8187558"/>
                      <a:gd name="connsiteY2-104" fmla="*/ 2638097 h 2638097"/>
                      <a:gd name="connsiteX3-105" fmla="*/ 0 w 8187558"/>
                      <a:gd name="connsiteY3-106" fmla="*/ 1229711 h 2638097"/>
                      <a:gd name="connsiteX4-107" fmla="*/ 31531 w 8187558"/>
                      <a:gd name="connsiteY4-108" fmla="*/ 147145 h 2638097"/>
                      <a:gd name="connsiteX5-109" fmla="*/ 4046482 w 8187558"/>
                      <a:gd name="connsiteY5-110" fmla="*/ 1576552 h 2638097"/>
                      <a:gd name="connsiteX6-111" fmla="*/ 8187558 w 8187558"/>
                      <a:gd name="connsiteY6-112" fmla="*/ 0 h 2638097"/>
                      <a:gd name="connsiteX0-113" fmla="*/ 8187558 w 8187558"/>
                      <a:gd name="connsiteY0-114" fmla="*/ 0 h 2638097"/>
                      <a:gd name="connsiteX1-115" fmla="*/ 8187558 w 8187558"/>
                      <a:gd name="connsiteY1-116" fmla="*/ 1271752 h 2638097"/>
                      <a:gd name="connsiteX2-117" fmla="*/ 4099035 w 8187558"/>
                      <a:gd name="connsiteY2-118" fmla="*/ 2638097 h 2638097"/>
                      <a:gd name="connsiteX3-119" fmla="*/ 0 w 8187558"/>
                      <a:gd name="connsiteY3-120" fmla="*/ 1229711 h 2638097"/>
                      <a:gd name="connsiteX4-121" fmla="*/ 31531 w 8187558"/>
                      <a:gd name="connsiteY4-122" fmla="*/ 147145 h 2638097"/>
                      <a:gd name="connsiteX5-123" fmla="*/ 4046482 w 8187558"/>
                      <a:gd name="connsiteY5-124" fmla="*/ 1576552 h 2638097"/>
                      <a:gd name="connsiteX6-125" fmla="*/ 8187558 w 8187558"/>
                      <a:gd name="connsiteY6-126" fmla="*/ 0 h 2638097"/>
                      <a:gd name="connsiteX0-127" fmla="*/ 8187558 w 8187558"/>
                      <a:gd name="connsiteY0-128" fmla="*/ 0 h 2638097"/>
                      <a:gd name="connsiteX1-129" fmla="*/ 8187558 w 8187558"/>
                      <a:gd name="connsiteY1-130" fmla="*/ 1271752 h 2638097"/>
                      <a:gd name="connsiteX2-131" fmla="*/ 4099035 w 8187558"/>
                      <a:gd name="connsiteY2-132" fmla="*/ 2638097 h 2638097"/>
                      <a:gd name="connsiteX3-133" fmla="*/ 0 w 8187558"/>
                      <a:gd name="connsiteY3-134" fmla="*/ 1229711 h 2638097"/>
                      <a:gd name="connsiteX4-135" fmla="*/ 31531 w 8187558"/>
                      <a:gd name="connsiteY4-136" fmla="*/ 147145 h 2638097"/>
                      <a:gd name="connsiteX5-137" fmla="*/ 4046482 w 8187558"/>
                      <a:gd name="connsiteY5-138" fmla="*/ 1576552 h 2638097"/>
                      <a:gd name="connsiteX6-139" fmla="*/ 8187558 w 8187558"/>
                      <a:gd name="connsiteY6-140" fmla="*/ 0 h 2638097"/>
                      <a:gd name="connsiteX0-141" fmla="*/ 8187558 w 8187558"/>
                      <a:gd name="connsiteY0-142" fmla="*/ 0 h 2638097"/>
                      <a:gd name="connsiteX1-143" fmla="*/ 8187558 w 8187558"/>
                      <a:gd name="connsiteY1-144" fmla="*/ 1271752 h 2638097"/>
                      <a:gd name="connsiteX2-145" fmla="*/ 4099035 w 8187558"/>
                      <a:gd name="connsiteY2-146" fmla="*/ 2638097 h 2638097"/>
                      <a:gd name="connsiteX3-147" fmla="*/ 0 w 8187558"/>
                      <a:gd name="connsiteY3-148" fmla="*/ 1229711 h 2638097"/>
                      <a:gd name="connsiteX4-149" fmla="*/ 31531 w 8187558"/>
                      <a:gd name="connsiteY4-150" fmla="*/ 147145 h 2638097"/>
                      <a:gd name="connsiteX5-151" fmla="*/ 4088524 w 8187558"/>
                      <a:gd name="connsiteY5-152" fmla="*/ 1597573 h 2638097"/>
                      <a:gd name="connsiteX6-153" fmla="*/ 8187558 w 8187558"/>
                      <a:gd name="connsiteY6-154" fmla="*/ 0 h 2638097"/>
                      <a:gd name="connsiteX0-155" fmla="*/ 8187558 w 8187558"/>
                      <a:gd name="connsiteY0-156" fmla="*/ 0 h 2638097"/>
                      <a:gd name="connsiteX1-157" fmla="*/ 8187558 w 8187558"/>
                      <a:gd name="connsiteY1-158" fmla="*/ 1271752 h 2638097"/>
                      <a:gd name="connsiteX2-159" fmla="*/ 4099035 w 8187558"/>
                      <a:gd name="connsiteY2-160" fmla="*/ 2638097 h 2638097"/>
                      <a:gd name="connsiteX3-161" fmla="*/ 0 w 8187558"/>
                      <a:gd name="connsiteY3-162" fmla="*/ 1229711 h 2638097"/>
                      <a:gd name="connsiteX4-163" fmla="*/ 31531 w 8187558"/>
                      <a:gd name="connsiteY4-164" fmla="*/ 147145 h 2638097"/>
                      <a:gd name="connsiteX5-165" fmla="*/ 4088524 w 8187558"/>
                      <a:gd name="connsiteY5-166" fmla="*/ 1597573 h 2638097"/>
                      <a:gd name="connsiteX6-167" fmla="*/ 8187558 w 8187558"/>
                      <a:gd name="connsiteY6-168" fmla="*/ 0 h 2638097"/>
                      <a:gd name="connsiteX0-169" fmla="*/ 8187558 w 8187558"/>
                      <a:gd name="connsiteY0-170" fmla="*/ 0 h 2638097"/>
                      <a:gd name="connsiteX1-171" fmla="*/ 8187558 w 8187558"/>
                      <a:gd name="connsiteY1-172" fmla="*/ 1271752 h 2638097"/>
                      <a:gd name="connsiteX2-173" fmla="*/ 4099035 w 8187558"/>
                      <a:gd name="connsiteY2-174" fmla="*/ 2638097 h 2638097"/>
                      <a:gd name="connsiteX3-175" fmla="*/ 0 w 8187558"/>
                      <a:gd name="connsiteY3-176" fmla="*/ 1229711 h 2638097"/>
                      <a:gd name="connsiteX4-177" fmla="*/ 31531 w 8187558"/>
                      <a:gd name="connsiteY4-178" fmla="*/ 147145 h 2638097"/>
                      <a:gd name="connsiteX5-179" fmla="*/ 4099035 w 8187558"/>
                      <a:gd name="connsiteY5-180" fmla="*/ 1566042 h 2638097"/>
                      <a:gd name="connsiteX6-181" fmla="*/ 8187558 w 8187558"/>
                      <a:gd name="connsiteY6-182" fmla="*/ 0 h 2638097"/>
                      <a:gd name="connsiteX0-183" fmla="*/ 8187558 w 8187558"/>
                      <a:gd name="connsiteY0-184" fmla="*/ 0 h 2638097"/>
                      <a:gd name="connsiteX1-185" fmla="*/ 8187558 w 8187558"/>
                      <a:gd name="connsiteY1-186" fmla="*/ 1271752 h 2638097"/>
                      <a:gd name="connsiteX2-187" fmla="*/ 4099035 w 8187558"/>
                      <a:gd name="connsiteY2-188" fmla="*/ 2638097 h 2638097"/>
                      <a:gd name="connsiteX3-189" fmla="*/ 0 w 8187558"/>
                      <a:gd name="connsiteY3-190" fmla="*/ 1229711 h 2638097"/>
                      <a:gd name="connsiteX4-191" fmla="*/ 31531 w 8187558"/>
                      <a:gd name="connsiteY4-192" fmla="*/ 147145 h 2638097"/>
                      <a:gd name="connsiteX5-193" fmla="*/ 4099035 w 8187558"/>
                      <a:gd name="connsiteY5-194" fmla="*/ 1566042 h 2638097"/>
                      <a:gd name="connsiteX6-195" fmla="*/ 8187558 w 8187558"/>
                      <a:gd name="connsiteY6-196" fmla="*/ 0 h 2638097"/>
                      <a:gd name="connsiteX0-197" fmla="*/ 8187558 w 8187558"/>
                      <a:gd name="connsiteY0-198" fmla="*/ 0 h 2638097"/>
                      <a:gd name="connsiteX1-199" fmla="*/ 8187558 w 8187558"/>
                      <a:gd name="connsiteY1-200" fmla="*/ 1271752 h 2638097"/>
                      <a:gd name="connsiteX2-201" fmla="*/ 4099035 w 8187558"/>
                      <a:gd name="connsiteY2-202" fmla="*/ 2638097 h 2638097"/>
                      <a:gd name="connsiteX3-203" fmla="*/ 0 w 8187558"/>
                      <a:gd name="connsiteY3-204" fmla="*/ 1229711 h 2638097"/>
                      <a:gd name="connsiteX4-205" fmla="*/ 31531 w 8187558"/>
                      <a:gd name="connsiteY4-206" fmla="*/ 147145 h 2638097"/>
                      <a:gd name="connsiteX5-207" fmla="*/ 4099035 w 8187558"/>
                      <a:gd name="connsiteY5-208" fmla="*/ 1566042 h 2638097"/>
                      <a:gd name="connsiteX6-209" fmla="*/ 8187558 w 8187558"/>
                      <a:gd name="connsiteY6-210" fmla="*/ 0 h 2638097"/>
                      <a:gd name="connsiteX0-211" fmla="*/ 8187558 w 8187558"/>
                      <a:gd name="connsiteY0-212" fmla="*/ 0 h 2638097"/>
                      <a:gd name="connsiteX1-213" fmla="*/ 8187558 w 8187558"/>
                      <a:gd name="connsiteY1-214" fmla="*/ 1271752 h 2638097"/>
                      <a:gd name="connsiteX2-215" fmla="*/ 4099035 w 8187558"/>
                      <a:gd name="connsiteY2-216" fmla="*/ 2638097 h 2638097"/>
                      <a:gd name="connsiteX3-217" fmla="*/ 0 w 8187558"/>
                      <a:gd name="connsiteY3-218" fmla="*/ 1229711 h 2638097"/>
                      <a:gd name="connsiteX4-219" fmla="*/ 31531 w 8187558"/>
                      <a:gd name="connsiteY4-220" fmla="*/ 147145 h 2638097"/>
                      <a:gd name="connsiteX5-221" fmla="*/ 4099035 w 8187558"/>
                      <a:gd name="connsiteY5-222" fmla="*/ 1566042 h 2638097"/>
                      <a:gd name="connsiteX6-223" fmla="*/ 8187558 w 8187558"/>
                      <a:gd name="connsiteY6-224" fmla="*/ 0 h 2638097"/>
                      <a:gd name="connsiteX0-225" fmla="*/ 8187558 w 8187558"/>
                      <a:gd name="connsiteY0-226" fmla="*/ 0 h 2638097"/>
                      <a:gd name="connsiteX1-227" fmla="*/ 8187558 w 8187558"/>
                      <a:gd name="connsiteY1-228" fmla="*/ 1271752 h 2638097"/>
                      <a:gd name="connsiteX2-229" fmla="*/ 4099035 w 8187558"/>
                      <a:gd name="connsiteY2-230" fmla="*/ 2638097 h 2638097"/>
                      <a:gd name="connsiteX3-231" fmla="*/ 0 w 8187558"/>
                      <a:gd name="connsiteY3-232" fmla="*/ 1229711 h 2638097"/>
                      <a:gd name="connsiteX4-233" fmla="*/ 31531 w 8187558"/>
                      <a:gd name="connsiteY4-234" fmla="*/ 147145 h 2638097"/>
                      <a:gd name="connsiteX5-235" fmla="*/ 4099035 w 8187558"/>
                      <a:gd name="connsiteY5-236" fmla="*/ 1566042 h 2638097"/>
                      <a:gd name="connsiteX6-237" fmla="*/ 8187558 w 8187558"/>
                      <a:gd name="connsiteY6-238" fmla="*/ 0 h 2638097"/>
                      <a:gd name="connsiteX0-239" fmla="*/ 8187558 w 8187558"/>
                      <a:gd name="connsiteY0-240" fmla="*/ 0 h 2638097"/>
                      <a:gd name="connsiteX1-241" fmla="*/ 8187558 w 8187558"/>
                      <a:gd name="connsiteY1-242" fmla="*/ 1271752 h 2638097"/>
                      <a:gd name="connsiteX2-243" fmla="*/ 4099035 w 8187558"/>
                      <a:gd name="connsiteY2-244" fmla="*/ 2638097 h 2638097"/>
                      <a:gd name="connsiteX3-245" fmla="*/ 0 w 8187558"/>
                      <a:gd name="connsiteY3-246" fmla="*/ 1229711 h 2638097"/>
                      <a:gd name="connsiteX4-247" fmla="*/ 31531 w 8187558"/>
                      <a:gd name="connsiteY4-248" fmla="*/ 147145 h 2638097"/>
                      <a:gd name="connsiteX5-249" fmla="*/ 4099035 w 8187558"/>
                      <a:gd name="connsiteY5-250" fmla="*/ 1566042 h 2638097"/>
                      <a:gd name="connsiteX6-251" fmla="*/ 8187558 w 8187558"/>
                      <a:gd name="connsiteY6-252" fmla="*/ 0 h 2638097"/>
                      <a:gd name="connsiteX0-253" fmla="*/ 8187558 w 8187558"/>
                      <a:gd name="connsiteY0-254" fmla="*/ 0 h 2638097"/>
                      <a:gd name="connsiteX1-255" fmla="*/ 8187558 w 8187558"/>
                      <a:gd name="connsiteY1-256" fmla="*/ 1271752 h 2638097"/>
                      <a:gd name="connsiteX2-257" fmla="*/ 4099035 w 8187558"/>
                      <a:gd name="connsiteY2-258" fmla="*/ 2638097 h 2638097"/>
                      <a:gd name="connsiteX3-259" fmla="*/ 0 w 8187558"/>
                      <a:gd name="connsiteY3-260" fmla="*/ 1229711 h 2638097"/>
                      <a:gd name="connsiteX4-261" fmla="*/ 31531 w 8187558"/>
                      <a:gd name="connsiteY4-262" fmla="*/ 147145 h 2638097"/>
                      <a:gd name="connsiteX5-263" fmla="*/ 4099035 w 8187558"/>
                      <a:gd name="connsiteY5-264" fmla="*/ 1566042 h 2638097"/>
                      <a:gd name="connsiteX6-265" fmla="*/ 8187558 w 8187558"/>
                      <a:gd name="connsiteY6-266" fmla="*/ 0 h 2638097"/>
                      <a:gd name="connsiteX0-267" fmla="*/ 8187558 w 8187558"/>
                      <a:gd name="connsiteY0-268" fmla="*/ 0 h 2638097"/>
                      <a:gd name="connsiteX1-269" fmla="*/ 8187558 w 8187558"/>
                      <a:gd name="connsiteY1-270" fmla="*/ 1271752 h 2638097"/>
                      <a:gd name="connsiteX2-271" fmla="*/ 4099035 w 8187558"/>
                      <a:gd name="connsiteY2-272" fmla="*/ 2638097 h 2638097"/>
                      <a:gd name="connsiteX3-273" fmla="*/ 0 w 8187558"/>
                      <a:gd name="connsiteY3-274" fmla="*/ 1229711 h 2638097"/>
                      <a:gd name="connsiteX4-275" fmla="*/ 31531 w 8187558"/>
                      <a:gd name="connsiteY4-276" fmla="*/ 147145 h 2638097"/>
                      <a:gd name="connsiteX5-277" fmla="*/ 4099035 w 8187558"/>
                      <a:gd name="connsiteY5-278" fmla="*/ 1566042 h 2638097"/>
                      <a:gd name="connsiteX6-279" fmla="*/ 8187558 w 8187558"/>
                      <a:gd name="connsiteY6-280" fmla="*/ 0 h 2638097"/>
                      <a:gd name="connsiteX0-281" fmla="*/ 8187558 w 8187558"/>
                      <a:gd name="connsiteY0-282" fmla="*/ 0 h 2638097"/>
                      <a:gd name="connsiteX1-283" fmla="*/ 8187558 w 8187558"/>
                      <a:gd name="connsiteY1-284" fmla="*/ 1271752 h 2638097"/>
                      <a:gd name="connsiteX2-285" fmla="*/ 4099035 w 8187558"/>
                      <a:gd name="connsiteY2-286" fmla="*/ 2638097 h 2638097"/>
                      <a:gd name="connsiteX3-287" fmla="*/ 0 w 8187558"/>
                      <a:gd name="connsiteY3-288" fmla="*/ 1229711 h 2638097"/>
                      <a:gd name="connsiteX4-289" fmla="*/ 31531 w 8187558"/>
                      <a:gd name="connsiteY4-290" fmla="*/ 147145 h 2638097"/>
                      <a:gd name="connsiteX5-291" fmla="*/ 4099035 w 8187558"/>
                      <a:gd name="connsiteY5-292" fmla="*/ 1566042 h 2638097"/>
                      <a:gd name="connsiteX6-293" fmla="*/ 8187558 w 8187558"/>
                      <a:gd name="connsiteY6-294" fmla="*/ 0 h 2638097"/>
                      <a:gd name="connsiteX0-295" fmla="*/ 8176538 w 8176538"/>
                      <a:gd name="connsiteY0-296" fmla="*/ 0 h 2638097"/>
                      <a:gd name="connsiteX1-297" fmla="*/ 8176538 w 8176538"/>
                      <a:gd name="connsiteY1-298" fmla="*/ 1271752 h 2638097"/>
                      <a:gd name="connsiteX2-299" fmla="*/ 4088015 w 8176538"/>
                      <a:gd name="connsiteY2-300" fmla="*/ 2638097 h 2638097"/>
                      <a:gd name="connsiteX3-301" fmla="*/ 0 w 8176538"/>
                      <a:gd name="connsiteY3-302" fmla="*/ 1269888 h 2638097"/>
                      <a:gd name="connsiteX4-303" fmla="*/ 20511 w 8176538"/>
                      <a:gd name="connsiteY4-304" fmla="*/ 147145 h 2638097"/>
                      <a:gd name="connsiteX5-305" fmla="*/ 4088015 w 8176538"/>
                      <a:gd name="connsiteY5-306" fmla="*/ 1566042 h 2638097"/>
                      <a:gd name="connsiteX6-307" fmla="*/ 8176538 w 8176538"/>
                      <a:gd name="connsiteY6-308" fmla="*/ 0 h 2638097"/>
                      <a:gd name="connsiteX0-309" fmla="*/ 8176538 w 8176538"/>
                      <a:gd name="connsiteY0-310" fmla="*/ 0 h 2772020"/>
                      <a:gd name="connsiteX1-311" fmla="*/ 8176538 w 8176538"/>
                      <a:gd name="connsiteY1-312" fmla="*/ 1271752 h 2772020"/>
                      <a:gd name="connsiteX2-313" fmla="*/ 4099034 w 8176538"/>
                      <a:gd name="connsiteY2-314" fmla="*/ 2772020 h 2772020"/>
                      <a:gd name="connsiteX3-315" fmla="*/ 0 w 8176538"/>
                      <a:gd name="connsiteY3-316" fmla="*/ 1269888 h 2772020"/>
                      <a:gd name="connsiteX4-317" fmla="*/ 20511 w 8176538"/>
                      <a:gd name="connsiteY4-318" fmla="*/ 147145 h 2772020"/>
                      <a:gd name="connsiteX5-319" fmla="*/ 4088015 w 8176538"/>
                      <a:gd name="connsiteY5-320" fmla="*/ 1566042 h 2772020"/>
                      <a:gd name="connsiteX6-321" fmla="*/ 8176538 w 8176538"/>
                      <a:gd name="connsiteY6-322" fmla="*/ 0 h 2772020"/>
                      <a:gd name="connsiteX0-323" fmla="*/ 8176538 w 8176538"/>
                      <a:gd name="connsiteY0-324" fmla="*/ 0 h 2772339"/>
                      <a:gd name="connsiteX1-325" fmla="*/ 8176538 w 8176538"/>
                      <a:gd name="connsiteY1-326" fmla="*/ 1378890 h 2772339"/>
                      <a:gd name="connsiteX2-327" fmla="*/ 4099034 w 8176538"/>
                      <a:gd name="connsiteY2-328" fmla="*/ 2772020 h 2772339"/>
                      <a:gd name="connsiteX3-329" fmla="*/ 0 w 8176538"/>
                      <a:gd name="connsiteY3-330" fmla="*/ 1269888 h 2772339"/>
                      <a:gd name="connsiteX4-331" fmla="*/ 20511 w 8176538"/>
                      <a:gd name="connsiteY4-332" fmla="*/ 147145 h 2772339"/>
                      <a:gd name="connsiteX5-333" fmla="*/ 4088015 w 8176538"/>
                      <a:gd name="connsiteY5-334" fmla="*/ 1566042 h 2772339"/>
                      <a:gd name="connsiteX6-335" fmla="*/ 8176538 w 8176538"/>
                      <a:gd name="connsiteY6-336" fmla="*/ 0 h 2772339"/>
                      <a:gd name="connsiteX0-337" fmla="*/ 8176538 w 8176538"/>
                      <a:gd name="connsiteY0-338" fmla="*/ 0 h 2825888"/>
                      <a:gd name="connsiteX1-339" fmla="*/ 8176538 w 8176538"/>
                      <a:gd name="connsiteY1-340" fmla="*/ 1378890 h 2825888"/>
                      <a:gd name="connsiteX2-341" fmla="*/ 4099034 w 8176538"/>
                      <a:gd name="connsiteY2-342" fmla="*/ 2825590 h 2825888"/>
                      <a:gd name="connsiteX3-343" fmla="*/ 0 w 8176538"/>
                      <a:gd name="connsiteY3-344" fmla="*/ 1269888 h 2825888"/>
                      <a:gd name="connsiteX4-345" fmla="*/ 20511 w 8176538"/>
                      <a:gd name="connsiteY4-346" fmla="*/ 147145 h 2825888"/>
                      <a:gd name="connsiteX5-347" fmla="*/ 4088015 w 8176538"/>
                      <a:gd name="connsiteY5-348" fmla="*/ 1566042 h 2825888"/>
                      <a:gd name="connsiteX6-349" fmla="*/ 8176538 w 8176538"/>
                      <a:gd name="connsiteY6-350" fmla="*/ 0 h 2825888"/>
                      <a:gd name="connsiteX0-351" fmla="*/ 8165518 w 8165518"/>
                      <a:gd name="connsiteY0-352" fmla="*/ 0 h 2825606"/>
                      <a:gd name="connsiteX1-353" fmla="*/ 8165518 w 8165518"/>
                      <a:gd name="connsiteY1-354" fmla="*/ 1378890 h 2825606"/>
                      <a:gd name="connsiteX2-355" fmla="*/ 4088014 w 8165518"/>
                      <a:gd name="connsiteY2-356" fmla="*/ 2825590 h 2825606"/>
                      <a:gd name="connsiteX3-357" fmla="*/ 0 w 8165518"/>
                      <a:gd name="connsiteY3-358" fmla="*/ 1403811 h 2825606"/>
                      <a:gd name="connsiteX4-359" fmla="*/ 9491 w 8165518"/>
                      <a:gd name="connsiteY4-360" fmla="*/ 147145 h 2825606"/>
                      <a:gd name="connsiteX5-361" fmla="*/ 4076995 w 8165518"/>
                      <a:gd name="connsiteY5-362" fmla="*/ 1566042 h 2825606"/>
                      <a:gd name="connsiteX6-363" fmla="*/ 8165518 w 8165518"/>
                      <a:gd name="connsiteY6-364" fmla="*/ 0 h 2825606"/>
                      <a:gd name="connsiteX0-365" fmla="*/ 8165518 w 8165518"/>
                      <a:gd name="connsiteY0-366" fmla="*/ 0 h 2879174"/>
                      <a:gd name="connsiteX1-367" fmla="*/ 8165518 w 8165518"/>
                      <a:gd name="connsiteY1-368" fmla="*/ 1378890 h 2879174"/>
                      <a:gd name="connsiteX2-369" fmla="*/ 4132092 w 8165518"/>
                      <a:gd name="connsiteY2-370" fmla="*/ 2879159 h 2879174"/>
                      <a:gd name="connsiteX3-371" fmla="*/ 0 w 8165518"/>
                      <a:gd name="connsiteY3-372" fmla="*/ 1403811 h 2879174"/>
                      <a:gd name="connsiteX4-373" fmla="*/ 9491 w 8165518"/>
                      <a:gd name="connsiteY4-374" fmla="*/ 147145 h 2879174"/>
                      <a:gd name="connsiteX5-375" fmla="*/ 4076995 w 8165518"/>
                      <a:gd name="connsiteY5-376" fmla="*/ 1566042 h 2879174"/>
                      <a:gd name="connsiteX6-377" fmla="*/ 8165518 w 8165518"/>
                      <a:gd name="connsiteY6-378" fmla="*/ 0 h 2879174"/>
                      <a:gd name="connsiteX0-379" fmla="*/ 8165518 w 8176537"/>
                      <a:gd name="connsiteY0-380" fmla="*/ 0 h 2879410"/>
                      <a:gd name="connsiteX1-381" fmla="*/ 8176537 w 8176537"/>
                      <a:gd name="connsiteY1-382" fmla="*/ 1499420 h 2879410"/>
                      <a:gd name="connsiteX2-383" fmla="*/ 4132092 w 8176537"/>
                      <a:gd name="connsiteY2-384" fmla="*/ 2879159 h 2879410"/>
                      <a:gd name="connsiteX3-385" fmla="*/ 0 w 8176537"/>
                      <a:gd name="connsiteY3-386" fmla="*/ 1403811 h 2879410"/>
                      <a:gd name="connsiteX4-387" fmla="*/ 9491 w 8176537"/>
                      <a:gd name="connsiteY4-388" fmla="*/ 147145 h 2879410"/>
                      <a:gd name="connsiteX5-389" fmla="*/ 4076995 w 8176537"/>
                      <a:gd name="connsiteY5-390" fmla="*/ 1566042 h 2879410"/>
                      <a:gd name="connsiteX6-391" fmla="*/ 8165518 w 8176537"/>
                      <a:gd name="connsiteY6-392" fmla="*/ 0 h 2879410"/>
                      <a:gd name="connsiteX0-393" fmla="*/ 8165518 w 8176537"/>
                      <a:gd name="connsiteY0-394" fmla="*/ 0 h 2879262"/>
                      <a:gd name="connsiteX1-395" fmla="*/ 8176537 w 8176537"/>
                      <a:gd name="connsiteY1-396" fmla="*/ 1499420 h 2879262"/>
                      <a:gd name="connsiteX2-397" fmla="*/ 4132092 w 8176537"/>
                      <a:gd name="connsiteY2-398" fmla="*/ 2879159 h 2879262"/>
                      <a:gd name="connsiteX3-399" fmla="*/ 0 w 8176537"/>
                      <a:gd name="connsiteY3-400" fmla="*/ 1403811 h 2879262"/>
                      <a:gd name="connsiteX4-401" fmla="*/ 9491 w 8176537"/>
                      <a:gd name="connsiteY4-402" fmla="*/ 147145 h 2879262"/>
                      <a:gd name="connsiteX5-403" fmla="*/ 4076995 w 8176537"/>
                      <a:gd name="connsiteY5-404" fmla="*/ 1566042 h 2879262"/>
                      <a:gd name="connsiteX6-405" fmla="*/ 8165518 w 8176537"/>
                      <a:gd name="connsiteY6-406" fmla="*/ 0 h 2879262"/>
                      <a:gd name="connsiteX0-407" fmla="*/ 8165518 w 8176537"/>
                      <a:gd name="connsiteY0-408" fmla="*/ 0 h 2879163"/>
                      <a:gd name="connsiteX1-409" fmla="*/ 8176537 w 8176537"/>
                      <a:gd name="connsiteY1-410" fmla="*/ 1499420 h 2879163"/>
                      <a:gd name="connsiteX2-411" fmla="*/ 4132092 w 8176537"/>
                      <a:gd name="connsiteY2-412" fmla="*/ 2879159 h 2879163"/>
                      <a:gd name="connsiteX3-413" fmla="*/ 0 w 8176537"/>
                      <a:gd name="connsiteY3-414" fmla="*/ 1510948 h 2879163"/>
                      <a:gd name="connsiteX4-415" fmla="*/ 9491 w 8176537"/>
                      <a:gd name="connsiteY4-416" fmla="*/ 147145 h 2879163"/>
                      <a:gd name="connsiteX5-417" fmla="*/ 4076995 w 8176537"/>
                      <a:gd name="connsiteY5-418" fmla="*/ 1566042 h 2879163"/>
                      <a:gd name="connsiteX6-419" fmla="*/ 8165518 w 8176537"/>
                      <a:gd name="connsiteY6-420" fmla="*/ 0 h 2879163"/>
                      <a:gd name="connsiteX0-421" fmla="*/ 8165518 w 8198577"/>
                      <a:gd name="connsiteY0-422" fmla="*/ 0 h 2879451"/>
                      <a:gd name="connsiteX1-423" fmla="*/ 8198577 w 8198577"/>
                      <a:gd name="connsiteY1-424" fmla="*/ 1606558 h 2879451"/>
                      <a:gd name="connsiteX2-425" fmla="*/ 4132092 w 8198577"/>
                      <a:gd name="connsiteY2-426" fmla="*/ 2879159 h 2879451"/>
                      <a:gd name="connsiteX3-427" fmla="*/ 0 w 8198577"/>
                      <a:gd name="connsiteY3-428" fmla="*/ 1510948 h 2879451"/>
                      <a:gd name="connsiteX4-429" fmla="*/ 9491 w 8198577"/>
                      <a:gd name="connsiteY4-430" fmla="*/ 147145 h 2879451"/>
                      <a:gd name="connsiteX5-431" fmla="*/ 4076995 w 8198577"/>
                      <a:gd name="connsiteY5-432" fmla="*/ 1566042 h 2879451"/>
                      <a:gd name="connsiteX6-433" fmla="*/ 8165518 w 8198577"/>
                      <a:gd name="connsiteY6-434" fmla="*/ 0 h 2879451"/>
                      <a:gd name="connsiteX0-435" fmla="*/ 8165518 w 8165518"/>
                      <a:gd name="connsiteY0-436" fmla="*/ 0 h 2880066"/>
                      <a:gd name="connsiteX1-437" fmla="*/ 8165518 w 8165518"/>
                      <a:gd name="connsiteY1-438" fmla="*/ 1673520 h 2880066"/>
                      <a:gd name="connsiteX2-439" fmla="*/ 4132092 w 8165518"/>
                      <a:gd name="connsiteY2-440" fmla="*/ 2879159 h 2880066"/>
                      <a:gd name="connsiteX3-441" fmla="*/ 0 w 8165518"/>
                      <a:gd name="connsiteY3-442" fmla="*/ 1510948 h 2880066"/>
                      <a:gd name="connsiteX4-443" fmla="*/ 9491 w 8165518"/>
                      <a:gd name="connsiteY4-444" fmla="*/ 147145 h 2880066"/>
                      <a:gd name="connsiteX5-445" fmla="*/ 4076995 w 8165518"/>
                      <a:gd name="connsiteY5-446" fmla="*/ 1566042 h 2880066"/>
                      <a:gd name="connsiteX6-447" fmla="*/ 8165518 w 8165518"/>
                      <a:gd name="connsiteY6-448" fmla="*/ 0 h 2880066"/>
                      <a:gd name="connsiteX0-449" fmla="*/ 8156794 w 8156794"/>
                      <a:gd name="connsiteY0-450" fmla="*/ 0 h 2879270"/>
                      <a:gd name="connsiteX1-451" fmla="*/ 8156794 w 8156794"/>
                      <a:gd name="connsiteY1-452" fmla="*/ 1673520 h 2879270"/>
                      <a:gd name="connsiteX2-453" fmla="*/ 4123368 w 8156794"/>
                      <a:gd name="connsiteY2-454" fmla="*/ 2879159 h 2879270"/>
                      <a:gd name="connsiteX3-455" fmla="*/ 2295 w 8156794"/>
                      <a:gd name="connsiteY3-456" fmla="*/ 1618086 h 2879270"/>
                      <a:gd name="connsiteX4-457" fmla="*/ 767 w 8156794"/>
                      <a:gd name="connsiteY4-458" fmla="*/ 147145 h 2879270"/>
                      <a:gd name="connsiteX5-459" fmla="*/ 4068271 w 8156794"/>
                      <a:gd name="connsiteY5-460" fmla="*/ 1566042 h 2879270"/>
                      <a:gd name="connsiteX6-461" fmla="*/ 8156794 w 8156794"/>
                      <a:gd name="connsiteY6-462" fmla="*/ 0 h 2879270"/>
                      <a:gd name="connsiteX0-463" fmla="*/ 8156794 w 8156794"/>
                      <a:gd name="connsiteY0-464" fmla="*/ 0 h 2973000"/>
                      <a:gd name="connsiteX1-465" fmla="*/ 8156794 w 8156794"/>
                      <a:gd name="connsiteY1-466" fmla="*/ 1673520 h 2973000"/>
                      <a:gd name="connsiteX2-467" fmla="*/ 4134388 w 8156794"/>
                      <a:gd name="connsiteY2-468" fmla="*/ 2972904 h 2973000"/>
                      <a:gd name="connsiteX3-469" fmla="*/ 2295 w 8156794"/>
                      <a:gd name="connsiteY3-470" fmla="*/ 1618086 h 2973000"/>
                      <a:gd name="connsiteX4-471" fmla="*/ 767 w 8156794"/>
                      <a:gd name="connsiteY4-472" fmla="*/ 147145 h 2973000"/>
                      <a:gd name="connsiteX5-473" fmla="*/ 4068271 w 8156794"/>
                      <a:gd name="connsiteY5-474" fmla="*/ 1566042 h 2973000"/>
                      <a:gd name="connsiteX6-475" fmla="*/ 8156794 w 8156794"/>
                      <a:gd name="connsiteY6-476" fmla="*/ 0 h 2973000"/>
                      <a:gd name="connsiteX0-477" fmla="*/ 8156794 w 8156794"/>
                      <a:gd name="connsiteY0-478" fmla="*/ 0 h 2973000"/>
                      <a:gd name="connsiteX1-479" fmla="*/ 8156794 w 8156794"/>
                      <a:gd name="connsiteY1-480" fmla="*/ 1673520 h 2973000"/>
                      <a:gd name="connsiteX2-481" fmla="*/ 4134388 w 8156794"/>
                      <a:gd name="connsiteY2-482" fmla="*/ 2972904 h 2973000"/>
                      <a:gd name="connsiteX3-483" fmla="*/ 2295 w 8156794"/>
                      <a:gd name="connsiteY3-484" fmla="*/ 1618086 h 2973000"/>
                      <a:gd name="connsiteX4-485" fmla="*/ 767 w 8156794"/>
                      <a:gd name="connsiteY4-486" fmla="*/ 147145 h 2973000"/>
                      <a:gd name="connsiteX5-487" fmla="*/ 4068271 w 8156794"/>
                      <a:gd name="connsiteY5-488" fmla="*/ 1566042 h 2973000"/>
                      <a:gd name="connsiteX6-489" fmla="*/ 8156794 w 8156794"/>
                      <a:gd name="connsiteY6-490" fmla="*/ 0 h 2973000"/>
                      <a:gd name="connsiteX0-491" fmla="*/ 8156794 w 8156794"/>
                      <a:gd name="connsiteY0-492" fmla="*/ 0 h 2973000"/>
                      <a:gd name="connsiteX1-493" fmla="*/ 8156794 w 8156794"/>
                      <a:gd name="connsiteY1-494" fmla="*/ 1673520 h 2973000"/>
                      <a:gd name="connsiteX2-495" fmla="*/ 4134388 w 8156794"/>
                      <a:gd name="connsiteY2-496" fmla="*/ 2972904 h 2973000"/>
                      <a:gd name="connsiteX3-497" fmla="*/ 2295 w 8156794"/>
                      <a:gd name="connsiteY3-498" fmla="*/ 1618086 h 2973000"/>
                      <a:gd name="connsiteX4-499" fmla="*/ 767 w 8156794"/>
                      <a:gd name="connsiteY4-500" fmla="*/ 147145 h 2973000"/>
                      <a:gd name="connsiteX5-501" fmla="*/ 4068271 w 8156794"/>
                      <a:gd name="connsiteY5-502" fmla="*/ 1566042 h 2973000"/>
                      <a:gd name="connsiteX6-503" fmla="*/ 8156794 w 8156794"/>
                      <a:gd name="connsiteY6-504" fmla="*/ 0 h 2973000"/>
                      <a:gd name="connsiteX0-505" fmla="*/ 8156794 w 8156794"/>
                      <a:gd name="connsiteY0-506" fmla="*/ 0 h 2973020"/>
                      <a:gd name="connsiteX1-507" fmla="*/ 8156794 w 8156794"/>
                      <a:gd name="connsiteY1-508" fmla="*/ 1673520 h 2973020"/>
                      <a:gd name="connsiteX2-509" fmla="*/ 4134388 w 8156794"/>
                      <a:gd name="connsiteY2-510" fmla="*/ 2972904 h 2973020"/>
                      <a:gd name="connsiteX3-511" fmla="*/ 2295 w 8156794"/>
                      <a:gd name="connsiteY3-512" fmla="*/ 1618086 h 2973020"/>
                      <a:gd name="connsiteX4-513" fmla="*/ 767 w 8156794"/>
                      <a:gd name="connsiteY4-514" fmla="*/ 147145 h 2973020"/>
                      <a:gd name="connsiteX5-515" fmla="*/ 4068271 w 8156794"/>
                      <a:gd name="connsiteY5-516" fmla="*/ 1566042 h 2973020"/>
                      <a:gd name="connsiteX6-517" fmla="*/ 8156794 w 8156794"/>
                      <a:gd name="connsiteY6-518" fmla="*/ 0 h 2973020"/>
                      <a:gd name="connsiteX0-519" fmla="*/ 8156794 w 8156794"/>
                      <a:gd name="connsiteY0-520" fmla="*/ 0 h 2973021"/>
                      <a:gd name="connsiteX1-521" fmla="*/ 8156794 w 8156794"/>
                      <a:gd name="connsiteY1-522" fmla="*/ 1673520 h 2973021"/>
                      <a:gd name="connsiteX2-523" fmla="*/ 4134388 w 8156794"/>
                      <a:gd name="connsiteY2-524" fmla="*/ 2972904 h 2973021"/>
                      <a:gd name="connsiteX3-525" fmla="*/ 2295 w 8156794"/>
                      <a:gd name="connsiteY3-526" fmla="*/ 1618086 h 2973021"/>
                      <a:gd name="connsiteX4-527" fmla="*/ 767 w 8156794"/>
                      <a:gd name="connsiteY4-528" fmla="*/ 147145 h 2973021"/>
                      <a:gd name="connsiteX5-529" fmla="*/ 4068271 w 8156794"/>
                      <a:gd name="connsiteY5-530" fmla="*/ 1566042 h 2973021"/>
                      <a:gd name="connsiteX6-531" fmla="*/ 8156794 w 8156794"/>
                      <a:gd name="connsiteY6-532" fmla="*/ 0 h 2973021"/>
                      <a:gd name="connsiteX0-533" fmla="*/ 8156794 w 8156794"/>
                      <a:gd name="connsiteY0-534" fmla="*/ 0 h 2973021"/>
                      <a:gd name="connsiteX1-535" fmla="*/ 8156794 w 8156794"/>
                      <a:gd name="connsiteY1-536" fmla="*/ 1673520 h 2973021"/>
                      <a:gd name="connsiteX2-537" fmla="*/ 4134388 w 8156794"/>
                      <a:gd name="connsiteY2-538" fmla="*/ 2972904 h 2973021"/>
                      <a:gd name="connsiteX3-539" fmla="*/ 2295 w 8156794"/>
                      <a:gd name="connsiteY3-540" fmla="*/ 1618086 h 2973021"/>
                      <a:gd name="connsiteX4-541" fmla="*/ 767 w 8156794"/>
                      <a:gd name="connsiteY4-542" fmla="*/ 147145 h 2973021"/>
                      <a:gd name="connsiteX5-543" fmla="*/ 4068271 w 8156794"/>
                      <a:gd name="connsiteY5-544" fmla="*/ 1566042 h 2973021"/>
                      <a:gd name="connsiteX6-545" fmla="*/ 8156794 w 8156794"/>
                      <a:gd name="connsiteY6-546" fmla="*/ 0 h 2973021"/>
                      <a:gd name="connsiteX0-547" fmla="*/ 8156794 w 8156794"/>
                      <a:gd name="connsiteY0-548" fmla="*/ 0 h 2973021"/>
                      <a:gd name="connsiteX1-549" fmla="*/ 8156794 w 8156794"/>
                      <a:gd name="connsiteY1-550" fmla="*/ 1673520 h 2973021"/>
                      <a:gd name="connsiteX2-551" fmla="*/ 4134388 w 8156794"/>
                      <a:gd name="connsiteY2-552" fmla="*/ 2972904 h 2973021"/>
                      <a:gd name="connsiteX3-553" fmla="*/ 2295 w 8156794"/>
                      <a:gd name="connsiteY3-554" fmla="*/ 1618086 h 2973021"/>
                      <a:gd name="connsiteX4-555" fmla="*/ 767 w 8156794"/>
                      <a:gd name="connsiteY4-556" fmla="*/ 147145 h 2973021"/>
                      <a:gd name="connsiteX5-557" fmla="*/ 4068271 w 8156794"/>
                      <a:gd name="connsiteY5-558" fmla="*/ 1566042 h 2973021"/>
                      <a:gd name="connsiteX6-559" fmla="*/ 8156794 w 8156794"/>
                      <a:gd name="connsiteY6-560" fmla="*/ 0 h 2973021"/>
                      <a:gd name="connsiteX0-561" fmla="*/ 8156794 w 8156794"/>
                      <a:gd name="connsiteY0-562" fmla="*/ 0 h 2973021"/>
                      <a:gd name="connsiteX1-563" fmla="*/ 8156794 w 8156794"/>
                      <a:gd name="connsiteY1-564" fmla="*/ 1673520 h 2973021"/>
                      <a:gd name="connsiteX2-565" fmla="*/ 4134388 w 8156794"/>
                      <a:gd name="connsiteY2-566" fmla="*/ 2972904 h 2973021"/>
                      <a:gd name="connsiteX3-567" fmla="*/ 2295 w 8156794"/>
                      <a:gd name="connsiteY3-568" fmla="*/ 1618086 h 2973021"/>
                      <a:gd name="connsiteX4-569" fmla="*/ 767 w 8156794"/>
                      <a:gd name="connsiteY4-570" fmla="*/ 147145 h 2973021"/>
                      <a:gd name="connsiteX5-571" fmla="*/ 4068271 w 8156794"/>
                      <a:gd name="connsiteY5-572" fmla="*/ 1566042 h 2973021"/>
                      <a:gd name="connsiteX6-573" fmla="*/ 8156794 w 8156794"/>
                      <a:gd name="connsiteY6-574" fmla="*/ 0 h 2973021"/>
                      <a:gd name="connsiteX0-575" fmla="*/ 8156794 w 8156794"/>
                      <a:gd name="connsiteY0-576" fmla="*/ 0 h 2973141"/>
                      <a:gd name="connsiteX1-577" fmla="*/ 8156794 w 8156794"/>
                      <a:gd name="connsiteY1-578" fmla="*/ 1673520 h 2973141"/>
                      <a:gd name="connsiteX2-579" fmla="*/ 4134388 w 8156794"/>
                      <a:gd name="connsiteY2-580" fmla="*/ 2972904 h 2973141"/>
                      <a:gd name="connsiteX3-581" fmla="*/ 2295 w 8156794"/>
                      <a:gd name="connsiteY3-582" fmla="*/ 1618086 h 2973141"/>
                      <a:gd name="connsiteX4-583" fmla="*/ 767 w 8156794"/>
                      <a:gd name="connsiteY4-584" fmla="*/ 147145 h 2973141"/>
                      <a:gd name="connsiteX5-585" fmla="*/ 4068271 w 8156794"/>
                      <a:gd name="connsiteY5-586" fmla="*/ 1566042 h 2973141"/>
                      <a:gd name="connsiteX6-587" fmla="*/ 8156794 w 8156794"/>
                      <a:gd name="connsiteY6-588" fmla="*/ 0 h 2973141"/>
                      <a:gd name="connsiteX0-589" fmla="*/ 8156794 w 8156794"/>
                      <a:gd name="connsiteY0-590" fmla="*/ 0 h 3066827"/>
                      <a:gd name="connsiteX1-591" fmla="*/ 8156794 w 8156794"/>
                      <a:gd name="connsiteY1-592" fmla="*/ 1673520 h 3066827"/>
                      <a:gd name="connsiteX2-593" fmla="*/ 4123353 w 8156794"/>
                      <a:gd name="connsiteY2-594" fmla="*/ 3066650 h 3066827"/>
                      <a:gd name="connsiteX3-595" fmla="*/ 2295 w 8156794"/>
                      <a:gd name="connsiteY3-596" fmla="*/ 1618086 h 3066827"/>
                      <a:gd name="connsiteX4-597" fmla="*/ 767 w 8156794"/>
                      <a:gd name="connsiteY4-598" fmla="*/ 147145 h 3066827"/>
                      <a:gd name="connsiteX5-599" fmla="*/ 4068271 w 8156794"/>
                      <a:gd name="connsiteY5-600" fmla="*/ 1566042 h 3066827"/>
                      <a:gd name="connsiteX6-601" fmla="*/ 8156794 w 8156794"/>
                      <a:gd name="connsiteY6-602" fmla="*/ 0 h 3066827"/>
                      <a:gd name="connsiteX0-603" fmla="*/ 8123689 w 8156794"/>
                      <a:gd name="connsiteY0-604" fmla="*/ 0 h 2999866"/>
                      <a:gd name="connsiteX1-605" fmla="*/ 8156794 w 8156794"/>
                      <a:gd name="connsiteY1-606" fmla="*/ 1606559 h 2999866"/>
                      <a:gd name="connsiteX2-607" fmla="*/ 4123353 w 8156794"/>
                      <a:gd name="connsiteY2-608" fmla="*/ 2999689 h 2999866"/>
                      <a:gd name="connsiteX3-609" fmla="*/ 2295 w 8156794"/>
                      <a:gd name="connsiteY3-610" fmla="*/ 1551125 h 2999866"/>
                      <a:gd name="connsiteX4-611" fmla="*/ 767 w 8156794"/>
                      <a:gd name="connsiteY4-612" fmla="*/ 80184 h 2999866"/>
                      <a:gd name="connsiteX5-613" fmla="*/ 4068271 w 8156794"/>
                      <a:gd name="connsiteY5-614" fmla="*/ 1499081 h 2999866"/>
                      <a:gd name="connsiteX6-615" fmla="*/ 8123689 w 8156794"/>
                      <a:gd name="connsiteY6-616" fmla="*/ 0 h 2999866"/>
                      <a:gd name="connsiteX0-617" fmla="*/ 8167828 w 8167828"/>
                      <a:gd name="connsiteY0-618" fmla="*/ 0 h 3026651"/>
                      <a:gd name="connsiteX1-619" fmla="*/ 8156794 w 8167828"/>
                      <a:gd name="connsiteY1-620" fmla="*/ 1633344 h 3026651"/>
                      <a:gd name="connsiteX2-621" fmla="*/ 4123353 w 8167828"/>
                      <a:gd name="connsiteY2-622" fmla="*/ 3026474 h 3026651"/>
                      <a:gd name="connsiteX3-623" fmla="*/ 2295 w 8167828"/>
                      <a:gd name="connsiteY3-624" fmla="*/ 1577910 h 3026651"/>
                      <a:gd name="connsiteX4-625" fmla="*/ 767 w 8167828"/>
                      <a:gd name="connsiteY4-626" fmla="*/ 106969 h 3026651"/>
                      <a:gd name="connsiteX5-627" fmla="*/ 4068271 w 8167828"/>
                      <a:gd name="connsiteY5-628" fmla="*/ 1525866 h 3026651"/>
                      <a:gd name="connsiteX6-629" fmla="*/ 8167828 w 8167828"/>
                      <a:gd name="connsiteY6-630" fmla="*/ 0 h 3026651"/>
                      <a:gd name="connsiteX0-631" fmla="*/ 8167828 w 8167828"/>
                      <a:gd name="connsiteY0-632" fmla="*/ 0 h 3027228"/>
                      <a:gd name="connsiteX1-633" fmla="*/ 8145760 w 8167828"/>
                      <a:gd name="connsiteY1-634" fmla="*/ 1686913 h 3027228"/>
                      <a:gd name="connsiteX2-635" fmla="*/ 4123353 w 8167828"/>
                      <a:gd name="connsiteY2-636" fmla="*/ 3026474 h 3027228"/>
                      <a:gd name="connsiteX3-637" fmla="*/ 2295 w 8167828"/>
                      <a:gd name="connsiteY3-638" fmla="*/ 1577910 h 3027228"/>
                      <a:gd name="connsiteX4-639" fmla="*/ 767 w 8167828"/>
                      <a:gd name="connsiteY4-640" fmla="*/ 106969 h 3027228"/>
                      <a:gd name="connsiteX5-641" fmla="*/ 4068271 w 8167828"/>
                      <a:gd name="connsiteY5-642" fmla="*/ 1525866 h 3027228"/>
                      <a:gd name="connsiteX6-643" fmla="*/ 8167828 w 8167828"/>
                      <a:gd name="connsiteY6-644" fmla="*/ 0 h 3027228"/>
                      <a:gd name="connsiteX0-645" fmla="*/ 8156794 w 8156794"/>
                      <a:gd name="connsiteY0-646" fmla="*/ 0 h 2933483"/>
                      <a:gd name="connsiteX1-647" fmla="*/ 8145760 w 8156794"/>
                      <a:gd name="connsiteY1-648" fmla="*/ 1593168 h 2933483"/>
                      <a:gd name="connsiteX2-649" fmla="*/ 4123353 w 8156794"/>
                      <a:gd name="connsiteY2-650" fmla="*/ 2932729 h 2933483"/>
                      <a:gd name="connsiteX3-651" fmla="*/ 2295 w 8156794"/>
                      <a:gd name="connsiteY3-652" fmla="*/ 1484165 h 2933483"/>
                      <a:gd name="connsiteX4-653" fmla="*/ 767 w 8156794"/>
                      <a:gd name="connsiteY4-654" fmla="*/ 13224 h 2933483"/>
                      <a:gd name="connsiteX5-655" fmla="*/ 4068271 w 8156794"/>
                      <a:gd name="connsiteY5-656" fmla="*/ 1432121 h 2933483"/>
                      <a:gd name="connsiteX6-657" fmla="*/ 8156794 w 8156794"/>
                      <a:gd name="connsiteY6-658" fmla="*/ 0 h 2933483"/>
                      <a:gd name="connsiteX0-659" fmla="*/ 8156794 w 8156794"/>
                      <a:gd name="connsiteY0-660" fmla="*/ 0 h 2933483"/>
                      <a:gd name="connsiteX1-661" fmla="*/ 8145760 w 8156794"/>
                      <a:gd name="connsiteY1-662" fmla="*/ 1593168 h 2933483"/>
                      <a:gd name="connsiteX2-663" fmla="*/ 4123353 w 8156794"/>
                      <a:gd name="connsiteY2-664" fmla="*/ 2932729 h 2933483"/>
                      <a:gd name="connsiteX3-665" fmla="*/ 2295 w 8156794"/>
                      <a:gd name="connsiteY3-666" fmla="*/ 1484165 h 2933483"/>
                      <a:gd name="connsiteX4-667" fmla="*/ 767 w 8156794"/>
                      <a:gd name="connsiteY4-668" fmla="*/ 13224 h 2933483"/>
                      <a:gd name="connsiteX5-669" fmla="*/ 4068271 w 8156794"/>
                      <a:gd name="connsiteY5-670" fmla="*/ 1432121 h 2933483"/>
                      <a:gd name="connsiteX6-671" fmla="*/ 8156794 w 8156794"/>
                      <a:gd name="connsiteY6-672" fmla="*/ 0 h 2933483"/>
                      <a:gd name="connsiteX0-673" fmla="*/ 8123689 w 8145760"/>
                      <a:gd name="connsiteY0-674" fmla="*/ 13560 h 2920259"/>
                      <a:gd name="connsiteX1-675" fmla="*/ 8145760 w 8145760"/>
                      <a:gd name="connsiteY1-676" fmla="*/ 1579944 h 2920259"/>
                      <a:gd name="connsiteX2-677" fmla="*/ 4123353 w 8145760"/>
                      <a:gd name="connsiteY2-678" fmla="*/ 2919505 h 2920259"/>
                      <a:gd name="connsiteX3-679" fmla="*/ 2295 w 8145760"/>
                      <a:gd name="connsiteY3-680" fmla="*/ 1470941 h 2920259"/>
                      <a:gd name="connsiteX4-681" fmla="*/ 767 w 8145760"/>
                      <a:gd name="connsiteY4-682" fmla="*/ 0 h 2920259"/>
                      <a:gd name="connsiteX5-683" fmla="*/ 4068271 w 8145760"/>
                      <a:gd name="connsiteY5-684" fmla="*/ 1418897 h 2920259"/>
                      <a:gd name="connsiteX6-685" fmla="*/ 8123689 w 8145760"/>
                      <a:gd name="connsiteY6-686" fmla="*/ 13560 h 2920259"/>
                      <a:gd name="connsiteX0-687" fmla="*/ 8178863 w 8178863"/>
                      <a:gd name="connsiteY0-688" fmla="*/ 26952 h 2920259"/>
                      <a:gd name="connsiteX1-689" fmla="*/ 8145760 w 8178863"/>
                      <a:gd name="connsiteY1-690" fmla="*/ 1579944 h 2920259"/>
                      <a:gd name="connsiteX2-691" fmla="*/ 4123353 w 8178863"/>
                      <a:gd name="connsiteY2-692" fmla="*/ 2919505 h 2920259"/>
                      <a:gd name="connsiteX3-693" fmla="*/ 2295 w 8178863"/>
                      <a:gd name="connsiteY3-694" fmla="*/ 1470941 h 2920259"/>
                      <a:gd name="connsiteX4-695" fmla="*/ 767 w 8178863"/>
                      <a:gd name="connsiteY4-696" fmla="*/ 0 h 2920259"/>
                      <a:gd name="connsiteX5-697" fmla="*/ 4068271 w 8178863"/>
                      <a:gd name="connsiteY5-698" fmla="*/ 1418897 h 2920259"/>
                      <a:gd name="connsiteX6-699" fmla="*/ 8178863 w 8178863"/>
                      <a:gd name="connsiteY6-700" fmla="*/ 26952 h 2920259"/>
                      <a:gd name="connsiteX0-701" fmla="*/ 8167827 w 8167827"/>
                      <a:gd name="connsiteY0-702" fmla="*/ 40343 h 2920259"/>
                      <a:gd name="connsiteX1-703" fmla="*/ 8145760 w 8167827"/>
                      <a:gd name="connsiteY1-704" fmla="*/ 1579944 h 2920259"/>
                      <a:gd name="connsiteX2-705" fmla="*/ 4123353 w 8167827"/>
                      <a:gd name="connsiteY2-706" fmla="*/ 2919505 h 2920259"/>
                      <a:gd name="connsiteX3-707" fmla="*/ 2295 w 8167827"/>
                      <a:gd name="connsiteY3-708" fmla="*/ 1470941 h 2920259"/>
                      <a:gd name="connsiteX4-709" fmla="*/ 767 w 8167827"/>
                      <a:gd name="connsiteY4-710" fmla="*/ 0 h 2920259"/>
                      <a:gd name="connsiteX5-711" fmla="*/ 4068271 w 8167827"/>
                      <a:gd name="connsiteY5-712" fmla="*/ 1418897 h 2920259"/>
                      <a:gd name="connsiteX6-713" fmla="*/ 8167827 w 8167827"/>
                      <a:gd name="connsiteY6-714" fmla="*/ 40343 h 2920259"/>
                      <a:gd name="connsiteX0-715" fmla="*/ 8123687 w 8145760"/>
                      <a:gd name="connsiteY0-716" fmla="*/ 53735 h 2920259"/>
                      <a:gd name="connsiteX1-717" fmla="*/ 8145760 w 8145760"/>
                      <a:gd name="connsiteY1-718" fmla="*/ 1579944 h 2920259"/>
                      <a:gd name="connsiteX2-719" fmla="*/ 4123353 w 8145760"/>
                      <a:gd name="connsiteY2-720" fmla="*/ 2919505 h 2920259"/>
                      <a:gd name="connsiteX3-721" fmla="*/ 2295 w 8145760"/>
                      <a:gd name="connsiteY3-722" fmla="*/ 1470941 h 2920259"/>
                      <a:gd name="connsiteX4-723" fmla="*/ 767 w 8145760"/>
                      <a:gd name="connsiteY4-724" fmla="*/ 0 h 2920259"/>
                      <a:gd name="connsiteX5-725" fmla="*/ 4068271 w 8145760"/>
                      <a:gd name="connsiteY5-726" fmla="*/ 1418897 h 2920259"/>
                      <a:gd name="connsiteX6-727" fmla="*/ 8123687 w 8145760"/>
                      <a:gd name="connsiteY6-728" fmla="*/ 53735 h 2920259"/>
                      <a:gd name="connsiteX0-729" fmla="*/ 8161918 w 8161918"/>
                      <a:gd name="connsiteY0-730" fmla="*/ 0 h 2943855"/>
                      <a:gd name="connsiteX1-731" fmla="*/ 8145760 w 8161918"/>
                      <a:gd name="connsiteY1-732" fmla="*/ 1603540 h 2943855"/>
                      <a:gd name="connsiteX2-733" fmla="*/ 4123353 w 8161918"/>
                      <a:gd name="connsiteY2-734" fmla="*/ 2943101 h 2943855"/>
                      <a:gd name="connsiteX3-735" fmla="*/ 2295 w 8161918"/>
                      <a:gd name="connsiteY3-736" fmla="*/ 1494537 h 2943855"/>
                      <a:gd name="connsiteX4-737" fmla="*/ 767 w 8161918"/>
                      <a:gd name="connsiteY4-738" fmla="*/ 23596 h 2943855"/>
                      <a:gd name="connsiteX5-739" fmla="*/ 4068271 w 8161918"/>
                      <a:gd name="connsiteY5-740" fmla="*/ 1442493 h 2943855"/>
                      <a:gd name="connsiteX6-741" fmla="*/ 8161918 w 8161918"/>
                      <a:gd name="connsiteY6-742" fmla="*/ 0 h 2943855"/>
                      <a:gd name="connsiteX0-743" fmla="*/ 8144926 w 8145760"/>
                      <a:gd name="connsiteY0-744" fmla="*/ 43424 h 2920259"/>
                      <a:gd name="connsiteX1-745" fmla="*/ 8145760 w 8145760"/>
                      <a:gd name="connsiteY1-746" fmla="*/ 1579944 h 2920259"/>
                      <a:gd name="connsiteX2-747" fmla="*/ 4123353 w 8145760"/>
                      <a:gd name="connsiteY2-748" fmla="*/ 2919505 h 2920259"/>
                      <a:gd name="connsiteX3-749" fmla="*/ 2295 w 8145760"/>
                      <a:gd name="connsiteY3-750" fmla="*/ 1470941 h 2920259"/>
                      <a:gd name="connsiteX4-751" fmla="*/ 767 w 8145760"/>
                      <a:gd name="connsiteY4-752" fmla="*/ 0 h 2920259"/>
                      <a:gd name="connsiteX5-753" fmla="*/ 4068271 w 8145760"/>
                      <a:gd name="connsiteY5-754" fmla="*/ 1418897 h 2920259"/>
                      <a:gd name="connsiteX6-755" fmla="*/ 8144926 w 8145760"/>
                      <a:gd name="connsiteY6-756" fmla="*/ 43424 h 2920259"/>
                      <a:gd name="connsiteX0-757" fmla="*/ 8161918 w 8161918"/>
                      <a:gd name="connsiteY0-758" fmla="*/ 0 h 2959321"/>
                      <a:gd name="connsiteX1-759" fmla="*/ 8145760 w 8161918"/>
                      <a:gd name="connsiteY1-760" fmla="*/ 1619006 h 2959321"/>
                      <a:gd name="connsiteX2-761" fmla="*/ 4123353 w 8161918"/>
                      <a:gd name="connsiteY2-762" fmla="*/ 2958567 h 2959321"/>
                      <a:gd name="connsiteX3-763" fmla="*/ 2295 w 8161918"/>
                      <a:gd name="connsiteY3-764" fmla="*/ 1510003 h 2959321"/>
                      <a:gd name="connsiteX4-765" fmla="*/ 767 w 8161918"/>
                      <a:gd name="connsiteY4-766" fmla="*/ 39062 h 2959321"/>
                      <a:gd name="connsiteX5-767" fmla="*/ 4068271 w 8161918"/>
                      <a:gd name="connsiteY5-768" fmla="*/ 1457959 h 2959321"/>
                      <a:gd name="connsiteX6-769" fmla="*/ 8161918 w 8161918"/>
                      <a:gd name="connsiteY6-770" fmla="*/ 0 h 2959321"/>
                      <a:gd name="connsiteX0-771" fmla="*/ 8161918 w 8162752"/>
                      <a:gd name="connsiteY0-772" fmla="*/ 0 h 2959488"/>
                      <a:gd name="connsiteX1-773" fmla="*/ 8162752 w 8162752"/>
                      <a:gd name="connsiteY1-774" fmla="*/ 1629317 h 2959488"/>
                      <a:gd name="connsiteX2-775" fmla="*/ 4123353 w 8162752"/>
                      <a:gd name="connsiteY2-776" fmla="*/ 2958567 h 2959488"/>
                      <a:gd name="connsiteX3-777" fmla="*/ 2295 w 8162752"/>
                      <a:gd name="connsiteY3-778" fmla="*/ 1510003 h 2959488"/>
                      <a:gd name="connsiteX4-779" fmla="*/ 767 w 8162752"/>
                      <a:gd name="connsiteY4-780" fmla="*/ 39062 h 2959488"/>
                      <a:gd name="connsiteX5-781" fmla="*/ 4068271 w 8162752"/>
                      <a:gd name="connsiteY5-782" fmla="*/ 1457959 h 2959488"/>
                      <a:gd name="connsiteX6-783" fmla="*/ 8161918 w 8162752"/>
                      <a:gd name="connsiteY6-784" fmla="*/ 0 h 2959488"/>
                      <a:gd name="connsiteX0-785" fmla="*/ 8165930 w 8166764"/>
                      <a:gd name="connsiteY0-786" fmla="*/ 7337 h 2966825"/>
                      <a:gd name="connsiteX1-787" fmla="*/ 8166764 w 8166764"/>
                      <a:gd name="connsiteY1-788" fmla="*/ 1636654 h 2966825"/>
                      <a:gd name="connsiteX2-789" fmla="*/ 4127365 w 8166764"/>
                      <a:gd name="connsiteY2-790" fmla="*/ 2965904 h 2966825"/>
                      <a:gd name="connsiteX3-791" fmla="*/ 6307 w 8166764"/>
                      <a:gd name="connsiteY3-792" fmla="*/ 1517340 h 2966825"/>
                      <a:gd name="connsiteX4-793" fmla="*/ 532 w 8166764"/>
                      <a:gd name="connsiteY4-794" fmla="*/ 0 h 2966825"/>
                      <a:gd name="connsiteX5-795" fmla="*/ 4072283 w 8166764"/>
                      <a:gd name="connsiteY5-796" fmla="*/ 1465296 h 2966825"/>
                      <a:gd name="connsiteX6-797" fmla="*/ 8165930 w 8166764"/>
                      <a:gd name="connsiteY6-798" fmla="*/ 7337 h 2966825"/>
                      <a:gd name="connsiteX0-799" fmla="*/ 8168119 w 8168953"/>
                      <a:gd name="connsiteY0-800" fmla="*/ 7337 h 2966682"/>
                      <a:gd name="connsiteX1-801" fmla="*/ 8168953 w 8168953"/>
                      <a:gd name="connsiteY1-802" fmla="*/ 1636654 h 2966682"/>
                      <a:gd name="connsiteX2-803" fmla="*/ 4129554 w 8168953"/>
                      <a:gd name="connsiteY2-804" fmla="*/ 2965904 h 2966682"/>
                      <a:gd name="connsiteX3-805" fmla="*/ 0 w 8168953"/>
                      <a:gd name="connsiteY3-806" fmla="*/ 1527651 h 2966682"/>
                      <a:gd name="connsiteX4-807" fmla="*/ 2721 w 8168953"/>
                      <a:gd name="connsiteY4-808" fmla="*/ 0 h 2966682"/>
                      <a:gd name="connsiteX5-809" fmla="*/ 4074472 w 8168953"/>
                      <a:gd name="connsiteY5-810" fmla="*/ 1465296 h 2966682"/>
                      <a:gd name="connsiteX6-811" fmla="*/ 8168119 w 8168953"/>
                      <a:gd name="connsiteY6-812" fmla="*/ 7337 h 2966682"/>
                      <a:gd name="connsiteX0-813" fmla="*/ 8168119 w 8168953"/>
                      <a:gd name="connsiteY0-814" fmla="*/ 7337 h 3100377"/>
                      <a:gd name="connsiteX1-815" fmla="*/ 8168953 w 8168953"/>
                      <a:gd name="connsiteY1-816" fmla="*/ 1636654 h 3100377"/>
                      <a:gd name="connsiteX2-817" fmla="*/ 4118520 w 8168953"/>
                      <a:gd name="connsiteY2-818" fmla="*/ 3099826 h 3100377"/>
                      <a:gd name="connsiteX3-819" fmla="*/ 0 w 8168953"/>
                      <a:gd name="connsiteY3-820" fmla="*/ 1527651 h 3100377"/>
                      <a:gd name="connsiteX4-821" fmla="*/ 2721 w 8168953"/>
                      <a:gd name="connsiteY4-822" fmla="*/ 0 h 3100377"/>
                      <a:gd name="connsiteX5-823" fmla="*/ 4074472 w 8168953"/>
                      <a:gd name="connsiteY5-824" fmla="*/ 1465296 h 3100377"/>
                      <a:gd name="connsiteX6-825" fmla="*/ 8168119 w 8168953"/>
                      <a:gd name="connsiteY6-826" fmla="*/ 7337 h 3100377"/>
                      <a:gd name="connsiteX0-827" fmla="*/ 8168119 w 8168953"/>
                      <a:gd name="connsiteY0-828" fmla="*/ 7337 h 3100429"/>
                      <a:gd name="connsiteX1-829" fmla="*/ 8168953 w 8168953"/>
                      <a:gd name="connsiteY1-830" fmla="*/ 1636654 h 3100429"/>
                      <a:gd name="connsiteX2-831" fmla="*/ 4118520 w 8168953"/>
                      <a:gd name="connsiteY2-832" fmla="*/ 3099826 h 3100429"/>
                      <a:gd name="connsiteX3-833" fmla="*/ 0 w 8168953"/>
                      <a:gd name="connsiteY3-834" fmla="*/ 1527651 h 3100429"/>
                      <a:gd name="connsiteX4-835" fmla="*/ 2721 w 8168953"/>
                      <a:gd name="connsiteY4-836" fmla="*/ 0 h 3100429"/>
                      <a:gd name="connsiteX5-837" fmla="*/ 4074472 w 8168953"/>
                      <a:gd name="connsiteY5-838" fmla="*/ 1465296 h 3100429"/>
                      <a:gd name="connsiteX6-839" fmla="*/ 8168119 w 8168953"/>
                      <a:gd name="connsiteY6-840" fmla="*/ 7337 h 3100429"/>
                      <a:gd name="connsiteX0-841" fmla="*/ 8165849 w 8166683"/>
                      <a:gd name="connsiteY0-842" fmla="*/ 7337 h 3099826"/>
                      <a:gd name="connsiteX1-843" fmla="*/ 8166683 w 8166683"/>
                      <a:gd name="connsiteY1-844" fmla="*/ 1636654 h 3099826"/>
                      <a:gd name="connsiteX2-845" fmla="*/ 4116250 w 8166683"/>
                      <a:gd name="connsiteY2-846" fmla="*/ 3099826 h 3099826"/>
                      <a:gd name="connsiteX3-847" fmla="*/ 8764 w 8166683"/>
                      <a:gd name="connsiteY3-848" fmla="*/ 1634789 h 3099826"/>
                      <a:gd name="connsiteX4-849" fmla="*/ 451 w 8166683"/>
                      <a:gd name="connsiteY4-850" fmla="*/ 0 h 3099826"/>
                      <a:gd name="connsiteX5-851" fmla="*/ 4072202 w 8166683"/>
                      <a:gd name="connsiteY5-852" fmla="*/ 1465296 h 3099826"/>
                      <a:gd name="connsiteX6-853" fmla="*/ 8165849 w 8166683"/>
                      <a:gd name="connsiteY6-854" fmla="*/ 7337 h 3099826"/>
                      <a:gd name="connsiteX0-855" fmla="*/ 8165849 w 8166683"/>
                      <a:gd name="connsiteY0-856" fmla="*/ 7337 h 3099826"/>
                      <a:gd name="connsiteX1-857" fmla="*/ 8166683 w 8166683"/>
                      <a:gd name="connsiteY1-858" fmla="*/ 1636654 h 3099826"/>
                      <a:gd name="connsiteX2-859" fmla="*/ 4116250 w 8166683"/>
                      <a:gd name="connsiteY2-860" fmla="*/ 3099826 h 3099826"/>
                      <a:gd name="connsiteX3-861" fmla="*/ 8764 w 8166683"/>
                      <a:gd name="connsiteY3-862" fmla="*/ 1634789 h 3099826"/>
                      <a:gd name="connsiteX4-863" fmla="*/ 451 w 8166683"/>
                      <a:gd name="connsiteY4-864" fmla="*/ 0 h 3099826"/>
                      <a:gd name="connsiteX5-865" fmla="*/ 4072202 w 8166683"/>
                      <a:gd name="connsiteY5-866" fmla="*/ 1465296 h 3099826"/>
                      <a:gd name="connsiteX6-867" fmla="*/ 8165849 w 8166683"/>
                      <a:gd name="connsiteY6-868" fmla="*/ 7337 h 3099826"/>
                      <a:gd name="connsiteX0-869" fmla="*/ 8165849 w 8166683"/>
                      <a:gd name="connsiteY0-870" fmla="*/ 7337 h 3099826"/>
                      <a:gd name="connsiteX1-871" fmla="*/ 8166683 w 8166683"/>
                      <a:gd name="connsiteY1-872" fmla="*/ 1636654 h 3099826"/>
                      <a:gd name="connsiteX2-873" fmla="*/ 4116250 w 8166683"/>
                      <a:gd name="connsiteY2-874" fmla="*/ 3099826 h 3099826"/>
                      <a:gd name="connsiteX3-875" fmla="*/ 8764 w 8166683"/>
                      <a:gd name="connsiteY3-876" fmla="*/ 1634789 h 3099826"/>
                      <a:gd name="connsiteX4-877" fmla="*/ 451 w 8166683"/>
                      <a:gd name="connsiteY4-878" fmla="*/ 0 h 3099826"/>
                      <a:gd name="connsiteX5-879" fmla="*/ 4061168 w 8166683"/>
                      <a:gd name="connsiteY5-880" fmla="*/ 1438511 h 3099826"/>
                      <a:gd name="connsiteX6-881" fmla="*/ 8165849 w 8166683"/>
                      <a:gd name="connsiteY6-882" fmla="*/ 7337 h 3099826"/>
                      <a:gd name="connsiteX0-883" fmla="*/ 8165849 w 8166683"/>
                      <a:gd name="connsiteY0-884" fmla="*/ 7337 h 3099826"/>
                      <a:gd name="connsiteX1-885" fmla="*/ 8166683 w 8166683"/>
                      <a:gd name="connsiteY1-886" fmla="*/ 1636654 h 3099826"/>
                      <a:gd name="connsiteX2-887" fmla="*/ 4116250 w 8166683"/>
                      <a:gd name="connsiteY2-888" fmla="*/ 3099826 h 3099826"/>
                      <a:gd name="connsiteX3-889" fmla="*/ 8764 w 8166683"/>
                      <a:gd name="connsiteY3-890" fmla="*/ 1634789 h 3099826"/>
                      <a:gd name="connsiteX4-891" fmla="*/ 451 w 8166683"/>
                      <a:gd name="connsiteY4-892" fmla="*/ 0 h 3099826"/>
                      <a:gd name="connsiteX5-893" fmla="*/ 4061168 w 8166683"/>
                      <a:gd name="connsiteY5-894" fmla="*/ 1438511 h 3099826"/>
                      <a:gd name="connsiteX6-895" fmla="*/ 8165849 w 8166683"/>
                      <a:gd name="connsiteY6-896" fmla="*/ 7337 h 309982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7" name="Oval 416"/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418" name="Group 417"/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19" name="Freeform 418"/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-1" fmla="*/ 3725333 w 4641485"/>
                        <a:gd name="connsiteY0-2" fmla="*/ 0 h 1049866"/>
                        <a:gd name="connsiteX1-3" fmla="*/ 4641485 w 4641485"/>
                        <a:gd name="connsiteY1-4" fmla="*/ 239402 h 1049866"/>
                        <a:gd name="connsiteX2-5" fmla="*/ 3962400 w 4641485"/>
                        <a:gd name="connsiteY2-6" fmla="*/ 541866 h 1049866"/>
                        <a:gd name="connsiteX3-7" fmla="*/ 3742267 w 4641485"/>
                        <a:gd name="connsiteY3-8" fmla="*/ 457200 h 1049866"/>
                        <a:gd name="connsiteX4-9" fmla="*/ 2269067 w 4641485"/>
                        <a:gd name="connsiteY4-10" fmla="*/ 1049866 h 1049866"/>
                        <a:gd name="connsiteX5-11" fmla="*/ 880533 w 4641485"/>
                        <a:gd name="connsiteY5-12" fmla="*/ 457200 h 1049866"/>
                        <a:gd name="connsiteX6-13" fmla="*/ 592667 w 4641485"/>
                        <a:gd name="connsiteY6-14" fmla="*/ 541866 h 1049866"/>
                        <a:gd name="connsiteX7-15" fmla="*/ 0 w 4641485"/>
                        <a:gd name="connsiteY7-16" fmla="*/ 254000 h 1049866"/>
                        <a:gd name="connsiteX8-17" fmla="*/ 880533 w 4641485"/>
                        <a:gd name="connsiteY8-18" fmla="*/ 16933 h 1049866"/>
                        <a:gd name="connsiteX9-19" fmla="*/ 2302933 w 4641485"/>
                        <a:gd name="connsiteY9-20" fmla="*/ 626533 h 1049866"/>
                        <a:gd name="connsiteX10-21" fmla="*/ 3725333 w 4641485"/>
                        <a:gd name="connsiteY10-22" fmla="*/ 0 h 1049866"/>
                        <a:gd name="connsiteX0-23" fmla="*/ 3756864 w 4673016"/>
                        <a:gd name="connsiteY0-24" fmla="*/ 0 h 1049866"/>
                        <a:gd name="connsiteX1-25" fmla="*/ 4673016 w 4673016"/>
                        <a:gd name="connsiteY1-26" fmla="*/ 239402 h 1049866"/>
                        <a:gd name="connsiteX2-27" fmla="*/ 3993931 w 4673016"/>
                        <a:gd name="connsiteY2-28" fmla="*/ 541866 h 1049866"/>
                        <a:gd name="connsiteX3-29" fmla="*/ 3773798 w 4673016"/>
                        <a:gd name="connsiteY3-30" fmla="*/ 457200 h 1049866"/>
                        <a:gd name="connsiteX4-31" fmla="*/ 2300598 w 4673016"/>
                        <a:gd name="connsiteY4-32" fmla="*/ 1049866 h 1049866"/>
                        <a:gd name="connsiteX5-33" fmla="*/ 912064 w 4673016"/>
                        <a:gd name="connsiteY5-34" fmla="*/ 457200 h 1049866"/>
                        <a:gd name="connsiteX6-35" fmla="*/ 624198 w 4673016"/>
                        <a:gd name="connsiteY6-36" fmla="*/ 541866 h 1049866"/>
                        <a:gd name="connsiteX7-37" fmla="*/ 0 w 4673016"/>
                        <a:gd name="connsiteY7-38" fmla="*/ 232979 h 1049866"/>
                        <a:gd name="connsiteX8-39" fmla="*/ 912064 w 4673016"/>
                        <a:gd name="connsiteY8-40" fmla="*/ 16933 h 1049866"/>
                        <a:gd name="connsiteX9-41" fmla="*/ 2334464 w 4673016"/>
                        <a:gd name="connsiteY9-42" fmla="*/ 626533 h 1049866"/>
                        <a:gd name="connsiteX10-43" fmla="*/ 3756864 w 4673016"/>
                        <a:gd name="connsiteY10-44" fmla="*/ 0 h 1049866"/>
                        <a:gd name="connsiteX0-45" fmla="*/ 3756864 w 4673016"/>
                        <a:gd name="connsiteY0-46" fmla="*/ 0 h 1049866"/>
                        <a:gd name="connsiteX1-47" fmla="*/ 4673016 w 4673016"/>
                        <a:gd name="connsiteY1-48" fmla="*/ 239402 h 1049866"/>
                        <a:gd name="connsiteX2-49" fmla="*/ 3993931 w 4673016"/>
                        <a:gd name="connsiteY2-50" fmla="*/ 541866 h 1049866"/>
                        <a:gd name="connsiteX3-51" fmla="*/ 3784308 w 4673016"/>
                        <a:gd name="connsiteY3-52" fmla="*/ 404648 h 1049866"/>
                        <a:gd name="connsiteX4-53" fmla="*/ 2300598 w 4673016"/>
                        <a:gd name="connsiteY4-54" fmla="*/ 1049866 h 1049866"/>
                        <a:gd name="connsiteX5-55" fmla="*/ 912064 w 4673016"/>
                        <a:gd name="connsiteY5-56" fmla="*/ 457200 h 1049866"/>
                        <a:gd name="connsiteX6-57" fmla="*/ 624198 w 4673016"/>
                        <a:gd name="connsiteY6-58" fmla="*/ 541866 h 1049866"/>
                        <a:gd name="connsiteX7-59" fmla="*/ 0 w 4673016"/>
                        <a:gd name="connsiteY7-60" fmla="*/ 232979 h 1049866"/>
                        <a:gd name="connsiteX8-61" fmla="*/ 912064 w 4673016"/>
                        <a:gd name="connsiteY8-62" fmla="*/ 16933 h 1049866"/>
                        <a:gd name="connsiteX9-63" fmla="*/ 2334464 w 4673016"/>
                        <a:gd name="connsiteY9-64" fmla="*/ 626533 h 1049866"/>
                        <a:gd name="connsiteX10-65" fmla="*/ 3756864 w 4673016"/>
                        <a:gd name="connsiteY10-66" fmla="*/ 0 h 1049866"/>
                        <a:gd name="connsiteX0-67" fmla="*/ 3756864 w 4673016"/>
                        <a:gd name="connsiteY0-68" fmla="*/ 0 h 1049866"/>
                        <a:gd name="connsiteX1-69" fmla="*/ 4673016 w 4673016"/>
                        <a:gd name="connsiteY1-70" fmla="*/ 239402 h 1049866"/>
                        <a:gd name="connsiteX2-71" fmla="*/ 3993931 w 4673016"/>
                        <a:gd name="connsiteY2-72" fmla="*/ 541866 h 1049866"/>
                        <a:gd name="connsiteX3-73" fmla="*/ 3794818 w 4673016"/>
                        <a:gd name="connsiteY3-74" fmla="*/ 436179 h 1049866"/>
                        <a:gd name="connsiteX4-75" fmla="*/ 2300598 w 4673016"/>
                        <a:gd name="connsiteY4-76" fmla="*/ 1049866 h 1049866"/>
                        <a:gd name="connsiteX5-77" fmla="*/ 912064 w 4673016"/>
                        <a:gd name="connsiteY5-78" fmla="*/ 457200 h 1049866"/>
                        <a:gd name="connsiteX6-79" fmla="*/ 624198 w 4673016"/>
                        <a:gd name="connsiteY6-80" fmla="*/ 541866 h 1049866"/>
                        <a:gd name="connsiteX7-81" fmla="*/ 0 w 4673016"/>
                        <a:gd name="connsiteY7-82" fmla="*/ 232979 h 1049866"/>
                        <a:gd name="connsiteX8-83" fmla="*/ 912064 w 4673016"/>
                        <a:gd name="connsiteY8-84" fmla="*/ 16933 h 1049866"/>
                        <a:gd name="connsiteX9-85" fmla="*/ 2334464 w 4673016"/>
                        <a:gd name="connsiteY9-86" fmla="*/ 626533 h 1049866"/>
                        <a:gd name="connsiteX10-87" fmla="*/ 3756864 w 4673016"/>
                        <a:gd name="connsiteY10-88" fmla="*/ 0 h 1049866"/>
                        <a:gd name="connsiteX0-89" fmla="*/ 3756864 w 4673016"/>
                        <a:gd name="connsiteY0-90" fmla="*/ 0 h 1049866"/>
                        <a:gd name="connsiteX1-91" fmla="*/ 4673016 w 4673016"/>
                        <a:gd name="connsiteY1-92" fmla="*/ 239402 h 1049866"/>
                        <a:gd name="connsiteX2-93" fmla="*/ 3993931 w 4673016"/>
                        <a:gd name="connsiteY2-94" fmla="*/ 541866 h 1049866"/>
                        <a:gd name="connsiteX3-95" fmla="*/ 3794818 w 4673016"/>
                        <a:gd name="connsiteY3-96" fmla="*/ 436179 h 1049866"/>
                        <a:gd name="connsiteX4-97" fmla="*/ 2300598 w 4673016"/>
                        <a:gd name="connsiteY4-98" fmla="*/ 1049866 h 1049866"/>
                        <a:gd name="connsiteX5-99" fmla="*/ 912064 w 4673016"/>
                        <a:gd name="connsiteY5-100" fmla="*/ 457200 h 1049866"/>
                        <a:gd name="connsiteX6-101" fmla="*/ 624198 w 4673016"/>
                        <a:gd name="connsiteY6-102" fmla="*/ 541866 h 1049866"/>
                        <a:gd name="connsiteX7-103" fmla="*/ 0 w 4673016"/>
                        <a:gd name="connsiteY7-104" fmla="*/ 232979 h 1049866"/>
                        <a:gd name="connsiteX8-105" fmla="*/ 912064 w 4673016"/>
                        <a:gd name="connsiteY8-106" fmla="*/ 16933 h 1049866"/>
                        <a:gd name="connsiteX9-107" fmla="*/ 2323954 w 4673016"/>
                        <a:gd name="connsiteY9-108" fmla="*/ 616023 h 1049866"/>
                        <a:gd name="connsiteX10-109" fmla="*/ 3756864 w 4673016"/>
                        <a:gd name="connsiteY10-110" fmla="*/ 0 h 1049866"/>
                        <a:gd name="connsiteX0-111" fmla="*/ 3756864 w 4673016"/>
                        <a:gd name="connsiteY0-112" fmla="*/ 0 h 1049866"/>
                        <a:gd name="connsiteX1-113" fmla="*/ 4673016 w 4673016"/>
                        <a:gd name="connsiteY1-114" fmla="*/ 239402 h 1049866"/>
                        <a:gd name="connsiteX2-115" fmla="*/ 3993931 w 4673016"/>
                        <a:gd name="connsiteY2-116" fmla="*/ 541866 h 1049866"/>
                        <a:gd name="connsiteX3-117" fmla="*/ 3794818 w 4673016"/>
                        <a:gd name="connsiteY3-118" fmla="*/ 436179 h 1049866"/>
                        <a:gd name="connsiteX4-119" fmla="*/ 2300598 w 4673016"/>
                        <a:gd name="connsiteY4-120" fmla="*/ 1049866 h 1049866"/>
                        <a:gd name="connsiteX5-121" fmla="*/ 912064 w 4673016"/>
                        <a:gd name="connsiteY5-122" fmla="*/ 457200 h 1049866"/>
                        <a:gd name="connsiteX6-123" fmla="*/ 624198 w 4673016"/>
                        <a:gd name="connsiteY6-124" fmla="*/ 541866 h 1049866"/>
                        <a:gd name="connsiteX7-125" fmla="*/ 0 w 4673016"/>
                        <a:gd name="connsiteY7-126" fmla="*/ 275021 h 1049866"/>
                        <a:gd name="connsiteX8-127" fmla="*/ 912064 w 4673016"/>
                        <a:gd name="connsiteY8-128" fmla="*/ 16933 h 1049866"/>
                        <a:gd name="connsiteX9-129" fmla="*/ 2323954 w 4673016"/>
                        <a:gd name="connsiteY9-130" fmla="*/ 616023 h 1049866"/>
                        <a:gd name="connsiteX10-131" fmla="*/ 3756864 w 4673016"/>
                        <a:gd name="connsiteY10-132" fmla="*/ 0 h 1049866"/>
                        <a:gd name="connsiteX0-133" fmla="*/ 3756864 w 4673016"/>
                        <a:gd name="connsiteY0-134" fmla="*/ 0 h 1049866"/>
                        <a:gd name="connsiteX1-135" fmla="*/ 4673016 w 4673016"/>
                        <a:gd name="connsiteY1-136" fmla="*/ 239402 h 1049866"/>
                        <a:gd name="connsiteX2-137" fmla="*/ 3993931 w 4673016"/>
                        <a:gd name="connsiteY2-138" fmla="*/ 541866 h 1049866"/>
                        <a:gd name="connsiteX3-139" fmla="*/ 3815839 w 4673016"/>
                        <a:gd name="connsiteY3-140" fmla="*/ 467710 h 1049866"/>
                        <a:gd name="connsiteX4-141" fmla="*/ 2300598 w 4673016"/>
                        <a:gd name="connsiteY4-142" fmla="*/ 1049866 h 1049866"/>
                        <a:gd name="connsiteX5-143" fmla="*/ 912064 w 4673016"/>
                        <a:gd name="connsiteY5-144" fmla="*/ 457200 h 1049866"/>
                        <a:gd name="connsiteX6-145" fmla="*/ 624198 w 4673016"/>
                        <a:gd name="connsiteY6-146" fmla="*/ 541866 h 1049866"/>
                        <a:gd name="connsiteX7-147" fmla="*/ 0 w 4673016"/>
                        <a:gd name="connsiteY7-148" fmla="*/ 275021 h 1049866"/>
                        <a:gd name="connsiteX8-149" fmla="*/ 912064 w 4673016"/>
                        <a:gd name="connsiteY8-150" fmla="*/ 16933 h 1049866"/>
                        <a:gd name="connsiteX9-151" fmla="*/ 2323954 w 4673016"/>
                        <a:gd name="connsiteY9-152" fmla="*/ 616023 h 1049866"/>
                        <a:gd name="connsiteX10-153" fmla="*/ 3756864 w 4673016"/>
                        <a:gd name="connsiteY10-154" fmla="*/ 0 h 104986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0" name="Freeform 419"/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1" name="Freeform 420"/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2" name="Freeform 421"/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-1" fmla="*/ 168165 w 3731172"/>
                        <a:gd name="connsiteY0-2" fmla="*/ 73572 h 1418896"/>
                        <a:gd name="connsiteX1-3" fmla="*/ 451945 w 3731172"/>
                        <a:gd name="connsiteY1-4" fmla="*/ 0 h 1418896"/>
                        <a:gd name="connsiteX2-5" fmla="*/ 1881352 w 3731172"/>
                        <a:gd name="connsiteY2-6" fmla="*/ 599089 h 1418896"/>
                        <a:gd name="connsiteX3-7" fmla="*/ 3363310 w 3731172"/>
                        <a:gd name="connsiteY3-8" fmla="*/ 0 h 1418896"/>
                        <a:gd name="connsiteX4-9" fmla="*/ 3584027 w 3731172"/>
                        <a:gd name="connsiteY4-10" fmla="*/ 73572 h 1418896"/>
                        <a:gd name="connsiteX5-11" fmla="*/ 2627586 w 3731172"/>
                        <a:gd name="connsiteY5-12" fmla="*/ 441434 h 1418896"/>
                        <a:gd name="connsiteX6-13" fmla="*/ 2596055 w 3731172"/>
                        <a:gd name="connsiteY6-14" fmla="*/ 914400 h 1418896"/>
                        <a:gd name="connsiteX7-15" fmla="*/ 3731172 w 3731172"/>
                        <a:gd name="connsiteY7-16" fmla="*/ 1345324 h 1418896"/>
                        <a:gd name="connsiteX8-17" fmla="*/ 3447393 w 3731172"/>
                        <a:gd name="connsiteY8-18" fmla="*/ 1408386 h 1418896"/>
                        <a:gd name="connsiteX9-19" fmla="*/ 1870841 w 3731172"/>
                        <a:gd name="connsiteY9-20" fmla="*/ 746234 h 1418896"/>
                        <a:gd name="connsiteX10-21" fmla="*/ 262758 w 3731172"/>
                        <a:gd name="connsiteY10-22" fmla="*/ 1418896 h 1418896"/>
                        <a:gd name="connsiteX11-23" fmla="*/ 0 w 3731172"/>
                        <a:gd name="connsiteY11-24" fmla="*/ 1324303 h 1418896"/>
                        <a:gd name="connsiteX12-25" fmla="*/ 1145627 w 3731172"/>
                        <a:gd name="connsiteY12-26" fmla="*/ 882869 h 1418896"/>
                        <a:gd name="connsiteX13-27" fmla="*/ 1114096 w 3731172"/>
                        <a:gd name="connsiteY13-28" fmla="*/ 409903 h 1418896"/>
                        <a:gd name="connsiteX14-29" fmla="*/ 441434 w 3731172"/>
                        <a:gd name="connsiteY14-30" fmla="*/ 10510 h 1418896"/>
                        <a:gd name="connsiteX15-31" fmla="*/ 441434 w 3731172"/>
                        <a:gd name="connsiteY15-32" fmla="*/ 10510 h 1418896"/>
                        <a:gd name="connsiteX0-33" fmla="*/ 168165 w 3731172"/>
                        <a:gd name="connsiteY0-34" fmla="*/ 73572 h 1418896"/>
                        <a:gd name="connsiteX1-35" fmla="*/ 451945 w 3731172"/>
                        <a:gd name="connsiteY1-36" fmla="*/ 0 h 1418896"/>
                        <a:gd name="connsiteX2-37" fmla="*/ 1881352 w 3731172"/>
                        <a:gd name="connsiteY2-38" fmla="*/ 599089 h 1418896"/>
                        <a:gd name="connsiteX3-39" fmla="*/ 3363310 w 3731172"/>
                        <a:gd name="connsiteY3-40" fmla="*/ 0 h 1418896"/>
                        <a:gd name="connsiteX4-41" fmla="*/ 3584027 w 3731172"/>
                        <a:gd name="connsiteY4-42" fmla="*/ 73572 h 1418896"/>
                        <a:gd name="connsiteX5-43" fmla="*/ 2627586 w 3731172"/>
                        <a:gd name="connsiteY5-44" fmla="*/ 441434 h 1418896"/>
                        <a:gd name="connsiteX6-45" fmla="*/ 2596055 w 3731172"/>
                        <a:gd name="connsiteY6-46" fmla="*/ 914400 h 1418896"/>
                        <a:gd name="connsiteX7-47" fmla="*/ 3731172 w 3731172"/>
                        <a:gd name="connsiteY7-48" fmla="*/ 1345324 h 1418896"/>
                        <a:gd name="connsiteX8-49" fmla="*/ 3447393 w 3731172"/>
                        <a:gd name="connsiteY8-50" fmla="*/ 1408386 h 1418896"/>
                        <a:gd name="connsiteX9-51" fmla="*/ 1870841 w 3731172"/>
                        <a:gd name="connsiteY9-52" fmla="*/ 746234 h 1418896"/>
                        <a:gd name="connsiteX10-53" fmla="*/ 262758 w 3731172"/>
                        <a:gd name="connsiteY10-54" fmla="*/ 1418896 h 1418896"/>
                        <a:gd name="connsiteX11-55" fmla="*/ 0 w 3731172"/>
                        <a:gd name="connsiteY11-56" fmla="*/ 1324303 h 1418896"/>
                        <a:gd name="connsiteX12-57" fmla="*/ 1145627 w 3731172"/>
                        <a:gd name="connsiteY12-58" fmla="*/ 882869 h 1418896"/>
                        <a:gd name="connsiteX13-59" fmla="*/ 1114096 w 3731172"/>
                        <a:gd name="connsiteY13-60" fmla="*/ 409903 h 1418896"/>
                        <a:gd name="connsiteX14-61" fmla="*/ 441434 w 3731172"/>
                        <a:gd name="connsiteY14-62" fmla="*/ 10510 h 1418896"/>
                        <a:gd name="connsiteX0-63" fmla="*/ 168165 w 3731172"/>
                        <a:gd name="connsiteY0-64" fmla="*/ 73572 h 1418896"/>
                        <a:gd name="connsiteX1-65" fmla="*/ 451945 w 3731172"/>
                        <a:gd name="connsiteY1-66" fmla="*/ 0 h 1418896"/>
                        <a:gd name="connsiteX2-67" fmla="*/ 1881352 w 3731172"/>
                        <a:gd name="connsiteY2-68" fmla="*/ 599089 h 1418896"/>
                        <a:gd name="connsiteX3-69" fmla="*/ 3363310 w 3731172"/>
                        <a:gd name="connsiteY3-70" fmla="*/ 0 h 1418896"/>
                        <a:gd name="connsiteX4-71" fmla="*/ 3584027 w 3731172"/>
                        <a:gd name="connsiteY4-72" fmla="*/ 73572 h 1418896"/>
                        <a:gd name="connsiteX5-73" fmla="*/ 2627586 w 3731172"/>
                        <a:gd name="connsiteY5-74" fmla="*/ 441434 h 1418896"/>
                        <a:gd name="connsiteX6-75" fmla="*/ 2596055 w 3731172"/>
                        <a:gd name="connsiteY6-76" fmla="*/ 914400 h 1418896"/>
                        <a:gd name="connsiteX7-77" fmla="*/ 3731172 w 3731172"/>
                        <a:gd name="connsiteY7-78" fmla="*/ 1345324 h 1418896"/>
                        <a:gd name="connsiteX8-79" fmla="*/ 3447393 w 3731172"/>
                        <a:gd name="connsiteY8-80" fmla="*/ 1408386 h 1418896"/>
                        <a:gd name="connsiteX9-81" fmla="*/ 1870841 w 3731172"/>
                        <a:gd name="connsiteY9-82" fmla="*/ 746234 h 1418896"/>
                        <a:gd name="connsiteX10-83" fmla="*/ 262758 w 3731172"/>
                        <a:gd name="connsiteY10-84" fmla="*/ 1418896 h 1418896"/>
                        <a:gd name="connsiteX11-85" fmla="*/ 0 w 3731172"/>
                        <a:gd name="connsiteY11-86" fmla="*/ 1324303 h 1418896"/>
                        <a:gd name="connsiteX12-87" fmla="*/ 1145627 w 3731172"/>
                        <a:gd name="connsiteY12-88" fmla="*/ 882869 h 1418896"/>
                        <a:gd name="connsiteX13-89" fmla="*/ 1114096 w 3731172"/>
                        <a:gd name="connsiteY13-90" fmla="*/ 409903 h 1418896"/>
                        <a:gd name="connsiteX14-91" fmla="*/ 357351 w 3731172"/>
                        <a:gd name="connsiteY14-92" fmla="*/ 115613 h 1418896"/>
                        <a:gd name="connsiteX0-93" fmla="*/ 168165 w 3731172"/>
                        <a:gd name="connsiteY0-94" fmla="*/ 73572 h 1418896"/>
                        <a:gd name="connsiteX1-95" fmla="*/ 451945 w 3731172"/>
                        <a:gd name="connsiteY1-96" fmla="*/ 0 h 1418896"/>
                        <a:gd name="connsiteX2-97" fmla="*/ 1881352 w 3731172"/>
                        <a:gd name="connsiteY2-98" fmla="*/ 599089 h 1418896"/>
                        <a:gd name="connsiteX3-99" fmla="*/ 3363310 w 3731172"/>
                        <a:gd name="connsiteY3-100" fmla="*/ 0 h 1418896"/>
                        <a:gd name="connsiteX4-101" fmla="*/ 3584027 w 3731172"/>
                        <a:gd name="connsiteY4-102" fmla="*/ 73572 h 1418896"/>
                        <a:gd name="connsiteX5-103" fmla="*/ 2627586 w 3731172"/>
                        <a:gd name="connsiteY5-104" fmla="*/ 441434 h 1418896"/>
                        <a:gd name="connsiteX6-105" fmla="*/ 2596055 w 3731172"/>
                        <a:gd name="connsiteY6-106" fmla="*/ 914400 h 1418896"/>
                        <a:gd name="connsiteX7-107" fmla="*/ 3731172 w 3731172"/>
                        <a:gd name="connsiteY7-108" fmla="*/ 1345324 h 1418896"/>
                        <a:gd name="connsiteX8-109" fmla="*/ 3447393 w 3731172"/>
                        <a:gd name="connsiteY8-110" fmla="*/ 1408386 h 1418896"/>
                        <a:gd name="connsiteX9-111" fmla="*/ 1870841 w 3731172"/>
                        <a:gd name="connsiteY9-112" fmla="*/ 746234 h 1418896"/>
                        <a:gd name="connsiteX10-113" fmla="*/ 262758 w 3731172"/>
                        <a:gd name="connsiteY10-114" fmla="*/ 1418896 h 1418896"/>
                        <a:gd name="connsiteX11-115" fmla="*/ 0 w 3731172"/>
                        <a:gd name="connsiteY11-116" fmla="*/ 1324303 h 1418896"/>
                        <a:gd name="connsiteX12-117" fmla="*/ 1145627 w 3731172"/>
                        <a:gd name="connsiteY12-118" fmla="*/ 882869 h 1418896"/>
                        <a:gd name="connsiteX13-119" fmla="*/ 1114096 w 3731172"/>
                        <a:gd name="connsiteY13-120" fmla="*/ 409903 h 1418896"/>
                        <a:gd name="connsiteX14-121" fmla="*/ 147144 w 3731172"/>
                        <a:gd name="connsiteY14-122" fmla="*/ 63061 h 1418896"/>
                        <a:gd name="connsiteX0-123" fmla="*/ 168165 w 3731172"/>
                        <a:gd name="connsiteY0-124" fmla="*/ 73572 h 1418896"/>
                        <a:gd name="connsiteX1-125" fmla="*/ 451945 w 3731172"/>
                        <a:gd name="connsiteY1-126" fmla="*/ 0 h 1418896"/>
                        <a:gd name="connsiteX2-127" fmla="*/ 1881352 w 3731172"/>
                        <a:gd name="connsiteY2-128" fmla="*/ 599089 h 1418896"/>
                        <a:gd name="connsiteX3-129" fmla="*/ 3363310 w 3731172"/>
                        <a:gd name="connsiteY3-130" fmla="*/ 0 h 1418896"/>
                        <a:gd name="connsiteX4-131" fmla="*/ 3584027 w 3731172"/>
                        <a:gd name="connsiteY4-132" fmla="*/ 73572 h 1418896"/>
                        <a:gd name="connsiteX5-133" fmla="*/ 2627586 w 3731172"/>
                        <a:gd name="connsiteY5-134" fmla="*/ 441434 h 1418896"/>
                        <a:gd name="connsiteX6-135" fmla="*/ 2596055 w 3731172"/>
                        <a:gd name="connsiteY6-136" fmla="*/ 914400 h 1418896"/>
                        <a:gd name="connsiteX7-137" fmla="*/ 3731172 w 3731172"/>
                        <a:gd name="connsiteY7-138" fmla="*/ 1345324 h 1418896"/>
                        <a:gd name="connsiteX8-139" fmla="*/ 3447393 w 3731172"/>
                        <a:gd name="connsiteY8-140" fmla="*/ 1408386 h 1418896"/>
                        <a:gd name="connsiteX9-141" fmla="*/ 1870841 w 3731172"/>
                        <a:gd name="connsiteY9-142" fmla="*/ 746234 h 1418896"/>
                        <a:gd name="connsiteX10-143" fmla="*/ 262758 w 3731172"/>
                        <a:gd name="connsiteY10-144" fmla="*/ 1418896 h 1418896"/>
                        <a:gd name="connsiteX11-145" fmla="*/ 0 w 3731172"/>
                        <a:gd name="connsiteY11-146" fmla="*/ 1324303 h 1418896"/>
                        <a:gd name="connsiteX12-147" fmla="*/ 1145627 w 3731172"/>
                        <a:gd name="connsiteY12-148" fmla="*/ 882869 h 1418896"/>
                        <a:gd name="connsiteX13-149" fmla="*/ 1114096 w 3731172"/>
                        <a:gd name="connsiteY13-150" fmla="*/ 420413 h 1418896"/>
                        <a:gd name="connsiteX14-151" fmla="*/ 147144 w 3731172"/>
                        <a:gd name="connsiteY14-152" fmla="*/ 63061 h 1418896"/>
                        <a:gd name="connsiteX0-153" fmla="*/ 168165 w 3731172"/>
                        <a:gd name="connsiteY0-154" fmla="*/ 73572 h 1418896"/>
                        <a:gd name="connsiteX1-155" fmla="*/ 451945 w 3731172"/>
                        <a:gd name="connsiteY1-156" fmla="*/ 0 h 1418896"/>
                        <a:gd name="connsiteX2-157" fmla="*/ 1881352 w 3731172"/>
                        <a:gd name="connsiteY2-158" fmla="*/ 599089 h 1418896"/>
                        <a:gd name="connsiteX3-159" fmla="*/ 3363310 w 3731172"/>
                        <a:gd name="connsiteY3-160" fmla="*/ 0 h 1418896"/>
                        <a:gd name="connsiteX4-161" fmla="*/ 3584027 w 3731172"/>
                        <a:gd name="connsiteY4-162" fmla="*/ 73572 h 1418896"/>
                        <a:gd name="connsiteX5-163" fmla="*/ 2627586 w 3731172"/>
                        <a:gd name="connsiteY5-164" fmla="*/ 441434 h 1418896"/>
                        <a:gd name="connsiteX6-165" fmla="*/ 2596055 w 3731172"/>
                        <a:gd name="connsiteY6-166" fmla="*/ 914400 h 1418896"/>
                        <a:gd name="connsiteX7-167" fmla="*/ 3731172 w 3731172"/>
                        <a:gd name="connsiteY7-168" fmla="*/ 1345324 h 1418896"/>
                        <a:gd name="connsiteX8-169" fmla="*/ 3447393 w 3731172"/>
                        <a:gd name="connsiteY8-170" fmla="*/ 1408386 h 1418896"/>
                        <a:gd name="connsiteX9-171" fmla="*/ 1870841 w 3731172"/>
                        <a:gd name="connsiteY9-172" fmla="*/ 746234 h 1418896"/>
                        <a:gd name="connsiteX10-173" fmla="*/ 262758 w 3731172"/>
                        <a:gd name="connsiteY10-174" fmla="*/ 1418896 h 1418896"/>
                        <a:gd name="connsiteX11-175" fmla="*/ 0 w 3731172"/>
                        <a:gd name="connsiteY11-176" fmla="*/ 1324303 h 1418896"/>
                        <a:gd name="connsiteX12-177" fmla="*/ 1145627 w 3731172"/>
                        <a:gd name="connsiteY12-178" fmla="*/ 882869 h 1418896"/>
                        <a:gd name="connsiteX13-179" fmla="*/ 1114096 w 3731172"/>
                        <a:gd name="connsiteY13-180" fmla="*/ 420413 h 1418896"/>
                        <a:gd name="connsiteX14-181" fmla="*/ 189185 w 3731172"/>
                        <a:gd name="connsiteY14-182" fmla="*/ 84081 h 1418896"/>
                        <a:gd name="connsiteX0-183" fmla="*/ 168165 w 3731172"/>
                        <a:gd name="connsiteY0-184" fmla="*/ 73572 h 1418896"/>
                        <a:gd name="connsiteX1-185" fmla="*/ 451945 w 3731172"/>
                        <a:gd name="connsiteY1-186" fmla="*/ 0 h 1418896"/>
                        <a:gd name="connsiteX2-187" fmla="*/ 1881352 w 3731172"/>
                        <a:gd name="connsiteY2-188" fmla="*/ 599089 h 1418896"/>
                        <a:gd name="connsiteX3-189" fmla="*/ 3363310 w 3731172"/>
                        <a:gd name="connsiteY3-190" fmla="*/ 0 h 1418896"/>
                        <a:gd name="connsiteX4-191" fmla="*/ 3584027 w 3731172"/>
                        <a:gd name="connsiteY4-192" fmla="*/ 73572 h 1418896"/>
                        <a:gd name="connsiteX5-193" fmla="*/ 2627586 w 3731172"/>
                        <a:gd name="connsiteY5-194" fmla="*/ 441434 h 1418896"/>
                        <a:gd name="connsiteX6-195" fmla="*/ 2596055 w 3731172"/>
                        <a:gd name="connsiteY6-196" fmla="*/ 914400 h 1418896"/>
                        <a:gd name="connsiteX7-197" fmla="*/ 3731172 w 3731172"/>
                        <a:gd name="connsiteY7-198" fmla="*/ 1345324 h 1418896"/>
                        <a:gd name="connsiteX8-199" fmla="*/ 3447393 w 3731172"/>
                        <a:gd name="connsiteY8-200" fmla="*/ 1408386 h 1418896"/>
                        <a:gd name="connsiteX9-201" fmla="*/ 1870841 w 3731172"/>
                        <a:gd name="connsiteY9-202" fmla="*/ 746234 h 1418896"/>
                        <a:gd name="connsiteX10-203" fmla="*/ 262758 w 3731172"/>
                        <a:gd name="connsiteY10-204" fmla="*/ 1418896 h 1418896"/>
                        <a:gd name="connsiteX11-205" fmla="*/ 0 w 3731172"/>
                        <a:gd name="connsiteY11-206" fmla="*/ 1324303 h 1418896"/>
                        <a:gd name="connsiteX12-207" fmla="*/ 1145627 w 3731172"/>
                        <a:gd name="connsiteY12-208" fmla="*/ 882869 h 1418896"/>
                        <a:gd name="connsiteX13-209" fmla="*/ 1114096 w 3731172"/>
                        <a:gd name="connsiteY13-210" fmla="*/ 420413 h 1418896"/>
                        <a:gd name="connsiteX14-211" fmla="*/ 189185 w 3731172"/>
                        <a:gd name="connsiteY14-212" fmla="*/ 84081 h 1418896"/>
                        <a:gd name="connsiteX15-213" fmla="*/ 168165 w 3731172"/>
                        <a:gd name="connsiteY15-214" fmla="*/ 73572 h 1418896"/>
                        <a:gd name="connsiteX0-215" fmla="*/ 168165 w 3731172"/>
                        <a:gd name="connsiteY0-216" fmla="*/ 73572 h 1418896"/>
                        <a:gd name="connsiteX1-217" fmla="*/ 451945 w 3731172"/>
                        <a:gd name="connsiteY1-218" fmla="*/ 0 h 1418896"/>
                        <a:gd name="connsiteX2-219" fmla="*/ 1881352 w 3731172"/>
                        <a:gd name="connsiteY2-220" fmla="*/ 599089 h 1418896"/>
                        <a:gd name="connsiteX3-221" fmla="*/ 3363310 w 3731172"/>
                        <a:gd name="connsiteY3-222" fmla="*/ 0 h 1418896"/>
                        <a:gd name="connsiteX4-223" fmla="*/ 3584027 w 3731172"/>
                        <a:gd name="connsiteY4-224" fmla="*/ 73572 h 1418896"/>
                        <a:gd name="connsiteX5-225" fmla="*/ 2627586 w 3731172"/>
                        <a:gd name="connsiteY5-226" fmla="*/ 441434 h 1418896"/>
                        <a:gd name="connsiteX6-227" fmla="*/ 2596055 w 3731172"/>
                        <a:gd name="connsiteY6-228" fmla="*/ 914400 h 1418896"/>
                        <a:gd name="connsiteX7-229" fmla="*/ 3731172 w 3731172"/>
                        <a:gd name="connsiteY7-230" fmla="*/ 1345324 h 1418896"/>
                        <a:gd name="connsiteX8-231" fmla="*/ 3447393 w 3731172"/>
                        <a:gd name="connsiteY8-232" fmla="*/ 1408386 h 1418896"/>
                        <a:gd name="connsiteX9-233" fmla="*/ 1870841 w 3731172"/>
                        <a:gd name="connsiteY9-234" fmla="*/ 746234 h 1418896"/>
                        <a:gd name="connsiteX10-235" fmla="*/ 262758 w 3731172"/>
                        <a:gd name="connsiteY10-236" fmla="*/ 1418896 h 1418896"/>
                        <a:gd name="connsiteX11-237" fmla="*/ 0 w 3731172"/>
                        <a:gd name="connsiteY11-238" fmla="*/ 1324303 h 1418896"/>
                        <a:gd name="connsiteX12-239" fmla="*/ 1145627 w 3731172"/>
                        <a:gd name="connsiteY12-240" fmla="*/ 882869 h 1418896"/>
                        <a:gd name="connsiteX13-241" fmla="*/ 1156137 w 3731172"/>
                        <a:gd name="connsiteY13-242" fmla="*/ 441434 h 1418896"/>
                        <a:gd name="connsiteX14-243" fmla="*/ 189185 w 3731172"/>
                        <a:gd name="connsiteY14-244" fmla="*/ 84081 h 1418896"/>
                        <a:gd name="connsiteX15-245" fmla="*/ 168165 w 3731172"/>
                        <a:gd name="connsiteY15-246" fmla="*/ 73572 h 1418896"/>
                        <a:gd name="connsiteX0-247" fmla="*/ 168165 w 3731172"/>
                        <a:gd name="connsiteY0-248" fmla="*/ 73572 h 1418896"/>
                        <a:gd name="connsiteX1-249" fmla="*/ 451945 w 3731172"/>
                        <a:gd name="connsiteY1-250" fmla="*/ 0 h 1418896"/>
                        <a:gd name="connsiteX2-251" fmla="*/ 1881352 w 3731172"/>
                        <a:gd name="connsiteY2-252" fmla="*/ 599089 h 1418896"/>
                        <a:gd name="connsiteX3-253" fmla="*/ 3363310 w 3731172"/>
                        <a:gd name="connsiteY3-254" fmla="*/ 0 h 1418896"/>
                        <a:gd name="connsiteX4-255" fmla="*/ 3584027 w 3731172"/>
                        <a:gd name="connsiteY4-256" fmla="*/ 73572 h 1418896"/>
                        <a:gd name="connsiteX5-257" fmla="*/ 2627586 w 3731172"/>
                        <a:gd name="connsiteY5-258" fmla="*/ 441434 h 1418896"/>
                        <a:gd name="connsiteX6-259" fmla="*/ 2596055 w 3731172"/>
                        <a:gd name="connsiteY6-260" fmla="*/ 914400 h 1418896"/>
                        <a:gd name="connsiteX7-261" fmla="*/ 3731172 w 3731172"/>
                        <a:gd name="connsiteY7-262" fmla="*/ 1345324 h 1418896"/>
                        <a:gd name="connsiteX8-263" fmla="*/ 3447393 w 3731172"/>
                        <a:gd name="connsiteY8-264" fmla="*/ 1408386 h 1418896"/>
                        <a:gd name="connsiteX9-265" fmla="*/ 1870841 w 3731172"/>
                        <a:gd name="connsiteY9-266" fmla="*/ 746234 h 1418896"/>
                        <a:gd name="connsiteX10-267" fmla="*/ 262758 w 3731172"/>
                        <a:gd name="connsiteY10-268" fmla="*/ 1418896 h 1418896"/>
                        <a:gd name="connsiteX11-269" fmla="*/ 0 w 3731172"/>
                        <a:gd name="connsiteY11-270" fmla="*/ 1324303 h 1418896"/>
                        <a:gd name="connsiteX12-271" fmla="*/ 1145627 w 3731172"/>
                        <a:gd name="connsiteY12-272" fmla="*/ 882869 h 1418896"/>
                        <a:gd name="connsiteX13-273" fmla="*/ 1145626 w 3731172"/>
                        <a:gd name="connsiteY13-274" fmla="*/ 451945 h 1418896"/>
                        <a:gd name="connsiteX14-275" fmla="*/ 189185 w 3731172"/>
                        <a:gd name="connsiteY14-276" fmla="*/ 84081 h 1418896"/>
                        <a:gd name="connsiteX15-277" fmla="*/ 168165 w 3731172"/>
                        <a:gd name="connsiteY15-278" fmla="*/ 73572 h 1418896"/>
                        <a:gd name="connsiteX0-279" fmla="*/ 168165 w 3731172"/>
                        <a:gd name="connsiteY0-280" fmla="*/ 73572 h 1418896"/>
                        <a:gd name="connsiteX1-281" fmla="*/ 451945 w 3731172"/>
                        <a:gd name="connsiteY1-282" fmla="*/ 0 h 1418896"/>
                        <a:gd name="connsiteX2-283" fmla="*/ 1881352 w 3731172"/>
                        <a:gd name="connsiteY2-284" fmla="*/ 599089 h 1418896"/>
                        <a:gd name="connsiteX3-285" fmla="*/ 3363310 w 3731172"/>
                        <a:gd name="connsiteY3-286" fmla="*/ 0 h 1418896"/>
                        <a:gd name="connsiteX4-287" fmla="*/ 3584027 w 3731172"/>
                        <a:gd name="connsiteY4-288" fmla="*/ 73572 h 1418896"/>
                        <a:gd name="connsiteX5-289" fmla="*/ 2627586 w 3731172"/>
                        <a:gd name="connsiteY5-290" fmla="*/ 441434 h 1418896"/>
                        <a:gd name="connsiteX6-291" fmla="*/ 2596055 w 3731172"/>
                        <a:gd name="connsiteY6-292" fmla="*/ 914400 h 1418896"/>
                        <a:gd name="connsiteX7-293" fmla="*/ 3731172 w 3731172"/>
                        <a:gd name="connsiteY7-294" fmla="*/ 1345324 h 1418896"/>
                        <a:gd name="connsiteX8-295" fmla="*/ 3447393 w 3731172"/>
                        <a:gd name="connsiteY8-296" fmla="*/ 1408386 h 1418896"/>
                        <a:gd name="connsiteX9-297" fmla="*/ 1870841 w 3731172"/>
                        <a:gd name="connsiteY9-298" fmla="*/ 746234 h 1418896"/>
                        <a:gd name="connsiteX10-299" fmla="*/ 262758 w 3731172"/>
                        <a:gd name="connsiteY10-300" fmla="*/ 1418896 h 1418896"/>
                        <a:gd name="connsiteX11-301" fmla="*/ 0 w 3731172"/>
                        <a:gd name="connsiteY11-302" fmla="*/ 1324303 h 1418896"/>
                        <a:gd name="connsiteX12-303" fmla="*/ 1145627 w 3731172"/>
                        <a:gd name="connsiteY12-304" fmla="*/ 903890 h 1418896"/>
                        <a:gd name="connsiteX13-305" fmla="*/ 1145626 w 3731172"/>
                        <a:gd name="connsiteY13-306" fmla="*/ 451945 h 1418896"/>
                        <a:gd name="connsiteX14-307" fmla="*/ 189185 w 3731172"/>
                        <a:gd name="connsiteY14-308" fmla="*/ 84081 h 1418896"/>
                        <a:gd name="connsiteX15-309" fmla="*/ 168165 w 3731172"/>
                        <a:gd name="connsiteY15-310" fmla="*/ 73572 h 1418896"/>
                        <a:gd name="connsiteX0-311" fmla="*/ 147144 w 3710151"/>
                        <a:gd name="connsiteY0-312" fmla="*/ 73572 h 1418896"/>
                        <a:gd name="connsiteX1-313" fmla="*/ 430924 w 3710151"/>
                        <a:gd name="connsiteY1-314" fmla="*/ 0 h 1418896"/>
                        <a:gd name="connsiteX2-315" fmla="*/ 1860331 w 3710151"/>
                        <a:gd name="connsiteY2-316" fmla="*/ 599089 h 1418896"/>
                        <a:gd name="connsiteX3-317" fmla="*/ 3342289 w 3710151"/>
                        <a:gd name="connsiteY3-318" fmla="*/ 0 h 1418896"/>
                        <a:gd name="connsiteX4-319" fmla="*/ 3563006 w 3710151"/>
                        <a:gd name="connsiteY4-320" fmla="*/ 73572 h 1418896"/>
                        <a:gd name="connsiteX5-321" fmla="*/ 2606565 w 3710151"/>
                        <a:gd name="connsiteY5-322" fmla="*/ 441434 h 1418896"/>
                        <a:gd name="connsiteX6-323" fmla="*/ 2575034 w 3710151"/>
                        <a:gd name="connsiteY6-324" fmla="*/ 914400 h 1418896"/>
                        <a:gd name="connsiteX7-325" fmla="*/ 3710151 w 3710151"/>
                        <a:gd name="connsiteY7-326" fmla="*/ 1345324 h 1418896"/>
                        <a:gd name="connsiteX8-327" fmla="*/ 3426372 w 3710151"/>
                        <a:gd name="connsiteY8-328" fmla="*/ 1408386 h 1418896"/>
                        <a:gd name="connsiteX9-329" fmla="*/ 1849820 w 3710151"/>
                        <a:gd name="connsiteY9-330" fmla="*/ 746234 h 1418896"/>
                        <a:gd name="connsiteX10-331" fmla="*/ 241737 w 3710151"/>
                        <a:gd name="connsiteY10-332" fmla="*/ 1418896 h 1418896"/>
                        <a:gd name="connsiteX11-333" fmla="*/ 0 w 3710151"/>
                        <a:gd name="connsiteY11-334" fmla="*/ 1334814 h 1418896"/>
                        <a:gd name="connsiteX12-335" fmla="*/ 1124606 w 3710151"/>
                        <a:gd name="connsiteY12-336" fmla="*/ 903890 h 1418896"/>
                        <a:gd name="connsiteX13-337" fmla="*/ 1124605 w 3710151"/>
                        <a:gd name="connsiteY13-338" fmla="*/ 451945 h 1418896"/>
                        <a:gd name="connsiteX14-339" fmla="*/ 168164 w 3710151"/>
                        <a:gd name="connsiteY14-340" fmla="*/ 84081 h 1418896"/>
                        <a:gd name="connsiteX15-341" fmla="*/ 147144 w 3710151"/>
                        <a:gd name="connsiteY15-342" fmla="*/ 73572 h 1418896"/>
                        <a:gd name="connsiteX0-343" fmla="*/ 147144 w 3710151"/>
                        <a:gd name="connsiteY0-344" fmla="*/ 73572 h 1418896"/>
                        <a:gd name="connsiteX1-345" fmla="*/ 430924 w 3710151"/>
                        <a:gd name="connsiteY1-346" fmla="*/ 0 h 1418896"/>
                        <a:gd name="connsiteX2-347" fmla="*/ 1860331 w 3710151"/>
                        <a:gd name="connsiteY2-348" fmla="*/ 599089 h 1418896"/>
                        <a:gd name="connsiteX3-349" fmla="*/ 3342289 w 3710151"/>
                        <a:gd name="connsiteY3-350" fmla="*/ 0 h 1418896"/>
                        <a:gd name="connsiteX4-351" fmla="*/ 3563006 w 3710151"/>
                        <a:gd name="connsiteY4-352" fmla="*/ 73572 h 1418896"/>
                        <a:gd name="connsiteX5-353" fmla="*/ 2606565 w 3710151"/>
                        <a:gd name="connsiteY5-354" fmla="*/ 441434 h 1418896"/>
                        <a:gd name="connsiteX6-355" fmla="*/ 2606565 w 3710151"/>
                        <a:gd name="connsiteY6-356" fmla="*/ 924910 h 1418896"/>
                        <a:gd name="connsiteX7-357" fmla="*/ 3710151 w 3710151"/>
                        <a:gd name="connsiteY7-358" fmla="*/ 1345324 h 1418896"/>
                        <a:gd name="connsiteX8-359" fmla="*/ 3426372 w 3710151"/>
                        <a:gd name="connsiteY8-360" fmla="*/ 1408386 h 1418896"/>
                        <a:gd name="connsiteX9-361" fmla="*/ 1849820 w 3710151"/>
                        <a:gd name="connsiteY9-362" fmla="*/ 746234 h 1418896"/>
                        <a:gd name="connsiteX10-363" fmla="*/ 241737 w 3710151"/>
                        <a:gd name="connsiteY10-364" fmla="*/ 1418896 h 1418896"/>
                        <a:gd name="connsiteX11-365" fmla="*/ 0 w 3710151"/>
                        <a:gd name="connsiteY11-366" fmla="*/ 1334814 h 1418896"/>
                        <a:gd name="connsiteX12-367" fmla="*/ 1124606 w 3710151"/>
                        <a:gd name="connsiteY12-368" fmla="*/ 903890 h 1418896"/>
                        <a:gd name="connsiteX13-369" fmla="*/ 1124605 w 3710151"/>
                        <a:gd name="connsiteY13-370" fmla="*/ 451945 h 1418896"/>
                        <a:gd name="connsiteX14-371" fmla="*/ 168164 w 3710151"/>
                        <a:gd name="connsiteY14-372" fmla="*/ 84081 h 1418896"/>
                        <a:gd name="connsiteX15-373" fmla="*/ 147144 w 3710151"/>
                        <a:gd name="connsiteY15-374" fmla="*/ 73572 h 1418896"/>
                        <a:gd name="connsiteX0-375" fmla="*/ 147144 w 3710151"/>
                        <a:gd name="connsiteY0-376" fmla="*/ 73572 h 1418896"/>
                        <a:gd name="connsiteX1-377" fmla="*/ 430924 w 3710151"/>
                        <a:gd name="connsiteY1-378" fmla="*/ 0 h 1418896"/>
                        <a:gd name="connsiteX2-379" fmla="*/ 1860331 w 3710151"/>
                        <a:gd name="connsiteY2-380" fmla="*/ 599089 h 1418896"/>
                        <a:gd name="connsiteX3-381" fmla="*/ 3342289 w 3710151"/>
                        <a:gd name="connsiteY3-382" fmla="*/ 0 h 1418896"/>
                        <a:gd name="connsiteX4-383" fmla="*/ 3563006 w 3710151"/>
                        <a:gd name="connsiteY4-384" fmla="*/ 73572 h 1418896"/>
                        <a:gd name="connsiteX5-385" fmla="*/ 2606565 w 3710151"/>
                        <a:gd name="connsiteY5-386" fmla="*/ 441434 h 1418896"/>
                        <a:gd name="connsiteX6-387" fmla="*/ 2610282 w 3710151"/>
                        <a:gd name="connsiteY6-388" fmla="*/ 902607 h 1418896"/>
                        <a:gd name="connsiteX7-389" fmla="*/ 3710151 w 3710151"/>
                        <a:gd name="connsiteY7-390" fmla="*/ 1345324 h 1418896"/>
                        <a:gd name="connsiteX8-391" fmla="*/ 3426372 w 3710151"/>
                        <a:gd name="connsiteY8-392" fmla="*/ 1408386 h 1418896"/>
                        <a:gd name="connsiteX9-393" fmla="*/ 1849820 w 3710151"/>
                        <a:gd name="connsiteY9-394" fmla="*/ 746234 h 1418896"/>
                        <a:gd name="connsiteX10-395" fmla="*/ 241737 w 3710151"/>
                        <a:gd name="connsiteY10-396" fmla="*/ 1418896 h 1418896"/>
                        <a:gd name="connsiteX11-397" fmla="*/ 0 w 3710151"/>
                        <a:gd name="connsiteY11-398" fmla="*/ 1334814 h 1418896"/>
                        <a:gd name="connsiteX12-399" fmla="*/ 1124606 w 3710151"/>
                        <a:gd name="connsiteY12-400" fmla="*/ 903890 h 1418896"/>
                        <a:gd name="connsiteX13-401" fmla="*/ 1124605 w 3710151"/>
                        <a:gd name="connsiteY13-402" fmla="*/ 451945 h 1418896"/>
                        <a:gd name="connsiteX14-403" fmla="*/ 168164 w 3710151"/>
                        <a:gd name="connsiteY14-404" fmla="*/ 84081 h 1418896"/>
                        <a:gd name="connsiteX15-405" fmla="*/ 147144 w 3710151"/>
                        <a:gd name="connsiteY15-406" fmla="*/ 73572 h 1418896"/>
                        <a:gd name="connsiteX0-407" fmla="*/ 147144 w 3710151"/>
                        <a:gd name="connsiteY0-408" fmla="*/ 73572 h 1418896"/>
                        <a:gd name="connsiteX1-409" fmla="*/ 430924 w 3710151"/>
                        <a:gd name="connsiteY1-410" fmla="*/ 0 h 1418896"/>
                        <a:gd name="connsiteX2-411" fmla="*/ 1860331 w 3710151"/>
                        <a:gd name="connsiteY2-412" fmla="*/ 599089 h 1418896"/>
                        <a:gd name="connsiteX3-413" fmla="*/ 3342289 w 3710151"/>
                        <a:gd name="connsiteY3-414" fmla="*/ 0 h 1418896"/>
                        <a:gd name="connsiteX4-415" fmla="*/ 3563006 w 3710151"/>
                        <a:gd name="connsiteY4-416" fmla="*/ 73572 h 1418896"/>
                        <a:gd name="connsiteX5-417" fmla="*/ 2617717 w 3710151"/>
                        <a:gd name="connsiteY5-418" fmla="*/ 445151 h 1418896"/>
                        <a:gd name="connsiteX6-419" fmla="*/ 2610282 w 3710151"/>
                        <a:gd name="connsiteY6-420" fmla="*/ 902607 h 1418896"/>
                        <a:gd name="connsiteX7-421" fmla="*/ 3710151 w 3710151"/>
                        <a:gd name="connsiteY7-422" fmla="*/ 1345324 h 1418896"/>
                        <a:gd name="connsiteX8-423" fmla="*/ 3426372 w 3710151"/>
                        <a:gd name="connsiteY8-424" fmla="*/ 1408386 h 1418896"/>
                        <a:gd name="connsiteX9-425" fmla="*/ 1849820 w 3710151"/>
                        <a:gd name="connsiteY9-426" fmla="*/ 746234 h 1418896"/>
                        <a:gd name="connsiteX10-427" fmla="*/ 241737 w 3710151"/>
                        <a:gd name="connsiteY10-428" fmla="*/ 1418896 h 1418896"/>
                        <a:gd name="connsiteX11-429" fmla="*/ 0 w 3710151"/>
                        <a:gd name="connsiteY11-430" fmla="*/ 1334814 h 1418896"/>
                        <a:gd name="connsiteX12-431" fmla="*/ 1124606 w 3710151"/>
                        <a:gd name="connsiteY12-432" fmla="*/ 903890 h 1418896"/>
                        <a:gd name="connsiteX13-433" fmla="*/ 1124605 w 3710151"/>
                        <a:gd name="connsiteY13-434" fmla="*/ 451945 h 1418896"/>
                        <a:gd name="connsiteX14-435" fmla="*/ 168164 w 3710151"/>
                        <a:gd name="connsiteY14-436" fmla="*/ 84081 h 1418896"/>
                        <a:gd name="connsiteX15-437" fmla="*/ 147144 w 3710151"/>
                        <a:gd name="connsiteY15-438" fmla="*/ 73572 h 1418896"/>
                        <a:gd name="connsiteX0-439" fmla="*/ 147144 w 3710151"/>
                        <a:gd name="connsiteY0-440" fmla="*/ 73572 h 1418896"/>
                        <a:gd name="connsiteX1-441" fmla="*/ 430924 w 3710151"/>
                        <a:gd name="connsiteY1-442" fmla="*/ 0 h 1418896"/>
                        <a:gd name="connsiteX2-443" fmla="*/ 1860331 w 3710151"/>
                        <a:gd name="connsiteY2-444" fmla="*/ 599089 h 1418896"/>
                        <a:gd name="connsiteX3-445" fmla="*/ 3342289 w 3710151"/>
                        <a:gd name="connsiteY3-446" fmla="*/ 0 h 1418896"/>
                        <a:gd name="connsiteX4-447" fmla="*/ 3563006 w 3710151"/>
                        <a:gd name="connsiteY4-448" fmla="*/ 73572 h 1418896"/>
                        <a:gd name="connsiteX5-449" fmla="*/ 2617717 w 3710151"/>
                        <a:gd name="connsiteY5-450" fmla="*/ 448868 h 1418896"/>
                        <a:gd name="connsiteX6-451" fmla="*/ 2610282 w 3710151"/>
                        <a:gd name="connsiteY6-452" fmla="*/ 902607 h 1418896"/>
                        <a:gd name="connsiteX7-453" fmla="*/ 3710151 w 3710151"/>
                        <a:gd name="connsiteY7-454" fmla="*/ 1345324 h 1418896"/>
                        <a:gd name="connsiteX8-455" fmla="*/ 3426372 w 3710151"/>
                        <a:gd name="connsiteY8-456" fmla="*/ 1408386 h 1418896"/>
                        <a:gd name="connsiteX9-457" fmla="*/ 1849820 w 3710151"/>
                        <a:gd name="connsiteY9-458" fmla="*/ 746234 h 1418896"/>
                        <a:gd name="connsiteX10-459" fmla="*/ 241737 w 3710151"/>
                        <a:gd name="connsiteY10-460" fmla="*/ 1418896 h 1418896"/>
                        <a:gd name="connsiteX11-461" fmla="*/ 0 w 3710151"/>
                        <a:gd name="connsiteY11-462" fmla="*/ 1334814 h 1418896"/>
                        <a:gd name="connsiteX12-463" fmla="*/ 1124606 w 3710151"/>
                        <a:gd name="connsiteY12-464" fmla="*/ 903890 h 1418896"/>
                        <a:gd name="connsiteX13-465" fmla="*/ 1124605 w 3710151"/>
                        <a:gd name="connsiteY13-466" fmla="*/ 451945 h 1418896"/>
                        <a:gd name="connsiteX14-467" fmla="*/ 168164 w 3710151"/>
                        <a:gd name="connsiteY14-468" fmla="*/ 84081 h 1418896"/>
                        <a:gd name="connsiteX15-469" fmla="*/ 147144 w 3710151"/>
                        <a:gd name="connsiteY15-470" fmla="*/ 73572 h 1418896"/>
                        <a:gd name="connsiteX0-471" fmla="*/ 147144 w 3710151"/>
                        <a:gd name="connsiteY0-472" fmla="*/ 73572 h 1418896"/>
                        <a:gd name="connsiteX1-473" fmla="*/ 430924 w 3710151"/>
                        <a:gd name="connsiteY1-474" fmla="*/ 0 h 1418896"/>
                        <a:gd name="connsiteX2-475" fmla="*/ 1838028 w 3710151"/>
                        <a:gd name="connsiteY2-476" fmla="*/ 591655 h 1418896"/>
                        <a:gd name="connsiteX3-477" fmla="*/ 3342289 w 3710151"/>
                        <a:gd name="connsiteY3-478" fmla="*/ 0 h 1418896"/>
                        <a:gd name="connsiteX4-479" fmla="*/ 3563006 w 3710151"/>
                        <a:gd name="connsiteY4-480" fmla="*/ 73572 h 1418896"/>
                        <a:gd name="connsiteX5-481" fmla="*/ 2617717 w 3710151"/>
                        <a:gd name="connsiteY5-482" fmla="*/ 448868 h 1418896"/>
                        <a:gd name="connsiteX6-483" fmla="*/ 2610282 w 3710151"/>
                        <a:gd name="connsiteY6-484" fmla="*/ 902607 h 1418896"/>
                        <a:gd name="connsiteX7-485" fmla="*/ 3710151 w 3710151"/>
                        <a:gd name="connsiteY7-486" fmla="*/ 1345324 h 1418896"/>
                        <a:gd name="connsiteX8-487" fmla="*/ 3426372 w 3710151"/>
                        <a:gd name="connsiteY8-488" fmla="*/ 1408386 h 1418896"/>
                        <a:gd name="connsiteX9-489" fmla="*/ 1849820 w 3710151"/>
                        <a:gd name="connsiteY9-490" fmla="*/ 746234 h 1418896"/>
                        <a:gd name="connsiteX10-491" fmla="*/ 241737 w 3710151"/>
                        <a:gd name="connsiteY10-492" fmla="*/ 1418896 h 1418896"/>
                        <a:gd name="connsiteX11-493" fmla="*/ 0 w 3710151"/>
                        <a:gd name="connsiteY11-494" fmla="*/ 1334814 h 1418896"/>
                        <a:gd name="connsiteX12-495" fmla="*/ 1124606 w 3710151"/>
                        <a:gd name="connsiteY12-496" fmla="*/ 903890 h 1418896"/>
                        <a:gd name="connsiteX13-497" fmla="*/ 1124605 w 3710151"/>
                        <a:gd name="connsiteY13-498" fmla="*/ 451945 h 1418896"/>
                        <a:gd name="connsiteX14-499" fmla="*/ 168164 w 3710151"/>
                        <a:gd name="connsiteY14-500" fmla="*/ 84081 h 1418896"/>
                        <a:gd name="connsiteX15-501" fmla="*/ 147144 w 3710151"/>
                        <a:gd name="connsiteY15-502" fmla="*/ 73572 h 1418896"/>
                        <a:gd name="connsiteX0-503" fmla="*/ 147144 w 3710151"/>
                        <a:gd name="connsiteY0-504" fmla="*/ 73572 h 1418896"/>
                        <a:gd name="connsiteX1-505" fmla="*/ 430924 w 3710151"/>
                        <a:gd name="connsiteY1-506" fmla="*/ 0 h 1418896"/>
                        <a:gd name="connsiteX2-507" fmla="*/ 1838028 w 3710151"/>
                        <a:gd name="connsiteY2-508" fmla="*/ 591655 h 1418896"/>
                        <a:gd name="connsiteX3-509" fmla="*/ 3342289 w 3710151"/>
                        <a:gd name="connsiteY3-510" fmla="*/ 0 h 1418896"/>
                        <a:gd name="connsiteX4-511" fmla="*/ 3563006 w 3710151"/>
                        <a:gd name="connsiteY4-512" fmla="*/ 73572 h 1418896"/>
                        <a:gd name="connsiteX5-513" fmla="*/ 2617717 w 3710151"/>
                        <a:gd name="connsiteY5-514" fmla="*/ 448868 h 1418896"/>
                        <a:gd name="connsiteX6-515" fmla="*/ 2610282 w 3710151"/>
                        <a:gd name="connsiteY6-516" fmla="*/ 902607 h 1418896"/>
                        <a:gd name="connsiteX7-517" fmla="*/ 3710151 w 3710151"/>
                        <a:gd name="connsiteY7-518" fmla="*/ 1345324 h 1418896"/>
                        <a:gd name="connsiteX8-519" fmla="*/ 3426372 w 3710151"/>
                        <a:gd name="connsiteY8-520" fmla="*/ 1408386 h 1418896"/>
                        <a:gd name="connsiteX9-521" fmla="*/ 1849820 w 3710151"/>
                        <a:gd name="connsiteY9-522" fmla="*/ 746234 h 1418896"/>
                        <a:gd name="connsiteX10-523" fmla="*/ 241737 w 3710151"/>
                        <a:gd name="connsiteY10-524" fmla="*/ 1418896 h 1418896"/>
                        <a:gd name="connsiteX11-525" fmla="*/ 0 w 3710151"/>
                        <a:gd name="connsiteY11-526" fmla="*/ 1334814 h 1418896"/>
                        <a:gd name="connsiteX12-527" fmla="*/ 1124606 w 3710151"/>
                        <a:gd name="connsiteY12-528" fmla="*/ 903890 h 1418896"/>
                        <a:gd name="connsiteX13-529" fmla="*/ 1087434 w 3710151"/>
                        <a:gd name="connsiteY13-530" fmla="*/ 451945 h 1418896"/>
                        <a:gd name="connsiteX14-531" fmla="*/ 168164 w 3710151"/>
                        <a:gd name="connsiteY14-532" fmla="*/ 84081 h 1418896"/>
                        <a:gd name="connsiteX15-533" fmla="*/ 147144 w 3710151"/>
                        <a:gd name="connsiteY15-534" fmla="*/ 73572 h 1418896"/>
                        <a:gd name="connsiteX0-535" fmla="*/ 147144 w 3710151"/>
                        <a:gd name="connsiteY0-536" fmla="*/ 73572 h 1418896"/>
                        <a:gd name="connsiteX1-537" fmla="*/ 430924 w 3710151"/>
                        <a:gd name="connsiteY1-538" fmla="*/ 0 h 1418896"/>
                        <a:gd name="connsiteX2-539" fmla="*/ 1838028 w 3710151"/>
                        <a:gd name="connsiteY2-540" fmla="*/ 591655 h 1418896"/>
                        <a:gd name="connsiteX3-541" fmla="*/ 3342289 w 3710151"/>
                        <a:gd name="connsiteY3-542" fmla="*/ 0 h 1418896"/>
                        <a:gd name="connsiteX4-543" fmla="*/ 3563006 w 3710151"/>
                        <a:gd name="connsiteY4-544" fmla="*/ 73572 h 1418896"/>
                        <a:gd name="connsiteX5-545" fmla="*/ 2617717 w 3710151"/>
                        <a:gd name="connsiteY5-546" fmla="*/ 448868 h 1418896"/>
                        <a:gd name="connsiteX6-547" fmla="*/ 2610282 w 3710151"/>
                        <a:gd name="connsiteY6-548" fmla="*/ 902607 h 1418896"/>
                        <a:gd name="connsiteX7-549" fmla="*/ 3710151 w 3710151"/>
                        <a:gd name="connsiteY7-550" fmla="*/ 1345324 h 1418896"/>
                        <a:gd name="connsiteX8-551" fmla="*/ 3426372 w 3710151"/>
                        <a:gd name="connsiteY8-552" fmla="*/ 1408386 h 1418896"/>
                        <a:gd name="connsiteX9-553" fmla="*/ 1849820 w 3710151"/>
                        <a:gd name="connsiteY9-554" fmla="*/ 746234 h 1418896"/>
                        <a:gd name="connsiteX10-555" fmla="*/ 241737 w 3710151"/>
                        <a:gd name="connsiteY10-556" fmla="*/ 1418896 h 1418896"/>
                        <a:gd name="connsiteX11-557" fmla="*/ 0 w 3710151"/>
                        <a:gd name="connsiteY11-558" fmla="*/ 1334814 h 1418896"/>
                        <a:gd name="connsiteX12-559" fmla="*/ 1098586 w 3710151"/>
                        <a:gd name="connsiteY12-560" fmla="*/ 903890 h 1418896"/>
                        <a:gd name="connsiteX13-561" fmla="*/ 1087434 w 3710151"/>
                        <a:gd name="connsiteY13-562" fmla="*/ 451945 h 1418896"/>
                        <a:gd name="connsiteX14-563" fmla="*/ 168164 w 3710151"/>
                        <a:gd name="connsiteY14-564" fmla="*/ 84081 h 1418896"/>
                        <a:gd name="connsiteX15-565" fmla="*/ 147144 w 3710151"/>
                        <a:gd name="connsiteY15-566" fmla="*/ 73572 h 1418896"/>
                        <a:gd name="connsiteX0-567" fmla="*/ 162012 w 3725019"/>
                        <a:gd name="connsiteY0-568" fmla="*/ 73572 h 1418896"/>
                        <a:gd name="connsiteX1-569" fmla="*/ 445792 w 3725019"/>
                        <a:gd name="connsiteY1-570" fmla="*/ 0 h 1418896"/>
                        <a:gd name="connsiteX2-571" fmla="*/ 1852896 w 3725019"/>
                        <a:gd name="connsiteY2-572" fmla="*/ 591655 h 1418896"/>
                        <a:gd name="connsiteX3-573" fmla="*/ 3357157 w 3725019"/>
                        <a:gd name="connsiteY3-574" fmla="*/ 0 h 1418896"/>
                        <a:gd name="connsiteX4-575" fmla="*/ 3577874 w 3725019"/>
                        <a:gd name="connsiteY4-576" fmla="*/ 73572 h 1418896"/>
                        <a:gd name="connsiteX5-577" fmla="*/ 2632585 w 3725019"/>
                        <a:gd name="connsiteY5-578" fmla="*/ 448868 h 1418896"/>
                        <a:gd name="connsiteX6-579" fmla="*/ 2625150 w 3725019"/>
                        <a:gd name="connsiteY6-580" fmla="*/ 902607 h 1418896"/>
                        <a:gd name="connsiteX7-581" fmla="*/ 3725019 w 3725019"/>
                        <a:gd name="connsiteY7-582" fmla="*/ 1345324 h 1418896"/>
                        <a:gd name="connsiteX8-583" fmla="*/ 3441240 w 3725019"/>
                        <a:gd name="connsiteY8-584" fmla="*/ 1408386 h 1418896"/>
                        <a:gd name="connsiteX9-585" fmla="*/ 1864688 w 3725019"/>
                        <a:gd name="connsiteY9-586" fmla="*/ 746234 h 1418896"/>
                        <a:gd name="connsiteX10-587" fmla="*/ 256605 w 3725019"/>
                        <a:gd name="connsiteY10-588" fmla="*/ 1418896 h 1418896"/>
                        <a:gd name="connsiteX11-589" fmla="*/ 0 w 3725019"/>
                        <a:gd name="connsiteY11-590" fmla="*/ 1331097 h 1418896"/>
                        <a:gd name="connsiteX12-591" fmla="*/ 1113454 w 3725019"/>
                        <a:gd name="connsiteY12-592" fmla="*/ 903890 h 1418896"/>
                        <a:gd name="connsiteX13-593" fmla="*/ 1102302 w 3725019"/>
                        <a:gd name="connsiteY13-594" fmla="*/ 451945 h 1418896"/>
                        <a:gd name="connsiteX14-595" fmla="*/ 183032 w 3725019"/>
                        <a:gd name="connsiteY14-596" fmla="*/ 84081 h 1418896"/>
                        <a:gd name="connsiteX15-597" fmla="*/ 162012 w 3725019"/>
                        <a:gd name="connsiteY15-598" fmla="*/ 73572 h 141889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  <a:cxn ang="0">
                          <a:pos x="connsiteX11-23" y="connsiteY11-24"/>
                        </a:cxn>
                        <a:cxn ang="0">
                          <a:pos x="connsiteX12-25" y="connsiteY12-26"/>
                        </a:cxn>
                        <a:cxn ang="0">
                          <a:pos x="connsiteX13-27" y="connsiteY13-28"/>
                        </a:cxn>
                        <a:cxn ang="0">
                          <a:pos x="connsiteX14-29" y="connsiteY14-30"/>
                        </a:cxn>
                        <a:cxn ang="0">
                          <a:pos x="connsiteX15-31" y="connsiteY15-32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pic>
              <p:nvPicPr>
                <p:cNvPr id="91" name="Picture 1115" descr="antenna_stylized"/>
                <p:cNvPicPr>
                  <a:picLocks noChangeAspect="1" noChangeArrowheads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3518" y="3419140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4" name="Picture 1115" descr="antenna_stylized"/>
                <p:cNvPicPr>
                  <a:picLocks noChangeAspect="1" noChangeArrowheads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3435" y="3325424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16" name="Group 15"/>
            <p:cNvGrpSpPr/>
            <p:nvPr/>
          </p:nvGrpSpPr>
          <p:grpSpPr>
            <a:xfrm>
              <a:off x="10884085" y="3428485"/>
              <a:ext cx="604586" cy="405973"/>
              <a:chOff x="10884085" y="3428485"/>
              <a:chExt cx="604586" cy="405973"/>
            </a:xfrm>
          </p:grpSpPr>
          <p:grpSp>
            <p:nvGrpSpPr>
              <p:cNvPr id="455" name="Group 454"/>
              <p:cNvGrpSpPr/>
              <p:nvPr/>
            </p:nvGrpSpPr>
            <p:grpSpPr>
              <a:xfrm>
                <a:off x="10884085" y="3601365"/>
                <a:ext cx="170989" cy="97052"/>
                <a:chOff x="7493876" y="2774731"/>
                <a:chExt cx="1481958" cy="894622"/>
              </a:xfrm>
            </p:grpSpPr>
            <p:sp>
              <p:nvSpPr>
                <p:cNvPr id="456" name="Freeform 455"/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-1" fmla="*/ 8187558 w 8187558"/>
                    <a:gd name="connsiteY0-2" fmla="*/ 0 h 2617076"/>
                    <a:gd name="connsiteX1-3" fmla="*/ 8187558 w 8187558"/>
                    <a:gd name="connsiteY1-4" fmla="*/ 1271752 h 2617076"/>
                    <a:gd name="connsiteX2-5" fmla="*/ 4025462 w 8187558"/>
                    <a:gd name="connsiteY2-6" fmla="*/ 2617076 h 2617076"/>
                    <a:gd name="connsiteX3-7" fmla="*/ 0 w 8187558"/>
                    <a:gd name="connsiteY3-8" fmla="*/ 1229711 h 2617076"/>
                    <a:gd name="connsiteX4-9" fmla="*/ 31531 w 8187558"/>
                    <a:gd name="connsiteY4-10" fmla="*/ 147145 h 2617076"/>
                    <a:gd name="connsiteX5-11" fmla="*/ 4046482 w 8187558"/>
                    <a:gd name="connsiteY5-12" fmla="*/ 1576552 h 2617076"/>
                    <a:gd name="connsiteX6-13" fmla="*/ 8187558 w 8187558"/>
                    <a:gd name="connsiteY6-14" fmla="*/ 0 h 2617076"/>
                    <a:gd name="connsiteX0-15" fmla="*/ 8187558 w 8187558"/>
                    <a:gd name="connsiteY0-16" fmla="*/ 0 h 2617076"/>
                    <a:gd name="connsiteX1-17" fmla="*/ 8187558 w 8187558"/>
                    <a:gd name="connsiteY1-18" fmla="*/ 1271752 h 2617076"/>
                    <a:gd name="connsiteX2-19" fmla="*/ 4025462 w 8187558"/>
                    <a:gd name="connsiteY2-20" fmla="*/ 2617076 h 2617076"/>
                    <a:gd name="connsiteX3-21" fmla="*/ 0 w 8187558"/>
                    <a:gd name="connsiteY3-22" fmla="*/ 1229711 h 2617076"/>
                    <a:gd name="connsiteX4-23" fmla="*/ 31531 w 8187558"/>
                    <a:gd name="connsiteY4-24" fmla="*/ 147145 h 2617076"/>
                    <a:gd name="connsiteX5-25" fmla="*/ 4046482 w 8187558"/>
                    <a:gd name="connsiteY5-26" fmla="*/ 1576552 h 2617076"/>
                    <a:gd name="connsiteX6-27" fmla="*/ 8187558 w 8187558"/>
                    <a:gd name="connsiteY6-28" fmla="*/ 0 h 2617076"/>
                    <a:gd name="connsiteX0-29" fmla="*/ 8187558 w 8187558"/>
                    <a:gd name="connsiteY0-30" fmla="*/ 0 h 2617076"/>
                    <a:gd name="connsiteX1-31" fmla="*/ 8187558 w 8187558"/>
                    <a:gd name="connsiteY1-32" fmla="*/ 1271752 h 2617076"/>
                    <a:gd name="connsiteX2-33" fmla="*/ 4025462 w 8187558"/>
                    <a:gd name="connsiteY2-34" fmla="*/ 2617076 h 2617076"/>
                    <a:gd name="connsiteX3-35" fmla="*/ 0 w 8187558"/>
                    <a:gd name="connsiteY3-36" fmla="*/ 1229711 h 2617076"/>
                    <a:gd name="connsiteX4-37" fmla="*/ 31531 w 8187558"/>
                    <a:gd name="connsiteY4-38" fmla="*/ 147145 h 2617076"/>
                    <a:gd name="connsiteX5-39" fmla="*/ 4046482 w 8187558"/>
                    <a:gd name="connsiteY5-40" fmla="*/ 1576552 h 2617076"/>
                    <a:gd name="connsiteX6-41" fmla="*/ 8187558 w 8187558"/>
                    <a:gd name="connsiteY6-42" fmla="*/ 0 h 2617076"/>
                    <a:gd name="connsiteX0-43" fmla="*/ 8187558 w 8187558"/>
                    <a:gd name="connsiteY0-44" fmla="*/ 0 h 2617076"/>
                    <a:gd name="connsiteX1-45" fmla="*/ 8187558 w 8187558"/>
                    <a:gd name="connsiteY1-46" fmla="*/ 1271752 h 2617076"/>
                    <a:gd name="connsiteX2-47" fmla="*/ 4025462 w 8187558"/>
                    <a:gd name="connsiteY2-48" fmla="*/ 2617076 h 2617076"/>
                    <a:gd name="connsiteX3-49" fmla="*/ 0 w 8187558"/>
                    <a:gd name="connsiteY3-50" fmla="*/ 1229711 h 2617076"/>
                    <a:gd name="connsiteX4-51" fmla="*/ 31531 w 8187558"/>
                    <a:gd name="connsiteY4-52" fmla="*/ 147145 h 2617076"/>
                    <a:gd name="connsiteX5-53" fmla="*/ 4046482 w 8187558"/>
                    <a:gd name="connsiteY5-54" fmla="*/ 1576552 h 2617076"/>
                    <a:gd name="connsiteX6-55" fmla="*/ 8187558 w 8187558"/>
                    <a:gd name="connsiteY6-56" fmla="*/ 0 h 2617076"/>
                    <a:gd name="connsiteX0-57" fmla="*/ 8187558 w 8187558"/>
                    <a:gd name="connsiteY0-58" fmla="*/ 0 h 2617076"/>
                    <a:gd name="connsiteX1-59" fmla="*/ 8187558 w 8187558"/>
                    <a:gd name="connsiteY1-60" fmla="*/ 1271752 h 2617076"/>
                    <a:gd name="connsiteX2-61" fmla="*/ 4025462 w 8187558"/>
                    <a:gd name="connsiteY2-62" fmla="*/ 2617076 h 2617076"/>
                    <a:gd name="connsiteX3-63" fmla="*/ 0 w 8187558"/>
                    <a:gd name="connsiteY3-64" fmla="*/ 1229711 h 2617076"/>
                    <a:gd name="connsiteX4-65" fmla="*/ 31531 w 8187558"/>
                    <a:gd name="connsiteY4-66" fmla="*/ 147145 h 2617076"/>
                    <a:gd name="connsiteX5-67" fmla="*/ 4046482 w 8187558"/>
                    <a:gd name="connsiteY5-68" fmla="*/ 1576552 h 2617076"/>
                    <a:gd name="connsiteX6-69" fmla="*/ 8187558 w 8187558"/>
                    <a:gd name="connsiteY6-70" fmla="*/ 0 h 2617076"/>
                    <a:gd name="connsiteX0-71" fmla="*/ 8187558 w 8187558"/>
                    <a:gd name="connsiteY0-72" fmla="*/ 0 h 2617076"/>
                    <a:gd name="connsiteX1-73" fmla="*/ 8187558 w 8187558"/>
                    <a:gd name="connsiteY1-74" fmla="*/ 1271752 h 2617076"/>
                    <a:gd name="connsiteX2-75" fmla="*/ 4025462 w 8187558"/>
                    <a:gd name="connsiteY2-76" fmla="*/ 2617076 h 2617076"/>
                    <a:gd name="connsiteX3-77" fmla="*/ 0 w 8187558"/>
                    <a:gd name="connsiteY3-78" fmla="*/ 1229711 h 2617076"/>
                    <a:gd name="connsiteX4-79" fmla="*/ 31531 w 8187558"/>
                    <a:gd name="connsiteY4-80" fmla="*/ 147145 h 2617076"/>
                    <a:gd name="connsiteX5-81" fmla="*/ 4046482 w 8187558"/>
                    <a:gd name="connsiteY5-82" fmla="*/ 1576552 h 2617076"/>
                    <a:gd name="connsiteX6-83" fmla="*/ 8187558 w 8187558"/>
                    <a:gd name="connsiteY6-84" fmla="*/ 0 h 2617076"/>
                    <a:gd name="connsiteX0-85" fmla="*/ 8187558 w 8187558"/>
                    <a:gd name="connsiteY0-86" fmla="*/ 0 h 2638097"/>
                    <a:gd name="connsiteX1-87" fmla="*/ 8187558 w 8187558"/>
                    <a:gd name="connsiteY1-88" fmla="*/ 1271752 h 2638097"/>
                    <a:gd name="connsiteX2-89" fmla="*/ 4099035 w 8187558"/>
                    <a:gd name="connsiteY2-90" fmla="*/ 2638097 h 2638097"/>
                    <a:gd name="connsiteX3-91" fmla="*/ 0 w 8187558"/>
                    <a:gd name="connsiteY3-92" fmla="*/ 1229711 h 2638097"/>
                    <a:gd name="connsiteX4-93" fmla="*/ 31531 w 8187558"/>
                    <a:gd name="connsiteY4-94" fmla="*/ 147145 h 2638097"/>
                    <a:gd name="connsiteX5-95" fmla="*/ 4046482 w 8187558"/>
                    <a:gd name="connsiteY5-96" fmla="*/ 1576552 h 2638097"/>
                    <a:gd name="connsiteX6-97" fmla="*/ 8187558 w 8187558"/>
                    <a:gd name="connsiteY6-98" fmla="*/ 0 h 2638097"/>
                    <a:gd name="connsiteX0-99" fmla="*/ 8187558 w 8187558"/>
                    <a:gd name="connsiteY0-100" fmla="*/ 0 h 2638097"/>
                    <a:gd name="connsiteX1-101" fmla="*/ 8187558 w 8187558"/>
                    <a:gd name="connsiteY1-102" fmla="*/ 1271752 h 2638097"/>
                    <a:gd name="connsiteX2-103" fmla="*/ 4099035 w 8187558"/>
                    <a:gd name="connsiteY2-104" fmla="*/ 2638097 h 2638097"/>
                    <a:gd name="connsiteX3-105" fmla="*/ 0 w 8187558"/>
                    <a:gd name="connsiteY3-106" fmla="*/ 1229711 h 2638097"/>
                    <a:gd name="connsiteX4-107" fmla="*/ 31531 w 8187558"/>
                    <a:gd name="connsiteY4-108" fmla="*/ 147145 h 2638097"/>
                    <a:gd name="connsiteX5-109" fmla="*/ 4046482 w 8187558"/>
                    <a:gd name="connsiteY5-110" fmla="*/ 1576552 h 2638097"/>
                    <a:gd name="connsiteX6-111" fmla="*/ 8187558 w 8187558"/>
                    <a:gd name="connsiteY6-112" fmla="*/ 0 h 2638097"/>
                    <a:gd name="connsiteX0-113" fmla="*/ 8187558 w 8187558"/>
                    <a:gd name="connsiteY0-114" fmla="*/ 0 h 2638097"/>
                    <a:gd name="connsiteX1-115" fmla="*/ 8187558 w 8187558"/>
                    <a:gd name="connsiteY1-116" fmla="*/ 1271752 h 2638097"/>
                    <a:gd name="connsiteX2-117" fmla="*/ 4099035 w 8187558"/>
                    <a:gd name="connsiteY2-118" fmla="*/ 2638097 h 2638097"/>
                    <a:gd name="connsiteX3-119" fmla="*/ 0 w 8187558"/>
                    <a:gd name="connsiteY3-120" fmla="*/ 1229711 h 2638097"/>
                    <a:gd name="connsiteX4-121" fmla="*/ 31531 w 8187558"/>
                    <a:gd name="connsiteY4-122" fmla="*/ 147145 h 2638097"/>
                    <a:gd name="connsiteX5-123" fmla="*/ 4046482 w 8187558"/>
                    <a:gd name="connsiteY5-124" fmla="*/ 1576552 h 2638097"/>
                    <a:gd name="connsiteX6-125" fmla="*/ 8187558 w 8187558"/>
                    <a:gd name="connsiteY6-126" fmla="*/ 0 h 2638097"/>
                    <a:gd name="connsiteX0-127" fmla="*/ 8187558 w 8187558"/>
                    <a:gd name="connsiteY0-128" fmla="*/ 0 h 2638097"/>
                    <a:gd name="connsiteX1-129" fmla="*/ 8187558 w 8187558"/>
                    <a:gd name="connsiteY1-130" fmla="*/ 1271752 h 2638097"/>
                    <a:gd name="connsiteX2-131" fmla="*/ 4099035 w 8187558"/>
                    <a:gd name="connsiteY2-132" fmla="*/ 2638097 h 2638097"/>
                    <a:gd name="connsiteX3-133" fmla="*/ 0 w 8187558"/>
                    <a:gd name="connsiteY3-134" fmla="*/ 1229711 h 2638097"/>
                    <a:gd name="connsiteX4-135" fmla="*/ 31531 w 8187558"/>
                    <a:gd name="connsiteY4-136" fmla="*/ 147145 h 2638097"/>
                    <a:gd name="connsiteX5-137" fmla="*/ 4046482 w 8187558"/>
                    <a:gd name="connsiteY5-138" fmla="*/ 1576552 h 2638097"/>
                    <a:gd name="connsiteX6-139" fmla="*/ 8187558 w 8187558"/>
                    <a:gd name="connsiteY6-140" fmla="*/ 0 h 2638097"/>
                    <a:gd name="connsiteX0-141" fmla="*/ 8187558 w 8187558"/>
                    <a:gd name="connsiteY0-142" fmla="*/ 0 h 2638097"/>
                    <a:gd name="connsiteX1-143" fmla="*/ 8187558 w 8187558"/>
                    <a:gd name="connsiteY1-144" fmla="*/ 1271752 h 2638097"/>
                    <a:gd name="connsiteX2-145" fmla="*/ 4099035 w 8187558"/>
                    <a:gd name="connsiteY2-146" fmla="*/ 2638097 h 2638097"/>
                    <a:gd name="connsiteX3-147" fmla="*/ 0 w 8187558"/>
                    <a:gd name="connsiteY3-148" fmla="*/ 1229711 h 2638097"/>
                    <a:gd name="connsiteX4-149" fmla="*/ 31531 w 8187558"/>
                    <a:gd name="connsiteY4-150" fmla="*/ 147145 h 2638097"/>
                    <a:gd name="connsiteX5-151" fmla="*/ 4088524 w 8187558"/>
                    <a:gd name="connsiteY5-152" fmla="*/ 1597573 h 2638097"/>
                    <a:gd name="connsiteX6-153" fmla="*/ 8187558 w 8187558"/>
                    <a:gd name="connsiteY6-154" fmla="*/ 0 h 2638097"/>
                    <a:gd name="connsiteX0-155" fmla="*/ 8187558 w 8187558"/>
                    <a:gd name="connsiteY0-156" fmla="*/ 0 h 2638097"/>
                    <a:gd name="connsiteX1-157" fmla="*/ 8187558 w 8187558"/>
                    <a:gd name="connsiteY1-158" fmla="*/ 1271752 h 2638097"/>
                    <a:gd name="connsiteX2-159" fmla="*/ 4099035 w 8187558"/>
                    <a:gd name="connsiteY2-160" fmla="*/ 2638097 h 2638097"/>
                    <a:gd name="connsiteX3-161" fmla="*/ 0 w 8187558"/>
                    <a:gd name="connsiteY3-162" fmla="*/ 1229711 h 2638097"/>
                    <a:gd name="connsiteX4-163" fmla="*/ 31531 w 8187558"/>
                    <a:gd name="connsiteY4-164" fmla="*/ 147145 h 2638097"/>
                    <a:gd name="connsiteX5-165" fmla="*/ 4088524 w 8187558"/>
                    <a:gd name="connsiteY5-166" fmla="*/ 1597573 h 2638097"/>
                    <a:gd name="connsiteX6-167" fmla="*/ 8187558 w 8187558"/>
                    <a:gd name="connsiteY6-168" fmla="*/ 0 h 2638097"/>
                    <a:gd name="connsiteX0-169" fmla="*/ 8187558 w 8187558"/>
                    <a:gd name="connsiteY0-170" fmla="*/ 0 h 2638097"/>
                    <a:gd name="connsiteX1-171" fmla="*/ 8187558 w 8187558"/>
                    <a:gd name="connsiteY1-172" fmla="*/ 1271752 h 2638097"/>
                    <a:gd name="connsiteX2-173" fmla="*/ 4099035 w 8187558"/>
                    <a:gd name="connsiteY2-174" fmla="*/ 2638097 h 2638097"/>
                    <a:gd name="connsiteX3-175" fmla="*/ 0 w 8187558"/>
                    <a:gd name="connsiteY3-176" fmla="*/ 1229711 h 2638097"/>
                    <a:gd name="connsiteX4-177" fmla="*/ 31531 w 8187558"/>
                    <a:gd name="connsiteY4-178" fmla="*/ 147145 h 2638097"/>
                    <a:gd name="connsiteX5-179" fmla="*/ 4099035 w 8187558"/>
                    <a:gd name="connsiteY5-180" fmla="*/ 1566042 h 2638097"/>
                    <a:gd name="connsiteX6-181" fmla="*/ 8187558 w 8187558"/>
                    <a:gd name="connsiteY6-182" fmla="*/ 0 h 2638097"/>
                    <a:gd name="connsiteX0-183" fmla="*/ 8187558 w 8187558"/>
                    <a:gd name="connsiteY0-184" fmla="*/ 0 h 2638097"/>
                    <a:gd name="connsiteX1-185" fmla="*/ 8187558 w 8187558"/>
                    <a:gd name="connsiteY1-186" fmla="*/ 1271752 h 2638097"/>
                    <a:gd name="connsiteX2-187" fmla="*/ 4099035 w 8187558"/>
                    <a:gd name="connsiteY2-188" fmla="*/ 2638097 h 2638097"/>
                    <a:gd name="connsiteX3-189" fmla="*/ 0 w 8187558"/>
                    <a:gd name="connsiteY3-190" fmla="*/ 1229711 h 2638097"/>
                    <a:gd name="connsiteX4-191" fmla="*/ 31531 w 8187558"/>
                    <a:gd name="connsiteY4-192" fmla="*/ 147145 h 2638097"/>
                    <a:gd name="connsiteX5-193" fmla="*/ 4099035 w 8187558"/>
                    <a:gd name="connsiteY5-194" fmla="*/ 1566042 h 2638097"/>
                    <a:gd name="connsiteX6-195" fmla="*/ 8187558 w 8187558"/>
                    <a:gd name="connsiteY6-196" fmla="*/ 0 h 2638097"/>
                    <a:gd name="connsiteX0-197" fmla="*/ 8187558 w 8187558"/>
                    <a:gd name="connsiteY0-198" fmla="*/ 0 h 2638097"/>
                    <a:gd name="connsiteX1-199" fmla="*/ 8187558 w 8187558"/>
                    <a:gd name="connsiteY1-200" fmla="*/ 1271752 h 2638097"/>
                    <a:gd name="connsiteX2-201" fmla="*/ 4099035 w 8187558"/>
                    <a:gd name="connsiteY2-202" fmla="*/ 2638097 h 2638097"/>
                    <a:gd name="connsiteX3-203" fmla="*/ 0 w 8187558"/>
                    <a:gd name="connsiteY3-204" fmla="*/ 1229711 h 2638097"/>
                    <a:gd name="connsiteX4-205" fmla="*/ 31531 w 8187558"/>
                    <a:gd name="connsiteY4-206" fmla="*/ 147145 h 2638097"/>
                    <a:gd name="connsiteX5-207" fmla="*/ 4099035 w 8187558"/>
                    <a:gd name="connsiteY5-208" fmla="*/ 1566042 h 2638097"/>
                    <a:gd name="connsiteX6-209" fmla="*/ 8187558 w 8187558"/>
                    <a:gd name="connsiteY6-210" fmla="*/ 0 h 2638097"/>
                    <a:gd name="connsiteX0-211" fmla="*/ 8187558 w 8187558"/>
                    <a:gd name="connsiteY0-212" fmla="*/ 0 h 2638097"/>
                    <a:gd name="connsiteX1-213" fmla="*/ 8187558 w 8187558"/>
                    <a:gd name="connsiteY1-214" fmla="*/ 1271752 h 2638097"/>
                    <a:gd name="connsiteX2-215" fmla="*/ 4099035 w 8187558"/>
                    <a:gd name="connsiteY2-216" fmla="*/ 2638097 h 2638097"/>
                    <a:gd name="connsiteX3-217" fmla="*/ 0 w 8187558"/>
                    <a:gd name="connsiteY3-218" fmla="*/ 1229711 h 2638097"/>
                    <a:gd name="connsiteX4-219" fmla="*/ 31531 w 8187558"/>
                    <a:gd name="connsiteY4-220" fmla="*/ 147145 h 2638097"/>
                    <a:gd name="connsiteX5-221" fmla="*/ 4099035 w 8187558"/>
                    <a:gd name="connsiteY5-222" fmla="*/ 1566042 h 2638097"/>
                    <a:gd name="connsiteX6-223" fmla="*/ 8187558 w 8187558"/>
                    <a:gd name="connsiteY6-224" fmla="*/ 0 h 2638097"/>
                    <a:gd name="connsiteX0-225" fmla="*/ 8187558 w 8187558"/>
                    <a:gd name="connsiteY0-226" fmla="*/ 0 h 2638097"/>
                    <a:gd name="connsiteX1-227" fmla="*/ 8187558 w 8187558"/>
                    <a:gd name="connsiteY1-228" fmla="*/ 1271752 h 2638097"/>
                    <a:gd name="connsiteX2-229" fmla="*/ 4099035 w 8187558"/>
                    <a:gd name="connsiteY2-230" fmla="*/ 2638097 h 2638097"/>
                    <a:gd name="connsiteX3-231" fmla="*/ 0 w 8187558"/>
                    <a:gd name="connsiteY3-232" fmla="*/ 1229711 h 2638097"/>
                    <a:gd name="connsiteX4-233" fmla="*/ 31531 w 8187558"/>
                    <a:gd name="connsiteY4-234" fmla="*/ 147145 h 2638097"/>
                    <a:gd name="connsiteX5-235" fmla="*/ 4099035 w 8187558"/>
                    <a:gd name="connsiteY5-236" fmla="*/ 1566042 h 2638097"/>
                    <a:gd name="connsiteX6-237" fmla="*/ 8187558 w 8187558"/>
                    <a:gd name="connsiteY6-238" fmla="*/ 0 h 2638097"/>
                    <a:gd name="connsiteX0-239" fmla="*/ 8187558 w 8187558"/>
                    <a:gd name="connsiteY0-240" fmla="*/ 0 h 2638097"/>
                    <a:gd name="connsiteX1-241" fmla="*/ 8187558 w 8187558"/>
                    <a:gd name="connsiteY1-242" fmla="*/ 1271752 h 2638097"/>
                    <a:gd name="connsiteX2-243" fmla="*/ 4099035 w 8187558"/>
                    <a:gd name="connsiteY2-244" fmla="*/ 2638097 h 2638097"/>
                    <a:gd name="connsiteX3-245" fmla="*/ 0 w 8187558"/>
                    <a:gd name="connsiteY3-246" fmla="*/ 1229711 h 2638097"/>
                    <a:gd name="connsiteX4-247" fmla="*/ 31531 w 8187558"/>
                    <a:gd name="connsiteY4-248" fmla="*/ 147145 h 2638097"/>
                    <a:gd name="connsiteX5-249" fmla="*/ 4099035 w 8187558"/>
                    <a:gd name="connsiteY5-250" fmla="*/ 1566042 h 2638097"/>
                    <a:gd name="connsiteX6-251" fmla="*/ 8187558 w 8187558"/>
                    <a:gd name="connsiteY6-252" fmla="*/ 0 h 2638097"/>
                    <a:gd name="connsiteX0-253" fmla="*/ 8187558 w 8187558"/>
                    <a:gd name="connsiteY0-254" fmla="*/ 0 h 2638097"/>
                    <a:gd name="connsiteX1-255" fmla="*/ 8187558 w 8187558"/>
                    <a:gd name="connsiteY1-256" fmla="*/ 1271752 h 2638097"/>
                    <a:gd name="connsiteX2-257" fmla="*/ 4099035 w 8187558"/>
                    <a:gd name="connsiteY2-258" fmla="*/ 2638097 h 2638097"/>
                    <a:gd name="connsiteX3-259" fmla="*/ 0 w 8187558"/>
                    <a:gd name="connsiteY3-260" fmla="*/ 1229711 h 2638097"/>
                    <a:gd name="connsiteX4-261" fmla="*/ 31531 w 8187558"/>
                    <a:gd name="connsiteY4-262" fmla="*/ 147145 h 2638097"/>
                    <a:gd name="connsiteX5-263" fmla="*/ 4099035 w 8187558"/>
                    <a:gd name="connsiteY5-264" fmla="*/ 1566042 h 2638097"/>
                    <a:gd name="connsiteX6-265" fmla="*/ 8187558 w 8187558"/>
                    <a:gd name="connsiteY6-266" fmla="*/ 0 h 2638097"/>
                    <a:gd name="connsiteX0-267" fmla="*/ 8187558 w 8187558"/>
                    <a:gd name="connsiteY0-268" fmla="*/ 0 h 2638097"/>
                    <a:gd name="connsiteX1-269" fmla="*/ 8187558 w 8187558"/>
                    <a:gd name="connsiteY1-270" fmla="*/ 1271752 h 2638097"/>
                    <a:gd name="connsiteX2-271" fmla="*/ 4099035 w 8187558"/>
                    <a:gd name="connsiteY2-272" fmla="*/ 2638097 h 2638097"/>
                    <a:gd name="connsiteX3-273" fmla="*/ 0 w 8187558"/>
                    <a:gd name="connsiteY3-274" fmla="*/ 1229711 h 2638097"/>
                    <a:gd name="connsiteX4-275" fmla="*/ 31531 w 8187558"/>
                    <a:gd name="connsiteY4-276" fmla="*/ 147145 h 2638097"/>
                    <a:gd name="connsiteX5-277" fmla="*/ 4099035 w 8187558"/>
                    <a:gd name="connsiteY5-278" fmla="*/ 1566042 h 2638097"/>
                    <a:gd name="connsiteX6-279" fmla="*/ 8187558 w 8187558"/>
                    <a:gd name="connsiteY6-280" fmla="*/ 0 h 2638097"/>
                    <a:gd name="connsiteX0-281" fmla="*/ 8187558 w 8187558"/>
                    <a:gd name="connsiteY0-282" fmla="*/ 0 h 2638097"/>
                    <a:gd name="connsiteX1-283" fmla="*/ 8187558 w 8187558"/>
                    <a:gd name="connsiteY1-284" fmla="*/ 1271752 h 2638097"/>
                    <a:gd name="connsiteX2-285" fmla="*/ 4099035 w 8187558"/>
                    <a:gd name="connsiteY2-286" fmla="*/ 2638097 h 2638097"/>
                    <a:gd name="connsiteX3-287" fmla="*/ 0 w 8187558"/>
                    <a:gd name="connsiteY3-288" fmla="*/ 1229711 h 2638097"/>
                    <a:gd name="connsiteX4-289" fmla="*/ 31531 w 8187558"/>
                    <a:gd name="connsiteY4-290" fmla="*/ 147145 h 2638097"/>
                    <a:gd name="connsiteX5-291" fmla="*/ 4099035 w 8187558"/>
                    <a:gd name="connsiteY5-292" fmla="*/ 1566042 h 2638097"/>
                    <a:gd name="connsiteX6-293" fmla="*/ 8187558 w 8187558"/>
                    <a:gd name="connsiteY6-294" fmla="*/ 0 h 2638097"/>
                    <a:gd name="connsiteX0-295" fmla="*/ 8176538 w 8176538"/>
                    <a:gd name="connsiteY0-296" fmla="*/ 0 h 2638097"/>
                    <a:gd name="connsiteX1-297" fmla="*/ 8176538 w 8176538"/>
                    <a:gd name="connsiteY1-298" fmla="*/ 1271752 h 2638097"/>
                    <a:gd name="connsiteX2-299" fmla="*/ 4088015 w 8176538"/>
                    <a:gd name="connsiteY2-300" fmla="*/ 2638097 h 2638097"/>
                    <a:gd name="connsiteX3-301" fmla="*/ 0 w 8176538"/>
                    <a:gd name="connsiteY3-302" fmla="*/ 1269888 h 2638097"/>
                    <a:gd name="connsiteX4-303" fmla="*/ 20511 w 8176538"/>
                    <a:gd name="connsiteY4-304" fmla="*/ 147145 h 2638097"/>
                    <a:gd name="connsiteX5-305" fmla="*/ 4088015 w 8176538"/>
                    <a:gd name="connsiteY5-306" fmla="*/ 1566042 h 2638097"/>
                    <a:gd name="connsiteX6-307" fmla="*/ 8176538 w 8176538"/>
                    <a:gd name="connsiteY6-308" fmla="*/ 0 h 2638097"/>
                    <a:gd name="connsiteX0-309" fmla="*/ 8176538 w 8176538"/>
                    <a:gd name="connsiteY0-310" fmla="*/ 0 h 2772020"/>
                    <a:gd name="connsiteX1-311" fmla="*/ 8176538 w 8176538"/>
                    <a:gd name="connsiteY1-312" fmla="*/ 1271752 h 2772020"/>
                    <a:gd name="connsiteX2-313" fmla="*/ 4099034 w 8176538"/>
                    <a:gd name="connsiteY2-314" fmla="*/ 2772020 h 2772020"/>
                    <a:gd name="connsiteX3-315" fmla="*/ 0 w 8176538"/>
                    <a:gd name="connsiteY3-316" fmla="*/ 1269888 h 2772020"/>
                    <a:gd name="connsiteX4-317" fmla="*/ 20511 w 8176538"/>
                    <a:gd name="connsiteY4-318" fmla="*/ 147145 h 2772020"/>
                    <a:gd name="connsiteX5-319" fmla="*/ 4088015 w 8176538"/>
                    <a:gd name="connsiteY5-320" fmla="*/ 1566042 h 2772020"/>
                    <a:gd name="connsiteX6-321" fmla="*/ 8176538 w 8176538"/>
                    <a:gd name="connsiteY6-322" fmla="*/ 0 h 2772020"/>
                    <a:gd name="connsiteX0-323" fmla="*/ 8176538 w 8176538"/>
                    <a:gd name="connsiteY0-324" fmla="*/ 0 h 2772339"/>
                    <a:gd name="connsiteX1-325" fmla="*/ 8176538 w 8176538"/>
                    <a:gd name="connsiteY1-326" fmla="*/ 1378890 h 2772339"/>
                    <a:gd name="connsiteX2-327" fmla="*/ 4099034 w 8176538"/>
                    <a:gd name="connsiteY2-328" fmla="*/ 2772020 h 2772339"/>
                    <a:gd name="connsiteX3-329" fmla="*/ 0 w 8176538"/>
                    <a:gd name="connsiteY3-330" fmla="*/ 1269888 h 2772339"/>
                    <a:gd name="connsiteX4-331" fmla="*/ 20511 w 8176538"/>
                    <a:gd name="connsiteY4-332" fmla="*/ 147145 h 2772339"/>
                    <a:gd name="connsiteX5-333" fmla="*/ 4088015 w 8176538"/>
                    <a:gd name="connsiteY5-334" fmla="*/ 1566042 h 2772339"/>
                    <a:gd name="connsiteX6-335" fmla="*/ 8176538 w 8176538"/>
                    <a:gd name="connsiteY6-336" fmla="*/ 0 h 2772339"/>
                    <a:gd name="connsiteX0-337" fmla="*/ 8176538 w 8176538"/>
                    <a:gd name="connsiteY0-338" fmla="*/ 0 h 2825888"/>
                    <a:gd name="connsiteX1-339" fmla="*/ 8176538 w 8176538"/>
                    <a:gd name="connsiteY1-340" fmla="*/ 1378890 h 2825888"/>
                    <a:gd name="connsiteX2-341" fmla="*/ 4099034 w 8176538"/>
                    <a:gd name="connsiteY2-342" fmla="*/ 2825590 h 2825888"/>
                    <a:gd name="connsiteX3-343" fmla="*/ 0 w 8176538"/>
                    <a:gd name="connsiteY3-344" fmla="*/ 1269888 h 2825888"/>
                    <a:gd name="connsiteX4-345" fmla="*/ 20511 w 8176538"/>
                    <a:gd name="connsiteY4-346" fmla="*/ 147145 h 2825888"/>
                    <a:gd name="connsiteX5-347" fmla="*/ 4088015 w 8176538"/>
                    <a:gd name="connsiteY5-348" fmla="*/ 1566042 h 2825888"/>
                    <a:gd name="connsiteX6-349" fmla="*/ 8176538 w 8176538"/>
                    <a:gd name="connsiteY6-350" fmla="*/ 0 h 2825888"/>
                    <a:gd name="connsiteX0-351" fmla="*/ 8165518 w 8165518"/>
                    <a:gd name="connsiteY0-352" fmla="*/ 0 h 2825606"/>
                    <a:gd name="connsiteX1-353" fmla="*/ 8165518 w 8165518"/>
                    <a:gd name="connsiteY1-354" fmla="*/ 1378890 h 2825606"/>
                    <a:gd name="connsiteX2-355" fmla="*/ 4088014 w 8165518"/>
                    <a:gd name="connsiteY2-356" fmla="*/ 2825590 h 2825606"/>
                    <a:gd name="connsiteX3-357" fmla="*/ 0 w 8165518"/>
                    <a:gd name="connsiteY3-358" fmla="*/ 1403811 h 2825606"/>
                    <a:gd name="connsiteX4-359" fmla="*/ 9491 w 8165518"/>
                    <a:gd name="connsiteY4-360" fmla="*/ 147145 h 2825606"/>
                    <a:gd name="connsiteX5-361" fmla="*/ 4076995 w 8165518"/>
                    <a:gd name="connsiteY5-362" fmla="*/ 1566042 h 2825606"/>
                    <a:gd name="connsiteX6-363" fmla="*/ 8165518 w 8165518"/>
                    <a:gd name="connsiteY6-364" fmla="*/ 0 h 2825606"/>
                    <a:gd name="connsiteX0-365" fmla="*/ 8165518 w 8165518"/>
                    <a:gd name="connsiteY0-366" fmla="*/ 0 h 2879174"/>
                    <a:gd name="connsiteX1-367" fmla="*/ 8165518 w 8165518"/>
                    <a:gd name="connsiteY1-368" fmla="*/ 1378890 h 2879174"/>
                    <a:gd name="connsiteX2-369" fmla="*/ 4132092 w 8165518"/>
                    <a:gd name="connsiteY2-370" fmla="*/ 2879159 h 2879174"/>
                    <a:gd name="connsiteX3-371" fmla="*/ 0 w 8165518"/>
                    <a:gd name="connsiteY3-372" fmla="*/ 1403811 h 2879174"/>
                    <a:gd name="connsiteX4-373" fmla="*/ 9491 w 8165518"/>
                    <a:gd name="connsiteY4-374" fmla="*/ 147145 h 2879174"/>
                    <a:gd name="connsiteX5-375" fmla="*/ 4076995 w 8165518"/>
                    <a:gd name="connsiteY5-376" fmla="*/ 1566042 h 2879174"/>
                    <a:gd name="connsiteX6-377" fmla="*/ 8165518 w 8165518"/>
                    <a:gd name="connsiteY6-378" fmla="*/ 0 h 2879174"/>
                    <a:gd name="connsiteX0-379" fmla="*/ 8165518 w 8176537"/>
                    <a:gd name="connsiteY0-380" fmla="*/ 0 h 2879410"/>
                    <a:gd name="connsiteX1-381" fmla="*/ 8176537 w 8176537"/>
                    <a:gd name="connsiteY1-382" fmla="*/ 1499420 h 2879410"/>
                    <a:gd name="connsiteX2-383" fmla="*/ 4132092 w 8176537"/>
                    <a:gd name="connsiteY2-384" fmla="*/ 2879159 h 2879410"/>
                    <a:gd name="connsiteX3-385" fmla="*/ 0 w 8176537"/>
                    <a:gd name="connsiteY3-386" fmla="*/ 1403811 h 2879410"/>
                    <a:gd name="connsiteX4-387" fmla="*/ 9491 w 8176537"/>
                    <a:gd name="connsiteY4-388" fmla="*/ 147145 h 2879410"/>
                    <a:gd name="connsiteX5-389" fmla="*/ 4076995 w 8176537"/>
                    <a:gd name="connsiteY5-390" fmla="*/ 1566042 h 2879410"/>
                    <a:gd name="connsiteX6-391" fmla="*/ 8165518 w 8176537"/>
                    <a:gd name="connsiteY6-392" fmla="*/ 0 h 2879410"/>
                    <a:gd name="connsiteX0-393" fmla="*/ 8165518 w 8176537"/>
                    <a:gd name="connsiteY0-394" fmla="*/ 0 h 2879262"/>
                    <a:gd name="connsiteX1-395" fmla="*/ 8176537 w 8176537"/>
                    <a:gd name="connsiteY1-396" fmla="*/ 1499420 h 2879262"/>
                    <a:gd name="connsiteX2-397" fmla="*/ 4132092 w 8176537"/>
                    <a:gd name="connsiteY2-398" fmla="*/ 2879159 h 2879262"/>
                    <a:gd name="connsiteX3-399" fmla="*/ 0 w 8176537"/>
                    <a:gd name="connsiteY3-400" fmla="*/ 1403811 h 2879262"/>
                    <a:gd name="connsiteX4-401" fmla="*/ 9491 w 8176537"/>
                    <a:gd name="connsiteY4-402" fmla="*/ 147145 h 2879262"/>
                    <a:gd name="connsiteX5-403" fmla="*/ 4076995 w 8176537"/>
                    <a:gd name="connsiteY5-404" fmla="*/ 1566042 h 2879262"/>
                    <a:gd name="connsiteX6-405" fmla="*/ 8165518 w 8176537"/>
                    <a:gd name="connsiteY6-406" fmla="*/ 0 h 2879262"/>
                    <a:gd name="connsiteX0-407" fmla="*/ 8165518 w 8176537"/>
                    <a:gd name="connsiteY0-408" fmla="*/ 0 h 2879163"/>
                    <a:gd name="connsiteX1-409" fmla="*/ 8176537 w 8176537"/>
                    <a:gd name="connsiteY1-410" fmla="*/ 1499420 h 2879163"/>
                    <a:gd name="connsiteX2-411" fmla="*/ 4132092 w 8176537"/>
                    <a:gd name="connsiteY2-412" fmla="*/ 2879159 h 2879163"/>
                    <a:gd name="connsiteX3-413" fmla="*/ 0 w 8176537"/>
                    <a:gd name="connsiteY3-414" fmla="*/ 1510948 h 2879163"/>
                    <a:gd name="connsiteX4-415" fmla="*/ 9491 w 8176537"/>
                    <a:gd name="connsiteY4-416" fmla="*/ 147145 h 2879163"/>
                    <a:gd name="connsiteX5-417" fmla="*/ 4076995 w 8176537"/>
                    <a:gd name="connsiteY5-418" fmla="*/ 1566042 h 2879163"/>
                    <a:gd name="connsiteX6-419" fmla="*/ 8165518 w 8176537"/>
                    <a:gd name="connsiteY6-420" fmla="*/ 0 h 2879163"/>
                    <a:gd name="connsiteX0-421" fmla="*/ 8165518 w 8198577"/>
                    <a:gd name="connsiteY0-422" fmla="*/ 0 h 2879451"/>
                    <a:gd name="connsiteX1-423" fmla="*/ 8198577 w 8198577"/>
                    <a:gd name="connsiteY1-424" fmla="*/ 1606558 h 2879451"/>
                    <a:gd name="connsiteX2-425" fmla="*/ 4132092 w 8198577"/>
                    <a:gd name="connsiteY2-426" fmla="*/ 2879159 h 2879451"/>
                    <a:gd name="connsiteX3-427" fmla="*/ 0 w 8198577"/>
                    <a:gd name="connsiteY3-428" fmla="*/ 1510948 h 2879451"/>
                    <a:gd name="connsiteX4-429" fmla="*/ 9491 w 8198577"/>
                    <a:gd name="connsiteY4-430" fmla="*/ 147145 h 2879451"/>
                    <a:gd name="connsiteX5-431" fmla="*/ 4076995 w 8198577"/>
                    <a:gd name="connsiteY5-432" fmla="*/ 1566042 h 2879451"/>
                    <a:gd name="connsiteX6-433" fmla="*/ 8165518 w 8198577"/>
                    <a:gd name="connsiteY6-434" fmla="*/ 0 h 2879451"/>
                    <a:gd name="connsiteX0-435" fmla="*/ 8165518 w 8165518"/>
                    <a:gd name="connsiteY0-436" fmla="*/ 0 h 2880066"/>
                    <a:gd name="connsiteX1-437" fmla="*/ 8165518 w 8165518"/>
                    <a:gd name="connsiteY1-438" fmla="*/ 1673520 h 2880066"/>
                    <a:gd name="connsiteX2-439" fmla="*/ 4132092 w 8165518"/>
                    <a:gd name="connsiteY2-440" fmla="*/ 2879159 h 2880066"/>
                    <a:gd name="connsiteX3-441" fmla="*/ 0 w 8165518"/>
                    <a:gd name="connsiteY3-442" fmla="*/ 1510948 h 2880066"/>
                    <a:gd name="connsiteX4-443" fmla="*/ 9491 w 8165518"/>
                    <a:gd name="connsiteY4-444" fmla="*/ 147145 h 2880066"/>
                    <a:gd name="connsiteX5-445" fmla="*/ 4076995 w 8165518"/>
                    <a:gd name="connsiteY5-446" fmla="*/ 1566042 h 2880066"/>
                    <a:gd name="connsiteX6-447" fmla="*/ 8165518 w 8165518"/>
                    <a:gd name="connsiteY6-448" fmla="*/ 0 h 2880066"/>
                    <a:gd name="connsiteX0-449" fmla="*/ 8156794 w 8156794"/>
                    <a:gd name="connsiteY0-450" fmla="*/ 0 h 2879270"/>
                    <a:gd name="connsiteX1-451" fmla="*/ 8156794 w 8156794"/>
                    <a:gd name="connsiteY1-452" fmla="*/ 1673520 h 2879270"/>
                    <a:gd name="connsiteX2-453" fmla="*/ 4123368 w 8156794"/>
                    <a:gd name="connsiteY2-454" fmla="*/ 2879159 h 2879270"/>
                    <a:gd name="connsiteX3-455" fmla="*/ 2295 w 8156794"/>
                    <a:gd name="connsiteY3-456" fmla="*/ 1618086 h 2879270"/>
                    <a:gd name="connsiteX4-457" fmla="*/ 767 w 8156794"/>
                    <a:gd name="connsiteY4-458" fmla="*/ 147145 h 2879270"/>
                    <a:gd name="connsiteX5-459" fmla="*/ 4068271 w 8156794"/>
                    <a:gd name="connsiteY5-460" fmla="*/ 1566042 h 2879270"/>
                    <a:gd name="connsiteX6-461" fmla="*/ 8156794 w 8156794"/>
                    <a:gd name="connsiteY6-462" fmla="*/ 0 h 2879270"/>
                    <a:gd name="connsiteX0-463" fmla="*/ 8156794 w 8156794"/>
                    <a:gd name="connsiteY0-464" fmla="*/ 0 h 2973000"/>
                    <a:gd name="connsiteX1-465" fmla="*/ 8156794 w 8156794"/>
                    <a:gd name="connsiteY1-466" fmla="*/ 1673520 h 2973000"/>
                    <a:gd name="connsiteX2-467" fmla="*/ 4134388 w 8156794"/>
                    <a:gd name="connsiteY2-468" fmla="*/ 2972904 h 2973000"/>
                    <a:gd name="connsiteX3-469" fmla="*/ 2295 w 8156794"/>
                    <a:gd name="connsiteY3-470" fmla="*/ 1618086 h 2973000"/>
                    <a:gd name="connsiteX4-471" fmla="*/ 767 w 8156794"/>
                    <a:gd name="connsiteY4-472" fmla="*/ 147145 h 2973000"/>
                    <a:gd name="connsiteX5-473" fmla="*/ 4068271 w 8156794"/>
                    <a:gd name="connsiteY5-474" fmla="*/ 1566042 h 2973000"/>
                    <a:gd name="connsiteX6-475" fmla="*/ 8156794 w 8156794"/>
                    <a:gd name="connsiteY6-476" fmla="*/ 0 h 2973000"/>
                    <a:gd name="connsiteX0-477" fmla="*/ 8156794 w 8156794"/>
                    <a:gd name="connsiteY0-478" fmla="*/ 0 h 2973000"/>
                    <a:gd name="connsiteX1-479" fmla="*/ 8156794 w 8156794"/>
                    <a:gd name="connsiteY1-480" fmla="*/ 1673520 h 2973000"/>
                    <a:gd name="connsiteX2-481" fmla="*/ 4134388 w 8156794"/>
                    <a:gd name="connsiteY2-482" fmla="*/ 2972904 h 2973000"/>
                    <a:gd name="connsiteX3-483" fmla="*/ 2295 w 8156794"/>
                    <a:gd name="connsiteY3-484" fmla="*/ 1618086 h 2973000"/>
                    <a:gd name="connsiteX4-485" fmla="*/ 767 w 8156794"/>
                    <a:gd name="connsiteY4-486" fmla="*/ 147145 h 2973000"/>
                    <a:gd name="connsiteX5-487" fmla="*/ 4068271 w 8156794"/>
                    <a:gd name="connsiteY5-488" fmla="*/ 1566042 h 2973000"/>
                    <a:gd name="connsiteX6-489" fmla="*/ 8156794 w 8156794"/>
                    <a:gd name="connsiteY6-490" fmla="*/ 0 h 2973000"/>
                    <a:gd name="connsiteX0-491" fmla="*/ 8156794 w 8156794"/>
                    <a:gd name="connsiteY0-492" fmla="*/ 0 h 2973000"/>
                    <a:gd name="connsiteX1-493" fmla="*/ 8156794 w 8156794"/>
                    <a:gd name="connsiteY1-494" fmla="*/ 1673520 h 2973000"/>
                    <a:gd name="connsiteX2-495" fmla="*/ 4134388 w 8156794"/>
                    <a:gd name="connsiteY2-496" fmla="*/ 2972904 h 2973000"/>
                    <a:gd name="connsiteX3-497" fmla="*/ 2295 w 8156794"/>
                    <a:gd name="connsiteY3-498" fmla="*/ 1618086 h 2973000"/>
                    <a:gd name="connsiteX4-499" fmla="*/ 767 w 8156794"/>
                    <a:gd name="connsiteY4-500" fmla="*/ 147145 h 2973000"/>
                    <a:gd name="connsiteX5-501" fmla="*/ 4068271 w 8156794"/>
                    <a:gd name="connsiteY5-502" fmla="*/ 1566042 h 2973000"/>
                    <a:gd name="connsiteX6-503" fmla="*/ 8156794 w 8156794"/>
                    <a:gd name="connsiteY6-504" fmla="*/ 0 h 2973000"/>
                    <a:gd name="connsiteX0-505" fmla="*/ 8156794 w 8156794"/>
                    <a:gd name="connsiteY0-506" fmla="*/ 0 h 2973020"/>
                    <a:gd name="connsiteX1-507" fmla="*/ 8156794 w 8156794"/>
                    <a:gd name="connsiteY1-508" fmla="*/ 1673520 h 2973020"/>
                    <a:gd name="connsiteX2-509" fmla="*/ 4134388 w 8156794"/>
                    <a:gd name="connsiteY2-510" fmla="*/ 2972904 h 2973020"/>
                    <a:gd name="connsiteX3-511" fmla="*/ 2295 w 8156794"/>
                    <a:gd name="connsiteY3-512" fmla="*/ 1618086 h 2973020"/>
                    <a:gd name="connsiteX4-513" fmla="*/ 767 w 8156794"/>
                    <a:gd name="connsiteY4-514" fmla="*/ 147145 h 2973020"/>
                    <a:gd name="connsiteX5-515" fmla="*/ 4068271 w 8156794"/>
                    <a:gd name="connsiteY5-516" fmla="*/ 1566042 h 2973020"/>
                    <a:gd name="connsiteX6-517" fmla="*/ 8156794 w 8156794"/>
                    <a:gd name="connsiteY6-518" fmla="*/ 0 h 2973020"/>
                    <a:gd name="connsiteX0-519" fmla="*/ 8156794 w 8156794"/>
                    <a:gd name="connsiteY0-520" fmla="*/ 0 h 2973021"/>
                    <a:gd name="connsiteX1-521" fmla="*/ 8156794 w 8156794"/>
                    <a:gd name="connsiteY1-522" fmla="*/ 1673520 h 2973021"/>
                    <a:gd name="connsiteX2-523" fmla="*/ 4134388 w 8156794"/>
                    <a:gd name="connsiteY2-524" fmla="*/ 2972904 h 2973021"/>
                    <a:gd name="connsiteX3-525" fmla="*/ 2295 w 8156794"/>
                    <a:gd name="connsiteY3-526" fmla="*/ 1618086 h 2973021"/>
                    <a:gd name="connsiteX4-527" fmla="*/ 767 w 8156794"/>
                    <a:gd name="connsiteY4-528" fmla="*/ 147145 h 2973021"/>
                    <a:gd name="connsiteX5-529" fmla="*/ 4068271 w 8156794"/>
                    <a:gd name="connsiteY5-530" fmla="*/ 1566042 h 2973021"/>
                    <a:gd name="connsiteX6-531" fmla="*/ 8156794 w 8156794"/>
                    <a:gd name="connsiteY6-532" fmla="*/ 0 h 2973021"/>
                    <a:gd name="connsiteX0-533" fmla="*/ 8156794 w 8156794"/>
                    <a:gd name="connsiteY0-534" fmla="*/ 0 h 2973021"/>
                    <a:gd name="connsiteX1-535" fmla="*/ 8156794 w 8156794"/>
                    <a:gd name="connsiteY1-536" fmla="*/ 1673520 h 2973021"/>
                    <a:gd name="connsiteX2-537" fmla="*/ 4134388 w 8156794"/>
                    <a:gd name="connsiteY2-538" fmla="*/ 2972904 h 2973021"/>
                    <a:gd name="connsiteX3-539" fmla="*/ 2295 w 8156794"/>
                    <a:gd name="connsiteY3-540" fmla="*/ 1618086 h 2973021"/>
                    <a:gd name="connsiteX4-541" fmla="*/ 767 w 8156794"/>
                    <a:gd name="connsiteY4-542" fmla="*/ 147145 h 2973021"/>
                    <a:gd name="connsiteX5-543" fmla="*/ 4068271 w 8156794"/>
                    <a:gd name="connsiteY5-544" fmla="*/ 1566042 h 2973021"/>
                    <a:gd name="connsiteX6-545" fmla="*/ 8156794 w 8156794"/>
                    <a:gd name="connsiteY6-546" fmla="*/ 0 h 2973021"/>
                    <a:gd name="connsiteX0-547" fmla="*/ 8156794 w 8156794"/>
                    <a:gd name="connsiteY0-548" fmla="*/ 0 h 2973021"/>
                    <a:gd name="connsiteX1-549" fmla="*/ 8156794 w 8156794"/>
                    <a:gd name="connsiteY1-550" fmla="*/ 1673520 h 2973021"/>
                    <a:gd name="connsiteX2-551" fmla="*/ 4134388 w 8156794"/>
                    <a:gd name="connsiteY2-552" fmla="*/ 2972904 h 2973021"/>
                    <a:gd name="connsiteX3-553" fmla="*/ 2295 w 8156794"/>
                    <a:gd name="connsiteY3-554" fmla="*/ 1618086 h 2973021"/>
                    <a:gd name="connsiteX4-555" fmla="*/ 767 w 8156794"/>
                    <a:gd name="connsiteY4-556" fmla="*/ 147145 h 2973021"/>
                    <a:gd name="connsiteX5-557" fmla="*/ 4068271 w 8156794"/>
                    <a:gd name="connsiteY5-558" fmla="*/ 1566042 h 2973021"/>
                    <a:gd name="connsiteX6-559" fmla="*/ 8156794 w 8156794"/>
                    <a:gd name="connsiteY6-560" fmla="*/ 0 h 2973021"/>
                    <a:gd name="connsiteX0-561" fmla="*/ 8156794 w 8156794"/>
                    <a:gd name="connsiteY0-562" fmla="*/ 0 h 2973021"/>
                    <a:gd name="connsiteX1-563" fmla="*/ 8156794 w 8156794"/>
                    <a:gd name="connsiteY1-564" fmla="*/ 1673520 h 2973021"/>
                    <a:gd name="connsiteX2-565" fmla="*/ 4134388 w 8156794"/>
                    <a:gd name="connsiteY2-566" fmla="*/ 2972904 h 2973021"/>
                    <a:gd name="connsiteX3-567" fmla="*/ 2295 w 8156794"/>
                    <a:gd name="connsiteY3-568" fmla="*/ 1618086 h 2973021"/>
                    <a:gd name="connsiteX4-569" fmla="*/ 767 w 8156794"/>
                    <a:gd name="connsiteY4-570" fmla="*/ 147145 h 2973021"/>
                    <a:gd name="connsiteX5-571" fmla="*/ 4068271 w 8156794"/>
                    <a:gd name="connsiteY5-572" fmla="*/ 1566042 h 2973021"/>
                    <a:gd name="connsiteX6-573" fmla="*/ 8156794 w 8156794"/>
                    <a:gd name="connsiteY6-574" fmla="*/ 0 h 2973021"/>
                    <a:gd name="connsiteX0-575" fmla="*/ 8156794 w 8156794"/>
                    <a:gd name="connsiteY0-576" fmla="*/ 0 h 2973141"/>
                    <a:gd name="connsiteX1-577" fmla="*/ 8156794 w 8156794"/>
                    <a:gd name="connsiteY1-578" fmla="*/ 1673520 h 2973141"/>
                    <a:gd name="connsiteX2-579" fmla="*/ 4134388 w 8156794"/>
                    <a:gd name="connsiteY2-580" fmla="*/ 2972904 h 2973141"/>
                    <a:gd name="connsiteX3-581" fmla="*/ 2295 w 8156794"/>
                    <a:gd name="connsiteY3-582" fmla="*/ 1618086 h 2973141"/>
                    <a:gd name="connsiteX4-583" fmla="*/ 767 w 8156794"/>
                    <a:gd name="connsiteY4-584" fmla="*/ 147145 h 2973141"/>
                    <a:gd name="connsiteX5-585" fmla="*/ 4068271 w 8156794"/>
                    <a:gd name="connsiteY5-586" fmla="*/ 1566042 h 2973141"/>
                    <a:gd name="connsiteX6-587" fmla="*/ 8156794 w 8156794"/>
                    <a:gd name="connsiteY6-588" fmla="*/ 0 h 2973141"/>
                    <a:gd name="connsiteX0-589" fmla="*/ 8156794 w 8156794"/>
                    <a:gd name="connsiteY0-590" fmla="*/ 0 h 3066827"/>
                    <a:gd name="connsiteX1-591" fmla="*/ 8156794 w 8156794"/>
                    <a:gd name="connsiteY1-592" fmla="*/ 1673520 h 3066827"/>
                    <a:gd name="connsiteX2-593" fmla="*/ 4123353 w 8156794"/>
                    <a:gd name="connsiteY2-594" fmla="*/ 3066650 h 3066827"/>
                    <a:gd name="connsiteX3-595" fmla="*/ 2295 w 8156794"/>
                    <a:gd name="connsiteY3-596" fmla="*/ 1618086 h 3066827"/>
                    <a:gd name="connsiteX4-597" fmla="*/ 767 w 8156794"/>
                    <a:gd name="connsiteY4-598" fmla="*/ 147145 h 3066827"/>
                    <a:gd name="connsiteX5-599" fmla="*/ 4068271 w 8156794"/>
                    <a:gd name="connsiteY5-600" fmla="*/ 1566042 h 3066827"/>
                    <a:gd name="connsiteX6-601" fmla="*/ 8156794 w 8156794"/>
                    <a:gd name="connsiteY6-602" fmla="*/ 0 h 3066827"/>
                    <a:gd name="connsiteX0-603" fmla="*/ 8123689 w 8156794"/>
                    <a:gd name="connsiteY0-604" fmla="*/ 0 h 2999866"/>
                    <a:gd name="connsiteX1-605" fmla="*/ 8156794 w 8156794"/>
                    <a:gd name="connsiteY1-606" fmla="*/ 1606559 h 2999866"/>
                    <a:gd name="connsiteX2-607" fmla="*/ 4123353 w 8156794"/>
                    <a:gd name="connsiteY2-608" fmla="*/ 2999689 h 2999866"/>
                    <a:gd name="connsiteX3-609" fmla="*/ 2295 w 8156794"/>
                    <a:gd name="connsiteY3-610" fmla="*/ 1551125 h 2999866"/>
                    <a:gd name="connsiteX4-611" fmla="*/ 767 w 8156794"/>
                    <a:gd name="connsiteY4-612" fmla="*/ 80184 h 2999866"/>
                    <a:gd name="connsiteX5-613" fmla="*/ 4068271 w 8156794"/>
                    <a:gd name="connsiteY5-614" fmla="*/ 1499081 h 2999866"/>
                    <a:gd name="connsiteX6-615" fmla="*/ 8123689 w 8156794"/>
                    <a:gd name="connsiteY6-616" fmla="*/ 0 h 2999866"/>
                    <a:gd name="connsiteX0-617" fmla="*/ 8167828 w 8167828"/>
                    <a:gd name="connsiteY0-618" fmla="*/ 0 h 3026651"/>
                    <a:gd name="connsiteX1-619" fmla="*/ 8156794 w 8167828"/>
                    <a:gd name="connsiteY1-620" fmla="*/ 1633344 h 3026651"/>
                    <a:gd name="connsiteX2-621" fmla="*/ 4123353 w 8167828"/>
                    <a:gd name="connsiteY2-622" fmla="*/ 3026474 h 3026651"/>
                    <a:gd name="connsiteX3-623" fmla="*/ 2295 w 8167828"/>
                    <a:gd name="connsiteY3-624" fmla="*/ 1577910 h 3026651"/>
                    <a:gd name="connsiteX4-625" fmla="*/ 767 w 8167828"/>
                    <a:gd name="connsiteY4-626" fmla="*/ 106969 h 3026651"/>
                    <a:gd name="connsiteX5-627" fmla="*/ 4068271 w 8167828"/>
                    <a:gd name="connsiteY5-628" fmla="*/ 1525866 h 3026651"/>
                    <a:gd name="connsiteX6-629" fmla="*/ 8167828 w 8167828"/>
                    <a:gd name="connsiteY6-630" fmla="*/ 0 h 3026651"/>
                    <a:gd name="connsiteX0-631" fmla="*/ 8167828 w 8167828"/>
                    <a:gd name="connsiteY0-632" fmla="*/ 0 h 3027228"/>
                    <a:gd name="connsiteX1-633" fmla="*/ 8145760 w 8167828"/>
                    <a:gd name="connsiteY1-634" fmla="*/ 1686913 h 3027228"/>
                    <a:gd name="connsiteX2-635" fmla="*/ 4123353 w 8167828"/>
                    <a:gd name="connsiteY2-636" fmla="*/ 3026474 h 3027228"/>
                    <a:gd name="connsiteX3-637" fmla="*/ 2295 w 8167828"/>
                    <a:gd name="connsiteY3-638" fmla="*/ 1577910 h 3027228"/>
                    <a:gd name="connsiteX4-639" fmla="*/ 767 w 8167828"/>
                    <a:gd name="connsiteY4-640" fmla="*/ 106969 h 3027228"/>
                    <a:gd name="connsiteX5-641" fmla="*/ 4068271 w 8167828"/>
                    <a:gd name="connsiteY5-642" fmla="*/ 1525866 h 3027228"/>
                    <a:gd name="connsiteX6-643" fmla="*/ 8167828 w 8167828"/>
                    <a:gd name="connsiteY6-644" fmla="*/ 0 h 3027228"/>
                    <a:gd name="connsiteX0-645" fmla="*/ 8156794 w 8156794"/>
                    <a:gd name="connsiteY0-646" fmla="*/ 0 h 2933483"/>
                    <a:gd name="connsiteX1-647" fmla="*/ 8145760 w 8156794"/>
                    <a:gd name="connsiteY1-648" fmla="*/ 1593168 h 2933483"/>
                    <a:gd name="connsiteX2-649" fmla="*/ 4123353 w 8156794"/>
                    <a:gd name="connsiteY2-650" fmla="*/ 2932729 h 2933483"/>
                    <a:gd name="connsiteX3-651" fmla="*/ 2295 w 8156794"/>
                    <a:gd name="connsiteY3-652" fmla="*/ 1484165 h 2933483"/>
                    <a:gd name="connsiteX4-653" fmla="*/ 767 w 8156794"/>
                    <a:gd name="connsiteY4-654" fmla="*/ 13224 h 2933483"/>
                    <a:gd name="connsiteX5-655" fmla="*/ 4068271 w 8156794"/>
                    <a:gd name="connsiteY5-656" fmla="*/ 1432121 h 2933483"/>
                    <a:gd name="connsiteX6-657" fmla="*/ 8156794 w 8156794"/>
                    <a:gd name="connsiteY6-658" fmla="*/ 0 h 2933483"/>
                    <a:gd name="connsiteX0-659" fmla="*/ 8156794 w 8156794"/>
                    <a:gd name="connsiteY0-660" fmla="*/ 0 h 2933483"/>
                    <a:gd name="connsiteX1-661" fmla="*/ 8145760 w 8156794"/>
                    <a:gd name="connsiteY1-662" fmla="*/ 1593168 h 2933483"/>
                    <a:gd name="connsiteX2-663" fmla="*/ 4123353 w 8156794"/>
                    <a:gd name="connsiteY2-664" fmla="*/ 2932729 h 2933483"/>
                    <a:gd name="connsiteX3-665" fmla="*/ 2295 w 8156794"/>
                    <a:gd name="connsiteY3-666" fmla="*/ 1484165 h 2933483"/>
                    <a:gd name="connsiteX4-667" fmla="*/ 767 w 8156794"/>
                    <a:gd name="connsiteY4-668" fmla="*/ 13224 h 2933483"/>
                    <a:gd name="connsiteX5-669" fmla="*/ 4068271 w 8156794"/>
                    <a:gd name="connsiteY5-670" fmla="*/ 1432121 h 2933483"/>
                    <a:gd name="connsiteX6-671" fmla="*/ 8156794 w 8156794"/>
                    <a:gd name="connsiteY6-672" fmla="*/ 0 h 2933483"/>
                    <a:gd name="connsiteX0-673" fmla="*/ 8123689 w 8145760"/>
                    <a:gd name="connsiteY0-674" fmla="*/ 13560 h 2920259"/>
                    <a:gd name="connsiteX1-675" fmla="*/ 8145760 w 8145760"/>
                    <a:gd name="connsiteY1-676" fmla="*/ 1579944 h 2920259"/>
                    <a:gd name="connsiteX2-677" fmla="*/ 4123353 w 8145760"/>
                    <a:gd name="connsiteY2-678" fmla="*/ 2919505 h 2920259"/>
                    <a:gd name="connsiteX3-679" fmla="*/ 2295 w 8145760"/>
                    <a:gd name="connsiteY3-680" fmla="*/ 1470941 h 2920259"/>
                    <a:gd name="connsiteX4-681" fmla="*/ 767 w 8145760"/>
                    <a:gd name="connsiteY4-682" fmla="*/ 0 h 2920259"/>
                    <a:gd name="connsiteX5-683" fmla="*/ 4068271 w 8145760"/>
                    <a:gd name="connsiteY5-684" fmla="*/ 1418897 h 2920259"/>
                    <a:gd name="connsiteX6-685" fmla="*/ 8123689 w 8145760"/>
                    <a:gd name="connsiteY6-686" fmla="*/ 13560 h 2920259"/>
                    <a:gd name="connsiteX0-687" fmla="*/ 8178863 w 8178863"/>
                    <a:gd name="connsiteY0-688" fmla="*/ 26952 h 2920259"/>
                    <a:gd name="connsiteX1-689" fmla="*/ 8145760 w 8178863"/>
                    <a:gd name="connsiteY1-690" fmla="*/ 1579944 h 2920259"/>
                    <a:gd name="connsiteX2-691" fmla="*/ 4123353 w 8178863"/>
                    <a:gd name="connsiteY2-692" fmla="*/ 2919505 h 2920259"/>
                    <a:gd name="connsiteX3-693" fmla="*/ 2295 w 8178863"/>
                    <a:gd name="connsiteY3-694" fmla="*/ 1470941 h 2920259"/>
                    <a:gd name="connsiteX4-695" fmla="*/ 767 w 8178863"/>
                    <a:gd name="connsiteY4-696" fmla="*/ 0 h 2920259"/>
                    <a:gd name="connsiteX5-697" fmla="*/ 4068271 w 8178863"/>
                    <a:gd name="connsiteY5-698" fmla="*/ 1418897 h 2920259"/>
                    <a:gd name="connsiteX6-699" fmla="*/ 8178863 w 8178863"/>
                    <a:gd name="connsiteY6-700" fmla="*/ 26952 h 2920259"/>
                    <a:gd name="connsiteX0-701" fmla="*/ 8167827 w 8167827"/>
                    <a:gd name="connsiteY0-702" fmla="*/ 40343 h 2920259"/>
                    <a:gd name="connsiteX1-703" fmla="*/ 8145760 w 8167827"/>
                    <a:gd name="connsiteY1-704" fmla="*/ 1579944 h 2920259"/>
                    <a:gd name="connsiteX2-705" fmla="*/ 4123353 w 8167827"/>
                    <a:gd name="connsiteY2-706" fmla="*/ 2919505 h 2920259"/>
                    <a:gd name="connsiteX3-707" fmla="*/ 2295 w 8167827"/>
                    <a:gd name="connsiteY3-708" fmla="*/ 1470941 h 2920259"/>
                    <a:gd name="connsiteX4-709" fmla="*/ 767 w 8167827"/>
                    <a:gd name="connsiteY4-710" fmla="*/ 0 h 2920259"/>
                    <a:gd name="connsiteX5-711" fmla="*/ 4068271 w 8167827"/>
                    <a:gd name="connsiteY5-712" fmla="*/ 1418897 h 2920259"/>
                    <a:gd name="connsiteX6-713" fmla="*/ 8167827 w 8167827"/>
                    <a:gd name="connsiteY6-714" fmla="*/ 40343 h 2920259"/>
                    <a:gd name="connsiteX0-715" fmla="*/ 8123687 w 8145760"/>
                    <a:gd name="connsiteY0-716" fmla="*/ 53735 h 2920259"/>
                    <a:gd name="connsiteX1-717" fmla="*/ 8145760 w 8145760"/>
                    <a:gd name="connsiteY1-718" fmla="*/ 1579944 h 2920259"/>
                    <a:gd name="connsiteX2-719" fmla="*/ 4123353 w 8145760"/>
                    <a:gd name="connsiteY2-720" fmla="*/ 2919505 h 2920259"/>
                    <a:gd name="connsiteX3-721" fmla="*/ 2295 w 8145760"/>
                    <a:gd name="connsiteY3-722" fmla="*/ 1470941 h 2920259"/>
                    <a:gd name="connsiteX4-723" fmla="*/ 767 w 8145760"/>
                    <a:gd name="connsiteY4-724" fmla="*/ 0 h 2920259"/>
                    <a:gd name="connsiteX5-725" fmla="*/ 4068271 w 8145760"/>
                    <a:gd name="connsiteY5-726" fmla="*/ 1418897 h 2920259"/>
                    <a:gd name="connsiteX6-727" fmla="*/ 8123687 w 8145760"/>
                    <a:gd name="connsiteY6-728" fmla="*/ 53735 h 2920259"/>
                    <a:gd name="connsiteX0-729" fmla="*/ 8161918 w 8161918"/>
                    <a:gd name="connsiteY0-730" fmla="*/ 0 h 2943855"/>
                    <a:gd name="connsiteX1-731" fmla="*/ 8145760 w 8161918"/>
                    <a:gd name="connsiteY1-732" fmla="*/ 1603540 h 2943855"/>
                    <a:gd name="connsiteX2-733" fmla="*/ 4123353 w 8161918"/>
                    <a:gd name="connsiteY2-734" fmla="*/ 2943101 h 2943855"/>
                    <a:gd name="connsiteX3-735" fmla="*/ 2295 w 8161918"/>
                    <a:gd name="connsiteY3-736" fmla="*/ 1494537 h 2943855"/>
                    <a:gd name="connsiteX4-737" fmla="*/ 767 w 8161918"/>
                    <a:gd name="connsiteY4-738" fmla="*/ 23596 h 2943855"/>
                    <a:gd name="connsiteX5-739" fmla="*/ 4068271 w 8161918"/>
                    <a:gd name="connsiteY5-740" fmla="*/ 1442493 h 2943855"/>
                    <a:gd name="connsiteX6-741" fmla="*/ 8161918 w 8161918"/>
                    <a:gd name="connsiteY6-742" fmla="*/ 0 h 2943855"/>
                    <a:gd name="connsiteX0-743" fmla="*/ 8144926 w 8145760"/>
                    <a:gd name="connsiteY0-744" fmla="*/ 43424 h 2920259"/>
                    <a:gd name="connsiteX1-745" fmla="*/ 8145760 w 8145760"/>
                    <a:gd name="connsiteY1-746" fmla="*/ 1579944 h 2920259"/>
                    <a:gd name="connsiteX2-747" fmla="*/ 4123353 w 8145760"/>
                    <a:gd name="connsiteY2-748" fmla="*/ 2919505 h 2920259"/>
                    <a:gd name="connsiteX3-749" fmla="*/ 2295 w 8145760"/>
                    <a:gd name="connsiteY3-750" fmla="*/ 1470941 h 2920259"/>
                    <a:gd name="connsiteX4-751" fmla="*/ 767 w 8145760"/>
                    <a:gd name="connsiteY4-752" fmla="*/ 0 h 2920259"/>
                    <a:gd name="connsiteX5-753" fmla="*/ 4068271 w 8145760"/>
                    <a:gd name="connsiteY5-754" fmla="*/ 1418897 h 2920259"/>
                    <a:gd name="connsiteX6-755" fmla="*/ 8144926 w 8145760"/>
                    <a:gd name="connsiteY6-756" fmla="*/ 43424 h 2920259"/>
                    <a:gd name="connsiteX0-757" fmla="*/ 8161918 w 8161918"/>
                    <a:gd name="connsiteY0-758" fmla="*/ 0 h 2959321"/>
                    <a:gd name="connsiteX1-759" fmla="*/ 8145760 w 8161918"/>
                    <a:gd name="connsiteY1-760" fmla="*/ 1619006 h 2959321"/>
                    <a:gd name="connsiteX2-761" fmla="*/ 4123353 w 8161918"/>
                    <a:gd name="connsiteY2-762" fmla="*/ 2958567 h 2959321"/>
                    <a:gd name="connsiteX3-763" fmla="*/ 2295 w 8161918"/>
                    <a:gd name="connsiteY3-764" fmla="*/ 1510003 h 2959321"/>
                    <a:gd name="connsiteX4-765" fmla="*/ 767 w 8161918"/>
                    <a:gd name="connsiteY4-766" fmla="*/ 39062 h 2959321"/>
                    <a:gd name="connsiteX5-767" fmla="*/ 4068271 w 8161918"/>
                    <a:gd name="connsiteY5-768" fmla="*/ 1457959 h 2959321"/>
                    <a:gd name="connsiteX6-769" fmla="*/ 8161918 w 8161918"/>
                    <a:gd name="connsiteY6-770" fmla="*/ 0 h 2959321"/>
                    <a:gd name="connsiteX0-771" fmla="*/ 8161918 w 8162752"/>
                    <a:gd name="connsiteY0-772" fmla="*/ 0 h 2959488"/>
                    <a:gd name="connsiteX1-773" fmla="*/ 8162752 w 8162752"/>
                    <a:gd name="connsiteY1-774" fmla="*/ 1629317 h 2959488"/>
                    <a:gd name="connsiteX2-775" fmla="*/ 4123353 w 8162752"/>
                    <a:gd name="connsiteY2-776" fmla="*/ 2958567 h 2959488"/>
                    <a:gd name="connsiteX3-777" fmla="*/ 2295 w 8162752"/>
                    <a:gd name="connsiteY3-778" fmla="*/ 1510003 h 2959488"/>
                    <a:gd name="connsiteX4-779" fmla="*/ 767 w 8162752"/>
                    <a:gd name="connsiteY4-780" fmla="*/ 39062 h 2959488"/>
                    <a:gd name="connsiteX5-781" fmla="*/ 4068271 w 8162752"/>
                    <a:gd name="connsiteY5-782" fmla="*/ 1457959 h 2959488"/>
                    <a:gd name="connsiteX6-783" fmla="*/ 8161918 w 8162752"/>
                    <a:gd name="connsiteY6-784" fmla="*/ 0 h 2959488"/>
                    <a:gd name="connsiteX0-785" fmla="*/ 8165930 w 8166764"/>
                    <a:gd name="connsiteY0-786" fmla="*/ 7337 h 2966825"/>
                    <a:gd name="connsiteX1-787" fmla="*/ 8166764 w 8166764"/>
                    <a:gd name="connsiteY1-788" fmla="*/ 1636654 h 2966825"/>
                    <a:gd name="connsiteX2-789" fmla="*/ 4127365 w 8166764"/>
                    <a:gd name="connsiteY2-790" fmla="*/ 2965904 h 2966825"/>
                    <a:gd name="connsiteX3-791" fmla="*/ 6307 w 8166764"/>
                    <a:gd name="connsiteY3-792" fmla="*/ 1517340 h 2966825"/>
                    <a:gd name="connsiteX4-793" fmla="*/ 532 w 8166764"/>
                    <a:gd name="connsiteY4-794" fmla="*/ 0 h 2966825"/>
                    <a:gd name="connsiteX5-795" fmla="*/ 4072283 w 8166764"/>
                    <a:gd name="connsiteY5-796" fmla="*/ 1465296 h 2966825"/>
                    <a:gd name="connsiteX6-797" fmla="*/ 8165930 w 8166764"/>
                    <a:gd name="connsiteY6-798" fmla="*/ 7337 h 2966825"/>
                    <a:gd name="connsiteX0-799" fmla="*/ 8168119 w 8168953"/>
                    <a:gd name="connsiteY0-800" fmla="*/ 7337 h 2966682"/>
                    <a:gd name="connsiteX1-801" fmla="*/ 8168953 w 8168953"/>
                    <a:gd name="connsiteY1-802" fmla="*/ 1636654 h 2966682"/>
                    <a:gd name="connsiteX2-803" fmla="*/ 4129554 w 8168953"/>
                    <a:gd name="connsiteY2-804" fmla="*/ 2965904 h 2966682"/>
                    <a:gd name="connsiteX3-805" fmla="*/ 0 w 8168953"/>
                    <a:gd name="connsiteY3-806" fmla="*/ 1527651 h 2966682"/>
                    <a:gd name="connsiteX4-807" fmla="*/ 2721 w 8168953"/>
                    <a:gd name="connsiteY4-808" fmla="*/ 0 h 2966682"/>
                    <a:gd name="connsiteX5-809" fmla="*/ 4074472 w 8168953"/>
                    <a:gd name="connsiteY5-810" fmla="*/ 1465296 h 2966682"/>
                    <a:gd name="connsiteX6-811" fmla="*/ 8168119 w 8168953"/>
                    <a:gd name="connsiteY6-812" fmla="*/ 7337 h 2966682"/>
                    <a:gd name="connsiteX0-813" fmla="*/ 8168119 w 8168953"/>
                    <a:gd name="connsiteY0-814" fmla="*/ 7337 h 3100377"/>
                    <a:gd name="connsiteX1-815" fmla="*/ 8168953 w 8168953"/>
                    <a:gd name="connsiteY1-816" fmla="*/ 1636654 h 3100377"/>
                    <a:gd name="connsiteX2-817" fmla="*/ 4118520 w 8168953"/>
                    <a:gd name="connsiteY2-818" fmla="*/ 3099826 h 3100377"/>
                    <a:gd name="connsiteX3-819" fmla="*/ 0 w 8168953"/>
                    <a:gd name="connsiteY3-820" fmla="*/ 1527651 h 3100377"/>
                    <a:gd name="connsiteX4-821" fmla="*/ 2721 w 8168953"/>
                    <a:gd name="connsiteY4-822" fmla="*/ 0 h 3100377"/>
                    <a:gd name="connsiteX5-823" fmla="*/ 4074472 w 8168953"/>
                    <a:gd name="connsiteY5-824" fmla="*/ 1465296 h 3100377"/>
                    <a:gd name="connsiteX6-825" fmla="*/ 8168119 w 8168953"/>
                    <a:gd name="connsiteY6-826" fmla="*/ 7337 h 3100377"/>
                    <a:gd name="connsiteX0-827" fmla="*/ 8168119 w 8168953"/>
                    <a:gd name="connsiteY0-828" fmla="*/ 7337 h 3100429"/>
                    <a:gd name="connsiteX1-829" fmla="*/ 8168953 w 8168953"/>
                    <a:gd name="connsiteY1-830" fmla="*/ 1636654 h 3100429"/>
                    <a:gd name="connsiteX2-831" fmla="*/ 4118520 w 8168953"/>
                    <a:gd name="connsiteY2-832" fmla="*/ 3099826 h 3100429"/>
                    <a:gd name="connsiteX3-833" fmla="*/ 0 w 8168953"/>
                    <a:gd name="connsiteY3-834" fmla="*/ 1527651 h 3100429"/>
                    <a:gd name="connsiteX4-835" fmla="*/ 2721 w 8168953"/>
                    <a:gd name="connsiteY4-836" fmla="*/ 0 h 3100429"/>
                    <a:gd name="connsiteX5-837" fmla="*/ 4074472 w 8168953"/>
                    <a:gd name="connsiteY5-838" fmla="*/ 1465296 h 3100429"/>
                    <a:gd name="connsiteX6-839" fmla="*/ 8168119 w 8168953"/>
                    <a:gd name="connsiteY6-840" fmla="*/ 7337 h 3100429"/>
                    <a:gd name="connsiteX0-841" fmla="*/ 8165849 w 8166683"/>
                    <a:gd name="connsiteY0-842" fmla="*/ 7337 h 3099826"/>
                    <a:gd name="connsiteX1-843" fmla="*/ 8166683 w 8166683"/>
                    <a:gd name="connsiteY1-844" fmla="*/ 1636654 h 3099826"/>
                    <a:gd name="connsiteX2-845" fmla="*/ 4116250 w 8166683"/>
                    <a:gd name="connsiteY2-846" fmla="*/ 3099826 h 3099826"/>
                    <a:gd name="connsiteX3-847" fmla="*/ 8764 w 8166683"/>
                    <a:gd name="connsiteY3-848" fmla="*/ 1634789 h 3099826"/>
                    <a:gd name="connsiteX4-849" fmla="*/ 451 w 8166683"/>
                    <a:gd name="connsiteY4-850" fmla="*/ 0 h 3099826"/>
                    <a:gd name="connsiteX5-851" fmla="*/ 4072202 w 8166683"/>
                    <a:gd name="connsiteY5-852" fmla="*/ 1465296 h 3099826"/>
                    <a:gd name="connsiteX6-853" fmla="*/ 8165849 w 8166683"/>
                    <a:gd name="connsiteY6-854" fmla="*/ 7337 h 3099826"/>
                    <a:gd name="connsiteX0-855" fmla="*/ 8165849 w 8166683"/>
                    <a:gd name="connsiteY0-856" fmla="*/ 7337 h 3099826"/>
                    <a:gd name="connsiteX1-857" fmla="*/ 8166683 w 8166683"/>
                    <a:gd name="connsiteY1-858" fmla="*/ 1636654 h 3099826"/>
                    <a:gd name="connsiteX2-859" fmla="*/ 4116250 w 8166683"/>
                    <a:gd name="connsiteY2-860" fmla="*/ 3099826 h 3099826"/>
                    <a:gd name="connsiteX3-861" fmla="*/ 8764 w 8166683"/>
                    <a:gd name="connsiteY3-862" fmla="*/ 1634789 h 3099826"/>
                    <a:gd name="connsiteX4-863" fmla="*/ 451 w 8166683"/>
                    <a:gd name="connsiteY4-864" fmla="*/ 0 h 3099826"/>
                    <a:gd name="connsiteX5-865" fmla="*/ 4072202 w 8166683"/>
                    <a:gd name="connsiteY5-866" fmla="*/ 1465296 h 3099826"/>
                    <a:gd name="connsiteX6-867" fmla="*/ 8165849 w 8166683"/>
                    <a:gd name="connsiteY6-868" fmla="*/ 7337 h 3099826"/>
                    <a:gd name="connsiteX0-869" fmla="*/ 8165849 w 8166683"/>
                    <a:gd name="connsiteY0-870" fmla="*/ 7337 h 3099826"/>
                    <a:gd name="connsiteX1-871" fmla="*/ 8166683 w 8166683"/>
                    <a:gd name="connsiteY1-872" fmla="*/ 1636654 h 3099826"/>
                    <a:gd name="connsiteX2-873" fmla="*/ 4116250 w 8166683"/>
                    <a:gd name="connsiteY2-874" fmla="*/ 3099826 h 3099826"/>
                    <a:gd name="connsiteX3-875" fmla="*/ 8764 w 8166683"/>
                    <a:gd name="connsiteY3-876" fmla="*/ 1634789 h 3099826"/>
                    <a:gd name="connsiteX4-877" fmla="*/ 451 w 8166683"/>
                    <a:gd name="connsiteY4-878" fmla="*/ 0 h 3099826"/>
                    <a:gd name="connsiteX5-879" fmla="*/ 4061168 w 8166683"/>
                    <a:gd name="connsiteY5-880" fmla="*/ 1438511 h 3099826"/>
                    <a:gd name="connsiteX6-881" fmla="*/ 8165849 w 8166683"/>
                    <a:gd name="connsiteY6-882" fmla="*/ 7337 h 3099826"/>
                    <a:gd name="connsiteX0-883" fmla="*/ 8165849 w 8166683"/>
                    <a:gd name="connsiteY0-884" fmla="*/ 7337 h 3099826"/>
                    <a:gd name="connsiteX1-885" fmla="*/ 8166683 w 8166683"/>
                    <a:gd name="connsiteY1-886" fmla="*/ 1636654 h 3099826"/>
                    <a:gd name="connsiteX2-887" fmla="*/ 4116250 w 8166683"/>
                    <a:gd name="connsiteY2-888" fmla="*/ 3099826 h 3099826"/>
                    <a:gd name="connsiteX3-889" fmla="*/ 8764 w 8166683"/>
                    <a:gd name="connsiteY3-890" fmla="*/ 1634789 h 3099826"/>
                    <a:gd name="connsiteX4-891" fmla="*/ 451 w 8166683"/>
                    <a:gd name="connsiteY4-892" fmla="*/ 0 h 3099826"/>
                    <a:gd name="connsiteX5-893" fmla="*/ 4061168 w 8166683"/>
                    <a:gd name="connsiteY5-894" fmla="*/ 1438511 h 3099826"/>
                    <a:gd name="connsiteX6-895" fmla="*/ 8165849 w 8166683"/>
                    <a:gd name="connsiteY6-896" fmla="*/ 7337 h 309982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57" name="Oval 456"/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458" name="Group 457"/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59" name="Freeform 458"/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-1" fmla="*/ 3725333 w 4641485"/>
                      <a:gd name="connsiteY0-2" fmla="*/ 0 h 1049866"/>
                      <a:gd name="connsiteX1-3" fmla="*/ 4641485 w 4641485"/>
                      <a:gd name="connsiteY1-4" fmla="*/ 239402 h 1049866"/>
                      <a:gd name="connsiteX2-5" fmla="*/ 3962400 w 4641485"/>
                      <a:gd name="connsiteY2-6" fmla="*/ 541866 h 1049866"/>
                      <a:gd name="connsiteX3-7" fmla="*/ 3742267 w 4641485"/>
                      <a:gd name="connsiteY3-8" fmla="*/ 457200 h 1049866"/>
                      <a:gd name="connsiteX4-9" fmla="*/ 2269067 w 4641485"/>
                      <a:gd name="connsiteY4-10" fmla="*/ 1049866 h 1049866"/>
                      <a:gd name="connsiteX5-11" fmla="*/ 880533 w 4641485"/>
                      <a:gd name="connsiteY5-12" fmla="*/ 457200 h 1049866"/>
                      <a:gd name="connsiteX6-13" fmla="*/ 592667 w 4641485"/>
                      <a:gd name="connsiteY6-14" fmla="*/ 541866 h 1049866"/>
                      <a:gd name="connsiteX7-15" fmla="*/ 0 w 4641485"/>
                      <a:gd name="connsiteY7-16" fmla="*/ 254000 h 1049866"/>
                      <a:gd name="connsiteX8-17" fmla="*/ 880533 w 4641485"/>
                      <a:gd name="connsiteY8-18" fmla="*/ 16933 h 1049866"/>
                      <a:gd name="connsiteX9-19" fmla="*/ 2302933 w 4641485"/>
                      <a:gd name="connsiteY9-20" fmla="*/ 626533 h 1049866"/>
                      <a:gd name="connsiteX10-21" fmla="*/ 3725333 w 4641485"/>
                      <a:gd name="connsiteY10-22" fmla="*/ 0 h 1049866"/>
                      <a:gd name="connsiteX0-23" fmla="*/ 3756864 w 4673016"/>
                      <a:gd name="connsiteY0-24" fmla="*/ 0 h 1049866"/>
                      <a:gd name="connsiteX1-25" fmla="*/ 4673016 w 4673016"/>
                      <a:gd name="connsiteY1-26" fmla="*/ 239402 h 1049866"/>
                      <a:gd name="connsiteX2-27" fmla="*/ 3993931 w 4673016"/>
                      <a:gd name="connsiteY2-28" fmla="*/ 541866 h 1049866"/>
                      <a:gd name="connsiteX3-29" fmla="*/ 3773798 w 4673016"/>
                      <a:gd name="connsiteY3-30" fmla="*/ 457200 h 1049866"/>
                      <a:gd name="connsiteX4-31" fmla="*/ 2300598 w 4673016"/>
                      <a:gd name="connsiteY4-32" fmla="*/ 1049866 h 1049866"/>
                      <a:gd name="connsiteX5-33" fmla="*/ 912064 w 4673016"/>
                      <a:gd name="connsiteY5-34" fmla="*/ 457200 h 1049866"/>
                      <a:gd name="connsiteX6-35" fmla="*/ 624198 w 4673016"/>
                      <a:gd name="connsiteY6-36" fmla="*/ 541866 h 1049866"/>
                      <a:gd name="connsiteX7-37" fmla="*/ 0 w 4673016"/>
                      <a:gd name="connsiteY7-38" fmla="*/ 232979 h 1049866"/>
                      <a:gd name="connsiteX8-39" fmla="*/ 912064 w 4673016"/>
                      <a:gd name="connsiteY8-40" fmla="*/ 16933 h 1049866"/>
                      <a:gd name="connsiteX9-41" fmla="*/ 2334464 w 4673016"/>
                      <a:gd name="connsiteY9-42" fmla="*/ 626533 h 1049866"/>
                      <a:gd name="connsiteX10-43" fmla="*/ 3756864 w 4673016"/>
                      <a:gd name="connsiteY10-44" fmla="*/ 0 h 1049866"/>
                      <a:gd name="connsiteX0-45" fmla="*/ 3756864 w 4673016"/>
                      <a:gd name="connsiteY0-46" fmla="*/ 0 h 1049866"/>
                      <a:gd name="connsiteX1-47" fmla="*/ 4673016 w 4673016"/>
                      <a:gd name="connsiteY1-48" fmla="*/ 239402 h 1049866"/>
                      <a:gd name="connsiteX2-49" fmla="*/ 3993931 w 4673016"/>
                      <a:gd name="connsiteY2-50" fmla="*/ 541866 h 1049866"/>
                      <a:gd name="connsiteX3-51" fmla="*/ 3784308 w 4673016"/>
                      <a:gd name="connsiteY3-52" fmla="*/ 404648 h 1049866"/>
                      <a:gd name="connsiteX4-53" fmla="*/ 2300598 w 4673016"/>
                      <a:gd name="connsiteY4-54" fmla="*/ 1049866 h 1049866"/>
                      <a:gd name="connsiteX5-55" fmla="*/ 912064 w 4673016"/>
                      <a:gd name="connsiteY5-56" fmla="*/ 457200 h 1049866"/>
                      <a:gd name="connsiteX6-57" fmla="*/ 624198 w 4673016"/>
                      <a:gd name="connsiteY6-58" fmla="*/ 541866 h 1049866"/>
                      <a:gd name="connsiteX7-59" fmla="*/ 0 w 4673016"/>
                      <a:gd name="connsiteY7-60" fmla="*/ 232979 h 1049866"/>
                      <a:gd name="connsiteX8-61" fmla="*/ 912064 w 4673016"/>
                      <a:gd name="connsiteY8-62" fmla="*/ 16933 h 1049866"/>
                      <a:gd name="connsiteX9-63" fmla="*/ 2334464 w 4673016"/>
                      <a:gd name="connsiteY9-64" fmla="*/ 626533 h 1049866"/>
                      <a:gd name="connsiteX10-65" fmla="*/ 3756864 w 4673016"/>
                      <a:gd name="connsiteY10-66" fmla="*/ 0 h 1049866"/>
                      <a:gd name="connsiteX0-67" fmla="*/ 3756864 w 4673016"/>
                      <a:gd name="connsiteY0-68" fmla="*/ 0 h 1049866"/>
                      <a:gd name="connsiteX1-69" fmla="*/ 4673016 w 4673016"/>
                      <a:gd name="connsiteY1-70" fmla="*/ 239402 h 1049866"/>
                      <a:gd name="connsiteX2-71" fmla="*/ 3993931 w 4673016"/>
                      <a:gd name="connsiteY2-72" fmla="*/ 541866 h 1049866"/>
                      <a:gd name="connsiteX3-73" fmla="*/ 3794818 w 4673016"/>
                      <a:gd name="connsiteY3-74" fmla="*/ 436179 h 1049866"/>
                      <a:gd name="connsiteX4-75" fmla="*/ 2300598 w 4673016"/>
                      <a:gd name="connsiteY4-76" fmla="*/ 1049866 h 1049866"/>
                      <a:gd name="connsiteX5-77" fmla="*/ 912064 w 4673016"/>
                      <a:gd name="connsiteY5-78" fmla="*/ 457200 h 1049866"/>
                      <a:gd name="connsiteX6-79" fmla="*/ 624198 w 4673016"/>
                      <a:gd name="connsiteY6-80" fmla="*/ 541866 h 1049866"/>
                      <a:gd name="connsiteX7-81" fmla="*/ 0 w 4673016"/>
                      <a:gd name="connsiteY7-82" fmla="*/ 232979 h 1049866"/>
                      <a:gd name="connsiteX8-83" fmla="*/ 912064 w 4673016"/>
                      <a:gd name="connsiteY8-84" fmla="*/ 16933 h 1049866"/>
                      <a:gd name="connsiteX9-85" fmla="*/ 2334464 w 4673016"/>
                      <a:gd name="connsiteY9-86" fmla="*/ 626533 h 1049866"/>
                      <a:gd name="connsiteX10-87" fmla="*/ 3756864 w 4673016"/>
                      <a:gd name="connsiteY10-88" fmla="*/ 0 h 1049866"/>
                      <a:gd name="connsiteX0-89" fmla="*/ 3756864 w 4673016"/>
                      <a:gd name="connsiteY0-90" fmla="*/ 0 h 1049866"/>
                      <a:gd name="connsiteX1-91" fmla="*/ 4673016 w 4673016"/>
                      <a:gd name="connsiteY1-92" fmla="*/ 239402 h 1049866"/>
                      <a:gd name="connsiteX2-93" fmla="*/ 3993931 w 4673016"/>
                      <a:gd name="connsiteY2-94" fmla="*/ 541866 h 1049866"/>
                      <a:gd name="connsiteX3-95" fmla="*/ 3794818 w 4673016"/>
                      <a:gd name="connsiteY3-96" fmla="*/ 436179 h 1049866"/>
                      <a:gd name="connsiteX4-97" fmla="*/ 2300598 w 4673016"/>
                      <a:gd name="connsiteY4-98" fmla="*/ 1049866 h 1049866"/>
                      <a:gd name="connsiteX5-99" fmla="*/ 912064 w 4673016"/>
                      <a:gd name="connsiteY5-100" fmla="*/ 457200 h 1049866"/>
                      <a:gd name="connsiteX6-101" fmla="*/ 624198 w 4673016"/>
                      <a:gd name="connsiteY6-102" fmla="*/ 541866 h 1049866"/>
                      <a:gd name="connsiteX7-103" fmla="*/ 0 w 4673016"/>
                      <a:gd name="connsiteY7-104" fmla="*/ 232979 h 1049866"/>
                      <a:gd name="connsiteX8-105" fmla="*/ 912064 w 4673016"/>
                      <a:gd name="connsiteY8-106" fmla="*/ 16933 h 1049866"/>
                      <a:gd name="connsiteX9-107" fmla="*/ 2323954 w 4673016"/>
                      <a:gd name="connsiteY9-108" fmla="*/ 616023 h 1049866"/>
                      <a:gd name="connsiteX10-109" fmla="*/ 3756864 w 4673016"/>
                      <a:gd name="connsiteY10-110" fmla="*/ 0 h 1049866"/>
                      <a:gd name="connsiteX0-111" fmla="*/ 3756864 w 4673016"/>
                      <a:gd name="connsiteY0-112" fmla="*/ 0 h 1049866"/>
                      <a:gd name="connsiteX1-113" fmla="*/ 4673016 w 4673016"/>
                      <a:gd name="connsiteY1-114" fmla="*/ 239402 h 1049866"/>
                      <a:gd name="connsiteX2-115" fmla="*/ 3993931 w 4673016"/>
                      <a:gd name="connsiteY2-116" fmla="*/ 541866 h 1049866"/>
                      <a:gd name="connsiteX3-117" fmla="*/ 3794818 w 4673016"/>
                      <a:gd name="connsiteY3-118" fmla="*/ 436179 h 1049866"/>
                      <a:gd name="connsiteX4-119" fmla="*/ 2300598 w 4673016"/>
                      <a:gd name="connsiteY4-120" fmla="*/ 1049866 h 1049866"/>
                      <a:gd name="connsiteX5-121" fmla="*/ 912064 w 4673016"/>
                      <a:gd name="connsiteY5-122" fmla="*/ 457200 h 1049866"/>
                      <a:gd name="connsiteX6-123" fmla="*/ 624198 w 4673016"/>
                      <a:gd name="connsiteY6-124" fmla="*/ 541866 h 1049866"/>
                      <a:gd name="connsiteX7-125" fmla="*/ 0 w 4673016"/>
                      <a:gd name="connsiteY7-126" fmla="*/ 275021 h 1049866"/>
                      <a:gd name="connsiteX8-127" fmla="*/ 912064 w 4673016"/>
                      <a:gd name="connsiteY8-128" fmla="*/ 16933 h 1049866"/>
                      <a:gd name="connsiteX9-129" fmla="*/ 2323954 w 4673016"/>
                      <a:gd name="connsiteY9-130" fmla="*/ 616023 h 1049866"/>
                      <a:gd name="connsiteX10-131" fmla="*/ 3756864 w 4673016"/>
                      <a:gd name="connsiteY10-132" fmla="*/ 0 h 1049866"/>
                      <a:gd name="connsiteX0-133" fmla="*/ 3756864 w 4673016"/>
                      <a:gd name="connsiteY0-134" fmla="*/ 0 h 1049866"/>
                      <a:gd name="connsiteX1-135" fmla="*/ 4673016 w 4673016"/>
                      <a:gd name="connsiteY1-136" fmla="*/ 239402 h 1049866"/>
                      <a:gd name="connsiteX2-137" fmla="*/ 3993931 w 4673016"/>
                      <a:gd name="connsiteY2-138" fmla="*/ 541866 h 1049866"/>
                      <a:gd name="connsiteX3-139" fmla="*/ 3815839 w 4673016"/>
                      <a:gd name="connsiteY3-140" fmla="*/ 467710 h 1049866"/>
                      <a:gd name="connsiteX4-141" fmla="*/ 2300598 w 4673016"/>
                      <a:gd name="connsiteY4-142" fmla="*/ 1049866 h 1049866"/>
                      <a:gd name="connsiteX5-143" fmla="*/ 912064 w 4673016"/>
                      <a:gd name="connsiteY5-144" fmla="*/ 457200 h 1049866"/>
                      <a:gd name="connsiteX6-145" fmla="*/ 624198 w 4673016"/>
                      <a:gd name="connsiteY6-146" fmla="*/ 541866 h 1049866"/>
                      <a:gd name="connsiteX7-147" fmla="*/ 0 w 4673016"/>
                      <a:gd name="connsiteY7-148" fmla="*/ 275021 h 1049866"/>
                      <a:gd name="connsiteX8-149" fmla="*/ 912064 w 4673016"/>
                      <a:gd name="connsiteY8-150" fmla="*/ 16933 h 1049866"/>
                      <a:gd name="connsiteX9-151" fmla="*/ 2323954 w 4673016"/>
                      <a:gd name="connsiteY9-152" fmla="*/ 616023 h 1049866"/>
                      <a:gd name="connsiteX10-153" fmla="*/ 3756864 w 4673016"/>
                      <a:gd name="connsiteY10-154" fmla="*/ 0 h 104986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0" name="Freeform 459"/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1" name="Freeform 460"/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2" name="Freeform 461"/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-1" fmla="*/ 168165 w 3731172"/>
                      <a:gd name="connsiteY0-2" fmla="*/ 73572 h 1418896"/>
                      <a:gd name="connsiteX1-3" fmla="*/ 451945 w 3731172"/>
                      <a:gd name="connsiteY1-4" fmla="*/ 0 h 1418896"/>
                      <a:gd name="connsiteX2-5" fmla="*/ 1881352 w 3731172"/>
                      <a:gd name="connsiteY2-6" fmla="*/ 599089 h 1418896"/>
                      <a:gd name="connsiteX3-7" fmla="*/ 3363310 w 3731172"/>
                      <a:gd name="connsiteY3-8" fmla="*/ 0 h 1418896"/>
                      <a:gd name="connsiteX4-9" fmla="*/ 3584027 w 3731172"/>
                      <a:gd name="connsiteY4-10" fmla="*/ 73572 h 1418896"/>
                      <a:gd name="connsiteX5-11" fmla="*/ 2627586 w 3731172"/>
                      <a:gd name="connsiteY5-12" fmla="*/ 441434 h 1418896"/>
                      <a:gd name="connsiteX6-13" fmla="*/ 2596055 w 3731172"/>
                      <a:gd name="connsiteY6-14" fmla="*/ 914400 h 1418896"/>
                      <a:gd name="connsiteX7-15" fmla="*/ 3731172 w 3731172"/>
                      <a:gd name="connsiteY7-16" fmla="*/ 1345324 h 1418896"/>
                      <a:gd name="connsiteX8-17" fmla="*/ 3447393 w 3731172"/>
                      <a:gd name="connsiteY8-18" fmla="*/ 1408386 h 1418896"/>
                      <a:gd name="connsiteX9-19" fmla="*/ 1870841 w 3731172"/>
                      <a:gd name="connsiteY9-20" fmla="*/ 746234 h 1418896"/>
                      <a:gd name="connsiteX10-21" fmla="*/ 262758 w 3731172"/>
                      <a:gd name="connsiteY10-22" fmla="*/ 1418896 h 1418896"/>
                      <a:gd name="connsiteX11-23" fmla="*/ 0 w 3731172"/>
                      <a:gd name="connsiteY11-24" fmla="*/ 1324303 h 1418896"/>
                      <a:gd name="connsiteX12-25" fmla="*/ 1145627 w 3731172"/>
                      <a:gd name="connsiteY12-26" fmla="*/ 882869 h 1418896"/>
                      <a:gd name="connsiteX13-27" fmla="*/ 1114096 w 3731172"/>
                      <a:gd name="connsiteY13-28" fmla="*/ 409903 h 1418896"/>
                      <a:gd name="connsiteX14-29" fmla="*/ 441434 w 3731172"/>
                      <a:gd name="connsiteY14-30" fmla="*/ 10510 h 1418896"/>
                      <a:gd name="connsiteX15-31" fmla="*/ 441434 w 3731172"/>
                      <a:gd name="connsiteY15-32" fmla="*/ 10510 h 1418896"/>
                      <a:gd name="connsiteX0-33" fmla="*/ 168165 w 3731172"/>
                      <a:gd name="connsiteY0-34" fmla="*/ 73572 h 1418896"/>
                      <a:gd name="connsiteX1-35" fmla="*/ 451945 w 3731172"/>
                      <a:gd name="connsiteY1-36" fmla="*/ 0 h 1418896"/>
                      <a:gd name="connsiteX2-37" fmla="*/ 1881352 w 3731172"/>
                      <a:gd name="connsiteY2-38" fmla="*/ 599089 h 1418896"/>
                      <a:gd name="connsiteX3-39" fmla="*/ 3363310 w 3731172"/>
                      <a:gd name="connsiteY3-40" fmla="*/ 0 h 1418896"/>
                      <a:gd name="connsiteX4-41" fmla="*/ 3584027 w 3731172"/>
                      <a:gd name="connsiteY4-42" fmla="*/ 73572 h 1418896"/>
                      <a:gd name="connsiteX5-43" fmla="*/ 2627586 w 3731172"/>
                      <a:gd name="connsiteY5-44" fmla="*/ 441434 h 1418896"/>
                      <a:gd name="connsiteX6-45" fmla="*/ 2596055 w 3731172"/>
                      <a:gd name="connsiteY6-46" fmla="*/ 914400 h 1418896"/>
                      <a:gd name="connsiteX7-47" fmla="*/ 3731172 w 3731172"/>
                      <a:gd name="connsiteY7-48" fmla="*/ 1345324 h 1418896"/>
                      <a:gd name="connsiteX8-49" fmla="*/ 3447393 w 3731172"/>
                      <a:gd name="connsiteY8-50" fmla="*/ 1408386 h 1418896"/>
                      <a:gd name="connsiteX9-51" fmla="*/ 1870841 w 3731172"/>
                      <a:gd name="connsiteY9-52" fmla="*/ 746234 h 1418896"/>
                      <a:gd name="connsiteX10-53" fmla="*/ 262758 w 3731172"/>
                      <a:gd name="connsiteY10-54" fmla="*/ 1418896 h 1418896"/>
                      <a:gd name="connsiteX11-55" fmla="*/ 0 w 3731172"/>
                      <a:gd name="connsiteY11-56" fmla="*/ 1324303 h 1418896"/>
                      <a:gd name="connsiteX12-57" fmla="*/ 1145627 w 3731172"/>
                      <a:gd name="connsiteY12-58" fmla="*/ 882869 h 1418896"/>
                      <a:gd name="connsiteX13-59" fmla="*/ 1114096 w 3731172"/>
                      <a:gd name="connsiteY13-60" fmla="*/ 409903 h 1418896"/>
                      <a:gd name="connsiteX14-61" fmla="*/ 441434 w 3731172"/>
                      <a:gd name="connsiteY14-62" fmla="*/ 10510 h 1418896"/>
                      <a:gd name="connsiteX0-63" fmla="*/ 168165 w 3731172"/>
                      <a:gd name="connsiteY0-64" fmla="*/ 73572 h 1418896"/>
                      <a:gd name="connsiteX1-65" fmla="*/ 451945 w 3731172"/>
                      <a:gd name="connsiteY1-66" fmla="*/ 0 h 1418896"/>
                      <a:gd name="connsiteX2-67" fmla="*/ 1881352 w 3731172"/>
                      <a:gd name="connsiteY2-68" fmla="*/ 599089 h 1418896"/>
                      <a:gd name="connsiteX3-69" fmla="*/ 3363310 w 3731172"/>
                      <a:gd name="connsiteY3-70" fmla="*/ 0 h 1418896"/>
                      <a:gd name="connsiteX4-71" fmla="*/ 3584027 w 3731172"/>
                      <a:gd name="connsiteY4-72" fmla="*/ 73572 h 1418896"/>
                      <a:gd name="connsiteX5-73" fmla="*/ 2627586 w 3731172"/>
                      <a:gd name="connsiteY5-74" fmla="*/ 441434 h 1418896"/>
                      <a:gd name="connsiteX6-75" fmla="*/ 2596055 w 3731172"/>
                      <a:gd name="connsiteY6-76" fmla="*/ 914400 h 1418896"/>
                      <a:gd name="connsiteX7-77" fmla="*/ 3731172 w 3731172"/>
                      <a:gd name="connsiteY7-78" fmla="*/ 1345324 h 1418896"/>
                      <a:gd name="connsiteX8-79" fmla="*/ 3447393 w 3731172"/>
                      <a:gd name="connsiteY8-80" fmla="*/ 1408386 h 1418896"/>
                      <a:gd name="connsiteX9-81" fmla="*/ 1870841 w 3731172"/>
                      <a:gd name="connsiteY9-82" fmla="*/ 746234 h 1418896"/>
                      <a:gd name="connsiteX10-83" fmla="*/ 262758 w 3731172"/>
                      <a:gd name="connsiteY10-84" fmla="*/ 1418896 h 1418896"/>
                      <a:gd name="connsiteX11-85" fmla="*/ 0 w 3731172"/>
                      <a:gd name="connsiteY11-86" fmla="*/ 1324303 h 1418896"/>
                      <a:gd name="connsiteX12-87" fmla="*/ 1145627 w 3731172"/>
                      <a:gd name="connsiteY12-88" fmla="*/ 882869 h 1418896"/>
                      <a:gd name="connsiteX13-89" fmla="*/ 1114096 w 3731172"/>
                      <a:gd name="connsiteY13-90" fmla="*/ 409903 h 1418896"/>
                      <a:gd name="connsiteX14-91" fmla="*/ 357351 w 3731172"/>
                      <a:gd name="connsiteY14-92" fmla="*/ 115613 h 1418896"/>
                      <a:gd name="connsiteX0-93" fmla="*/ 168165 w 3731172"/>
                      <a:gd name="connsiteY0-94" fmla="*/ 73572 h 1418896"/>
                      <a:gd name="connsiteX1-95" fmla="*/ 451945 w 3731172"/>
                      <a:gd name="connsiteY1-96" fmla="*/ 0 h 1418896"/>
                      <a:gd name="connsiteX2-97" fmla="*/ 1881352 w 3731172"/>
                      <a:gd name="connsiteY2-98" fmla="*/ 599089 h 1418896"/>
                      <a:gd name="connsiteX3-99" fmla="*/ 3363310 w 3731172"/>
                      <a:gd name="connsiteY3-100" fmla="*/ 0 h 1418896"/>
                      <a:gd name="connsiteX4-101" fmla="*/ 3584027 w 3731172"/>
                      <a:gd name="connsiteY4-102" fmla="*/ 73572 h 1418896"/>
                      <a:gd name="connsiteX5-103" fmla="*/ 2627586 w 3731172"/>
                      <a:gd name="connsiteY5-104" fmla="*/ 441434 h 1418896"/>
                      <a:gd name="connsiteX6-105" fmla="*/ 2596055 w 3731172"/>
                      <a:gd name="connsiteY6-106" fmla="*/ 914400 h 1418896"/>
                      <a:gd name="connsiteX7-107" fmla="*/ 3731172 w 3731172"/>
                      <a:gd name="connsiteY7-108" fmla="*/ 1345324 h 1418896"/>
                      <a:gd name="connsiteX8-109" fmla="*/ 3447393 w 3731172"/>
                      <a:gd name="connsiteY8-110" fmla="*/ 1408386 h 1418896"/>
                      <a:gd name="connsiteX9-111" fmla="*/ 1870841 w 3731172"/>
                      <a:gd name="connsiteY9-112" fmla="*/ 746234 h 1418896"/>
                      <a:gd name="connsiteX10-113" fmla="*/ 262758 w 3731172"/>
                      <a:gd name="connsiteY10-114" fmla="*/ 1418896 h 1418896"/>
                      <a:gd name="connsiteX11-115" fmla="*/ 0 w 3731172"/>
                      <a:gd name="connsiteY11-116" fmla="*/ 1324303 h 1418896"/>
                      <a:gd name="connsiteX12-117" fmla="*/ 1145627 w 3731172"/>
                      <a:gd name="connsiteY12-118" fmla="*/ 882869 h 1418896"/>
                      <a:gd name="connsiteX13-119" fmla="*/ 1114096 w 3731172"/>
                      <a:gd name="connsiteY13-120" fmla="*/ 409903 h 1418896"/>
                      <a:gd name="connsiteX14-121" fmla="*/ 147144 w 3731172"/>
                      <a:gd name="connsiteY14-122" fmla="*/ 63061 h 1418896"/>
                      <a:gd name="connsiteX0-123" fmla="*/ 168165 w 3731172"/>
                      <a:gd name="connsiteY0-124" fmla="*/ 73572 h 1418896"/>
                      <a:gd name="connsiteX1-125" fmla="*/ 451945 w 3731172"/>
                      <a:gd name="connsiteY1-126" fmla="*/ 0 h 1418896"/>
                      <a:gd name="connsiteX2-127" fmla="*/ 1881352 w 3731172"/>
                      <a:gd name="connsiteY2-128" fmla="*/ 599089 h 1418896"/>
                      <a:gd name="connsiteX3-129" fmla="*/ 3363310 w 3731172"/>
                      <a:gd name="connsiteY3-130" fmla="*/ 0 h 1418896"/>
                      <a:gd name="connsiteX4-131" fmla="*/ 3584027 w 3731172"/>
                      <a:gd name="connsiteY4-132" fmla="*/ 73572 h 1418896"/>
                      <a:gd name="connsiteX5-133" fmla="*/ 2627586 w 3731172"/>
                      <a:gd name="connsiteY5-134" fmla="*/ 441434 h 1418896"/>
                      <a:gd name="connsiteX6-135" fmla="*/ 2596055 w 3731172"/>
                      <a:gd name="connsiteY6-136" fmla="*/ 914400 h 1418896"/>
                      <a:gd name="connsiteX7-137" fmla="*/ 3731172 w 3731172"/>
                      <a:gd name="connsiteY7-138" fmla="*/ 1345324 h 1418896"/>
                      <a:gd name="connsiteX8-139" fmla="*/ 3447393 w 3731172"/>
                      <a:gd name="connsiteY8-140" fmla="*/ 1408386 h 1418896"/>
                      <a:gd name="connsiteX9-141" fmla="*/ 1870841 w 3731172"/>
                      <a:gd name="connsiteY9-142" fmla="*/ 746234 h 1418896"/>
                      <a:gd name="connsiteX10-143" fmla="*/ 262758 w 3731172"/>
                      <a:gd name="connsiteY10-144" fmla="*/ 1418896 h 1418896"/>
                      <a:gd name="connsiteX11-145" fmla="*/ 0 w 3731172"/>
                      <a:gd name="connsiteY11-146" fmla="*/ 1324303 h 1418896"/>
                      <a:gd name="connsiteX12-147" fmla="*/ 1145627 w 3731172"/>
                      <a:gd name="connsiteY12-148" fmla="*/ 882869 h 1418896"/>
                      <a:gd name="connsiteX13-149" fmla="*/ 1114096 w 3731172"/>
                      <a:gd name="connsiteY13-150" fmla="*/ 420413 h 1418896"/>
                      <a:gd name="connsiteX14-151" fmla="*/ 147144 w 3731172"/>
                      <a:gd name="connsiteY14-152" fmla="*/ 63061 h 1418896"/>
                      <a:gd name="connsiteX0-153" fmla="*/ 168165 w 3731172"/>
                      <a:gd name="connsiteY0-154" fmla="*/ 73572 h 1418896"/>
                      <a:gd name="connsiteX1-155" fmla="*/ 451945 w 3731172"/>
                      <a:gd name="connsiteY1-156" fmla="*/ 0 h 1418896"/>
                      <a:gd name="connsiteX2-157" fmla="*/ 1881352 w 3731172"/>
                      <a:gd name="connsiteY2-158" fmla="*/ 599089 h 1418896"/>
                      <a:gd name="connsiteX3-159" fmla="*/ 3363310 w 3731172"/>
                      <a:gd name="connsiteY3-160" fmla="*/ 0 h 1418896"/>
                      <a:gd name="connsiteX4-161" fmla="*/ 3584027 w 3731172"/>
                      <a:gd name="connsiteY4-162" fmla="*/ 73572 h 1418896"/>
                      <a:gd name="connsiteX5-163" fmla="*/ 2627586 w 3731172"/>
                      <a:gd name="connsiteY5-164" fmla="*/ 441434 h 1418896"/>
                      <a:gd name="connsiteX6-165" fmla="*/ 2596055 w 3731172"/>
                      <a:gd name="connsiteY6-166" fmla="*/ 914400 h 1418896"/>
                      <a:gd name="connsiteX7-167" fmla="*/ 3731172 w 3731172"/>
                      <a:gd name="connsiteY7-168" fmla="*/ 1345324 h 1418896"/>
                      <a:gd name="connsiteX8-169" fmla="*/ 3447393 w 3731172"/>
                      <a:gd name="connsiteY8-170" fmla="*/ 1408386 h 1418896"/>
                      <a:gd name="connsiteX9-171" fmla="*/ 1870841 w 3731172"/>
                      <a:gd name="connsiteY9-172" fmla="*/ 746234 h 1418896"/>
                      <a:gd name="connsiteX10-173" fmla="*/ 262758 w 3731172"/>
                      <a:gd name="connsiteY10-174" fmla="*/ 1418896 h 1418896"/>
                      <a:gd name="connsiteX11-175" fmla="*/ 0 w 3731172"/>
                      <a:gd name="connsiteY11-176" fmla="*/ 1324303 h 1418896"/>
                      <a:gd name="connsiteX12-177" fmla="*/ 1145627 w 3731172"/>
                      <a:gd name="connsiteY12-178" fmla="*/ 882869 h 1418896"/>
                      <a:gd name="connsiteX13-179" fmla="*/ 1114096 w 3731172"/>
                      <a:gd name="connsiteY13-180" fmla="*/ 420413 h 1418896"/>
                      <a:gd name="connsiteX14-181" fmla="*/ 189185 w 3731172"/>
                      <a:gd name="connsiteY14-182" fmla="*/ 84081 h 1418896"/>
                      <a:gd name="connsiteX0-183" fmla="*/ 168165 w 3731172"/>
                      <a:gd name="connsiteY0-184" fmla="*/ 73572 h 1418896"/>
                      <a:gd name="connsiteX1-185" fmla="*/ 451945 w 3731172"/>
                      <a:gd name="connsiteY1-186" fmla="*/ 0 h 1418896"/>
                      <a:gd name="connsiteX2-187" fmla="*/ 1881352 w 3731172"/>
                      <a:gd name="connsiteY2-188" fmla="*/ 599089 h 1418896"/>
                      <a:gd name="connsiteX3-189" fmla="*/ 3363310 w 3731172"/>
                      <a:gd name="connsiteY3-190" fmla="*/ 0 h 1418896"/>
                      <a:gd name="connsiteX4-191" fmla="*/ 3584027 w 3731172"/>
                      <a:gd name="connsiteY4-192" fmla="*/ 73572 h 1418896"/>
                      <a:gd name="connsiteX5-193" fmla="*/ 2627586 w 3731172"/>
                      <a:gd name="connsiteY5-194" fmla="*/ 441434 h 1418896"/>
                      <a:gd name="connsiteX6-195" fmla="*/ 2596055 w 3731172"/>
                      <a:gd name="connsiteY6-196" fmla="*/ 914400 h 1418896"/>
                      <a:gd name="connsiteX7-197" fmla="*/ 3731172 w 3731172"/>
                      <a:gd name="connsiteY7-198" fmla="*/ 1345324 h 1418896"/>
                      <a:gd name="connsiteX8-199" fmla="*/ 3447393 w 3731172"/>
                      <a:gd name="connsiteY8-200" fmla="*/ 1408386 h 1418896"/>
                      <a:gd name="connsiteX9-201" fmla="*/ 1870841 w 3731172"/>
                      <a:gd name="connsiteY9-202" fmla="*/ 746234 h 1418896"/>
                      <a:gd name="connsiteX10-203" fmla="*/ 262758 w 3731172"/>
                      <a:gd name="connsiteY10-204" fmla="*/ 1418896 h 1418896"/>
                      <a:gd name="connsiteX11-205" fmla="*/ 0 w 3731172"/>
                      <a:gd name="connsiteY11-206" fmla="*/ 1324303 h 1418896"/>
                      <a:gd name="connsiteX12-207" fmla="*/ 1145627 w 3731172"/>
                      <a:gd name="connsiteY12-208" fmla="*/ 882869 h 1418896"/>
                      <a:gd name="connsiteX13-209" fmla="*/ 1114096 w 3731172"/>
                      <a:gd name="connsiteY13-210" fmla="*/ 420413 h 1418896"/>
                      <a:gd name="connsiteX14-211" fmla="*/ 189185 w 3731172"/>
                      <a:gd name="connsiteY14-212" fmla="*/ 84081 h 1418896"/>
                      <a:gd name="connsiteX15-213" fmla="*/ 168165 w 3731172"/>
                      <a:gd name="connsiteY15-214" fmla="*/ 73572 h 1418896"/>
                      <a:gd name="connsiteX0-215" fmla="*/ 168165 w 3731172"/>
                      <a:gd name="connsiteY0-216" fmla="*/ 73572 h 1418896"/>
                      <a:gd name="connsiteX1-217" fmla="*/ 451945 w 3731172"/>
                      <a:gd name="connsiteY1-218" fmla="*/ 0 h 1418896"/>
                      <a:gd name="connsiteX2-219" fmla="*/ 1881352 w 3731172"/>
                      <a:gd name="connsiteY2-220" fmla="*/ 599089 h 1418896"/>
                      <a:gd name="connsiteX3-221" fmla="*/ 3363310 w 3731172"/>
                      <a:gd name="connsiteY3-222" fmla="*/ 0 h 1418896"/>
                      <a:gd name="connsiteX4-223" fmla="*/ 3584027 w 3731172"/>
                      <a:gd name="connsiteY4-224" fmla="*/ 73572 h 1418896"/>
                      <a:gd name="connsiteX5-225" fmla="*/ 2627586 w 3731172"/>
                      <a:gd name="connsiteY5-226" fmla="*/ 441434 h 1418896"/>
                      <a:gd name="connsiteX6-227" fmla="*/ 2596055 w 3731172"/>
                      <a:gd name="connsiteY6-228" fmla="*/ 914400 h 1418896"/>
                      <a:gd name="connsiteX7-229" fmla="*/ 3731172 w 3731172"/>
                      <a:gd name="connsiteY7-230" fmla="*/ 1345324 h 1418896"/>
                      <a:gd name="connsiteX8-231" fmla="*/ 3447393 w 3731172"/>
                      <a:gd name="connsiteY8-232" fmla="*/ 1408386 h 1418896"/>
                      <a:gd name="connsiteX9-233" fmla="*/ 1870841 w 3731172"/>
                      <a:gd name="connsiteY9-234" fmla="*/ 746234 h 1418896"/>
                      <a:gd name="connsiteX10-235" fmla="*/ 262758 w 3731172"/>
                      <a:gd name="connsiteY10-236" fmla="*/ 1418896 h 1418896"/>
                      <a:gd name="connsiteX11-237" fmla="*/ 0 w 3731172"/>
                      <a:gd name="connsiteY11-238" fmla="*/ 1324303 h 1418896"/>
                      <a:gd name="connsiteX12-239" fmla="*/ 1145627 w 3731172"/>
                      <a:gd name="connsiteY12-240" fmla="*/ 882869 h 1418896"/>
                      <a:gd name="connsiteX13-241" fmla="*/ 1156137 w 3731172"/>
                      <a:gd name="connsiteY13-242" fmla="*/ 441434 h 1418896"/>
                      <a:gd name="connsiteX14-243" fmla="*/ 189185 w 3731172"/>
                      <a:gd name="connsiteY14-244" fmla="*/ 84081 h 1418896"/>
                      <a:gd name="connsiteX15-245" fmla="*/ 168165 w 3731172"/>
                      <a:gd name="connsiteY15-246" fmla="*/ 73572 h 1418896"/>
                      <a:gd name="connsiteX0-247" fmla="*/ 168165 w 3731172"/>
                      <a:gd name="connsiteY0-248" fmla="*/ 73572 h 1418896"/>
                      <a:gd name="connsiteX1-249" fmla="*/ 451945 w 3731172"/>
                      <a:gd name="connsiteY1-250" fmla="*/ 0 h 1418896"/>
                      <a:gd name="connsiteX2-251" fmla="*/ 1881352 w 3731172"/>
                      <a:gd name="connsiteY2-252" fmla="*/ 599089 h 1418896"/>
                      <a:gd name="connsiteX3-253" fmla="*/ 3363310 w 3731172"/>
                      <a:gd name="connsiteY3-254" fmla="*/ 0 h 1418896"/>
                      <a:gd name="connsiteX4-255" fmla="*/ 3584027 w 3731172"/>
                      <a:gd name="connsiteY4-256" fmla="*/ 73572 h 1418896"/>
                      <a:gd name="connsiteX5-257" fmla="*/ 2627586 w 3731172"/>
                      <a:gd name="connsiteY5-258" fmla="*/ 441434 h 1418896"/>
                      <a:gd name="connsiteX6-259" fmla="*/ 2596055 w 3731172"/>
                      <a:gd name="connsiteY6-260" fmla="*/ 914400 h 1418896"/>
                      <a:gd name="connsiteX7-261" fmla="*/ 3731172 w 3731172"/>
                      <a:gd name="connsiteY7-262" fmla="*/ 1345324 h 1418896"/>
                      <a:gd name="connsiteX8-263" fmla="*/ 3447393 w 3731172"/>
                      <a:gd name="connsiteY8-264" fmla="*/ 1408386 h 1418896"/>
                      <a:gd name="connsiteX9-265" fmla="*/ 1870841 w 3731172"/>
                      <a:gd name="connsiteY9-266" fmla="*/ 746234 h 1418896"/>
                      <a:gd name="connsiteX10-267" fmla="*/ 262758 w 3731172"/>
                      <a:gd name="connsiteY10-268" fmla="*/ 1418896 h 1418896"/>
                      <a:gd name="connsiteX11-269" fmla="*/ 0 w 3731172"/>
                      <a:gd name="connsiteY11-270" fmla="*/ 1324303 h 1418896"/>
                      <a:gd name="connsiteX12-271" fmla="*/ 1145627 w 3731172"/>
                      <a:gd name="connsiteY12-272" fmla="*/ 882869 h 1418896"/>
                      <a:gd name="connsiteX13-273" fmla="*/ 1145626 w 3731172"/>
                      <a:gd name="connsiteY13-274" fmla="*/ 451945 h 1418896"/>
                      <a:gd name="connsiteX14-275" fmla="*/ 189185 w 3731172"/>
                      <a:gd name="connsiteY14-276" fmla="*/ 84081 h 1418896"/>
                      <a:gd name="connsiteX15-277" fmla="*/ 168165 w 3731172"/>
                      <a:gd name="connsiteY15-278" fmla="*/ 73572 h 1418896"/>
                      <a:gd name="connsiteX0-279" fmla="*/ 168165 w 3731172"/>
                      <a:gd name="connsiteY0-280" fmla="*/ 73572 h 1418896"/>
                      <a:gd name="connsiteX1-281" fmla="*/ 451945 w 3731172"/>
                      <a:gd name="connsiteY1-282" fmla="*/ 0 h 1418896"/>
                      <a:gd name="connsiteX2-283" fmla="*/ 1881352 w 3731172"/>
                      <a:gd name="connsiteY2-284" fmla="*/ 599089 h 1418896"/>
                      <a:gd name="connsiteX3-285" fmla="*/ 3363310 w 3731172"/>
                      <a:gd name="connsiteY3-286" fmla="*/ 0 h 1418896"/>
                      <a:gd name="connsiteX4-287" fmla="*/ 3584027 w 3731172"/>
                      <a:gd name="connsiteY4-288" fmla="*/ 73572 h 1418896"/>
                      <a:gd name="connsiteX5-289" fmla="*/ 2627586 w 3731172"/>
                      <a:gd name="connsiteY5-290" fmla="*/ 441434 h 1418896"/>
                      <a:gd name="connsiteX6-291" fmla="*/ 2596055 w 3731172"/>
                      <a:gd name="connsiteY6-292" fmla="*/ 914400 h 1418896"/>
                      <a:gd name="connsiteX7-293" fmla="*/ 3731172 w 3731172"/>
                      <a:gd name="connsiteY7-294" fmla="*/ 1345324 h 1418896"/>
                      <a:gd name="connsiteX8-295" fmla="*/ 3447393 w 3731172"/>
                      <a:gd name="connsiteY8-296" fmla="*/ 1408386 h 1418896"/>
                      <a:gd name="connsiteX9-297" fmla="*/ 1870841 w 3731172"/>
                      <a:gd name="connsiteY9-298" fmla="*/ 746234 h 1418896"/>
                      <a:gd name="connsiteX10-299" fmla="*/ 262758 w 3731172"/>
                      <a:gd name="connsiteY10-300" fmla="*/ 1418896 h 1418896"/>
                      <a:gd name="connsiteX11-301" fmla="*/ 0 w 3731172"/>
                      <a:gd name="connsiteY11-302" fmla="*/ 1324303 h 1418896"/>
                      <a:gd name="connsiteX12-303" fmla="*/ 1145627 w 3731172"/>
                      <a:gd name="connsiteY12-304" fmla="*/ 903890 h 1418896"/>
                      <a:gd name="connsiteX13-305" fmla="*/ 1145626 w 3731172"/>
                      <a:gd name="connsiteY13-306" fmla="*/ 451945 h 1418896"/>
                      <a:gd name="connsiteX14-307" fmla="*/ 189185 w 3731172"/>
                      <a:gd name="connsiteY14-308" fmla="*/ 84081 h 1418896"/>
                      <a:gd name="connsiteX15-309" fmla="*/ 168165 w 3731172"/>
                      <a:gd name="connsiteY15-310" fmla="*/ 73572 h 1418896"/>
                      <a:gd name="connsiteX0-311" fmla="*/ 147144 w 3710151"/>
                      <a:gd name="connsiteY0-312" fmla="*/ 73572 h 1418896"/>
                      <a:gd name="connsiteX1-313" fmla="*/ 430924 w 3710151"/>
                      <a:gd name="connsiteY1-314" fmla="*/ 0 h 1418896"/>
                      <a:gd name="connsiteX2-315" fmla="*/ 1860331 w 3710151"/>
                      <a:gd name="connsiteY2-316" fmla="*/ 599089 h 1418896"/>
                      <a:gd name="connsiteX3-317" fmla="*/ 3342289 w 3710151"/>
                      <a:gd name="connsiteY3-318" fmla="*/ 0 h 1418896"/>
                      <a:gd name="connsiteX4-319" fmla="*/ 3563006 w 3710151"/>
                      <a:gd name="connsiteY4-320" fmla="*/ 73572 h 1418896"/>
                      <a:gd name="connsiteX5-321" fmla="*/ 2606565 w 3710151"/>
                      <a:gd name="connsiteY5-322" fmla="*/ 441434 h 1418896"/>
                      <a:gd name="connsiteX6-323" fmla="*/ 2575034 w 3710151"/>
                      <a:gd name="connsiteY6-324" fmla="*/ 914400 h 1418896"/>
                      <a:gd name="connsiteX7-325" fmla="*/ 3710151 w 3710151"/>
                      <a:gd name="connsiteY7-326" fmla="*/ 1345324 h 1418896"/>
                      <a:gd name="connsiteX8-327" fmla="*/ 3426372 w 3710151"/>
                      <a:gd name="connsiteY8-328" fmla="*/ 1408386 h 1418896"/>
                      <a:gd name="connsiteX9-329" fmla="*/ 1849820 w 3710151"/>
                      <a:gd name="connsiteY9-330" fmla="*/ 746234 h 1418896"/>
                      <a:gd name="connsiteX10-331" fmla="*/ 241737 w 3710151"/>
                      <a:gd name="connsiteY10-332" fmla="*/ 1418896 h 1418896"/>
                      <a:gd name="connsiteX11-333" fmla="*/ 0 w 3710151"/>
                      <a:gd name="connsiteY11-334" fmla="*/ 1334814 h 1418896"/>
                      <a:gd name="connsiteX12-335" fmla="*/ 1124606 w 3710151"/>
                      <a:gd name="connsiteY12-336" fmla="*/ 903890 h 1418896"/>
                      <a:gd name="connsiteX13-337" fmla="*/ 1124605 w 3710151"/>
                      <a:gd name="connsiteY13-338" fmla="*/ 451945 h 1418896"/>
                      <a:gd name="connsiteX14-339" fmla="*/ 168164 w 3710151"/>
                      <a:gd name="connsiteY14-340" fmla="*/ 84081 h 1418896"/>
                      <a:gd name="connsiteX15-341" fmla="*/ 147144 w 3710151"/>
                      <a:gd name="connsiteY15-342" fmla="*/ 73572 h 1418896"/>
                      <a:gd name="connsiteX0-343" fmla="*/ 147144 w 3710151"/>
                      <a:gd name="connsiteY0-344" fmla="*/ 73572 h 1418896"/>
                      <a:gd name="connsiteX1-345" fmla="*/ 430924 w 3710151"/>
                      <a:gd name="connsiteY1-346" fmla="*/ 0 h 1418896"/>
                      <a:gd name="connsiteX2-347" fmla="*/ 1860331 w 3710151"/>
                      <a:gd name="connsiteY2-348" fmla="*/ 599089 h 1418896"/>
                      <a:gd name="connsiteX3-349" fmla="*/ 3342289 w 3710151"/>
                      <a:gd name="connsiteY3-350" fmla="*/ 0 h 1418896"/>
                      <a:gd name="connsiteX4-351" fmla="*/ 3563006 w 3710151"/>
                      <a:gd name="connsiteY4-352" fmla="*/ 73572 h 1418896"/>
                      <a:gd name="connsiteX5-353" fmla="*/ 2606565 w 3710151"/>
                      <a:gd name="connsiteY5-354" fmla="*/ 441434 h 1418896"/>
                      <a:gd name="connsiteX6-355" fmla="*/ 2606565 w 3710151"/>
                      <a:gd name="connsiteY6-356" fmla="*/ 924910 h 1418896"/>
                      <a:gd name="connsiteX7-357" fmla="*/ 3710151 w 3710151"/>
                      <a:gd name="connsiteY7-358" fmla="*/ 1345324 h 1418896"/>
                      <a:gd name="connsiteX8-359" fmla="*/ 3426372 w 3710151"/>
                      <a:gd name="connsiteY8-360" fmla="*/ 1408386 h 1418896"/>
                      <a:gd name="connsiteX9-361" fmla="*/ 1849820 w 3710151"/>
                      <a:gd name="connsiteY9-362" fmla="*/ 746234 h 1418896"/>
                      <a:gd name="connsiteX10-363" fmla="*/ 241737 w 3710151"/>
                      <a:gd name="connsiteY10-364" fmla="*/ 1418896 h 1418896"/>
                      <a:gd name="connsiteX11-365" fmla="*/ 0 w 3710151"/>
                      <a:gd name="connsiteY11-366" fmla="*/ 1334814 h 1418896"/>
                      <a:gd name="connsiteX12-367" fmla="*/ 1124606 w 3710151"/>
                      <a:gd name="connsiteY12-368" fmla="*/ 903890 h 1418896"/>
                      <a:gd name="connsiteX13-369" fmla="*/ 1124605 w 3710151"/>
                      <a:gd name="connsiteY13-370" fmla="*/ 451945 h 1418896"/>
                      <a:gd name="connsiteX14-371" fmla="*/ 168164 w 3710151"/>
                      <a:gd name="connsiteY14-372" fmla="*/ 84081 h 1418896"/>
                      <a:gd name="connsiteX15-373" fmla="*/ 147144 w 3710151"/>
                      <a:gd name="connsiteY15-374" fmla="*/ 73572 h 1418896"/>
                      <a:gd name="connsiteX0-375" fmla="*/ 147144 w 3710151"/>
                      <a:gd name="connsiteY0-376" fmla="*/ 73572 h 1418896"/>
                      <a:gd name="connsiteX1-377" fmla="*/ 430924 w 3710151"/>
                      <a:gd name="connsiteY1-378" fmla="*/ 0 h 1418896"/>
                      <a:gd name="connsiteX2-379" fmla="*/ 1860331 w 3710151"/>
                      <a:gd name="connsiteY2-380" fmla="*/ 599089 h 1418896"/>
                      <a:gd name="connsiteX3-381" fmla="*/ 3342289 w 3710151"/>
                      <a:gd name="connsiteY3-382" fmla="*/ 0 h 1418896"/>
                      <a:gd name="connsiteX4-383" fmla="*/ 3563006 w 3710151"/>
                      <a:gd name="connsiteY4-384" fmla="*/ 73572 h 1418896"/>
                      <a:gd name="connsiteX5-385" fmla="*/ 2606565 w 3710151"/>
                      <a:gd name="connsiteY5-386" fmla="*/ 441434 h 1418896"/>
                      <a:gd name="connsiteX6-387" fmla="*/ 2610282 w 3710151"/>
                      <a:gd name="connsiteY6-388" fmla="*/ 902607 h 1418896"/>
                      <a:gd name="connsiteX7-389" fmla="*/ 3710151 w 3710151"/>
                      <a:gd name="connsiteY7-390" fmla="*/ 1345324 h 1418896"/>
                      <a:gd name="connsiteX8-391" fmla="*/ 3426372 w 3710151"/>
                      <a:gd name="connsiteY8-392" fmla="*/ 1408386 h 1418896"/>
                      <a:gd name="connsiteX9-393" fmla="*/ 1849820 w 3710151"/>
                      <a:gd name="connsiteY9-394" fmla="*/ 746234 h 1418896"/>
                      <a:gd name="connsiteX10-395" fmla="*/ 241737 w 3710151"/>
                      <a:gd name="connsiteY10-396" fmla="*/ 1418896 h 1418896"/>
                      <a:gd name="connsiteX11-397" fmla="*/ 0 w 3710151"/>
                      <a:gd name="connsiteY11-398" fmla="*/ 1334814 h 1418896"/>
                      <a:gd name="connsiteX12-399" fmla="*/ 1124606 w 3710151"/>
                      <a:gd name="connsiteY12-400" fmla="*/ 903890 h 1418896"/>
                      <a:gd name="connsiteX13-401" fmla="*/ 1124605 w 3710151"/>
                      <a:gd name="connsiteY13-402" fmla="*/ 451945 h 1418896"/>
                      <a:gd name="connsiteX14-403" fmla="*/ 168164 w 3710151"/>
                      <a:gd name="connsiteY14-404" fmla="*/ 84081 h 1418896"/>
                      <a:gd name="connsiteX15-405" fmla="*/ 147144 w 3710151"/>
                      <a:gd name="connsiteY15-406" fmla="*/ 73572 h 1418896"/>
                      <a:gd name="connsiteX0-407" fmla="*/ 147144 w 3710151"/>
                      <a:gd name="connsiteY0-408" fmla="*/ 73572 h 1418896"/>
                      <a:gd name="connsiteX1-409" fmla="*/ 430924 w 3710151"/>
                      <a:gd name="connsiteY1-410" fmla="*/ 0 h 1418896"/>
                      <a:gd name="connsiteX2-411" fmla="*/ 1860331 w 3710151"/>
                      <a:gd name="connsiteY2-412" fmla="*/ 599089 h 1418896"/>
                      <a:gd name="connsiteX3-413" fmla="*/ 3342289 w 3710151"/>
                      <a:gd name="connsiteY3-414" fmla="*/ 0 h 1418896"/>
                      <a:gd name="connsiteX4-415" fmla="*/ 3563006 w 3710151"/>
                      <a:gd name="connsiteY4-416" fmla="*/ 73572 h 1418896"/>
                      <a:gd name="connsiteX5-417" fmla="*/ 2617717 w 3710151"/>
                      <a:gd name="connsiteY5-418" fmla="*/ 445151 h 1418896"/>
                      <a:gd name="connsiteX6-419" fmla="*/ 2610282 w 3710151"/>
                      <a:gd name="connsiteY6-420" fmla="*/ 902607 h 1418896"/>
                      <a:gd name="connsiteX7-421" fmla="*/ 3710151 w 3710151"/>
                      <a:gd name="connsiteY7-422" fmla="*/ 1345324 h 1418896"/>
                      <a:gd name="connsiteX8-423" fmla="*/ 3426372 w 3710151"/>
                      <a:gd name="connsiteY8-424" fmla="*/ 1408386 h 1418896"/>
                      <a:gd name="connsiteX9-425" fmla="*/ 1849820 w 3710151"/>
                      <a:gd name="connsiteY9-426" fmla="*/ 746234 h 1418896"/>
                      <a:gd name="connsiteX10-427" fmla="*/ 241737 w 3710151"/>
                      <a:gd name="connsiteY10-428" fmla="*/ 1418896 h 1418896"/>
                      <a:gd name="connsiteX11-429" fmla="*/ 0 w 3710151"/>
                      <a:gd name="connsiteY11-430" fmla="*/ 1334814 h 1418896"/>
                      <a:gd name="connsiteX12-431" fmla="*/ 1124606 w 3710151"/>
                      <a:gd name="connsiteY12-432" fmla="*/ 903890 h 1418896"/>
                      <a:gd name="connsiteX13-433" fmla="*/ 1124605 w 3710151"/>
                      <a:gd name="connsiteY13-434" fmla="*/ 451945 h 1418896"/>
                      <a:gd name="connsiteX14-435" fmla="*/ 168164 w 3710151"/>
                      <a:gd name="connsiteY14-436" fmla="*/ 84081 h 1418896"/>
                      <a:gd name="connsiteX15-437" fmla="*/ 147144 w 3710151"/>
                      <a:gd name="connsiteY15-438" fmla="*/ 73572 h 1418896"/>
                      <a:gd name="connsiteX0-439" fmla="*/ 147144 w 3710151"/>
                      <a:gd name="connsiteY0-440" fmla="*/ 73572 h 1418896"/>
                      <a:gd name="connsiteX1-441" fmla="*/ 430924 w 3710151"/>
                      <a:gd name="connsiteY1-442" fmla="*/ 0 h 1418896"/>
                      <a:gd name="connsiteX2-443" fmla="*/ 1860331 w 3710151"/>
                      <a:gd name="connsiteY2-444" fmla="*/ 599089 h 1418896"/>
                      <a:gd name="connsiteX3-445" fmla="*/ 3342289 w 3710151"/>
                      <a:gd name="connsiteY3-446" fmla="*/ 0 h 1418896"/>
                      <a:gd name="connsiteX4-447" fmla="*/ 3563006 w 3710151"/>
                      <a:gd name="connsiteY4-448" fmla="*/ 73572 h 1418896"/>
                      <a:gd name="connsiteX5-449" fmla="*/ 2617717 w 3710151"/>
                      <a:gd name="connsiteY5-450" fmla="*/ 448868 h 1418896"/>
                      <a:gd name="connsiteX6-451" fmla="*/ 2610282 w 3710151"/>
                      <a:gd name="connsiteY6-452" fmla="*/ 902607 h 1418896"/>
                      <a:gd name="connsiteX7-453" fmla="*/ 3710151 w 3710151"/>
                      <a:gd name="connsiteY7-454" fmla="*/ 1345324 h 1418896"/>
                      <a:gd name="connsiteX8-455" fmla="*/ 3426372 w 3710151"/>
                      <a:gd name="connsiteY8-456" fmla="*/ 1408386 h 1418896"/>
                      <a:gd name="connsiteX9-457" fmla="*/ 1849820 w 3710151"/>
                      <a:gd name="connsiteY9-458" fmla="*/ 746234 h 1418896"/>
                      <a:gd name="connsiteX10-459" fmla="*/ 241737 w 3710151"/>
                      <a:gd name="connsiteY10-460" fmla="*/ 1418896 h 1418896"/>
                      <a:gd name="connsiteX11-461" fmla="*/ 0 w 3710151"/>
                      <a:gd name="connsiteY11-462" fmla="*/ 1334814 h 1418896"/>
                      <a:gd name="connsiteX12-463" fmla="*/ 1124606 w 3710151"/>
                      <a:gd name="connsiteY12-464" fmla="*/ 903890 h 1418896"/>
                      <a:gd name="connsiteX13-465" fmla="*/ 1124605 w 3710151"/>
                      <a:gd name="connsiteY13-466" fmla="*/ 451945 h 1418896"/>
                      <a:gd name="connsiteX14-467" fmla="*/ 168164 w 3710151"/>
                      <a:gd name="connsiteY14-468" fmla="*/ 84081 h 1418896"/>
                      <a:gd name="connsiteX15-469" fmla="*/ 147144 w 3710151"/>
                      <a:gd name="connsiteY15-470" fmla="*/ 73572 h 1418896"/>
                      <a:gd name="connsiteX0-471" fmla="*/ 147144 w 3710151"/>
                      <a:gd name="connsiteY0-472" fmla="*/ 73572 h 1418896"/>
                      <a:gd name="connsiteX1-473" fmla="*/ 430924 w 3710151"/>
                      <a:gd name="connsiteY1-474" fmla="*/ 0 h 1418896"/>
                      <a:gd name="connsiteX2-475" fmla="*/ 1838028 w 3710151"/>
                      <a:gd name="connsiteY2-476" fmla="*/ 591655 h 1418896"/>
                      <a:gd name="connsiteX3-477" fmla="*/ 3342289 w 3710151"/>
                      <a:gd name="connsiteY3-478" fmla="*/ 0 h 1418896"/>
                      <a:gd name="connsiteX4-479" fmla="*/ 3563006 w 3710151"/>
                      <a:gd name="connsiteY4-480" fmla="*/ 73572 h 1418896"/>
                      <a:gd name="connsiteX5-481" fmla="*/ 2617717 w 3710151"/>
                      <a:gd name="connsiteY5-482" fmla="*/ 448868 h 1418896"/>
                      <a:gd name="connsiteX6-483" fmla="*/ 2610282 w 3710151"/>
                      <a:gd name="connsiteY6-484" fmla="*/ 902607 h 1418896"/>
                      <a:gd name="connsiteX7-485" fmla="*/ 3710151 w 3710151"/>
                      <a:gd name="connsiteY7-486" fmla="*/ 1345324 h 1418896"/>
                      <a:gd name="connsiteX8-487" fmla="*/ 3426372 w 3710151"/>
                      <a:gd name="connsiteY8-488" fmla="*/ 1408386 h 1418896"/>
                      <a:gd name="connsiteX9-489" fmla="*/ 1849820 w 3710151"/>
                      <a:gd name="connsiteY9-490" fmla="*/ 746234 h 1418896"/>
                      <a:gd name="connsiteX10-491" fmla="*/ 241737 w 3710151"/>
                      <a:gd name="connsiteY10-492" fmla="*/ 1418896 h 1418896"/>
                      <a:gd name="connsiteX11-493" fmla="*/ 0 w 3710151"/>
                      <a:gd name="connsiteY11-494" fmla="*/ 1334814 h 1418896"/>
                      <a:gd name="connsiteX12-495" fmla="*/ 1124606 w 3710151"/>
                      <a:gd name="connsiteY12-496" fmla="*/ 903890 h 1418896"/>
                      <a:gd name="connsiteX13-497" fmla="*/ 1124605 w 3710151"/>
                      <a:gd name="connsiteY13-498" fmla="*/ 451945 h 1418896"/>
                      <a:gd name="connsiteX14-499" fmla="*/ 168164 w 3710151"/>
                      <a:gd name="connsiteY14-500" fmla="*/ 84081 h 1418896"/>
                      <a:gd name="connsiteX15-501" fmla="*/ 147144 w 3710151"/>
                      <a:gd name="connsiteY15-502" fmla="*/ 73572 h 1418896"/>
                      <a:gd name="connsiteX0-503" fmla="*/ 147144 w 3710151"/>
                      <a:gd name="connsiteY0-504" fmla="*/ 73572 h 1418896"/>
                      <a:gd name="connsiteX1-505" fmla="*/ 430924 w 3710151"/>
                      <a:gd name="connsiteY1-506" fmla="*/ 0 h 1418896"/>
                      <a:gd name="connsiteX2-507" fmla="*/ 1838028 w 3710151"/>
                      <a:gd name="connsiteY2-508" fmla="*/ 591655 h 1418896"/>
                      <a:gd name="connsiteX3-509" fmla="*/ 3342289 w 3710151"/>
                      <a:gd name="connsiteY3-510" fmla="*/ 0 h 1418896"/>
                      <a:gd name="connsiteX4-511" fmla="*/ 3563006 w 3710151"/>
                      <a:gd name="connsiteY4-512" fmla="*/ 73572 h 1418896"/>
                      <a:gd name="connsiteX5-513" fmla="*/ 2617717 w 3710151"/>
                      <a:gd name="connsiteY5-514" fmla="*/ 448868 h 1418896"/>
                      <a:gd name="connsiteX6-515" fmla="*/ 2610282 w 3710151"/>
                      <a:gd name="connsiteY6-516" fmla="*/ 902607 h 1418896"/>
                      <a:gd name="connsiteX7-517" fmla="*/ 3710151 w 3710151"/>
                      <a:gd name="connsiteY7-518" fmla="*/ 1345324 h 1418896"/>
                      <a:gd name="connsiteX8-519" fmla="*/ 3426372 w 3710151"/>
                      <a:gd name="connsiteY8-520" fmla="*/ 1408386 h 1418896"/>
                      <a:gd name="connsiteX9-521" fmla="*/ 1849820 w 3710151"/>
                      <a:gd name="connsiteY9-522" fmla="*/ 746234 h 1418896"/>
                      <a:gd name="connsiteX10-523" fmla="*/ 241737 w 3710151"/>
                      <a:gd name="connsiteY10-524" fmla="*/ 1418896 h 1418896"/>
                      <a:gd name="connsiteX11-525" fmla="*/ 0 w 3710151"/>
                      <a:gd name="connsiteY11-526" fmla="*/ 1334814 h 1418896"/>
                      <a:gd name="connsiteX12-527" fmla="*/ 1124606 w 3710151"/>
                      <a:gd name="connsiteY12-528" fmla="*/ 903890 h 1418896"/>
                      <a:gd name="connsiteX13-529" fmla="*/ 1087434 w 3710151"/>
                      <a:gd name="connsiteY13-530" fmla="*/ 451945 h 1418896"/>
                      <a:gd name="connsiteX14-531" fmla="*/ 168164 w 3710151"/>
                      <a:gd name="connsiteY14-532" fmla="*/ 84081 h 1418896"/>
                      <a:gd name="connsiteX15-533" fmla="*/ 147144 w 3710151"/>
                      <a:gd name="connsiteY15-534" fmla="*/ 73572 h 1418896"/>
                      <a:gd name="connsiteX0-535" fmla="*/ 147144 w 3710151"/>
                      <a:gd name="connsiteY0-536" fmla="*/ 73572 h 1418896"/>
                      <a:gd name="connsiteX1-537" fmla="*/ 430924 w 3710151"/>
                      <a:gd name="connsiteY1-538" fmla="*/ 0 h 1418896"/>
                      <a:gd name="connsiteX2-539" fmla="*/ 1838028 w 3710151"/>
                      <a:gd name="connsiteY2-540" fmla="*/ 591655 h 1418896"/>
                      <a:gd name="connsiteX3-541" fmla="*/ 3342289 w 3710151"/>
                      <a:gd name="connsiteY3-542" fmla="*/ 0 h 1418896"/>
                      <a:gd name="connsiteX4-543" fmla="*/ 3563006 w 3710151"/>
                      <a:gd name="connsiteY4-544" fmla="*/ 73572 h 1418896"/>
                      <a:gd name="connsiteX5-545" fmla="*/ 2617717 w 3710151"/>
                      <a:gd name="connsiteY5-546" fmla="*/ 448868 h 1418896"/>
                      <a:gd name="connsiteX6-547" fmla="*/ 2610282 w 3710151"/>
                      <a:gd name="connsiteY6-548" fmla="*/ 902607 h 1418896"/>
                      <a:gd name="connsiteX7-549" fmla="*/ 3710151 w 3710151"/>
                      <a:gd name="connsiteY7-550" fmla="*/ 1345324 h 1418896"/>
                      <a:gd name="connsiteX8-551" fmla="*/ 3426372 w 3710151"/>
                      <a:gd name="connsiteY8-552" fmla="*/ 1408386 h 1418896"/>
                      <a:gd name="connsiteX9-553" fmla="*/ 1849820 w 3710151"/>
                      <a:gd name="connsiteY9-554" fmla="*/ 746234 h 1418896"/>
                      <a:gd name="connsiteX10-555" fmla="*/ 241737 w 3710151"/>
                      <a:gd name="connsiteY10-556" fmla="*/ 1418896 h 1418896"/>
                      <a:gd name="connsiteX11-557" fmla="*/ 0 w 3710151"/>
                      <a:gd name="connsiteY11-558" fmla="*/ 1334814 h 1418896"/>
                      <a:gd name="connsiteX12-559" fmla="*/ 1098586 w 3710151"/>
                      <a:gd name="connsiteY12-560" fmla="*/ 903890 h 1418896"/>
                      <a:gd name="connsiteX13-561" fmla="*/ 1087434 w 3710151"/>
                      <a:gd name="connsiteY13-562" fmla="*/ 451945 h 1418896"/>
                      <a:gd name="connsiteX14-563" fmla="*/ 168164 w 3710151"/>
                      <a:gd name="connsiteY14-564" fmla="*/ 84081 h 1418896"/>
                      <a:gd name="connsiteX15-565" fmla="*/ 147144 w 3710151"/>
                      <a:gd name="connsiteY15-566" fmla="*/ 73572 h 1418896"/>
                      <a:gd name="connsiteX0-567" fmla="*/ 162012 w 3725019"/>
                      <a:gd name="connsiteY0-568" fmla="*/ 73572 h 1418896"/>
                      <a:gd name="connsiteX1-569" fmla="*/ 445792 w 3725019"/>
                      <a:gd name="connsiteY1-570" fmla="*/ 0 h 1418896"/>
                      <a:gd name="connsiteX2-571" fmla="*/ 1852896 w 3725019"/>
                      <a:gd name="connsiteY2-572" fmla="*/ 591655 h 1418896"/>
                      <a:gd name="connsiteX3-573" fmla="*/ 3357157 w 3725019"/>
                      <a:gd name="connsiteY3-574" fmla="*/ 0 h 1418896"/>
                      <a:gd name="connsiteX4-575" fmla="*/ 3577874 w 3725019"/>
                      <a:gd name="connsiteY4-576" fmla="*/ 73572 h 1418896"/>
                      <a:gd name="connsiteX5-577" fmla="*/ 2632585 w 3725019"/>
                      <a:gd name="connsiteY5-578" fmla="*/ 448868 h 1418896"/>
                      <a:gd name="connsiteX6-579" fmla="*/ 2625150 w 3725019"/>
                      <a:gd name="connsiteY6-580" fmla="*/ 902607 h 1418896"/>
                      <a:gd name="connsiteX7-581" fmla="*/ 3725019 w 3725019"/>
                      <a:gd name="connsiteY7-582" fmla="*/ 1345324 h 1418896"/>
                      <a:gd name="connsiteX8-583" fmla="*/ 3441240 w 3725019"/>
                      <a:gd name="connsiteY8-584" fmla="*/ 1408386 h 1418896"/>
                      <a:gd name="connsiteX9-585" fmla="*/ 1864688 w 3725019"/>
                      <a:gd name="connsiteY9-586" fmla="*/ 746234 h 1418896"/>
                      <a:gd name="connsiteX10-587" fmla="*/ 256605 w 3725019"/>
                      <a:gd name="connsiteY10-588" fmla="*/ 1418896 h 1418896"/>
                      <a:gd name="connsiteX11-589" fmla="*/ 0 w 3725019"/>
                      <a:gd name="connsiteY11-590" fmla="*/ 1331097 h 1418896"/>
                      <a:gd name="connsiteX12-591" fmla="*/ 1113454 w 3725019"/>
                      <a:gd name="connsiteY12-592" fmla="*/ 903890 h 1418896"/>
                      <a:gd name="connsiteX13-593" fmla="*/ 1102302 w 3725019"/>
                      <a:gd name="connsiteY13-594" fmla="*/ 451945 h 1418896"/>
                      <a:gd name="connsiteX14-595" fmla="*/ 183032 w 3725019"/>
                      <a:gd name="connsiteY14-596" fmla="*/ 84081 h 1418896"/>
                      <a:gd name="connsiteX15-597" fmla="*/ 162012 w 3725019"/>
                      <a:gd name="connsiteY15-598" fmla="*/ 73572 h 141889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  <a:cxn ang="0">
                        <a:pos x="connsiteX11-23" y="connsiteY11-24"/>
                      </a:cxn>
                      <a:cxn ang="0">
                        <a:pos x="connsiteX12-25" y="connsiteY12-26"/>
                      </a:cxn>
                      <a:cxn ang="0">
                        <a:pos x="connsiteX13-27" y="connsiteY13-28"/>
                      </a:cxn>
                      <a:cxn ang="0">
                        <a:pos x="connsiteX14-29" y="connsiteY14-30"/>
                      </a:cxn>
                      <a:cxn ang="0">
                        <a:pos x="connsiteX15-31" y="connsiteY15-32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392" name="Group 391"/>
              <p:cNvGrpSpPr/>
              <p:nvPr/>
            </p:nvGrpSpPr>
            <p:grpSpPr>
              <a:xfrm>
                <a:off x="11064947" y="3428485"/>
                <a:ext cx="423724" cy="405973"/>
                <a:chOff x="5103720" y="2693365"/>
                <a:chExt cx="611650" cy="414788"/>
              </a:xfrm>
            </p:grpSpPr>
            <p:cxnSp>
              <p:nvCxnSpPr>
                <p:cNvPr id="393" name="Straight Connector 392"/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95" name="Group 394"/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96" name="Picture 395" descr="server_rack.png"/>
                  <p:cNvPicPr>
                    <a:picLocks noChangeAspect="1"/>
                  </p:cNvPicPr>
                  <p:nvPr/>
                </p:nvPicPr>
                <p:blipFill>
                  <a:blip r:embed="rId1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7" name="Picture 396" descr="server_rack.png"/>
                  <p:cNvPicPr>
                    <a:picLocks noChangeAspect="1"/>
                  </p:cNvPicPr>
                  <p:nvPr/>
                </p:nvPicPr>
                <p:blipFill>
                  <a:blip r:embed="rId1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8" name="Picture 397" descr="server_rack.png"/>
                  <p:cNvPicPr>
                    <a:picLocks noChangeAspect="1"/>
                  </p:cNvPicPr>
                  <p:nvPr/>
                </p:nvPicPr>
                <p:blipFill>
                  <a:blip r:embed="rId1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</p:grpSp>
        <p:grpSp>
          <p:nvGrpSpPr>
            <p:cNvPr id="10" name="Group 9"/>
            <p:cNvGrpSpPr/>
            <p:nvPr/>
          </p:nvGrpSpPr>
          <p:grpSpPr>
            <a:xfrm>
              <a:off x="7975881" y="4741266"/>
              <a:ext cx="2318709" cy="1245936"/>
              <a:chOff x="7948367" y="4775686"/>
              <a:chExt cx="2318709" cy="1245936"/>
            </a:xfrm>
          </p:grpSpPr>
          <p:sp>
            <p:nvSpPr>
              <p:cNvPr id="22" name="Line 428"/>
              <p:cNvSpPr>
                <a:spLocks noChangeShapeType="1"/>
              </p:cNvSpPr>
              <p:nvPr/>
            </p:nvSpPr>
            <p:spPr bwMode="auto">
              <a:xfrm rot="16200000" flipV="1">
                <a:off x="9789609" y="5251739"/>
                <a:ext cx="388062" cy="75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" name="Line 435"/>
              <p:cNvSpPr>
                <a:spLocks noChangeShapeType="1"/>
              </p:cNvSpPr>
              <p:nvPr/>
            </p:nvSpPr>
            <p:spPr bwMode="auto">
              <a:xfrm>
                <a:off x="8210207" y="5117334"/>
                <a:ext cx="226800" cy="1270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7" name="Line 440"/>
              <p:cNvSpPr>
                <a:spLocks noChangeShapeType="1"/>
              </p:cNvSpPr>
              <p:nvPr/>
            </p:nvSpPr>
            <p:spPr bwMode="auto">
              <a:xfrm flipV="1">
                <a:off x="8459425" y="5036562"/>
                <a:ext cx="404236" cy="20777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4" name="Group 3"/>
              <p:cNvGrpSpPr/>
              <p:nvPr/>
            </p:nvGrpSpPr>
            <p:grpSpPr>
              <a:xfrm>
                <a:off x="7948367" y="4775686"/>
                <a:ext cx="2318709" cy="1245936"/>
                <a:chOff x="7948367" y="4775686"/>
                <a:chExt cx="2318709" cy="1245936"/>
              </a:xfrm>
            </p:grpSpPr>
            <p:sp>
              <p:nvSpPr>
                <p:cNvPr id="24" name="Line 430"/>
                <p:cNvSpPr>
                  <a:spLocks noChangeShapeType="1"/>
                </p:cNvSpPr>
                <p:nvPr/>
              </p:nvSpPr>
              <p:spPr bwMode="auto">
                <a:xfrm rot="16200000">
                  <a:off x="10209926" y="5405286"/>
                  <a:ext cx="0" cy="11430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" name="Line 431"/>
                <p:cNvSpPr>
                  <a:spLocks noChangeShapeType="1"/>
                </p:cNvSpPr>
                <p:nvPr/>
              </p:nvSpPr>
              <p:spPr bwMode="auto">
                <a:xfrm>
                  <a:off x="9432959" y="4838517"/>
                  <a:ext cx="524483" cy="261537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" name="Line 432"/>
                <p:cNvSpPr>
                  <a:spLocks noChangeShapeType="1"/>
                </p:cNvSpPr>
                <p:nvPr/>
              </p:nvSpPr>
              <p:spPr bwMode="auto">
                <a:xfrm flipV="1">
                  <a:off x="8850066" y="4838517"/>
                  <a:ext cx="569255" cy="24626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7" name="Line 433"/>
                <p:cNvSpPr>
                  <a:spLocks noChangeShapeType="1"/>
                </p:cNvSpPr>
                <p:nvPr/>
              </p:nvSpPr>
              <p:spPr bwMode="auto">
                <a:xfrm flipV="1">
                  <a:off x="8821744" y="5108876"/>
                  <a:ext cx="1030502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9" name="Line 436"/>
                <p:cNvSpPr>
                  <a:spLocks noChangeShapeType="1"/>
                </p:cNvSpPr>
                <p:nvPr/>
              </p:nvSpPr>
              <p:spPr bwMode="auto">
                <a:xfrm flipV="1">
                  <a:off x="7948367" y="5290470"/>
                  <a:ext cx="41275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0" name="Line 439"/>
                <p:cNvSpPr>
                  <a:spLocks noChangeShapeType="1"/>
                </p:cNvSpPr>
                <p:nvPr/>
              </p:nvSpPr>
              <p:spPr bwMode="auto">
                <a:xfrm flipH="1">
                  <a:off x="8373817" y="5282252"/>
                  <a:ext cx="68080" cy="2939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1" name="Line 440"/>
                <p:cNvSpPr>
                  <a:spLocks noChangeShapeType="1"/>
                </p:cNvSpPr>
                <p:nvPr/>
              </p:nvSpPr>
              <p:spPr bwMode="auto">
                <a:xfrm flipH="1" flipV="1">
                  <a:off x="8488731" y="5307931"/>
                  <a:ext cx="280374" cy="26987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" name="Line 441"/>
                <p:cNvSpPr>
                  <a:spLocks noChangeShapeType="1"/>
                </p:cNvSpPr>
                <p:nvPr/>
              </p:nvSpPr>
              <p:spPr bwMode="auto">
                <a:xfrm>
                  <a:off x="8488731" y="5258048"/>
                  <a:ext cx="914184" cy="46862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8" name="Line 428"/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885545" y="5583471"/>
                  <a:ext cx="366793" cy="1482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260" name="Picture 781" descr="antenna_radiation_stylized"/>
                <p:cNvPicPr>
                  <a:picLocks noChangeAspect="1" noChangeArrowheads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073" y="5480938"/>
                  <a:ext cx="452014" cy="9515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9" name="Picture 780" descr="access_point_stylized_small"/>
                <p:cNvPicPr>
                  <a:picLocks noChangeAspect="1" noChangeArrowheads="1"/>
                </p:cNvPicPr>
                <p:nvPr/>
              </p:nvPicPr>
              <p:blipFill>
                <a:blip r:embed="rId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90610" y="5524232"/>
                  <a:ext cx="380935" cy="3174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471" name="Group 470"/>
                <p:cNvGrpSpPr/>
                <p:nvPr/>
              </p:nvGrpSpPr>
              <p:grpSpPr>
                <a:xfrm>
                  <a:off x="9783558" y="4989983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72" name="Freeform 471"/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-1" fmla="*/ 8187558 w 8187558"/>
                      <a:gd name="connsiteY0-2" fmla="*/ 0 h 2617076"/>
                      <a:gd name="connsiteX1-3" fmla="*/ 8187558 w 8187558"/>
                      <a:gd name="connsiteY1-4" fmla="*/ 1271752 h 2617076"/>
                      <a:gd name="connsiteX2-5" fmla="*/ 4025462 w 8187558"/>
                      <a:gd name="connsiteY2-6" fmla="*/ 2617076 h 2617076"/>
                      <a:gd name="connsiteX3-7" fmla="*/ 0 w 8187558"/>
                      <a:gd name="connsiteY3-8" fmla="*/ 1229711 h 2617076"/>
                      <a:gd name="connsiteX4-9" fmla="*/ 31531 w 8187558"/>
                      <a:gd name="connsiteY4-10" fmla="*/ 147145 h 2617076"/>
                      <a:gd name="connsiteX5-11" fmla="*/ 4046482 w 8187558"/>
                      <a:gd name="connsiteY5-12" fmla="*/ 1576552 h 2617076"/>
                      <a:gd name="connsiteX6-13" fmla="*/ 8187558 w 8187558"/>
                      <a:gd name="connsiteY6-14" fmla="*/ 0 h 2617076"/>
                      <a:gd name="connsiteX0-15" fmla="*/ 8187558 w 8187558"/>
                      <a:gd name="connsiteY0-16" fmla="*/ 0 h 2617076"/>
                      <a:gd name="connsiteX1-17" fmla="*/ 8187558 w 8187558"/>
                      <a:gd name="connsiteY1-18" fmla="*/ 1271752 h 2617076"/>
                      <a:gd name="connsiteX2-19" fmla="*/ 4025462 w 8187558"/>
                      <a:gd name="connsiteY2-20" fmla="*/ 2617076 h 2617076"/>
                      <a:gd name="connsiteX3-21" fmla="*/ 0 w 8187558"/>
                      <a:gd name="connsiteY3-22" fmla="*/ 1229711 h 2617076"/>
                      <a:gd name="connsiteX4-23" fmla="*/ 31531 w 8187558"/>
                      <a:gd name="connsiteY4-24" fmla="*/ 147145 h 2617076"/>
                      <a:gd name="connsiteX5-25" fmla="*/ 4046482 w 8187558"/>
                      <a:gd name="connsiteY5-26" fmla="*/ 1576552 h 2617076"/>
                      <a:gd name="connsiteX6-27" fmla="*/ 8187558 w 8187558"/>
                      <a:gd name="connsiteY6-28" fmla="*/ 0 h 2617076"/>
                      <a:gd name="connsiteX0-29" fmla="*/ 8187558 w 8187558"/>
                      <a:gd name="connsiteY0-30" fmla="*/ 0 h 2617076"/>
                      <a:gd name="connsiteX1-31" fmla="*/ 8187558 w 8187558"/>
                      <a:gd name="connsiteY1-32" fmla="*/ 1271752 h 2617076"/>
                      <a:gd name="connsiteX2-33" fmla="*/ 4025462 w 8187558"/>
                      <a:gd name="connsiteY2-34" fmla="*/ 2617076 h 2617076"/>
                      <a:gd name="connsiteX3-35" fmla="*/ 0 w 8187558"/>
                      <a:gd name="connsiteY3-36" fmla="*/ 1229711 h 2617076"/>
                      <a:gd name="connsiteX4-37" fmla="*/ 31531 w 8187558"/>
                      <a:gd name="connsiteY4-38" fmla="*/ 147145 h 2617076"/>
                      <a:gd name="connsiteX5-39" fmla="*/ 4046482 w 8187558"/>
                      <a:gd name="connsiteY5-40" fmla="*/ 1576552 h 2617076"/>
                      <a:gd name="connsiteX6-41" fmla="*/ 8187558 w 8187558"/>
                      <a:gd name="connsiteY6-42" fmla="*/ 0 h 2617076"/>
                      <a:gd name="connsiteX0-43" fmla="*/ 8187558 w 8187558"/>
                      <a:gd name="connsiteY0-44" fmla="*/ 0 h 2617076"/>
                      <a:gd name="connsiteX1-45" fmla="*/ 8187558 w 8187558"/>
                      <a:gd name="connsiteY1-46" fmla="*/ 1271752 h 2617076"/>
                      <a:gd name="connsiteX2-47" fmla="*/ 4025462 w 8187558"/>
                      <a:gd name="connsiteY2-48" fmla="*/ 2617076 h 2617076"/>
                      <a:gd name="connsiteX3-49" fmla="*/ 0 w 8187558"/>
                      <a:gd name="connsiteY3-50" fmla="*/ 1229711 h 2617076"/>
                      <a:gd name="connsiteX4-51" fmla="*/ 31531 w 8187558"/>
                      <a:gd name="connsiteY4-52" fmla="*/ 147145 h 2617076"/>
                      <a:gd name="connsiteX5-53" fmla="*/ 4046482 w 8187558"/>
                      <a:gd name="connsiteY5-54" fmla="*/ 1576552 h 2617076"/>
                      <a:gd name="connsiteX6-55" fmla="*/ 8187558 w 8187558"/>
                      <a:gd name="connsiteY6-56" fmla="*/ 0 h 2617076"/>
                      <a:gd name="connsiteX0-57" fmla="*/ 8187558 w 8187558"/>
                      <a:gd name="connsiteY0-58" fmla="*/ 0 h 2617076"/>
                      <a:gd name="connsiteX1-59" fmla="*/ 8187558 w 8187558"/>
                      <a:gd name="connsiteY1-60" fmla="*/ 1271752 h 2617076"/>
                      <a:gd name="connsiteX2-61" fmla="*/ 4025462 w 8187558"/>
                      <a:gd name="connsiteY2-62" fmla="*/ 2617076 h 2617076"/>
                      <a:gd name="connsiteX3-63" fmla="*/ 0 w 8187558"/>
                      <a:gd name="connsiteY3-64" fmla="*/ 1229711 h 2617076"/>
                      <a:gd name="connsiteX4-65" fmla="*/ 31531 w 8187558"/>
                      <a:gd name="connsiteY4-66" fmla="*/ 147145 h 2617076"/>
                      <a:gd name="connsiteX5-67" fmla="*/ 4046482 w 8187558"/>
                      <a:gd name="connsiteY5-68" fmla="*/ 1576552 h 2617076"/>
                      <a:gd name="connsiteX6-69" fmla="*/ 8187558 w 8187558"/>
                      <a:gd name="connsiteY6-70" fmla="*/ 0 h 2617076"/>
                      <a:gd name="connsiteX0-71" fmla="*/ 8187558 w 8187558"/>
                      <a:gd name="connsiteY0-72" fmla="*/ 0 h 2617076"/>
                      <a:gd name="connsiteX1-73" fmla="*/ 8187558 w 8187558"/>
                      <a:gd name="connsiteY1-74" fmla="*/ 1271752 h 2617076"/>
                      <a:gd name="connsiteX2-75" fmla="*/ 4025462 w 8187558"/>
                      <a:gd name="connsiteY2-76" fmla="*/ 2617076 h 2617076"/>
                      <a:gd name="connsiteX3-77" fmla="*/ 0 w 8187558"/>
                      <a:gd name="connsiteY3-78" fmla="*/ 1229711 h 2617076"/>
                      <a:gd name="connsiteX4-79" fmla="*/ 31531 w 8187558"/>
                      <a:gd name="connsiteY4-80" fmla="*/ 147145 h 2617076"/>
                      <a:gd name="connsiteX5-81" fmla="*/ 4046482 w 8187558"/>
                      <a:gd name="connsiteY5-82" fmla="*/ 1576552 h 2617076"/>
                      <a:gd name="connsiteX6-83" fmla="*/ 8187558 w 8187558"/>
                      <a:gd name="connsiteY6-84" fmla="*/ 0 h 2617076"/>
                      <a:gd name="connsiteX0-85" fmla="*/ 8187558 w 8187558"/>
                      <a:gd name="connsiteY0-86" fmla="*/ 0 h 2638097"/>
                      <a:gd name="connsiteX1-87" fmla="*/ 8187558 w 8187558"/>
                      <a:gd name="connsiteY1-88" fmla="*/ 1271752 h 2638097"/>
                      <a:gd name="connsiteX2-89" fmla="*/ 4099035 w 8187558"/>
                      <a:gd name="connsiteY2-90" fmla="*/ 2638097 h 2638097"/>
                      <a:gd name="connsiteX3-91" fmla="*/ 0 w 8187558"/>
                      <a:gd name="connsiteY3-92" fmla="*/ 1229711 h 2638097"/>
                      <a:gd name="connsiteX4-93" fmla="*/ 31531 w 8187558"/>
                      <a:gd name="connsiteY4-94" fmla="*/ 147145 h 2638097"/>
                      <a:gd name="connsiteX5-95" fmla="*/ 4046482 w 8187558"/>
                      <a:gd name="connsiteY5-96" fmla="*/ 1576552 h 2638097"/>
                      <a:gd name="connsiteX6-97" fmla="*/ 8187558 w 8187558"/>
                      <a:gd name="connsiteY6-98" fmla="*/ 0 h 2638097"/>
                      <a:gd name="connsiteX0-99" fmla="*/ 8187558 w 8187558"/>
                      <a:gd name="connsiteY0-100" fmla="*/ 0 h 2638097"/>
                      <a:gd name="connsiteX1-101" fmla="*/ 8187558 w 8187558"/>
                      <a:gd name="connsiteY1-102" fmla="*/ 1271752 h 2638097"/>
                      <a:gd name="connsiteX2-103" fmla="*/ 4099035 w 8187558"/>
                      <a:gd name="connsiteY2-104" fmla="*/ 2638097 h 2638097"/>
                      <a:gd name="connsiteX3-105" fmla="*/ 0 w 8187558"/>
                      <a:gd name="connsiteY3-106" fmla="*/ 1229711 h 2638097"/>
                      <a:gd name="connsiteX4-107" fmla="*/ 31531 w 8187558"/>
                      <a:gd name="connsiteY4-108" fmla="*/ 147145 h 2638097"/>
                      <a:gd name="connsiteX5-109" fmla="*/ 4046482 w 8187558"/>
                      <a:gd name="connsiteY5-110" fmla="*/ 1576552 h 2638097"/>
                      <a:gd name="connsiteX6-111" fmla="*/ 8187558 w 8187558"/>
                      <a:gd name="connsiteY6-112" fmla="*/ 0 h 2638097"/>
                      <a:gd name="connsiteX0-113" fmla="*/ 8187558 w 8187558"/>
                      <a:gd name="connsiteY0-114" fmla="*/ 0 h 2638097"/>
                      <a:gd name="connsiteX1-115" fmla="*/ 8187558 w 8187558"/>
                      <a:gd name="connsiteY1-116" fmla="*/ 1271752 h 2638097"/>
                      <a:gd name="connsiteX2-117" fmla="*/ 4099035 w 8187558"/>
                      <a:gd name="connsiteY2-118" fmla="*/ 2638097 h 2638097"/>
                      <a:gd name="connsiteX3-119" fmla="*/ 0 w 8187558"/>
                      <a:gd name="connsiteY3-120" fmla="*/ 1229711 h 2638097"/>
                      <a:gd name="connsiteX4-121" fmla="*/ 31531 w 8187558"/>
                      <a:gd name="connsiteY4-122" fmla="*/ 147145 h 2638097"/>
                      <a:gd name="connsiteX5-123" fmla="*/ 4046482 w 8187558"/>
                      <a:gd name="connsiteY5-124" fmla="*/ 1576552 h 2638097"/>
                      <a:gd name="connsiteX6-125" fmla="*/ 8187558 w 8187558"/>
                      <a:gd name="connsiteY6-126" fmla="*/ 0 h 2638097"/>
                      <a:gd name="connsiteX0-127" fmla="*/ 8187558 w 8187558"/>
                      <a:gd name="connsiteY0-128" fmla="*/ 0 h 2638097"/>
                      <a:gd name="connsiteX1-129" fmla="*/ 8187558 w 8187558"/>
                      <a:gd name="connsiteY1-130" fmla="*/ 1271752 h 2638097"/>
                      <a:gd name="connsiteX2-131" fmla="*/ 4099035 w 8187558"/>
                      <a:gd name="connsiteY2-132" fmla="*/ 2638097 h 2638097"/>
                      <a:gd name="connsiteX3-133" fmla="*/ 0 w 8187558"/>
                      <a:gd name="connsiteY3-134" fmla="*/ 1229711 h 2638097"/>
                      <a:gd name="connsiteX4-135" fmla="*/ 31531 w 8187558"/>
                      <a:gd name="connsiteY4-136" fmla="*/ 147145 h 2638097"/>
                      <a:gd name="connsiteX5-137" fmla="*/ 4046482 w 8187558"/>
                      <a:gd name="connsiteY5-138" fmla="*/ 1576552 h 2638097"/>
                      <a:gd name="connsiteX6-139" fmla="*/ 8187558 w 8187558"/>
                      <a:gd name="connsiteY6-140" fmla="*/ 0 h 2638097"/>
                      <a:gd name="connsiteX0-141" fmla="*/ 8187558 w 8187558"/>
                      <a:gd name="connsiteY0-142" fmla="*/ 0 h 2638097"/>
                      <a:gd name="connsiteX1-143" fmla="*/ 8187558 w 8187558"/>
                      <a:gd name="connsiteY1-144" fmla="*/ 1271752 h 2638097"/>
                      <a:gd name="connsiteX2-145" fmla="*/ 4099035 w 8187558"/>
                      <a:gd name="connsiteY2-146" fmla="*/ 2638097 h 2638097"/>
                      <a:gd name="connsiteX3-147" fmla="*/ 0 w 8187558"/>
                      <a:gd name="connsiteY3-148" fmla="*/ 1229711 h 2638097"/>
                      <a:gd name="connsiteX4-149" fmla="*/ 31531 w 8187558"/>
                      <a:gd name="connsiteY4-150" fmla="*/ 147145 h 2638097"/>
                      <a:gd name="connsiteX5-151" fmla="*/ 4088524 w 8187558"/>
                      <a:gd name="connsiteY5-152" fmla="*/ 1597573 h 2638097"/>
                      <a:gd name="connsiteX6-153" fmla="*/ 8187558 w 8187558"/>
                      <a:gd name="connsiteY6-154" fmla="*/ 0 h 2638097"/>
                      <a:gd name="connsiteX0-155" fmla="*/ 8187558 w 8187558"/>
                      <a:gd name="connsiteY0-156" fmla="*/ 0 h 2638097"/>
                      <a:gd name="connsiteX1-157" fmla="*/ 8187558 w 8187558"/>
                      <a:gd name="connsiteY1-158" fmla="*/ 1271752 h 2638097"/>
                      <a:gd name="connsiteX2-159" fmla="*/ 4099035 w 8187558"/>
                      <a:gd name="connsiteY2-160" fmla="*/ 2638097 h 2638097"/>
                      <a:gd name="connsiteX3-161" fmla="*/ 0 w 8187558"/>
                      <a:gd name="connsiteY3-162" fmla="*/ 1229711 h 2638097"/>
                      <a:gd name="connsiteX4-163" fmla="*/ 31531 w 8187558"/>
                      <a:gd name="connsiteY4-164" fmla="*/ 147145 h 2638097"/>
                      <a:gd name="connsiteX5-165" fmla="*/ 4088524 w 8187558"/>
                      <a:gd name="connsiteY5-166" fmla="*/ 1597573 h 2638097"/>
                      <a:gd name="connsiteX6-167" fmla="*/ 8187558 w 8187558"/>
                      <a:gd name="connsiteY6-168" fmla="*/ 0 h 2638097"/>
                      <a:gd name="connsiteX0-169" fmla="*/ 8187558 w 8187558"/>
                      <a:gd name="connsiteY0-170" fmla="*/ 0 h 2638097"/>
                      <a:gd name="connsiteX1-171" fmla="*/ 8187558 w 8187558"/>
                      <a:gd name="connsiteY1-172" fmla="*/ 1271752 h 2638097"/>
                      <a:gd name="connsiteX2-173" fmla="*/ 4099035 w 8187558"/>
                      <a:gd name="connsiteY2-174" fmla="*/ 2638097 h 2638097"/>
                      <a:gd name="connsiteX3-175" fmla="*/ 0 w 8187558"/>
                      <a:gd name="connsiteY3-176" fmla="*/ 1229711 h 2638097"/>
                      <a:gd name="connsiteX4-177" fmla="*/ 31531 w 8187558"/>
                      <a:gd name="connsiteY4-178" fmla="*/ 147145 h 2638097"/>
                      <a:gd name="connsiteX5-179" fmla="*/ 4099035 w 8187558"/>
                      <a:gd name="connsiteY5-180" fmla="*/ 1566042 h 2638097"/>
                      <a:gd name="connsiteX6-181" fmla="*/ 8187558 w 8187558"/>
                      <a:gd name="connsiteY6-182" fmla="*/ 0 h 2638097"/>
                      <a:gd name="connsiteX0-183" fmla="*/ 8187558 w 8187558"/>
                      <a:gd name="connsiteY0-184" fmla="*/ 0 h 2638097"/>
                      <a:gd name="connsiteX1-185" fmla="*/ 8187558 w 8187558"/>
                      <a:gd name="connsiteY1-186" fmla="*/ 1271752 h 2638097"/>
                      <a:gd name="connsiteX2-187" fmla="*/ 4099035 w 8187558"/>
                      <a:gd name="connsiteY2-188" fmla="*/ 2638097 h 2638097"/>
                      <a:gd name="connsiteX3-189" fmla="*/ 0 w 8187558"/>
                      <a:gd name="connsiteY3-190" fmla="*/ 1229711 h 2638097"/>
                      <a:gd name="connsiteX4-191" fmla="*/ 31531 w 8187558"/>
                      <a:gd name="connsiteY4-192" fmla="*/ 147145 h 2638097"/>
                      <a:gd name="connsiteX5-193" fmla="*/ 4099035 w 8187558"/>
                      <a:gd name="connsiteY5-194" fmla="*/ 1566042 h 2638097"/>
                      <a:gd name="connsiteX6-195" fmla="*/ 8187558 w 8187558"/>
                      <a:gd name="connsiteY6-196" fmla="*/ 0 h 2638097"/>
                      <a:gd name="connsiteX0-197" fmla="*/ 8187558 w 8187558"/>
                      <a:gd name="connsiteY0-198" fmla="*/ 0 h 2638097"/>
                      <a:gd name="connsiteX1-199" fmla="*/ 8187558 w 8187558"/>
                      <a:gd name="connsiteY1-200" fmla="*/ 1271752 h 2638097"/>
                      <a:gd name="connsiteX2-201" fmla="*/ 4099035 w 8187558"/>
                      <a:gd name="connsiteY2-202" fmla="*/ 2638097 h 2638097"/>
                      <a:gd name="connsiteX3-203" fmla="*/ 0 w 8187558"/>
                      <a:gd name="connsiteY3-204" fmla="*/ 1229711 h 2638097"/>
                      <a:gd name="connsiteX4-205" fmla="*/ 31531 w 8187558"/>
                      <a:gd name="connsiteY4-206" fmla="*/ 147145 h 2638097"/>
                      <a:gd name="connsiteX5-207" fmla="*/ 4099035 w 8187558"/>
                      <a:gd name="connsiteY5-208" fmla="*/ 1566042 h 2638097"/>
                      <a:gd name="connsiteX6-209" fmla="*/ 8187558 w 8187558"/>
                      <a:gd name="connsiteY6-210" fmla="*/ 0 h 2638097"/>
                      <a:gd name="connsiteX0-211" fmla="*/ 8187558 w 8187558"/>
                      <a:gd name="connsiteY0-212" fmla="*/ 0 h 2638097"/>
                      <a:gd name="connsiteX1-213" fmla="*/ 8187558 w 8187558"/>
                      <a:gd name="connsiteY1-214" fmla="*/ 1271752 h 2638097"/>
                      <a:gd name="connsiteX2-215" fmla="*/ 4099035 w 8187558"/>
                      <a:gd name="connsiteY2-216" fmla="*/ 2638097 h 2638097"/>
                      <a:gd name="connsiteX3-217" fmla="*/ 0 w 8187558"/>
                      <a:gd name="connsiteY3-218" fmla="*/ 1229711 h 2638097"/>
                      <a:gd name="connsiteX4-219" fmla="*/ 31531 w 8187558"/>
                      <a:gd name="connsiteY4-220" fmla="*/ 147145 h 2638097"/>
                      <a:gd name="connsiteX5-221" fmla="*/ 4099035 w 8187558"/>
                      <a:gd name="connsiteY5-222" fmla="*/ 1566042 h 2638097"/>
                      <a:gd name="connsiteX6-223" fmla="*/ 8187558 w 8187558"/>
                      <a:gd name="connsiteY6-224" fmla="*/ 0 h 2638097"/>
                      <a:gd name="connsiteX0-225" fmla="*/ 8187558 w 8187558"/>
                      <a:gd name="connsiteY0-226" fmla="*/ 0 h 2638097"/>
                      <a:gd name="connsiteX1-227" fmla="*/ 8187558 w 8187558"/>
                      <a:gd name="connsiteY1-228" fmla="*/ 1271752 h 2638097"/>
                      <a:gd name="connsiteX2-229" fmla="*/ 4099035 w 8187558"/>
                      <a:gd name="connsiteY2-230" fmla="*/ 2638097 h 2638097"/>
                      <a:gd name="connsiteX3-231" fmla="*/ 0 w 8187558"/>
                      <a:gd name="connsiteY3-232" fmla="*/ 1229711 h 2638097"/>
                      <a:gd name="connsiteX4-233" fmla="*/ 31531 w 8187558"/>
                      <a:gd name="connsiteY4-234" fmla="*/ 147145 h 2638097"/>
                      <a:gd name="connsiteX5-235" fmla="*/ 4099035 w 8187558"/>
                      <a:gd name="connsiteY5-236" fmla="*/ 1566042 h 2638097"/>
                      <a:gd name="connsiteX6-237" fmla="*/ 8187558 w 8187558"/>
                      <a:gd name="connsiteY6-238" fmla="*/ 0 h 2638097"/>
                      <a:gd name="connsiteX0-239" fmla="*/ 8187558 w 8187558"/>
                      <a:gd name="connsiteY0-240" fmla="*/ 0 h 2638097"/>
                      <a:gd name="connsiteX1-241" fmla="*/ 8187558 w 8187558"/>
                      <a:gd name="connsiteY1-242" fmla="*/ 1271752 h 2638097"/>
                      <a:gd name="connsiteX2-243" fmla="*/ 4099035 w 8187558"/>
                      <a:gd name="connsiteY2-244" fmla="*/ 2638097 h 2638097"/>
                      <a:gd name="connsiteX3-245" fmla="*/ 0 w 8187558"/>
                      <a:gd name="connsiteY3-246" fmla="*/ 1229711 h 2638097"/>
                      <a:gd name="connsiteX4-247" fmla="*/ 31531 w 8187558"/>
                      <a:gd name="connsiteY4-248" fmla="*/ 147145 h 2638097"/>
                      <a:gd name="connsiteX5-249" fmla="*/ 4099035 w 8187558"/>
                      <a:gd name="connsiteY5-250" fmla="*/ 1566042 h 2638097"/>
                      <a:gd name="connsiteX6-251" fmla="*/ 8187558 w 8187558"/>
                      <a:gd name="connsiteY6-252" fmla="*/ 0 h 2638097"/>
                      <a:gd name="connsiteX0-253" fmla="*/ 8187558 w 8187558"/>
                      <a:gd name="connsiteY0-254" fmla="*/ 0 h 2638097"/>
                      <a:gd name="connsiteX1-255" fmla="*/ 8187558 w 8187558"/>
                      <a:gd name="connsiteY1-256" fmla="*/ 1271752 h 2638097"/>
                      <a:gd name="connsiteX2-257" fmla="*/ 4099035 w 8187558"/>
                      <a:gd name="connsiteY2-258" fmla="*/ 2638097 h 2638097"/>
                      <a:gd name="connsiteX3-259" fmla="*/ 0 w 8187558"/>
                      <a:gd name="connsiteY3-260" fmla="*/ 1229711 h 2638097"/>
                      <a:gd name="connsiteX4-261" fmla="*/ 31531 w 8187558"/>
                      <a:gd name="connsiteY4-262" fmla="*/ 147145 h 2638097"/>
                      <a:gd name="connsiteX5-263" fmla="*/ 4099035 w 8187558"/>
                      <a:gd name="connsiteY5-264" fmla="*/ 1566042 h 2638097"/>
                      <a:gd name="connsiteX6-265" fmla="*/ 8187558 w 8187558"/>
                      <a:gd name="connsiteY6-266" fmla="*/ 0 h 2638097"/>
                      <a:gd name="connsiteX0-267" fmla="*/ 8187558 w 8187558"/>
                      <a:gd name="connsiteY0-268" fmla="*/ 0 h 2638097"/>
                      <a:gd name="connsiteX1-269" fmla="*/ 8187558 w 8187558"/>
                      <a:gd name="connsiteY1-270" fmla="*/ 1271752 h 2638097"/>
                      <a:gd name="connsiteX2-271" fmla="*/ 4099035 w 8187558"/>
                      <a:gd name="connsiteY2-272" fmla="*/ 2638097 h 2638097"/>
                      <a:gd name="connsiteX3-273" fmla="*/ 0 w 8187558"/>
                      <a:gd name="connsiteY3-274" fmla="*/ 1229711 h 2638097"/>
                      <a:gd name="connsiteX4-275" fmla="*/ 31531 w 8187558"/>
                      <a:gd name="connsiteY4-276" fmla="*/ 147145 h 2638097"/>
                      <a:gd name="connsiteX5-277" fmla="*/ 4099035 w 8187558"/>
                      <a:gd name="connsiteY5-278" fmla="*/ 1566042 h 2638097"/>
                      <a:gd name="connsiteX6-279" fmla="*/ 8187558 w 8187558"/>
                      <a:gd name="connsiteY6-280" fmla="*/ 0 h 2638097"/>
                      <a:gd name="connsiteX0-281" fmla="*/ 8187558 w 8187558"/>
                      <a:gd name="connsiteY0-282" fmla="*/ 0 h 2638097"/>
                      <a:gd name="connsiteX1-283" fmla="*/ 8187558 w 8187558"/>
                      <a:gd name="connsiteY1-284" fmla="*/ 1271752 h 2638097"/>
                      <a:gd name="connsiteX2-285" fmla="*/ 4099035 w 8187558"/>
                      <a:gd name="connsiteY2-286" fmla="*/ 2638097 h 2638097"/>
                      <a:gd name="connsiteX3-287" fmla="*/ 0 w 8187558"/>
                      <a:gd name="connsiteY3-288" fmla="*/ 1229711 h 2638097"/>
                      <a:gd name="connsiteX4-289" fmla="*/ 31531 w 8187558"/>
                      <a:gd name="connsiteY4-290" fmla="*/ 147145 h 2638097"/>
                      <a:gd name="connsiteX5-291" fmla="*/ 4099035 w 8187558"/>
                      <a:gd name="connsiteY5-292" fmla="*/ 1566042 h 2638097"/>
                      <a:gd name="connsiteX6-293" fmla="*/ 8187558 w 8187558"/>
                      <a:gd name="connsiteY6-294" fmla="*/ 0 h 2638097"/>
                      <a:gd name="connsiteX0-295" fmla="*/ 8176538 w 8176538"/>
                      <a:gd name="connsiteY0-296" fmla="*/ 0 h 2638097"/>
                      <a:gd name="connsiteX1-297" fmla="*/ 8176538 w 8176538"/>
                      <a:gd name="connsiteY1-298" fmla="*/ 1271752 h 2638097"/>
                      <a:gd name="connsiteX2-299" fmla="*/ 4088015 w 8176538"/>
                      <a:gd name="connsiteY2-300" fmla="*/ 2638097 h 2638097"/>
                      <a:gd name="connsiteX3-301" fmla="*/ 0 w 8176538"/>
                      <a:gd name="connsiteY3-302" fmla="*/ 1269888 h 2638097"/>
                      <a:gd name="connsiteX4-303" fmla="*/ 20511 w 8176538"/>
                      <a:gd name="connsiteY4-304" fmla="*/ 147145 h 2638097"/>
                      <a:gd name="connsiteX5-305" fmla="*/ 4088015 w 8176538"/>
                      <a:gd name="connsiteY5-306" fmla="*/ 1566042 h 2638097"/>
                      <a:gd name="connsiteX6-307" fmla="*/ 8176538 w 8176538"/>
                      <a:gd name="connsiteY6-308" fmla="*/ 0 h 2638097"/>
                      <a:gd name="connsiteX0-309" fmla="*/ 8176538 w 8176538"/>
                      <a:gd name="connsiteY0-310" fmla="*/ 0 h 2772020"/>
                      <a:gd name="connsiteX1-311" fmla="*/ 8176538 w 8176538"/>
                      <a:gd name="connsiteY1-312" fmla="*/ 1271752 h 2772020"/>
                      <a:gd name="connsiteX2-313" fmla="*/ 4099034 w 8176538"/>
                      <a:gd name="connsiteY2-314" fmla="*/ 2772020 h 2772020"/>
                      <a:gd name="connsiteX3-315" fmla="*/ 0 w 8176538"/>
                      <a:gd name="connsiteY3-316" fmla="*/ 1269888 h 2772020"/>
                      <a:gd name="connsiteX4-317" fmla="*/ 20511 w 8176538"/>
                      <a:gd name="connsiteY4-318" fmla="*/ 147145 h 2772020"/>
                      <a:gd name="connsiteX5-319" fmla="*/ 4088015 w 8176538"/>
                      <a:gd name="connsiteY5-320" fmla="*/ 1566042 h 2772020"/>
                      <a:gd name="connsiteX6-321" fmla="*/ 8176538 w 8176538"/>
                      <a:gd name="connsiteY6-322" fmla="*/ 0 h 2772020"/>
                      <a:gd name="connsiteX0-323" fmla="*/ 8176538 w 8176538"/>
                      <a:gd name="connsiteY0-324" fmla="*/ 0 h 2772339"/>
                      <a:gd name="connsiteX1-325" fmla="*/ 8176538 w 8176538"/>
                      <a:gd name="connsiteY1-326" fmla="*/ 1378890 h 2772339"/>
                      <a:gd name="connsiteX2-327" fmla="*/ 4099034 w 8176538"/>
                      <a:gd name="connsiteY2-328" fmla="*/ 2772020 h 2772339"/>
                      <a:gd name="connsiteX3-329" fmla="*/ 0 w 8176538"/>
                      <a:gd name="connsiteY3-330" fmla="*/ 1269888 h 2772339"/>
                      <a:gd name="connsiteX4-331" fmla="*/ 20511 w 8176538"/>
                      <a:gd name="connsiteY4-332" fmla="*/ 147145 h 2772339"/>
                      <a:gd name="connsiteX5-333" fmla="*/ 4088015 w 8176538"/>
                      <a:gd name="connsiteY5-334" fmla="*/ 1566042 h 2772339"/>
                      <a:gd name="connsiteX6-335" fmla="*/ 8176538 w 8176538"/>
                      <a:gd name="connsiteY6-336" fmla="*/ 0 h 2772339"/>
                      <a:gd name="connsiteX0-337" fmla="*/ 8176538 w 8176538"/>
                      <a:gd name="connsiteY0-338" fmla="*/ 0 h 2825888"/>
                      <a:gd name="connsiteX1-339" fmla="*/ 8176538 w 8176538"/>
                      <a:gd name="connsiteY1-340" fmla="*/ 1378890 h 2825888"/>
                      <a:gd name="connsiteX2-341" fmla="*/ 4099034 w 8176538"/>
                      <a:gd name="connsiteY2-342" fmla="*/ 2825590 h 2825888"/>
                      <a:gd name="connsiteX3-343" fmla="*/ 0 w 8176538"/>
                      <a:gd name="connsiteY3-344" fmla="*/ 1269888 h 2825888"/>
                      <a:gd name="connsiteX4-345" fmla="*/ 20511 w 8176538"/>
                      <a:gd name="connsiteY4-346" fmla="*/ 147145 h 2825888"/>
                      <a:gd name="connsiteX5-347" fmla="*/ 4088015 w 8176538"/>
                      <a:gd name="connsiteY5-348" fmla="*/ 1566042 h 2825888"/>
                      <a:gd name="connsiteX6-349" fmla="*/ 8176538 w 8176538"/>
                      <a:gd name="connsiteY6-350" fmla="*/ 0 h 2825888"/>
                      <a:gd name="connsiteX0-351" fmla="*/ 8165518 w 8165518"/>
                      <a:gd name="connsiteY0-352" fmla="*/ 0 h 2825606"/>
                      <a:gd name="connsiteX1-353" fmla="*/ 8165518 w 8165518"/>
                      <a:gd name="connsiteY1-354" fmla="*/ 1378890 h 2825606"/>
                      <a:gd name="connsiteX2-355" fmla="*/ 4088014 w 8165518"/>
                      <a:gd name="connsiteY2-356" fmla="*/ 2825590 h 2825606"/>
                      <a:gd name="connsiteX3-357" fmla="*/ 0 w 8165518"/>
                      <a:gd name="connsiteY3-358" fmla="*/ 1403811 h 2825606"/>
                      <a:gd name="connsiteX4-359" fmla="*/ 9491 w 8165518"/>
                      <a:gd name="connsiteY4-360" fmla="*/ 147145 h 2825606"/>
                      <a:gd name="connsiteX5-361" fmla="*/ 4076995 w 8165518"/>
                      <a:gd name="connsiteY5-362" fmla="*/ 1566042 h 2825606"/>
                      <a:gd name="connsiteX6-363" fmla="*/ 8165518 w 8165518"/>
                      <a:gd name="connsiteY6-364" fmla="*/ 0 h 2825606"/>
                      <a:gd name="connsiteX0-365" fmla="*/ 8165518 w 8165518"/>
                      <a:gd name="connsiteY0-366" fmla="*/ 0 h 2879174"/>
                      <a:gd name="connsiteX1-367" fmla="*/ 8165518 w 8165518"/>
                      <a:gd name="connsiteY1-368" fmla="*/ 1378890 h 2879174"/>
                      <a:gd name="connsiteX2-369" fmla="*/ 4132092 w 8165518"/>
                      <a:gd name="connsiteY2-370" fmla="*/ 2879159 h 2879174"/>
                      <a:gd name="connsiteX3-371" fmla="*/ 0 w 8165518"/>
                      <a:gd name="connsiteY3-372" fmla="*/ 1403811 h 2879174"/>
                      <a:gd name="connsiteX4-373" fmla="*/ 9491 w 8165518"/>
                      <a:gd name="connsiteY4-374" fmla="*/ 147145 h 2879174"/>
                      <a:gd name="connsiteX5-375" fmla="*/ 4076995 w 8165518"/>
                      <a:gd name="connsiteY5-376" fmla="*/ 1566042 h 2879174"/>
                      <a:gd name="connsiteX6-377" fmla="*/ 8165518 w 8165518"/>
                      <a:gd name="connsiteY6-378" fmla="*/ 0 h 2879174"/>
                      <a:gd name="connsiteX0-379" fmla="*/ 8165518 w 8176537"/>
                      <a:gd name="connsiteY0-380" fmla="*/ 0 h 2879410"/>
                      <a:gd name="connsiteX1-381" fmla="*/ 8176537 w 8176537"/>
                      <a:gd name="connsiteY1-382" fmla="*/ 1499420 h 2879410"/>
                      <a:gd name="connsiteX2-383" fmla="*/ 4132092 w 8176537"/>
                      <a:gd name="connsiteY2-384" fmla="*/ 2879159 h 2879410"/>
                      <a:gd name="connsiteX3-385" fmla="*/ 0 w 8176537"/>
                      <a:gd name="connsiteY3-386" fmla="*/ 1403811 h 2879410"/>
                      <a:gd name="connsiteX4-387" fmla="*/ 9491 w 8176537"/>
                      <a:gd name="connsiteY4-388" fmla="*/ 147145 h 2879410"/>
                      <a:gd name="connsiteX5-389" fmla="*/ 4076995 w 8176537"/>
                      <a:gd name="connsiteY5-390" fmla="*/ 1566042 h 2879410"/>
                      <a:gd name="connsiteX6-391" fmla="*/ 8165518 w 8176537"/>
                      <a:gd name="connsiteY6-392" fmla="*/ 0 h 2879410"/>
                      <a:gd name="connsiteX0-393" fmla="*/ 8165518 w 8176537"/>
                      <a:gd name="connsiteY0-394" fmla="*/ 0 h 2879262"/>
                      <a:gd name="connsiteX1-395" fmla="*/ 8176537 w 8176537"/>
                      <a:gd name="connsiteY1-396" fmla="*/ 1499420 h 2879262"/>
                      <a:gd name="connsiteX2-397" fmla="*/ 4132092 w 8176537"/>
                      <a:gd name="connsiteY2-398" fmla="*/ 2879159 h 2879262"/>
                      <a:gd name="connsiteX3-399" fmla="*/ 0 w 8176537"/>
                      <a:gd name="connsiteY3-400" fmla="*/ 1403811 h 2879262"/>
                      <a:gd name="connsiteX4-401" fmla="*/ 9491 w 8176537"/>
                      <a:gd name="connsiteY4-402" fmla="*/ 147145 h 2879262"/>
                      <a:gd name="connsiteX5-403" fmla="*/ 4076995 w 8176537"/>
                      <a:gd name="connsiteY5-404" fmla="*/ 1566042 h 2879262"/>
                      <a:gd name="connsiteX6-405" fmla="*/ 8165518 w 8176537"/>
                      <a:gd name="connsiteY6-406" fmla="*/ 0 h 2879262"/>
                      <a:gd name="connsiteX0-407" fmla="*/ 8165518 w 8176537"/>
                      <a:gd name="connsiteY0-408" fmla="*/ 0 h 2879163"/>
                      <a:gd name="connsiteX1-409" fmla="*/ 8176537 w 8176537"/>
                      <a:gd name="connsiteY1-410" fmla="*/ 1499420 h 2879163"/>
                      <a:gd name="connsiteX2-411" fmla="*/ 4132092 w 8176537"/>
                      <a:gd name="connsiteY2-412" fmla="*/ 2879159 h 2879163"/>
                      <a:gd name="connsiteX3-413" fmla="*/ 0 w 8176537"/>
                      <a:gd name="connsiteY3-414" fmla="*/ 1510948 h 2879163"/>
                      <a:gd name="connsiteX4-415" fmla="*/ 9491 w 8176537"/>
                      <a:gd name="connsiteY4-416" fmla="*/ 147145 h 2879163"/>
                      <a:gd name="connsiteX5-417" fmla="*/ 4076995 w 8176537"/>
                      <a:gd name="connsiteY5-418" fmla="*/ 1566042 h 2879163"/>
                      <a:gd name="connsiteX6-419" fmla="*/ 8165518 w 8176537"/>
                      <a:gd name="connsiteY6-420" fmla="*/ 0 h 2879163"/>
                      <a:gd name="connsiteX0-421" fmla="*/ 8165518 w 8198577"/>
                      <a:gd name="connsiteY0-422" fmla="*/ 0 h 2879451"/>
                      <a:gd name="connsiteX1-423" fmla="*/ 8198577 w 8198577"/>
                      <a:gd name="connsiteY1-424" fmla="*/ 1606558 h 2879451"/>
                      <a:gd name="connsiteX2-425" fmla="*/ 4132092 w 8198577"/>
                      <a:gd name="connsiteY2-426" fmla="*/ 2879159 h 2879451"/>
                      <a:gd name="connsiteX3-427" fmla="*/ 0 w 8198577"/>
                      <a:gd name="connsiteY3-428" fmla="*/ 1510948 h 2879451"/>
                      <a:gd name="connsiteX4-429" fmla="*/ 9491 w 8198577"/>
                      <a:gd name="connsiteY4-430" fmla="*/ 147145 h 2879451"/>
                      <a:gd name="connsiteX5-431" fmla="*/ 4076995 w 8198577"/>
                      <a:gd name="connsiteY5-432" fmla="*/ 1566042 h 2879451"/>
                      <a:gd name="connsiteX6-433" fmla="*/ 8165518 w 8198577"/>
                      <a:gd name="connsiteY6-434" fmla="*/ 0 h 2879451"/>
                      <a:gd name="connsiteX0-435" fmla="*/ 8165518 w 8165518"/>
                      <a:gd name="connsiteY0-436" fmla="*/ 0 h 2880066"/>
                      <a:gd name="connsiteX1-437" fmla="*/ 8165518 w 8165518"/>
                      <a:gd name="connsiteY1-438" fmla="*/ 1673520 h 2880066"/>
                      <a:gd name="connsiteX2-439" fmla="*/ 4132092 w 8165518"/>
                      <a:gd name="connsiteY2-440" fmla="*/ 2879159 h 2880066"/>
                      <a:gd name="connsiteX3-441" fmla="*/ 0 w 8165518"/>
                      <a:gd name="connsiteY3-442" fmla="*/ 1510948 h 2880066"/>
                      <a:gd name="connsiteX4-443" fmla="*/ 9491 w 8165518"/>
                      <a:gd name="connsiteY4-444" fmla="*/ 147145 h 2880066"/>
                      <a:gd name="connsiteX5-445" fmla="*/ 4076995 w 8165518"/>
                      <a:gd name="connsiteY5-446" fmla="*/ 1566042 h 2880066"/>
                      <a:gd name="connsiteX6-447" fmla="*/ 8165518 w 8165518"/>
                      <a:gd name="connsiteY6-448" fmla="*/ 0 h 2880066"/>
                      <a:gd name="connsiteX0-449" fmla="*/ 8156794 w 8156794"/>
                      <a:gd name="connsiteY0-450" fmla="*/ 0 h 2879270"/>
                      <a:gd name="connsiteX1-451" fmla="*/ 8156794 w 8156794"/>
                      <a:gd name="connsiteY1-452" fmla="*/ 1673520 h 2879270"/>
                      <a:gd name="connsiteX2-453" fmla="*/ 4123368 w 8156794"/>
                      <a:gd name="connsiteY2-454" fmla="*/ 2879159 h 2879270"/>
                      <a:gd name="connsiteX3-455" fmla="*/ 2295 w 8156794"/>
                      <a:gd name="connsiteY3-456" fmla="*/ 1618086 h 2879270"/>
                      <a:gd name="connsiteX4-457" fmla="*/ 767 w 8156794"/>
                      <a:gd name="connsiteY4-458" fmla="*/ 147145 h 2879270"/>
                      <a:gd name="connsiteX5-459" fmla="*/ 4068271 w 8156794"/>
                      <a:gd name="connsiteY5-460" fmla="*/ 1566042 h 2879270"/>
                      <a:gd name="connsiteX6-461" fmla="*/ 8156794 w 8156794"/>
                      <a:gd name="connsiteY6-462" fmla="*/ 0 h 2879270"/>
                      <a:gd name="connsiteX0-463" fmla="*/ 8156794 w 8156794"/>
                      <a:gd name="connsiteY0-464" fmla="*/ 0 h 2973000"/>
                      <a:gd name="connsiteX1-465" fmla="*/ 8156794 w 8156794"/>
                      <a:gd name="connsiteY1-466" fmla="*/ 1673520 h 2973000"/>
                      <a:gd name="connsiteX2-467" fmla="*/ 4134388 w 8156794"/>
                      <a:gd name="connsiteY2-468" fmla="*/ 2972904 h 2973000"/>
                      <a:gd name="connsiteX3-469" fmla="*/ 2295 w 8156794"/>
                      <a:gd name="connsiteY3-470" fmla="*/ 1618086 h 2973000"/>
                      <a:gd name="connsiteX4-471" fmla="*/ 767 w 8156794"/>
                      <a:gd name="connsiteY4-472" fmla="*/ 147145 h 2973000"/>
                      <a:gd name="connsiteX5-473" fmla="*/ 4068271 w 8156794"/>
                      <a:gd name="connsiteY5-474" fmla="*/ 1566042 h 2973000"/>
                      <a:gd name="connsiteX6-475" fmla="*/ 8156794 w 8156794"/>
                      <a:gd name="connsiteY6-476" fmla="*/ 0 h 2973000"/>
                      <a:gd name="connsiteX0-477" fmla="*/ 8156794 w 8156794"/>
                      <a:gd name="connsiteY0-478" fmla="*/ 0 h 2973000"/>
                      <a:gd name="connsiteX1-479" fmla="*/ 8156794 w 8156794"/>
                      <a:gd name="connsiteY1-480" fmla="*/ 1673520 h 2973000"/>
                      <a:gd name="connsiteX2-481" fmla="*/ 4134388 w 8156794"/>
                      <a:gd name="connsiteY2-482" fmla="*/ 2972904 h 2973000"/>
                      <a:gd name="connsiteX3-483" fmla="*/ 2295 w 8156794"/>
                      <a:gd name="connsiteY3-484" fmla="*/ 1618086 h 2973000"/>
                      <a:gd name="connsiteX4-485" fmla="*/ 767 w 8156794"/>
                      <a:gd name="connsiteY4-486" fmla="*/ 147145 h 2973000"/>
                      <a:gd name="connsiteX5-487" fmla="*/ 4068271 w 8156794"/>
                      <a:gd name="connsiteY5-488" fmla="*/ 1566042 h 2973000"/>
                      <a:gd name="connsiteX6-489" fmla="*/ 8156794 w 8156794"/>
                      <a:gd name="connsiteY6-490" fmla="*/ 0 h 2973000"/>
                      <a:gd name="connsiteX0-491" fmla="*/ 8156794 w 8156794"/>
                      <a:gd name="connsiteY0-492" fmla="*/ 0 h 2973000"/>
                      <a:gd name="connsiteX1-493" fmla="*/ 8156794 w 8156794"/>
                      <a:gd name="connsiteY1-494" fmla="*/ 1673520 h 2973000"/>
                      <a:gd name="connsiteX2-495" fmla="*/ 4134388 w 8156794"/>
                      <a:gd name="connsiteY2-496" fmla="*/ 2972904 h 2973000"/>
                      <a:gd name="connsiteX3-497" fmla="*/ 2295 w 8156794"/>
                      <a:gd name="connsiteY3-498" fmla="*/ 1618086 h 2973000"/>
                      <a:gd name="connsiteX4-499" fmla="*/ 767 w 8156794"/>
                      <a:gd name="connsiteY4-500" fmla="*/ 147145 h 2973000"/>
                      <a:gd name="connsiteX5-501" fmla="*/ 4068271 w 8156794"/>
                      <a:gd name="connsiteY5-502" fmla="*/ 1566042 h 2973000"/>
                      <a:gd name="connsiteX6-503" fmla="*/ 8156794 w 8156794"/>
                      <a:gd name="connsiteY6-504" fmla="*/ 0 h 2973000"/>
                      <a:gd name="connsiteX0-505" fmla="*/ 8156794 w 8156794"/>
                      <a:gd name="connsiteY0-506" fmla="*/ 0 h 2973020"/>
                      <a:gd name="connsiteX1-507" fmla="*/ 8156794 w 8156794"/>
                      <a:gd name="connsiteY1-508" fmla="*/ 1673520 h 2973020"/>
                      <a:gd name="connsiteX2-509" fmla="*/ 4134388 w 8156794"/>
                      <a:gd name="connsiteY2-510" fmla="*/ 2972904 h 2973020"/>
                      <a:gd name="connsiteX3-511" fmla="*/ 2295 w 8156794"/>
                      <a:gd name="connsiteY3-512" fmla="*/ 1618086 h 2973020"/>
                      <a:gd name="connsiteX4-513" fmla="*/ 767 w 8156794"/>
                      <a:gd name="connsiteY4-514" fmla="*/ 147145 h 2973020"/>
                      <a:gd name="connsiteX5-515" fmla="*/ 4068271 w 8156794"/>
                      <a:gd name="connsiteY5-516" fmla="*/ 1566042 h 2973020"/>
                      <a:gd name="connsiteX6-517" fmla="*/ 8156794 w 8156794"/>
                      <a:gd name="connsiteY6-518" fmla="*/ 0 h 2973020"/>
                      <a:gd name="connsiteX0-519" fmla="*/ 8156794 w 8156794"/>
                      <a:gd name="connsiteY0-520" fmla="*/ 0 h 2973021"/>
                      <a:gd name="connsiteX1-521" fmla="*/ 8156794 w 8156794"/>
                      <a:gd name="connsiteY1-522" fmla="*/ 1673520 h 2973021"/>
                      <a:gd name="connsiteX2-523" fmla="*/ 4134388 w 8156794"/>
                      <a:gd name="connsiteY2-524" fmla="*/ 2972904 h 2973021"/>
                      <a:gd name="connsiteX3-525" fmla="*/ 2295 w 8156794"/>
                      <a:gd name="connsiteY3-526" fmla="*/ 1618086 h 2973021"/>
                      <a:gd name="connsiteX4-527" fmla="*/ 767 w 8156794"/>
                      <a:gd name="connsiteY4-528" fmla="*/ 147145 h 2973021"/>
                      <a:gd name="connsiteX5-529" fmla="*/ 4068271 w 8156794"/>
                      <a:gd name="connsiteY5-530" fmla="*/ 1566042 h 2973021"/>
                      <a:gd name="connsiteX6-531" fmla="*/ 8156794 w 8156794"/>
                      <a:gd name="connsiteY6-532" fmla="*/ 0 h 2973021"/>
                      <a:gd name="connsiteX0-533" fmla="*/ 8156794 w 8156794"/>
                      <a:gd name="connsiteY0-534" fmla="*/ 0 h 2973021"/>
                      <a:gd name="connsiteX1-535" fmla="*/ 8156794 w 8156794"/>
                      <a:gd name="connsiteY1-536" fmla="*/ 1673520 h 2973021"/>
                      <a:gd name="connsiteX2-537" fmla="*/ 4134388 w 8156794"/>
                      <a:gd name="connsiteY2-538" fmla="*/ 2972904 h 2973021"/>
                      <a:gd name="connsiteX3-539" fmla="*/ 2295 w 8156794"/>
                      <a:gd name="connsiteY3-540" fmla="*/ 1618086 h 2973021"/>
                      <a:gd name="connsiteX4-541" fmla="*/ 767 w 8156794"/>
                      <a:gd name="connsiteY4-542" fmla="*/ 147145 h 2973021"/>
                      <a:gd name="connsiteX5-543" fmla="*/ 4068271 w 8156794"/>
                      <a:gd name="connsiteY5-544" fmla="*/ 1566042 h 2973021"/>
                      <a:gd name="connsiteX6-545" fmla="*/ 8156794 w 8156794"/>
                      <a:gd name="connsiteY6-546" fmla="*/ 0 h 2973021"/>
                      <a:gd name="connsiteX0-547" fmla="*/ 8156794 w 8156794"/>
                      <a:gd name="connsiteY0-548" fmla="*/ 0 h 2973021"/>
                      <a:gd name="connsiteX1-549" fmla="*/ 8156794 w 8156794"/>
                      <a:gd name="connsiteY1-550" fmla="*/ 1673520 h 2973021"/>
                      <a:gd name="connsiteX2-551" fmla="*/ 4134388 w 8156794"/>
                      <a:gd name="connsiteY2-552" fmla="*/ 2972904 h 2973021"/>
                      <a:gd name="connsiteX3-553" fmla="*/ 2295 w 8156794"/>
                      <a:gd name="connsiteY3-554" fmla="*/ 1618086 h 2973021"/>
                      <a:gd name="connsiteX4-555" fmla="*/ 767 w 8156794"/>
                      <a:gd name="connsiteY4-556" fmla="*/ 147145 h 2973021"/>
                      <a:gd name="connsiteX5-557" fmla="*/ 4068271 w 8156794"/>
                      <a:gd name="connsiteY5-558" fmla="*/ 1566042 h 2973021"/>
                      <a:gd name="connsiteX6-559" fmla="*/ 8156794 w 8156794"/>
                      <a:gd name="connsiteY6-560" fmla="*/ 0 h 2973021"/>
                      <a:gd name="connsiteX0-561" fmla="*/ 8156794 w 8156794"/>
                      <a:gd name="connsiteY0-562" fmla="*/ 0 h 2973021"/>
                      <a:gd name="connsiteX1-563" fmla="*/ 8156794 w 8156794"/>
                      <a:gd name="connsiteY1-564" fmla="*/ 1673520 h 2973021"/>
                      <a:gd name="connsiteX2-565" fmla="*/ 4134388 w 8156794"/>
                      <a:gd name="connsiteY2-566" fmla="*/ 2972904 h 2973021"/>
                      <a:gd name="connsiteX3-567" fmla="*/ 2295 w 8156794"/>
                      <a:gd name="connsiteY3-568" fmla="*/ 1618086 h 2973021"/>
                      <a:gd name="connsiteX4-569" fmla="*/ 767 w 8156794"/>
                      <a:gd name="connsiteY4-570" fmla="*/ 147145 h 2973021"/>
                      <a:gd name="connsiteX5-571" fmla="*/ 4068271 w 8156794"/>
                      <a:gd name="connsiteY5-572" fmla="*/ 1566042 h 2973021"/>
                      <a:gd name="connsiteX6-573" fmla="*/ 8156794 w 8156794"/>
                      <a:gd name="connsiteY6-574" fmla="*/ 0 h 2973021"/>
                      <a:gd name="connsiteX0-575" fmla="*/ 8156794 w 8156794"/>
                      <a:gd name="connsiteY0-576" fmla="*/ 0 h 2973141"/>
                      <a:gd name="connsiteX1-577" fmla="*/ 8156794 w 8156794"/>
                      <a:gd name="connsiteY1-578" fmla="*/ 1673520 h 2973141"/>
                      <a:gd name="connsiteX2-579" fmla="*/ 4134388 w 8156794"/>
                      <a:gd name="connsiteY2-580" fmla="*/ 2972904 h 2973141"/>
                      <a:gd name="connsiteX3-581" fmla="*/ 2295 w 8156794"/>
                      <a:gd name="connsiteY3-582" fmla="*/ 1618086 h 2973141"/>
                      <a:gd name="connsiteX4-583" fmla="*/ 767 w 8156794"/>
                      <a:gd name="connsiteY4-584" fmla="*/ 147145 h 2973141"/>
                      <a:gd name="connsiteX5-585" fmla="*/ 4068271 w 8156794"/>
                      <a:gd name="connsiteY5-586" fmla="*/ 1566042 h 2973141"/>
                      <a:gd name="connsiteX6-587" fmla="*/ 8156794 w 8156794"/>
                      <a:gd name="connsiteY6-588" fmla="*/ 0 h 2973141"/>
                      <a:gd name="connsiteX0-589" fmla="*/ 8156794 w 8156794"/>
                      <a:gd name="connsiteY0-590" fmla="*/ 0 h 3066827"/>
                      <a:gd name="connsiteX1-591" fmla="*/ 8156794 w 8156794"/>
                      <a:gd name="connsiteY1-592" fmla="*/ 1673520 h 3066827"/>
                      <a:gd name="connsiteX2-593" fmla="*/ 4123353 w 8156794"/>
                      <a:gd name="connsiteY2-594" fmla="*/ 3066650 h 3066827"/>
                      <a:gd name="connsiteX3-595" fmla="*/ 2295 w 8156794"/>
                      <a:gd name="connsiteY3-596" fmla="*/ 1618086 h 3066827"/>
                      <a:gd name="connsiteX4-597" fmla="*/ 767 w 8156794"/>
                      <a:gd name="connsiteY4-598" fmla="*/ 147145 h 3066827"/>
                      <a:gd name="connsiteX5-599" fmla="*/ 4068271 w 8156794"/>
                      <a:gd name="connsiteY5-600" fmla="*/ 1566042 h 3066827"/>
                      <a:gd name="connsiteX6-601" fmla="*/ 8156794 w 8156794"/>
                      <a:gd name="connsiteY6-602" fmla="*/ 0 h 3066827"/>
                      <a:gd name="connsiteX0-603" fmla="*/ 8123689 w 8156794"/>
                      <a:gd name="connsiteY0-604" fmla="*/ 0 h 2999866"/>
                      <a:gd name="connsiteX1-605" fmla="*/ 8156794 w 8156794"/>
                      <a:gd name="connsiteY1-606" fmla="*/ 1606559 h 2999866"/>
                      <a:gd name="connsiteX2-607" fmla="*/ 4123353 w 8156794"/>
                      <a:gd name="connsiteY2-608" fmla="*/ 2999689 h 2999866"/>
                      <a:gd name="connsiteX3-609" fmla="*/ 2295 w 8156794"/>
                      <a:gd name="connsiteY3-610" fmla="*/ 1551125 h 2999866"/>
                      <a:gd name="connsiteX4-611" fmla="*/ 767 w 8156794"/>
                      <a:gd name="connsiteY4-612" fmla="*/ 80184 h 2999866"/>
                      <a:gd name="connsiteX5-613" fmla="*/ 4068271 w 8156794"/>
                      <a:gd name="connsiteY5-614" fmla="*/ 1499081 h 2999866"/>
                      <a:gd name="connsiteX6-615" fmla="*/ 8123689 w 8156794"/>
                      <a:gd name="connsiteY6-616" fmla="*/ 0 h 2999866"/>
                      <a:gd name="connsiteX0-617" fmla="*/ 8167828 w 8167828"/>
                      <a:gd name="connsiteY0-618" fmla="*/ 0 h 3026651"/>
                      <a:gd name="connsiteX1-619" fmla="*/ 8156794 w 8167828"/>
                      <a:gd name="connsiteY1-620" fmla="*/ 1633344 h 3026651"/>
                      <a:gd name="connsiteX2-621" fmla="*/ 4123353 w 8167828"/>
                      <a:gd name="connsiteY2-622" fmla="*/ 3026474 h 3026651"/>
                      <a:gd name="connsiteX3-623" fmla="*/ 2295 w 8167828"/>
                      <a:gd name="connsiteY3-624" fmla="*/ 1577910 h 3026651"/>
                      <a:gd name="connsiteX4-625" fmla="*/ 767 w 8167828"/>
                      <a:gd name="connsiteY4-626" fmla="*/ 106969 h 3026651"/>
                      <a:gd name="connsiteX5-627" fmla="*/ 4068271 w 8167828"/>
                      <a:gd name="connsiteY5-628" fmla="*/ 1525866 h 3026651"/>
                      <a:gd name="connsiteX6-629" fmla="*/ 8167828 w 8167828"/>
                      <a:gd name="connsiteY6-630" fmla="*/ 0 h 3026651"/>
                      <a:gd name="connsiteX0-631" fmla="*/ 8167828 w 8167828"/>
                      <a:gd name="connsiteY0-632" fmla="*/ 0 h 3027228"/>
                      <a:gd name="connsiteX1-633" fmla="*/ 8145760 w 8167828"/>
                      <a:gd name="connsiteY1-634" fmla="*/ 1686913 h 3027228"/>
                      <a:gd name="connsiteX2-635" fmla="*/ 4123353 w 8167828"/>
                      <a:gd name="connsiteY2-636" fmla="*/ 3026474 h 3027228"/>
                      <a:gd name="connsiteX3-637" fmla="*/ 2295 w 8167828"/>
                      <a:gd name="connsiteY3-638" fmla="*/ 1577910 h 3027228"/>
                      <a:gd name="connsiteX4-639" fmla="*/ 767 w 8167828"/>
                      <a:gd name="connsiteY4-640" fmla="*/ 106969 h 3027228"/>
                      <a:gd name="connsiteX5-641" fmla="*/ 4068271 w 8167828"/>
                      <a:gd name="connsiteY5-642" fmla="*/ 1525866 h 3027228"/>
                      <a:gd name="connsiteX6-643" fmla="*/ 8167828 w 8167828"/>
                      <a:gd name="connsiteY6-644" fmla="*/ 0 h 3027228"/>
                      <a:gd name="connsiteX0-645" fmla="*/ 8156794 w 8156794"/>
                      <a:gd name="connsiteY0-646" fmla="*/ 0 h 2933483"/>
                      <a:gd name="connsiteX1-647" fmla="*/ 8145760 w 8156794"/>
                      <a:gd name="connsiteY1-648" fmla="*/ 1593168 h 2933483"/>
                      <a:gd name="connsiteX2-649" fmla="*/ 4123353 w 8156794"/>
                      <a:gd name="connsiteY2-650" fmla="*/ 2932729 h 2933483"/>
                      <a:gd name="connsiteX3-651" fmla="*/ 2295 w 8156794"/>
                      <a:gd name="connsiteY3-652" fmla="*/ 1484165 h 2933483"/>
                      <a:gd name="connsiteX4-653" fmla="*/ 767 w 8156794"/>
                      <a:gd name="connsiteY4-654" fmla="*/ 13224 h 2933483"/>
                      <a:gd name="connsiteX5-655" fmla="*/ 4068271 w 8156794"/>
                      <a:gd name="connsiteY5-656" fmla="*/ 1432121 h 2933483"/>
                      <a:gd name="connsiteX6-657" fmla="*/ 8156794 w 8156794"/>
                      <a:gd name="connsiteY6-658" fmla="*/ 0 h 2933483"/>
                      <a:gd name="connsiteX0-659" fmla="*/ 8156794 w 8156794"/>
                      <a:gd name="connsiteY0-660" fmla="*/ 0 h 2933483"/>
                      <a:gd name="connsiteX1-661" fmla="*/ 8145760 w 8156794"/>
                      <a:gd name="connsiteY1-662" fmla="*/ 1593168 h 2933483"/>
                      <a:gd name="connsiteX2-663" fmla="*/ 4123353 w 8156794"/>
                      <a:gd name="connsiteY2-664" fmla="*/ 2932729 h 2933483"/>
                      <a:gd name="connsiteX3-665" fmla="*/ 2295 w 8156794"/>
                      <a:gd name="connsiteY3-666" fmla="*/ 1484165 h 2933483"/>
                      <a:gd name="connsiteX4-667" fmla="*/ 767 w 8156794"/>
                      <a:gd name="connsiteY4-668" fmla="*/ 13224 h 2933483"/>
                      <a:gd name="connsiteX5-669" fmla="*/ 4068271 w 8156794"/>
                      <a:gd name="connsiteY5-670" fmla="*/ 1432121 h 2933483"/>
                      <a:gd name="connsiteX6-671" fmla="*/ 8156794 w 8156794"/>
                      <a:gd name="connsiteY6-672" fmla="*/ 0 h 2933483"/>
                      <a:gd name="connsiteX0-673" fmla="*/ 8123689 w 8145760"/>
                      <a:gd name="connsiteY0-674" fmla="*/ 13560 h 2920259"/>
                      <a:gd name="connsiteX1-675" fmla="*/ 8145760 w 8145760"/>
                      <a:gd name="connsiteY1-676" fmla="*/ 1579944 h 2920259"/>
                      <a:gd name="connsiteX2-677" fmla="*/ 4123353 w 8145760"/>
                      <a:gd name="connsiteY2-678" fmla="*/ 2919505 h 2920259"/>
                      <a:gd name="connsiteX3-679" fmla="*/ 2295 w 8145760"/>
                      <a:gd name="connsiteY3-680" fmla="*/ 1470941 h 2920259"/>
                      <a:gd name="connsiteX4-681" fmla="*/ 767 w 8145760"/>
                      <a:gd name="connsiteY4-682" fmla="*/ 0 h 2920259"/>
                      <a:gd name="connsiteX5-683" fmla="*/ 4068271 w 8145760"/>
                      <a:gd name="connsiteY5-684" fmla="*/ 1418897 h 2920259"/>
                      <a:gd name="connsiteX6-685" fmla="*/ 8123689 w 8145760"/>
                      <a:gd name="connsiteY6-686" fmla="*/ 13560 h 2920259"/>
                      <a:gd name="connsiteX0-687" fmla="*/ 8178863 w 8178863"/>
                      <a:gd name="connsiteY0-688" fmla="*/ 26952 h 2920259"/>
                      <a:gd name="connsiteX1-689" fmla="*/ 8145760 w 8178863"/>
                      <a:gd name="connsiteY1-690" fmla="*/ 1579944 h 2920259"/>
                      <a:gd name="connsiteX2-691" fmla="*/ 4123353 w 8178863"/>
                      <a:gd name="connsiteY2-692" fmla="*/ 2919505 h 2920259"/>
                      <a:gd name="connsiteX3-693" fmla="*/ 2295 w 8178863"/>
                      <a:gd name="connsiteY3-694" fmla="*/ 1470941 h 2920259"/>
                      <a:gd name="connsiteX4-695" fmla="*/ 767 w 8178863"/>
                      <a:gd name="connsiteY4-696" fmla="*/ 0 h 2920259"/>
                      <a:gd name="connsiteX5-697" fmla="*/ 4068271 w 8178863"/>
                      <a:gd name="connsiteY5-698" fmla="*/ 1418897 h 2920259"/>
                      <a:gd name="connsiteX6-699" fmla="*/ 8178863 w 8178863"/>
                      <a:gd name="connsiteY6-700" fmla="*/ 26952 h 2920259"/>
                      <a:gd name="connsiteX0-701" fmla="*/ 8167827 w 8167827"/>
                      <a:gd name="connsiteY0-702" fmla="*/ 40343 h 2920259"/>
                      <a:gd name="connsiteX1-703" fmla="*/ 8145760 w 8167827"/>
                      <a:gd name="connsiteY1-704" fmla="*/ 1579944 h 2920259"/>
                      <a:gd name="connsiteX2-705" fmla="*/ 4123353 w 8167827"/>
                      <a:gd name="connsiteY2-706" fmla="*/ 2919505 h 2920259"/>
                      <a:gd name="connsiteX3-707" fmla="*/ 2295 w 8167827"/>
                      <a:gd name="connsiteY3-708" fmla="*/ 1470941 h 2920259"/>
                      <a:gd name="connsiteX4-709" fmla="*/ 767 w 8167827"/>
                      <a:gd name="connsiteY4-710" fmla="*/ 0 h 2920259"/>
                      <a:gd name="connsiteX5-711" fmla="*/ 4068271 w 8167827"/>
                      <a:gd name="connsiteY5-712" fmla="*/ 1418897 h 2920259"/>
                      <a:gd name="connsiteX6-713" fmla="*/ 8167827 w 8167827"/>
                      <a:gd name="connsiteY6-714" fmla="*/ 40343 h 2920259"/>
                      <a:gd name="connsiteX0-715" fmla="*/ 8123687 w 8145760"/>
                      <a:gd name="connsiteY0-716" fmla="*/ 53735 h 2920259"/>
                      <a:gd name="connsiteX1-717" fmla="*/ 8145760 w 8145760"/>
                      <a:gd name="connsiteY1-718" fmla="*/ 1579944 h 2920259"/>
                      <a:gd name="connsiteX2-719" fmla="*/ 4123353 w 8145760"/>
                      <a:gd name="connsiteY2-720" fmla="*/ 2919505 h 2920259"/>
                      <a:gd name="connsiteX3-721" fmla="*/ 2295 w 8145760"/>
                      <a:gd name="connsiteY3-722" fmla="*/ 1470941 h 2920259"/>
                      <a:gd name="connsiteX4-723" fmla="*/ 767 w 8145760"/>
                      <a:gd name="connsiteY4-724" fmla="*/ 0 h 2920259"/>
                      <a:gd name="connsiteX5-725" fmla="*/ 4068271 w 8145760"/>
                      <a:gd name="connsiteY5-726" fmla="*/ 1418897 h 2920259"/>
                      <a:gd name="connsiteX6-727" fmla="*/ 8123687 w 8145760"/>
                      <a:gd name="connsiteY6-728" fmla="*/ 53735 h 2920259"/>
                      <a:gd name="connsiteX0-729" fmla="*/ 8161918 w 8161918"/>
                      <a:gd name="connsiteY0-730" fmla="*/ 0 h 2943855"/>
                      <a:gd name="connsiteX1-731" fmla="*/ 8145760 w 8161918"/>
                      <a:gd name="connsiteY1-732" fmla="*/ 1603540 h 2943855"/>
                      <a:gd name="connsiteX2-733" fmla="*/ 4123353 w 8161918"/>
                      <a:gd name="connsiteY2-734" fmla="*/ 2943101 h 2943855"/>
                      <a:gd name="connsiteX3-735" fmla="*/ 2295 w 8161918"/>
                      <a:gd name="connsiteY3-736" fmla="*/ 1494537 h 2943855"/>
                      <a:gd name="connsiteX4-737" fmla="*/ 767 w 8161918"/>
                      <a:gd name="connsiteY4-738" fmla="*/ 23596 h 2943855"/>
                      <a:gd name="connsiteX5-739" fmla="*/ 4068271 w 8161918"/>
                      <a:gd name="connsiteY5-740" fmla="*/ 1442493 h 2943855"/>
                      <a:gd name="connsiteX6-741" fmla="*/ 8161918 w 8161918"/>
                      <a:gd name="connsiteY6-742" fmla="*/ 0 h 2943855"/>
                      <a:gd name="connsiteX0-743" fmla="*/ 8144926 w 8145760"/>
                      <a:gd name="connsiteY0-744" fmla="*/ 43424 h 2920259"/>
                      <a:gd name="connsiteX1-745" fmla="*/ 8145760 w 8145760"/>
                      <a:gd name="connsiteY1-746" fmla="*/ 1579944 h 2920259"/>
                      <a:gd name="connsiteX2-747" fmla="*/ 4123353 w 8145760"/>
                      <a:gd name="connsiteY2-748" fmla="*/ 2919505 h 2920259"/>
                      <a:gd name="connsiteX3-749" fmla="*/ 2295 w 8145760"/>
                      <a:gd name="connsiteY3-750" fmla="*/ 1470941 h 2920259"/>
                      <a:gd name="connsiteX4-751" fmla="*/ 767 w 8145760"/>
                      <a:gd name="connsiteY4-752" fmla="*/ 0 h 2920259"/>
                      <a:gd name="connsiteX5-753" fmla="*/ 4068271 w 8145760"/>
                      <a:gd name="connsiteY5-754" fmla="*/ 1418897 h 2920259"/>
                      <a:gd name="connsiteX6-755" fmla="*/ 8144926 w 8145760"/>
                      <a:gd name="connsiteY6-756" fmla="*/ 43424 h 2920259"/>
                      <a:gd name="connsiteX0-757" fmla="*/ 8161918 w 8161918"/>
                      <a:gd name="connsiteY0-758" fmla="*/ 0 h 2959321"/>
                      <a:gd name="connsiteX1-759" fmla="*/ 8145760 w 8161918"/>
                      <a:gd name="connsiteY1-760" fmla="*/ 1619006 h 2959321"/>
                      <a:gd name="connsiteX2-761" fmla="*/ 4123353 w 8161918"/>
                      <a:gd name="connsiteY2-762" fmla="*/ 2958567 h 2959321"/>
                      <a:gd name="connsiteX3-763" fmla="*/ 2295 w 8161918"/>
                      <a:gd name="connsiteY3-764" fmla="*/ 1510003 h 2959321"/>
                      <a:gd name="connsiteX4-765" fmla="*/ 767 w 8161918"/>
                      <a:gd name="connsiteY4-766" fmla="*/ 39062 h 2959321"/>
                      <a:gd name="connsiteX5-767" fmla="*/ 4068271 w 8161918"/>
                      <a:gd name="connsiteY5-768" fmla="*/ 1457959 h 2959321"/>
                      <a:gd name="connsiteX6-769" fmla="*/ 8161918 w 8161918"/>
                      <a:gd name="connsiteY6-770" fmla="*/ 0 h 2959321"/>
                      <a:gd name="connsiteX0-771" fmla="*/ 8161918 w 8162752"/>
                      <a:gd name="connsiteY0-772" fmla="*/ 0 h 2959488"/>
                      <a:gd name="connsiteX1-773" fmla="*/ 8162752 w 8162752"/>
                      <a:gd name="connsiteY1-774" fmla="*/ 1629317 h 2959488"/>
                      <a:gd name="connsiteX2-775" fmla="*/ 4123353 w 8162752"/>
                      <a:gd name="connsiteY2-776" fmla="*/ 2958567 h 2959488"/>
                      <a:gd name="connsiteX3-777" fmla="*/ 2295 w 8162752"/>
                      <a:gd name="connsiteY3-778" fmla="*/ 1510003 h 2959488"/>
                      <a:gd name="connsiteX4-779" fmla="*/ 767 w 8162752"/>
                      <a:gd name="connsiteY4-780" fmla="*/ 39062 h 2959488"/>
                      <a:gd name="connsiteX5-781" fmla="*/ 4068271 w 8162752"/>
                      <a:gd name="connsiteY5-782" fmla="*/ 1457959 h 2959488"/>
                      <a:gd name="connsiteX6-783" fmla="*/ 8161918 w 8162752"/>
                      <a:gd name="connsiteY6-784" fmla="*/ 0 h 2959488"/>
                      <a:gd name="connsiteX0-785" fmla="*/ 8165930 w 8166764"/>
                      <a:gd name="connsiteY0-786" fmla="*/ 7337 h 2966825"/>
                      <a:gd name="connsiteX1-787" fmla="*/ 8166764 w 8166764"/>
                      <a:gd name="connsiteY1-788" fmla="*/ 1636654 h 2966825"/>
                      <a:gd name="connsiteX2-789" fmla="*/ 4127365 w 8166764"/>
                      <a:gd name="connsiteY2-790" fmla="*/ 2965904 h 2966825"/>
                      <a:gd name="connsiteX3-791" fmla="*/ 6307 w 8166764"/>
                      <a:gd name="connsiteY3-792" fmla="*/ 1517340 h 2966825"/>
                      <a:gd name="connsiteX4-793" fmla="*/ 532 w 8166764"/>
                      <a:gd name="connsiteY4-794" fmla="*/ 0 h 2966825"/>
                      <a:gd name="connsiteX5-795" fmla="*/ 4072283 w 8166764"/>
                      <a:gd name="connsiteY5-796" fmla="*/ 1465296 h 2966825"/>
                      <a:gd name="connsiteX6-797" fmla="*/ 8165930 w 8166764"/>
                      <a:gd name="connsiteY6-798" fmla="*/ 7337 h 2966825"/>
                      <a:gd name="connsiteX0-799" fmla="*/ 8168119 w 8168953"/>
                      <a:gd name="connsiteY0-800" fmla="*/ 7337 h 2966682"/>
                      <a:gd name="connsiteX1-801" fmla="*/ 8168953 w 8168953"/>
                      <a:gd name="connsiteY1-802" fmla="*/ 1636654 h 2966682"/>
                      <a:gd name="connsiteX2-803" fmla="*/ 4129554 w 8168953"/>
                      <a:gd name="connsiteY2-804" fmla="*/ 2965904 h 2966682"/>
                      <a:gd name="connsiteX3-805" fmla="*/ 0 w 8168953"/>
                      <a:gd name="connsiteY3-806" fmla="*/ 1527651 h 2966682"/>
                      <a:gd name="connsiteX4-807" fmla="*/ 2721 w 8168953"/>
                      <a:gd name="connsiteY4-808" fmla="*/ 0 h 2966682"/>
                      <a:gd name="connsiteX5-809" fmla="*/ 4074472 w 8168953"/>
                      <a:gd name="connsiteY5-810" fmla="*/ 1465296 h 2966682"/>
                      <a:gd name="connsiteX6-811" fmla="*/ 8168119 w 8168953"/>
                      <a:gd name="connsiteY6-812" fmla="*/ 7337 h 2966682"/>
                      <a:gd name="connsiteX0-813" fmla="*/ 8168119 w 8168953"/>
                      <a:gd name="connsiteY0-814" fmla="*/ 7337 h 3100377"/>
                      <a:gd name="connsiteX1-815" fmla="*/ 8168953 w 8168953"/>
                      <a:gd name="connsiteY1-816" fmla="*/ 1636654 h 3100377"/>
                      <a:gd name="connsiteX2-817" fmla="*/ 4118520 w 8168953"/>
                      <a:gd name="connsiteY2-818" fmla="*/ 3099826 h 3100377"/>
                      <a:gd name="connsiteX3-819" fmla="*/ 0 w 8168953"/>
                      <a:gd name="connsiteY3-820" fmla="*/ 1527651 h 3100377"/>
                      <a:gd name="connsiteX4-821" fmla="*/ 2721 w 8168953"/>
                      <a:gd name="connsiteY4-822" fmla="*/ 0 h 3100377"/>
                      <a:gd name="connsiteX5-823" fmla="*/ 4074472 w 8168953"/>
                      <a:gd name="connsiteY5-824" fmla="*/ 1465296 h 3100377"/>
                      <a:gd name="connsiteX6-825" fmla="*/ 8168119 w 8168953"/>
                      <a:gd name="connsiteY6-826" fmla="*/ 7337 h 3100377"/>
                      <a:gd name="connsiteX0-827" fmla="*/ 8168119 w 8168953"/>
                      <a:gd name="connsiteY0-828" fmla="*/ 7337 h 3100429"/>
                      <a:gd name="connsiteX1-829" fmla="*/ 8168953 w 8168953"/>
                      <a:gd name="connsiteY1-830" fmla="*/ 1636654 h 3100429"/>
                      <a:gd name="connsiteX2-831" fmla="*/ 4118520 w 8168953"/>
                      <a:gd name="connsiteY2-832" fmla="*/ 3099826 h 3100429"/>
                      <a:gd name="connsiteX3-833" fmla="*/ 0 w 8168953"/>
                      <a:gd name="connsiteY3-834" fmla="*/ 1527651 h 3100429"/>
                      <a:gd name="connsiteX4-835" fmla="*/ 2721 w 8168953"/>
                      <a:gd name="connsiteY4-836" fmla="*/ 0 h 3100429"/>
                      <a:gd name="connsiteX5-837" fmla="*/ 4074472 w 8168953"/>
                      <a:gd name="connsiteY5-838" fmla="*/ 1465296 h 3100429"/>
                      <a:gd name="connsiteX6-839" fmla="*/ 8168119 w 8168953"/>
                      <a:gd name="connsiteY6-840" fmla="*/ 7337 h 3100429"/>
                      <a:gd name="connsiteX0-841" fmla="*/ 8165849 w 8166683"/>
                      <a:gd name="connsiteY0-842" fmla="*/ 7337 h 3099826"/>
                      <a:gd name="connsiteX1-843" fmla="*/ 8166683 w 8166683"/>
                      <a:gd name="connsiteY1-844" fmla="*/ 1636654 h 3099826"/>
                      <a:gd name="connsiteX2-845" fmla="*/ 4116250 w 8166683"/>
                      <a:gd name="connsiteY2-846" fmla="*/ 3099826 h 3099826"/>
                      <a:gd name="connsiteX3-847" fmla="*/ 8764 w 8166683"/>
                      <a:gd name="connsiteY3-848" fmla="*/ 1634789 h 3099826"/>
                      <a:gd name="connsiteX4-849" fmla="*/ 451 w 8166683"/>
                      <a:gd name="connsiteY4-850" fmla="*/ 0 h 3099826"/>
                      <a:gd name="connsiteX5-851" fmla="*/ 4072202 w 8166683"/>
                      <a:gd name="connsiteY5-852" fmla="*/ 1465296 h 3099826"/>
                      <a:gd name="connsiteX6-853" fmla="*/ 8165849 w 8166683"/>
                      <a:gd name="connsiteY6-854" fmla="*/ 7337 h 3099826"/>
                      <a:gd name="connsiteX0-855" fmla="*/ 8165849 w 8166683"/>
                      <a:gd name="connsiteY0-856" fmla="*/ 7337 h 3099826"/>
                      <a:gd name="connsiteX1-857" fmla="*/ 8166683 w 8166683"/>
                      <a:gd name="connsiteY1-858" fmla="*/ 1636654 h 3099826"/>
                      <a:gd name="connsiteX2-859" fmla="*/ 4116250 w 8166683"/>
                      <a:gd name="connsiteY2-860" fmla="*/ 3099826 h 3099826"/>
                      <a:gd name="connsiteX3-861" fmla="*/ 8764 w 8166683"/>
                      <a:gd name="connsiteY3-862" fmla="*/ 1634789 h 3099826"/>
                      <a:gd name="connsiteX4-863" fmla="*/ 451 w 8166683"/>
                      <a:gd name="connsiteY4-864" fmla="*/ 0 h 3099826"/>
                      <a:gd name="connsiteX5-865" fmla="*/ 4072202 w 8166683"/>
                      <a:gd name="connsiteY5-866" fmla="*/ 1465296 h 3099826"/>
                      <a:gd name="connsiteX6-867" fmla="*/ 8165849 w 8166683"/>
                      <a:gd name="connsiteY6-868" fmla="*/ 7337 h 3099826"/>
                      <a:gd name="connsiteX0-869" fmla="*/ 8165849 w 8166683"/>
                      <a:gd name="connsiteY0-870" fmla="*/ 7337 h 3099826"/>
                      <a:gd name="connsiteX1-871" fmla="*/ 8166683 w 8166683"/>
                      <a:gd name="connsiteY1-872" fmla="*/ 1636654 h 3099826"/>
                      <a:gd name="connsiteX2-873" fmla="*/ 4116250 w 8166683"/>
                      <a:gd name="connsiteY2-874" fmla="*/ 3099826 h 3099826"/>
                      <a:gd name="connsiteX3-875" fmla="*/ 8764 w 8166683"/>
                      <a:gd name="connsiteY3-876" fmla="*/ 1634789 h 3099826"/>
                      <a:gd name="connsiteX4-877" fmla="*/ 451 w 8166683"/>
                      <a:gd name="connsiteY4-878" fmla="*/ 0 h 3099826"/>
                      <a:gd name="connsiteX5-879" fmla="*/ 4061168 w 8166683"/>
                      <a:gd name="connsiteY5-880" fmla="*/ 1438511 h 3099826"/>
                      <a:gd name="connsiteX6-881" fmla="*/ 8165849 w 8166683"/>
                      <a:gd name="connsiteY6-882" fmla="*/ 7337 h 3099826"/>
                      <a:gd name="connsiteX0-883" fmla="*/ 8165849 w 8166683"/>
                      <a:gd name="connsiteY0-884" fmla="*/ 7337 h 3099826"/>
                      <a:gd name="connsiteX1-885" fmla="*/ 8166683 w 8166683"/>
                      <a:gd name="connsiteY1-886" fmla="*/ 1636654 h 3099826"/>
                      <a:gd name="connsiteX2-887" fmla="*/ 4116250 w 8166683"/>
                      <a:gd name="connsiteY2-888" fmla="*/ 3099826 h 3099826"/>
                      <a:gd name="connsiteX3-889" fmla="*/ 8764 w 8166683"/>
                      <a:gd name="connsiteY3-890" fmla="*/ 1634789 h 3099826"/>
                      <a:gd name="connsiteX4-891" fmla="*/ 451 w 8166683"/>
                      <a:gd name="connsiteY4-892" fmla="*/ 0 h 3099826"/>
                      <a:gd name="connsiteX5-893" fmla="*/ 4061168 w 8166683"/>
                      <a:gd name="connsiteY5-894" fmla="*/ 1438511 h 3099826"/>
                      <a:gd name="connsiteX6-895" fmla="*/ 8165849 w 8166683"/>
                      <a:gd name="connsiteY6-896" fmla="*/ 7337 h 309982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73" name="Oval 472"/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474" name="Group 473"/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75" name="Freeform 474"/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-1" fmla="*/ 3725333 w 4641485"/>
                        <a:gd name="connsiteY0-2" fmla="*/ 0 h 1049866"/>
                        <a:gd name="connsiteX1-3" fmla="*/ 4641485 w 4641485"/>
                        <a:gd name="connsiteY1-4" fmla="*/ 239402 h 1049866"/>
                        <a:gd name="connsiteX2-5" fmla="*/ 3962400 w 4641485"/>
                        <a:gd name="connsiteY2-6" fmla="*/ 541866 h 1049866"/>
                        <a:gd name="connsiteX3-7" fmla="*/ 3742267 w 4641485"/>
                        <a:gd name="connsiteY3-8" fmla="*/ 457200 h 1049866"/>
                        <a:gd name="connsiteX4-9" fmla="*/ 2269067 w 4641485"/>
                        <a:gd name="connsiteY4-10" fmla="*/ 1049866 h 1049866"/>
                        <a:gd name="connsiteX5-11" fmla="*/ 880533 w 4641485"/>
                        <a:gd name="connsiteY5-12" fmla="*/ 457200 h 1049866"/>
                        <a:gd name="connsiteX6-13" fmla="*/ 592667 w 4641485"/>
                        <a:gd name="connsiteY6-14" fmla="*/ 541866 h 1049866"/>
                        <a:gd name="connsiteX7-15" fmla="*/ 0 w 4641485"/>
                        <a:gd name="connsiteY7-16" fmla="*/ 254000 h 1049866"/>
                        <a:gd name="connsiteX8-17" fmla="*/ 880533 w 4641485"/>
                        <a:gd name="connsiteY8-18" fmla="*/ 16933 h 1049866"/>
                        <a:gd name="connsiteX9-19" fmla="*/ 2302933 w 4641485"/>
                        <a:gd name="connsiteY9-20" fmla="*/ 626533 h 1049866"/>
                        <a:gd name="connsiteX10-21" fmla="*/ 3725333 w 4641485"/>
                        <a:gd name="connsiteY10-22" fmla="*/ 0 h 1049866"/>
                        <a:gd name="connsiteX0-23" fmla="*/ 3756864 w 4673016"/>
                        <a:gd name="connsiteY0-24" fmla="*/ 0 h 1049866"/>
                        <a:gd name="connsiteX1-25" fmla="*/ 4673016 w 4673016"/>
                        <a:gd name="connsiteY1-26" fmla="*/ 239402 h 1049866"/>
                        <a:gd name="connsiteX2-27" fmla="*/ 3993931 w 4673016"/>
                        <a:gd name="connsiteY2-28" fmla="*/ 541866 h 1049866"/>
                        <a:gd name="connsiteX3-29" fmla="*/ 3773798 w 4673016"/>
                        <a:gd name="connsiteY3-30" fmla="*/ 457200 h 1049866"/>
                        <a:gd name="connsiteX4-31" fmla="*/ 2300598 w 4673016"/>
                        <a:gd name="connsiteY4-32" fmla="*/ 1049866 h 1049866"/>
                        <a:gd name="connsiteX5-33" fmla="*/ 912064 w 4673016"/>
                        <a:gd name="connsiteY5-34" fmla="*/ 457200 h 1049866"/>
                        <a:gd name="connsiteX6-35" fmla="*/ 624198 w 4673016"/>
                        <a:gd name="connsiteY6-36" fmla="*/ 541866 h 1049866"/>
                        <a:gd name="connsiteX7-37" fmla="*/ 0 w 4673016"/>
                        <a:gd name="connsiteY7-38" fmla="*/ 232979 h 1049866"/>
                        <a:gd name="connsiteX8-39" fmla="*/ 912064 w 4673016"/>
                        <a:gd name="connsiteY8-40" fmla="*/ 16933 h 1049866"/>
                        <a:gd name="connsiteX9-41" fmla="*/ 2334464 w 4673016"/>
                        <a:gd name="connsiteY9-42" fmla="*/ 626533 h 1049866"/>
                        <a:gd name="connsiteX10-43" fmla="*/ 3756864 w 4673016"/>
                        <a:gd name="connsiteY10-44" fmla="*/ 0 h 1049866"/>
                        <a:gd name="connsiteX0-45" fmla="*/ 3756864 w 4673016"/>
                        <a:gd name="connsiteY0-46" fmla="*/ 0 h 1049866"/>
                        <a:gd name="connsiteX1-47" fmla="*/ 4673016 w 4673016"/>
                        <a:gd name="connsiteY1-48" fmla="*/ 239402 h 1049866"/>
                        <a:gd name="connsiteX2-49" fmla="*/ 3993931 w 4673016"/>
                        <a:gd name="connsiteY2-50" fmla="*/ 541866 h 1049866"/>
                        <a:gd name="connsiteX3-51" fmla="*/ 3784308 w 4673016"/>
                        <a:gd name="connsiteY3-52" fmla="*/ 404648 h 1049866"/>
                        <a:gd name="connsiteX4-53" fmla="*/ 2300598 w 4673016"/>
                        <a:gd name="connsiteY4-54" fmla="*/ 1049866 h 1049866"/>
                        <a:gd name="connsiteX5-55" fmla="*/ 912064 w 4673016"/>
                        <a:gd name="connsiteY5-56" fmla="*/ 457200 h 1049866"/>
                        <a:gd name="connsiteX6-57" fmla="*/ 624198 w 4673016"/>
                        <a:gd name="connsiteY6-58" fmla="*/ 541866 h 1049866"/>
                        <a:gd name="connsiteX7-59" fmla="*/ 0 w 4673016"/>
                        <a:gd name="connsiteY7-60" fmla="*/ 232979 h 1049866"/>
                        <a:gd name="connsiteX8-61" fmla="*/ 912064 w 4673016"/>
                        <a:gd name="connsiteY8-62" fmla="*/ 16933 h 1049866"/>
                        <a:gd name="connsiteX9-63" fmla="*/ 2334464 w 4673016"/>
                        <a:gd name="connsiteY9-64" fmla="*/ 626533 h 1049866"/>
                        <a:gd name="connsiteX10-65" fmla="*/ 3756864 w 4673016"/>
                        <a:gd name="connsiteY10-66" fmla="*/ 0 h 1049866"/>
                        <a:gd name="connsiteX0-67" fmla="*/ 3756864 w 4673016"/>
                        <a:gd name="connsiteY0-68" fmla="*/ 0 h 1049866"/>
                        <a:gd name="connsiteX1-69" fmla="*/ 4673016 w 4673016"/>
                        <a:gd name="connsiteY1-70" fmla="*/ 239402 h 1049866"/>
                        <a:gd name="connsiteX2-71" fmla="*/ 3993931 w 4673016"/>
                        <a:gd name="connsiteY2-72" fmla="*/ 541866 h 1049866"/>
                        <a:gd name="connsiteX3-73" fmla="*/ 3794818 w 4673016"/>
                        <a:gd name="connsiteY3-74" fmla="*/ 436179 h 1049866"/>
                        <a:gd name="connsiteX4-75" fmla="*/ 2300598 w 4673016"/>
                        <a:gd name="connsiteY4-76" fmla="*/ 1049866 h 1049866"/>
                        <a:gd name="connsiteX5-77" fmla="*/ 912064 w 4673016"/>
                        <a:gd name="connsiteY5-78" fmla="*/ 457200 h 1049866"/>
                        <a:gd name="connsiteX6-79" fmla="*/ 624198 w 4673016"/>
                        <a:gd name="connsiteY6-80" fmla="*/ 541866 h 1049866"/>
                        <a:gd name="connsiteX7-81" fmla="*/ 0 w 4673016"/>
                        <a:gd name="connsiteY7-82" fmla="*/ 232979 h 1049866"/>
                        <a:gd name="connsiteX8-83" fmla="*/ 912064 w 4673016"/>
                        <a:gd name="connsiteY8-84" fmla="*/ 16933 h 1049866"/>
                        <a:gd name="connsiteX9-85" fmla="*/ 2334464 w 4673016"/>
                        <a:gd name="connsiteY9-86" fmla="*/ 626533 h 1049866"/>
                        <a:gd name="connsiteX10-87" fmla="*/ 3756864 w 4673016"/>
                        <a:gd name="connsiteY10-88" fmla="*/ 0 h 1049866"/>
                        <a:gd name="connsiteX0-89" fmla="*/ 3756864 w 4673016"/>
                        <a:gd name="connsiteY0-90" fmla="*/ 0 h 1049866"/>
                        <a:gd name="connsiteX1-91" fmla="*/ 4673016 w 4673016"/>
                        <a:gd name="connsiteY1-92" fmla="*/ 239402 h 1049866"/>
                        <a:gd name="connsiteX2-93" fmla="*/ 3993931 w 4673016"/>
                        <a:gd name="connsiteY2-94" fmla="*/ 541866 h 1049866"/>
                        <a:gd name="connsiteX3-95" fmla="*/ 3794818 w 4673016"/>
                        <a:gd name="connsiteY3-96" fmla="*/ 436179 h 1049866"/>
                        <a:gd name="connsiteX4-97" fmla="*/ 2300598 w 4673016"/>
                        <a:gd name="connsiteY4-98" fmla="*/ 1049866 h 1049866"/>
                        <a:gd name="connsiteX5-99" fmla="*/ 912064 w 4673016"/>
                        <a:gd name="connsiteY5-100" fmla="*/ 457200 h 1049866"/>
                        <a:gd name="connsiteX6-101" fmla="*/ 624198 w 4673016"/>
                        <a:gd name="connsiteY6-102" fmla="*/ 541866 h 1049866"/>
                        <a:gd name="connsiteX7-103" fmla="*/ 0 w 4673016"/>
                        <a:gd name="connsiteY7-104" fmla="*/ 232979 h 1049866"/>
                        <a:gd name="connsiteX8-105" fmla="*/ 912064 w 4673016"/>
                        <a:gd name="connsiteY8-106" fmla="*/ 16933 h 1049866"/>
                        <a:gd name="connsiteX9-107" fmla="*/ 2323954 w 4673016"/>
                        <a:gd name="connsiteY9-108" fmla="*/ 616023 h 1049866"/>
                        <a:gd name="connsiteX10-109" fmla="*/ 3756864 w 4673016"/>
                        <a:gd name="connsiteY10-110" fmla="*/ 0 h 1049866"/>
                        <a:gd name="connsiteX0-111" fmla="*/ 3756864 w 4673016"/>
                        <a:gd name="connsiteY0-112" fmla="*/ 0 h 1049866"/>
                        <a:gd name="connsiteX1-113" fmla="*/ 4673016 w 4673016"/>
                        <a:gd name="connsiteY1-114" fmla="*/ 239402 h 1049866"/>
                        <a:gd name="connsiteX2-115" fmla="*/ 3993931 w 4673016"/>
                        <a:gd name="connsiteY2-116" fmla="*/ 541866 h 1049866"/>
                        <a:gd name="connsiteX3-117" fmla="*/ 3794818 w 4673016"/>
                        <a:gd name="connsiteY3-118" fmla="*/ 436179 h 1049866"/>
                        <a:gd name="connsiteX4-119" fmla="*/ 2300598 w 4673016"/>
                        <a:gd name="connsiteY4-120" fmla="*/ 1049866 h 1049866"/>
                        <a:gd name="connsiteX5-121" fmla="*/ 912064 w 4673016"/>
                        <a:gd name="connsiteY5-122" fmla="*/ 457200 h 1049866"/>
                        <a:gd name="connsiteX6-123" fmla="*/ 624198 w 4673016"/>
                        <a:gd name="connsiteY6-124" fmla="*/ 541866 h 1049866"/>
                        <a:gd name="connsiteX7-125" fmla="*/ 0 w 4673016"/>
                        <a:gd name="connsiteY7-126" fmla="*/ 275021 h 1049866"/>
                        <a:gd name="connsiteX8-127" fmla="*/ 912064 w 4673016"/>
                        <a:gd name="connsiteY8-128" fmla="*/ 16933 h 1049866"/>
                        <a:gd name="connsiteX9-129" fmla="*/ 2323954 w 4673016"/>
                        <a:gd name="connsiteY9-130" fmla="*/ 616023 h 1049866"/>
                        <a:gd name="connsiteX10-131" fmla="*/ 3756864 w 4673016"/>
                        <a:gd name="connsiteY10-132" fmla="*/ 0 h 1049866"/>
                        <a:gd name="connsiteX0-133" fmla="*/ 3756864 w 4673016"/>
                        <a:gd name="connsiteY0-134" fmla="*/ 0 h 1049866"/>
                        <a:gd name="connsiteX1-135" fmla="*/ 4673016 w 4673016"/>
                        <a:gd name="connsiteY1-136" fmla="*/ 239402 h 1049866"/>
                        <a:gd name="connsiteX2-137" fmla="*/ 3993931 w 4673016"/>
                        <a:gd name="connsiteY2-138" fmla="*/ 541866 h 1049866"/>
                        <a:gd name="connsiteX3-139" fmla="*/ 3815839 w 4673016"/>
                        <a:gd name="connsiteY3-140" fmla="*/ 467710 h 1049866"/>
                        <a:gd name="connsiteX4-141" fmla="*/ 2300598 w 4673016"/>
                        <a:gd name="connsiteY4-142" fmla="*/ 1049866 h 1049866"/>
                        <a:gd name="connsiteX5-143" fmla="*/ 912064 w 4673016"/>
                        <a:gd name="connsiteY5-144" fmla="*/ 457200 h 1049866"/>
                        <a:gd name="connsiteX6-145" fmla="*/ 624198 w 4673016"/>
                        <a:gd name="connsiteY6-146" fmla="*/ 541866 h 1049866"/>
                        <a:gd name="connsiteX7-147" fmla="*/ 0 w 4673016"/>
                        <a:gd name="connsiteY7-148" fmla="*/ 275021 h 1049866"/>
                        <a:gd name="connsiteX8-149" fmla="*/ 912064 w 4673016"/>
                        <a:gd name="connsiteY8-150" fmla="*/ 16933 h 1049866"/>
                        <a:gd name="connsiteX9-151" fmla="*/ 2323954 w 4673016"/>
                        <a:gd name="connsiteY9-152" fmla="*/ 616023 h 1049866"/>
                        <a:gd name="connsiteX10-153" fmla="*/ 3756864 w 4673016"/>
                        <a:gd name="connsiteY10-154" fmla="*/ 0 h 104986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6" name="Freeform 475"/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7" name="Freeform 476"/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8" name="Freeform 477"/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-1" fmla="*/ 168165 w 3731172"/>
                        <a:gd name="connsiteY0-2" fmla="*/ 73572 h 1418896"/>
                        <a:gd name="connsiteX1-3" fmla="*/ 451945 w 3731172"/>
                        <a:gd name="connsiteY1-4" fmla="*/ 0 h 1418896"/>
                        <a:gd name="connsiteX2-5" fmla="*/ 1881352 w 3731172"/>
                        <a:gd name="connsiteY2-6" fmla="*/ 599089 h 1418896"/>
                        <a:gd name="connsiteX3-7" fmla="*/ 3363310 w 3731172"/>
                        <a:gd name="connsiteY3-8" fmla="*/ 0 h 1418896"/>
                        <a:gd name="connsiteX4-9" fmla="*/ 3584027 w 3731172"/>
                        <a:gd name="connsiteY4-10" fmla="*/ 73572 h 1418896"/>
                        <a:gd name="connsiteX5-11" fmla="*/ 2627586 w 3731172"/>
                        <a:gd name="connsiteY5-12" fmla="*/ 441434 h 1418896"/>
                        <a:gd name="connsiteX6-13" fmla="*/ 2596055 w 3731172"/>
                        <a:gd name="connsiteY6-14" fmla="*/ 914400 h 1418896"/>
                        <a:gd name="connsiteX7-15" fmla="*/ 3731172 w 3731172"/>
                        <a:gd name="connsiteY7-16" fmla="*/ 1345324 h 1418896"/>
                        <a:gd name="connsiteX8-17" fmla="*/ 3447393 w 3731172"/>
                        <a:gd name="connsiteY8-18" fmla="*/ 1408386 h 1418896"/>
                        <a:gd name="connsiteX9-19" fmla="*/ 1870841 w 3731172"/>
                        <a:gd name="connsiteY9-20" fmla="*/ 746234 h 1418896"/>
                        <a:gd name="connsiteX10-21" fmla="*/ 262758 w 3731172"/>
                        <a:gd name="connsiteY10-22" fmla="*/ 1418896 h 1418896"/>
                        <a:gd name="connsiteX11-23" fmla="*/ 0 w 3731172"/>
                        <a:gd name="connsiteY11-24" fmla="*/ 1324303 h 1418896"/>
                        <a:gd name="connsiteX12-25" fmla="*/ 1145627 w 3731172"/>
                        <a:gd name="connsiteY12-26" fmla="*/ 882869 h 1418896"/>
                        <a:gd name="connsiteX13-27" fmla="*/ 1114096 w 3731172"/>
                        <a:gd name="connsiteY13-28" fmla="*/ 409903 h 1418896"/>
                        <a:gd name="connsiteX14-29" fmla="*/ 441434 w 3731172"/>
                        <a:gd name="connsiteY14-30" fmla="*/ 10510 h 1418896"/>
                        <a:gd name="connsiteX15-31" fmla="*/ 441434 w 3731172"/>
                        <a:gd name="connsiteY15-32" fmla="*/ 10510 h 1418896"/>
                        <a:gd name="connsiteX0-33" fmla="*/ 168165 w 3731172"/>
                        <a:gd name="connsiteY0-34" fmla="*/ 73572 h 1418896"/>
                        <a:gd name="connsiteX1-35" fmla="*/ 451945 w 3731172"/>
                        <a:gd name="connsiteY1-36" fmla="*/ 0 h 1418896"/>
                        <a:gd name="connsiteX2-37" fmla="*/ 1881352 w 3731172"/>
                        <a:gd name="connsiteY2-38" fmla="*/ 599089 h 1418896"/>
                        <a:gd name="connsiteX3-39" fmla="*/ 3363310 w 3731172"/>
                        <a:gd name="connsiteY3-40" fmla="*/ 0 h 1418896"/>
                        <a:gd name="connsiteX4-41" fmla="*/ 3584027 w 3731172"/>
                        <a:gd name="connsiteY4-42" fmla="*/ 73572 h 1418896"/>
                        <a:gd name="connsiteX5-43" fmla="*/ 2627586 w 3731172"/>
                        <a:gd name="connsiteY5-44" fmla="*/ 441434 h 1418896"/>
                        <a:gd name="connsiteX6-45" fmla="*/ 2596055 w 3731172"/>
                        <a:gd name="connsiteY6-46" fmla="*/ 914400 h 1418896"/>
                        <a:gd name="connsiteX7-47" fmla="*/ 3731172 w 3731172"/>
                        <a:gd name="connsiteY7-48" fmla="*/ 1345324 h 1418896"/>
                        <a:gd name="connsiteX8-49" fmla="*/ 3447393 w 3731172"/>
                        <a:gd name="connsiteY8-50" fmla="*/ 1408386 h 1418896"/>
                        <a:gd name="connsiteX9-51" fmla="*/ 1870841 w 3731172"/>
                        <a:gd name="connsiteY9-52" fmla="*/ 746234 h 1418896"/>
                        <a:gd name="connsiteX10-53" fmla="*/ 262758 w 3731172"/>
                        <a:gd name="connsiteY10-54" fmla="*/ 1418896 h 1418896"/>
                        <a:gd name="connsiteX11-55" fmla="*/ 0 w 3731172"/>
                        <a:gd name="connsiteY11-56" fmla="*/ 1324303 h 1418896"/>
                        <a:gd name="connsiteX12-57" fmla="*/ 1145627 w 3731172"/>
                        <a:gd name="connsiteY12-58" fmla="*/ 882869 h 1418896"/>
                        <a:gd name="connsiteX13-59" fmla="*/ 1114096 w 3731172"/>
                        <a:gd name="connsiteY13-60" fmla="*/ 409903 h 1418896"/>
                        <a:gd name="connsiteX14-61" fmla="*/ 441434 w 3731172"/>
                        <a:gd name="connsiteY14-62" fmla="*/ 10510 h 1418896"/>
                        <a:gd name="connsiteX0-63" fmla="*/ 168165 w 3731172"/>
                        <a:gd name="connsiteY0-64" fmla="*/ 73572 h 1418896"/>
                        <a:gd name="connsiteX1-65" fmla="*/ 451945 w 3731172"/>
                        <a:gd name="connsiteY1-66" fmla="*/ 0 h 1418896"/>
                        <a:gd name="connsiteX2-67" fmla="*/ 1881352 w 3731172"/>
                        <a:gd name="connsiteY2-68" fmla="*/ 599089 h 1418896"/>
                        <a:gd name="connsiteX3-69" fmla="*/ 3363310 w 3731172"/>
                        <a:gd name="connsiteY3-70" fmla="*/ 0 h 1418896"/>
                        <a:gd name="connsiteX4-71" fmla="*/ 3584027 w 3731172"/>
                        <a:gd name="connsiteY4-72" fmla="*/ 73572 h 1418896"/>
                        <a:gd name="connsiteX5-73" fmla="*/ 2627586 w 3731172"/>
                        <a:gd name="connsiteY5-74" fmla="*/ 441434 h 1418896"/>
                        <a:gd name="connsiteX6-75" fmla="*/ 2596055 w 3731172"/>
                        <a:gd name="connsiteY6-76" fmla="*/ 914400 h 1418896"/>
                        <a:gd name="connsiteX7-77" fmla="*/ 3731172 w 3731172"/>
                        <a:gd name="connsiteY7-78" fmla="*/ 1345324 h 1418896"/>
                        <a:gd name="connsiteX8-79" fmla="*/ 3447393 w 3731172"/>
                        <a:gd name="connsiteY8-80" fmla="*/ 1408386 h 1418896"/>
                        <a:gd name="connsiteX9-81" fmla="*/ 1870841 w 3731172"/>
                        <a:gd name="connsiteY9-82" fmla="*/ 746234 h 1418896"/>
                        <a:gd name="connsiteX10-83" fmla="*/ 262758 w 3731172"/>
                        <a:gd name="connsiteY10-84" fmla="*/ 1418896 h 1418896"/>
                        <a:gd name="connsiteX11-85" fmla="*/ 0 w 3731172"/>
                        <a:gd name="connsiteY11-86" fmla="*/ 1324303 h 1418896"/>
                        <a:gd name="connsiteX12-87" fmla="*/ 1145627 w 3731172"/>
                        <a:gd name="connsiteY12-88" fmla="*/ 882869 h 1418896"/>
                        <a:gd name="connsiteX13-89" fmla="*/ 1114096 w 3731172"/>
                        <a:gd name="connsiteY13-90" fmla="*/ 409903 h 1418896"/>
                        <a:gd name="connsiteX14-91" fmla="*/ 357351 w 3731172"/>
                        <a:gd name="connsiteY14-92" fmla="*/ 115613 h 1418896"/>
                        <a:gd name="connsiteX0-93" fmla="*/ 168165 w 3731172"/>
                        <a:gd name="connsiteY0-94" fmla="*/ 73572 h 1418896"/>
                        <a:gd name="connsiteX1-95" fmla="*/ 451945 w 3731172"/>
                        <a:gd name="connsiteY1-96" fmla="*/ 0 h 1418896"/>
                        <a:gd name="connsiteX2-97" fmla="*/ 1881352 w 3731172"/>
                        <a:gd name="connsiteY2-98" fmla="*/ 599089 h 1418896"/>
                        <a:gd name="connsiteX3-99" fmla="*/ 3363310 w 3731172"/>
                        <a:gd name="connsiteY3-100" fmla="*/ 0 h 1418896"/>
                        <a:gd name="connsiteX4-101" fmla="*/ 3584027 w 3731172"/>
                        <a:gd name="connsiteY4-102" fmla="*/ 73572 h 1418896"/>
                        <a:gd name="connsiteX5-103" fmla="*/ 2627586 w 3731172"/>
                        <a:gd name="connsiteY5-104" fmla="*/ 441434 h 1418896"/>
                        <a:gd name="connsiteX6-105" fmla="*/ 2596055 w 3731172"/>
                        <a:gd name="connsiteY6-106" fmla="*/ 914400 h 1418896"/>
                        <a:gd name="connsiteX7-107" fmla="*/ 3731172 w 3731172"/>
                        <a:gd name="connsiteY7-108" fmla="*/ 1345324 h 1418896"/>
                        <a:gd name="connsiteX8-109" fmla="*/ 3447393 w 3731172"/>
                        <a:gd name="connsiteY8-110" fmla="*/ 1408386 h 1418896"/>
                        <a:gd name="connsiteX9-111" fmla="*/ 1870841 w 3731172"/>
                        <a:gd name="connsiteY9-112" fmla="*/ 746234 h 1418896"/>
                        <a:gd name="connsiteX10-113" fmla="*/ 262758 w 3731172"/>
                        <a:gd name="connsiteY10-114" fmla="*/ 1418896 h 1418896"/>
                        <a:gd name="connsiteX11-115" fmla="*/ 0 w 3731172"/>
                        <a:gd name="connsiteY11-116" fmla="*/ 1324303 h 1418896"/>
                        <a:gd name="connsiteX12-117" fmla="*/ 1145627 w 3731172"/>
                        <a:gd name="connsiteY12-118" fmla="*/ 882869 h 1418896"/>
                        <a:gd name="connsiteX13-119" fmla="*/ 1114096 w 3731172"/>
                        <a:gd name="connsiteY13-120" fmla="*/ 409903 h 1418896"/>
                        <a:gd name="connsiteX14-121" fmla="*/ 147144 w 3731172"/>
                        <a:gd name="connsiteY14-122" fmla="*/ 63061 h 1418896"/>
                        <a:gd name="connsiteX0-123" fmla="*/ 168165 w 3731172"/>
                        <a:gd name="connsiteY0-124" fmla="*/ 73572 h 1418896"/>
                        <a:gd name="connsiteX1-125" fmla="*/ 451945 w 3731172"/>
                        <a:gd name="connsiteY1-126" fmla="*/ 0 h 1418896"/>
                        <a:gd name="connsiteX2-127" fmla="*/ 1881352 w 3731172"/>
                        <a:gd name="connsiteY2-128" fmla="*/ 599089 h 1418896"/>
                        <a:gd name="connsiteX3-129" fmla="*/ 3363310 w 3731172"/>
                        <a:gd name="connsiteY3-130" fmla="*/ 0 h 1418896"/>
                        <a:gd name="connsiteX4-131" fmla="*/ 3584027 w 3731172"/>
                        <a:gd name="connsiteY4-132" fmla="*/ 73572 h 1418896"/>
                        <a:gd name="connsiteX5-133" fmla="*/ 2627586 w 3731172"/>
                        <a:gd name="connsiteY5-134" fmla="*/ 441434 h 1418896"/>
                        <a:gd name="connsiteX6-135" fmla="*/ 2596055 w 3731172"/>
                        <a:gd name="connsiteY6-136" fmla="*/ 914400 h 1418896"/>
                        <a:gd name="connsiteX7-137" fmla="*/ 3731172 w 3731172"/>
                        <a:gd name="connsiteY7-138" fmla="*/ 1345324 h 1418896"/>
                        <a:gd name="connsiteX8-139" fmla="*/ 3447393 w 3731172"/>
                        <a:gd name="connsiteY8-140" fmla="*/ 1408386 h 1418896"/>
                        <a:gd name="connsiteX9-141" fmla="*/ 1870841 w 3731172"/>
                        <a:gd name="connsiteY9-142" fmla="*/ 746234 h 1418896"/>
                        <a:gd name="connsiteX10-143" fmla="*/ 262758 w 3731172"/>
                        <a:gd name="connsiteY10-144" fmla="*/ 1418896 h 1418896"/>
                        <a:gd name="connsiteX11-145" fmla="*/ 0 w 3731172"/>
                        <a:gd name="connsiteY11-146" fmla="*/ 1324303 h 1418896"/>
                        <a:gd name="connsiteX12-147" fmla="*/ 1145627 w 3731172"/>
                        <a:gd name="connsiteY12-148" fmla="*/ 882869 h 1418896"/>
                        <a:gd name="connsiteX13-149" fmla="*/ 1114096 w 3731172"/>
                        <a:gd name="connsiteY13-150" fmla="*/ 420413 h 1418896"/>
                        <a:gd name="connsiteX14-151" fmla="*/ 147144 w 3731172"/>
                        <a:gd name="connsiteY14-152" fmla="*/ 63061 h 1418896"/>
                        <a:gd name="connsiteX0-153" fmla="*/ 168165 w 3731172"/>
                        <a:gd name="connsiteY0-154" fmla="*/ 73572 h 1418896"/>
                        <a:gd name="connsiteX1-155" fmla="*/ 451945 w 3731172"/>
                        <a:gd name="connsiteY1-156" fmla="*/ 0 h 1418896"/>
                        <a:gd name="connsiteX2-157" fmla="*/ 1881352 w 3731172"/>
                        <a:gd name="connsiteY2-158" fmla="*/ 599089 h 1418896"/>
                        <a:gd name="connsiteX3-159" fmla="*/ 3363310 w 3731172"/>
                        <a:gd name="connsiteY3-160" fmla="*/ 0 h 1418896"/>
                        <a:gd name="connsiteX4-161" fmla="*/ 3584027 w 3731172"/>
                        <a:gd name="connsiteY4-162" fmla="*/ 73572 h 1418896"/>
                        <a:gd name="connsiteX5-163" fmla="*/ 2627586 w 3731172"/>
                        <a:gd name="connsiteY5-164" fmla="*/ 441434 h 1418896"/>
                        <a:gd name="connsiteX6-165" fmla="*/ 2596055 w 3731172"/>
                        <a:gd name="connsiteY6-166" fmla="*/ 914400 h 1418896"/>
                        <a:gd name="connsiteX7-167" fmla="*/ 3731172 w 3731172"/>
                        <a:gd name="connsiteY7-168" fmla="*/ 1345324 h 1418896"/>
                        <a:gd name="connsiteX8-169" fmla="*/ 3447393 w 3731172"/>
                        <a:gd name="connsiteY8-170" fmla="*/ 1408386 h 1418896"/>
                        <a:gd name="connsiteX9-171" fmla="*/ 1870841 w 3731172"/>
                        <a:gd name="connsiteY9-172" fmla="*/ 746234 h 1418896"/>
                        <a:gd name="connsiteX10-173" fmla="*/ 262758 w 3731172"/>
                        <a:gd name="connsiteY10-174" fmla="*/ 1418896 h 1418896"/>
                        <a:gd name="connsiteX11-175" fmla="*/ 0 w 3731172"/>
                        <a:gd name="connsiteY11-176" fmla="*/ 1324303 h 1418896"/>
                        <a:gd name="connsiteX12-177" fmla="*/ 1145627 w 3731172"/>
                        <a:gd name="connsiteY12-178" fmla="*/ 882869 h 1418896"/>
                        <a:gd name="connsiteX13-179" fmla="*/ 1114096 w 3731172"/>
                        <a:gd name="connsiteY13-180" fmla="*/ 420413 h 1418896"/>
                        <a:gd name="connsiteX14-181" fmla="*/ 189185 w 3731172"/>
                        <a:gd name="connsiteY14-182" fmla="*/ 84081 h 1418896"/>
                        <a:gd name="connsiteX0-183" fmla="*/ 168165 w 3731172"/>
                        <a:gd name="connsiteY0-184" fmla="*/ 73572 h 1418896"/>
                        <a:gd name="connsiteX1-185" fmla="*/ 451945 w 3731172"/>
                        <a:gd name="connsiteY1-186" fmla="*/ 0 h 1418896"/>
                        <a:gd name="connsiteX2-187" fmla="*/ 1881352 w 3731172"/>
                        <a:gd name="connsiteY2-188" fmla="*/ 599089 h 1418896"/>
                        <a:gd name="connsiteX3-189" fmla="*/ 3363310 w 3731172"/>
                        <a:gd name="connsiteY3-190" fmla="*/ 0 h 1418896"/>
                        <a:gd name="connsiteX4-191" fmla="*/ 3584027 w 3731172"/>
                        <a:gd name="connsiteY4-192" fmla="*/ 73572 h 1418896"/>
                        <a:gd name="connsiteX5-193" fmla="*/ 2627586 w 3731172"/>
                        <a:gd name="connsiteY5-194" fmla="*/ 441434 h 1418896"/>
                        <a:gd name="connsiteX6-195" fmla="*/ 2596055 w 3731172"/>
                        <a:gd name="connsiteY6-196" fmla="*/ 914400 h 1418896"/>
                        <a:gd name="connsiteX7-197" fmla="*/ 3731172 w 3731172"/>
                        <a:gd name="connsiteY7-198" fmla="*/ 1345324 h 1418896"/>
                        <a:gd name="connsiteX8-199" fmla="*/ 3447393 w 3731172"/>
                        <a:gd name="connsiteY8-200" fmla="*/ 1408386 h 1418896"/>
                        <a:gd name="connsiteX9-201" fmla="*/ 1870841 w 3731172"/>
                        <a:gd name="connsiteY9-202" fmla="*/ 746234 h 1418896"/>
                        <a:gd name="connsiteX10-203" fmla="*/ 262758 w 3731172"/>
                        <a:gd name="connsiteY10-204" fmla="*/ 1418896 h 1418896"/>
                        <a:gd name="connsiteX11-205" fmla="*/ 0 w 3731172"/>
                        <a:gd name="connsiteY11-206" fmla="*/ 1324303 h 1418896"/>
                        <a:gd name="connsiteX12-207" fmla="*/ 1145627 w 3731172"/>
                        <a:gd name="connsiteY12-208" fmla="*/ 882869 h 1418896"/>
                        <a:gd name="connsiteX13-209" fmla="*/ 1114096 w 3731172"/>
                        <a:gd name="connsiteY13-210" fmla="*/ 420413 h 1418896"/>
                        <a:gd name="connsiteX14-211" fmla="*/ 189185 w 3731172"/>
                        <a:gd name="connsiteY14-212" fmla="*/ 84081 h 1418896"/>
                        <a:gd name="connsiteX15-213" fmla="*/ 168165 w 3731172"/>
                        <a:gd name="connsiteY15-214" fmla="*/ 73572 h 1418896"/>
                        <a:gd name="connsiteX0-215" fmla="*/ 168165 w 3731172"/>
                        <a:gd name="connsiteY0-216" fmla="*/ 73572 h 1418896"/>
                        <a:gd name="connsiteX1-217" fmla="*/ 451945 w 3731172"/>
                        <a:gd name="connsiteY1-218" fmla="*/ 0 h 1418896"/>
                        <a:gd name="connsiteX2-219" fmla="*/ 1881352 w 3731172"/>
                        <a:gd name="connsiteY2-220" fmla="*/ 599089 h 1418896"/>
                        <a:gd name="connsiteX3-221" fmla="*/ 3363310 w 3731172"/>
                        <a:gd name="connsiteY3-222" fmla="*/ 0 h 1418896"/>
                        <a:gd name="connsiteX4-223" fmla="*/ 3584027 w 3731172"/>
                        <a:gd name="connsiteY4-224" fmla="*/ 73572 h 1418896"/>
                        <a:gd name="connsiteX5-225" fmla="*/ 2627586 w 3731172"/>
                        <a:gd name="connsiteY5-226" fmla="*/ 441434 h 1418896"/>
                        <a:gd name="connsiteX6-227" fmla="*/ 2596055 w 3731172"/>
                        <a:gd name="connsiteY6-228" fmla="*/ 914400 h 1418896"/>
                        <a:gd name="connsiteX7-229" fmla="*/ 3731172 w 3731172"/>
                        <a:gd name="connsiteY7-230" fmla="*/ 1345324 h 1418896"/>
                        <a:gd name="connsiteX8-231" fmla="*/ 3447393 w 3731172"/>
                        <a:gd name="connsiteY8-232" fmla="*/ 1408386 h 1418896"/>
                        <a:gd name="connsiteX9-233" fmla="*/ 1870841 w 3731172"/>
                        <a:gd name="connsiteY9-234" fmla="*/ 746234 h 1418896"/>
                        <a:gd name="connsiteX10-235" fmla="*/ 262758 w 3731172"/>
                        <a:gd name="connsiteY10-236" fmla="*/ 1418896 h 1418896"/>
                        <a:gd name="connsiteX11-237" fmla="*/ 0 w 3731172"/>
                        <a:gd name="connsiteY11-238" fmla="*/ 1324303 h 1418896"/>
                        <a:gd name="connsiteX12-239" fmla="*/ 1145627 w 3731172"/>
                        <a:gd name="connsiteY12-240" fmla="*/ 882869 h 1418896"/>
                        <a:gd name="connsiteX13-241" fmla="*/ 1156137 w 3731172"/>
                        <a:gd name="connsiteY13-242" fmla="*/ 441434 h 1418896"/>
                        <a:gd name="connsiteX14-243" fmla="*/ 189185 w 3731172"/>
                        <a:gd name="connsiteY14-244" fmla="*/ 84081 h 1418896"/>
                        <a:gd name="connsiteX15-245" fmla="*/ 168165 w 3731172"/>
                        <a:gd name="connsiteY15-246" fmla="*/ 73572 h 1418896"/>
                        <a:gd name="connsiteX0-247" fmla="*/ 168165 w 3731172"/>
                        <a:gd name="connsiteY0-248" fmla="*/ 73572 h 1418896"/>
                        <a:gd name="connsiteX1-249" fmla="*/ 451945 w 3731172"/>
                        <a:gd name="connsiteY1-250" fmla="*/ 0 h 1418896"/>
                        <a:gd name="connsiteX2-251" fmla="*/ 1881352 w 3731172"/>
                        <a:gd name="connsiteY2-252" fmla="*/ 599089 h 1418896"/>
                        <a:gd name="connsiteX3-253" fmla="*/ 3363310 w 3731172"/>
                        <a:gd name="connsiteY3-254" fmla="*/ 0 h 1418896"/>
                        <a:gd name="connsiteX4-255" fmla="*/ 3584027 w 3731172"/>
                        <a:gd name="connsiteY4-256" fmla="*/ 73572 h 1418896"/>
                        <a:gd name="connsiteX5-257" fmla="*/ 2627586 w 3731172"/>
                        <a:gd name="connsiteY5-258" fmla="*/ 441434 h 1418896"/>
                        <a:gd name="connsiteX6-259" fmla="*/ 2596055 w 3731172"/>
                        <a:gd name="connsiteY6-260" fmla="*/ 914400 h 1418896"/>
                        <a:gd name="connsiteX7-261" fmla="*/ 3731172 w 3731172"/>
                        <a:gd name="connsiteY7-262" fmla="*/ 1345324 h 1418896"/>
                        <a:gd name="connsiteX8-263" fmla="*/ 3447393 w 3731172"/>
                        <a:gd name="connsiteY8-264" fmla="*/ 1408386 h 1418896"/>
                        <a:gd name="connsiteX9-265" fmla="*/ 1870841 w 3731172"/>
                        <a:gd name="connsiteY9-266" fmla="*/ 746234 h 1418896"/>
                        <a:gd name="connsiteX10-267" fmla="*/ 262758 w 3731172"/>
                        <a:gd name="connsiteY10-268" fmla="*/ 1418896 h 1418896"/>
                        <a:gd name="connsiteX11-269" fmla="*/ 0 w 3731172"/>
                        <a:gd name="connsiteY11-270" fmla="*/ 1324303 h 1418896"/>
                        <a:gd name="connsiteX12-271" fmla="*/ 1145627 w 3731172"/>
                        <a:gd name="connsiteY12-272" fmla="*/ 882869 h 1418896"/>
                        <a:gd name="connsiteX13-273" fmla="*/ 1145626 w 3731172"/>
                        <a:gd name="connsiteY13-274" fmla="*/ 451945 h 1418896"/>
                        <a:gd name="connsiteX14-275" fmla="*/ 189185 w 3731172"/>
                        <a:gd name="connsiteY14-276" fmla="*/ 84081 h 1418896"/>
                        <a:gd name="connsiteX15-277" fmla="*/ 168165 w 3731172"/>
                        <a:gd name="connsiteY15-278" fmla="*/ 73572 h 1418896"/>
                        <a:gd name="connsiteX0-279" fmla="*/ 168165 w 3731172"/>
                        <a:gd name="connsiteY0-280" fmla="*/ 73572 h 1418896"/>
                        <a:gd name="connsiteX1-281" fmla="*/ 451945 w 3731172"/>
                        <a:gd name="connsiteY1-282" fmla="*/ 0 h 1418896"/>
                        <a:gd name="connsiteX2-283" fmla="*/ 1881352 w 3731172"/>
                        <a:gd name="connsiteY2-284" fmla="*/ 599089 h 1418896"/>
                        <a:gd name="connsiteX3-285" fmla="*/ 3363310 w 3731172"/>
                        <a:gd name="connsiteY3-286" fmla="*/ 0 h 1418896"/>
                        <a:gd name="connsiteX4-287" fmla="*/ 3584027 w 3731172"/>
                        <a:gd name="connsiteY4-288" fmla="*/ 73572 h 1418896"/>
                        <a:gd name="connsiteX5-289" fmla="*/ 2627586 w 3731172"/>
                        <a:gd name="connsiteY5-290" fmla="*/ 441434 h 1418896"/>
                        <a:gd name="connsiteX6-291" fmla="*/ 2596055 w 3731172"/>
                        <a:gd name="connsiteY6-292" fmla="*/ 914400 h 1418896"/>
                        <a:gd name="connsiteX7-293" fmla="*/ 3731172 w 3731172"/>
                        <a:gd name="connsiteY7-294" fmla="*/ 1345324 h 1418896"/>
                        <a:gd name="connsiteX8-295" fmla="*/ 3447393 w 3731172"/>
                        <a:gd name="connsiteY8-296" fmla="*/ 1408386 h 1418896"/>
                        <a:gd name="connsiteX9-297" fmla="*/ 1870841 w 3731172"/>
                        <a:gd name="connsiteY9-298" fmla="*/ 746234 h 1418896"/>
                        <a:gd name="connsiteX10-299" fmla="*/ 262758 w 3731172"/>
                        <a:gd name="connsiteY10-300" fmla="*/ 1418896 h 1418896"/>
                        <a:gd name="connsiteX11-301" fmla="*/ 0 w 3731172"/>
                        <a:gd name="connsiteY11-302" fmla="*/ 1324303 h 1418896"/>
                        <a:gd name="connsiteX12-303" fmla="*/ 1145627 w 3731172"/>
                        <a:gd name="connsiteY12-304" fmla="*/ 903890 h 1418896"/>
                        <a:gd name="connsiteX13-305" fmla="*/ 1145626 w 3731172"/>
                        <a:gd name="connsiteY13-306" fmla="*/ 451945 h 1418896"/>
                        <a:gd name="connsiteX14-307" fmla="*/ 189185 w 3731172"/>
                        <a:gd name="connsiteY14-308" fmla="*/ 84081 h 1418896"/>
                        <a:gd name="connsiteX15-309" fmla="*/ 168165 w 3731172"/>
                        <a:gd name="connsiteY15-310" fmla="*/ 73572 h 1418896"/>
                        <a:gd name="connsiteX0-311" fmla="*/ 147144 w 3710151"/>
                        <a:gd name="connsiteY0-312" fmla="*/ 73572 h 1418896"/>
                        <a:gd name="connsiteX1-313" fmla="*/ 430924 w 3710151"/>
                        <a:gd name="connsiteY1-314" fmla="*/ 0 h 1418896"/>
                        <a:gd name="connsiteX2-315" fmla="*/ 1860331 w 3710151"/>
                        <a:gd name="connsiteY2-316" fmla="*/ 599089 h 1418896"/>
                        <a:gd name="connsiteX3-317" fmla="*/ 3342289 w 3710151"/>
                        <a:gd name="connsiteY3-318" fmla="*/ 0 h 1418896"/>
                        <a:gd name="connsiteX4-319" fmla="*/ 3563006 w 3710151"/>
                        <a:gd name="connsiteY4-320" fmla="*/ 73572 h 1418896"/>
                        <a:gd name="connsiteX5-321" fmla="*/ 2606565 w 3710151"/>
                        <a:gd name="connsiteY5-322" fmla="*/ 441434 h 1418896"/>
                        <a:gd name="connsiteX6-323" fmla="*/ 2575034 w 3710151"/>
                        <a:gd name="connsiteY6-324" fmla="*/ 914400 h 1418896"/>
                        <a:gd name="connsiteX7-325" fmla="*/ 3710151 w 3710151"/>
                        <a:gd name="connsiteY7-326" fmla="*/ 1345324 h 1418896"/>
                        <a:gd name="connsiteX8-327" fmla="*/ 3426372 w 3710151"/>
                        <a:gd name="connsiteY8-328" fmla="*/ 1408386 h 1418896"/>
                        <a:gd name="connsiteX9-329" fmla="*/ 1849820 w 3710151"/>
                        <a:gd name="connsiteY9-330" fmla="*/ 746234 h 1418896"/>
                        <a:gd name="connsiteX10-331" fmla="*/ 241737 w 3710151"/>
                        <a:gd name="connsiteY10-332" fmla="*/ 1418896 h 1418896"/>
                        <a:gd name="connsiteX11-333" fmla="*/ 0 w 3710151"/>
                        <a:gd name="connsiteY11-334" fmla="*/ 1334814 h 1418896"/>
                        <a:gd name="connsiteX12-335" fmla="*/ 1124606 w 3710151"/>
                        <a:gd name="connsiteY12-336" fmla="*/ 903890 h 1418896"/>
                        <a:gd name="connsiteX13-337" fmla="*/ 1124605 w 3710151"/>
                        <a:gd name="connsiteY13-338" fmla="*/ 451945 h 1418896"/>
                        <a:gd name="connsiteX14-339" fmla="*/ 168164 w 3710151"/>
                        <a:gd name="connsiteY14-340" fmla="*/ 84081 h 1418896"/>
                        <a:gd name="connsiteX15-341" fmla="*/ 147144 w 3710151"/>
                        <a:gd name="connsiteY15-342" fmla="*/ 73572 h 1418896"/>
                        <a:gd name="connsiteX0-343" fmla="*/ 147144 w 3710151"/>
                        <a:gd name="connsiteY0-344" fmla="*/ 73572 h 1418896"/>
                        <a:gd name="connsiteX1-345" fmla="*/ 430924 w 3710151"/>
                        <a:gd name="connsiteY1-346" fmla="*/ 0 h 1418896"/>
                        <a:gd name="connsiteX2-347" fmla="*/ 1860331 w 3710151"/>
                        <a:gd name="connsiteY2-348" fmla="*/ 599089 h 1418896"/>
                        <a:gd name="connsiteX3-349" fmla="*/ 3342289 w 3710151"/>
                        <a:gd name="connsiteY3-350" fmla="*/ 0 h 1418896"/>
                        <a:gd name="connsiteX4-351" fmla="*/ 3563006 w 3710151"/>
                        <a:gd name="connsiteY4-352" fmla="*/ 73572 h 1418896"/>
                        <a:gd name="connsiteX5-353" fmla="*/ 2606565 w 3710151"/>
                        <a:gd name="connsiteY5-354" fmla="*/ 441434 h 1418896"/>
                        <a:gd name="connsiteX6-355" fmla="*/ 2606565 w 3710151"/>
                        <a:gd name="connsiteY6-356" fmla="*/ 924910 h 1418896"/>
                        <a:gd name="connsiteX7-357" fmla="*/ 3710151 w 3710151"/>
                        <a:gd name="connsiteY7-358" fmla="*/ 1345324 h 1418896"/>
                        <a:gd name="connsiteX8-359" fmla="*/ 3426372 w 3710151"/>
                        <a:gd name="connsiteY8-360" fmla="*/ 1408386 h 1418896"/>
                        <a:gd name="connsiteX9-361" fmla="*/ 1849820 w 3710151"/>
                        <a:gd name="connsiteY9-362" fmla="*/ 746234 h 1418896"/>
                        <a:gd name="connsiteX10-363" fmla="*/ 241737 w 3710151"/>
                        <a:gd name="connsiteY10-364" fmla="*/ 1418896 h 1418896"/>
                        <a:gd name="connsiteX11-365" fmla="*/ 0 w 3710151"/>
                        <a:gd name="connsiteY11-366" fmla="*/ 1334814 h 1418896"/>
                        <a:gd name="connsiteX12-367" fmla="*/ 1124606 w 3710151"/>
                        <a:gd name="connsiteY12-368" fmla="*/ 903890 h 1418896"/>
                        <a:gd name="connsiteX13-369" fmla="*/ 1124605 w 3710151"/>
                        <a:gd name="connsiteY13-370" fmla="*/ 451945 h 1418896"/>
                        <a:gd name="connsiteX14-371" fmla="*/ 168164 w 3710151"/>
                        <a:gd name="connsiteY14-372" fmla="*/ 84081 h 1418896"/>
                        <a:gd name="connsiteX15-373" fmla="*/ 147144 w 3710151"/>
                        <a:gd name="connsiteY15-374" fmla="*/ 73572 h 1418896"/>
                        <a:gd name="connsiteX0-375" fmla="*/ 147144 w 3710151"/>
                        <a:gd name="connsiteY0-376" fmla="*/ 73572 h 1418896"/>
                        <a:gd name="connsiteX1-377" fmla="*/ 430924 w 3710151"/>
                        <a:gd name="connsiteY1-378" fmla="*/ 0 h 1418896"/>
                        <a:gd name="connsiteX2-379" fmla="*/ 1860331 w 3710151"/>
                        <a:gd name="connsiteY2-380" fmla="*/ 599089 h 1418896"/>
                        <a:gd name="connsiteX3-381" fmla="*/ 3342289 w 3710151"/>
                        <a:gd name="connsiteY3-382" fmla="*/ 0 h 1418896"/>
                        <a:gd name="connsiteX4-383" fmla="*/ 3563006 w 3710151"/>
                        <a:gd name="connsiteY4-384" fmla="*/ 73572 h 1418896"/>
                        <a:gd name="connsiteX5-385" fmla="*/ 2606565 w 3710151"/>
                        <a:gd name="connsiteY5-386" fmla="*/ 441434 h 1418896"/>
                        <a:gd name="connsiteX6-387" fmla="*/ 2610282 w 3710151"/>
                        <a:gd name="connsiteY6-388" fmla="*/ 902607 h 1418896"/>
                        <a:gd name="connsiteX7-389" fmla="*/ 3710151 w 3710151"/>
                        <a:gd name="connsiteY7-390" fmla="*/ 1345324 h 1418896"/>
                        <a:gd name="connsiteX8-391" fmla="*/ 3426372 w 3710151"/>
                        <a:gd name="connsiteY8-392" fmla="*/ 1408386 h 1418896"/>
                        <a:gd name="connsiteX9-393" fmla="*/ 1849820 w 3710151"/>
                        <a:gd name="connsiteY9-394" fmla="*/ 746234 h 1418896"/>
                        <a:gd name="connsiteX10-395" fmla="*/ 241737 w 3710151"/>
                        <a:gd name="connsiteY10-396" fmla="*/ 1418896 h 1418896"/>
                        <a:gd name="connsiteX11-397" fmla="*/ 0 w 3710151"/>
                        <a:gd name="connsiteY11-398" fmla="*/ 1334814 h 1418896"/>
                        <a:gd name="connsiteX12-399" fmla="*/ 1124606 w 3710151"/>
                        <a:gd name="connsiteY12-400" fmla="*/ 903890 h 1418896"/>
                        <a:gd name="connsiteX13-401" fmla="*/ 1124605 w 3710151"/>
                        <a:gd name="connsiteY13-402" fmla="*/ 451945 h 1418896"/>
                        <a:gd name="connsiteX14-403" fmla="*/ 168164 w 3710151"/>
                        <a:gd name="connsiteY14-404" fmla="*/ 84081 h 1418896"/>
                        <a:gd name="connsiteX15-405" fmla="*/ 147144 w 3710151"/>
                        <a:gd name="connsiteY15-406" fmla="*/ 73572 h 1418896"/>
                        <a:gd name="connsiteX0-407" fmla="*/ 147144 w 3710151"/>
                        <a:gd name="connsiteY0-408" fmla="*/ 73572 h 1418896"/>
                        <a:gd name="connsiteX1-409" fmla="*/ 430924 w 3710151"/>
                        <a:gd name="connsiteY1-410" fmla="*/ 0 h 1418896"/>
                        <a:gd name="connsiteX2-411" fmla="*/ 1860331 w 3710151"/>
                        <a:gd name="connsiteY2-412" fmla="*/ 599089 h 1418896"/>
                        <a:gd name="connsiteX3-413" fmla="*/ 3342289 w 3710151"/>
                        <a:gd name="connsiteY3-414" fmla="*/ 0 h 1418896"/>
                        <a:gd name="connsiteX4-415" fmla="*/ 3563006 w 3710151"/>
                        <a:gd name="connsiteY4-416" fmla="*/ 73572 h 1418896"/>
                        <a:gd name="connsiteX5-417" fmla="*/ 2617717 w 3710151"/>
                        <a:gd name="connsiteY5-418" fmla="*/ 445151 h 1418896"/>
                        <a:gd name="connsiteX6-419" fmla="*/ 2610282 w 3710151"/>
                        <a:gd name="connsiteY6-420" fmla="*/ 902607 h 1418896"/>
                        <a:gd name="connsiteX7-421" fmla="*/ 3710151 w 3710151"/>
                        <a:gd name="connsiteY7-422" fmla="*/ 1345324 h 1418896"/>
                        <a:gd name="connsiteX8-423" fmla="*/ 3426372 w 3710151"/>
                        <a:gd name="connsiteY8-424" fmla="*/ 1408386 h 1418896"/>
                        <a:gd name="connsiteX9-425" fmla="*/ 1849820 w 3710151"/>
                        <a:gd name="connsiteY9-426" fmla="*/ 746234 h 1418896"/>
                        <a:gd name="connsiteX10-427" fmla="*/ 241737 w 3710151"/>
                        <a:gd name="connsiteY10-428" fmla="*/ 1418896 h 1418896"/>
                        <a:gd name="connsiteX11-429" fmla="*/ 0 w 3710151"/>
                        <a:gd name="connsiteY11-430" fmla="*/ 1334814 h 1418896"/>
                        <a:gd name="connsiteX12-431" fmla="*/ 1124606 w 3710151"/>
                        <a:gd name="connsiteY12-432" fmla="*/ 903890 h 1418896"/>
                        <a:gd name="connsiteX13-433" fmla="*/ 1124605 w 3710151"/>
                        <a:gd name="connsiteY13-434" fmla="*/ 451945 h 1418896"/>
                        <a:gd name="connsiteX14-435" fmla="*/ 168164 w 3710151"/>
                        <a:gd name="connsiteY14-436" fmla="*/ 84081 h 1418896"/>
                        <a:gd name="connsiteX15-437" fmla="*/ 147144 w 3710151"/>
                        <a:gd name="connsiteY15-438" fmla="*/ 73572 h 1418896"/>
                        <a:gd name="connsiteX0-439" fmla="*/ 147144 w 3710151"/>
                        <a:gd name="connsiteY0-440" fmla="*/ 73572 h 1418896"/>
                        <a:gd name="connsiteX1-441" fmla="*/ 430924 w 3710151"/>
                        <a:gd name="connsiteY1-442" fmla="*/ 0 h 1418896"/>
                        <a:gd name="connsiteX2-443" fmla="*/ 1860331 w 3710151"/>
                        <a:gd name="connsiteY2-444" fmla="*/ 599089 h 1418896"/>
                        <a:gd name="connsiteX3-445" fmla="*/ 3342289 w 3710151"/>
                        <a:gd name="connsiteY3-446" fmla="*/ 0 h 1418896"/>
                        <a:gd name="connsiteX4-447" fmla="*/ 3563006 w 3710151"/>
                        <a:gd name="connsiteY4-448" fmla="*/ 73572 h 1418896"/>
                        <a:gd name="connsiteX5-449" fmla="*/ 2617717 w 3710151"/>
                        <a:gd name="connsiteY5-450" fmla="*/ 448868 h 1418896"/>
                        <a:gd name="connsiteX6-451" fmla="*/ 2610282 w 3710151"/>
                        <a:gd name="connsiteY6-452" fmla="*/ 902607 h 1418896"/>
                        <a:gd name="connsiteX7-453" fmla="*/ 3710151 w 3710151"/>
                        <a:gd name="connsiteY7-454" fmla="*/ 1345324 h 1418896"/>
                        <a:gd name="connsiteX8-455" fmla="*/ 3426372 w 3710151"/>
                        <a:gd name="connsiteY8-456" fmla="*/ 1408386 h 1418896"/>
                        <a:gd name="connsiteX9-457" fmla="*/ 1849820 w 3710151"/>
                        <a:gd name="connsiteY9-458" fmla="*/ 746234 h 1418896"/>
                        <a:gd name="connsiteX10-459" fmla="*/ 241737 w 3710151"/>
                        <a:gd name="connsiteY10-460" fmla="*/ 1418896 h 1418896"/>
                        <a:gd name="connsiteX11-461" fmla="*/ 0 w 3710151"/>
                        <a:gd name="connsiteY11-462" fmla="*/ 1334814 h 1418896"/>
                        <a:gd name="connsiteX12-463" fmla="*/ 1124606 w 3710151"/>
                        <a:gd name="connsiteY12-464" fmla="*/ 903890 h 1418896"/>
                        <a:gd name="connsiteX13-465" fmla="*/ 1124605 w 3710151"/>
                        <a:gd name="connsiteY13-466" fmla="*/ 451945 h 1418896"/>
                        <a:gd name="connsiteX14-467" fmla="*/ 168164 w 3710151"/>
                        <a:gd name="connsiteY14-468" fmla="*/ 84081 h 1418896"/>
                        <a:gd name="connsiteX15-469" fmla="*/ 147144 w 3710151"/>
                        <a:gd name="connsiteY15-470" fmla="*/ 73572 h 1418896"/>
                        <a:gd name="connsiteX0-471" fmla="*/ 147144 w 3710151"/>
                        <a:gd name="connsiteY0-472" fmla="*/ 73572 h 1418896"/>
                        <a:gd name="connsiteX1-473" fmla="*/ 430924 w 3710151"/>
                        <a:gd name="connsiteY1-474" fmla="*/ 0 h 1418896"/>
                        <a:gd name="connsiteX2-475" fmla="*/ 1838028 w 3710151"/>
                        <a:gd name="connsiteY2-476" fmla="*/ 591655 h 1418896"/>
                        <a:gd name="connsiteX3-477" fmla="*/ 3342289 w 3710151"/>
                        <a:gd name="connsiteY3-478" fmla="*/ 0 h 1418896"/>
                        <a:gd name="connsiteX4-479" fmla="*/ 3563006 w 3710151"/>
                        <a:gd name="connsiteY4-480" fmla="*/ 73572 h 1418896"/>
                        <a:gd name="connsiteX5-481" fmla="*/ 2617717 w 3710151"/>
                        <a:gd name="connsiteY5-482" fmla="*/ 448868 h 1418896"/>
                        <a:gd name="connsiteX6-483" fmla="*/ 2610282 w 3710151"/>
                        <a:gd name="connsiteY6-484" fmla="*/ 902607 h 1418896"/>
                        <a:gd name="connsiteX7-485" fmla="*/ 3710151 w 3710151"/>
                        <a:gd name="connsiteY7-486" fmla="*/ 1345324 h 1418896"/>
                        <a:gd name="connsiteX8-487" fmla="*/ 3426372 w 3710151"/>
                        <a:gd name="connsiteY8-488" fmla="*/ 1408386 h 1418896"/>
                        <a:gd name="connsiteX9-489" fmla="*/ 1849820 w 3710151"/>
                        <a:gd name="connsiteY9-490" fmla="*/ 746234 h 1418896"/>
                        <a:gd name="connsiteX10-491" fmla="*/ 241737 w 3710151"/>
                        <a:gd name="connsiteY10-492" fmla="*/ 1418896 h 1418896"/>
                        <a:gd name="connsiteX11-493" fmla="*/ 0 w 3710151"/>
                        <a:gd name="connsiteY11-494" fmla="*/ 1334814 h 1418896"/>
                        <a:gd name="connsiteX12-495" fmla="*/ 1124606 w 3710151"/>
                        <a:gd name="connsiteY12-496" fmla="*/ 903890 h 1418896"/>
                        <a:gd name="connsiteX13-497" fmla="*/ 1124605 w 3710151"/>
                        <a:gd name="connsiteY13-498" fmla="*/ 451945 h 1418896"/>
                        <a:gd name="connsiteX14-499" fmla="*/ 168164 w 3710151"/>
                        <a:gd name="connsiteY14-500" fmla="*/ 84081 h 1418896"/>
                        <a:gd name="connsiteX15-501" fmla="*/ 147144 w 3710151"/>
                        <a:gd name="connsiteY15-502" fmla="*/ 73572 h 1418896"/>
                        <a:gd name="connsiteX0-503" fmla="*/ 147144 w 3710151"/>
                        <a:gd name="connsiteY0-504" fmla="*/ 73572 h 1418896"/>
                        <a:gd name="connsiteX1-505" fmla="*/ 430924 w 3710151"/>
                        <a:gd name="connsiteY1-506" fmla="*/ 0 h 1418896"/>
                        <a:gd name="connsiteX2-507" fmla="*/ 1838028 w 3710151"/>
                        <a:gd name="connsiteY2-508" fmla="*/ 591655 h 1418896"/>
                        <a:gd name="connsiteX3-509" fmla="*/ 3342289 w 3710151"/>
                        <a:gd name="connsiteY3-510" fmla="*/ 0 h 1418896"/>
                        <a:gd name="connsiteX4-511" fmla="*/ 3563006 w 3710151"/>
                        <a:gd name="connsiteY4-512" fmla="*/ 73572 h 1418896"/>
                        <a:gd name="connsiteX5-513" fmla="*/ 2617717 w 3710151"/>
                        <a:gd name="connsiteY5-514" fmla="*/ 448868 h 1418896"/>
                        <a:gd name="connsiteX6-515" fmla="*/ 2610282 w 3710151"/>
                        <a:gd name="connsiteY6-516" fmla="*/ 902607 h 1418896"/>
                        <a:gd name="connsiteX7-517" fmla="*/ 3710151 w 3710151"/>
                        <a:gd name="connsiteY7-518" fmla="*/ 1345324 h 1418896"/>
                        <a:gd name="connsiteX8-519" fmla="*/ 3426372 w 3710151"/>
                        <a:gd name="connsiteY8-520" fmla="*/ 1408386 h 1418896"/>
                        <a:gd name="connsiteX9-521" fmla="*/ 1849820 w 3710151"/>
                        <a:gd name="connsiteY9-522" fmla="*/ 746234 h 1418896"/>
                        <a:gd name="connsiteX10-523" fmla="*/ 241737 w 3710151"/>
                        <a:gd name="connsiteY10-524" fmla="*/ 1418896 h 1418896"/>
                        <a:gd name="connsiteX11-525" fmla="*/ 0 w 3710151"/>
                        <a:gd name="connsiteY11-526" fmla="*/ 1334814 h 1418896"/>
                        <a:gd name="connsiteX12-527" fmla="*/ 1124606 w 3710151"/>
                        <a:gd name="connsiteY12-528" fmla="*/ 903890 h 1418896"/>
                        <a:gd name="connsiteX13-529" fmla="*/ 1087434 w 3710151"/>
                        <a:gd name="connsiteY13-530" fmla="*/ 451945 h 1418896"/>
                        <a:gd name="connsiteX14-531" fmla="*/ 168164 w 3710151"/>
                        <a:gd name="connsiteY14-532" fmla="*/ 84081 h 1418896"/>
                        <a:gd name="connsiteX15-533" fmla="*/ 147144 w 3710151"/>
                        <a:gd name="connsiteY15-534" fmla="*/ 73572 h 1418896"/>
                        <a:gd name="connsiteX0-535" fmla="*/ 147144 w 3710151"/>
                        <a:gd name="connsiteY0-536" fmla="*/ 73572 h 1418896"/>
                        <a:gd name="connsiteX1-537" fmla="*/ 430924 w 3710151"/>
                        <a:gd name="connsiteY1-538" fmla="*/ 0 h 1418896"/>
                        <a:gd name="connsiteX2-539" fmla="*/ 1838028 w 3710151"/>
                        <a:gd name="connsiteY2-540" fmla="*/ 591655 h 1418896"/>
                        <a:gd name="connsiteX3-541" fmla="*/ 3342289 w 3710151"/>
                        <a:gd name="connsiteY3-542" fmla="*/ 0 h 1418896"/>
                        <a:gd name="connsiteX4-543" fmla="*/ 3563006 w 3710151"/>
                        <a:gd name="connsiteY4-544" fmla="*/ 73572 h 1418896"/>
                        <a:gd name="connsiteX5-545" fmla="*/ 2617717 w 3710151"/>
                        <a:gd name="connsiteY5-546" fmla="*/ 448868 h 1418896"/>
                        <a:gd name="connsiteX6-547" fmla="*/ 2610282 w 3710151"/>
                        <a:gd name="connsiteY6-548" fmla="*/ 902607 h 1418896"/>
                        <a:gd name="connsiteX7-549" fmla="*/ 3710151 w 3710151"/>
                        <a:gd name="connsiteY7-550" fmla="*/ 1345324 h 1418896"/>
                        <a:gd name="connsiteX8-551" fmla="*/ 3426372 w 3710151"/>
                        <a:gd name="connsiteY8-552" fmla="*/ 1408386 h 1418896"/>
                        <a:gd name="connsiteX9-553" fmla="*/ 1849820 w 3710151"/>
                        <a:gd name="connsiteY9-554" fmla="*/ 746234 h 1418896"/>
                        <a:gd name="connsiteX10-555" fmla="*/ 241737 w 3710151"/>
                        <a:gd name="connsiteY10-556" fmla="*/ 1418896 h 1418896"/>
                        <a:gd name="connsiteX11-557" fmla="*/ 0 w 3710151"/>
                        <a:gd name="connsiteY11-558" fmla="*/ 1334814 h 1418896"/>
                        <a:gd name="connsiteX12-559" fmla="*/ 1098586 w 3710151"/>
                        <a:gd name="connsiteY12-560" fmla="*/ 903890 h 1418896"/>
                        <a:gd name="connsiteX13-561" fmla="*/ 1087434 w 3710151"/>
                        <a:gd name="connsiteY13-562" fmla="*/ 451945 h 1418896"/>
                        <a:gd name="connsiteX14-563" fmla="*/ 168164 w 3710151"/>
                        <a:gd name="connsiteY14-564" fmla="*/ 84081 h 1418896"/>
                        <a:gd name="connsiteX15-565" fmla="*/ 147144 w 3710151"/>
                        <a:gd name="connsiteY15-566" fmla="*/ 73572 h 1418896"/>
                        <a:gd name="connsiteX0-567" fmla="*/ 162012 w 3725019"/>
                        <a:gd name="connsiteY0-568" fmla="*/ 73572 h 1418896"/>
                        <a:gd name="connsiteX1-569" fmla="*/ 445792 w 3725019"/>
                        <a:gd name="connsiteY1-570" fmla="*/ 0 h 1418896"/>
                        <a:gd name="connsiteX2-571" fmla="*/ 1852896 w 3725019"/>
                        <a:gd name="connsiteY2-572" fmla="*/ 591655 h 1418896"/>
                        <a:gd name="connsiteX3-573" fmla="*/ 3357157 w 3725019"/>
                        <a:gd name="connsiteY3-574" fmla="*/ 0 h 1418896"/>
                        <a:gd name="connsiteX4-575" fmla="*/ 3577874 w 3725019"/>
                        <a:gd name="connsiteY4-576" fmla="*/ 73572 h 1418896"/>
                        <a:gd name="connsiteX5-577" fmla="*/ 2632585 w 3725019"/>
                        <a:gd name="connsiteY5-578" fmla="*/ 448868 h 1418896"/>
                        <a:gd name="connsiteX6-579" fmla="*/ 2625150 w 3725019"/>
                        <a:gd name="connsiteY6-580" fmla="*/ 902607 h 1418896"/>
                        <a:gd name="connsiteX7-581" fmla="*/ 3725019 w 3725019"/>
                        <a:gd name="connsiteY7-582" fmla="*/ 1345324 h 1418896"/>
                        <a:gd name="connsiteX8-583" fmla="*/ 3441240 w 3725019"/>
                        <a:gd name="connsiteY8-584" fmla="*/ 1408386 h 1418896"/>
                        <a:gd name="connsiteX9-585" fmla="*/ 1864688 w 3725019"/>
                        <a:gd name="connsiteY9-586" fmla="*/ 746234 h 1418896"/>
                        <a:gd name="connsiteX10-587" fmla="*/ 256605 w 3725019"/>
                        <a:gd name="connsiteY10-588" fmla="*/ 1418896 h 1418896"/>
                        <a:gd name="connsiteX11-589" fmla="*/ 0 w 3725019"/>
                        <a:gd name="connsiteY11-590" fmla="*/ 1331097 h 1418896"/>
                        <a:gd name="connsiteX12-591" fmla="*/ 1113454 w 3725019"/>
                        <a:gd name="connsiteY12-592" fmla="*/ 903890 h 1418896"/>
                        <a:gd name="connsiteX13-593" fmla="*/ 1102302 w 3725019"/>
                        <a:gd name="connsiteY13-594" fmla="*/ 451945 h 1418896"/>
                        <a:gd name="connsiteX14-595" fmla="*/ 183032 w 3725019"/>
                        <a:gd name="connsiteY14-596" fmla="*/ 84081 h 1418896"/>
                        <a:gd name="connsiteX15-597" fmla="*/ 162012 w 3725019"/>
                        <a:gd name="connsiteY15-598" fmla="*/ 73572 h 141889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  <a:cxn ang="0">
                          <a:pos x="connsiteX11-23" y="connsiteY11-24"/>
                        </a:cxn>
                        <a:cxn ang="0">
                          <a:pos x="connsiteX12-25" y="connsiteY12-26"/>
                        </a:cxn>
                        <a:cxn ang="0">
                          <a:pos x="connsiteX13-27" y="connsiteY13-28"/>
                        </a:cxn>
                        <a:cxn ang="0">
                          <a:pos x="connsiteX14-29" y="connsiteY14-30"/>
                        </a:cxn>
                        <a:cxn ang="0">
                          <a:pos x="connsiteX15-31" y="connsiteY15-32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520" name="Group 519"/>
                <p:cNvGrpSpPr/>
                <p:nvPr/>
              </p:nvGrpSpPr>
              <p:grpSpPr>
                <a:xfrm>
                  <a:off x="9849365" y="5339037"/>
                  <a:ext cx="309740" cy="190838"/>
                  <a:chOff x="3668110" y="2448910"/>
                  <a:chExt cx="3794234" cy="2165130"/>
                </a:xfrm>
              </p:grpSpPr>
              <p:sp>
                <p:nvSpPr>
                  <p:cNvPr id="521" name="Rectangle 520"/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2" name="Freeform 521"/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523" name="Group 522"/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524" name="Freeform 523"/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-1" fmla="*/ 3725333 w 4641485"/>
                        <a:gd name="connsiteY0-2" fmla="*/ 0 h 1049866"/>
                        <a:gd name="connsiteX1-3" fmla="*/ 4641485 w 4641485"/>
                        <a:gd name="connsiteY1-4" fmla="*/ 239402 h 1049866"/>
                        <a:gd name="connsiteX2-5" fmla="*/ 3962400 w 4641485"/>
                        <a:gd name="connsiteY2-6" fmla="*/ 541866 h 1049866"/>
                        <a:gd name="connsiteX3-7" fmla="*/ 3742267 w 4641485"/>
                        <a:gd name="connsiteY3-8" fmla="*/ 457200 h 1049866"/>
                        <a:gd name="connsiteX4-9" fmla="*/ 2269067 w 4641485"/>
                        <a:gd name="connsiteY4-10" fmla="*/ 1049866 h 1049866"/>
                        <a:gd name="connsiteX5-11" fmla="*/ 880533 w 4641485"/>
                        <a:gd name="connsiteY5-12" fmla="*/ 457200 h 1049866"/>
                        <a:gd name="connsiteX6-13" fmla="*/ 592667 w 4641485"/>
                        <a:gd name="connsiteY6-14" fmla="*/ 541866 h 1049866"/>
                        <a:gd name="connsiteX7-15" fmla="*/ 0 w 4641485"/>
                        <a:gd name="connsiteY7-16" fmla="*/ 254000 h 1049866"/>
                        <a:gd name="connsiteX8-17" fmla="*/ 880533 w 4641485"/>
                        <a:gd name="connsiteY8-18" fmla="*/ 16933 h 1049866"/>
                        <a:gd name="connsiteX9-19" fmla="*/ 2302933 w 4641485"/>
                        <a:gd name="connsiteY9-20" fmla="*/ 626533 h 1049866"/>
                        <a:gd name="connsiteX10-21" fmla="*/ 3725333 w 4641485"/>
                        <a:gd name="connsiteY10-22" fmla="*/ 0 h 1049866"/>
                        <a:gd name="connsiteX0-23" fmla="*/ 3756864 w 4673016"/>
                        <a:gd name="connsiteY0-24" fmla="*/ 0 h 1049866"/>
                        <a:gd name="connsiteX1-25" fmla="*/ 4673016 w 4673016"/>
                        <a:gd name="connsiteY1-26" fmla="*/ 239402 h 1049866"/>
                        <a:gd name="connsiteX2-27" fmla="*/ 3993931 w 4673016"/>
                        <a:gd name="connsiteY2-28" fmla="*/ 541866 h 1049866"/>
                        <a:gd name="connsiteX3-29" fmla="*/ 3773798 w 4673016"/>
                        <a:gd name="connsiteY3-30" fmla="*/ 457200 h 1049866"/>
                        <a:gd name="connsiteX4-31" fmla="*/ 2300598 w 4673016"/>
                        <a:gd name="connsiteY4-32" fmla="*/ 1049866 h 1049866"/>
                        <a:gd name="connsiteX5-33" fmla="*/ 912064 w 4673016"/>
                        <a:gd name="connsiteY5-34" fmla="*/ 457200 h 1049866"/>
                        <a:gd name="connsiteX6-35" fmla="*/ 624198 w 4673016"/>
                        <a:gd name="connsiteY6-36" fmla="*/ 541866 h 1049866"/>
                        <a:gd name="connsiteX7-37" fmla="*/ 0 w 4673016"/>
                        <a:gd name="connsiteY7-38" fmla="*/ 232979 h 1049866"/>
                        <a:gd name="connsiteX8-39" fmla="*/ 912064 w 4673016"/>
                        <a:gd name="connsiteY8-40" fmla="*/ 16933 h 1049866"/>
                        <a:gd name="connsiteX9-41" fmla="*/ 2334464 w 4673016"/>
                        <a:gd name="connsiteY9-42" fmla="*/ 626533 h 1049866"/>
                        <a:gd name="connsiteX10-43" fmla="*/ 3756864 w 4673016"/>
                        <a:gd name="connsiteY10-44" fmla="*/ 0 h 1049866"/>
                        <a:gd name="connsiteX0-45" fmla="*/ 3756864 w 4673016"/>
                        <a:gd name="connsiteY0-46" fmla="*/ 0 h 1049866"/>
                        <a:gd name="connsiteX1-47" fmla="*/ 4673016 w 4673016"/>
                        <a:gd name="connsiteY1-48" fmla="*/ 239402 h 1049866"/>
                        <a:gd name="connsiteX2-49" fmla="*/ 3993931 w 4673016"/>
                        <a:gd name="connsiteY2-50" fmla="*/ 541866 h 1049866"/>
                        <a:gd name="connsiteX3-51" fmla="*/ 3784308 w 4673016"/>
                        <a:gd name="connsiteY3-52" fmla="*/ 404648 h 1049866"/>
                        <a:gd name="connsiteX4-53" fmla="*/ 2300598 w 4673016"/>
                        <a:gd name="connsiteY4-54" fmla="*/ 1049866 h 1049866"/>
                        <a:gd name="connsiteX5-55" fmla="*/ 912064 w 4673016"/>
                        <a:gd name="connsiteY5-56" fmla="*/ 457200 h 1049866"/>
                        <a:gd name="connsiteX6-57" fmla="*/ 624198 w 4673016"/>
                        <a:gd name="connsiteY6-58" fmla="*/ 541866 h 1049866"/>
                        <a:gd name="connsiteX7-59" fmla="*/ 0 w 4673016"/>
                        <a:gd name="connsiteY7-60" fmla="*/ 232979 h 1049866"/>
                        <a:gd name="connsiteX8-61" fmla="*/ 912064 w 4673016"/>
                        <a:gd name="connsiteY8-62" fmla="*/ 16933 h 1049866"/>
                        <a:gd name="connsiteX9-63" fmla="*/ 2334464 w 4673016"/>
                        <a:gd name="connsiteY9-64" fmla="*/ 626533 h 1049866"/>
                        <a:gd name="connsiteX10-65" fmla="*/ 3756864 w 4673016"/>
                        <a:gd name="connsiteY10-66" fmla="*/ 0 h 1049866"/>
                        <a:gd name="connsiteX0-67" fmla="*/ 3756864 w 4673016"/>
                        <a:gd name="connsiteY0-68" fmla="*/ 0 h 1049866"/>
                        <a:gd name="connsiteX1-69" fmla="*/ 4673016 w 4673016"/>
                        <a:gd name="connsiteY1-70" fmla="*/ 239402 h 1049866"/>
                        <a:gd name="connsiteX2-71" fmla="*/ 3993931 w 4673016"/>
                        <a:gd name="connsiteY2-72" fmla="*/ 541866 h 1049866"/>
                        <a:gd name="connsiteX3-73" fmla="*/ 3794818 w 4673016"/>
                        <a:gd name="connsiteY3-74" fmla="*/ 436179 h 1049866"/>
                        <a:gd name="connsiteX4-75" fmla="*/ 2300598 w 4673016"/>
                        <a:gd name="connsiteY4-76" fmla="*/ 1049866 h 1049866"/>
                        <a:gd name="connsiteX5-77" fmla="*/ 912064 w 4673016"/>
                        <a:gd name="connsiteY5-78" fmla="*/ 457200 h 1049866"/>
                        <a:gd name="connsiteX6-79" fmla="*/ 624198 w 4673016"/>
                        <a:gd name="connsiteY6-80" fmla="*/ 541866 h 1049866"/>
                        <a:gd name="connsiteX7-81" fmla="*/ 0 w 4673016"/>
                        <a:gd name="connsiteY7-82" fmla="*/ 232979 h 1049866"/>
                        <a:gd name="connsiteX8-83" fmla="*/ 912064 w 4673016"/>
                        <a:gd name="connsiteY8-84" fmla="*/ 16933 h 1049866"/>
                        <a:gd name="connsiteX9-85" fmla="*/ 2334464 w 4673016"/>
                        <a:gd name="connsiteY9-86" fmla="*/ 626533 h 1049866"/>
                        <a:gd name="connsiteX10-87" fmla="*/ 3756864 w 4673016"/>
                        <a:gd name="connsiteY10-88" fmla="*/ 0 h 1049866"/>
                        <a:gd name="connsiteX0-89" fmla="*/ 3756864 w 4673016"/>
                        <a:gd name="connsiteY0-90" fmla="*/ 0 h 1049866"/>
                        <a:gd name="connsiteX1-91" fmla="*/ 4673016 w 4673016"/>
                        <a:gd name="connsiteY1-92" fmla="*/ 239402 h 1049866"/>
                        <a:gd name="connsiteX2-93" fmla="*/ 3993931 w 4673016"/>
                        <a:gd name="connsiteY2-94" fmla="*/ 541866 h 1049866"/>
                        <a:gd name="connsiteX3-95" fmla="*/ 3794818 w 4673016"/>
                        <a:gd name="connsiteY3-96" fmla="*/ 436179 h 1049866"/>
                        <a:gd name="connsiteX4-97" fmla="*/ 2300598 w 4673016"/>
                        <a:gd name="connsiteY4-98" fmla="*/ 1049866 h 1049866"/>
                        <a:gd name="connsiteX5-99" fmla="*/ 912064 w 4673016"/>
                        <a:gd name="connsiteY5-100" fmla="*/ 457200 h 1049866"/>
                        <a:gd name="connsiteX6-101" fmla="*/ 624198 w 4673016"/>
                        <a:gd name="connsiteY6-102" fmla="*/ 541866 h 1049866"/>
                        <a:gd name="connsiteX7-103" fmla="*/ 0 w 4673016"/>
                        <a:gd name="connsiteY7-104" fmla="*/ 232979 h 1049866"/>
                        <a:gd name="connsiteX8-105" fmla="*/ 912064 w 4673016"/>
                        <a:gd name="connsiteY8-106" fmla="*/ 16933 h 1049866"/>
                        <a:gd name="connsiteX9-107" fmla="*/ 2323954 w 4673016"/>
                        <a:gd name="connsiteY9-108" fmla="*/ 616023 h 1049866"/>
                        <a:gd name="connsiteX10-109" fmla="*/ 3756864 w 4673016"/>
                        <a:gd name="connsiteY10-110" fmla="*/ 0 h 1049866"/>
                        <a:gd name="connsiteX0-111" fmla="*/ 3756864 w 4673016"/>
                        <a:gd name="connsiteY0-112" fmla="*/ 0 h 1049866"/>
                        <a:gd name="connsiteX1-113" fmla="*/ 4673016 w 4673016"/>
                        <a:gd name="connsiteY1-114" fmla="*/ 239402 h 1049866"/>
                        <a:gd name="connsiteX2-115" fmla="*/ 3993931 w 4673016"/>
                        <a:gd name="connsiteY2-116" fmla="*/ 541866 h 1049866"/>
                        <a:gd name="connsiteX3-117" fmla="*/ 3794818 w 4673016"/>
                        <a:gd name="connsiteY3-118" fmla="*/ 436179 h 1049866"/>
                        <a:gd name="connsiteX4-119" fmla="*/ 2300598 w 4673016"/>
                        <a:gd name="connsiteY4-120" fmla="*/ 1049866 h 1049866"/>
                        <a:gd name="connsiteX5-121" fmla="*/ 912064 w 4673016"/>
                        <a:gd name="connsiteY5-122" fmla="*/ 457200 h 1049866"/>
                        <a:gd name="connsiteX6-123" fmla="*/ 624198 w 4673016"/>
                        <a:gd name="connsiteY6-124" fmla="*/ 541866 h 1049866"/>
                        <a:gd name="connsiteX7-125" fmla="*/ 0 w 4673016"/>
                        <a:gd name="connsiteY7-126" fmla="*/ 275021 h 1049866"/>
                        <a:gd name="connsiteX8-127" fmla="*/ 912064 w 4673016"/>
                        <a:gd name="connsiteY8-128" fmla="*/ 16933 h 1049866"/>
                        <a:gd name="connsiteX9-129" fmla="*/ 2323954 w 4673016"/>
                        <a:gd name="connsiteY9-130" fmla="*/ 616023 h 1049866"/>
                        <a:gd name="connsiteX10-131" fmla="*/ 3756864 w 4673016"/>
                        <a:gd name="connsiteY10-132" fmla="*/ 0 h 1049866"/>
                        <a:gd name="connsiteX0-133" fmla="*/ 3756864 w 4673016"/>
                        <a:gd name="connsiteY0-134" fmla="*/ 0 h 1049866"/>
                        <a:gd name="connsiteX1-135" fmla="*/ 4673016 w 4673016"/>
                        <a:gd name="connsiteY1-136" fmla="*/ 239402 h 1049866"/>
                        <a:gd name="connsiteX2-137" fmla="*/ 3993931 w 4673016"/>
                        <a:gd name="connsiteY2-138" fmla="*/ 541866 h 1049866"/>
                        <a:gd name="connsiteX3-139" fmla="*/ 3815839 w 4673016"/>
                        <a:gd name="connsiteY3-140" fmla="*/ 467710 h 1049866"/>
                        <a:gd name="connsiteX4-141" fmla="*/ 2300598 w 4673016"/>
                        <a:gd name="connsiteY4-142" fmla="*/ 1049866 h 1049866"/>
                        <a:gd name="connsiteX5-143" fmla="*/ 912064 w 4673016"/>
                        <a:gd name="connsiteY5-144" fmla="*/ 457200 h 1049866"/>
                        <a:gd name="connsiteX6-145" fmla="*/ 624198 w 4673016"/>
                        <a:gd name="connsiteY6-146" fmla="*/ 541866 h 1049866"/>
                        <a:gd name="connsiteX7-147" fmla="*/ 0 w 4673016"/>
                        <a:gd name="connsiteY7-148" fmla="*/ 275021 h 1049866"/>
                        <a:gd name="connsiteX8-149" fmla="*/ 912064 w 4673016"/>
                        <a:gd name="connsiteY8-150" fmla="*/ 16933 h 1049866"/>
                        <a:gd name="connsiteX9-151" fmla="*/ 2323954 w 4673016"/>
                        <a:gd name="connsiteY9-152" fmla="*/ 616023 h 1049866"/>
                        <a:gd name="connsiteX10-153" fmla="*/ 3756864 w 4673016"/>
                        <a:gd name="connsiteY10-154" fmla="*/ 0 h 104986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5" name="Freeform 524"/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6" name="Freeform 525"/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7" name="Freeform 526"/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-1" fmla="*/ 168165 w 3731172"/>
                        <a:gd name="connsiteY0-2" fmla="*/ 73572 h 1418896"/>
                        <a:gd name="connsiteX1-3" fmla="*/ 451945 w 3731172"/>
                        <a:gd name="connsiteY1-4" fmla="*/ 0 h 1418896"/>
                        <a:gd name="connsiteX2-5" fmla="*/ 1881352 w 3731172"/>
                        <a:gd name="connsiteY2-6" fmla="*/ 599089 h 1418896"/>
                        <a:gd name="connsiteX3-7" fmla="*/ 3363310 w 3731172"/>
                        <a:gd name="connsiteY3-8" fmla="*/ 0 h 1418896"/>
                        <a:gd name="connsiteX4-9" fmla="*/ 3584027 w 3731172"/>
                        <a:gd name="connsiteY4-10" fmla="*/ 73572 h 1418896"/>
                        <a:gd name="connsiteX5-11" fmla="*/ 2627586 w 3731172"/>
                        <a:gd name="connsiteY5-12" fmla="*/ 441434 h 1418896"/>
                        <a:gd name="connsiteX6-13" fmla="*/ 2596055 w 3731172"/>
                        <a:gd name="connsiteY6-14" fmla="*/ 914400 h 1418896"/>
                        <a:gd name="connsiteX7-15" fmla="*/ 3731172 w 3731172"/>
                        <a:gd name="connsiteY7-16" fmla="*/ 1345324 h 1418896"/>
                        <a:gd name="connsiteX8-17" fmla="*/ 3447393 w 3731172"/>
                        <a:gd name="connsiteY8-18" fmla="*/ 1408386 h 1418896"/>
                        <a:gd name="connsiteX9-19" fmla="*/ 1870841 w 3731172"/>
                        <a:gd name="connsiteY9-20" fmla="*/ 746234 h 1418896"/>
                        <a:gd name="connsiteX10-21" fmla="*/ 262758 w 3731172"/>
                        <a:gd name="connsiteY10-22" fmla="*/ 1418896 h 1418896"/>
                        <a:gd name="connsiteX11-23" fmla="*/ 0 w 3731172"/>
                        <a:gd name="connsiteY11-24" fmla="*/ 1324303 h 1418896"/>
                        <a:gd name="connsiteX12-25" fmla="*/ 1145627 w 3731172"/>
                        <a:gd name="connsiteY12-26" fmla="*/ 882869 h 1418896"/>
                        <a:gd name="connsiteX13-27" fmla="*/ 1114096 w 3731172"/>
                        <a:gd name="connsiteY13-28" fmla="*/ 409903 h 1418896"/>
                        <a:gd name="connsiteX14-29" fmla="*/ 441434 w 3731172"/>
                        <a:gd name="connsiteY14-30" fmla="*/ 10510 h 1418896"/>
                        <a:gd name="connsiteX15-31" fmla="*/ 441434 w 3731172"/>
                        <a:gd name="connsiteY15-32" fmla="*/ 10510 h 1418896"/>
                        <a:gd name="connsiteX0-33" fmla="*/ 168165 w 3731172"/>
                        <a:gd name="connsiteY0-34" fmla="*/ 73572 h 1418896"/>
                        <a:gd name="connsiteX1-35" fmla="*/ 451945 w 3731172"/>
                        <a:gd name="connsiteY1-36" fmla="*/ 0 h 1418896"/>
                        <a:gd name="connsiteX2-37" fmla="*/ 1881352 w 3731172"/>
                        <a:gd name="connsiteY2-38" fmla="*/ 599089 h 1418896"/>
                        <a:gd name="connsiteX3-39" fmla="*/ 3363310 w 3731172"/>
                        <a:gd name="connsiteY3-40" fmla="*/ 0 h 1418896"/>
                        <a:gd name="connsiteX4-41" fmla="*/ 3584027 w 3731172"/>
                        <a:gd name="connsiteY4-42" fmla="*/ 73572 h 1418896"/>
                        <a:gd name="connsiteX5-43" fmla="*/ 2627586 w 3731172"/>
                        <a:gd name="connsiteY5-44" fmla="*/ 441434 h 1418896"/>
                        <a:gd name="connsiteX6-45" fmla="*/ 2596055 w 3731172"/>
                        <a:gd name="connsiteY6-46" fmla="*/ 914400 h 1418896"/>
                        <a:gd name="connsiteX7-47" fmla="*/ 3731172 w 3731172"/>
                        <a:gd name="connsiteY7-48" fmla="*/ 1345324 h 1418896"/>
                        <a:gd name="connsiteX8-49" fmla="*/ 3447393 w 3731172"/>
                        <a:gd name="connsiteY8-50" fmla="*/ 1408386 h 1418896"/>
                        <a:gd name="connsiteX9-51" fmla="*/ 1870841 w 3731172"/>
                        <a:gd name="connsiteY9-52" fmla="*/ 746234 h 1418896"/>
                        <a:gd name="connsiteX10-53" fmla="*/ 262758 w 3731172"/>
                        <a:gd name="connsiteY10-54" fmla="*/ 1418896 h 1418896"/>
                        <a:gd name="connsiteX11-55" fmla="*/ 0 w 3731172"/>
                        <a:gd name="connsiteY11-56" fmla="*/ 1324303 h 1418896"/>
                        <a:gd name="connsiteX12-57" fmla="*/ 1145627 w 3731172"/>
                        <a:gd name="connsiteY12-58" fmla="*/ 882869 h 1418896"/>
                        <a:gd name="connsiteX13-59" fmla="*/ 1114096 w 3731172"/>
                        <a:gd name="connsiteY13-60" fmla="*/ 409903 h 1418896"/>
                        <a:gd name="connsiteX14-61" fmla="*/ 441434 w 3731172"/>
                        <a:gd name="connsiteY14-62" fmla="*/ 10510 h 1418896"/>
                        <a:gd name="connsiteX0-63" fmla="*/ 168165 w 3731172"/>
                        <a:gd name="connsiteY0-64" fmla="*/ 73572 h 1418896"/>
                        <a:gd name="connsiteX1-65" fmla="*/ 451945 w 3731172"/>
                        <a:gd name="connsiteY1-66" fmla="*/ 0 h 1418896"/>
                        <a:gd name="connsiteX2-67" fmla="*/ 1881352 w 3731172"/>
                        <a:gd name="connsiteY2-68" fmla="*/ 599089 h 1418896"/>
                        <a:gd name="connsiteX3-69" fmla="*/ 3363310 w 3731172"/>
                        <a:gd name="connsiteY3-70" fmla="*/ 0 h 1418896"/>
                        <a:gd name="connsiteX4-71" fmla="*/ 3584027 w 3731172"/>
                        <a:gd name="connsiteY4-72" fmla="*/ 73572 h 1418896"/>
                        <a:gd name="connsiteX5-73" fmla="*/ 2627586 w 3731172"/>
                        <a:gd name="connsiteY5-74" fmla="*/ 441434 h 1418896"/>
                        <a:gd name="connsiteX6-75" fmla="*/ 2596055 w 3731172"/>
                        <a:gd name="connsiteY6-76" fmla="*/ 914400 h 1418896"/>
                        <a:gd name="connsiteX7-77" fmla="*/ 3731172 w 3731172"/>
                        <a:gd name="connsiteY7-78" fmla="*/ 1345324 h 1418896"/>
                        <a:gd name="connsiteX8-79" fmla="*/ 3447393 w 3731172"/>
                        <a:gd name="connsiteY8-80" fmla="*/ 1408386 h 1418896"/>
                        <a:gd name="connsiteX9-81" fmla="*/ 1870841 w 3731172"/>
                        <a:gd name="connsiteY9-82" fmla="*/ 746234 h 1418896"/>
                        <a:gd name="connsiteX10-83" fmla="*/ 262758 w 3731172"/>
                        <a:gd name="connsiteY10-84" fmla="*/ 1418896 h 1418896"/>
                        <a:gd name="connsiteX11-85" fmla="*/ 0 w 3731172"/>
                        <a:gd name="connsiteY11-86" fmla="*/ 1324303 h 1418896"/>
                        <a:gd name="connsiteX12-87" fmla="*/ 1145627 w 3731172"/>
                        <a:gd name="connsiteY12-88" fmla="*/ 882869 h 1418896"/>
                        <a:gd name="connsiteX13-89" fmla="*/ 1114096 w 3731172"/>
                        <a:gd name="connsiteY13-90" fmla="*/ 409903 h 1418896"/>
                        <a:gd name="connsiteX14-91" fmla="*/ 357351 w 3731172"/>
                        <a:gd name="connsiteY14-92" fmla="*/ 115613 h 1418896"/>
                        <a:gd name="connsiteX0-93" fmla="*/ 168165 w 3731172"/>
                        <a:gd name="connsiteY0-94" fmla="*/ 73572 h 1418896"/>
                        <a:gd name="connsiteX1-95" fmla="*/ 451945 w 3731172"/>
                        <a:gd name="connsiteY1-96" fmla="*/ 0 h 1418896"/>
                        <a:gd name="connsiteX2-97" fmla="*/ 1881352 w 3731172"/>
                        <a:gd name="connsiteY2-98" fmla="*/ 599089 h 1418896"/>
                        <a:gd name="connsiteX3-99" fmla="*/ 3363310 w 3731172"/>
                        <a:gd name="connsiteY3-100" fmla="*/ 0 h 1418896"/>
                        <a:gd name="connsiteX4-101" fmla="*/ 3584027 w 3731172"/>
                        <a:gd name="connsiteY4-102" fmla="*/ 73572 h 1418896"/>
                        <a:gd name="connsiteX5-103" fmla="*/ 2627586 w 3731172"/>
                        <a:gd name="connsiteY5-104" fmla="*/ 441434 h 1418896"/>
                        <a:gd name="connsiteX6-105" fmla="*/ 2596055 w 3731172"/>
                        <a:gd name="connsiteY6-106" fmla="*/ 914400 h 1418896"/>
                        <a:gd name="connsiteX7-107" fmla="*/ 3731172 w 3731172"/>
                        <a:gd name="connsiteY7-108" fmla="*/ 1345324 h 1418896"/>
                        <a:gd name="connsiteX8-109" fmla="*/ 3447393 w 3731172"/>
                        <a:gd name="connsiteY8-110" fmla="*/ 1408386 h 1418896"/>
                        <a:gd name="connsiteX9-111" fmla="*/ 1870841 w 3731172"/>
                        <a:gd name="connsiteY9-112" fmla="*/ 746234 h 1418896"/>
                        <a:gd name="connsiteX10-113" fmla="*/ 262758 w 3731172"/>
                        <a:gd name="connsiteY10-114" fmla="*/ 1418896 h 1418896"/>
                        <a:gd name="connsiteX11-115" fmla="*/ 0 w 3731172"/>
                        <a:gd name="connsiteY11-116" fmla="*/ 1324303 h 1418896"/>
                        <a:gd name="connsiteX12-117" fmla="*/ 1145627 w 3731172"/>
                        <a:gd name="connsiteY12-118" fmla="*/ 882869 h 1418896"/>
                        <a:gd name="connsiteX13-119" fmla="*/ 1114096 w 3731172"/>
                        <a:gd name="connsiteY13-120" fmla="*/ 409903 h 1418896"/>
                        <a:gd name="connsiteX14-121" fmla="*/ 147144 w 3731172"/>
                        <a:gd name="connsiteY14-122" fmla="*/ 63061 h 1418896"/>
                        <a:gd name="connsiteX0-123" fmla="*/ 168165 w 3731172"/>
                        <a:gd name="connsiteY0-124" fmla="*/ 73572 h 1418896"/>
                        <a:gd name="connsiteX1-125" fmla="*/ 451945 w 3731172"/>
                        <a:gd name="connsiteY1-126" fmla="*/ 0 h 1418896"/>
                        <a:gd name="connsiteX2-127" fmla="*/ 1881352 w 3731172"/>
                        <a:gd name="connsiteY2-128" fmla="*/ 599089 h 1418896"/>
                        <a:gd name="connsiteX3-129" fmla="*/ 3363310 w 3731172"/>
                        <a:gd name="connsiteY3-130" fmla="*/ 0 h 1418896"/>
                        <a:gd name="connsiteX4-131" fmla="*/ 3584027 w 3731172"/>
                        <a:gd name="connsiteY4-132" fmla="*/ 73572 h 1418896"/>
                        <a:gd name="connsiteX5-133" fmla="*/ 2627586 w 3731172"/>
                        <a:gd name="connsiteY5-134" fmla="*/ 441434 h 1418896"/>
                        <a:gd name="connsiteX6-135" fmla="*/ 2596055 w 3731172"/>
                        <a:gd name="connsiteY6-136" fmla="*/ 914400 h 1418896"/>
                        <a:gd name="connsiteX7-137" fmla="*/ 3731172 w 3731172"/>
                        <a:gd name="connsiteY7-138" fmla="*/ 1345324 h 1418896"/>
                        <a:gd name="connsiteX8-139" fmla="*/ 3447393 w 3731172"/>
                        <a:gd name="connsiteY8-140" fmla="*/ 1408386 h 1418896"/>
                        <a:gd name="connsiteX9-141" fmla="*/ 1870841 w 3731172"/>
                        <a:gd name="connsiteY9-142" fmla="*/ 746234 h 1418896"/>
                        <a:gd name="connsiteX10-143" fmla="*/ 262758 w 3731172"/>
                        <a:gd name="connsiteY10-144" fmla="*/ 1418896 h 1418896"/>
                        <a:gd name="connsiteX11-145" fmla="*/ 0 w 3731172"/>
                        <a:gd name="connsiteY11-146" fmla="*/ 1324303 h 1418896"/>
                        <a:gd name="connsiteX12-147" fmla="*/ 1145627 w 3731172"/>
                        <a:gd name="connsiteY12-148" fmla="*/ 882869 h 1418896"/>
                        <a:gd name="connsiteX13-149" fmla="*/ 1114096 w 3731172"/>
                        <a:gd name="connsiteY13-150" fmla="*/ 420413 h 1418896"/>
                        <a:gd name="connsiteX14-151" fmla="*/ 147144 w 3731172"/>
                        <a:gd name="connsiteY14-152" fmla="*/ 63061 h 1418896"/>
                        <a:gd name="connsiteX0-153" fmla="*/ 168165 w 3731172"/>
                        <a:gd name="connsiteY0-154" fmla="*/ 73572 h 1418896"/>
                        <a:gd name="connsiteX1-155" fmla="*/ 451945 w 3731172"/>
                        <a:gd name="connsiteY1-156" fmla="*/ 0 h 1418896"/>
                        <a:gd name="connsiteX2-157" fmla="*/ 1881352 w 3731172"/>
                        <a:gd name="connsiteY2-158" fmla="*/ 599089 h 1418896"/>
                        <a:gd name="connsiteX3-159" fmla="*/ 3363310 w 3731172"/>
                        <a:gd name="connsiteY3-160" fmla="*/ 0 h 1418896"/>
                        <a:gd name="connsiteX4-161" fmla="*/ 3584027 w 3731172"/>
                        <a:gd name="connsiteY4-162" fmla="*/ 73572 h 1418896"/>
                        <a:gd name="connsiteX5-163" fmla="*/ 2627586 w 3731172"/>
                        <a:gd name="connsiteY5-164" fmla="*/ 441434 h 1418896"/>
                        <a:gd name="connsiteX6-165" fmla="*/ 2596055 w 3731172"/>
                        <a:gd name="connsiteY6-166" fmla="*/ 914400 h 1418896"/>
                        <a:gd name="connsiteX7-167" fmla="*/ 3731172 w 3731172"/>
                        <a:gd name="connsiteY7-168" fmla="*/ 1345324 h 1418896"/>
                        <a:gd name="connsiteX8-169" fmla="*/ 3447393 w 3731172"/>
                        <a:gd name="connsiteY8-170" fmla="*/ 1408386 h 1418896"/>
                        <a:gd name="connsiteX9-171" fmla="*/ 1870841 w 3731172"/>
                        <a:gd name="connsiteY9-172" fmla="*/ 746234 h 1418896"/>
                        <a:gd name="connsiteX10-173" fmla="*/ 262758 w 3731172"/>
                        <a:gd name="connsiteY10-174" fmla="*/ 1418896 h 1418896"/>
                        <a:gd name="connsiteX11-175" fmla="*/ 0 w 3731172"/>
                        <a:gd name="connsiteY11-176" fmla="*/ 1324303 h 1418896"/>
                        <a:gd name="connsiteX12-177" fmla="*/ 1145627 w 3731172"/>
                        <a:gd name="connsiteY12-178" fmla="*/ 882869 h 1418896"/>
                        <a:gd name="connsiteX13-179" fmla="*/ 1114096 w 3731172"/>
                        <a:gd name="connsiteY13-180" fmla="*/ 420413 h 1418896"/>
                        <a:gd name="connsiteX14-181" fmla="*/ 189185 w 3731172"/>
                        <a:gd name="connsiteY14-182" fmla="*/ 84081 h 1418896"/>
                        <a:gd name="connsiteX0-183" fmla="*/ 168165 w 3731172"/>
                        <a:gd name="connsiteY0-184" fmla="*/ 73572 h 1418896"/>
                        <a:gd name="connsiteX1-185" fmla="*/ 451945 w 3731172"/>
                        <a:gd name="connsiteY1-186" fmla="*/ 0 h 1418896"/>
                        <a:gd name="connsiteX2-187" fmla="*/ 1881352 w 3731172"/>
                        <a:gd name="connsiteY2-188" fmla="*/ 599089 h 1418896"/>
                        <a:gd name="connsiteX3-189" fmla="*/ 3363310 w 3731172"/>
                        <a:gd name="connsiteY3-190" fmla="*/ 0 h 1418896"/>
                        <a:gd name="connsiteX4-191" fmla="*/ 3584027 w 3731172"/>
                        <a:gd name="connsiteY4-192" fmla="*/ 73572 h 1418896"/>
                        <a:gd name="connsiteX5-193" fmla="*/ 2627586 w 3731172"/>
                        <a:gd name="connsiteY5-194" fmla="*/ 441434 h 1418896"/>
                        <a:gd name="connsiteX6-195" fmla="*/ 2596055 w 3731172"/>
                        <a:gd name="connsiteY6-196" fmla="*/ 914400 h 1418896"/>
                        <a:gd name="connsiteX7-197" fmla="*/ 3731172 w 3731172"/>
                        <a:gd name="connsiteY7-198" fmla="*/ 1345324 h 1418896"/>
                        <a:gd name="connsiteX8-199" fmla="*/ 3447393 w 3731172"/>
                        <a:gd name="connsiteY8-200" fmla="*/ 1408386 h 1418896"/>
                        <a:gd name="connsiteX9-201" fmla="*/ 1870841 w 3731172"/>
                        <a:gd name="connsiteY9-202" fmla="*/ 746234 h 1418896"/>
                        <a:gd name="connsiteX10-203" fmla="*/ 262758 w 3731172"/>
                        <a:gd name="connsiteY10-204" fmla="*/ 1418896 h 1418896"/>
                        <a:gd name="connsiteX11-205" fmla="*/ 0 w 3731172"/>
                        <a:gd name="connsiteY11-206" fmla="*/ 1324303 h 1418896"/>
                        <a:gd name="connsiteX12-207" fmla="*/ 1145627 w 3731172"/>
                        <a:gd name="connsiteY12-208" fmla="*/ 882869 h 1418896"/>
                        <a:gd name="connsiteX13-209" fmla="*/ 1114096 w 3731172"/>
                        <a:gd name="connsiteY13-210" fmla="*/ 420413 h 1418896"/>
                        <a:gd name="connsiteX14-211" fmla="*/ 189185 w 3731172"/>
                        <a:gd name="connsiteY14-212" fmla="*/ 84081 h 1418896"/>
                        <a:gd name="connsiteX15-213" fmla="*/ 168165 w 3731172"/>
                        <a:gd name="connsiteY15-214" fmla="*/ 73572 h 1418896"/>
                        <a:gd name="connsiteX0-215" fmla="*/ 168165 w 3731172"/>
                        <a:gd name="connsiteY0-216" fmla="*/ 73572 h 1418896"/>
                        <a:gd name="connsiteX1-217" fmla="*/ 451945 w 3731172"/>
                        <a:gd name="connsiteY1-218" fmla="*/ 0 h 1418896"/>
                        <a:gd name="connsiteX2-219" fmla="*/ 1881352 w 3731172"/>
                        <a:gd name="connsiteY2-220" fmla="*/ 599089 h 1418896"/>
                        <a:gd name="connsiteX3-221" fmla="*/ 3363310 w 3731172"/>
                        <a:gd name="connsiteY3-222" fmla="*/ 0 h 1418896"/>
                        <a:gd name="connsiteX4-223" fmla="*/ 3584027 w 3731172"/>
                        <a:gd name="connsiteY4-224" fmla="*/ 73572 h 1418896"/>
                        <a:gd name="connsiteX5-225" fmla="*/ 2627586 w 3731172"/>
                        <a:gd name="connsiteY5-226" fmla="*/ 441434 h 1418896"/>
                        <a:gd name="connsiteX6-227" fmla="*/ 2596055 w 3731172"/>
                        <a:gd name="connsiteY6-228" fmla="*/ 914400 h 1418896"/>
                        <a:gd name="connsiteX7-229" fmla="*/ 3731172 w 3731172"/>
                        <a:gd name="connsiteY7-230" fmla="*/ 1345324 h 1418896"/>
                        <a:gd name="connsiteX8-231" fmla="*/ 3447393 w 3731172"/>
                        <a:gd name="connsiteY8-232" fmla="*/ 1408386 h 1418896"/>
                        <a:gd name="connsiteX9-233" fmla="*/ 1870841 w 3731172"/>
                        <a:gd name="connsiteY9-234" fmla="*/ 746234 h 1418896"/>
                        <a:gd name="connsiteX10-235" fmla="*/ 262758 w 3731172"/>
                        <a:gd name="connsiteY10-236" fmla="*/ 1418896 h 1418896"/>
                        <a:gd name="connsiteX11-237" fmla="*/ 0 w 3731172"/>
                        <a:gd name="connsiteY11-238" fmla="*/ 1324303 h 1418896"/>
                        <a:gd name="connsiteX12-239" fmla="*/ 1145627 w 3731172"/>
                        <a:gd name="connsiteY12-240" fmla="*/ 882869 h 1418896"/>
                        <a:gd name="connsiteX13-241" fmla="*/ 1156137 w 3731172"/>
                        <a:gd name="connsiteY13-242" fmla="*/ 441434 h 1418896"/>
                        <a:gd name="connsiteX14-243" fmla="*/ 189185 w 3731172"/>
                        <a:gd name="connsiteY14-244" fmla="*/ 84081 h 1418896"/>
                        <a:gd name="connsiteX15-245" fmla="*/ 168165 w 3731172"/>
                        <a:gd name="connsiteY15-246" fmla="*/ 73572 h 1418896"/>
                        <a:gd name="connsiteX0-247" fmla="*/ 168165 w 3731172"/>
                        <a:gd name="connsiteY0-248" fmla="*/ 73572 h 1418896"/>
                        <a:gd name="connsiteX1-249" fmla="*/ 451945 w 3731172"/>
                        <a:gd name="connsiteY1-250" fmla="*/ 0 h 1418896"/>
                        <a:gd name="connsiteX2-251" fmla="*/ 1881352 w 3731172"/>
                        <a:gd name="connsiteY2-252" fmla="*/ 599089 h 1418896"/>
                        <a:gd name="connsiteX3-253" fmla="*/ 3363310 w 3731172"/>
                        <a:gd name="connsiteY3-254" fmla="*/ 0 h 1418896"/>
                        <a:gd name="connsiteX4-255" fmla="*/ 3584027 w 3731172"/>
                        <a:gd name="connsiteY4-256" fmla="*/ 73572 h 1418896"/>
                        <a:gd name="connsiteX5-257" fmla="*/ 2627586 w 3731172"/>
                        <a:gd name="connsiteY5-258" fmla="*/ 441434 h 1418896"/>
                        <a:gd name="connsiteX6-259" fmla="*/ 2596055 w 3731172"/>
                        <a:gd name="connsiteY6-260" fmla="*/ 914400 h 1418896"/>
                        <a:gd name="connsiteX7-261" fmla="*/ 3731172 w 3731172"/>
                        <a:gd name="connsiteY7-262" fmla="*/ 1345324 h 1418896"/>
                        <a:gd name="connsiteX8-263" fmla="*/ 3447393 w 3731172"/>
                        <a:gd name="connsiteY8-264" fmla="*/ 1408386 h 1418896"/>
                        <a:gd name="connsiteX9-265" fmla="*/ 1870841 w 3731172"/>
                        <a:gd name="connsiteY9-266" fmla="*/ 746234 h 1418896"/>
                        <a:gd name="connsiteX10-267" fmla="*/ 262758 w 3731172"/>
                        <a:gd name="connsiteY10-268" fmla="*/ 1418896 h 1418896"/>
                        <a:gd name="connsiteX11-269" fmla="*/ 0 w 3731172"/>
                        <a:gd name="connsiteY11-270" fmla="*/ 1324303 h 1418896"/>
                        <a:gd name="connsiteX12-271" fmla="*/ 1145627 w 3731172"/>
                        <a:gd name="connsiteY12-272" fmla="*/ 882869 h 1418896"/>
                        <a:gd name="connsiteX13-273" fmla="*/ 1145626 w 3731172"/>
                        <a:gd name="connsiteY13-274" fmla="*/ 451945 h 1418896"/>
                        <a:gd name="connsiteX14-275" fmla="*/ 189185 w 3731172"/>
                        <a:gd name="connsiteY14-276" fmla="*/ 84081 h 1418896"/>
                        <a:gd name="connsiteX15-277" fmla="*/ 168165 w 3731172"/>
                        <a:gd name="connsiteY15-278" fmla="*/ 73572 h 1418896"/>
                        <a:gd name="connsiteX0-279" fmla="*/ 168165 w 3731172"/>
                        <a:gd name="connsiteY0-280" fmla="*/ 73572 h 1418896"/>
                        <a:gd name="connsiteX1-281" fmla="*/ 451945 w 3731172"/>
                        <a:gd name="connsiteY1-282" fmla="*/ 0 h 1418896"/>
                        <a:gd name="connsiteX2-283" fmla="*/ 1881352 w 3731172"/>
                        <a:gd name="connsiteY2-284" fmla="*/ 599089 h 1418896"/>
                        <a:gd name="connsiteX3-285" fmla="*/ 3363310 w 3731172"/>
                        <a:gd name="connsiteY3-286" fmla="*/ 0 h 1418896"/>
                        <a:gd name="connsiteX4-287" fmla="*/ 3584027 w 3731172"/>
                        <a:gd name="connsiteY4-288" fmla="*/ 73572 h 1418896"/>
                        <a:gd name="connsiteX5-289" fmla="*/ 2627586 w 3731172"/>
                        <a:gd name="connsiteY5-290" fmla="*/ 441434 h 1418896"/>
                        <a:gd name="connsiteX6-291" fmla="*/ 2596055 w 3731172"/>
                        <a:gd name="connsiteY6-292" fmla="*/ 914400 h 1418896"/>
                        <a:gd name="connsiteX7-293" fmla="*/ 3731172 w 3731172"/>
                        <a:gd name="connsiteY7-294" fmla="*/ 1345324 h 1418896"/>
                        <a:gd name="connsiteX8-295" fmla="*/ 3447393 w 3731172"/>
                        <a:gd name="connsiteY8-296" fmla="*/ 1408386 h 1418896"/>
                        <a:gd name="connsiteX9-297" fmla="*/ 1870841 w 3731172"/>
                        <a:gd name="connsiteY9-298" fmla="*/ 746234 h 1418896"/>
                        <a:gd name="connsiteX10-299" fmla="*/ 262758 w 3731172"/>
                        <a:gd name="connsiteY10-300" fmla="*/ 1418896 h 1418896"/>
                        <a:gd name="connsiteX11-301" fmla="*/ 0 w 3731172"/>
                        <a:gd name="connsiteY11-302" fmla="*/ 1324303 h 1418896"/>
                        <a:gd name="connsiteX12-303" fmla="*/ 1145627 w 3731172"/>
                        <a:gd name="connsiteY12-304" fmla="*/ 903890 h 1418896"/>
                        <a:gd name="connsiteX13-305" fmla="*/ 1145626 w 3731172"/>
                        <a:gd name="connsiteY13-306" fmla="*/ 451945 h 1418896"/>
                        <a:gd name="connsiteX14-307" fmla="*/ 189185 w 3731172"/>
                        <a:gd name="connsiteY14-308" fmla="*/ 84081 h 1418896"/>
                        <a:gd name="connsiteX15-309" fmla="*/ 168165 w 3731172"/>
                        <a:gd name="connsiteY15-310" fmla="*/ 73572 h 1418896"/>
                        <a:gd name="connsiteX0-311" fmla="*/ 147144 w 3710151"/>
                        <a:gd name="connsiteY0-312" fmla="*/ 73572 h 1418896"/>
                        <a:gd name="connsiteX1-313" fmla="*/ 430924 w 3710151"/>
                        <a:gd name="connsiteY1-314" fmla="*/ 0 h 1418896"/>
                        <a:gd name="connsiteX2-315" fmla="*/ 1860331 w 3710151"/>
                        <a:gd name="connsiteY2-316" fmla="*/ 599089 h 1418896"/>
                        <a:gd name="connsiteX3-317" fmla="*/ 3342289 w 3710151"/>
                        <a:gd name="connsiteY3-318" fmla="*/ 0 h 1418896"/>
                        <a:gd name="connsiteX4-319" fmla="*/ 3563006 w 3710151"/>
                        <a:gd name="connsiteY4-320" fmla="*/ 73572 h 1418896"/>
                        <a:gd name="connsiteX5-321" fmla="*/ 2606565 w 3710151"/>
                        <a:gd name="connsiteY5-322" fmla="*/ 441434 h 1418896"/>
                        <a:gd name="connsiteX6-323" fmla="*/ 2575034 w 3710151"/>
                        <a:gd name="connsiteY6-324" fmla="*/ 914400 h 1418896"/>
                        <a:gd name="connsiteX7-325" fmla="*/ 3710151 w 3710151"/>
                        <a:gd name="connsiteY7-326" fmla="*/ 1345324 h 1418896"/>
                        <a:gd name="connsiteX8-327" fmla="*/ 3426372 w 3710151"/>
                        <a:gd name="connsiteY8-328" fmla="*/ 1408386 h 1418896"/>
                        <a:gd name="connsiteX9-329" fmla="*/ 1849820 w 3710151"/>
                        <a:gd name="connsiteY9-330" fmla="*/ 746234 h 1418896"/>
                        <a:gd name="connsiteX10-331" fmla="*/ 241737 w 3710151"/>
                        <a:gd name="connsiteY10-332" fmla="*/ 1418896 h 1418896"/>
                        <a:gd name="connsiteX11-333" fmla="*/ 0 w 3710151"/>
                        <a:gd name="connsiteY11-334" fmla="*/ 1334814 h 1418896"/>
                        <a:gd name="connsiteX12-335" fmla="*/ 1124606 w 3710151"/>
                        <a:gd name="connsiteY12-336" fmla="*/ 903890 h 1418896"/>
                        <a:gd name="connsiteX13-337" fmla="*/ 1124605 w 3710151"/>
                        <a:gd name="connsiteY13-338" fmla="*/ 451945 h 1418896"/>
                        <a:gd name="connsiteX14-339" fmla="*/ 168164 w 3710151"/>
                        <a:gd name="connsiteY14-340" fmla="*/ 84081 h 1418896"/>
                        <a:gd name="connsiteX15-341" fmla="*/ 147144 w 3710151"/>
                        <a:gd name="connsiteY15-342" fmla="*/ 73572 h 1418896"/>
                        <a:gd name="connsiteX0-343" fmla="*/ 147144 w 3710151"/>
                        <a:gd name="connsiteY0-344" fmla="*/ 73572 h 1418896"/>
                        <a:gd name="connsiteX1-345" fmla="*/ 430924 w 3710151"/>
                        <a:gd name="connsiteY1-346" fmla="*/ 0 h 1418896"/>
                        <a:gd name="connsiteX2-347" fmla="*/ 1860331 w 3710151"/>
                        <a:gd name="connsiteY2-348" fmla="*/ 599089 h 1418896"/>
                        <a:gd name="connsiteX3-349" fmla="*/ 3342289 w 3710151"/>
                        <a:gd name="connsiteY3-350" fmla="*/ 0 h 1418896"/>
                        <a:gd name="connsiteX4-351" fmla="*/ 3563006 w 3710151"/>
                        <a:gd name="connsiteY4-352" fmla="*/ 73572 h 1418896"/>
                        <a:gd name="connsiteX5-353" fmla="*/ 2606565 w 3710151"/>
                        <a:gd name="connsiteY5-354" fmla="*/ 441434 h 1418896"/>
                        <a:gd name="connsiteX6-355" fmla="*/ 2606565 w 3710151"/>
                        <a:gd name="connsiteY6-356" fmla="*/ 924910 h 1418896"/>
                        <a:gd name="connsiteX7-357" fmla="*/ 3710151 w 3710151"/>
                        <a:gd name="connsiteY7-358" fmla="*/ 1345324 h 1418896"/>
                        <a:gd name="connsiteX8-359" fmla="*/ 3426372 w 3710151"/>
                        <a:gd name="connsiteY8-360" fmla="*/ 1408386 h 1418896"/>
                        <a:gd name="connsiteX9-361" fmla="*/ 1849820 w 3710151"/>
                        <a:gd name="connsiteY9-362" fmla="*/ 746234 h 1418896"/>
                        <a:gd name="connsiteX10-363" fmla="*/ 241737 w 3710151"/>
                        <a:gd name="connsiteY10-364" fmla="*/ 1418896 h 1418896"/>
                        <a:gd name="connsiteX11-365" fmla="*/ 0 w 3710151"/>
                        <a:gd name="connsiteY11-366" fmla="*/ 1334814 h 1418896"/>
                        <a:gd name="connsiteX12-367" fmla="*/ 1124606 w 3710151"/>
                        <a:gd name="connsiteY12-368" fmla="*/ 903890 h 1418896"/>
                        <a:gd name="connsiteX13-369" fmla="*/ 1124605 w 3710151"/>
                        <a:gd name="connsiteY13-370" fmla="*/ 451945 h 1418896"/>
                        <a:gd name="connsiteX14-371" fmla="*/ 168164 w 3710151"/>
                        <a:gd name="connsiteY14-372" fmla="*/ 84081 h 1418896"/>
                        <a:gd name="connsiteX15-373" fmla="*/ 147144 w 3710151"/>
                        <a:gd name="connsiteY15-374" fmla="*/ 73572 h 1418896"/>
                        <a:gd name="connsiteX0-375" fmla="*/ 147144 w 3710151"/>
                        <a:gd name="connsiteY0-376" fmla="*/ 73572 h 1418896"/>
                        <a:gd name="connsiteX1-377" fmla="*/ 430924 w 3710151"/>
                        <a:gd name="connsiteY1-378" fmla="*/ 0 h 1418896"/>
                        <a:gd name="connsiteX2-379" fmla="*/ 1860331 w 3710151"/>
                        <a:gd name="connsiteY2-380" fmla="*/ 599089 h 1418896"/>
                        <a:gd name="connsiteX3-381" fmla="*/ 3342289 w 3710151"/>
                        <a:gd name="connsiteY3-382" fmla="*/ 0 h 1418896"/>
                        <a:gd name="connsiteX4-383" fmla="*/ 3563006 w 3710151"/>
                        <a:gd name="connsiteY4-384" fmla="*/ 73572 h 1418896"/>
                        <a:gd name="connsiteX5-385" fmla="*/ 2606565 w 3710151"/>
                        <a:gd name="connsiteY5-386" fmla="*/ 441434 h 1418896"/>
                        <a:gd name="connsiteX6-387" fmla="*/ 2610282 w 3710151"/>
                        <a:gd name="connsiteY6-388" fmla="*/ 902607 h 1418896"/>
                        <a:gd name="connsiteX7-389" fmla="*/ 3710151 w 3710151"/>
                        <a:gd name="connsiteY7-390" fmla="*/ 1345324 h 1418896"/>
                        <a:gd name="connsiteX8-391" fmla="*/ 3426372 w 3710151"/>
                        <a:gd name="connsiteY8-392" fmla="*/ 1408386 h 1418896"/>
                        <a:gd name="connsiteX9-393" fmla="*/ 1849820 w 3710151"/>
                        <a:gd name="connsiteY9-394" fmla="*/ 746234 h 1418896"/>
                        <a:gd name="connsiteX10-395" fmla="*/ 241737 w 3710151"/>
                        <a:gd name="connsiteY10-396" fmla="*/ 1418896 h 1418896"/>
                        <a:gd name="connsiteX11-397" fmla="*/ 0 w 3710151"/>
                        <a:gd name="connsiteY11-398" fmla="*/ 1334814 h 1418896"/>
                        <a:gd name="connsiteX12-399" fmla="*/ 1124606 w 3710151"/>
                        <a:gd name="connsiteY12-400" fmla="*/ 903890 h 1418896"/>
                        <a:gd name="connsiteX13-401" fmla="*/ 1124605 w 3710151"/>
                        <a:gd name="connsiteY13-402" fmla="*/ 451945 h 1418896"/>
                        <a:gd name="connsiteX14-403" fmla="*/ 168164 w 3710151"/>
                        <a:gd name="connsiteY14-404" fmla="*/ 84081 h 1418896"/>
                        <a:gd name="connsiteX15-405" fmla="*/ 147144 w 3710151"/>
                        <a:gd name="connsiteY15-406" fmla="*/ 73572 h 1418896"/>
                        <a:gd name="connsiteX0-407" fmla="*/ 147144 w 3710151"/>
                        <a:gd name="connsiteY0-408" fmla="*/ 73572 h 1418896"/>
                        <a:gd name="connsiteX1-409" fmla="*/ 430924 w 3710151"/>
                        <a:gd name="connsiteY1-410" fmla="*/ 0 h 1418896"/>
                        <a:gd name="connsiteX2-411" fmla="*/ 1860331 w 3710151"/>
                        <a:gd name="connsiteY2-412" fmla="*/ 599089 h 1418896"/>
                        <a:gd name="connsiteX3-413" fmla="*/ 3342289 w 3710151"/>
                        <a:gd name="connsiteY3-414" fmla="*/ 0 h 1418896"/>
                        <a:gd name="connsiteX4-415" fmla="*/ 3563006 w 3710151"/>
                        <a:gd name="connsiteY4-416" fmla="*/ 73572 h 1418896"/>
                        <a:gd name="connsiteX5-417" fmla="*/ 2617717 w 3710151"/>
                        <a:gd name="connsiteY5-418" fmla="*/ 445151 h 1418896"/>
                        <a:gd name="connsiteX6-419" fmla="*/ 2610282 w 3710151"/>
                        <a:gd name="connsiteY6-420" fmla="*/ 902607 h 1418896"/>
                        <a:gd name="connsiteX7-421" fmla="*/ 3710151 w 3710151"/>
                        <a:gd name="connsiteY7-422" fmla="*/ 1345324 h 1418896"/>
                        <a:gd name="connsiteX8-423" fmla="*/ 3426372 w 3710151"/>
                        <a:gd name="connsiteY8-424" fmla="*/ 1408386 h 1418896"/>
                        <a:gd name="connsiteX9-425" fmla="*/ 1849820 w 3710151"/>
                        <a:gd name="connsiteY9-426" fmla="*/ 746234 h 1418896"/>
                        <a:gd name="connsiteX10-427" fmla="*/ 241737 w 3710151"/>
                        <a:gd name="connsiteY10-428" fmla="*/ 1418896 h 1418896"/>
                        <a:gd name="connsiteX11-429" fmla="*/ 0 w 3710151"/>
                        <a:gd name="connsiteY11-430" fmla="*/ 1334814 h 1418896"/>
                        <a:gd name="connsiteX12-431" fmla="*/ 1124606 w 3710151"/>
                        <a:gd name="connsiteY12-432" fmla="*/ 903890 h 1418896"/>
                        <a:gd name="connsiteX13-433" fmla="*/ 1124605 w 3710151"/>
                        <a:gd name="connsiteY13-434" fmla="*/ 451945 h 1418896"/>
                        <a:gd name="connsiteX14-435" fmla="*/ 168164 w 3710151"/>
                        <a:gd name="connsiteY14-436" fmla="*/ 84081 h 1418896"/>
                        <a:gd name="connsiteX15-437" fmla="*/ 147144 w 3710151"/>
                        <a:gd name="connsiteY15-438" fmla="*/ 73572 h 1418896"/>
                        <a:gd name="connsiteX0-439" fmla="*/ 147144 w 3710151"/>
                        <a:gd name="connsiteY0-440" fmla="*/ 73572 h 1418896"/>
                        <a:gd name="connsiteX1-441" fmla="*/ 430924 w 3710151"/>
                        <a:gd name="connsiteY1-442" fmla="*/ 0 h 1418896"/>
                        <a:gd name="connsiteX2-443" fmla="*/ 1860331 w 3710151"/>
                        <a:gd name="connsiteY2-444" fmla="*/ 599089 h 1418896"/>
                        <a:gd name="connsiteX3-445" fmla="*/ 3342289 w 3710151"/>
                        <a:gd name="connsiteY3-446" fmla="*/ 0 h 1418896"/>
                        <a:gd name="connsiteX4-447" fmla="*/ 3563006 w 3710151"/>
                        <a:gd name="connsiteY4-448" fmla="*/ 73572 h 1418896"/>
                        <a:gd name="connsiteX5-449" fmla="*/ 2617717 w 3710151"/>
                        <a:gd name="connsiteY5-450" fmla="*/ 448868 h 1418896"/>
                        <a:gd name="connsiteX6-451" fmla="*/ 2610282 w 3710151"/>
                        <a:gd name="connsiteY6-452" fmla="*/ 902607 h 1418896"/>
                        <a:gd name="connsiteX7-453" fmla="*/ 3710151 w 3710151"/>
                        <a:gd name="connsiteY7-454" fmla="*/ 1345324 h 1418896"/>
                        <a:gd name="connsiteX8-455" fmla="*/ 3426372 w 3710151"/>
                        <a:gd name="connsiteY8-456" fmla="*/ 1408386 h 1418896"/>
                        <a:gd name="connsiteX9-457" fmla="*/ 1849820 w 3710151"/>
                        <a:gd name="connsiteY9-458" fmla="*/ 746234 h 1418896"/>
                        <a:gd name="connsiteX10-459" fmla="*/ 241737 w 3710151"/>
                        <a:gd name="connsiteY10-460" fmla="*/ 1418896 h 1418896"/>
                        <a:gd name="connsiteX11-461" fmla="*/ 0 w 3710151"/>
                        <a:gd name="connsiteY11-462" fmla="*/ 1334814 h 1418896"/>
                        <a:gd name="connsiteX12-463" fmla="*/ 1124606 w 3710151"/>
                        <a:gd name="connsiteY12-464" fmla="*/ 903890 h 1418896"/>
                        <a:gd name="connsiteX13-465" fmla="*/ 1124605 w 3710151"/>
                        <a:gd name="connsiteY13-466" fmla="*/ 451945 h 1418896"/>
                        <a:gd name="connsiteX14-467" fmla="*/ 168164 w 3710151"/>
                        <a:gd name="connsiteY14-468" fmla="*/ 84081 h 1418896"/>
                        <a:gd name="connsiteX15-469" fmla="*/ 147144 w 3710151"/>
                        <a:gd name="connsiteY15-470" fmla="*/ 73572 h 1418896"/>
                        <a:gd name="connsiteX0-471" fmla="*/ 147144 w 3710151"/>
                        <a:gd name="connsiteY0-472" fmla="*/ 73572 h 1418896"/>
                        <a:gd name="connsiteX1-473" fmla="*/ 430924 w 3710151"/>
                        <a:gd name="connsiteY1-474" fmla="*/ 0 h 1418896"/>
                        <a:gd name="connsiteX2-475" fmla="*/ 1838028 w 3710151"/>
                        <a:gd name="connsiteY2-476" fmla="*/ 591655 h 1418896"/>
                        <a:gd name="connsiteX3-477" fmla="*/ 3342289 w 3710151"/>
                        <a:gd name="connsiteY3-478" fmla="*/ 0 h 1418896"/>
                        <a:gd name="connsiteX4-479" fmla="*/ 3563006 w 3710151"/>
                        <a:gd name="connsiteY4-480" fmla="*/ 73572 h 1418896"/>
                        <a:gd name="connsiteX5-481" fmla="*/ 2617717 w 3710151"/>
                        <a:gd name="connsiteY5-482" fmla="*/ 448868 h 1418896"/>
                        <a:gd name="connsiteX6-483" fmla="*/ 2610282 w 3710151"/>
                        <a:gd name="connsiteY6-484" fmla="*/ 902607 h 1418896"/>
                        <a:gd name="connsiteX7-485" fmla="*/ 3710151 w 3710151"/>
                        <a:gd name="connsiteY7-486" fmla="*/ 1345324 h 1418896"/>
                        <a:gd name="connsiteX8-487" fmla="*/ 3426372 w 3710151"/>
                        <a:gd name="connsiteY8-488" fmla="*/ 1408386 h 1418896"/>
                        <a:gd name="connsiteX9-489" fmla="*/ 1849820 w 3710151"/>
                        <a:gd name="connsiteY9-490" fmla="*/ 746234 h 1418896"/>
                        <a:gd name="connsiteX10-491" fmla="*/ 241737 w 3710151"/>
                        <a:gd name="connsiteY10-492" fmla="*/ 1418896 h 1418896"/>
                        <a:gd name="connsiteX11-493" fmla="*/ 0 w 3710151"/>
                        <a:gd name="connsiteY11-494" fmla="*/ 1334814 h 1418896"/>
                        <a:gd name="connsiteX12-495" fmla="*/ 1124606 w 3710151"/>
                        <a:gd name="connsiteY12-496" fmla="*/ 903890 h 1418896"/>
                        <a:gd name="connsiteX13-497" fmla="*/ 1124605 w 3710151"/>
                        <a:gd name="connsiteY13-498" fmla="*/ 451945 h 1418896"/>
                        <a:gd name="connsiteX14-499" fmla="*/ 168164 w 3710151"/>
                        <a:gd name="connsiteY14-500" fmla="*/ 84081 h 1418896"/>
                        <a:gd name="connsiteX15-501" fmla="*/ 147144 w 3710151"/>
                        <a:gd name="connsiteY15-502" fmla="*/ 73572 h 1418896"/>
                        <a:gd name="connsiteX0-503" fmla="*/ 147144 w 3710151"/>
                        <a:gd name="connsiteY0-504" fmla="*/ 73572 h 1418896"/>
                        <a:gd name="connsiteX1-505" fmla="*/ 430924 w 3710151"/>
                        <a:gd name="connsiteY1-506" fmla="*/ 0 h 1418896"/>
                        <a:gd name="connsiteX2-507" fmla="*/ 1838028 w 3710151"/>
                        <a:gd name="connsiteY2-508" fmla="*/ 591655 h 1418896"/>
                        <a:gd name="connsiteX3-509" fmla="*/ 3342289 w 3710151"/>
                        <a:gd name="connsiteY3-510" fmla="*/ 0 h 1418896"/>
                        <a:gd name="connsiteX4-511" fmla="*/ 3563006 w 3710151"/>
                        <a:gd name="connsiteY4-512" fmla="*/ 73572 h 1418896"/>
                        <a:gd name="connsiteX5-513" fmla="*/ 2617717 w 3710151"/>
                        <a:gd name="connsiteY5-514" fmla="*/ 448868 h 1418896"/>
                        <a:gd name="connsiteX6-515" fmla="*/ 2610282 w 3710151"/>
                        <a:gd name="connsiteY6-516" fmla="*/ 902607 h 1418896"/>
                        <a:gd name="connsiteX7-517" fmla="*/ 3710151 w 3710151"/>
                        <a:gd name="connsiteY7-518" fmla="*/ 1345324 h 1418896"/>
                        <a:gd name="connsiteX8-519" fmla="*/ 3426372 w 3710151"/>
                        <a:gd name="connsiteY8-520" fmla="*/ 1408386 h 1418896"/>
                        <a:gd name="connsiteX9-521" fmla="*/ 1849820 w 3710151"/>
                        <a:gd name="connsiteY9-522" fmla="*/ 746234 h 1418896"/>
                        <a:gd name="connsiteX10-523" fmla="*/ 241737 w 3710151"/>
                        <a:gd name="connsiteY10-524" fmla="*/ 1418896 h 1418896"/>
                        <a:gd name="connsiteX11-525" fmla="*/ 0 w 3710151"/>
                        <a:gd name="connsiteY11-526" fmla="*/ 1334814 h 1418896"/>
                        <a:gd name="connsiteX12-527" fmla="*/ 1124606 w 3710151"/>
                        <a:gd name="connsiteY12-528" fmla="*/ 903890 h 1418896"/>
                        <a:gd name="connsiteX13-529" fmla="*/ 1087434 w 3710151"/>
                        <a:gd name="connsiteY13-530" fmla="*/ 451945 h 1418896"/>
                        <a:gd name="connsiteX14-531" fmla="*/ 168164 w 3710151"/>
                        <a:gd name="connsiteY14-532" fmla="*/ 84081 h 1418896"/>
                        <a:gd name="connsiteX15-533" fmla="*/ 147144 w 3710151"/>
                        <a:gd name="connsiteY15-534" fmla="*/ 73572 h 1418896"/>
                        <a:gd name="connsiteX0-535" fmla="*/ 147144 w 3710151"/>
                        <a:gd name="connsiteY0-536" fmla="*/ 73572 h 1418896"/>
                        <a:gd name="connsiteX1-537" fmla="*/ 430924 w 3710151"/>
                        <a:gd name="connsiteY1-538" fmla="*/ 0 h 1418896"/>
                        <a:gd name="connsiteX2-539" fmla="*/ 1838028 w 3710151"/>
                        <a:gd name="connsiteY2-540" fmla="*/ 591655 h 1418896"/>
                        <a:gd name="connsiteX3-541" fmla="*/ 3342289 w 3710151"/>
                        <a:gd name="connsiteY3-542" fmla="*/ 0 h 1418896"/>
                        <a:gd name="connsiteX4-543" fmla="*/ 3563006 w 3710151"/>
                        <a:gd name="connsiteY4-544" fmla="*/ 73572 h 1418896"/>
                        <a:gd name="connsiteX5-545" fmla="*/ 2617717 w 3710151"/>
                        <a:gd name="connsiteY5-546" fmla="*/ 448868 h 1418896"/>
                        <a:gd name="connsiteX6-547" fmla="*/ 2610282 w 3710151"/>
                        <a:gd name="connsiteY6-548" fmla="*/ 902607 h 1418896"/>
                        <a:gd name="connsiteX7-549" fmla="*/ 3710151 w 3710151"/>
                        <a:gd name="connsiteY7-550" fmla="*/ 1345324 h 1418896"/>
                        <a:gd name="connsiteX8-551" fmla="*/ 3426372 w 3710151"/>
                        <a:gd name="connsiteY8-552" fmla="*/ 1408386 h 1418896"/>
                        <a:gd name="connsiteX9-553" fmla="*/ 1849820 w 3710151"/>
                        <a:gd name="connsiteY9-554" fmla="*/ 746234 h 1418896"/>
                        <a:gd name="connsiteX10-555" fmla="*/ 241737 w 3710151"/>
                        <a:gd name="connsiteY10-556" fmla="*/ 1418896 h 1418896"/>
                        <a:gd name="connsiteX11-557" fmla="*/ 0 w 3710151"/>
                        <a:gd name="connsiteY11-558" fmla="*/ 1334814 h 1418896"/>
                        <a:gd name="connsiteX12-559" fmla="*/ 1098586 w 3710151"/>
                        <a:gd name="connsiteY12-560" fmla="*/ 903890 h 1418896"/>
                        <a:gd name="connsiteX13-561" fmla="*/ 1087434 w 3710151"/>
                        <a:gd name="connsiteY13-562" fmla="*/ 451945 h 1418896"/>
                        <a:gd name="connsiteX14-563" fmla="*/ 168164 w 3710151"/>
                        <a:gd name="connsiteY14-564" fmla="*/ 84081 h 1418896"/>
                        <a:gd name="connsiteX15-565" fmla="*/ 147144 w 3710151"/>
                        <a:gd name="connsiteY15-566" fmla="*/ 73572 h 1418896"/>
                        <a:gd name="connsiteX0-567" fmla="*/ 162012 w 3725019"/>
                        <a:gd name="connsiteY0-568" fmla="*/ 73572 h 1418896"/>
                        <a:gd name="connsiteX1-569" fmla="*/ 445792 w 3725019"/>
                        <a:gd name="connsiteY1-570" fmla="*/ 0 h 1418896"/>
                        <a:gd name="connsiteX2-571" fmla="*/ 1852896 w 3725019"/>
                        <a:gd name="connsiteY2-572" fmla="*/ 591655 h 1418896"/>
                        <a:gd name="connsiteX3-573" fmla="*/ 3357157 w 3725019"/>
                        <a:gd name="connsiteY3-574" fmla="*/ 0 h 1418896"/>
                        <a:gd name="connsiteX4-575" fmla="*/ 3577874 w 3725019"/>
                        <a:gd name="connsiteY4-576" fmla="*/ 73572 h 1418896"/>
                        <a:gd name="connsiteX5-577" fmla="*/ 2632585 w 3725019"/>
                        <a:gd name="connsiteY5-578" fmla="*/ 448868 h 1418896"/>
                        <a:gd name="connsiteX6-579" fmla="*/ 2625150 w 3725019"/>
                        <a:gd name="connsiteY6-580" fmla="*/ 902607 h 1418896"/>
                        <a:gd name="connsiteX7-581" fmla="*/ 3725019 w 3725019"/>
                        <a:gd name="connsiteY7-582" fmla="*/ 1345324 h 1418896"/>
                        <a:gd name="connsiteX8-583" fmla="*/ 3441240 w 3725019"/>
                        <a:gd name="connsiteY8-584" fmla="*/ 1408386 h 1418896"/>
                        <a:gd name="connsiteX9-585" fmla="*/ 1864688 w 3725019"/>
                        <a:gd name="connsiteY9-586" fmla="*/ 746234 h 1418896"/>
                        <a:gd name="connsiteX10-587" fmla="*/ 256605 w 3725019"/>
                        <a:gd name="connsiteY10-588" fmla="*/ 1418896 h 1418896"/>
                        <a:gd name="connsiteX11-589" fmla="*/ 0 w 3725019"/>
                        <a:gd name="connsiteY11-590" fmla="*/ 1331097 h 1418896"/>
                        <a:gd name="connsiteX12-591" fmla="*/ 1113454 w 3725019"/>
                        <a:gd name="connsiteY12-592" fmla="*/ 903890 h 1418896"/>
                        <a:gd name="connsiteX13-593" fmla="*/ 1102302 w 3725019"/>
                        <a:gd name="connsiteY13-594" fmla="*/ 451945 h 1418896"/>
                        <a:gd name="connsiteX14-595" fmla="*/ 183032 w 3725019"/>
                        <a:gd name="connsiteY14-596" fmla="*/ 84081 h 1418896"/>
                        <a:gd name="connsiteX15-597" fmla="*/ 162012 w 3725019"/>
                        <a:gd name="connsiteY15-598" fmla="*/ 73572 h 141889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  <a:cxn ang="0">
                          <a:pos x="connsiteX11-23" y="connsiteY11-24"/>
                        </a:cxn>
                        <a:cxn ang="0">
                          <a:pos x="connsiteX12-25" y="connsiteY12-26"/>
                        </a:cxn>
                        <a:cxn ang="0">
                          <a:pos x="connsiteX13-27" y="connsiteY13-28"/>
                        </a:cxn>
                        <a:cxn ang="0">
                          <a:pos x="connsiteX14-29" y="connsiteY14-30"/>
                        </a:cxn>
                        <a:cxn ang="0">
                          <a:pos x="connsiteX15-31" y="connsiteY15-32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479" name="Group 478"/>
                <p:cNvGrpSpPr/>
                <p:nvPr/>
              </p:nvGrpSpPr>
              <p:grpSpPr>
                <a:xfrm>
                  <a:off x="8676619" y="4967420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80" name="Freeform 479"/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-1" fmla="*/ 8187558 w 8187558"/>
                      <a:gd name="connsiteY0-2" fmla="*/ 0 h 2617076"/>
                      <a:gd name="connsiteX1-3" fmla="*/ 8187558 w 8187558"/>
                      <a:gd name="connsiteY1-4" fmla="*/ 1271752 h 2617076"/>
                      <a:gd name="connsiteX2-5" fmla="*/ 4025462 w 8187558"/>
                      <a:gd name="connsiteY2-6" fmla="*/ 2617076 h 2617076"/>
                      <a:gd name="connsiteX3-7" fmla="*/ 0 w 8187558"/>
                      <a:gd name="connsiteY3-8" fmla="*/ 1229711 h 2617076"/>
                      <a:gd name="connsiteX4-9" fmla="*/ 31531 w 8187558"/>
                      <a:gd name="connsiteY4-10" fmla="*/ 147145 h 2617076"/>
                      <a:gd name="connsiteX5-11" fmla="*/ 4046482 w 8187558"/>
                      <a:gd name="connsiteY5-12" fmla="*/ 1576552 h 2617076"/>
                      <a:gd name="connsiteX6-13" fmla="*/ 8187558 w 8187558"/>
                      <a:gd name="connsiteY6-14" fmla="*/ 0 h 2617076"/>
                      <a:gd name="connsiteX0-15" fmla="*/ 8187558 w 8187558"/>
                      <a:gd name="connsiteY0-16" fmla="*/ 0 h 2617076"/>
                      <a:gd name="connsiteX1-17" fmla="*/ 8187558 w 8187558"/>
                      <a:gd name="connsiteY1-18" fmla="*/ 1271752 h 2617076"/>
                      <a:gd name="connsiteX2-19" fmla="*/ 4025462 w 8187558"/>
                      <a:gd name="connsiteY2-20" fmla="*/ 2617076 h 2617076"/>
                      <a:gd name="connsiteX3-21" fmla="*/ 0 w 8187558"/>
                      <a:gd name="connsiteY3-22" fmla="*/ 1229711 h 2617076"/>
                      <a:gd name="connsiteX4-23" fmla="*/ 31531 w 8187558"/>
                      <a:gd name="connsiteY4-24" fmla="*/ 147145 h 2617076"/>
                      <a:gd name="connsiteX5-25" fmla="*/ 4046482 w 8187558"/>
                      <a:gd name="connsiteY5-26" fmla="*/ 1576552 h 2617076"/>
                      <a:gd name="connsiteX6-27" fmla="*/ 8187558 w 8187558"/>
                      <a:gd name="connsiteY6-28" fmla="*/ 0 h 2617076"/>
                      <a:gd name="connsiteX0-29" fmla="*/ 8187558 w 8187558"/>
                      <a:gd name="connsiteY0-30" fmla="*/ 0 h 2617076"/>
                      <a:gd name="connsiteX1-31" fmla="*/ 8187558 w 8187558"/>
                      <a:gd name="connsiteY1-32" fmla="*/ 1271752 h 2617076"/>
                      <a:gd name="connsiteX2-33" fmla="*/ 4025462 w 8187558"/>
                      <a:gd name="connsiteY2-34" fmla="*/ 2617076 h 2617076"/>
                      <a:gd name="connsiteX3-35" fmla="*/ 0 w 8187558"/>
                      <a:gd name="connsiteY3-36" fmla="*/ 1229711 h 2617076"/>
                      <a:gd name="connsiteX4-37" fmla="*/ 31531 w 8187558"/>
                      <a:gd name="connsiteY4-38" fmla="*/ 147145 h 2617076"/>
                      <a:gd name="connsiteX5-39" fmla="*/ 4046482 w 8187558"/>
                      <a:gd name="connsiteY5-40" fmla="*/ 1576552 h 2617076"/>
                      <a:gd name="connsiteX6-41" fmla="*/ 8187558 w 8187558"/>
                      <a:gd name="connsiteY6-42" fmla="*/ 0 h 2617076"/>
                      <a:gd name="connsiteX0-43" fmla="*/ 8187558 w 8187558"/>
                      <a:gd name="connsiteY0-44" fmla="*/ 0 h 2617076"/>
                      <a:gd name="connsiteX1-45" fmla="*/ 8187558 w 8187558"/>
                      <a:gd name="connsiteY1-46" fmla="*/ 1271752 h 2617076"/>
                      <a:gd name="connsiteX2-47" fmla="*/ 4025462 w 8187558"/>
                      <a:gd name="connsiteY2-48" fmla="*/ 2617076 h 2617076"/>
                      <a:gd name="connsiteX3-49" fmla="*/ 0 w 8187558"/>
                      <a:gd name="connsiteY3-50" fmla="*/ 1229711 h 2617076"/>
                      <a:gd name="connsiteX4-51" fmla="*/ 31531 w 8187558"/>
                      <a:gd name="connsiteY4-52" fmla="*/ 147145 h 2617076"/>
                      <a:gd name="connsiteX5-53" fmla="*/ 4046482 w 8187558"/>
                      <a:gd name="connsiteY5-54" fmla="*/ 1576552 h 2617076"/>
                      <a:gd name="connsiteX6-55" fmla="*/ 8187558 w 8187558"/>
                      <a:gd name="connsiteY6-56" fmla="*/ 0 h 2617076"/>
                      <a:gd name="connsiteX0-57" fmla="*/ 8187558 w 8187558"/>
                      <a:gd name="connsiteY0-58" fmla="*/ 0 h 2617076"/>
                      <a:gd name="connsiteX1-59" fmla="*/ 8187558 w 8187558"/>
                      <a:gd name="connsiteY1-60" fmla="*/ 1271752 h 2617076"/>
                      <a:gd name="connsiteX2-61" fmla="*/ 4025462 w 8187558"/>
                      <a:gd name="connsiteY2-62" fmla="*/ 2617076 h 2617076"/>
                      <a:gd name="connsiteX3-63" fmla="*/ 0 w 8187558"/>
                      <a:gd name="connsiteY3-64" fmla="*/ 1229711 h 2617076"/>
                      <a:gd name="connsiteX4-65" fmla="*/ 31531 w 8187558"/>
                      <a:gd name="connsiteY4-66" fmla="*/ 147145 h 2617076"/>
                      <a:gd name="connsiteX5-67" fmla="*/ 4046482 w 8187558"/>
                      <a:gd name="connsiteY5-68" fmla="*/ 1576552 h 2617076"/>
                      <a:gd name="connsiteX6-69" fmla="*/ 8187558 w 8187558"/>
                      <a:gd name="connsiteY6-70" fmla="*/ 0 h 2617076"/>
                      <a:gd name="connsiteX0-71" fmla="*/ 8187558 w 8187558"/>
                      <a:gd name="connsiteY0-72" fmla="*/ 0 h 2617076"/>
                      <a:gd name="connsiteX1-73" fmla="*/ 8187558 w 8187558"/>
                      <a:gd name="connsiteY1-74" fmla="*/ 1271752 h 2617076"/>
                      <a:gd name="connsiteX2-75" fmla="*/ 4025462 w 8187558"/>
                      <a:gd name="connsiteY2-76" fmla="*/ 2617076 h 2617076"/>
                      <a:gd name="connsiteX3-77" fmla="*/ 0 w 8187558"/>
                      <a:gd name="connsiteY3-78" fmla="*/ 1229711 h 2617076"/>
                      <a:gd name="connsiteX4-79" fmla="*/ 31531 w 8187558"/>
                      <a:gd name="connsiteY4-80" fmla="*/ 147145 h 2617076"/>
                      <a:gd name="connsiteX5-81" fmla="*/ 4046482 w 8187558"/>
                      <a:gd name="connsiteY5-82" fmla="*/ 1576552 h 2617076"/>
                      <a:gd name="connsiteX6-83" fmla="*/ 8187558 w 8187558"/>
                      <a:gd name="connsiteY6-84" fmla="*/ 0 h 2617076"/>
                      <a:gd name="connsiteX0-85" fmla="*/ 8187558 w 8187558"/>
                      <a:gd name="connsiteY0-86" fmla="*/ 0 h 2638097"/>
                      <a:gd name="connsiteX1-87" fmla="*/ 8187558 w 8187558"/>
                      <a:gd name="connsiteY1-88" fmla="*/ 1271752 h 2638097"/>
                      <a:gd name="connsiteX2-89" fmla="*/ 4099035 w 8187558"/>
                      <a:gd name="connsiteY2-90" fmla="*/ 2638097 h 2638097"/>
                      <a:gd name="connsiteX3-91" fmla="*/ 0 w 8187558"/>
                      <a:gd name="connsiteY3-92" fmla="*/ 1229711 h 2638097"/>
                      <a:gd name="connsiteX4-93" fmla="*/ 31531 w 8187558"/>
                      <a:gd name="connsiteY4-94" fmla="*/ 147145 h 2638097"/>
                      <a:gd name="connsiteX5-95" fmla="*/ 4046482 w 8187558"/>
                      <a:gd name="connsiteY5-96" fmla="*/ 1576552 h 2638097"/>
                      <a:gd name="connsiteX6-97" fmla="*/ 8187558 w 8187558"/>
                      <a:gd name="connsiteY6-98" fmla="*/ 0 h 2638097"/>
                      <a:gd name="connsiteX0-99" fmla="*/ 8187558 w 8187558"/>
                      <a:gd name="connsiteY0-100" fmla="*/ 0 h 2638097"/>
                      <a:gd name="connsiteX1-101" fmla="*/ 8187558 w 8187558"/>
                      <a:gd name="connsiteY1-102" fmla="*/ 1271752 h 2638097"/>
                      <a:gd name="connsiteX2-103" fmla="*/ 4099035 w 8187558"/>
                      <a:gd name="connsiteY2-104" fmla="*/ 2638097 h 2638097"/>
                      <a:gd name="connsiteX3-105" fmla="*/ 0 w 8187558"/>
                      <a:gd name="connsiteY3-106" fmla="*/ 1229711 h 2638097"/>
                      <a:gd name="connsiteX4-107" fmla="*/ 31531 w 8187558"/>
                      <a:gd name="connsiteY4-108" fmla="*/ 147145 h 2638097"/>
                      <a:gd name="connsiteX5-109" fmla="*/ 4046482 w 8187558"/>
                      <a:gd name="connsiteY5-110" fmla="*/ 1576552 h 2638097"/>
                      <a:gd name="connsiteX6-111" fmla="*/ 8187558 w 8187558"/>
                      <a:gd name="connsiteY6-112" fmla="*/ 0 h 2638097"/>
                      <a:gd name="connsiteX0-113" fmla="*/ 8187558 w 8187558"/>
                      <a:gd name="connsiteY0-114" fmla="*/ 0 h 2638097"/>
                      <a:gd name="connsiteX1-115" fmla="*/ 8187558 w 8187558"/>
                      <a:gd name="connsiteY1-116" fmla="*/ 1271752 h 2638097"/>
                      <a:gd name="connsiteX2-117" fmla="*/ 4099035 w 8187558"/>
                      <a:gd name="connsiteY2-118" fmla="*/ 2638097 h 2638097"/>
                      <a:gd name="connsiteX3-119" fmla="*/ 0 w 8187558"/>
                      <a:gd name="connsiteY3-120" fmla="*/ 1229711 h 2638097"/>
                      <a:gd name="connsiteX4-121" fmla="*/ 31531 w 8187558"/>
                      <a:gd name="connsiteY4-122" fmla="*/ 147145 h 2638097"/>
                      <a:gd name="connsiteX5-123" fmla="*/ 4046482 w 8187558"/>
                      <a:gd name="connsiteY5-124" fmla="*/ 1576552 h 2638097"/>
                      <a:gd name="connsiteX6-125" fmla="*/ 8187558 w 8187558"/>
                      <a:gd name="connsiteY6-126" fmla="*/ 0 h 2638097"/>
                      <a:gd name="connsiteX0-127" fmla="*/ 8187558 w 8187558"/>
                      <a:gd name="connsiteY0-128" fmla="*/ 0 h 2638097"/>
                      <a:gd name="connsiteX1-129" fmla="*/ 8187558 w 8187558"/>
                      <a:gd name="connsiteY1-130" fmla="*/ 1271752 h 2638097"/>
                      <a:gd name="connsiteX2-131" fmla="*/ 4099035 w 8187558"/>
                      <a:gd name="connsiteY2-132" fmla="*/ 2638097 h 2638097"/>
                      <a:gd name="connsiteX3-133" fmla="*/ 0 w 8187558"/>
                      <a:gd name="connsiteY3-134" fmla="*/ 1229711 h 2638097"/>
                      <a:gd name="connsiteX4-135" fmla="*/ 31531 w 8187558"/>
                      <a:gd name="connsiteY4-136" fmla="*/ 147145 h 2638097"/>
                      <a:gd name="connsiteX5-137" fmla="*/ 4046482 w 8187558"/>
                      <a:gd name="connsiteY5-138" fmla="*/ 1576552 h 2638097"/>
                      <a:gd name="connsiteX6-139" fmla="*/ 8187558 w 8187558"/>
                      <a:gd name="connsiteY6-140" fmla="*/ 0 h 2638097"/>
                      <a:gd name="connsiteX0-141" fmla="*/ 8187558 w 8187558"/>
                      <a:gd name="connsiteY0-142" fmla="*/ 0 h 2638097"/>
                      <a:gd name="connsiteX1-143" fmla="*/ 8187558 w 8187558"/>
                      <a:gd name="connsiteY1-144" fmla="*/ 1271752 h 2638097"/>
                      <a:gd name="connsiteX2-145" fmla="*/ 4099035 w 8187558"/>
                      <a:gd name="connsiteY2-146" fmla="*/ 2638097 h 2638097"/>
                      <a:gd name="connsiteX3-147" fmla="*/ 0 w 8187558"/>
                      <a:gd name="connsiteY3-148" fmla="*/ 1229711 h 2638097"/>
                      <a:gd name="connsiteX4-149" fmla="*/ 31531 w 8187558"/>
                      <a:gd name="connsiteY4-150" fmla="*/ 147145 h 2638097"/>
                      <a:gd name="connsiteX5-151" fmla="*/ 4088524 w 8187558"/>
                      <a:gd name="connsiteY5-152" fmla="*/ 1597573 h 2638097"/>
                      <a:gd name="connsiteX6-153" fmla="*/ 8187558 w 8187558"/>
                      <a:gd name="connsiteY6-154" fmla="*/ 0 h 2638097"/>
                      <a:gd name="connsiteX0-155" fmla="*/ 8187558 w 8187558"/>
                      <a:gd name="connsiteY0-156" fmla="*/ 0 h 2638097"/>
                      <a:gd name="connsiteX1-157" fmla="*/ 8187558 w 8187558"/>
                      <a:gd name="connsiteY1-158" fmla="*/ 1271752 h 2638097"/>
                      <a:gd name="connsiteX2-159" fmla="*/ 4099035 w 8187558"/>
                      <a:gd name="connsiteY2-160" fmla="*/ 2638097 h 2638097"/>
                      <a:gd name="connsiteX3-161" fmla="*/ 0 w 8187558"/>
                      <a:gd name="connsiteY3-162" fmla="*/ 1229711 h 2638097"/>
                      <a:gd name="connsiteX4-163" fmla="*/ 31531 w 8187558"/>
                      <a:gd name="connsiteY4-164" fmla="*/ 147145 h 2638097"/>
                      <a:gd name="connsiteX5-165" fmla="*/ 4088524 w 8187558"/>
                      <a:gd name="connsiteY5-166" fmla="*/ 1597573 h 2638097"/>
                      <a:gd name="connsiteX6-167" fmla="*/ 8187558 w 8187558"/>
                      <a:gd name="connsiteY6-168" fmla="*/ 0 h 2638097"/>
                      <a:gd name="connsiteX0-169" fmla="*/ 8187558 w 8187558"/>
                      <a:gd name="connsiteY0-170" fmla="*/ 0 h 2638097"/>
                      <a:gd name="connsiteX1-171" fmla="*/ 8187558 w 8187558"/>
                      <a:gd name="connsiteY1-172" fmla="*/ 1271752 h 2638097"/>
                      <a:gd name="connsiteX2-173" fmla="*/ 4099035 w 8187558"/>
                      <a:gd name="connsiteY2-174" fmla="*/ 2638097 h 2638097"/>
                      <a:gd name="connsiteX3-175" fmla="*/ 0 w 8187558"/>
                      <a:gd name="connsiteY3-176" fmla="*/ 1229711 h 2638097"/>
                      <a:gd name="connsiteX4-177" fmla="*/ 31531 w 8187558"/>
                      <a:gd name="connsiteY4-178" fmla="*/ 147145 h 2638097"/>
                      <a:gd name="connsiteX5-179" fmla="*/ 4099035 w 8187558"/>
                      <a:gd name="connsiteY5-180" fmla="*/ 1566042 h 2638097"/>
                      <a:gd name="connsiteX6-181" fmla="*/ 8187558 w 8187558"/>
                      <a:gd name="connsiteY6-182" fmla="*/ 0 h 2638097"/>
                      <a:gd name="connsiteX0-183" fmla="*/ 8187558 w 8187558"/>
                      <a:gd name="connsiteY0-184" fmla="*/ 0 h 2638097"/>
                      <a:gd name="connsiteX1-185" fmla="*/ 8187558 w 8187558"/>
                      <a:gd name="connsiteY1-186" fmla="*/ 1271752 h 2638097"/>
                      <a:gd name="connsiteX2-187" fmla="*/ 4099035 w 8187558"/>
                      <a:gd name="connsiteY2-188" fmla="*/ 2638097 h 2638097"/>
                      <a:gd name="connsiteX3-189" fmla="*/ 0 w 8187558"/>
                      <a:gd name="connsiteY3-190" fmla="*/ 1229711 h 2638097"/>
                      <a:gd name="connsiteX4-191" fmla="*/ 31531 w 8187558"/>
                      <a:gd name="connsiteY4-192" fmla="*/ 147145 h 2638097"/>
                      <a:gd name="connsiteX5-193" fmla="*/ 4099035 w 8187558"/>
                      <a:gd name="connsiteY5-194" fmla="*/ 1566042 h 2638097"/>
                      <a:gd name="connsiteX6-195" fmla="*/ 8187558 w 8187558"/>
                      <a:gd name="connsiteY6-196" fmla="*/ 0 h 2638097"/>
                      <a:gd name="connsiteX0-197" fmla="*/ 8187558 w 8187558"/>
                      <a:gd name="connsiteY0-198" fmla="*/ 0 h 2638097"/>
                      <a:gd name="connsiteX1-199" fmla="*/ 8187558 w 8187558"/>
                      <a:gd name="connsiteY1-200" fmla="*/ 1271752 h 2638097"/>
                      <a:gd name="connsiteX2-201" fmla="*/ 4099035 w 8187558"/>
                      <a:gd name="connsiteY2-202" fmla="*/ 2638097 h 2638097"/>
                      <a:gd name="connsiteX3-203" fmla="*/ 0 w 8187558"/>
                      <a:gd name="connsiteY3-204" fmla="*/ 1229711 h 2638097"/>
                      <a:gd name="connsiteX4-205" fmla="*/ 31531 w 8187558"/>
                      <a:gd name="connsiteY4-206" fmla="*/ 147145 h 2638097"/>
                      <a:gd name="connsiteX5-207" fmla="*/ 4099035 w 8187558"/>
                      <a:gd name="connsiteY5-208" fmla="*/ 1566042 h 2638097"/>
                      <a:gd name="connsiteX6-209" fmla="*/ 8187558 w 8187558"/>
                      <a:gd name="connsiteY6-210" fmla="*/ 0 h 2638097"/>
                      <a:gd name="connsiteX0-211" fmla="*/ 8187558 w 8187558"/>
                      <a:gd name="connsiteY0-212" fmla="*/ 0 h 2638097"/>
                      <a:gd name="connsiteX1-213" fmla="*/ 8187558 w 8187558"/>
                      <a:gd name="connsiteY1-214" fmla="*/ 1271752 h 2638097"/>
                      <a:gd name="connsiteX2-215" fmla="*/ 4099035 w 8187558"/>
                      <a:gd name="connsiteY2-216" fmla="*/ 2638097 h 2638097"/>
                      <a:gd name="connsiteX3-217" fmla="*/ 0 w 8187558"/>
                      <a:gd name="connsiteY3-218" fmla="*/ 1229711 h 2638097"/>
                      <a:gd name="connsiteX4-219" fmla="*/ 31531 w 8187558"/>
                      <a:gd name="connsiteY4-220" fmla="*/ 147145 h 2638097"/>
                      <a:gd name="connsiteX5-221" fmla="*/ 4099035 w 8187558"/>
                      <a:gd name="connsiteY5-222" fmla="*/ 1566042 h 2638097"/>
                      <a:gd name="connsiteX6-223" fmla="*/ 8187558 w 8187558"/>
                      <a:gd name="connsiteY6-224" fmla="*/ 0 h 2638097"/>
                      <a:gd name="connsiteX0-225" fmla="*/ 8187558 w 8187558"/>
                      <a:gd name="connsiteY0-226" fmla="*/ 0 h 2638097"/>
                      <a:gd name="connsiteX1-227" fmla="*/ 8187558 w 8187558"/>
                      <a:gd name="connsiteY1-228" fmla="*/ 1271752 h 2638097"/>
                      <a:gd name="connsiteX2-229" fmla="*/ 4099035 w 8187558"/>
                      <a:gd name="connsiteY2-230" fmla="*/ 2638097 h 2638097"/>
                      <a:gd name="connsiteX3-231" fmla="*/ 0 w 8187558"/>
                      <a:gd name="connsiteY3-232" fmla="*/ 1229711 h 2638097"/>
                      <a:gd name="connsiteX4-233" fmla="*/ 31531 w 8187558"/>
                      <a:gd name="connsiteY4-234" fmla="*/ 147145 h 2638097"/>
                      <a:gd name="connsiteX5-235" fmla="*/ 4099035 w 8187558"/>
                      <a:gd name="connsiteY5-236" fmla="*/ 1566042 h 2638097"/>
                      <a:gd name="connsiteX6-237" fmla="*/ 8187558 w 8187558"/>
                      <a:gd name="connsiteY6-238" fmla="*/ 0 h 2638097"/>
                      <a:gd name="connsiteX0-239" fmla="*/ 8187558 w 8187558"/>
                      <a:gd name="connsiteY0-240" fmla="*/ 0 h 2638097"/>
                      <a:gd name="connsiteX1-241" fmla="*/ 8187558 w 8187558"/>
                      <a:gd name="connsiteY1-242" fmla="*/ 1271752 h 2638097"/>
                      <a:gd name="connsiteX2-243" fmla="*/ 4099035 w 8187558"/>
                      <a:gd name="connsiteY2-244" fmla="*/ 2638097 h 2638097"/>
                      <a:gd name="connsiteX3-245" fmla="*/ 0 w 8187558"/>
                      <a:gd name="connsiteY3-246" fmla="*/ 1229711 h 2638097"/>
                      <a:gd name="connsiteX4-247" fmla="*/ 31531 w 8187558"/>
                      <a:gd name="connsiteY4-248" fmla="*/ 147145 h 2638097"/>
                      <a:gd name="connsiteX5-249" fmla="*/ 4099035 w 8187558"/>
                      <a:gd name="connsiteY5-250" fmla="*/ 1566042 h 2638097"/>
                      <a:gd name="connsiteX6-251" fmla="*/ 8187558 w 8187558"/>
                      <a:gd name="connsiteY6-252" fmla="*/ 0 h 2638097"/>
                      <a:gd name="connsiteX0-253" fmla="*/ 8187558 w 8187558"/>
                      <a:gd name="connsiteY0-254" fmla="*/ 0 h 2638097"/>
                      <a:gd name="connsiteX1-255" fmla="*/ 8187558 w 8187558"/>
                      <a:gd name="connsiteY1-256" fmla="*/ 1271752 h 2638097"/>
                      <a:gd name="connsiteX2-257" fmla="*/ 4099035 w 8187558"/>
                      <a:gd name="connsiteY2-258" fmla="*/ 2638097 h 2638097"/>
                      <a:gd name="connsiteX3-259" fmla="*/ 0 w 8187558"/>
                      <a:gd name="connsiteY3-260" fmla="*/ 1229711 h 2638097"/>
                      <a:gd name="connsiteX4-261" fmla="*/ 31531 w 8187558"/>
                      <a:gd name="connsiteY4-262" fmla="*/ 147145 h 2638097"/>
                      <a:gd name="connsiteX5-263" fmla="*/ 4099035 w 8187558"/>
                      <a:gd name="connsiteY5-264" fmla="*/ 1566042 h 2638097"/>
                      <a:gd name="connsiteX6-265" fmla="*/ 8187558 w 8187558"/>
                      <a:gd name="connsiteY6-266" fmla="*/ 0 h 2638097"/>
                      <a:gd name="connsiteX0-267" fmla="*/ 8187558 w 8187558"/>
                      <a:gd name="connsiteY0-268" fmla="*/ 0 h 2638097"/>
                      <a:gd name="connsiteX1-269" fmla="*/ 8187558 w 8187558"/>
                      <a:gd name="connsiteY1-270" fmla="*/ 1271752 h 2638097"/>
                      <a:gd name="connsiteX2-271" fmla="*/ 4099035 w 8187558"/>
                      <a:gd name="connsiteY2-272" fmla="*/ 2638097 h 2638097"/>
                      <a:gd name="connsiteX3-273" fmla="*/ 0 w 8187558"/>
                      <a:gd name="connsiteY3-274" fmla="*/ 1229711 h 2638097"/>
                      <a:gd name="connsiteX4-275" fmla="*/ 31531 w 8187558"/>
                      <a:gd name="connsiteY4-276" fmla="*/ 147145 h 2638097"/>
                      <a:gd name="connsiteX5-277" fmla="*/ 4099035 w 8187558"/>
                      <a:gd name="connsiteY5-278" fmla="*/ 1566042 h 2638097"/>
                      <a:gd name="connsiteX6-279" fmla="*/ 8187558 w 8187558"/>
                      <a:gd name="connsiteY6-280" fmla="*/ 0 h 2638097"/>
                      <a:gd name="connsiteX0-281" fmla="*/ 8187558 w 8187558"/>
                      <a:gd name="connsiteY0-282" fmla="*/ 0 h 2638097"/>
                      <a:gd name="connsiteX1-283" fmla="*/ 8187558 w 8187558"/>
                      <a:gd name="connsiteY1-284" fmla="*/ 1271752 h 2638097"/>
                      <a:gd name="connsiteX2-285" fmla="*/ 4099035 w 8187558"/>
                      <a:gd name="connsiteY2-286" fmla="*/ 2638097 h 2638097"/>
                      <a:gd name="connsiteX3-287" fmla="*/ 0 w 8187558"/>
                      <a:gd name="connsiteY3-288" fmla="*/ 1229711 h 2638097"/>
                      <a:gd name="connsiteX4-289" fmla="*/ 31531 w 8187558"/>
                      <a:gd name="connsiteY4-290" fmla="*/ 147145 h 2638097"/>
                      <a:gd name="connsiteX5-291" fmla="*/ 4099035 w 8187558"/>
                      <a:gd name="connsiteY5-292" fmla="*/ 1566042 h 2638097"/>
                      <a:gd name="connsiteX6-293" fmla="*/ 8187558 w 8187558"/>
                      <a:gd name="connsiteY6-294" fmla="*/ 0 h 2638097"/>
                      <a:gd name="connsiteX0-295" fmla="*/ 8176538 w 8176538"/>
                      <a:gd name="connsiteY0-296" fmla="*/ 0 h 2638097"/>
                      <a:gd name="connsiteX1-297" fmla="*/ 8176538 w 8176538"/>
                      <a:gd name="connsiteY1-298" fmla="*/ 1271752 h 2638097"/>
                      <a:gd name="connsiteX2-299" fmla="*/ 4088015 w 8176538"/>
                      <a:gd name="connsiteY2-300" fmla="*/ 2638097 h 2638097"/>
                      <a:gd name="connsiteX3-301" fmla="*/ 0 w 8176538"/>
                      <a:gd name="connsiteY3-302" fmla="*/ 1269888 h 2638097"/>
                      <a:gd name="connsiteX4-303" fmla="*/ 20511 w 8176538"/>
                      <a:gd name="connsiteY4-304" fmla="*/ 147145 h 2638097"/>
                      <a:gd name="connsiteX5-305" fmla="*/ 4088015 w 8176538"/>
                      <a:gd name="connsiteY5-306" fmla="*/ 1566042 h 2638097"/>
                      <a:gd name="connsiteX6-307" fmla="*/ 8176538 w 8176538"/>
                      <a:gd name="connsiteY6-308" fmla="*/ 0 h 2638097"/>
                      <a:gd name="connsiteX0-309" fmla="*/ 8176538 w 8176538"/>
                      <a:gd name="connsiteY0-310" fmla="*/ 0 h 2772020"/>
                      <a:gd name="connsiteX1-311" fmla="*/ 8176538 w 8176538"/>
                      <a:gd name="connsiteY1-312" fmla="*/ 1271752 h 2772020"/>
                      <a:gd name="connsiteX2-313" fmla="*/ 4099034 w 8176538"/>
                      <a:gd name="connsiteY2-314" fmla="*/ 2772020 h 2772020"/>
                      <a:gd name="connsiteX3-315" fmla="*/ 0 w 8176538"/>
                      <a:gd name="connsiteY3-316" fmla="*/ 1269888 h 2772020"/>
                      <a:gd name="connsiteX4-317" fmla="*/ 20511 w 8176538"/>
                      <a:gd name="connsiteY4-318" fmla="*/ 147145 h 2772020"/>
                      <a:gd name="connsiteX5-319" fmla="*/ 4088015 w 8176538"/>
                      <a:gd name="connsiteY5-320" fmla="*/ 1566042 h 2772020"/>
                      <a:gd name="connsiteX6-321" fmla="*/ 8176538 w 8176538"/>
                      <a:gd name="connsiteY6-322" fmla="*/ 0 h 2772020"/>
                      <a:gd name="connsiteX0-323" fmla="*/ 8176538 w 8176538"/>
                      <a:gd name="connsiteY0-324" fmla="*/ 0 h 2772339"/>
                      <a:gd name="connsiteX1-325" fmla="*/ 8176538 w 8176538"/>
                      <a:gd name="connsiteY1-326" fmla="*/ 1378890 h 2772339"/>
                      <a:gd name="connsiteX2-327" fmla="*/ 4099034 w 8176538"/>
                      <a:gd name="connsiteY2-328" fmla="*/ 2772020 h 2772339"/>
                      <a:gd name="connsiteX3-329" fmla="*/ 0 w 8176538"/>
                      <a:gd name="connsiteY3-330" fmla="*/ 1269888 h 2772339"/>
                      <a:gd name="connsiteX4-331" fmla="*/ 20511 w 8176538"/>
                      <a:gd name="connsiteY4-332" fmla="*/ 147145 h 2772339"/>
                      <a:gd name="connsiteX5-333" fmla="*/ 4088015 w 8176538"/>
                      <a:gd name="connsiteY5-334" fmla="*/ 1566042 h 2772339"/>
                      <a:gd name="connsiteX6-335" fmla="*/ 8176538 w 8176538"/>
                      <a:gd name="connsiteY6-336" fmla="*/ 0 h 2772339"/>
                      <a:gd name="connsiteX0-337" fmla="*/ 8176538 w 8176538"/>
                      <a:gd name="connsiteY0-338" fmla="*/ 0 h 2825888"/>
                      <a:gd name="connsiteX1-339" fmla="*/ 8176538 w 8176538"/>
                      <a:gd name="connsiteY1-340" fmla="*/ 1378890 h 2825888"/>
                      <a:gd name="connsiteX2-341" fmla="*/ 4099034 w 8176538"/>
                      <a:gd name="connsiteY2-342" fmla="*/ 2825590 h 2825888"/>
                      <a:gd name="connsiteX3-343" fmla="*/ 0 w 8176538"/>
                      <a:gd name="connsiteY3-344" fmla="*/ 1269888 h 2825888"/>
                      <a:gd name="connsiteX4-345" fmla="*/ 20511 w 8176538"/>
                      <a:gd name="connsiteY4-346" fmla="*/ 147145 h 2825888"/>
                      <a:gd name="connsiteX5-347" fmla="*/ 4088015 w 8176538"/>
                      <a:gd name="connsiteY5-348" fmla="*/ 1566042 h 2825888"/>
                      <a:gd name="connsiteX6-349" fmla="*/ 8176538 w 8176538"/>
                      <a:gd name="connsiteY6-350" fmla="*/ 0 h 2825888"/>
                      <a:gd name="connsiteX0-351" fmla="*/ 8165518 w 8165518"/>
                      <a:gd name="connsiteY0-352" fmla="*/ 0 h 2825606"/>
                      <a:gd name="connsiteX1-353" fmla="*/ 8165518 w 8165518"/>
                      <a:gd name="connsiteY1-354" fmla="*/ 1378890 h 2825606"/>
                      <a:gd name="connsiteX2-355" fmla="*/ 4088014 w 8165518"/>
                      <a:gd name="connsiteY2-356" fmla="*/ 2825590 h 2825606"/>
                      <a:gd name="connsiteX3-357" fmla="*/ 0 w 8165518"/>
                      <a:gd name="connsiteY3-358" fmla="*/ 1403811 h 2825606"/>
                      <a:gd name="connsiteX4-359" fmla="*/ 9491 w 8165518"/>
                      <a:gd name="connsiteY4-360" fmla="*/ 147145 h 2825606"/>
                      <a:gd name="connsiteX5-361" fmla="*/ 4076995 w 8165518"/>
                      <a:gd name="connsiteY5-362" fmla="*/ 1566042 h 2825606"/>
                      <a:gd name="connsiteX6-363" fmla="*/ 8165518 w 8165518"/>
                      <a:gd name="connsiteY6-364" fmla="*/ 0 h 2825606"/>
                      <a:gd name="connsiteX0-365" fmla="*/ 8165518 w 8165518"/>
                      <a:gd name="connsiteY0-366" fmla="*/ 0 h 2879174"/>
                      <a:gd name="connsiteX1-367" fmla="*/ 8165518 w 8165518"/>
                      <a:gd name="connsiteY1-368" fmla="*/ 1378890 h 2879174"/>
                      <a:gd name="connsiteX2-369" fmla="*/ 4132092 w 8165518"/>
                      <a:gd name="connsiteY2-370" fmla="*/ 2879159 h 2879174"/>
                      <a:gd name="connsiteX3-371" fmla="*/ 0 w 8165518"/>
                      <a:gd name="connsiteY3-372" fmla="*/ 1403811 h 2879174"/>
                      <a:gd name="connsiteX4-373" fmla="*/ 9491 w 8165518"/>
                      <a:gd name="connsiteY4-374" fmla="*/ 147145 h 2879174"/>
                      <a:gd name="connsiteX5-375" fmla="*/ 4076995 w 8165518"/>
                      <a:gd name="connsiteY5-376" fmla="*/ 1566042 h 2879174"/>
                      <a:gd name="connsiteX6-377" fmla="*/ 8165518 w 8165518"/>
                      <a:gd name="connsiteY6-378" fmla="*/ 0 h 2879174"/>
                      <a:gd name="connsiteX0-379" fmla="*/ 8165518 w 8176537"/>
                      <a:gd name="connsiteY0-380" fmla="*/ 0 h 2879410"/>
                      <a:gd name="connsiteX1-381" fmla="*/ 8176537 w 8176537"/>
                      <a:gd name="connsiteY1-382" fmla="*/ 1499420 h 2879410"/>
                      <a:gd name="connsiteX2-383" fmla="*/ 4132092 w 8176537"/>
                      <a:gd name="connsiteY2-384" fmla="*/ 2879159 h 2879410"/>
                      <a:gd name="connsiteX3-385" fmla="*/ 0 w 8176537"/>
                      <a:gd name="connsiteY3-386" fmla="*/ 1403811 h 2879410"/>
                      <a:gd name="connsiteX4-387" fmla="*/ 9491 w 8176537"/>
                      <a:gd name="connsiteY4-388" fmla="*/ 147145 h 2879410"/>
                      <a:gd name="connsiteX5-389" fmla="*/ 4076995 w 8176537"/>
                      <a:gd name="connsiteY5-390" fmla="*/ 1566042 h 2879410"/>
                      <a:gd name="connsiteX6-391" fmla="*/ 8165518 w 8176537"/>
                      <a:gd name="connsiteY6-392" fmla="*/ 0 h 2879410"/>
                      <a:gd name="connsiteX0-393" fmla="*/ 8165518 w 8176537"/>
                      <a:gd name="connsiteY0-394" fmla="*/ 0 h 2879262"/>
                      <a:gd name="connsiteX1-395" fmla="*/ 8176537 w 8176537"/>
                      <a:gd name="connsiteY1-396" fmla="*/ 1499420 h 2879262"/>
                      <a:gd name="connsiteX2-397" fmla="*/ 4132092 w 8176537"/>
                      <a:gd name="connsiteY2-398" fmla="*/ 2879159 h 2879262"/>
                      <a:gd name="connsiteX3-399" fmla="*/ 0 w 8176537"/>
                      <a:gd name="connsiteY3-400" fmla="*/ 1403811 h 2879262"/>
                      <a:gd name="connsiteX4-401" fmla="*/ 9491 w 8176537"/>
                      <a:gd name="connsiteY4-402" fmla="*/ 147145 h 2879262"/>
                      <a:gd name="connsiteX5-403" fmla="*/ 4076995 w 8176537"/>
                      <a:gd name="connsiteY5-404" fmla="*/ 1566042 h 2879262"/>
                      <a:gd name="connsiteX6-405" fmla="*/ 8165518 w 8176537"/>
                      <a:gd name="connsiteY6-406" fmla="*/ 0 h 2879262"/>
                      <a:gd name="connsiteX0-407" fmla="*/ 8165518 w 8176537"/>
                      <a:gd name="connsiteY0-408" fmla="*/ 0 h 2879163"/>
                      <a:gd name="connsiteX1-409" fmla="*/ 8176537 w 8176537"/>
                      <a:gd name="connsiteY1-410" fmla="*/ 1499420 h 2879163"/>
                      <a:gd name="connsiteX2-411" fmla="*/ 4132092 w 8176537"/>
                      <a:gd name="connsiteY2-412" fmla="*/ 2879159 h 2879163"/>
                      <a:gd name="connsiteX3-413" fmla="*/ 0 w 8176537"/>
                      <a:gd name="connsiteY3-414" fmla="*/ 1510948 h 2879163"/>
                      <a:gd name="connsiteX4-415" fmla="*/ 9491 w 8176537"/>
                      <a:gd name="connsiteY4-416" fmla="*/ 147145 h 2879163"/>
                      <a:gd name="connsiteX5-417" fmla="*/ 4076995 w 8176537"/>
                      <a:gd name="connsiteY5-418" fmla="*/ 1566042 h 2879163"/>
                      <a:gd name="connsiteX6-419" fmla="*/ 8165518 w 8176537"/>
                      <a:gd name="connsiteY6-420" fmla="*/ 0 h 2879163"/>
                      <a:gd name="connsiteX0-421" fmla="*/ 8165518 w 8198577"/>
                      <a:gd name="connsiteY0-422" fmla="*/ 0 h 2879451"/>
                      <a:gd name="connsiteX1-423" fmla="*/ 8198577 w 8198577"/>
                      <a:gd name="connsiteY1-424" fmla="*/ 1606558 h 2879451"/>
                      <a:gd name="connsiteX2-425" fmla="*/ 4132092 w 8198577"/>
                      <a:gd name="connsiteY2-426" fmla="*/ 2879159 h 2879451"/>
                      <a:gd name="connsiteX3-427" fmla="*/ 0 w 8198577"/>
                      <a:gd name="connsiteY3-428" fmla="*/ 1510948 h 2879451"/>
                      <a:gd name="connsiteX4-429" fmla="*/ 9491 w 8198577"/>
                      <a:gd name="connsiteY4-430" fmla="*/ 147145 h 2879451"/>
                      <a:gd name="connsiteX5-431" fmla="*/ 4076995 w 8198577"/>
                      <a:gd name="connsiteY5-432" fmla="*/ 1566042 h 2879451"/>
                      <a:gd name="connsiteX6-433" fmla="*/ 8165518 w 8198577"/>
                      <a:gd name="connsiteY6-434" fmla="*/ 0 h 2879451"/>
                      <a:gd name="connsiteX0-435" fmla="*/ 8165518 w 8165518"/>
                      <a:gd name="connsiteY0-436" fmla="*/ 0 h 2880066"/>
                      <a:gd name="connsiteX1-437" fmla="*/ 8165518 w 8165518"/>
                      <a:gd name="connsiteY1-438" fmla="*/ 1673520 h 2880066"/>
                      <a:gd name="connsiteX2-439" fmla="*/ 4132092 w 8165518"/>
                      <a:gd name="connsiteY2-440" fmla="*/ 2879159 h 2880066"/>
                      <a:gd name="connsiteX3-441" fmla="*/ 0 w 8165518"/>
                      <a:gd name="connsiteY3-442" fmla="*/ 1510948 h 2880066"/>
                      <a:gd name="connsiteX4-443" fmla="*/ 9491 w 8165518"/>
                      <a:gd name="connsiteY4-444" fmla="*/ 147145 h 2880066"/>
                      <a:gd name="connsiteX5-445" fmla="*/ 4076995 w 8165518"/>
                      <a:gd name="connsiteY5-446" fmla="*/ 1566042 h 2880066"/>
                      <a:gd name="connsiteX6-447" fmla="*/ 8165518 w 8165518"/>
                      <a:gd name="connsiteY6-448" fmla="*/ 0 h 2880066"/>
                      <a:gd name="connsiteX0-449" fmla="*/ 8156794 w 8156794"/>
                      <a:gd name="connsiteY0-450" fmla="*/ 0 h 2879270"/>
                      <a:gd name="connsiteX1-451" fmla="*/ 8156794 w 8156794"/>
                      <a:gd name="connsiteY1-452" fmla="*/ 1673520 h 2879270"/>
                      <a:gd name="connsiteX2-453" fmla="*/ 4123368 w 8156794"/>
                      <a:gd name="connsiteY2-454" fmla="*/ 2879159 h 2879270"/>
                      <a:gd name="connsiteX3-455" fmla="*/ 2295 w 8156794"/>
                      <a:gd name="connsiteY3-456" fmla="*/ 1618086 h 2879270"/>
                      <a:gd name="connsiteX4-457" fmla="*/ 767 w 8156794"/>
                      <a:gd name="connsiteY4-458" fmla="*/ 147145 h 2879270"/>
                      <a:gd name="connsiteX5-459" fmla="*/ 4068271 w 8156794"/>
                      <a:gd name="connsiteY5-460" fmla="*/ 1566042 h 2879270"/>
                      <a:gd name="connsiteX6-461" fmla="*/ 8156794 w 8156794"/>
                      <a:gd name="connsiteY6-462" fmla="*/ 0 h 2879270"/>
                      <a:gd name="connsiteX0-463" fmla="*/ 8156794 w 8156794"/>
                      <a:gd name="connsiteY0-464" fmla="*/ 0 h 2973000"/>
                      <a:gd name="connsiteX1-465" fmla="*/ 8156794 w 8156794"/>
                      <a:gd name="connsiteY1-466" fmla="*/ 1673520 h 2973000"/>
                      <a:gd name="connsiteX2-467" fmla="*/ 4134388 w 8156794"/>
                      <a:gd name="connsiteY2-468" fmla="*/ 2972904 h 2973000"/>
                      <a:gd name="connsiteX3-469" fmla="*/ 2295 w 8156794"/>
                      <a:gd name="connsiteY3-470" fmla="*/ 1618086 h 2973000"/>
                      <a:gd name="connsiteX4-471" fmla="*/ 767 w 8156794"/>
                      <a:gd name="connsiteY4-472" fmla="*/ 147145 h 2973000"/>
                      <a:gd name="connsiteX5-473" fmla="*/ 4068271 w 8156794"/>
                      <a:gd name="connsiteY5-474" fmla="*/ 1566042 h 2973000"/>
                      <a:gd name="connsiteX6-475" fmla="*/ 8156794 w 8156794"/>
                      <a:gd name="connsiteY6-476" fmla="*/ 0 h 2973000"/>
                      <a:gd name="connsiteX0-477" fmla="*/ 8156794 w 8156794"/>
                      <a:gd name="connsiteY0-478" fmla="*/ 0 h 2973000"/>
                      <a:gd name="connsiteX1-479" fmla="*/ 8156794 w 8156794"/>
                      <a:gd name="connsiteY1-480" fmla="*/ 1673520 h 2973000"/>
                      <a:gd name="connsiteX2-481" fmla="*/ 4134388 w 8156794"/>
                      <a:gd name="connsiteY2-482" fmla="*/ 2972904 h 2973000"/>
                      <a:gd name="connsiteX3-483" fmla="*/ 2295 w 8156794"/>
                      <a:gd name="connsiteY3-484" fmla="*/ 1618086 h 2973000"/>
                      <a:gd name="connsiteX4-485" fmla="*/ 767 w 8156794"/>
                      <a:gd name="connsiteY4-486" fmla="*/ 147145 h 2973000"/>
                      <a:gd name="connsiteX5-487" fmla="*/ 4068271 w 8156794"/>
                      <a:gd name="connsiteY5-488" fmla="*/ 1566042 h 2973000"/>
                      <a:gd name="connsiteX6-489" fmla="*/ 8156794 w 8156794"/>
                      <a:gd name="connsiteY6-490" fmla="*/ 0 h 2973000"/>
                      <a:gd name="connsiteX0-491" fmla="*/ 8156794 w 8156794"/>
                      <a:gd name="connsiteY0-492" fmla="*/ 0 h 2973000"/>
                      <a:gd name="connsiteX1-493" fmla="*/ 8156794 w 8156794"/>
                      <a:gd name="connsiteY1-494" fmla="*/ 1673520 h 2973000"/>
                      <a:gd name="connsiteX2-495" fmla="*/ 4134388 w 8156794"/>
                      <a:gd name="connsiteY2-496" fmla="*/ 2972904 h 2973000"/>
                      <a:gd name="connsiteX3-497" fmla="*/ 2295 w 8156794"/>
                      <a:gd name="connsiteY3-498" fmla="*/ 1618086 h 2973000"/>
                      <a:gd name="connsiteX4-499" fmla="*/ 767 w 8156794"/>
                      <a:gd name="connsiteY4-500" fmla="*/ 147145 h 2973000"/>
                      <a:gd name="connsiteX5-501" fmla="*/ 4068271 w 8156794"/>
                      <a:gd name="connsiteY5-502" fmla="*/ 1566042 h 2973000"/>
                      <a:gd name="connsiteX6-503" fmla="*/ 8156794 w 8156794"/>
                      <a:gd name="connsiteY6-504" fmla="*/ 0 h 2973000"/>
                      <a:gd name="connsiteX0-505" fmla="*/ 8156794 w 8156794"/>
                      <a:gd name="connsiteY0-506" fmla="*/ 0 h 2973020"/>
                      <a:gd name="connsiteX1-507" fmla="*/ 8156794 w 8156794"/>
                      <a:gd name="connsiteY1-508" fmla="*/ 1673520 h 2973020"/>
                      <a:gd name="connsiteX2-509" fmla="*/ 4134388 w 8156794"/>
                      <a:gd name="connsiteY2-510" fmla="*/ 2972904 h 2973020"/>
                      <a:gd name="connsiteX3-511" fmla="*/ 2295 w 8156794"/>
                      <a:gd name="connsiteY3-512" fmla="*/ 1618086 h 2973020"/>
                      <a:gd name="connsiteX4-513" fmla="*/ 767 w 8156794"/>
                      <a:gd name="connsiteY4-514" fmla="*/ 147145 h 2973020"/>
                      <a:gd name="connsiteX5-515" fmla="*/ 4068271 w 8156794"/>
                      <a:gd name="connsiteY5-516" fmla="*/ 1566042 h 2973020"/>
                      <a:gd name="connsiteX6-517" fmla="*/ 8156794 w 8156794"/>
                      <a:gd name="connsiteY6-518" fmla="*/ 0 h 2973020"/>
                      <a:gd name="connsiteX0-519" fmla="*/ 8156794 w 8156794"/>
                      <a:gd name="connsiteY0-520" fmla="*/ 0 h 2973021"/>
                      <a:gd name="connsiteX1-521" fmla="*/ 8156794 w 8156794"/>
                      <a:gd name="connsiteY1-522" fmla="*/ 1673520 h 2973021"/>
                      <a:gd name="connsiteX2-523" fmla="*/ 4134388 w 8156794"/>
                      <a:gd name="connsiteY2-524" fmla="*/ 2972904 h 2973021"/>
                      <a:gd name="connsiteX3-525" fmla="*/ 2295 w 8156794"/>
                      <a:gd name="connsiteY3-526" fmla="*/ 1618086 h 2973021"/>
                      <a:gd name="connsiteX4-527" fmla="*/ 767 w 8156794"/>
                      <a:gd name="connsiteY4-528" fmla="*/ 147145 h 2973021"/>
                      <a:gd name="connsiteX5-529" fmla="*/ 4068271 w 8156794"/>
                      <a:gd name="connsiteY5-530" fmla="*/ 1566042 h 2973021"/>
                      <a:gd name="connsiteX6-531" fmla="*/ 8156794 w 8156794"/>
                      <a:gd name="connsiteY6-532" fmla="*/ 0 h 2973021"/>
                      <a:gd name="connsiteX0-533" fmla="*/ 8156794 w 8156794"/>
                      <a:gd name="connsiteY0-534" fmla="*/ 0 h 2973021"/>
                      <a:gd name="connsiteX1-535" fmla="*/ 8156794 w 8156794"/>
                      <a:gd name="connsiteY1-536" fmla="*/ 1673520 h 2973021"/>
                      <a:gd name="connsiteX2-537" fmla="*/ 4134388 w 8156794"/>
                      <a:gd name="connsiteY2-538" fmla="*/ 2972904 h 2973021"/>
                      <a:gd name="connsiteX3-539" fmla="*/ 2295 w 8156794"/>
                      <a:gd name="connsiteY3-540" fmla="*/ 1618086 h 2973021"/>
                      <a:gd name="connsiteX4-541" fmla="*/ 767 w 8156794"/>
                      <a:gd name="connsiteY4-542" fmla="*/ 147145 h 2973021"/>
                      <a:gd name="connsiteX5-543" fmla="*/ 4068271 w 8156794"/>
                      <a:gd name="connsiteY5-544" fmla="*/ 1566042 h 2973021"/>
                      <a:gd name="connsiteX6-545" fmla="*/ 8156794 w 8156794"/>
                      <a:gd name="connsiteY6-546" fmla="*/ 0 h 2973021"/>
                      <a:gd name="connsiteX0-547" fmla="*/ 8156794 w 8156794"/>
                      <a:gd name="connsiteY0-548" fmla="*/ 0 h 2973021"/>
                      <a:gd name="connsiteX1-549" fmla="*/ 8156794 w 8156794"/>
                      <a:gd name="connsiteY1-550" fmla="*/ 1673520 h 2973021"/>
                      <a:gd name="connsiteX2-551" fmla="*/ 4134388 w 8156794"/>
                      <a:gd name="connsiteY2-552" fmla="*/ 2972904 h 2973021"/>
                      <a:gd name="connsiteX3-553" fmla="*/ 2295 w 8156794"/>
                      <a:gd name="connsiteY3-554" fmla="*/ 1618086 h 2973021"/>
                      <a:gd name="connsiteX4-555" fmla="*/ 767 w 8156794"/>
                      <a:gd name="connsiteY4-556" fmla="*/ 147145 h 2973021"/>
                      <a:gd name="connsiteX5-557" fmla="*/ 4068271 w 8156794"/>
                      <a:gd name="connsiteY5-558" fmla="*/ 1566042 h 2973021"/>
                      <a:gd name="connsiteX6-559" fmla="*/ 8156794 w 8156794"/>
                      <a:gd name="connsiteY6-560" fmla="*/ 0 h 2973021"/>
                      <a:gd name="connsiteX0-561" fmla="*/ 8156794 w 8156794"/>
                      <a:gd name="connsiteY0-562" fmla="*/ 0 h 2973021"/>
                      <a:gd name="connsiteX1-563" fmla="*/ 8156794 w 8156794"/>
                      <a:gd name="connsiteY1-564" fmla="*/ 1673520 h 2973021"/>
                      <a:gd name="connsiteX2-565" fmla="*/ 4134388 w 8156794"/>
                      <a:gd name="connsiteY2-566" fmla="*/ 2972904 h 2973021"/>
                      <a:gd name="connsiteX3-567" fmla="*/ 2295 w 8156794"/>
                      <a:gd name="connsiteY3-568" fmla="*/ 1618086 h 2973021"/>
                      <a:gd name="connsiteX4-569" fmla="*/ 767 w 8156794"/>
                      <a:gd name="connsiteY4-570" fmla="*/ 147145 h 2973021"/>
                      <a:gd name="connsiteX5-571" fmla="*/ 4068271 w 8156794"/>
                      <a:gd name="connsiteY5-572" fmla="*/ 1566042 h 2973021"/>
                      <a:gd name="connsiteX6-573" fmla="*/ 8156794 w 8156794"/>
                      <a:gd name="connsiteY6-574" fmla="*/ 0 h 2973021"/>
                      <a:gd name="connsiteX0-575" fmla="*/ 8156794 w 8156794"/>
                      <a:gd name="connsiteY0-576" fmla="*/ 0 h 2973141"/>
                      <a:gd name="connsiteX1-577" fmla="*/ 8156794 w 8156794"/>
                      <a:gd name="connsiteY1-578" fmla="*/ 1673520 h 2973141"/>
                      <a:gd name="connsiteX2-579" fmla="*/ 4134388 w 8156794"/>
                      <a:gd name="connsiteY2-580" fmla="*/ 2972904 h 2973141"/>
                      <a:gd name="connsiteX3-581" fmla="*/ 2295 w 8156794"/>
                      <a:gd name="connsiteY3-582" fmla="*/ 1618086 h 2973141"/>
                      <a:gd name="connsiteX4-583" fmla="*/ 767 w 8156794"/>
                      <a:gd name="connsiteY4-584" fmla="*/ 147145 h 2973141"/>
                      <a:gd name="connsiteX5-585" fmla="*/ 4068271 w 8156794"/>
                      <a:gd name="connsiteY5-586" fmla="*/ 1566042 h 2973141"/>
                      <a:gd name="connsiteX6-587" fmla="*/ 8156794 w 8156794"/>
                      <a:gd name="connsiteY6-588" fmla="*/ 0 h 2973141"/>
                      <a:gd name="connsiteX0-589" fmla="*/ 8156794 w 8156794"/>
                      <a:gd name="connsiteY0-590" fmla="*/ 0 h 3066827"/>
                      <a:gd name="connsiteX1-591" fmla="*/ 8156794 w 8156794"/>
                      <a:gd name="connsiteY1-592" fmla="*/ 1673520 h 3066827"/>
                      <a:gd name="connsiteX2-593" fmla="*/ 4123353 w 8156794"/>
                      <a:gd name="connsiteY2-594" fmla="*/ 3066650 h 3066827"/>
                      <a:gd name="connsiteX3-595" fmla="*/ 2295 w 8156794"/>
                      <a:gd name="connsiteY3-596" fmla="*/ 1618086 h 3066827"/>
                      <a:gd name="connsiteX4-597" fmla="*/ 767 w 8156794"/>
                      <a:gd name="connsiteY4-598" fmla="*/ 147145 h 3066827"/>
                      <a:gd name="connsiteX5-599" fmla="*/ 4068271 w 8156794"/>
                      <a:gd name="connsiteY5-600" fmla="*/ 1566042 h 3066827"/>
                      <a:gd name="connsiteX6-601" fmla="*/ 8156794 w 8156794"/>
                      <a:gd name="connsiteY6-602" fmla="*/ 0 h 3066827"/>
                      <a:gd name="connsiteX0-603" fmla="*/ 8123689 w 8156794"/>
                      <a:gd name="connsiteY0-604" fmla="*/ 0 h 2999866"/>
                      <a:gd name="connsiteX1-605" fmla="*/ 8156794 w 8156794"/>
                      <a:gd name="connsiteY1-606" fmla="*/ 1606559 h 2999866"/>
                      <a:gd name="connsiteX2-607" fmla="*/ 4123353 w 8156794"/>
                      <a:gd name="connsiteY2-608" fmla="*/ 2999689 h 2999866"/>
                      <a:gd name="connsiteX3-609" fmla="*/ 2295 w 8156794"/>
                      <a:gd name="connsiteY3-610" fmla="*/ 1551125 h 2999866"/>
                      <a:gd name="connsiteX4-611" fmla="*/ 767 w 8156794"/>
                      <a:gd name="connsiteY4-612" fmla="*/ 80184 h 2999866"/>
                      <a:gd name="connsiteX5-613" fmla="*/ 4068271 w 8156794"/>
                      <a:gd name="connsiteY5-614" fmla="*/ 1499081 h 2999866"/>
                      <a:gd name="connsiteX6-615" fmla="*/ 8123689 w 8156794"/>
                      <a:gd name="connsiteY6-616" fmla="*/ 0 h 2999866"/>
                      <a:gd name="connsiteX0-617" fmla="*/ 8167828 w 8167828"/>
                      <a:gd name="connsiteY0-618" fmla="*/ 0 h 3026651"/>
                      <a:gd name="connsiteX1-619" fmla="*/ 8156794 w 8167828"/>
                      <a:gd name="connsiteY1-620" fmla="*/ 1633344 h 3026651"/>
                      <a:gd name="connsiteX2-621" fmla="*/ 4123353 w 8167828"/>
                      <a:gd name="connsiteY2-622" fmla="*/ 3026474 h 3026651"/>
                      <a:gd name="connsiteX3-623" fmla="*/ 2295 w 8167828"/>
                      <a:gd name="connsiteY3-624" fmla="*/ 1577910 h 3026651"/>
                      <a:gd name="connsiteX4-625" fmla="*/ 767 w 8167828"/>
                      <a:gd name="connsiteY4-626" fmla="*/ 106969 h 3026651"/>
                      <a:gd name="connsiteX5-627" fmla="*/ 4068271 w 8167828"/>
                      <a:gd name="connsiteY5-628" fmla="*/ 1525866 h 3026651"/>
                      <a:gd name="connsiteX6-629" fmla="*/ 8167828 w 8167828"/>
                      <a:gd name="connsiteY6-630" fmla="*/ 0 h 3026651"/>
                      <a:gd name="connsiteX0-631" fmla="*/ 8167828 w 8167828"/>
                      <a:gd name="connsiteY0-632" fmla="*/ 0 h 3027228"/>
                      <a:gd name="connsiteX1-633" fmla="*/ 8145760 w 8167828"/>
                      <a:gd name="connsiteY1-634" fmla="*/ 1686913 h 3027228"/>
                      <a:gd name="connsiteX2-635" fmla="*/ 4123353 w 8167828"/>
                      <a:gd name="connsiteY2-636" fmla="*/ 3026474 h 3027228"/>
                      <a:gd name="connsiteX3-637" fmla="*/ 2295 w 8167828"/>
                      <a:gd name="connsiteY3-638" fmla="*/ 1577910 h 3027228"/>
                      <a:gd name="connsiteX4-639" fmla="*/ 767 w 8167828"/>
                      <a:gd name="connsiteY4-640" fmla="*/ 106969 h 3027228"/>
                      <a:gd name="connsiteX5-641" fmla="*/ 4068271 w 8167828"/>
                      <a:gd name="connsiteY5-642" fmla="*/ 1525866 h 3027228"/>
                      <a:gd name="connsiteX6-643" fmla="*/ 8167828 w 8167828"/>
                      <a:gd name="connsiteY6-644" fmla="*/ 0 h 3027228"/>
                      <a:gd name="connsiteX0-645" fmla="*/ 8156794 w 8156794"/>
                      <a:gd name="connsiteY0-646" fmla="*/ 0 h 2933483"/>
                      <a:gd name="connsiteX1-647" fmla="*/ 8145760 w 8156794"/>
                      <a:gd name="connsiteY1-648" fmla="*/ 1593168 h 2933483"/>
                      <a:gd name="connsiteX2-649" fmla="*/ 4123353 w 8156794"/>
                      <a:gd name="connsiteY2-650" fmla="*/ 2932729 h 2933483"/>
                      <a:gd name="connsiteX3-651" fmla="*/ 2295 w 8156794"/>
                      <a:gd name="connsiteY3-652" fmla="*/ 1484165 h 2933483"/>
                      <a:gd name="connsiteX4-653" fmla="*/ 767 w 8156794"/>
                      <a:gd name="connsiteY4-654" fmla="*/ 13224 h 2933483"/>
                      <a:gd name="connsiteX5-655" fmla="*/ 4068271 w 8156794"/>
                      <a:gd name="connsiteY5-656" fmla="*/ 1432121 h 2933483"/>
                      <a:gd name="connsiteX6-657" fmla="*/ 8156794 w 8156794"/>
                      <a:gd name="connsiteY6-658" fmla="*/ 0 h 2933483"/>
                      <a:gd name="connsiteX0-659" fmla="*/ 8156794 w 8156794"/>
                      <a:gd name="connsiteY0-660" fmla="*/ 0 h 2933483"/>
                      <a:gd name="connsiteX1-661" fmla="*/ 8145760 w 8156794"/>
                      <a:gd name="connsiteY1-662" fmla="*/ 1593168 h 2933483"/>
                      <a:gd name="connsiteX2-663" fmla="*/ 4123353 w 8156794"/>
                      <a:gd name="connsiteY2-664" fmla="*/ 2932729 h 2933483"/>
                      <a:gd name="connsiteX3-665" fmla="*/ 2295 w 8156794"/>
                      <a:gd name="connsiteY3-666" fmla="*/ 1484165 h 2933483"/>
                      <a:gd name="connsiteX4-667" fmla="*/ 767 w 8156794"/>
                      <a:gd name="connsiteY4-668" fmla="*/ 13224 h 2933483"/>
                      <a:gd name="connsiteX5-669" fmla="*/ 4068271 w 8156794"/>
                      <a:gd name="connsiteY5-670" fmla="*/ 1432121 h 2933483"/>
                      <a:gd name="connsiteX6-671" fmla="*/ 8156794 w 8156794"/>
                      <a:gd name="connsiteY6-672" fmla="*/ 0 h 2933483"/>
                      <a:gd name="connsiteX0-673" fmla="*/ 8123689 w 8145760"/>
                      <a:gd name="connsiteY0-674" fmla="*/ 13560 h 2920259"/>
                      <a:gd name="connsiteX1-675" fmla="*/ 8145760 w 8145760"/>
                      <a:gd name="connsiteY1-676" fmla="*/ 1579944 h 2920259"/>
                      <a:gd name="connsiteX2-677" fmla="*/ 4123353 w 8145760"/>
                      <a:gd name="connsiteY2-678" fmla="*/ 2919505 h 2920259"/>
                      <a:gd name="connsiteX3-679" fmla="*/ 2295 w 8145760"/>
                      <a:gd name="connsiteY3-680" fmla="*/ 1470941 h 2920259"/>
                      <a:gd name="connsiteX4-681" fmla="*/ 767 w 8145760"/>
                      <a:gd name="connsiteY4-682" fmla="*/ 0 h 2920259"/>
                      <a:gd name="connsiteX5-683" fmla="*/ 4068271 w 8145760"/>
                      <a:gd name="connsiteY5-684" fmla="*/ 1418897 h 2920259"/>
                      <a:gd name="connsiteX6-685" fmla="*/ 8123689 w 8145760"/>
                      <a:gd name="connsiteY6-686" fmla="*/ 13560 h 2920259"/>
                      <a:gd name="connsiteX0-687" fmla="*/ 8178863 w 8178863"/>
                      <a:gd name="connsiteY0-688" fmla="*/ 26952 h 2920259"/>
                      <a:gd name="connsiteX1-689" fmla="*/ 8145760 w 8178863"/>
                      <a:gd name="connsiteY1-690" fmla="*/ 1579944 h 2920259"/>
                      <a:gd name="connsiteX2-691" fmla="*/ 4123353 w 8178863"/>
                      <a:gd name="connsiteY2-692" fmla="*/ 2919505 h 2920259"/>
                      <a:gd name="connsiteX3-693" fmla="*/ 2295 w 8178863"/>
                      <a:gd name="connsiteY3-694" fmla="*/ 1470941 h 2920259"/>
                      <a:gd name="connsiteX4-695" fmla="*/ 767 w 8178863"/>
                      <a:gd name="connsiteY4-696" fmla="*/ 0 h 2920259"/>
                      <a:gd name="connsiteX5-697" fmla="*/ 4068271 w 8178863"/>
                      <a:gd name="connsiteY5-698" fmla="*/ 1418897 h 2920259"/>
                      <a:gd name="connsiteX6-699" fmla="*/ 8178863 w 8178863"/>
                      <a:gd name="connsiteY6-700" fmla="*/ 26952 h 2920259"/>
                      <a:gd name="connsiteX0-701" fmla="*/ 8167827 w 8167827"/>
                      <a:gd name="connsiteY0-702" fmla="*/ 40343 h 2920259"/>
                      <a:gd name="connsiteX1-703" fmla="*/ 8145760 w 8167827"/>
                      <a:gd name="connsiteY1-704" fmla="*/ 1579944 h 2920259"/>
                      <a:gd name="connsiteX2-705" fmla="*/ 4123353 w 8167827"/>
                      <a:gd name="connsiteY2-706" fmla="*/ 2919505 h 2920259"/>
                      <a:gd name="connsiteX3-707" fmla="*/ 2295 w 8167827"/>
                      <a:gd name="connsiteY3-708" fmla="*/ 1470941 h 2920259"/>
                      <a:gd name="connsiteX4-709" fmla="*/ 767 w 8167827"/>
                      <a:gd name="connsiteY4-710" fmla="*/ 0 h 2920259"/>
                      <a:gd name="connsiteX5-711" fmla="*/ 4068271 w 8167827"/>
                      <a:gd name="connsiteY5-712" fmla="*/ 1418897 h 2920259"/>
                      <a:gd name="connsiteX6-713" fmla="*/ 8167827 w 8167827"/>
                      <a:gd name="connsiteY6-714" fmla="*/ 40343 h 2920259"/>
                      <a:gd name="connsiteX0-715" fmla="*/ 8123687 w 8145760"/>
                      <a:gd name="connsiteY0-716" fmla="*/ 53735 h 2920259"/>
                      <a:gd name="connsiteX1-717" fmla="*/ 8145760 w 8145760"/>
                      <a:gd name="connsiteY1-718" fmla="*/ 1579944 h 2920259"/>
                      <a:gd name="connsiteX2-719" fmla="*/ 4123353 w 8145760"/>
                      <a:gd name="connsiteY2-720" fmla="*/ 2919505 h 2920259"/>
                      <a:gd name="connsiteX3-721" fmla="*/ 2295 w 8145760"/>
                      <a:gd name="connsiteY3-722" fmla="*/ 1470941 h 2920259"/>
                      <a:gd name="connsiteX4-723" fmla="*/ 767 w 8145760"/>
                      <a:gd name="connsiteY4-724" fmla="*/ 0 h 2920259"/>
                      <a:gd name="connsiteX5-725" fmla="*/ 4068271 w 8145760"/>
                      <a:gd name="connsiteY5-726" fmla="*/ 1418897 h 2920259"/>
                      <a:gd name="connsiteX6-727" fmla="*/ 8123687 w 8145760"/>
                      <a:gd name="connsiteY6-728" fmla="*/ 53735 h 2920259"/>
                      <a:gd name="connsiteX0-729" fmla="*/ 8161918 w 8161918"/>
                      <a:gd name="connsiteY0-730" fmla="*/ 0 h 2943855"/>
                      <a:gd name="connsiteX1-731" fmla="*/ 8145760 w 8161918"/>
                      <a:gd name="connsiteY1-732" fmla="*/ 1603540 h 2943855"/>
                      <a:gd name="connsiteX2-733" fmla="*/ 4123353 w 8161918"/>
                      <a:gd name="connsiteY2-734" fmla="*/ 2943101 h 2943855"/>
                      <a:gd name="connsiteX3-735" fmla="*/ 2295 w 8161918"/>
                      <a:gd name="connsiteY3-736" fmla="*/ 1494537 h 2943855"/>
                      <a:gd name="connsiteX4-737" fmla="*/ 767 w 8161918"/>
                      <a:gd name="connsiteY4-738" fmla="*/ 23596 h 2943855"/>
                      <a:gd name="connsiteX5-739" fmla="*/ 4068271 w 8161918"/>
                      <a:gd name="connsiteY5-740" fmla="*/ 1442493 h 2943855"/>
                      <a:gd name="connsiteX6-741" fmla="*/ 8161918 w 8161918"/>
                      <a:gd name="connsiteY6-742" fmla="*/ 0 h 2943855"/>
                      <a:gd name="connsiteX0-743" fmla="*/ 8144926 w 8145760"/>
                      <a:gd name="connsiteY0-744" fmla="*/ 43424 h 2920259"/>
                      <a:gd name="connsiteX1-745" fmla="*/ 8145760 w 8145760"/>
                      <a:gd name="connsiteY1-746" fmla="*/ 1579944 h 2920259"/>
                      <a:gd name="connsiteX2-747" fmla="*/ 4123353 w 8145760"/>
                      <a:gd name="connsiteY2-748" fmla="*/ 2919505 h 2920259"/>
                      <a:gd name="connsiteX3-749" fmla="*/ 2295 w 8145760"/>
                      <a:gd name="connsiteY3-750" fmla="*/ 1470941 h 2920259"/>
                      <a:gd name="connsiteX4-751" fmla="*/ 767 w 8145760"/>
                      <a:gd name="connsiteY4-752" fmla="*/ 0 h 2920259"/>
                      <a:gd name="connsiteX5-753" fmla="*/ 4068271 w 8145760"/>
                      <a:gd name="connsiteY5-754" fmla="*/ 1418897 h 2920259"/>
                      <a:gd name="connsiteX6-755" fmla="*/ 8144926 w 8145760"/>
                      <a:gd name="connsiteY6-756" fmla="*/ 43424 h 2920259"/>
                      <a:gd name="connsiteX0-757" fmla="*/ 8161918 w 8161918"/>
                      <a:gd name="connsiteY0-758" fmla="*/ 0 h 2959321"/>
                      <a:gd name="connsiteX1-759" fmla="*/ 8145760 w 8161918"/>
                      <a:gd name="connsiteY1-760" fmla="*/ 1619006 h 2959321"/>
                      <a:gd name="connsiteX2-761" fmla="*/ 4123353 w 8161918"/>
                      <a:gd name="connsiteY2-762" fmla="*/ 2958567 h 2959321"/>
                      <a:gd name="connsiteX3-763" fmla="*/ 2295 w 8161918"/>
                      <a:gd name="connsiteY3-764" fmla="*/ 1510003 h 2959321"/>
                      <a:gd name="connsiteX4-765" fmla="*/ 767 w 8161918"/>
                      <a:gd name="connsiteY4-766" fmla="*/ 39062 h 2959321"/>
                      <a:gd name="connsiteX5-767" fmla="*/ 4068271 w 8161918"/>
                      <a:gd name="connsiteY5-768" fmla="*/ 1457959 h 2959321"/>
                      <a:gd name="connsiteX6-769" fmla="*/ 8161918 w 8161918"/>
                      <a:gd name="connsiteY6-770" fmla="*/ 0 h 2959321"/>
                      <a:gd name="connsiteX0-771" fmla="*/ 8161918 w 8162752"/>
                      <a:gd name="connsiteY0-772" fmla="*/ 0 h 2959488"/>
                      <a:gd name="connsiteX1-773" fmla="*/ 8162752 w 8162752"/>
                      <a:gd name="connsiteY1-774" fmla="*/ 1629317 h 2959488"/>
                      <a:gd name="connsiteX2-775" fmla="*/ 4123353 w 8162752"/>
                      <a:gd name="connsiteY2-776" fmla="*/ 2958567 h 2959488"/>
                      <a:gd name="connsiteX3-777" fmla="*/ 2295 w 8162752"/>
                      <a:gd name="connsiteY3-778" fmla="*/ 1510003 h 2959488"/>
                      <a:gd name="connsiteX4-779" fmla="*/ 767 w 8162752"/>
                      <a:gd name="connsiteY4-780" fmla="*/ 39062 h 2959488"/>
                      <a:gd name="connsiteX5-781" fmla="*/ 4068271 w 8162752"/>
                      <a:gd name="connsiteY5-782" fmla="*/ 1457959 h 2959488"/>
                      <a:gd name="connsiteX6-783" fmla="*/ 8161918 w 8162752"/>
                      <a:gd name="connsiteY6-784" fmla="*/ 0 h 2959488"/>
                      <a:gd name="connsiteX0-785" fmla="*/ 8165930 w 8166764"/>
                      <a:gd name="connsiteY0-786" fmla="*/ 7337 h 2966825"/>
                      <a:gd name="connsiteX1-787" fmla="*/ 8166764 w 8166764"/>
                      <a:gd name="connsiteY1-788" fmla="*/ 1636654 h 2966825"/>
                      <a:gd name="connsiteX2-789" fmla="*/ 4127365 w 8166764"/>
                      <a:gd name="connsiteY2-790" fmla="*/ 2965904 h 2966825"/>
                      <a:gd name="connsiteX3-791" fmla="*/ 6307 w 8166764"/>
                      <a:gd name="connsiteY3-792" fmla="*/ 1517340 h 2966825"/>
                      <a:gd name="connsiteX4-793" fmla="*/ 532 w 8166764"/>
                      <a:gd name="connsiteY4-794" fmla="*/ 0 h 2966825"/>
                      <a:gd name="connsiteX5-795" fmla="*/ 4072283 w 8166764"/>
                      <a:gd name="connsiteY5-796" fmla="*/ 1465296 h 2966825"/>
                      <a:gd name="connsiteX6-797" fmla="*/ 8165930 w 8166764"/>
                      <a:gd name="connsiteY6-798" fmla="*/ 7337 h 2966825"/>
                      <a:gd name="connsiteX0-799" fmla="*/ 8168119 w 8168953"/>
                      <a:gd name="connsiteY0-800" fmla="*/ 7337 h 2966682"/>
                      <a:gd name="connsiteX1-801" fmla="*/ 8168953 w 8168953"/>
                      <a:gd name="connsiteY1-802" fmla="*/ 1636654 h 2966682"/>
                      <a:gd name="connsiteX2-803" fmla="*/ 4129554 w 8168953"/>
                      <a:gd name="connsiteY2-804" fmla="*/ 2965904 h 2966682"/>
                      <a:gd name="connsiteX3-805" fmla="*/ 0 w 8168953"/>
                      <a:gd name="connsiteY3-806" fmla="*/ 1527651 h 2966682"/>
                      <a:gd name="connsiteX4-807" fmla="*/ 2721 w 8168953"/>
                      <a:gd name="connsiteY4-808" fmla="*/ 0 h 2966682"/>
                      <a:gd name="connsiteX5-809" fmla="*/ 4074472 w 8168953"/>
                      <a:gd name="connsiteY5-810" fmla="*/ 1465296 h 2966682"/>
                      <a:gd name="connsiteX6-811" fmla="*/ 8168119 w 8168953"/>
                      <a:gd name="connsiteY6-812" fmla="*/ 7337 h 2966682"/>
                      <a:gd name="connsiteX0-813" fmla="*/ 8168119 w 8168953"/>
                      <a:gd name="connsiteY0-814" fmla="*/ 7337 h 3100377"/>
                      <a:gd name="connsiteX1-815" fmla="*/ 8168953 w 8168953"/>
                      <a:gd name="connsiteY1-816" fmla="*/ 1636654 h 3100377"/>
                      <a:gd name="connsiteX2-817" fmla="*/ 4118520 w 8168953"/>
                      <a:gd name="connsiteY2-818" fmla="*/ 3099826 h 3100377"/>
                      <a:gd name="connsiteX3-819" fmla="*/ 0 w 8168953"/>
                      <a:gd name="connsiteY3-820" fmla="*/ 1527651 h 3100377"/>
                      <a:gd name="connsiteX4-821" fmla="*/ 2721 w 8168953"/>
                      <a:gd name="connsiteY4-822" fmla="*/ 0 h 3100377"/>
                      <a:gd name="connsiteX5-823" fmla="*/ 4074472 w 8168953"/>
                      <a:gd name="connsiteY5-824" fmla="*/ 1465296 h 3100377"/>
                      <a:gd name="connsiteX6-825" fmla="*/ 8168119 w 8168953"/>
                      <a:gd name="connsiteY6-826" fmla="*/ 7337 h 3100377"/>
                      <a:gd name="connsiteX0-827" fmla="*/ 8168119 w 8168953"/>
                      <a:gd name="connsiteY0-828" fmla="*/ 7337 h 3100429"/>
                      <a:gd name="connsiteX1-829" fmla="*/ 8168953 w 8168953"/>
                      <a:gd name="connsiteY1-830" fmla="*/ 1636654 h 3100429"/>
                      <a:gd name="connsiteX2-831" fmla="*/ 4118520 w 8168953"/>
                      <a:gd name="connsiteY2-832" fmla="*/ 3099826 h 3100429"/>
                      <a:gd name="connsiteX3-833" fmla="*/ 0 w 8168953"/>
                      <a:gd name="connsiteY3-834" fmla="*/ 1527651 h 3100429"/>
                      <a:gd name="connsiteX4-835" fmla="*/ 2721 w 8168953"/>
                      <a:gd name="connsiteY4-836" fmla="*/ 0 h 3100429"/>
                      <a:gd name="connsiteX5-837" fmla="*/ 4074472 w 8168953"/>
                      <a:gd name="connsiteY5-838" fmla="*/ 1465296 h 3100429"/>
                      <a:gd name="connsiteX6-839" fmla="*/ 8168119 w 8168953"/>
                      <a:gd name="connsiteY6-840" fmla="*/ 7337 h 3100429"/>
                      <a:gd name="connsiteX0-841" fmla="*/ 8165849 w 8166683"/>
                      <a:gd name="connsiteY0-842" fmla="*/ 7337 h 3099826"/>
                      <a:gd name="connsiteX1-843" fmla="*/ 8166683 w 8166683"/>
                      <a:gd name="connsiteY1-844" fmla="*/ 1636654 h 3099826"/>
                      <a:gd name="connsiteX2-845" fmla="*/ 4116250 w 8166683"/>
                      <a:gd name="connsiteY2-846" fmla="*/ 3099826 h 3099826"/>
                      <a:gd name="connsiteX3-847" fmla="*/ 8764 w 8166683"/>
                      <a:gd name="connsiteY3-848" fmla="*/ 1634789 h 3099826"/>
                      <a:gd name="connsiteX4-849" fmla="*/ 451 w 8166683"/>
                      <a:gd name="connsiteY4-850" fmla="*/ 0 h 3099826"/>
                      <a:gd name="connsiteX5-851" fmla="*/ 4072202 w 8166683"/>
                      <a:gd name="connsiteY5-852" fmla="*/ 1465296 h 3099826"/>
                      <a:gd name="connsiteX6-853" fmla="*/ 8165849 w 8166683"/>
                      <a:gd name="connsiteY6-854" fmla="*/ 7337 h 3099826"/>
                      <a:gd name="connsiteX0-855" fmla="*/ 8165849 w 8166683"/>
                      <a:gd name="connsiteY0-856" fmla="*/ 7337 h 3099826"/>
                      <a:gd name="connsiteX1-857" fmla="*/ 8166683 w 8166683"/>
                      <a:gd name="connsiteY1-858" fmla="*/ 1636654 h 3099826"/>
                      <a:gd name="connsiteX2-859" fmla="*/ 4116250 w 8166683"/>
                      <a:gd name="connsiteY2-860" fmla="*/ 3099826 h 3099826"/>
                      <a:gd name="connsiteX3-861" fmla="*/ 8764 w 8166683"/>
                      <a:gd name="connsiteY3-862" fmla="*/ 1634789 h 3099826"/>
                      <a:gd name="connsiteX4-863" fmla="*/ 451 w 8166683"/>
                      <a:gd name="connsiteY4-864" fmla="*/ 0 h 3099826"/>
                      <a:gd name="connsiteX5-865" fmla="*/ 4072202 w 8166683"/>
                      <a:gd name="connsiteY5-866" fmla="*/ 1465296 h 3099826"/>
                      <a:gd name="connsiteX6-867" fmla="*/ 8165849 w 8166683"/>
                      <a:gd name="connsiteY6-868" fmla="*/ 7337 h 3099826"/>
                      <a:gd name="connsiteX0-869" fmla="*/ 8165849 w 8166683"/>
                      <a:gd name="connsiteY0-870" fmla="*/ 7337 h 3099826"/>
                      <a:gd name="connsiteX1-871" fmla="*/ 8166683 w 8166683"/>
                      <a:gd name="connsiteY1-872" fmla="*/ 1636654 h 3099826"/>
                      <a:gd name="connsiteX2-873" fmla="*/ 4116250 w 8166683"/>
                      <a:gd name="connsiteY2-874" fmla="*/ 3099826 h 3099826"/>
                      <a:gd name="connsiteX3-875" fmla="*/ 8764 w 8166683"/>
                      <a:gd name="connsiteY3-876" fmla="*/ 1634789 h 3099826"/>
                      <a:gd name="connsiteX4-877" fmla="*/ 451 w 8166683"/>
                      <a:gd name="connsiteY4-878" fmla="*/ 0 h 3099826"/>
                      <a:gd name="connsiteX5-879" fmla="*/ 4061168 w 8166683"/>
                      <a:gd name="connsiteY5-880" fmla="*/ 1438511 h 3099826"/>
                      <a:gd name="connsiteX6-881" fmla="*/ 8165849 w 8166683"/>
                      <a:gd name="connsiteY6-882" fmla="*/ 7337 h 3099826"/>
                      <a:gd name="connsiteX0-883" fmla="*/ 8165849 w 8166683"/>
                      <a:gd name="connsiteY0-884" fmla="*/ 7337 h 3099826"/>
                      <a:gd name="connsiteX1-885" fmla="*/ 8166683 w 8166683"/>
                      <a:gd name="connsiteY1-886" fmla="*/ 1636654 h 3099826"/>
                      <a:gd name="connsiteX2-887" fmla="*/ 4116250 w 8166683"/>
                      <a:gd name="connsiteY2-888" fmla="*/ 3099826 h 3099826"/>
                      <a:gd name="connsiteX3-889" fmla="*/ 8764 w 8166683"/>
                      <a:gd name="connsiteY3-890" fmla="*/ 1634789 h 3099826"/>
                      <a:gd name="connsiteX4-891" fmla="*/ 451 w 8166683"/>
                      <a:gd name="connsiteY4-892" fmla="*/ 0 h 3099826"/>
                      <a:gd name="connsiteX5-893" fmla="*/ 4061168 w 8166683"/>
                      <a:gd name="connsiteY5-894" fmla="*/ 1438511 h 3099826"/>
                      <a:gd name="connsiteX6-895" fmla="*/ 8165849 w 8166683"/>
                      <a:gd name="connsiteY6-896" fmla="*/ 7337 h 309982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81" name="Oval 480"/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482" name="Group 481"/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83" name="Freeform 482"/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-1" fmla="*/ 3725333 w 4641485"/>
                        <a:gd name="connsiteY0-2" fmla="*/ 0 h 1049866"/>
                        <a:gd name="connsiteX1-3" fmla="*/ 4641485 w 4641485"/>
                        <a:gd name="connsiteY1-4" fmla="*/ 239402 h 1049866"/>
                        <a:gd name="connsiteX2-5" fmla="*/ 3962400 w 4641485"/>
                        <a:gd name="connsiteY2-6" fmla="*/ 541866 h 1049866"/>
                        <a:gd name="connsiteX3-7" fmla="*/ 3742267 w 4641485"/>
                        <a:gd name="connsiteY3-8" fmla="*/ 457200 h 1049866"/>
                        <a:gd name="connsiteX4-9" fmla="*/ 2269067 w 4641485"/>
                        <a:gd name="connsiteY4-10" fmla="*/ 1049866 h 1049866"/>
                        <a:gd name="connsiteX5-11" fmla="*/ 880533 w 4641485"/>
                        <a:gd name="connsiteY5-12" fmla="*/ 457200 h 1049866"/>
                        <a:gd name="connsiteX6-13" fmla="*/ 592667 w 4641485"/>
                        <a:gd name="connsiteY6-14" fmla="*/ 541866 h 1049866"/>
                        <a:gd name="connsiteX7-15" fmla="*/ 0 w 4641485"/>
                        <a:gd name="connsiteY7-16" fmla="*/ 254000 h 1049866"/>
                        <a:gd name="connsiteX8-17" fmla="*/ 880533 w 4641485"/>
                        <a:gd name="connsiteY8-18" fmla="*/ 16933 h 1049866"/>
                        <a:gd name="connsiteX9-19" fmla="*/ 2302933 w 4641485"/>
                        <a:gd name="connsiteY9-20" fmla="*/ 626533 h 1049866"/>
                        <a:gd name="connsiteX10-21" fmla="*/ 3725333 w 4641485"/>
                        <a:gd name="connsiteY10-22" fmla="*/ 0 h 1049866"/>
                        <a:gd name="connsiteX0-23" fmla="*/ 3756864 w 4673016"/>
                        <a:gd name="connsiteY0-24" fmla="*/ 0 h 1049866"/>
                        <a:gd name="connsiteX1-25" fmla="*/ 4673016 w 4673016"/>
                        <a:gd name="connsiteY1-26" fmla="*/ 239402 h 1049866"/>
                        <a:gd name="connsiteX2-27" fmla="*/ 3993931 w 4673016"/>
                        <a:gd name="connsiteY2-28" fmla="*/ 541866 h 1049866"/>
                        <a:gd name="connsiteX3-29" fmla="*/ 3773798 w 4673016"/>
                        <a:gd name="connsiteY3-30" fmla="*/ 457200 h 1049866"/>
                        <a:gd name="connsiteX4-31" fmla="*/ 2300598 w 4673016"/>
                        <a:gd name="connsiteY4-32" fmla="*/ 1049866 h 1049866"/>
                        <a:gd name="connsiteX5-33" fmla="*/ 912064 w 4673016"/>
                        <a:gd name="connsiteY5-34" fmla="*/ 457200 h 1049866"/>
                        <a:gd name="connsiteX6-35" fmla="*/ 624198 w 4673016"/>
                        <a:gd name="connsiteY6-36" fmla="*/ 541866 h 1049866"/>
                        <a:gd name="connsiteX7-37" fmla="*/ 0 w 4673016"/>
                        <a:gd name="connsiteY7-38" fmla="*/ 232979 h 1049866"/>
                        <a:gd name="connsiteX8-39" fmla="*/ 912064 w 4673016"/>
                        <a:gd name="connsiteY8-40" fmla="*/ 16933 h 1049866"/>
                        <a:gd name="connsiteX9-41" fmla="*/ 2334464 w 4673016"/>
                        <a:gd name="connsiteY9-42" fmla="*/ 626533 h 1049866"/>
                        <a:gd name="connsiteX10-43" fmla="*/ 3756864 w 4673016"/>
                        <a:gd name="connsiteY10-44" fmla="*/ 0 h 1049866"/>
                        <a:gd name="connsiteX0-45" fmla="*/ 3756864 w 4673016"/>
                        <a:gd name="connsiteY0-46" fmla="*/ 0 h 1049866"/>
                        <a:gd name="connsiteX1-47" fmla="*/ 4673016 w 4673016"/>
                        <a:gd name="connsiteY1-48" fmla="*/ 239402 h 1049866"/>
                        <a:gd name="connsiteX2-49" fmla="*/ 3993931 w 4673016"/>
                        <a:gd name="connsiteY2-50" fmla="*/ 541866 h 1049866"/>
                        <a:gd name="connsiteX3-51" fmla="*/ 3784308 w 4673016"/>
                        <a:gd name="connsiteY3-52" fmla="*/ 404648 h 1049866"/>
                        <a:gd name="connsiteX4-53" fmla="*/ 2300598 w 4673016"/>
                        <a:gd name="connsiteY4-54" fmla="*/ 1049866 h 1049866"/>
                        <a:gd name="connsiteX5-55" fmla="*/ 912064 w 4673016"/>
                        <a:gd name="connsiteY5-56" fmla="*/ 457200 h 1049866"/>
                        <a:gd name="connsiteX6-57" fmla="*/ 624198 w 4673016"/>
                        <a:gd name="connsiteY6-58" fmla="*/ 541866 h 1049866"/>
                        <a:gd name="connsiteX7-59" fmla="*/ 0 w 4673016"/>
                        <a:gd name="connsiteY7-60" fmla="*/ 232979 h 1049866"/>
                        <a:gd name="connsiteX8-61" fmla="*/ 912064 w 4673016"/>
                        <a:gd name="connsiteY8-62" fmla="*/ 16933 h 1049866"/>
                        <a:gd name="connsiteX9-63" fmla="*/ 2334464 w 4673016"/>
                        <a:gd name="connsiteY9-64" fmla="*/ 626533 h 1049866"/>
                        <a:gd name="connsiteX10-65" fmla="*/ 3756864 w 4673016"/>
                        <a:gd name="connsiteY10-66" fmla="*/ 0 h 1049866"/>
                        <a:gd name="connsiteX0-67" fmla="*/ 3756864 w 4673016"/>
                        <a:gd name="connsiteY0-68" fmla="*/ 0 h 1049866"/>
                        <a:gd name="connsiteX1-69" fmla="*/ 4673016 w 4673016"/>
                        <a:gd name="connsiteY1-70" fmla="*/ 239402 h 1049866"/>
                        <a:gd name="connsiteX2-71" fmla="*/ 3993931 w 4673016"/>
                        <a:gd name="connsiteY2-72" fmla="*/ 541866 h 1049866"/>
                        <a:gd name="connsiteX3-73" fmla="*/ 3794818 w 4673016"/>
                        <a:gd name="connsiteY3-74" fmla="*/ 436179 h 1049866"/>
                        <a:gd name="connsiteX4-75" fmla="*/ 2300598 w 4673016"/>
                        <a:gd name="connsiteY4-76" fmla="*/ 1049866 h 1049866"/>
                        <a:gd name="connsiteX5-77" fmla="*/ 912064 w 4673016"/>
                        <a:gd name="connsiteY5-78" fmla="*/ 457200 h 1049866"/>
                        <a:gd name="connsiteX6-79" fmla="*/ 624198 w 4673016"/>
                        <a:gd name="connsiteY6-80" fmla="*/ 541866 h 1049866"/>
                        <a:gd name="connsiteX7-81" fmla="*/ 0 w 4673016"/>
                        <a:gd name="connsiteY7-82" fmla="*/ 232979 h 1049866"/>
                        <a:gd name="connsiteX8-83" fmla="*/ 912064 w 4673016"/>
                        <a:gd name="connsiteY8-84" fmla="*/ 16933 h 1049866"/>
                        <a:gd name="connsiteX9-85" fmla="*/ 2334464 w 4673016"/>
                        <a:gd name="connsiteY9-86" fmla="*/ 626533 h 1049866"/>
                        <a:gd name="connsiteX10-87" fmla="*/ 3756864 w 4673016"/>
                        <a:gd name="connsiteY10-88" fmla="*/ 0 h 1049866"/>
                        <a:gd name="connsiteX0-89" fmla="*/ 3756864 w 4673016"/>
                        <a:gd name="connsiteY0-90" fmla="*/ 0 h 1049866"/>
                        <a:gd name="connsiteX1-91" fmla="*/ 4673016 w 4673016"/>
                        <a:gd name="connsiteY1-92" fmla="*/ 239402 h 1049866"/>
                        <a:gd name="connsiteX2-93" fmla="*/ 3993931 w 4673016"/>
                        <a:gd name="connsiteY2-94" fmla="*/ 541866 h 1049866"/>
                        <a:gd name="connsiteX3-95" fmla="*/ 3794818 w 4673016"/>
                        <a:gd name="connsiteY3-96" fmla="*/ 436179 h 1049866"/>
                        <a:gd name="connsiteX4-97" fmla="*/ 2300598 w 4673016"/>
                        <a:gd name="connsiteY4-98" fmla="*/ 1049866 h 1049866"/>
                        <a:gd name="connsiteX5-99" fmla="*/ 912064 w 4673016"/>
                        <a:gd name="connsiteY5-100" fmla="*/ 457200 h 1049866"/>
                        <a:gd name="connsiteX6-101" fmla="*/ 624198 w 4673016"/>
                        <a:gd name="connsiteY6-102" fmla="*/ 541866 h 1049866"/>
                        <a:gd name="connsiteX7-103" fmla="*/ 0 w 4673016"/>
                        <a:gd name="connsiteY7-104" fmla="*/ 232979 h 1049866"/>
                        <a:gd name="connsiteX8-105" fmla="*/ 912064 w 4673016"/>
                        <a:gd name="connsiteY8-106" fmla="*/ 16933 h 1049866"/>
                        <a:gd name="connsiteX9-107" fmla="*/ 2323954 w 4673016"/>
                        <a:gd name="connsiteY9-108" fmla="*/ 616023 h 1049866"/>
                        <a:gd name="connsiteX10-109" fmla="*/ 3756864 w 4673016"/>
                        <a:gd name="connsiteY10-110" fmla="*/ 0 h 1049866"/>
                        <a:gd name="connsiteX0-111" fmla="*/ 3756864 w 4673016"/>
                        <a:gd name="connsiteY0-112" fmla="*/ 0 h 1049866"/>
                        <a:gd name="connsiteX1-113" fmla="*/ 4673016 w 4673016"/>
                        <a:gd name="connsiteY1-114" fmla="*/ 239402 h 1049866"/>
                        <a:gd name="connsiteX2-115" fmla="*/ 3993931 w 4673016"/>
                        <a:gd name="connsiteY2-116" fmla="*/ 541866 h 1049866"/>
                        <a:gd name="connsiteX3-117" fmla="*/ 3794818 w 4673016"/>
                        <a:gd name="connsiteY3-118" fmla="*/ 436179 h 1049866"/>
                        <a:gd name="connsiteX4-119" fmla="*/ 2300598 w 4673016"/>
                        <a:gd name="connsiteY4-120" fmla="*/ 1049866 h 1049866"/>
                        <a:gd name="connsiteX5-121" fmla="*/ 912064 w 4673016"/>
                        <a:gd name="connsiteY5-122" fmla="*/ 457200 h 1049866"/>
                        <a:gd name="connsiteX6-123" fmla="*/ 624198 w 4673016"/>
                        <a:gd name="connsiteY6-124" fmla="*/ 541866 h 1049866"/>
                        <a:gd name="connsiteX7-125" fmla="*/ 0 w 4673016"/>
                        <a:gd name="connsiteY7-126" fmla="*/ 275021 h 1049866"/>
                        <a:gd name="connsiteX8-127" fmla="*/ 912064 w 4673016"/>
                        <a:gd name="connsiteY8-128" fmla="*/ 16933 h 1049866"/>
                        <a:gd name="connsiteX9-129" fmla="*/ 2323954 w 4673016"/>
                        <a:gd name="connsiteY9-130" fmla="*/ 616023 h 1049866"/>
                        <a:gd name="connsiteX10-131" fmla="*/ 3756864 w 4673016"/>
                        <a:gd name="connsiteY10-132" fmla="*/ 0 h 1049866"/>
                        <a:gd name="connsiteX0-133" fmla="*/ 3756864 w 4673016"/>
                        <a:gd name="connsiteY0-134" fmla="*/ 0 h 1049866"/>
                        <a:gd name="connsiteX1-135" fmla="*/ 4673016 w 4673016"/>
                        <a:gd name="connsiteY1-136" fmla="*/ 239402 h 1049866"/>
                        <a:gd name="connsiteX2-137" fmla="*/ 3993931 w 4673016"/>
                        <a:gd name="connsiteY2-138" fmla="*/ 541866 h 1049866"/>
                        <a:gd name="connsiteX3-139" fmla="*/ 3815839 w 4673016"/>
                        <a:gd name="connsiteY3-140" fmla="*/ 467710 h 1049866"/>
                        <a:gd name="connsiteX4-141" fmla="*/ 2300598 w 4673016"/>
                        <a:gd name="connsiteY4-142" fmla="*/ 1049866 h 1049866"/>
                        <a:gd name="connsiteX5-143" fmla="*/ 912064 w 4673016"/>
                        <a:gd name="connsiteY5-144" fmla="*/ 457200 h 1049866"/>
                        <a:gd name="connsiteX6-145" fmla="*/ 624198 w 4673016"/>
                        <a:gd name="connsiteY6-146" fmla="*/ 541866 h 1049866"/>
                        <a:gd name="connsiteX7-147" fmla="*/ 0 w 4673016"/>
                        <a:gd name="connsiteY7-148" fmla="*/ 275021 h 1049866"/>
                        <a:gd name="connsiteX8-149" fmla="*/ 912064 w 4673016"/>
                        <a:gd name="connsiteY8-150" fmla="*/ 16933 h 1049866"/>
                        <a:gd name="connsiteX9-151" fmla="*/ 2323954 w 4673016"/>
                        <a:gd name="connsiteY9-152" fmla="*/ 616023 h 1049866"/>
                        <a:gd name="connsiteX10-153" fmla="*/ 3756864 w 4673016"/>
                        <a:gd name="connsiteY10-154" fmla="*/ 0 h 104986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84" name="Freeform 483"/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85" name="Freeform 484"/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86" name="Freeform 485"/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-1" fmla="*/ 168165 w 3731172"/>
                        <a:gd name="connsiteY0-2" fmla="*/ 73572 h 1418896"/>
                        <a:gd name="connsiteX1-3" fmla="*/ 451945 w 3731172"/>
                        <a:gd name="connsiteY1-4" fmla="*/ 0 h 1418896"/>
                        <a:gd name="connsiteX2-5" fmla="*/ 1881352 w 3731172"/>
                        <a:gd name="connsiteY2-6" fmla="*/ 599089 h 1418896"/>
                        <a:gd name="connsiteX3-7" fmla="*/ 3363310 w 3731172"/>
                        <a:gd name="connsiteY3-8" fmla="*/ 0 h 1418896"/>
                        <a:gd name="connsiteX4-9" fmla="*/ 3584027 w 3731172"/>
                        <a:gd name="connsiteY4-10" fmla="*/ 73572 h 1418896"/>
                        <a:gd name="connsiteX5-11" fmla="*/ 2627586 w 3731172"/>
                        <a:gd name="connsiteY5-12" fmla="*/ 441434 h 1418896"/>
                        <a:gd name="connsiteX6-13" fmla="*/ 2596055 w 3731172"/>
                        <a:gd name="connsiteY6-14" fmla="*/ 914400 h 1418896"/>
                        <a:gd name="connsiteX7-15" fmla="*/ 3731172 w 3731172"/>
                        <a:gd name="connsiteY7-16" fmla="*/ 1345324 h 1418896"/>
                        <a:gd name="connsiteX8-17" fmla="*/ 3447393 w 3731172"/>
                        <a:gd name="connsiteY8-18" fmla="*/ 1408386 h 1418896"/>
                        <a:gd name="connsiteX9-19" fmla="*/ 1870841 w 3731172"/>
                        <a:gd name="connsiteY9-20" fmla="*/ 746234 h 1418896"/>
                        <a:gd name="connsiteX10-21" fmla="*/ 262758 w 3731172"/>
                        <a:gd name="connsiteY10-22" fmla="*/ 1418896 h 1418896"/>
                        <a:gd name="connsiteX11-23" fmla="*/ 0 w 3731172"/>
                        <a:gd name="connsiteY11-24" fmla="*/ 1324303 h 1418896"/>
                        <a:gd name="connsiteX12-25" fmla="*/ 1145627 w 3731172"/>
                        <a:gd name="connsiteY12-26" fmla="*/ 882869 h 1418896"/>
                        <a:gd name="connsiteX13-27" fmla="*/ 1114096 w 3731172"/>
                        <a:gd name="connsiteY13-28" fmla="*/ 409903 h 1418896"/>
                        <a:gd name="connsiteX14-29" fmla="*/ 441434 w 3731172"/>
                        <a:gd name="connsiteY14-30" fmla="*/ 10510 h 1418896"/>
                        <a:gd name="connsiteX15-31" fmla="*/ 441434 w 3731172"/>
                        <a:gd name="connsiteY15-32" fmla="*/ 10510 h 1418896"/>
                        <a:gd name="connsiteX0-33" fmla="*/ 168165 w 3731172"/>
                        <a:gd name="connsiteY0-34" fmla="*/ 73572 h 1418896"/>
                        <a:gd name="connsiteX1-35" fmla="*/ 451945 w 3731172"/>
                        <a:gd name="connsiteY1-36" fmla="*/ 0 h 1418896"/>
                        <a:gd name="connsiteX2-37" fmla="*/ 1881352 w 3731172"/>
                        <a:gd name="connsiteY2-38" fmla="*/ 599089 h 1418896"/>
                        <a:gd name="connsiteX3-39" fmla="*/ 3363310 w 3731172"/>
                        <a:gd name="connsiteY3-40" fmla="*/ 0 h 1418896"/>
                        <a:gd name="connsiteX4-41" fmla="*/ 3584027 w 3731172"/>
                        <a:gd name="connsiteY4-42" fmla="*/ 73572 h 1418896"/>
                        <a:gd name="connsiteX5-43" fmla="*/ 2627586 w 3731172"/>
                        <a:gd name="connsiteY5-44" fmla="*/ 441434 h 1418896"/>
                        <a:gd name="connsiteX6-45" fmla="*/ 2596055 w 3731172"/>
                        <a:gd name="connsiteY6-46" fmla="*/ 914400 h 1418896"/>
                        <a:gd name="connsiteX7-47" fmla="*/ 3731172 w 3731172"/>
                        <a:gd name="connsiteY7-48" fmla="*/ 1345324 h 1418896"/>
                        <a:gd name="connsiteX8-49" fmla="*/ 3447393 w 3731172"/>
                        <a:gd name="connsiteY8-50" fmla="*/ 1408386 h 1418896"/>
                        <a:gd name="connsiteX9-51" fmla="*/ 1870841 w 3731172"/>
                        <a:gd name="connsiteY9-52" fmla="*/ 746234 h 1418896"/>
                        <a:gd name="connsiteX10-53" fmla="*/ 262758 w 3731172"/>
                        <a:gd name="connsiteY10-54" fmla="*/ 1418896 h 1418896"/>
                        <a:gd name="connsiteX11-55" fmla="*/ 0 w 3731172"/>
                        <a:gd name="connsiteY11-56" fmla="*/ 1324303 h 1418896"/>
                        <a:gd name="connsiteX12-57" fmla="*/ 1145627 w 3731172"/>
                        <a:gd name="connsiteY12-58" fmla="*/ 882869 h 1418896"/>
                        <a:gd name="connsiteX13-59" fmla="*/ 1114096 w 3731172"/>
                        <a:gd name="connsiteY13-60" fmla="*/ 409903 h 1418896"/>
                        <a:gd name="connsiteX14-61" fmla="*/ 441434 w 3731172"/>
                        <a:gd name="connsiteY14-62" fmla="*/ 10510 h 1418896"/>
                        <a:gd name="connsiteX0-63" fmla="*/ 168165 w 3731172"/>
                        <a:gd name="connsiteY0-64" fmla="*/ 73572 h 1418896"/>
                        <a:gd name="connsiteX1-65" fmla="*/ 451945 w 3731172"/>
                        <a:gd name="connsiteY1-66" fmla="*/ 0 h 1418896"/>
                        <a:gd name="connsiteX2-67" fmla="*/ 1881352 w 3731172"/>
                        <a:gd name="connsiteY2-68" fmla="*/ 599089 h 1418896"/>
                        <a:gd name="connsiteX3-69" fmla="*/ 3363310 w 3731172"/>
                        <a:gd name="connsiteY3-70" fmla="*/ 0 h 1418896"/>
                        <a:gd name="connsiteX4-71" fmla="*/ 3584027 w 3731172"/>
                        <a:gd name="connsiteY4-72" fmla="*/ 73572 h 1418896"/>
                        <a:gd name="connsiteX5-73" fmla="*/ 2627586 w 3731172"/>
                        <a:gd name="connsiteY5-74" fmla="*/ 441434 h 1418896"/>
                        <a:gd name="connsiteX6-75" fmla="*/ 2596055 w 3731172"/>
                        <a:gd name="connsiteY6-76" fmla="*/ 914400 h 1418896"/>
                        <a:gd name="connsiteX7-77" fmla="*/ 3731172 w 3731172"/>
                        <a:gd name="connsiteY7-78" fmla="*/ 1345324 h 1418896"/>
                        <a:gd name="connsiteX8-79" fmla="*/ 3447393 w 3731172"/>
                        <a:gd name="connsiteY8-80" fmla="*/ 1408386 h 1418896"/>
                        <a:gd name="connsiteX9-81" fmla="*/ 1870841 w 3731172"/>
                        <a:gd name="connsiteY9-82" fmla="*/ 746234 h 1418896"/>
                        <a:gd name="connsiteX10-83" fmla="*/ 262758 w 3731172"/>
                        <a:gd name="connsiteY10-84" fmla="*/ 1418896 h 1418896"/>
                        <a:gd name="connsiteX11-85" fmla="*/ 0 w 3731172"/>
                        <a:gd name="connsiteY11-86" fmla="*/ 1324303 h 1418896"/>
                        <a:gd name="connsiteX12-87" fmla="*/ 1145627 w 3731172"/>
                        <a:gd name="connsiteY12-88" fmla="*/ 882869 h 1418896"/>
                        <a:gd name="connsiteX13-89" fmla="*/ 1114096 w 3731172"/>
                        <a:gd name="connsiteY13-90" fmla="*/ 409903 h 1418896"/>
                        <a:gd name="connsiteX14-91" fmla="*/ 357351 w 3731172"/>
                        <a:gd name="connsiteY14-92" fmla="*/ 115613 h 1418896"/>
                        <a:gd name="connsiteX0-93" fmla="*/ 168165 w 3731172"/>
                        <a:gd name="connsiteY0-94" fmla="*/ 73572 h 1418896"/>
                        <a:gd name="connsiteX1-95" fmla="*/ 451945 w 3731172"/>
                        <a:gd name="connsiteY1-96" fmla="*/ 0 h 1418896"/>
                        <a:gd name="connsiteX2-97" fmla="*/ 1881352 w 3731172"/>
                        <a:gd name="connsiteY2-98" fmla="*/ 599089 h 1418896"/>
                        <a:gd name="connsiteX3-99" fmla="*/ 3363310 w 3731172"/>
                        <a:gd name="connsiteY3-100" fmla="*/ 0 h 1418896"/>
                        <a:gd name="connsiteX4-101" fmla="*/ 3584027 w 3731172"/>
                        <a:gd name="connsiteY4-102" fmla="*/ 73572 h 1418896"/>
                        <a:gd name="connsiteX5-103" fmla="*/ 2627586 w 3731172"/>
                        <a:gd name="connsiteY5-104" fmla="*/ 441434 h 1418896"/>
                        <a:gd name="connsiteX6-105" fmla="*/ 2596055 w 3731172"/>
                        <a:gd name="connsiteY6-106" fmla="*/ 914400 h 1418896"/>
                        <a:gd name="connsiteX7-107" fmla="*/ 3731172 w 3731172"/>
                        <a:gd name="connsiteY7-108" fmla="*/ 1345324 h 1418896"/>
                        <a:gd name="connsiteX8-109" fmla="*/ 3447393 w 3731172"/>
                        <a:gd name="connsiteY8-110" fmla="*/ 1408386 h 1418896"/>
                        <a:gd name="connsiteX9-111" fmla="*/ 1870841 w 3731172"/>
                        <a:gd name="connsiteY9-112" fmla="*/ 746234 h 1418896"/>
                        <a:gd name="connsiteX10-113" fmla="*/ 262758 w 3731172"/>
                        <a:gd name="connsiteY10-114" fmla="*/ 1418896 h 1418896"/>
                        <a:gd name="connsiteX11-115" fmla="*/ 0 w 3731172"/>
                        <a:gd name="connsiteY11-116" fmla="*/ 1324303 h 1418896"/>
                        <a:gd name="connsiteX12-117" fmla="*/ 1145627 w 3731172"/>
                        <a:gd name="connsiteY12-118" fmla="*/ 882869 h 1418896"/>
                        <a:gd name="connsiteX13-119" fmla="*/ 1114096 w 3731172"/>
                        <a:gd name="connsiteY13-120" fmla="*/ 409903 h 1418896"/>
                        <a:gd name="connsiteX14-121" fmla="*/ 147144 w 3731172"/>
                        <a:gd name="connsiteY14-122" fmla="*/ 63061 h 1418896"/>
                        <a:gd name="connsiteX0-123" fmla="*/ 168165 w 3731172"/>
                        <a:gd name="connsiteY0-124" fmla="*/ 73572 h 1418896"/>
                        <a:gd name="connsiteX1-125" fmla="*/ 451945 w 3731172"/>
                        <a:gd name="connsiteY1-126" fmla="*/ 0 h 1418896"/>
                        <a:gd name="connsiteX2-127" fmla="*/ 1881352 w 3731172"/>
                        <a:gd name="connsiteY2-128" fmla="*/ 599089 h 1418896"/>
                        <a:gd name="connsiteX3-129" fmla="*/ 3363310 w 3731172"/>
                        <a:gd name="connsiteY3-130" fmla="*/ 0 h 1418896"/>
                        <a:gd name="connsiteX4-131" fmla="*/ 3584027 w 3731172"/>
                        <a:gd name="connsiteY4-132" fmla="*/ 73572 h 1418896"/>
                        <a:gd name="connsiteX5-133" fmla="*/ 2627586 w 3731172"/>
                        <a:gd name="connsiteY5-134" fmla="*/ 441434 h 1418896"/>
                        <a:gd name="connsiteX6-135" fmla="*/ 2596055 w 3731172"/>
                        <a:gd name="connsiteY6-136" fmla="*/ 914400 h 1418896"/>
                        <a:gd name="connsiteX7-137" fmla="*/ 3731172 w 3731172"/>
                        <a:gd name="connsiteY7-138" fmla="*/ 1345324 h 1418896"/>
                        <a:gd name="connsiteX8-139" fmla="*/ 3447393 w 3731172"/>
                        <a:gd name="connsiteY8-140" fmla="*/ 1408386 h 1418896"/>
                        <a:gd name="connsiteX9-141" fmla="*/ 1870841 w 3731172"/>
                        <a:gd name="connsiteY9-142" fmla="*/ 746234 h 1418896"/>
                        <a:gd name="connsiteX10-143" fmla="*/ 262758 w 3731172"/>
                        <a:gd name="connsiteY10-144" fmla="*/ 1418896 h 1418896"/>
                        <a:gd name="connsiteX11-145" fmla="*/ 0 w 3731172"/>
                        <a:gd name="connsiteY11-146" fmla="*/ 1324303 h 1418896"/>
                        <a:gd name="connsiteX12-147" fmla="*/ 1145627 w 3731172"/>
                        <a:gd name="connsiteY12-148" fmla="*/ 882869 h 1418896"/>
                        <a:gd name="connsiteX13-149" fmla="*/ 1114096 w 3731172"/>
                        <a:gd name="connsiteY13-150" fmla="*/ 420413 h 1418896"/>
                        <a:gd name="connsiteX14-151" fmla="*/ 147144 w 3731172"/>
                        <a:gd name="connsiteY14-152" fmla="*/ 63061 h 1418896"/>
                        <a:gd name="connsiteX0-153" fmla="*/ 168165 w 3731172"/>
                        <a:gd name="connsiteY0-154" fmla="*/ 73572 h 1418896"/>
                        <a:gd name="connsiteX1-155" fmla="*/ 451945 w 3731172"/>
                        <a:gd name="connsiteY1-156" fmla="*/ 0 h 1418896"/>
                        <a:gd name="connsiteX2-157" fmla="*/ 1881352 w 3731172"/>
                        <a:gd name="connsiteY2-158" fmla="*/ 599089 h 1418896"/>
                        <a:gd name="connsiteX3-159" fmla="*/ 3363310 w 3731172"/>
                        <a:gd name="connsiteY3-160" fmla="*/ 0 h 1418896"/>
                        <a:gd name="connsiteX4-161" fmla="*/ 3584027 w 3731172"/>
                        <a:gd name="connsiteY4-162" fmla="*/ 73572 h 1418896"/>
                        <a:gd name="connsiteX5-163" fmla="*/ 2627586 w 3731172"/>
                        <a:gd name="connsiteY5-164" fmla="*/ 441434 h 1418896"/>
                        <a:gd name="connsiteX6-165" fmla="*/ 2596055 w 3731172"/>
                        <a:gd name="connsiteY6-166" fmla="*/ 914400 h 1418896"/>
                        <a:gd name="connsiteX7-167" fmla="*/ 3731172 w 3731172"/>
                        <a:gd name="connsiteY7-168" fmla="*/ 1345324 h 1418896"/>
                        <a:gd name="connsiteX8-169" fmla="*/ 3447393 w 3731172"/>
                        <a:gd name="connsiteY8-170" fmla="*/ 1408386 h 1418896"/>
                        <a:gd name="connsiteX9-171" fmla="*/ 1870841 w 3731172"/>
                        <a:gd name="connsiteY9-172" fmla="*/ 746234 h 1418896"/>
                        <a:gd name="connsiteX10-173" fmla="*/ 262758 w 3731172"/>
                        <a:gd name="connsiteY10-174" fmla="*/ 1418896 h 1418896"/>
                        <a:gd name="connsiteX11-175" fmla="*/ 0 w 3731172"/>
                        <a:gd name="connsiteY11-176" fmla="*/ 1324303 h 1418896"/>
                        <a:gd name="connsiteX12-177" fmla="*/ 1145627 w 3731172"/>
                        <a:gd name="connsiteY12-178" fmla="*/ 882869 h 1418896"/>
                        <a:gd name="connsiteX13-179" fmla="*/ 1114096 w 3731172"/>
                        <a:gd name="connsiteY13-180" fmla="*/ 420413 h 1418896"/>
                        <a:gd name="connsiteX14-181" fmla="*/ 189185 w 3731172"/>
                        <a:gd name="connsiteY14-182" fmla="*/ 84081 h 1418896"/>
                        <a:gd name="connsiteX0-183" fmla="*/ 168165 w 3731172"/>
                        <a:gd name="connsiteY0-184" fmla="*/ 73572 h 1418896"/>
                        <a:gd name="connsiteX1-185" fmla="*/ 451945 w 3731172"/>
                        <a:gd name="connsiteY1-186" fmla="*/ 0 h 1418896"/>
                        <a:gd name="connsiteX2-187" fmla="*/ 1881352 w 3731172"/>
                        <a:gd name="connsiteY2-188" fmla="*/ 599089 h 1418896"/>
                        <a:gd name="connsiteX3-189" fmla="*/ 3363310 w 3731172"/>
                        <a:gd name="connsiteY3-190" fmla="*/ 0 h 1418896"/>
                        <a:gd name="connsiteX4-191" fmla="*/ 3584027 w 3731172"/>
                        <a:gd name="connsiteY4-192" fmla="*/ 73572 h 1418896"/>
                        <a:gd name="connsiteX5-193" fmla="*/ 2627586 w 3731172"/>
                        <a:gd name="connsiteY5-194" fmla="*/ 441434 h 1418896"/>
                        <a:gd name="connsiteX6-195" fmla="*/ 2596055 w 3731172"/>
                        <a:gd name="connsiteY6-196" fmla="*/ 914400 h 1418896"/>
                        <a:gd name="connsiteX7-197" fmla="*/ 3731172 w 3731172"/>
                        <a:gd name="connsiteY7-198" fmla="*/ 1345324 h 1418896"/>
                        <a:gd name="connsiteX8-199" fmla="*/ 3447393 w 3731172"/>
                        <a:gd name="connsiteY8-200" fmla="*/ 1408386 h 1418896"/>
                        <a:gd name="connsiteX9-201" fmla="*/ 1870841 w 3731172"/>
                        <a:gd name="connsiteY9-202" fmla="*/ 746234 h 1418896"/>
                        <a:gd name="connsiteX10-203" fmla="*/ 262758 w 3731172"/>
                        <a:gd name="connsiteY10-204" fmla="*/ 1418896 h 1418896"/>
                        <a:gd name="connsiteX11-205" fmla="*/ 0 w 3731172"/>
                        <a:gd name="connsiteY11-206" fmla="*/ 1324303 h 1418896"/>
                        <a:gd name="connsiteX12-207" fmla="*/ 1145627 w 3731172"/>
                        <a:gd name="connsiteY12-208" fmla="*/ 882869 h 1418896"/>
                        <a:gd name="connsiteX13-209" fmla="*/ 1114096 w 3731172"/>
                        <a:gd name="connsiteY13-210" fmla="*/ 420413 h 1418896"/>
                        <a:gd name="connsiteX14-211" fmla="*/ 189185 w 3731172"/>
                        <a:gd name="connsiteY14-212" fmla="*/ 84081 h 1418896"/>
                        <a:gd name="connsiteX15-213" fmla="*/ 168165 w 3731172"/>
                        <a:gd name="connsiteY15-214" fmla="*/ 73572 h 1418896"/>
                        <a:gd name="connsiteX0-215" fmla="*/ 168165 w 3731172"/>
                        <a:gd name="connsiteY0-216" fmla="*/ 73572 h 1418896"/>
                        <a:gd name="connsiteX1-217" fmla="*/ 451945 w 3731172"/>
                        <a:gd name="connsiteY1-218" fmla="*/ 0 h 1418896"/>
                        <a:gd name="connsiteX2-219" fmla="*/ 1881352 w 3731172"/>
                        <a:gd name="connsiteY2-220" fmla="*/ 599089 h 1418896"/>
                        <a:gd name="connsiteX3-221" fmla="*/ 3363310 w 3731172"/>
                        <a:gd name="connsiteY3-222" fmla="*/ 0 h 1418896"/>
                        <a:gd name="connsiteX4-223" fmla="*/ 3584027 w 3731172"/>
                        <a:gd name="connsiteY4-224" fmla="*/ 73572 h 1418896"/>
                        <a:gd name="connsiteX5-225" fmla="*/ 2627586 w 3731172"/>
                        <a:gd name="connsiteY5-226" fmla="*/ 441434 h 1418896"/>
                        <a:gd name="connsiteX6-227" fmla="*/ 2596055 w 3731172"/>
                        <a:gd name="connsiteY6-228" fmla="*/ 914400 h 1418896"/>
                        <a:gd name="connsiteX7-229" fmla="*/ 3731172 w 3731172"/>
                        <a:gd name="connsiteY7-230" fmla="*/ 1345324 h 1418896"/>
                        <a:gd name="connsiteX8-231" fmla="*/ 3447393 w 3731172"/>
                        <a:gd name="connsiteY8-232" fmla="*/ 1408386 h 1418896"/>
                        <a:gd name="connsiteX9-233" fmla="*/ 1870841 w 3731172"/>
                        <a:gd name="connsiteY9-234" fmla="*/ 746234 h 1418896"/>
                        <a:gd name="connsiteX10-235" fmla="*/ 262758 w 3731172"/>
                        <a:gd name="connsiteY10-236" fmla="*/ 1418896 h 1418896"/>
                        <a:gd name="connsiteX11-237" fmla="*/ 0 w 3731172"/>
                        <a:gd name="connsiteY11-238" fmla="*/ 1324303 h 1418896"/>
                        <a:gd name="connsiteX12-239" fmla="*/ 1145627 w 3731172"/>
                        <a:gd name="connsiteY12-240" fmla="*/ 882869 h 1418896"/>
                        <a:gd name="connsiteX13-241" fmla="*/ 1156137 w 3731172"/>
                        <a:gd name="connsiteY13-242" fmla="*/ 441434 h 1418896"/>
                        <a:gd name="connsiteX14-243" fmla="*/ 189185 w 3731172"/>
                        <a:gd name="connsiteY14-244" fmla="*/ 84081 h 1418896"/>
                        <a:gd name="connsiteX15-245" fmla="*/ 168165 w 3731172"/>
                        <a:gd name="connsiteY15-246" fmla="*/ 73572 h 1418896"/>
                        <a:gd name="connsiteX0-247" fmla="*/ 168165 w 3731172"/>
                        <a:gd name="connsiteY0-248" fmla="*/ 73572 h 1418896"/>
                        <a:gd name="connsiteX1-249" fmla="*/ 451945 w 3731172"/>
                        <a:gd name="connsiteY1-250" fmla="*/ 0 h 1418896"/>
                        <a:gd name="connsiteX2-251" fmla="*/ 1881352 w 3731172"/>
                        <a:gd name="connsiteY2-252" fmla="*/ 599089 h 1418896"/>
                        <a:gd name="connsiteX3-253" fmla="*/ 3363310 w 3731172"/>
                        <a:gd name="connsiteY3-254" fmla="*/ 0 h 1418896"/>
                        <a:gd name="connsiteX4-255" fmla="*/ 3584027 w 3731172"/>
                        <a:gd name="connsiteY4-256" fmla="*/ 73572 h 1418896"/>
                        <a:gd name="connsiteX5-257" fmla="*/ 2627586 w 3731172"/>
                        <a:gd name="connsiteY5-258" fmla="*/ 441434 h 1418896"/>
                        <a:gd name="connsiteX6-259" fmla="*/ 2596055 w 3731172"/>
                        <a:gd name="connsiteY6-260" fmla="*/ 914400 h 1418896"/>
                        <a:gd name="connsiteX7-261" fmla="*/ 3731172 w 3731172"/>
                        <a:gd name="connsiteY7-262" fmla="*/ 1345324 h 1418896"/>
                        <a:gd name="connsiteX8-263" fmla="*/ 3447393 w 3731172"/>
                        <a:gd name="connsiteY8-264" fmla="*/ 1408386 h 1418896"/>
                        <a:gd name="connsiteX9-265" fmla="*/ 1870841 w 3731172"/>
                        <a:gd name="connsiteY9-266" fmla="*/ 746234 h 1418896"/>
                        <a:gd name="connsiteX10-267" fmla="*/ 262758 w 3731172"/>
                        <a:gd name="connsiteY10-268" fmla="*/ 1418896 h 1418896"/>
                        <a:gd name="connsiteX11-269" fmla="*/ 0 w 3731172"/>
                        <a:gd name="connsiteY11-270" fmla="*/ 1324303 h 1418896"/>
                        <a:gd name="connsiteX12-271" fmla="*/ 1145627 w 3731172"/>
                        <a:gd name="connsiteY12-272" fmla="*/ 882869 h 1418896"/>
                        <a:gd name="connsiteX13-273" fmla="*/ 1145626 w 3731172"/>
                        <a:gd name="connsiteY13-274" fmla="*/ 451945 h 1418896"/>
                        <a:gd name="connsiteX14-275" fmla="*/ 189185 w 3731172"/>
                        <a:gd name="connsiteY14-276" fmla="*/ 84081 h 1418896"/>
                        <a:gd name="connsiteX15-277" fmla="*/ 168165 w 3731172"/>
                        <a:gd name="connsiteY15-278" fmla="*/ 73572 h 1418896"/>
                        <a:gd name="connsiteX0-279" fmla="*/ 168165 w 3731172"/>
                        <a:gd name="connsiteY0-280" fmla="*/ 73572 h 1418896"/>
                        <a:gd name="connsiteX1-281" fmla="*/ 451945 w 3731172"/>
                        <a:gd name="connsiteY1-282" fmla="*/ 0 h 1418896"/>
                        <a:gd name="connsiteX2-283" fmla="*/ 1881352 w 3731172"/>
                        <a:gd name="connsiteY2-284" fmla="*/ 599089 h 1418896"/>
                        <a:gd name="connsiteX3-285" fmla="*/ 3363310 w 3731172"/>
                        <a:gd name="connsiteY3-286" fmla="*/ 0 h 1418896"/>
                        <a:gd name="connsiteX4-287" fmla="*/ 3584027 w 3731172"/>
                        <a:gd name="connsiteY4-288" fmla="*/ 73572 h 1418896"/>
                        <a:gd name="connsiteX5-289" fmla="*/ 2627586 w 3731172"/>
                        <a:gd name="connsiteY5-290" fmla="*/ 441434 h 1418896"/>
                        <a:gd name="connsiteX6-291" fmla="*/ 2596055 w 3731172"/>
                        <a:gd name="connsiteY6-292" fmla="*/ 914400 h 1418896"/>
                        <a:gd name="connsiteX7-293" fmla="*/ 3731172 w 3731172"/>
                        <a:gd name="connsiteY7-294" fmla="*/ 1345324 h 1418896"/>
                        <a:gd name="connsiteX8-295" fmla="*/ 3447393 w 3731172"/>
                        <a:gd name="connsiteY8-296" fmla="*/ 1408386 h 1418896"/>
                        <a:gd name="connsiteX9-297" fmla="*/ 1870841 w 3731172"/>
                        <a:gd name="connsiteY9-298" fmla="*/ 746234 h 1418896"/>
                        <a:gd name="connsiteX10-299" fmla="*/ 262758 w 3731172"/>
                        <a:gd name="connsiteY10-300" fmla="*/ 1418896 h 1418896"/>
                        <a:gd name="connsiteX11-301" fmla="*/ 0 w 3731172"/>
                        <a:gd name="connsiteY11-302" fmla="*/ 1324303 h 1418896"/>
                        <a:gd name="connsiteX12-303" fmla="*/ 1145627 w 3731172"/>
                        <a:gd name="connsiteY12-304" fmla="*/ 903890 h 1418896"/>
                        <a:gd name="connsiteX13-305" fmla="*/ 1145626 w 3731172"/>
                        <a:gd name="connsiteY13-306" fmla="*/ 451945 h 1418896"/>
                        <a:gd name="connsiteX14-307" fmla="*/ 189185 w 3731172"/>
                        <a:gd name="connsiteY14-308" fmla="*/ 84081 h 1418896"/>
                        <a:gd name="connsiteX15-309" fmla="*/ 168165 w 3731172"/>
                        <a:gd name="connsiteY15-310" fmla="*/ 73572 h 1418896"/>
                        <a:gd name="connsiteX0-311" fmla="*/ 147144 w 3710151"/>
                        <a:gd name="connsiteY0-312" fmla="*/ 73572 h 1418896"/>
                        <a:gd name="connsiteX1-313" fmla="*/ 430924 w 3710151"/>
                        <a:gd name="connsiteY1-314" fmla="*/ 0 h 1418896"/>
                        <a:gd name="connsiteX2-315" fmla="*/ 1860331 w 3710151"/>
                        <a:gd name="connsiteY2-316" fmla="*/ 599089 h 1418896"/>
                        <a:gd name="connsiteX3-317" fmla="*/ 3342289 w 3710151"/>
                        <a:gd name="connsiteY3-318" fmla="*/ 0 h 1418896"/>
                        <a:gd name="connsiteX4-319" fmla="*/ 3563006 w 3710151"/>
                        <a:gd name="connsiteY4-320" fmla="*/ 73572 h 1418896"/>
                        <a:gd name="connsiteX5-321" fmla="*/ 2606565 w 3710151"/>
                        <a:gd name="connsiteY5-322" fmla="*/ 441434 h 1418896"/>
                        <a:gd name="connsiteX6-323" fmla="*/ 2575034 w 3710151"/>
                        <a:gd name="connsiteY6-324" fmla="*/ 914400 h 1418896"/>
                        <a:gd name="connsiteX7-325" fmla="*/ 3710151 w 3710151"/>
                        <a:gd name="connsiteY7-326" fmla="*/ 1345324 h 1418896"/>
                        <a:gd name="connsiteX8-327" fmla="*/ 3426372 w 3710151"/>
                        <a:gd name="connsiteY8-328" fmla="*/ 1408386 h 1418896"/>
                        <a:gd name="connsiteX9-329" fmla="*/ 1849820 w 3710151"/>
                        <a:gd name="connsiteY9-330" fmla="*/ 746234 h 1418896"/>
                        <a:gd name="connsiteX10-331" fmla="*/ 241737 w 3710151"/>
                        <a:gd name="connsiteY10-332" fmla="*/ 1418896 h 1418896"/>
                        <a:gd name="connsiteX11-333" fmla="*/ 0 w 3710151"/>
                        <a:gd name="connsiteY11-334" fmla="*/ 1334814 h 1418896"/>
                        <a:gd name="connsiteX12-335" fmla="*/ 1124606 w 3710151"/>
                        <a:gd name="connsiteY12-336" fmla="*/ 903890 h 1418896"/>
                        <a:gd name="connsiteX13-337" fmla="*/ 1124605 w 3710151"/>
                        <a:gd name="connsiteY13-338" fmla="*/ 451945 h 1418896"/>
                        <a:gd name="connsiteX14-339" fmla="*/ 168164 w 3710151"/>
                        <a:gd name="connsiteY14-340" fmla="*/ 84081 h 1418896"/>
                        <a:gd name="connsiteX15-341" fmla="*/ 147144 w 3710151"/>
                        <a:gd name="connsiteY15-342" fmla="*/ 73572 h 1418896"/>
                        <a:gd name="connsiteX0-343" fmla="*/ 147144 w 3710151"/>
                        <a:gd name="connsiteY0-344" fmla="*/ 73572 h 1418896"/>
                        <a:gd name="connsiteX1-345" fmla="*/ 430924 w 3710151"/>
                        <a:gd name="connsiteY1-346" fmla="*/ 0 h 1418896"/>
                        <a:gd name="connsiteX2-347" fmla="*/ 1860331 w 3710151"/>
                        <a:gd name="connsiteY2-348" fmla="*/ 599089 h 1418896"/>
                        <a:gd name="connsiteX3-349" fmla="*/ 3342289 w 3710151"/>
                        <a:gd name="connsiteY3-350" fmla="*/ 0 h 1418896"/>
                        <a:gd name="connsiteX4-351" fmla="*/ 3563006 w 3710151"/>
                        <a:gd name="connsiteY4-352" fmla="*/ 73572 h 1418896"/>
                        <a:gd name="connsiteX5-353" fmla="*/ 2606565 w 3710151"/>
                        <a:gd name="connsiteY5-354" fmla="*/ 441434 h 1418896"/>
                        <a:gd name="connsiteX6-355" fmla="*/ 2606565 w 3710151"/>
                        <a:gd name="connsiteY6-356" fmla="*/ 924910 h 1418896"/>
                        <a:gd name="connsiteX7-357" fmla="*/ 3710151 w 3710151"/>
                        <a:gd name="connsiteY7-358" fmla="*/ 1345324 h 1418896"/>
                        <a:gd name="connsiteX8-359" fmla="*/ 3426372 w 3710151"/>
                        <a:gd name="connsiteY8-360" fmla="*/ 1408386 h 1418896"/>
                        <a:gd name="connsiteX9-361" fmla="*/ 1849820 w 3710151"/>
                        <a:gd name="connsiteY9-362" fmla="*/ 746234 h 1418896"/>
                        <a:gd name="connsiteX10-363" fmla="*/ 241737 w 3710151"/>
                        <a:gd name="connsiteY10-364" fmla="*/ 1418896 h 1418896"/>
                        <a:gd name="connsiteX11-365" fmla="*/ 0 w 3710151"/>
                        <a:gd name="connsiteY11-366" fmla="*/ 1334814 h 1418896"/>
                        <a:gd name="connsiteX12-367" fmla="*/ 1124606 w 3710151"/>
                        <a:gd name="connsiteY12-368" fmla="*/ 903890 h 1418896"/>
                        <a:gd name="connsiteX13-369" fmla="*/ 1124605 w 3710151"/>
                        <a:gd name="connsiteY13-370" fmla="*/ 451945 h 1418896"/>
                        <a:gd name="connsiteX14-371" fmla="*/ 168164 w 3710151"/>
                        <a:gd name="connsiteY14-372" fmla="*/ 84081 h 1418896"/>
                        <a:gd name="connsiteX15-373" fmla="*/ 147144 w 3710151"/>
                        <a:gd name="connsiteY15-374" fmla="*/ 73572 h 1418896"/>
                        <a:gd name="connsiteX0-375" fmla="*/ 147144 w 3710151"/>
                        <a:gd name="connsiteY0-376" fmla="*/ 73572 h 1418896"/>
                        <a:gd name="connsiteX1-377" fmla="*/ 430924 w 3710151"/>
                        <a:gd name="connsiteY1-378" fmla="*/ 0 h 1418896"/>
                        <a:gd name="connsiteX2-379" fmla="*/ 1860331 w 3710151"/>
                        <a:gd name="connsiteY2-380" fmla="*/ 599089 h 1418896"/>
                        <a:gd name="connsiteX3-381" fmla="*/ 3342289 w 3710151"/>
                        <a:gd name="connsiteY3-382" fmla="*/ 0 h 1418896"/>
                        <a:gd name="connsiteX4-383" fmla="*/ 3563006 w 3710151"/>
                        <a:gd name="connsiteY4-384" fmla="*/ 73572 h 1418896"/>
                        <a:gd name="connsiteX5-385" fmla="*/ 2606565 w 3710151"/>
                        <a:gd name="connsiteY5-386" fmla="*/ 441434 h 1418896"/>
                        <a:gd name="connsiteX6-387" fmla="*/ 2610282 w 3710151"/>
                        <a:gd name="connsiteY6-388" fmla="*/ 902607 h 1418896"/>
                        <a:gd name="connsiteX7-389" fmla="*/ 3710151 w 3710151"/>
                        <a:gd name="connsiteY7-390" fmla="*/ 1345324 h 1418896"/>
                        <a:gd name="connsiteX8-391" fmla="*/ 3426372 w 3710151"/>
                        <a:gd name="connsiteY8-392" fmla="*/ 1408386 h 1418896"/>
                        <a:gd name="connsiteX9-393" fmla="*/ 1849820 w 3710151"/>
                        <a:gd name="connsiteY9-394" fmla="*/ 746234 h 1418896"/>
                        <a:gd name="connsiteX10-395" fmla="*/ 241737 w 3710151"/>
                        <a:gd name="connsiteY10-396" fmla="*/ 1418896 h 1418896"/>
                        <a:gd name="connsiteX11-397" fmla="*/ 0 w 3710151"/>
                        <a:gd name="connsiteY11-398" fmla="*/ 1334814 h 1418896"/>
                        <a:gd name="connsiteX12-399" fmla="*/ 1124606 w 3710151"/>
                        <a:gd name="connsiteY12-400" fmla="*/ 903890 h 1418896"/>
                        <a:gd name="connsiteX13-401" fmla="*/ 1124605 w 3710151"/>
                        <a:gd name="connsiteY13-402" fmla="*/ 451945 h 1418896"/>
                        <a:gd name="connsiteX14-403" fmla="*/ 168164 w 3710151"/>
                        <a:gd name="connsiteY14-404" fmla="*/ 84081 h 1418896"/>
                        <a:gd name="connsiteX15-405" fmla="*/ 147144 w 3710151"/>
                        <a:gd name="connsiteY15-406" fmla="*/ 73572 h 1418896"/>
                        <a:gd name="connsiteX0-407" fmla="*/ 147144 w 3710151"/>
                        <a:gd name="connsiteY0-408" fmla="*/ 73572 h 1418896"/>
                        <a:gd name="connsiteX1-409" fmla="*/ 430924 w 3710151"/>
                        <a:gd name="connsiteY1-410" fmla="*/ 0 h 1418896"/>
                        <a:gd name="connsiteX2-411" fmla="*/ 1860331 w 3710151"/>
                        <a:gd name="connsiteY2-412" fmla="*/ 599089 h 1418896"/>
                        <a:gd name="connsiteX3-413" fmla="*/ 3342289 w 3710151"/>
                        <a:gd name="connsiteY3-414" fmla="*/ 0 h 1418896"/>
                        <a:gd name="connsiteX4-415" fmla="*/ 3563006 w 3710151"/>
                        <a:gd name="connsiteY4-416" fmla="*/ 73572 h 1418896"/>
                        <a:gd name="connsiteX5-417" fmla="*/ 2617717 w 3710151"/>
                        <a:gd name="connsiteY5-418" fmla="*/ 445151 h 1418896"/>
                        <a:gd name="connsiteX6-419" fmla="*/ 2610282 w 3710151"/>
                        <a:gd name="connsiteY6-420" fmla="*/ 902607 h 1418896"/>
                        <a:gd name="connsiteX7-421" fmla="*/ 3710151 w 3710151"/>
                        <a:gd name="connsiteY7-422" fmla="*/ 1345324 h 1418896"/>
                        <a:gd name="connsiteX8-423" fmla="*/ 3426372 w 3710151"/>
                        <a:gd name="connsiteY8-424" fmla="*/ 1408386 h 1418896"/>
                        <a:gd name="connsiteX9-425" fmla="*/ 1849820 w 3710151"/>
                        <a:gd name="connsiteY9-426" fmla="*/ 746234 h 1418896"/>
                        <a:gd name="connsiteX10-427" fmla="*/ 241737 w 3710151"/>
                        <a:gd name="connsiteY10-428" fmla="*/ 1418896 h 1418896"/>
                        <a:gd name="connsiteX11-429" fmla="*/ 0 w 3710151"/>
                        <a:gd name="connsiteY11-430" fmla="*/ 1334814 h 1418896"/>
                        <a:gd name="connsiteX12-431" fmla="*/ 1124606 w 3710151"/>
                        <a:gd name="connsiteY12-432" fmla="*/ 903890 h 1418896"/>
                        <a:gd name="connsiteX13-433" fmla="*/ 1124605 w 3710151"/>
                        <a:gd name="connsiteY13-434" fmla="*/ 451945 h 1418896"/>
                        <a:gd name="connsiteX14-435" fmla="*/ 168164 w 3710151"/>
                        <a:gd name="connsiteY14-436" fmla="*/ 84081 h 1418896"/>
                        <a:gd name="connsiteX15-437" fmla="*/ 147144 w 3710151"/>
                        <a:gd name="connsiteY15-438" fmla="*/ 73572 h 1418896"/>
                        <a:gd name="connsiteX0-439" fmla="*/ 147144 w 3710151"/>
                        <a:gd name="connsiteY0-440" fmla="*/ 73572 h 1418896"/>
                        <a:gd name="connsiteX1-441" fmla="*/ 430924 w 3710151"/>
                        <a:gd name="connsiteY1-442" fmla="*/ 0 h 1418896"/>
                        <a:gd name="connsiteX2-443" fmla="*/ 1860331 w 3710151"/>
                        <a:gd name="connsiteY2-444" fmla="*/ 599089 h 1418896"/>
                        <a:gd name="connsiteX3-445" fmla="*/ 3342289 w 3710151"/>
                        <a:gd name="connsiteY3-446" fmla="*/ 0 h 1418896"/>
                        <a:gd name="connsiteX4-447" fmla="*/ 3563006 w 3710151"/>
                        <a:gd name="connsiteY4-448" fmla="*/ 73572 h 1418896"/>
                        <a:gd name="connsiteX5-449" fmla="*/ 2617717 w 3710151"/>
                        <a:gd name="connsiteY5-450" fmla="*/ 448868 h 1418896"/>
                        <a:gd name="connsiteX6-451" fmla="*/ 2610282 w 3710151"/>
                        <a:gd name="connsiteY6-452" fmla="*/ 902607 h 1418896"/>
                        <a:gd name="connsiteX7-453" fmla="*/ 3710151 w 3710151"/>
                        <a:gd name="connsiteY7-454" fmla="*/ 1345324 h 1418896"/>
                        <a:gd name="connsiteX8-455" fmla="*/ 3426372 w 3710151"/>
                        <a:gd name="connsiteY8-456" fmla="*/ 1408386 h 1418896"/>
                        <a:gd name="connsiteX9-457" fmla="*/ 1849820 w 3710151"/>
                        <a:gd name="connsiteY9-458" fmla="*/ 746234 h 1418896"/>
                        <a:gd name="connsiteX10-459" fmla="*/ 241737 w 3710151"/>
                        <a:gd name="connsiteY10-460" fmla="*/ 1418896 h 1418896"/>
                        <a:gd name="connsiteX11-461" fmla="*/ 0 w 3710151"/>
                        <a:gd name="connsiteY11-462" fmla="*/ 1334814 h 1418896"/>
                        <a:gd name="connsiteX12-463" fmla="*/ 1124606 w 3710151"/>
                        <a:gd name="connsiteY12-464" fmla="*/ 903890 h 1418896"/>
                        <a:gd name="connsiteX13-465" fmla="*/ 1124605 w 3710151"/>
                        <a:gd name="connsiteY13-466" fmla="*/ 451945 h 1418896"/>
                        <a:gd name="connsiteX14-467" fmla="*/ 168164 w 3710151"/>
                        <a:gd name="connsiteY14-468" fmla="*/ 84081 h 1418896"/>
                        <a:gd name="connsiteX15-469" fmla="*/ 147144 w 3710151"/>
                        <a:gd name="connsiteY15-470" fmla="*/ 73572 h 1418896"/>
                        <a:gd name="connsiteX0-471" fmla="*/ 147144 w 3710151"/>
                        <a:gd name="connsiteY0-472" fmla="*/ 73572 h 1418896"/>
                        <a:gd name="connsiteX1-473" fmla="*/ 430924 w 3710151"/>
                        <a:gd name="connsiteY1-474" fmla="*/ 0 h 1418896"/>
                        <a:gd name="connsiteX2-475" fmla="*/ 1838028 w 3710151"/>
                        <a:gd name="connsiteY2-476" fmla="*/ 591655 h 1418896"/>
                        <a:gd name="connsiteX3-477" fmla="*/ 3342289 w 3710151"/>
                        <a:gd name="connsiteY3-478" fmla="*/ 0 h 1418896"/>
                        <a:gd name="connsiteX4-479" fmla="*/ 3563006 w 3710151"/>
                        <a:gd name="connsiteY4-480" fmla="*/ 73572 h 1418896"/>
                        <a:gd name="connsiteX5-481" fmla="*/ 2617717 w 3710151"/>
                        <a:gd name="connsiteY5-482" fmla="*/ 448868 h 1418896"/>
                        <a:gd name="connsiteX6-483" fmla="*/ 2610282 w 3710151"/>
                        <a:gd name="connsiteY6-484" fmla="*/ 902607 h 1418896"/>
                        <a:gd name="connsiteX7-485" fmla="*/ 3710151 w 3710151"/>
                        <a:gd name="connsiteY7-486" fmla="*/ 1345324 h 1418896"/>
                        <a:gd name="connsiteX8-487" fmla="*/ 3426372 w 3710151"/>
                        <a:gd name="connsiteY8-488" fmla="*/ 1408386 h 1418896"/>
                        <a:gd name="connsiteX9-489" fmla="*/ 1849820 w 3710151"/>
                        <a:gd name="connsiteY9-490" fmla="*/ 746234 h 1418896"/>
                        <a:gd name="connsiteX10-491" fmla="*/ 241737 w 3710151"/>
                        <a:gd name="connsiteY10-492" fmla="*/ 1418896 h 1418896"/>
                        <a:gd name="connsiteX11-493" fmla="*/ 0 w 3710151"/>
                        <a:gd name="connsiteY11-494" fmla="*/ 1334814 h 1418896"/>
                        <a:gd name="connsiteX12-495" fmla="*/ 1124606 w 3710151"/>
                        <a:gd name="connsiteY12-496" fmla="*/ 903890 h 1418896"/>
                        <a:gd name="connsiteX13-497" fmla="*/ 1124605 w 3710151"/>
                        <a:gd name="connsiteY13-498" fmla="*/ 451945 h 1418896"/>
                        <a:gd name="connsiteX14-499" fmla="*/ 168164 w 3710151"/>
                        <a:gd name="connsiteY14-500" fmla="*/ 84081 h 1418896"/>
                        <a:gd name="connsiteX15-501" fmla="*/ 147144 w 3710151"/>
                        <a:gd name="connsiteY15-502" fmla="*/ 73572 h 1418896"/>
                        <a:gd name="connsiteX0-503" fmla="*/ 147144 w 3710151"/>
                        <a:gd name="connsiteY0-504" fmla="*/ 73572 h 1418896"/>
                        <a:gd name="connsiteX1-505" fmla="*/ 430924 w 3710151"/>
                        <a:gd name="connsiteY1-506" fmla="*/ 0 h 1418896"/>
                        <a:gd name="connsiteX2-507" fmla="*/ 1838028 w 3710151"/>
                        <a:gd name="connsiteY2-508" fmla="*/ 591655 h 1418896"/>
                        <a:gd name="connsiteX3-509" fmla="*/ 3342289 w 3710151"/>
                        <a:gd name="connsiteY3-510" fmla="*/ 0 h 1418896"/>
                        <a:gd name="connsiteX4-511" fmla="*/ 3563006 w 3710151"/>
                        <a:gd name="connsiteY4-512" fmla="*/ 73572 h 1418896"/>
                        <a:gd name="connsiteX5-513" fmla="*/ 2617717 w 3710151"/>
                        <a:gd name="connsiteY5-514" fmla="*/ 448868 h 1418896"/>
                        <a:gd name="connsiteX6-515" fmla="*/ 2610282 w 3710151"/>
                        <a:gd name="connsiteY6-516" fmla="*/ 902607 h 1418896"/>
                        <a:gd name="connsiteX7-517" fmla="*/ 3710151 w 3710151"/>
                        <a:gd name="connsiteY7-518" fmla="*/ 1345324 h 1418896"/>
                        <a:gd name="connsiteX8-519" fmla="*/ 3426372 w 3710151"/>
                        <a:gd name="connsiteY8-520" fmla="*/ 1408386 h 1418896"/>
                        <a:gd name="connsiteX9-521" fmla="*/ 1849820 w 3710151"/>
                        <a:gd name="connsiteY9-522" fmla="*/ 746234 h 1418896"/>
                        <a:gd name="connsiteX10-523" fmla="*/ 241737 w 3710151"/>
                        <a:gd name="connsiteY10-524" fmla="*/ 1418896 h 1418896"/>
                        <a:gd name="connsiteX11-525" fmla="*/ 0 w 3710151"/>
                        <a:gd name="connsiteY11-526" fmla="*/ 1334814 h 1418896"/>
                        <a:gd name="connsiteX12-527" fmla="*/ 1124606 w 3710151"/>
                        <a:gd name="connsiteY12-528" fmla="*/ 903890 h 1418896"/>
                        <a:gd name="connsiteX13-529" fmla="*/ 1087434 w 3710151"/>
                        <a:gd name="connsiteY13-530" fmla="*/ 451945 h 1418896"/>
                        <a:gd name="connsiteX14-531" fmla="*/ 168164 w 3710151"/>
                        <a:gd name="connsiteY14-532" fmla="*/ 84081 h 1418896"/>
                        <a:gd name="connsiteX15-533" fmla="*/ 147144 w 3710151"/>
                        <a:gd name="connsiteY15-534" fmla="*/ 73572 h 1418896"/>
                        <a:gd name="connsiteX0-535" fmla="*/ 147144 w 3710151"/>
                        <a:gd name="connsiteY0-536" fmla="*/ 73572 h 1418896"/>
                        <a:gd name="connsiteX1-537" fmla="*/ 430924 w 3710151"/>
                        <a:gd name="connsiteY1-538" fmla="*/ 0 h 1418896"/>
                        <a:gd name="connsiteX2-539" fmla="*/ 1838028 w 3710151"/>
                        <a:gd name="connsiteY2-540" fmla="*/ 591655 h 1418896"/>
                        <a:gd name="connsiteX3-541" fmla="*/ 3342289 w 3710151"/>
                        <a:gd name="connsiteY3-542" fmla="*/ 0 h 1418896"/>
                        <a:gd name="connsiteX4-543" fmla="*/ 3563006 w 3710151"/>
                        <a:gd name="connsiteY4-544" fmla="*/ 73572 h 1418896"/>
                        <a:gd name="connsiteX5-545" fmla="*/ 2617717 w 3710151"/>
                        <a:gd name="connsiteY5-546" fmla="*/ 448868 h 1418896"/>
                        <a:gd name="connsiteX6-547" fmla="*/ 2610282 w 3710151"/>
                        <a:gd name="connsiteY6-548" fmla="*/ 902607 h 1418896"/>
                        <a:gd name="connsiteX7-549" fmla="*/ 3710151 w 3710151"/>
                        <a:gd name="connsiteY7-550" fmla="*/ 1345324 h 1418896"/>
                        <a:gd name="connsiteX8-551" fmla="*/ 3426372 w 3710151"/>
                        <a:gd name="connsiteY8-552" fmla="*/ 1408386 h 1418896"/>
                        <a:gd name="connsiteX9-553" fmla="*/ 1849820 w 3710151"/>
                        <a:gd name="connsiteY9-554" fmla="*/ 746234 h 1418896"/>
                        <a:gd name="connsiteX10-555" fmla="*/ 241737 w 3710151"/>
                        <a:gd name="connsiteY10-556" fmla="*/ 1418896 h 1418896"/>
                        <a:gd name="connsiteX11-557" fmla="*/ 0 w 3710151"/>
                        <a:gd name="connsiteY11-558" fmla="*/ 1334814 h 1418896"/>
                        <a:gd name="connsiteX12-559" fmla="*/ 1098586 w 3710151"/>
                        <a:gd name="connsiteY12-560" fmla="*/ 903890 h 1418896"/>
                        <a:gd name="connsiteX13-561" fmla="*/ 1087434 w 3710151"/>
                        <a:gd name="connsiteY13-562" fmla="*/ 451945 h 1418896"/>
                        <a:gd name="connsiteX14-563" fmla="*/ 168164 w 3710151"/>
                        <a:gd name="connsiteY14-564" fmla="*/ 84081 h 1418896"/>
                        <a:gd name="connsiteX15-565" fmla="*/ 147144 w 3710151"/>
                        <a:gd name="connsiteY15-566" fmla="*/ 73572 h 1418896"/>
                        <a:gd name="connsiteX0-567" fmla="*/ 162012 w 3725019"/>
                        <a:gd name="connsiteY0-568" fmla="*/ 73572 h 1418896"/>
                        <a:gd name="connsiteX1-569" fmla="*/ 445792 w 3725019"/>
                        <a:gd name="connsiteY1-570" fmla="*/ 0 h 1418896"/>
                        <a:gd name="connsiteX2-571" fmla="*/ 1852896 w 3725019"/>
                        <a:gd name="connsiteY2-572" fmla="*/ 591655 h 1418896"/>
                        <a:gd name="connsiteX3-573" fmla="*/ 3357157 w 3725019"/>
                        <a:gd name="connsiteY3-574" fmla="*/ 0 h 1418896"/>
                        <a:gd name="connsiteX4-575" fmla="*/ 3577874 w 3725019"/>
                        <a:gd name="connsiteY4-576" fmla="*/ 73572 h 1418896"/>
                        <a:gd name="connsiteX5-577" fmla="*/ 2632585 w 3725019"/>
                        <a:gd name="connsiteY5-578" fmla="*/ 448868 h 1418896"/>
                        <a:gd name="connsiteX6-579" fmla="*/ 2625150 w 3725019"/>
                        <a:gd name="connsiteY6-580" fmla="*/ 902607 h 1418896"/>
                        <a:gd name="connsiteX7-581" fmla="*/ 3725019 w 3725019"/>
                        <a:gd name="connsiteY7-582" fmla="*/ 1345324 h 1418896"/>
                        <a:gd name="connsiteX8-583" fmla="*/ 3441240 w 3725019"/>
                        <a:gd name="connsiteY8-584" fmla="*/ 1408386 h 1418896"/>
                        <a:gd name="connsiteX9-585" fmla="*/ 1864688 w 3725019"/>
                        <a:gd name="connsiteY9-586" fmla="*/ 746234 h 1418896"/>
                        <a:gd name="connsiteX10-587" fmla="*/ 256605 w 3725019"/>
                        <a:gd name="connsiteY10-588" fmla="*/ 1418896 h 1418896"/>
                        <a:gd name="connsiteX11-589" fmla="*/ 0 w 3725019"/>
                        <a:gd name="connsiteY11-590" fmla="*/ 1331097 h 1418896"/>
                        <a:gd name="connsiteX12-591" fmla="*/ 1113454 w 3725019"/>
                        <a:gd name="connsiteY12-592" fmla="*/ 903890 h 1418896"/>
                        <a:gd name="connsiteX13-593" fmla="*/ 1102302 w 3725019"/>
                        <a:gd name="connsiteY13-594" fmla="*/ 451945 h 1418896"/>
                        <a:gd name="connsiteX14-595" fmla="*/ 183032 w 3725019"/>
                        <a:gd name="connsiteY14-596" fmla="*/ 84081 h 1418896"/>
                        <a:gd name="connsiteX15-597" fmla="*/ 162012 w 3725019"/>
                        <a:gd name="connsiteY15-598" fmla="*/ 73572 h 141889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  <a:cxn ang="0">
                          <a:pos x="connsiteX11-23" y="connsiteY11-24"/>
                        </a:cxn>
                        <a:cxn ang="0">
                          <a:pos x="connsiteX12-25" y="connsiteY12-26"/>
                        </a:cxn>
                        <a:cxn ang="0">
                          <a:pos x="connsiteX13-27" y="connsiteY13-28"/>
                        </a:cxn>
                        <a:cxn ang="0">
                          <a:pos x="connsiteX14-29" y="connsiteY14-30"/>
                        </a:cxn>
                        <a:cxn ang="0">
                          <a:pos x="connsiteX15-31" y="connsiteY15-32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529" name="Group 528"/>
                <p:cNvGrpSpPr/>
                <p:nvPr/>
              </p:nvGrpSpPr>
              <p:grpSpPr>
                <a:xfrm>
                  <a:off x="8311520" y="5194433"/>
                  <a:ext cx="309740" cy="190838"/>
                  <a:chOff x="3668110" y="2448910"/>
                  <a:chExt cx="3794234" cy="2165130"/>
                </a:xfrm>
              </p:grpSpPr>
              <p:sp>
                <p:nvSpPr>
                  <p:cNvPr id="530" name="Rectangle 529"/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1" name="Freeform 530"/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532" name="Group 531"/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533" name="Freeform 532"/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-1" fmla="*/ 3725333 w 4641485"/>
                        <a:gd name="connsiteY0-2" fmla="*/ 0 h 1049866"/>
                        <a:gd name="connsiteX1-3" fmla="*/ 4641485 w 4641485"/>
                        <a:gd name="connsiteY1-4" fmla="*/ 239402 h 1049866"/>
                        <a:gd name="connsiteX2-5" fmla="*/ 3962400 w 4641485"/>
                        <a:gd name="connsiteY2-6" fmla="*/ 541866 h 1049866"/>
                        <a:gd name="connsiteX3-7" fmla="*/ 3742267 w 4641485"/>
                        <a:gd name="connsiteY3-8" fmla="*/ 457200 h 1049866"/>
                        <a:gd name="connsiteX4-9" fmla="*/ 2269067 w 4641485"/>
                        <a:gd name="connsiteY4-10" fmla="*/ 1049866 h 1049866"/>
                        <a:gd name="connsiteX5-11" fmla="*/ 880533 w 4641485"/>
                        <a:gd name="connsiteY5-12" fmla="*/ 457200 h 1049866"/>
                        <a:gd name="connsiteX6-13" fmla="*/ 592667 w 4641485"/>
                        <a:gd name="connsiteY6-14" fmla="*/ 541866 h 1049866"/>
                        <a:gd name="connsiteX7-15" fmla="*/ 0 w 4641485"/>
                        <a:gd name="connsiteY7-16" fmla="*/ 254000 h 1049866"/>
                        <a:gd name="connsiteX8-17" fmla="*/ 880533 w 4641485"/>
                        <a:gd name="connsiteY8-18" fmla="*/ 16933 h 1049866"/>
                        <a:gd name="connsiteX9-19" fmla="*/ 2302933 w 4641485"/>
                        <a:gd name="connsiteY9-20" fmla="*/ 626533 h 1049866"/>
                        <a:gd name="connsiteX10-21" fmla="*/ 3725333 w 4641485"/>
                        <a:gd name="connsiteY10-22" fmla="*/ 0 h 1049866"/>
                        <a:gd name="connsiteX0-23" fmla="*/ 3756864 w 4673016"/>
                        <a:gd name="connsiteY0-24" fmla="*/ 0 h 1049866"/>
                        <a:gd name="connsiteX1-25" fmla="*/ 4673016 w 4673016"/>
                        <a:gd name="connsiteY1-26" fmla="*/ 239402 h 1049866"/>
                        <a:gd name="connsiteX2-27" fmla="*/ 3993931 w 4673016"/>
                        <a:gd name="connsiteY2-28" fmla="*/ 541866 h 1049866"/>
                        <a:gd name="connsiteX3-29" fmla="*/ 3773798 w 4673016"/>
                        <a:gd name="connsiteY3-30" fmla="*/ 457200 h 1049866"/>
                        <a:gd name="connsiteX4-31" fmla="*/ 2300598 w 4673016"/>
                        <a:gd name="connsiteY4-32" fmla="*/ 1049866 h 1049866"/>
                        <a:gd name="connsiteX5-33" fmla="*/ 912064 w 4673016"/>
                        <a:gd name="connsiteY5-34" fmla="*/ 457200 h 1049866"/>
                        <a:gd name="connsiteX6-35" fmla="*/ 624198 w 4673016"/>
                        <a:gd name="connsiteY6-36" fmla="*/ 541866 h 1049866"/>
                        <a:gd name="connsiteX7-37" fmla="*/ 0 w 4673016"/>
                        <a:gd name="connsiteY7-38" fmla="*/ 232979 h 1049866"/>
                        <a:gd name="connsiteX8-39" fmla="*/ 912064 w 4673016"/>
                        <a:gd name="connsiteY8-40" fmla="*/ 16933 h 1049866"/>
                        <a:gd name="connsiteX9-41" fmla="*/ 2334464 w 4673016"/>
                        <a:gd name="connsiteY9-42" fmla="*/ 626533 h 1049866"/>
                        <a:gd name="connsiteX10-43" fmla="*/ 3756864 w 4673016"/>
                        <a:gd name="connsiteY10-44" fmla="*/ 0 h 1049866"/>
                        <a:gd name="connsiteX0-45" fmla="*/ 3756864 w 4673016"/>
                        <a:gd name="connsiteY0-46" fmla="*/ 0 h 1049866"/>
                        <a:gd name="connsiteX1-47" fmla="*/ 4673016 w 4673016"/>
                        <a:gd name="connsiteY1-48" fmla="*/ 239402 h 1049866"/>
                        <a:gd name="connsiteX2-49" fmla="*/ 3993931 w 4673016"/>
                        <a:gd name="connsiteY2-50" fmla="*/ 541866 h 1049866"/>
                        <a:gd name="connsiteX3-51" fmla="*/ 3784308 w 4673016"/>
                        <a:gd name="connsiteY3-52" fmla="*/ 404648 h 1049866"/>
                        <a:gd name="connsiteX4-53" fmla="*/ 2300598 w 4673016"/>
                        <a:gd name="connsiteY4-54" fmla="*/ 1049866 h 1049866"/>
                        <a:gd name="connsiteX5-55" fmla="*/ 912064 w 4673016"/>
                        <a:gd name="connsiteY5-56" fmla="*/ 457200 h 1049866"/>
                        <a:gd name="connsiteX6-57" fmla="*/ 624198 w 4673016"/>
                        <a:gd name="connsiteY6-58" fmla="*/ 541866 h 1049866"/>
                        <a:gd name="connsiteX7-59" fmla="*/ 0 w 4673016"/>
                        <a:gd name="connsiteY7-60" fmla="*/ 232979 h 1049866"/>
                        <a:gd name="connsiteX8-61" fmla="*/ 912064 w 4673016"/>
                        <a:gd name="connsiteY8-62" fmla="*/ 16933 h 1049866"/>
                        <a:gd name="connsiteX9-63" fmla="*/ 2334464 w 4673016"/>
                        <a:gd name="connsiteY9-64" fmla="*/ 626533 h 1049866"/>
                        <a:gd name="connsiteX10-65" fmla="*/ 3756864 w 4673016"/>
                        <a:gd name="connsiteY10-66" fmla="*/ 0 h 1049866"/>
                        <a:gd name="connsiteX0-67" fmla="*/ 3756864 w 4673016"/>
                        <a:gd name="connsiteY0-68" fmla="*/ 0 h 1049866"/>
                        <a:gd name="connsiteX1-69" fmla="*/ 4673016 w 4673016"/>
                        <a:gd name="connsiteY1-70" fmla="*/ 239402 h 1049866"/>
                        <a:gd name="connsiteX2-71" fmla="*/ 3993931 w 4673016"/>
                        <a:gd name="connsiteY2-72" fmla="*/ 541866 h 1049866"/>
                        <a:gd name="connsiteX3-73" fmla="*/ 3794818 w 4673016"/>
                        <a:gd name="connsiteY3-74" fmla="*/ 436179 h 1049866"/>
                        <a:gd name="connsiteX4-75" fmla="*/ 2300598 w 4673016"/>
                        <a:gd name="connsiteY4-76" fmla="*/ 1049866 h 1049866"/>
                        <a:gd name="connsiteX5-77" fmla="*/ 912064 w 4673016"/>
                        <a:gd name="connsiteY5-78" fmla="*/ 457200 h 1049866"/>
                        <a:gd name="connsiteX6-79" fmla="*/ 624198 w 4673016"/>
                        <a:gd name="connsiteY6-80" fmla="*/ 541866 h 1049866"/>
                        <a:gd name="connsiteX7-81" fmla="*/ 0 w 4673016"/>
                        <a:gd name="connsiteY7-82" fmla="*/ 232979 h 1049866"/>
                        <a:gd name="connsiteX8-83" fmla="*/ 912064 w 4673016"/>
                        <a:gd name="connsiteY8-84" fmla="*/ 16933 h 1049866"/>
                        <a:gd name="connsiteX9-85" fmla="*/ 2334464 w 4673016"/>
                        <a:gd name="connsiteY9-86" fmla="*/ 626533 h 1049866"/>
                        <a:gd name="connsiteX10-87" fmla="*/ 3756864 w 4673016"/>
                        <a:gd name="connsiteY10-88" fmla="*/ 0 h 1049866"/>
                        <a:gd name="connsiteX0-89" fmla="*/ 3756864 w 4673016"/>
                        <a:gd name="connsiteY0-90" fmla="*/ 0 h 1049866"/>
                        <a:gd name="connsiteX1-91" fmla="*/ 4673016 w 4673016"/>
                        <a:gd name="connsiteY1-92" fmla="*/ 239402 h 1049866"/>
                        <a:gd name="connsiteX2-93" fmla="*/ 3993931 w 4673016"/>
                        <a:gd name="connsiteY2-94" fmla="*/ 541866 h 1049866"/>
                        <a:gd name="connsiteX3-95" fmla="*/ 3794818 w 4673016"/>
                        <a:gd name="connsiteY3-96" fmla="*/ 436179 h 1049866"/>
                        <a:gd name="connsiteX4-97" fmla="*/ 2300598 w 4673016"/>
                        <a:gd name="connsiteY4-98" fmla="*/ 1049866 h 1049866"/>
                        <a:gd name="connsiteX5-99" fmla="*/ 912064 w 4673016"/>
                        <a:gd name="connsiteY5-100" fmla="*/ 457200 h 1049866"/>
                        <a:gd name="connsiteX6-101" fmla="*/ 624198 w 4673016"/>
                        <a:gd name="connsiteY6-102" fmla="*/ 541866 h 1049866"/>
                        <a:gd name="connsiteX7-103" fmla="*/ 0 w 4673016"/>
                        <a:gd name="connsiteY7-104" fmla="*/ 232979 h 1049866"/>
                        <a:gd name="connsiteX8-105" fmla="*/ 912064 w 4673016"/>
                        <a:gd name="connsiteY8-106" fmla="*/ 16933 h 1049866"/>
                        <a:gd name="connsiteX9-107" fmla="*/ 2323954 w 4673016"/>
                        <a:gd name="connsiteY9-108" fmla="*/ 616023 h 1049866"/>
                        <a:gd name="connsiteX10-109" fmla="*/ 3756864 w 4673016"/>
                        <a:gd name="connsiteY10-110" fmla="*/ 0 h 1049866"/>
                        <a:gd name="connsiteX0-111" fmla="*/ 3756864 w 4673016"/>
                        <a:gd name="connsiteY0-112" fmla="*/ 0 h 1049866"/>
                        <a:gd name="connsiteX1-113" fmla="*/ 4673016 w 4673016"/>
                        <a:gd name="connsiteY1-114" fmla="*/ 239402 h 1049866"/>
                        <a:gd name="connsiteX2-115" fmla="*/ 3993931 w 4673016"/>
                        <a:gd name="connsiteY2-116" fmla="*/ 541866 h 1049866"/>
                        <a:gd name="connsiteX3-117" fmla="*/ 3794818 w 4673016"/>
                        <a:gd name="connsiteY3-118" fmla="*/ 436179 h 1049866"/>
                        <a:gd name="connsiteX4-119" fmla="*/ 2300598 w 4673016"/>
                        <a:gd name="connsiteY4-120" fmla="*/ 1049866 h 1049866"/>
                        <a:gd name="connsiteX5-121" fmla="*/ 912064 w 4673016"/>
                        <a:gd name="connsiteY5-122" fmla="*/ 457200 h 1049866"/>
                        <a:gd name="connsiteX6-123" fmla="*/ 624198 w 4673016"/>
                        <a:gd name="connsiteY6-124" fmla="*/ 541866 h 1049866"/>
                        <a:gd name="connsiteX7-125" fmla="*/ 0 w 4673016"/>
                        <a:gd name="connsiteY7-126" fmla="*/ 275021 h 1049866"/>
                        <a:gd name="connsiteX8-127" fmla="*/ 912064 w 4673016"/>
                        <a:gd name="connsiteY8-128" fmla="*/ 16933 h 1049866"/>
                        <a:gd name="connsiteX9-129" fmla="*/ 2323954 w 4673016"/>
                        <a:gd name="connsiteY9-130" fmla="*/ 616023 h 1049866"/>
                        <a:gd name="connsiteX10-131" fmla="*/ 3756864 w 4673016"/>
                        <a:gd name="connsiteY10-132" fmla="*/ 0 h 1049866"/>
                        <a:gd name="connsiteX0-133" fmla="*/ 3756864 w 4673016"/>
                        <a:gd name="connsiteY0-134" fmla="*/ 0 h 1049866"/>
                        <a:gd name="connsiteX1-135" fmla="*/ 4673016 w 4673016"/>
                        <a:gd name="connsiteY1-136" fmla="*/ 239402 h 1049866"/>
                        <a:gd name="connsiteX2-137" fmla="*/ 3993931 w 4673016"/>
                        <a:gd name="connsiteY2-138" fmla="*/ 541866 h 1049866"/>
                        <a:gd name="connsiteX3-139" fmla="*/ 3815839 w 4673016"/>
                        <a:gd name="connsiteY3-140" fmla="*/ 467710 h 1049866"/>
                        <a:gd name="connsiteX4-141" fmla="*/ 2300598 w 4673016"/>
                        <a:gd name="connsiteY4-142" fmla="*/ 1049866 h 1049866"/>
                        <a:gd name="connsiteX5-143" fmla="*/ 912064 w 4673016"/>
                        <a:gd name="connsiteY5-144" fmla="*/ 457200 h 1049866"/>
                        <a:gd name="connsiteX6-145" fmla="*/ 624198 w 4673016"/>
                        <a:gd name="connsiteY6-146" fmla="*/ 541866 h 1049866"/>
                        <a:gd name="connsiteX7-147" fmla="*/ 0 w 4673016"/>
                        <a:gd name="connsiteY7-148" fmla="*/ 275021 h 1049866"/>
                        <a:gd name="connsiteX8-149" fmla="*/ 912064 w 4673016"/>
                        <a:gd name="connsiteY8-150" fmla="*/ 16933 h 1049866"/>
                        <a:gd name="connsiteX9-151" fmla="*/ 2323954 w 4673016"/>
                        <a:gd name="connsiteY9-152" fmla="*/ 616023 h 1049866"/>
                        <a:gd name="connsiteX10-153" fmla="*/ 3756864 w 4673016"/>
                        <a:gd name="connsiteY10-154" fmla="*/ 0 h 104986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4" name="Freeform 533"/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5" name="Freeform 534"/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6" name="Freeform 535"/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-1" fmla="*/ 168165 w 3731172"/>
                        <a:gd name="connsiteY0-2" fmla="*/ 73572 h 1418896"/>
                        <a:gd name="connsiteX1-3" fmla="*/ 451945 w 3731172"/>
                        <a:gd name="connsiteY1-4" fmla="*/ 0 h 1418896"/>
                        <a:gd name="connsiteX2-5" fmla="*/ 1881352 w 3731172"/>
                        <a:gd name="connsiteY2-6" fmla="*/ 599089 h 1418896"/>
                        <a:gd name="connsiteX3-7" fmla="*/ 3363310 w 3731172"/>
                        <a:gd name="connsiteY3-8" fmla="*/ 0 h 1418896"/>
                        <a:gd name="connsiteX4-9" fmla="*/ 3584027 w 3731172"/>
                        <a:gd name="connsiteY4-10" fmla="*/ 73572 h 1418896"/>
                        <a:gd name="connsiteX5-11" fmla="*/ 2627586 w 3731172"/>
                        <a:gd name="connsiteY5-12" fmla="*/ 441434 h 1418896"/>
                        <a:gd name="connsiteX6-13" fmla="*/ 2596055 w 3731172"/>
                        <a:gd name="connsiteY6-14" fmla="*/ 914400 h 1418896"/>
                        <a:gd name="connsiteX7-15" fmla="*/ 3731172 w 3731172"/>
                        <a:gd name="connsiteY7-16" fmla="*/ 1345324 h 1418896"/>
                        <a:gd name="connsiteX8-17" fmla="*/ 3447393 w 3731172"/>
                        <a:gd name="connsiteY8-18" fmla="*/ 1408386 h 1418896"/>
                        <a:gd name="connsiteX9-19" fmla="*/ 1870841 w 3731172"/>
                        <a:gd name="connsiteY9-20" fmla="*/ 746234 h 1418896"/>
                        <a:gd name="connsiteX10-21" fmla="*/ 262758 w 3731172"/>
                        <a:gd name="connsiteY10-22" fmla="*/ 1418896 h 1418896"/>
                        <a:gd name="connsiteX11-23" fmla="*/ 0 w 3731172"/>
                        <a:gd name="connsiteY11-24" fmla="*/ 1324303 h 1418896"/>
                        <a:gd name="connsiteX12-25" fmla="*/ 1145627 w 3731172"/>
                        <a:gd name="connsiteY12-26" fmla="*/ 882869 h 1418896"/>
                        <a:gd name="connsiteX13-27" fmla="*/ 1114096 w 3731172"/>
                        <a:gd name="connsiteY13-28" fmla="*/ 409903 h 1418896"/>
                        <a:gd name="connsiteX14-29" fmla="*/ 441434 w 3731172"/>
                        <a:gd name="connsiteY14-30" fmla="*/ 10510 h 1418896"/>
                        <a:gd name="connsiteX15-31" fmla="*/ 441434 w 3731172"/>
                        <a:gd name="connsiteY15-32" fmla="*/ 10510 h 1418896"/>
                        <a:gd name="connsiteX0-33" fmla="*/ 168165 w 3731172"/>
                        <a:gd name="connsiteY0-34" fmla="*/ 73572 h 1418896"/>
                        <a:gd name="connsiteX1-35" fmla="*/ 451945 w 3731172"/>
                        <a:gd name="connsiteY1-36" fmla="*/ 0 h 1418896"/>
                        <a:gd name="connsiteX2-37" fmla="*/ 1881352 w 3731172"/>
                        <a:gd name="connsiteY2-38" fmla="*/ 599089 h 1418896"/>
                        <a:gd name="connsiteX3-39" fmla="*/ 3363310 w 3731172"/>
                        <a:gd name="connsiteY3-40" fmla="*/ 0 h 1418896"/>
                        <a:gd name="connsiteX4-41" fmla="*/ 3584027 w 3731172"/>
                        <a:gd name="connsiteY4-42" fmla="*/ 73572 h 1418896"/>
                        <a:gd name="connsiteX5-43" fmla="*/ 2627586 w 3731172"/>
                        <a:gd name="connsiteY5-44" fmla="*/ 441434 h 1418896"/>
                        <a:gd name="connsiteX6-45" fmla="*/ 2596055 w 3731172"/>
                        <a:gd name="connsiteY6-46" fmla="*/ 914400 h 1418896"/>
                        <a:gd name="connsiteX7-47" fmla="*/ 3731172 w 3731172"/>
                        <a:gd name="connsiteY7-48" fmla="*/ 1345324 h 1418896"/>
                        <a:gd name="connsiteX8-49" fmla="*/ 3447393 w 3731172"/>
                        <a:gd name="connsiteY8-50" fmla="*/ 1408386 h 1418896"/>
                        <a:gd name="connsiteX9-51" fmla="*/ 1870841 w 3731172"/>
                        <a:gd name="connsiteY9-52" fmla="*/ 746234 h 1418896"/>
                        <a:gd name="connsiteX10-53" fmla="*/ 262758 w 3731172"/>
                        <a:gd name="connsiteY10-54" fmla="*/ 1418896 h 1418896"/>
                        <a:gd name="connsiteX11-55" fmla="*/ 0 w 3731172"/>
                        <a:gd name="connsiteY11-56" fmla="*/ 1324303 h 1418896"/>
                        <a:gd name="connsiteX12-57" fmla="*/ 1145627 w 3731172"/>
                        <a:gd name="connsiteY12-58" fmla="*/ 882869 h 1418896"/>
                        <a:gd name="connsiteX13-59" fmla="*/ 1114096 w 3731172"/>
                        <a:gd name="connsiteY13-60" fmla="*/ 409903 h 1418896"/>
                        <a:gd name="connsiteX14-61" fmla="*/ 441434 w 3731172"/>
                        <a:gd name="connsiteY14-62" fmla="*/ 10510 h 1418896"/>
                        <a:gd name="connsiteX0-63" fmla="*/ 168165 w 3731172"/>
                        <a:gd name="connsiteY0-64" fmla="*/ 73572 h 1418896"/>
                        <a:gd name="connsiteX1-65" fmla="*/ 451945 w 3731172"/>
                        <a:gd name="connsiteY1-66" fmla="*/ 0 h 1418896"/>
                        <a:gd name="connsiteX2-67" fmla="*/ 1881352 w 3731172"/>
                        <a:gd name="connsiteY2-68" fmla="*/ 599089 h 1418896"/>
                        <a:gd name="connsiteX3-69" fmla="*/ 3363310 w 3731172"/>
                        <a:gd name="connsiteY3-70" fmla="*/ 0 h 1418896"/>
                        <a:gd name="connsiteX4-71" fmla="*/ 3584027 w 3731172"/>
                        <a:gd name="connsiteY4-72" fmla="*/ 73572 h 1418896"/>
                        <a:gd name="connsiteX5-73" fmla="*/ 2627586 w 3731172"/>
                        <a:gd name="connsiteY5-74" fmla="*/ 441434 h 1418896"/>
                        <a:gd name="connsiteX6-75" fmla="*/ 2596055 w 3731172"/>
                        <a:gd name="connsiteY6-76" fmla="*/ 914400 h 1418896"/>
                        <a:gd name="connsiteX7-77" fmla="*/ 3731172 w 3731172"/>
                        <a:gd name="connsiteY7-78" fmla="*/ 1345324 h 1418896"/>
                        <a:gd name="connsiteX8-79" fmla="*/ 3447393 w 3731172"/>
                        <a:gd name="connsiteY8-80" fmla="*/ 1408386 h 1418896"/>
                        <a:gd name="connsiteX9-81" fmla="*/ 1870841 w 3731172"/>
                        <a:gd name="connsiteY9-82" fmla="*/ 746234 h 1418896"/>
                        <a:gd name="connsiteX10-83" fmla="*/ 262758 w 3731172"/>
                        <a:gd name="connsiteY10-84" fmla="*/ 1418896 h 1418896"/>
                        <a:gd name="connsiteX11-85" fmla="*/ 0 w 3731172"/>
                        <a:gd name="connsiteY11-86" fmla="*/ 1324303 h 1418896"/>
                        <a:gd name="connsiteX12-87" fmla="*/ 1145627 w 3731172"/>
                        <a:gd name="connsiteY12-88" fmla="*/ 882869 h 1418896"/>
                        <a:gd name="connsiteX13-89" fmla="*/ 1114096 w 3731172"/>
                        <a:gd name="connsiteY13-90" fmla="*/ 409903 h 1418896"/>
                        <a:gd name="connsiteX14-91" fmla="*/ 357351 w 3731172"/>
                        <a:gd name="connsiteY14-92" fmla="*/ 115613 h 1418896"/>
                        <a:gd name="connsiteX0-93" fmla="*/ 168165 w 3731172"/>
                        <a:gd name="connsiteY0-94" fmla="*/ 73572 h 1418896"/>
                        <a:gd name="connsiteX1-95" fmla="*/ 451945 w 3731172"/>
                        <a:gd name="connsiteY1-96" fmla="*/ 0 h 1418896"/>
                        <a:gd name="connsiteX2-97" fmla="*/ 1881352 w 3731172"/>
                        <a:gd name="connsiteY2-98" fmla="*/ 599089 h 1418896"/>
                        <a:gd name="connsiteX3-99" fmla="*/ 3363310 w 3731172"/>
                        <a:gd name="connsiteY3-100" fmla="*/ 0 h 1418896"/>
                        <a:gd name="connsiteX4-101" fmla="*/ 3584027 w 3731172"/>
                        <a:gd name="connsiteY4-102" fmla="*/ 73572 h 1418896"/>
                        <a:gd name="connsiteX5-103" fmla="*/ 2627586 w 3731172"/>
                        <a:gd name="connsiteY5-104" fmla="*/ 441434 h 1418896"/>
                        <a:gd name="connsiteX6-105" fmla="*/ 2596055 w 3731172"/>
                        <a:gd name="connsiteY6-106" fmla="*/ 914400 h 1418896"/>
                        <a:gd name="connsiteX7-107" fmla="*/ 3731172 w 3731172"/>
                        <a:gd name="connsiteY7-108" fmla="*/ 1345324 h 1418896"/>
                        <a:gd name="connsiteX8-109" fmla="*/ 3447393 w 3731172"/>
                        <a:gd name="connsiteY8-110" fmla="*/ 1408386 h 1418896"/>
                        <a:gd name="connsiteX9-111" fmla="*/ 1870841 w 3731172"/>
                        <a:gd name="connsiteY9-112" fmla="*/ 746234 h 1418896"/>
                        <a:gd name="connsiteX10-113" fmla="*/ 262758 w 3731172"/>
                        <a:gd name="connsiteY10-114" fmla="*/ 1418896 h 1418896"/>
                        <a:gd name="connsiteX11-115" fmla="*/ 0 w 3731172"/>
                        <a:gd name="connsiteY11-116" fmla="*/ 1324303 h 1418896"/>
                        <a:gd name="connsiteX12-117" fmla="*/ 1145627 w 3731172"/>
                        <a:gd name="connsiteY12-118" fmla="*/ 882869 h 1418896"/>
                        <a:gd name="connsiteX13-119" fmla="*/ 1114096 w 3731172"/>
                        <a:gd name="connsiteY13-120" fmla="*/ 409903 h 1418896"/>
                        <a:gd name="connsiteX14-121" fmla="*/ 147144 w 3731172"/>
                        <a:gd name="connsiteY14-122" fmla="*/ 63061 h 1418896"/>
                        <a:gd name="connsiteX0-123" fmla="*/ 168165 w 3731172"/>
                        <a:gd name="connsiteY0-124" fmla="*/ 73572 h 1418896"/>
                        <a:gd name="connsiteX1-125" fmla="*/ 451945 w 3731172"/>
                        <a:gd name="connsiteY1-126" fmla="*/ 0 h 1418896"/>
                        <a:gd name="connsiteX2-127" fmla="*/ 1881352 w 3731172"/>
                        <a:gd name="connsiteY2-128" fmla="*/ 599089 h 1418896"/>
                        <a:gd name="connsiteX3-129" fmla="*/ 3363310 w 3731172"/>
                        <a:gd name="connsiteY3-130" fmla="*/ 0 h 1418896"/>
                        <a:gd name="connsiteX4-131" fmla="*/ 3584027 w 3731172"/>
                        <a:gd name="connsiteY4-132" fmla="*/ 73572 h 1418896"/>
                        <a:gd name="connsiteX5-133" fmla="*/ 2627586 w 3731172"/>
                        <a:gd name="connsiteY5-134" fmla="*/ 441434 h 1418896"/>
                        <a:gd name="connsiteX6-135" fmla="*/ 2596055 w 3731172"/>
                        <a:gd name="connsiteY6-136" fmla="*/ 914400 h 1418896"/>
                        <a:gd name="connsiteX7-137" fmla="*/ 3731172 w 3731172"/>
                        <a:gd name="connsiteY7-138" fmla="*/ 1345324 h 1418896"/>
                        <a:gd name="connsiteX8-139" fmla="*/ 3447393 w 3731172"/>
                        <a:gd name="connsiteY8-140" fmla="*/ 1408386 h 1418896"/>
                        <a:gd name="connsiteX9-141" fmla="*/ 1870841 w 3731172"/>
                        <a:gd name="connsiteY9-142" fmla="*/ 746234 h 1418896"/>
                        <a:gd name="connsiteX10-143" fmla="*/ 262758 w 3731172"/>
                        <a:gd name="connsiteY10-144" fmla="*/ 1418896 h 1418896"/>
                        <a:gd name="connsiteX11-145" fmla="*/ 0 w 3731172"/>
                        <a:gd name="connsiteY11-146" fmla="*/ 1324303 h 1418896"/>
                        <a:gd name="connsiteX12-147" fmla="*/ 1145627 w 3731172"/>
                        <a:gd name="connsiteY12-148" fmla="*/ 882869 h 1418896"/>
                        <a:gd name="connsiteX13-149" fmla="*/ 1114096 w 3731172"/>
                        <a:gd name="connsiteY13-150" fmla="*/ 420413 h 1418896"/>
                        <a:gd name="connsiteX14-151" fmla="*/ 147144 w 3731172"/>
                        <a:gd name="connsiteY14-152" fmla="*/ 63061 h 1418896"/>
                        <a:gd name="connsiteX0-153" fmla="*/ 168165 w 3731172"/>
                        <a:gd name="connsiteY0-154" fmla="*/ 73572 h 1418896"/>
                        <a:gd name="connsiteX1-155" fmla="*/ 451945 w 3731172"/>
                        <a:gd name="connsiteY1-156" fmla="*/ 0 h 1418896"/>
                        <a:gd name="connsiteX2-157" fmla="*/ 1881352 w 3731172"/>
                        <a:gd name="connsiteY2-158" fmla="*/ 599089 h 1418896"/>
                        <a:gd name="connsiteX3-159" fmla="*/ 3363310 w 3731172"/>
                        <a:gd name="connsiteY3-160" fmla="*/ 0 h 1418896"/>
                        <a:gd name="connsiteX4-161" fmla="*/ 3584027 w 3731172"/>
                        <a:gd name="connsiteY4-162" fmla="*/ 73572 h 1418896"/>
                        <a:gd name="connsiteX5-163" fmla="*/ 2627586 w 3731172"/>
                        <a:gd name="connsiteY5-164" fmla="*/ 441434 h 1418896"/>
                        <a:gd name="connsiteX6-165" fmla="*/ 2596055 w 3731172"/>
                        <a:gd name="connsiteY6-166" fmla="*/ 914400 h 1418896"/>
                        <a:gd name="connsiteX7-167" fmla="*/ 3731172 w 3731172"/>
                        <a:gd name="connsiteY7-168" fmla="*/ 1345324 h 1418896"/>
                        <a:gd name="connsiteX8-169" fmla="*/ 3447393 w 3731172"/>
                        <a:gd name="connsiteY8-170" fmla="*/ 1408386 h 1418896"/>
                        <a:gd name="connsiteX9-171" fmla="*/ 1870841 w 3731172"/>
                        <a:gd name="connsiteY9-172" fmla="*/ 746234 h 1418896"/>
                        <a:gd name="connsiteX10-173" fmla="*/ 262758 w 3731172"/>
                        <a:gd name="connsiteY10-174" fmla="*/ 1418896 h 1418896"/>
                        <a:gd name="connsiteX11-175" fmla="*/ 0 w 3731172"/>
                        <a:gd name="connsiteY11-176" fmla="*/ 1324303 h 1418896"/>
                        <a:gd name="connsiteX12-177" fmla="*/ 1145627 w 3731172"/>
                        <a:gd name="connsiteY12-178" fmla="*/ 882869 h 1418896"/>
                        <a:gd name="connsiteX13-179" fmla="*/ 1114096 w 3731172"/>
                        <a:gd name="connsiteY13-180" fmla="*/ 420413 h 1418896"/>
                        <a:gd name="connsiteX14-181" fmla="*/ 189185 w 3731172"/>
                        <a:gd name="connsiteY14-182" fmla="*/ 84081 h 1418896"/>
                        <a:gd name="connsiteX0-183" fmla="*/ 168165 w 3731172"/>
                        <a:gd name="connsiteY0-184" fmla="*/ 73572 h 1418896"/>
                        <a:gd name="connsiteX1-185" fmla="*/ 451945 w 3731172"/>
                        <a:gd name="connsiteY1-186" fmla="*/ 0 h 1418896"/>
                        <a:gd name="connsiteX2-187" fmla="*/ 1881352 w 3731172"/>
                        <a:gd name="connsiteY2-188" fmla="*/ 599089 h 1418896"/>
                        <a:gd name="connsiteX3-189" fmla="*/ 3363310 w 3731172"/>
                        <a:gd name="connsiteY3-190" fmla="*/ 0 h 1418896"/>
                        <a:gd name="connsiteX4-191" fmla="*/ 3584027 w 3731172"/>
                        <a:gd name="connsiteY4-192" fmla="*/ 73572 h 1418896"/>
                        <a:gd name="connsiteX5-193" fmla="*/ 2627586 w 3731172"/>
                        <a:gd name="connsiteY5-194" fmla="*/ 441434 h 1418896"/>
                        <a:gd name="connsiteX6-195" fmla="*/ 2596055 w 3731172"/>
                        <a:gd name="connsiteY6-196" fmla="*/ 914400 h 1418896"/>
                        <a:gd name="connsiteX7-197" fmla="*/ 3731172 w 3731172"/>
                        <a:gd name="connsiteY7-198" fmla="*/ 1345324 h 1418896"/>
                        <a:gd name="connsiteX8-199" fmla="*/ 3447393 w 3731172"/>
                        <a:gd name="connsiteY8-200" fmla="*/ 1408386 h 1418896"/>
                        <a:gd name="connsiteX9-201" fmla="*/ 1870841 w 3731172"/>
                        <a:gd name="connsiteY9-202" fmla="*/ 746234 h 1418896"/>
                        <a:gd name="connsiteX10-203" fmla="*/ 262758 w 3731172"/>
                        <a:gd name="connsiteY10-204" fmla="*/ 1418896 h 1418896"/>
                        <a:gd name="connsiteX11-205" fmla="*/ 0 w 3731172"/>
                        <a:gd name="connsiteY11-206" fmla="*/ 1324303 h 1418896"/>
                        <a:gd name="connsiteX12-207" fmla="*/ 1145627 w 3731172"/>
                        <a:gd name="connsiteY12-208" fmla="*/ 882869 h 1418896"/>
                        <a:gd name="connsiteX13-209" fmla="*/ 1114096 w 3731172"/>
                        <a:gd name="connsiteY13-210" fmla="*/ 420413 h 1418896"/>
                        <a:gd name="connsiteX14-211" fmla="*/ 189185 w 3731172"/>
                        <a:gd name="connsiteY14-212" fmla="*/ 84081 h 1418896"/>
                        <a:gd name="connsiteX15-213" fmla="*/ 168165 w 3731172"/>
                        <a:gd name="connsiteY15-214" fmla="*/ 73572 h 1418896"/>
                        <a:gd name="connsiteX0-215" fmla="*/ 168165 w 3731172"/>
                        <a:gd name="connsiteY0-216" fmla="*/ 73572 h 1418896"/>
                        <a:gd name="connsiteX1-217" fmla="*/ 451945 w 3731172"/>
                        <a:gd name="connsiteY1-218" fmla="*/ 0 h 1418896"/>
                        <a:gd name="connsiteX2-219" fmla="*/ 1881352 w 3731172"/>
                        <a:gd name="connsiteY2-220" fmla="*/ 599089 h 1418896"/>
                        <a:gd name="connsiteX3-221" fmla="*/ 3363310 w 3731172"/>
                        <a:gd name="connsiteY3-222" fmla="*/ 0 h 1418896"/>
                        <a:gd name="connsiteX4-223" fmla="*/ 3584027 w 3731172"/>
                        <a:gd name="connsiteY4-224" fmla="*/ 73572 h 1418896"/>
                        <a:gd name="connsiteX5-225" fmla="*/ 2627586 w 3731172"/>
                        <a:gd name="connsiteY5-226" fmla="*/ 441434 h 1418896"/>
                        <a:gd name="connsiteX6-227" fmla="*/ 2596055 w 3731172"/>
                        <a:gd name="connsiteY6-228" fmla="*/ 914400 h 1418896"/>
                        <a:gd name="connsiteX7-229" fmla="*/ 3731172 w 3731172"/>
                        <a:gd name="connsiteY7-230" fmla="*/ 1345324 h 1418896"/>
                        <a:gd name="connsiteX8-231" fmla="*/ 3447393 w 3731172"/>
                        <a:gd name="connsiteY8-232" fmla="*/ 1408386 h 1418896"/>
                        <a:gd name="connsiteX9-233" fmla="*/ 1870841 w 3731172"/>
                        <a:gd name="connsiteY9-234" fmla="*/ 746234 h 1418896"/>
                        <a:gd name="connsiteX10-235" fmla="*/ 262758 w 3731172"/>
                        <a:gd name="connsiteY10-236" fmla="*/ 1418896 h 1418896"/>
                        <a:gd name="connsiteX11-237" fmla="*/ 0 w 3731172"/>
                        <a:gd name="connsiteY11-238" fmla="*/ 1324303 h 1418896"/>
                        <a:gd name="connsiteX12-239" fmla="*/ 1145627 w 3731172"/>
                        <a:gd name="connsiteY12-240" fmla="*/ 882869 h 1418896"/>
                        <a:gd name="connsiteX13-241" fmla="*/ 1156137 w 3731172"/>
                        <a:gd name="connsiteY13-242" fmla="*/ 441434 h 1418896"/>
                        <a:gd name="connsiteX14-243" fmla="*/ 189185 w 3731172"/>
                        <a:gd name="connsiteY14-244" fmla="*/ 84081 h 1418896"/>
                        <a:gd name="connsiteX15-245" fmla="*/ 168165 w 3731172"/>
                        <a:gd name="connsiteY15-246" fmla="*/ 73572 h 1418896"/>
                        <a:gd name="connsiteX0-247" fmla="*/ 168165 w 3731172"/>
                        <a:gd name="connsiteY0-248" fmla="*/ 73572 h 1418896"/>
                        <a:gd name="connsiteX1-249" fmla="*/ 451945 w 3731172"/>
                        <a:gd name="connsiteY1-250" fmla="*/ 0 h 1418896"/>
                        <a:gd name="connsiteX2-251" fmla="*/ 1881352 w 3731172"/>
                        <a:gd name="connsiteY2-252" fmla="*/ 599089 h 1418896"/>
                        <a:gd name="connsiteX3-253" fmla="*/ 3363310 w 3731172"/>
                        <a:gd name="connsiteY3-254" fmla="*/ 0 h 1418896"/>
                        <a:gd name="connsiteX4-255" fmla="*/ 3584027 w 3731172"/>
                        <a:gd name="connsiteY4-256" fmla="*/ 73572 h 1418896"/>
                        <a:gd name="connsiteX5-257" fmla="*/ 2627586 w 3731172"/>
                        <a:gd name="connsiteY5-258" fmla="*/ 441434 h 1418896"/>
                        <a:gd name="connsiteX6-259" fmla="*/ 2596055 w 3731172"/>
                        <a:gd name="connsiteY6-260" fmla="*/ 914400 h 1418896"/>
                        <a:gd name="connsiteX7-261" fmla="*/ 3731172 w 3731172"/>
                        <a:gd name="connsiteY7-262" fmla="*/ 1345324 h 1418896"/>
                        <a:gd name="connsiteX8-263" fmla="*/ 3447393 w 3731172"/>
                        <a:gd name="connsiteY8-264" fmla="*/ 1408386 h 1418896"/>
                        <a:gd name="connsiteX9-265" fmla="*/ 1870841 w 3731172"/>
                        <a:gd name="connsiteY9-266" fmla="*/ 746234 h 1418896"/>
                        <a:gd name="connsiteX10-267" fmla="*/ 262758 w 3731172"/>
                        <a:gd name="connsiteY10-268" fmla="*/ 1418896 h 1418896"/>
                        <a:gd name="connsiteX11-269" fmla="*/ 0 w 3731172"/>
                        <a:gd name="connsiteY11-270" fmla="*/ 1324303 h 1418896"/>
                        <a:gd name="connsiteX12-271" fmla="*/ 1145627 w 3731172"/>
                        <a:gd name="connsiteY12-272" fmla="*/ 882869 h 1418896"/>
                        <a:gd name="connsiteX13-273" fmla="*/ 1145626 w 3731172"/>
                        <a:gd name="connsiteY13-274" fmla="*/ 451945 h 1418896"/>
                        <a:gd name="connsiteX14-275" fmla="*/ 189185 w 3731172"/>
                        <a:gd name="connsiteY14-276" fmla="*/ 84081 h 1418896"/>
                        <a:gd name="connsiteX15-277" fmla="*/ 168165 w 3731172"/>
                        <a:gd name="connsiteY15-278" fmla="*/ 73572 h 1418896"/>
                        <a:gd name="connsiteX0-279" fmla="*/ 168165 w 3731172"/>
                        <a:gd name="connsiteY0-280" fmla="*/ 73572 h 1418896"/>
                        <a:gd name="connsiteX1-281" fmla="*/ 451945 w 3731172"/>
                        <a:gd name="connsiteY1-282" fmla="*/ 0 h 1418896"/>
                        <a:gd name="connsiteX2-283" fmla="*/ 1881352 w 3731172"/>
                        <a:gd name="connsiteY2-284" fmla="*/ 599089 h 1418896"/>
                        <a:gd name="connsiteX3-285" fmla="*/ 3363310 w 3731172"/>
                        <a:gd name="connsiteY3-286" fmla="*/ 0 h 1418896"/>
                        <a:gd name="connsiteX4-287" fmla="*/ 3584027 w 3731172"/>
                        <a:gd name="connsiteY4-288" fmla="*/ 73572 h 1418896"/>
                        <a:gd name="connsiteX5-289" fmla="*/ 2627586 w 3731172"/>
                        <a:gd name="connsiteY5-290" fmla="*/ 441434 h 1418896"/>
                        <a:gd name="connsiteX6-291" fmla="*/ 2596055 w 3731172"/>
                        <a:gd name="connsiteY6-292" fmla="*/ 914400 h 1418896"/>
                        <a:gd name="connsiteX7-293" fmla="*/ 3731172 w 3731172"/>
                        <a:gd name="connsiteY7-294" fmla="*/ 1345324 h 1418896"/>
                        <a:gd name="connsiteX8-295" fmla="*/ 3447393 w 3731172"/>
                        <a:gd name="connsiteY8-296" fmla="*/ 1408386 h 1418896"/>
                        <a:gd name="connsiteX9-297" fmla="*/ 1870841 w 3731172"/>
                        <a:gd name="connsiteY9-298" fmla="*/ 746234 h 1418896"/>
                        <a:gd name="connsiteX10-299" fmla="*/ 262758 w 3731172"/>
                        <a:gd name="connsiteY10-300" fmla="*/ 1418896 h 1418896"/>
                        <a:gd name="connsiteX11-301" fmla="*/ 0 w 3731172"/>
                        <a:gd name="connsiteY11-302" fmla="*/ 1324303 h 1418896"/>
                        <a:gd name="connsiteX12-303" fmla="*/ 1145627 w 3731172"/>
                        <a:gd name="connsiteY12-304" fmla="*/ 903890 h 1418896"/>
                        <a:gd name="connsiteX13-305" fmla="*/ 1145626 w 3731172"/>
                        <a:gd name="connsiteY13-306" fmla="*/ 451945 h 1418896"/>
                        <a:gd name="connsiteX14-307" fmla="*/ 189185 w 3731172"/>
                        <a:gd name="connsiteY14-308" fmla="*/ 84081 h 1418896"/>
                        <a:gd name="connsiteX15-309" fmla="*/ 168165 w 3731172"/>
                        <a:gd name="connsiteY15-310" fmla="*/ 73572 h 1418896"/>
                        <a:gd name="connsiteX0-311" fmla="*/ 147144 w 3710151"/>
                        <a:gd name="connsiteY0-312" fmla="*/ 73572 h 1418896"/>
                        <a:gd name="connsiteX1-313" fmla="*/ 430924 w 3710151"/>
                        <a:gd name="connsiteY1-314" fmla="*/ 0 h 1418896"/>
                        <a:gd name="connsiteX2-315" fmla="*/ 1860331 w 3710151"/>
                        <a:gd name="connsiteY2-316" fmla="*/ 599089 h 1418896"/>
                        <a:gd name="connsiteX3-317" fmla="*/ 3342289 w 3710151"/>
                        <a:gd name="connsiteY3-318" fmla="*/ 0 h 1418896"/>
                        <a:gd name="connsiteX4-319" fmla="*/ 3563006 w 3710151"/>
                        <a:gd name="connsiteY4-320" fmla="*/ 73572 h 1418896"/>
                        <a:gd name="connsiteX5-321" fmla="*/ 2606565 w 3710151"/>
                        <a:gd name="connsiteY5-322" fmla="*/ 441434 h 1418896"/>
                        <a:gd name="connsiteX6-323" fmla="*/ 2575034 w 3710151"/>
                        <a:gd name="connsiteY6-324" fmla="*/ 914400 h 1418896"/>
                        <a:gd name="connsiteX7-325" fmla="*/ 3710151 w 3710151"/>
                        <a:gd name="connsiteY7-326" fmla="*/ 1345324 h 1418896"/>
                        <a:gd name="connsiteX8-327" fmla="*/ 3426372 w 3710151"/>
                        <a:gd name="connsiteY8-328" fmla="*/ 1408386 h 1418896"/>
                        <a:gd name="connsiteX9-329" fmla="*/ 1849820 w 3710151"/>
                        <a:gd name="connsiteY9-330" fmla="*/ 746234 h 1418896"/>
                        <a:gd name="connsiteX10-331" fmla="*/ 241737 w 3710151"/>
                        <a:gd name="connsiteY10-332" fmla="*/ 1418896 h 1418896"/>
                        <a:gd name="connsiteX11-333" fmla="*/ 0 w 3710151"/>
                        <a:gd name="connsiteY11-334" fmla="*/ 1334814 h 1418896"/>
                        <a:gd name="connsiteX12-335" fmla="*/ 1124606 w 3710151"/>
                        <a:gd name="connsiteY12-336" fmla="*/ 903890 h 1418896"/>
                        <a:gd name="connsiteX13-337" fmla="*/ 1124605 w 3710151"/>
                        <a:gd name="connsiteY13-338" fmla="*/ 451945 h 1418896"/>
                        <a:gd name="connsiteX14-339" fmla="*/ 168164 w 3710151"/>
                        <a:gd name="connsiteY14-340" fmla="*/ 84081 h 1418896"/>
                        <a:gd name="connsiteX15-341" fmla="*/ 147144 w 3710151"/>
                        <a:gd name="connsiteY15-342" fmla="*/ 73572 h 1418896"/>
                        <a:gd name="connsiteX0-343" fmla="*/ 147144 w 3710151"/>
                        <a:gd name="connsiteY0-344" fmla="*/ 73572 h 1418896"/>
                        <a:gd name="connsiteX1-345" fmla="*/ 430924 w 3710151"/>
                        <a:gd name="connsiteY1-346" fmla="*/ 0 h 1418896"/>
                        <a:gd name="connsiteX2-347" fmla="*/ 1860331 w 3710151"/>
                        <a:gd name="connsiteY2-348" fmla="*/ 599089 h 1418896"/>
                        <a:gd name="connsiteX3-349" fmla="*/ 3342289 w 3710151"/>
                        <a:gd name="connsiteY3-350" fmla="*/ 0 h 1418896"/>
                        <a:gd name="connsiteX4-351" fmla="*/ 3563006 w 3710151"/>
                        <a:gd name="connsiteY4-352" fmla="*/ 73572 h 1418896"/>
                        <a:gd name="connsiteX5-353" fmla="*/ 2606565 w 3710151"/>
                        <a:gd name="connsiteY5-354" fmla="*/ 441434 h 1418896"/>
                        <a:gd name="connsiteX6-355" fmla="*/ 2606565 w 3710151"/>
                        <a:gd name="connsiteY6-356" fmla="*/ 924910 h 1418896"/>
                        <a:gd name="connsiteX7-357" fmla="*/ 3710151 w 3710151"/>
                        <a:gd name="connsiteY7-358" fmla="*/ 1345324 h 1418896"/>
                        <a:gd name="connsiteX8-359" fmla="*/ 3426372 w 3710151"/>
                        <a:gd name="connsiteY8-360" fmla="*/ 1408386 h 1418896"/>
                        <a:gd name="connsiteX9-361" fmla="*/ 1849820 w 3710151"/>
                        <a:gd name="connsiteY9-362" fmla="*/ 746234 h 1418896"/>
                        <a:gd name="connsiteX10-363" fmla="*/ 241737 w 3710151"/>
                        <a:gd name="connsiteY10-364" fmla="*/ 1418896 h 1418896"/>
                        <a:gd name="connsiteX11-365" fmla="*/ 0 w 3710151"/>
                        <a:gd name="connsiteY11-366" fmla="*/ 1334814 h 1418896"/>
                        <a:gd name="connsiteX12-367" fmla="*/ 1124606 w 3710151"/>
                        <a:gd name="connsiteY12-368" fmla="*/ 903890 h 1418896"/>
                        <a:gd name="connsiteX13-369" fmla="*/ 1124605 w 3710151"/>
                        <a:gd name="connsiteY13-370" fmla="*/ 451945 h 1418896"/>
                        <a:gd name="connsiteX14-371" fmla="*/ 168164 w 3710151"/>
                        <a:gd name="connsiteY14-372" fmla="*/ 84081 h 1418896"/>
                        <a:gd name="connsiteX15-373" fmla="*/ 147144 w 3710151"/>
                        <a:gd name="connsiteY15-374" fmla="*/ 73572 h 1418896"/>
                        <a:gd name="connsiteX0-375" fmla="*/ 147144 w 3710151"/>
                        <a:gd name="connsiteY0-376" fmla="*/ 73572 h 1418896"/>
                        <a:gd name="connsiteX1-377" fmla="*/ 430924 w 3710151"/>
                        <a:gd name="connsiteY1-378" fmla="*/ 0 h 1418896"/>
                        <a:gd name="connsiteX2-379" fmla="*/ 1860331 w 3710151"/>
                        <a:gd name="connsiteY2-380" fmla="*/ 599089 h 1418896"/>
                        <a:gd name="connsiteX3-381" fmla="*/ 3342289 w 3710151"/>
                        <a:gd name="connsiteY3-382" fmla="*/ 0 h 1418896"/>
                        <a:gd name="connsiteX4-383" fmla="*/ 3563006 w 3710151"/>
                        <a:gd name="connsiteY4-384" fmla="*/ 73572 h 1418896"/>
                        <a:gd name="connsiteX5-385" fmla="*/ 2606565 w 3710151"/>
                        <a:gd name="connsiteY5-386" fmla="*/ 441434 h 1418896"/>
                        <a:gd name="connsiteX6-387" fmla="*/ 2610282 w 3710151"/>
                        <a:gd name="connsiteY6-388" fmla="*/ 902607 h 1418896"/>
                        <a:gd name="connsiteX7-389" fmla="*/ 3710151 w 3710151"/>
                        <a:gd name="connsiteY7-390" fmla="*/ 1345324 h 1418896"/>
                        <a:gd name="connsiteX8-391" fmla="*/ 3426372 w 3710151"/>
                        <a:gd name="connsiteY8-392" fmla="*/ 1408386 h 1418896"/>
                        <a:gd name="connsiteX9-393" fmla="*/ 1849820 w 3710151"/>
                        <a:gd name="connsiteY9-394" fmla="*/ 746234 h 1418896"/>
                        <a:gd name="connsiteX10-395" fmla="*/ 241737 w 3710151"/>
                        <a:gd name="connsiteY10-396" fmla="*/ 1418896 h 1418896"/>
                        <a:gd name="connsiteX11-397" fmla="*/ 0 w 3710151"/>
                        <a:gd name="connsiteY11-398" fmla="*/ 1334814 h 1418896"/>
                        <a:gd name="connsiteX12-399" fmla="*/ 1124606 w 3710151"/>
                        <a:gd name="connsiteY12-400" fmla="*/ 903890 h 1418896"/>
                        <a:gd name="connsiteX13-401" fmla="*/ 1124605 w 3710151"/>
                        <a:gd name="connsiteY13-402" fmla="*/ 451945 h 1418896"/>
                        <a:gd name="connsiteX14-403" fmla="*/ 168164 w 3710151"/>
                        <a:gd name="connsiteY14-404" fmla="*/ 84081 h 1418896"/>
                        <a:gd name="connsiteX15-405" fmla="*/ 147144 w 3710151"/>
                        <a:gd name="connsiteY15-406" fmla="*/ 73572 h 1418896"/>
                        <a:gd name="connsiteX0-407" fmla="*/ 147144 w 3710151"/>
                        <a:gd name="connsiteY0-408" fmla="*/ 73572 h 1418896"/>
                        <a:gd name="connsiteX1-409" fmla="*/ 430924 w 3710151"/>
                        <a:gd name="connsiteY1-410" fmla="*/ 0 h 1418896"/>
                        <a:gd name="connsiteX2-411" fmla="*/ 1860331 w 3710151"/>
                        <a:gd name="connsiteY2-412" fmla="*/ 599089 h 1418896"/>
                        <a:gd name="connsiteX3-413" fmla="*/ 3342289 w 3710151"/>
                        <a:gd name="connsiteY3-414" fmla="*/ 0 h 1418896"/>
                        <a:gd name="connsiteX4-415" fmla="*/ 3563006 w 3710151"/>
                        <a:gd name="connsiteY4-416" fmla="*/ 73572 h 1418896"/>
                        <a:gd name="connsiteX5-417" fmla="*/ 2617717 w 3710151"/>
                        <a:gd name="connsiteY5-418" fmla="*/ 445151 h 1418896"/>
                        <a:gd name="connsiteX6-419" fmla="*/ 2610282 w 3710151"/>
                        <a:gd name="connsiteY6-420" fmla="*/ 902607 h 1418896"/>
                        <a:gd name="connsiteX7-421" fmla="*/ 3710151 w 3710151"/>
                        <a:gd name="connsiteY7-422" fmla="*/ 1345324 h 1418896"/>
                        <a:gd name="connsiteX8-423" fmla="*/ 3426372 w 3710151"/>
                        <a:gd name="connsiteY8-424" fmla="*/ 1408386 h 1418896"/>
                        <a:gd name="connsiteX9-425" fmla="*/ 1849820 w 3710151"/>
                        <a:gd name="connsiteY9-426" fmla="*/ 746234 h 1418896"/>
                        <a:gd name="connsiteX10-427" fmla="*/ 241737 w 3710151"/>
                        <a:gd name="connsiteY10-428" fmla="*/ 1418896 h 1418896"/>
                        <a:gd name="connsiteX11-429" fmla="*/ 0 w 3710151"/>
                        <a:gd name="connsiteY11-430" fmla="*/ 1334814 h 1418896"/>
                        <a:gd name="connsiteX12-431" fmla="*/ 1124606 w 3710151"/>
                        <a:gd name="connsiteY12-432" fmla="*/ 903890 h 1418896"/>
                        <a:gd name="connsiteX13-433" fmla="*/ 1124605 w 3710151"/>
                        <a:gd name="connsiteY13-434" fmla="*/ 451945 h 1418896"/>
                        <a:gd name="connsiteX14-435" fmla="*/ 168164 w 3710151"/>
                        <a:gd name="connsiteY14-436" fmla="*/ 84081 h 1418896"/>
                        <a:gd name="connsiteX15-437" fmla="*/ 147144 w 3710151"/>
                        <a:gd name="connsiteY15-438" fmla="*/ 73572 h 1418896"/>
                        <a:gd name="connsiteX0-439" fmla="*/ 147144 w 3710151"/>
                        <a:gd name="connsiteY0-440" fmla="*/ 73572 h 1418896"/>
                        <a:gd name="connsiteX1-441" fmla="*/ 430924 w 3710151"/>
                        <a:gd name="connsiteY1-442" fmla="*/ 0 h 1418896"/>
                        <a:gd name="connsiteX2-443" fmla="*/ 1860331 w 3710151"/>
                        <a:gd name="connsiteY2-444" fmla="*/ 599089 h 1418896"/>
                        <a:gd name="connsiteX3-445" fmla="*/ 3342289 w 3710151"/>
                        <a:gd name="connsiteY3-446" fmla="*/ 0 h 1418896"/>
                        <a:gd name="connsiteX4-447" fmla="*/ 3563006 w 3710151"/>
                        <a:gd name="connsiteY4-448" fmla="*/ 73572 h 1418896"/>
                        <a:gd name="connsiteX5-449" fmla="*/ 2617717 w 3710151"/>
                        <a:gd name="connsiteY5-450" fmla="*/ 448868 h 1418896"/>
                        <a:gd name="connsiteX6-451" fmla="*/ 2610282 w 3710151"/>
                        <a:gd name="connsiteY6-452" fmla="*/ 902607 h 1418896"/>
                        <a:gd name="connsiteX7-453" fmla="*/ 3710151 w 3710151"/>
                        <a:gd name="connsiteY7-454" fmla="*/ 1345324 h 1418896"/>
                        <a:gd name="connsiteX8-455" fmla="*/ 3426372 w 3710151"/>
                        <a:gd name="connsiteY8-456" fmla="*/ 1408386 h 1418896"/>
                        <a:gd name="connsiteX9-457" fmla="*/ 1849820 w 3710151"/>
                        <a:gd name="connsiteY9-458" fmla="*/ 746234 h 1418896"/>
                        <a:gd name="connsiteX10-459" fmla="*/ 241737 w 3710151"/>
                        <a:gd name="connsiteY10-460" fmla="*/ 1418896 h 1418896"/>
                        <a:gd name="connsiteX11-461" fmla="*/ 0 w 3710151"/>
                        <a:gd name="connsiteY11-462" fmla="*/ 1334814 h 1418896"/>
                        <a:gd name="connsiteX12-463" fmla="*/ 1124606 w 3710151"/>
                        <a:gd name="connsiteY12-464" fmla="*/ 903890 h 1418896"/>
                        <a:gd name="connsiteX13-465" fmla="*/ 1124605 w 3710151"/>
                        <a:gd name="connsiteY13-466" fmla="*/ 451945 h 1418896"/>
                        <a:gd name="connsiteX14-467" fmla="*/ 168164 w 3710151"/>
                        <a:gd name="connsiteY14-468" fmla="*/ 84081 h 1418896"/>
                        <a:gd name="connsiteX15-469" fmla="*/ 147144 w 3710151"/>
                        <a:gd name="connsiteY15-470" fmla="*/ 73572 h 1418896"/>
                        <a:gd name="connsiteX0-471" fmla="*/ 147144 w 3710151"/>
                        <a:gd name="connsiteY0-472" fmla="*/ 73572 h 1418896"/>
                        <a:gd name="connsiteX1-473" fmla="*/ 430924 w 3710151"/>
                        <a:gd name="connsiteY1-474" fmla="*/ 0 h 1418896"/>
                        <a:gd name="connsiteX2-475" fmla="*/ 1838028 w 3710151"/>
                        <a:gd name="connsiteY2-476" fmla="*/ 591655 h 1418896"/>
                        <a:gd name="connsiteX3-477" fmla="*/ 3342289 w 3710151"/>
                        <a:gd name="connsiteY3-478" fmla="*/ 0 h 1418896"/>
                        <a:gd name="connsiteX4-479" fmla="*/ 3563006 w 3710151"/>
                        <a:gd name="connsiteY4-480" fmla="*/ 73572 h 1418896"/>
                        <a:gd name="connsiteX5-481" fmla="*/ 2617717 w 3710151"/>
                        <a:gd name="connsiteY5-482" fmla="*/ 448868 h 1418896"/>
                        <a:gd name="connsiteX6-483" fmla="*/ 2610282 w 3710151"/>
                        <a:gd name="connsiteY6-484" fmla="*/ 902607 h 1418896"/>
                        <a:gd name="connsiteX7-485" fmla="*/ 3710151 w 3710151"/>
                        <a:gd name="connsiteY7-486" fmla="*/ 1345324 h 1418896"/>
                        <a:gd name="connsiteX8-487" fmla="*/ 3426372 w 3710151"/>
                        <a:gd name="connsiteY8-488" fmla="*/ 1408386 h 1418896"/>
                        <a:gd name="connsiteX9-489" fmla="*/ 1849820 w 3710151"/>
                        <a:gd name="connsiteY9-490" fmla="*/ 746234 h 1418896"/>
                        <a:gd name="connsiteX10-491" fmla="*/ 241737 w 3710151"/>
                        <a:gd name="connsiteY10-492" fmla="*/ 1418896 h 1418896"/>
                        <a:gd name="connsiteX11-493" fmla="*/ 0 w 3710151"/>
                        <a:gd name="connsiteY11-494" fmla="*/ 1334814 h 1418896"/>
                        <a:gd name="connsiteX12-495" fmla="*/ 1124606 w 3710151"/>
                        <a:gd name="connsiteY12-496" fmla="*/ 903890 h 1418896"/>
                        <a:gd name="connsiteX13-497" fmla="*/ 1124605 w 3710151"/>
                        <a:gd name="connsiteY13-498" fmla="*/ 451945 h 1418896"/>
                        <a:gd name="connsiteX14-499" fmla="*/ 168164 w 3710151"/>
                        <a:gd name="connsiteY14-500" fmla="*/ 84081 h 1418896"/>
                        <a:gd name="connsiteX15-501" fmla="*/ 147144 w 3710151"/>
                        <a:gd name="connsiteY15-502" fmla="*/ 73572 h 1418896"/>
                        <a:gd name="connsiteX0-503" fmla="*/ 147144 w 3710151"/>
                        <a:gd name="connsiteY0-504" fmla="*/ 73572 h 1418896"/>
                        <a:gd name="connsiteX1-505" fmla="*/ 430924 w 3710151"/>
                        <a:gd name="connsiteY1-506" fmla="*/ 0 h 1418896"/>
                        <a:gd name="connsiteX2-507" fmla="*/ 1838028 w 3710151"/>
                        <a:gd name="connsiteY2-508" fmla="*/ 591655 h 1418896"/>
                        <a:gd name="connsiteX3-509" fmla="*/ 3342289 w 3710151"/>
                        <a:gd name="connsiteY3-510" fmla="*/ 0 h 1418896"/>
                        <a:gd name="connsiteX4-511" fmla="*/ 3563006 w 3710151"/>
                        <a:gd name="connsiteY4-512" fmla="*/ 73572 h 1418896"/>
                        <a:gd name="connsiteX5-513" fmla="*/ 2617717 w 3710151"/>
                        <a:gd name="connsiteY5-514" fmla="*/ 448868 h 1418896"/>
                        <a:gd name="connsiteX6-515" fmla="*/ 2610282 w 3710151"/>
                        <a:gd name="connsiteY6-516" fmla="*/ 902607 h 1418896"/>
                        <a:gd name="connsiteX7-517" fmla="*/ 3710151 w 3710151"/>
                        <a:gd name="connsiteY7-518" fmla="*/ 1345324 h 1418896"/>
                        <a:gd name="connsiteX8-519" fmla="*/ 3426372 w 3710151"/>
                        <a:gd name="connsiteY8-520" fmla="*/ 1408386 h 1418896"/>
                        <a:gd name="connsiteX9-521" fmla="*/ 1849820 w 3710151"/>
                        <a:gd name="connsiteY9-522" fmla="*/ 746234 h 1418896"/>
                        <a:gd name="connsiteX10-523" fmla="*/ 241737 w 3710151"/>
                        <a:gd name="connsiteY10-524" fmla="*/ 1418896 h 1418896"/>
                        <a:gd name="connsiteX11-525" fmla="*/ 0 w 3710151"/>
                        <a:gd name="connsiteY11-526" fmla="*/ 1334814 h 1418896"/>
                        <a:gd name="connsiteX12-527" fmla="*/ 1124606 w 3710151"/>
                        <a:gd name="connsiteY12-528" fmla="*/ 903890 h 1418896"/>
                        <a:gd name="connsiteX13-529" fmla="*/ 1087434 w 3710151"/>
                        <a:gd name="connsiteY13-530" fmla="*/ 451945 h 1418896"/>
                        <a:gd name="connsiteX14-531" fmla="*/ 168164 w 3710151"/>
                        <a:gd name="connsiteY14-532" fmla="*/ 84081 h 1418896"/>
                        <a:gd name="connsiteX15-533" fmla="*/ 147144 w 3710151"/>
                        <a:gd name="connsiteY15-534" fmla="*/ 73572 h 1418896"/>
                        <a:gd name="connsiteX0-535" fmla="*/ 147144 w 3710151"/>
                        <a:gd name="connsiteY0-536" fmla="*/ 73572 h 1418896"/>
                        <a:gd name="connsiteX1-537" fmla="*/ 430924 w 3710151"/>
                        <a:gd name="connsiteY1-538" fmla="*/ 0 h 1418896"/>
                        <a:gd name="connsiteX2-539" fmla="*/ 1838028 w 3710151"/>
                        <a:gd name="connsiteY2-540" fmla="*/ 591655 h 1418896"/>
                        <a:gd name="connsiteX3-541" fmla="*/ 3342289 w 3710151"/>
                        <a:gd name="connsiteY3-542" fmla="*/ 0 h 1418896"/>
                        <a:gd name="connsiteX4-543" fmla="*/ 3563006 w 3710151"/>
                        <a:gd name="connsiteY4-544" fmla="*/ 73572 h 1418896"/>
                        <a:gd name="connsiteX5-545" fmla="*/ 2617717 w 3710151"/>
                        <a:gd name="connsiteY5-546" fmla="*/ 448868 h 1418896"/>
                        <a:gd name="connsiteX6-547" fmla="*/ 2610282 w 3710151"/>
                        <a:gd name="connsiteY6-548" fmla="*/ 902607 h 1418896"/>
                        <a:gd name="connsiteX7-549" fmla="*/ 3710151 w 3710151"/>
                        <a:gd name="connsiteY7-550" fmla="*/ 1345324 h 1418896"/>
                        <a:gd name="connsiteX8-551" fmla="*/ 3426372 w 3710151"/>
                        <a:gd name="connsiteY8-552" fmla="*/ 1408386 h 1418896"/>
                        <a:gd name="connsiteX9-553" fmla="*/ 1849820 w 3710151"/>
                        <a:gd name="connsiteY9-554" fmla="*/ 746234 h 1418896"/>
                        <a:gd name="connsiteX10-555" fmla="*/ 241737 w 3710151"/>
                        <a:gd name="connsiteY10-556" fmla="*/ 1418896 h 1418896"/>
                        <a:gd name="connsiteX11-557" fmla="*/ 0 w 3710151"/>
                        <a:gd name="connsiteY11-558" fmla="*/ 1334814 h 1418896"/>
                        <a:gd name="connsiteX12-559" fmla="*/ 1098586 w 3710151"/>
                        <a:gd name="connsiteY12-560" fmla="*/ 903890 h 1418896"/>
                        <a:gd name="connsiteX13-561" fmla="*/ 1087434 w 3710151"/>
                        <a:gd name="connsiteY13-562" fmla="*/ 451945 h 1418896"/>
                        <a:gd name="connsiteX14-563" fmla="*/ 168164 w 3710151"/>
                        <a:gd name="connsiteY14-564" fmla="*/ 84081 h 1418896"/>
                        <a:gd name="connsiteX15-565" fmla="*/ 147144 w 3710151"/>
                        <a:gd name="connsiteY15-566" fmla="*/ 73572 h 1418896"/>
                        <a:gd name="connsiteX0-567" fmla="*/ 162012 w 3725019"/>
                        <a:gd name="connsiteY0-568" fmla="*/ 73572 h 1418896"/>
                        <a:gd name="connsiteX1-569" fmla="*/ 445792 w 3725019"/>
                        <a:gd name="connsiteY1-570" fmla="*/ 0 h 1418896"/>
                        <a:gd name="connsiteX2-571" fmla="*/ 1852896 w 3725019"/>
                        <a:gd name="connsiteY2-572" fmla="*/ 591655 h 1418896"/>
                        <a:gd name="connsiteX3-573" fmla="*/ 3357157 w 3725019"/>
                        <a:gd name="connsiteY3-574" fmla="*/ 0 h 1418896"/>
                        <a:gd name="connsiteX4-575" fmla="*/ 3577874 w 3725019"/>
                        <a:gd name="connsiteY4-576" fmla="*/ 73572 h 1418896"/>
                        <a:gd name="connsiteX5-577" fmla="*/ 2632585 w 3725019"/>
                        <a:gd name="connsiteY5-578" fmla="*/ 448868 h 1418896"/>
                        <a:gd name="connsiteX6-579" fmla="*/ 2625150 w 3725019"/>
                        <a:gd name="connsiteY6-580" fmla="*/ 902607 h 1418896"/>
                        <a:gd name="connsiteX7-581" fmla="*/ 3725019 w 3725019"/>
                        <a:gd name="connsiteY7-582" fmla="*/ 1345324 h 1418896"/>
                        <a:gd name="connsiteX8-583" fmla="*/ 3441240 w 3725019"/>
                        <a:gd name="connsiteY8-584" fmla="*/ 1408386 h 1418896"/>
                        <a:gd name="connsiteX9-585" fmla="*/ 1864688 w 3725019"/>
                        <a:gd name="connsiteY9-586" fmla="*/ 746234 h 1418896"/>
                        <a:gd name="connsiteX10-587" fmla="*/ 256605 w 3725019"/>
                        <a:gd name="connsiteY10-588" fmla="*/ 1418896 h 1418896"/>
                        <a:gd name="connsiteX11-589" fmla="*/ 0 w 3725019"/>
                        <a:gd name="connsiteY11-590" fmla="*/ 1331097 h 1418896"/>
                        <a:gd name="connsiteX12-591" fmla="*/ 1113454 w 3725019"/>
                        <a:gd name="connsiteY12-592" fmla="*/ 903890 h 1418896"/>
                        <a:gd name="connsiteX13-593" fmla="*/ 1102302 w 3725019"/>
                        <a:gd name="connsiteY13-594" fmla="*/ 451945 h 1418896"/>
                        <a:gd name="connsiteX14-595" fmla="*/ 183032 w 3725019"/>
                        <a:gd name="connsiteY14-596" fmla="*/ 84081 h 1418896"/>
                        <a:gd name="connsiteX15-597" fmla="*/ 162012 w 3725019"/>
                        <a:gd name="connsiteY15-598" fmla="*/ 73572 h 141889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  <a:cxn ang="0">
                          <a:pos x="connsiteX11-23" y="connsiteY11-24"/>
                        </a:cxn>
                        <a:cxn ang="0">
                          <a:pos x="connsiteX12-25" y="connsiteY12-26"/>
                        </a:cxn>
                        <a:cxn ang="0">
                          <a:pos x="connsiteX13-27" y="connsiteY13-28"/>
                        </a:cxn>
                        <a:cxn ang="0">
                          <a:pos x="connsiteX14-29" y="connsiteY14-30"/>
                        </a:cxn>
                        <a:cxn ang="0">
                          <a:pos x="connsiteX15-31" y="connsiteY15-32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463" name="Group 462"/>
                <p:cNvGrpSpPr/>
                <p:nvPr/>
              </p:nvGrpSpPr>
              <p:grpSpPr>
                <a:xfrm>
                  <a:off x="9247893" y="4775686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64" name="Freeform 463"/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-1" fmla="*/ 8187558 w 8187558"/>
                      <a:gd name="connsiteY0-2" fmla="*/ 0 h 2617076"/>
                      <a:gd name="connsiteX1-3" fmla="*/ 8187558 w 8187558"/>
                      <a:gd name="connsiteY1-4" fmla="*/ 1271752 h 2617076"/>
                      <a:gd name="connsiteX2-5" fmla="*/ 4025462 w 8187558"/>
                      <a:gd name="connsiteY2-6" fmla="*/ 2617076 h 2617076"/>
                      <a:gd name="connsiteX3-7" fmla="*/ 0 w 8187558"/>
                      <a:gd name="connsiteY3-8" fmla="*/ 1229711 h 2617076"/>
                      <a:gd name="connsiteX4-9" fmla="*/ 31531 w 8187558"/>
                      <a:gd name="connsiteY4-10" fmla="*/ 147145 h 2617076"/>
                      <a:gd name="connsiteX5-11" fmla="*/ 4046482 w 8187558"/>
                      <a:gd name="connsiteY5-12" fmla="*/ 1576552 h 2617076"/>
                      <a:gd name="connsiteX6-13" fmla="*/ 8187558 w 8187558"/>
                      <a:gd name="connsiteY6-14" fmla="*/ 0 h 2617076"/>
                      <a:gd name="connsiteX0-15" fmla="*/ 8187558 w 8187558"/>
                      <a:gd name="connsiteY0-16" fmla="*/ 0 h 2617076"/>
                      <a:gd name="connsiteX1-17" fmla="*/ 8187558 w 8187558"/>
                      <a:gd name="connsiteY1-18" fmla="*/ 1271752 h 2617076"/>
                      <a:gd name="connsiteX2-19" fmla="*/ 4025462 w 8187558"/>
                      <a:gd name="connsiteY2-20" fmla="*/ 2617076 h 2617076"/>
                      <a:gd name="connsiteX3-21" fmla="*/ 0 w 8187558"/>
                      <a:gd name="connsiteY3-22" fmla="*/ 1229711 h 2617076"/>
                      <a:gd name="connsiteX4-23" fmla="*/ 31531 w 8187558"/>
                      <a:gd name="connsiteY4-24" fmla="*/ 147145 h 2617076"/>
                      <a:gd name="connsiteX5-25" fmla="*/ 4046482 w 8187558"/>
                      <a:gd name="connsiteY5-26" fmla="*/ 1576552 h 2617076"/>
                      <a:gd name="connsiteX6-27" fmla="*/ 8187558 w 8187558"/>
                      <a:gd name="connsiteY6-28" fmla="*/ 0 h 2617076"/>
                      <a:gd name="connsiteX0-29" fmla="*/ 8187558 w 8187558"/>
                      <a:gd name="connsiteY0-30" fmla="*/ 0 h 2617076"/>
                      <a:gd name="connsiteX1-31" fmla="*/ 8187558 w 8187558"/>
                      <a:gd name="connsiteY1-32" fmla="*/ 1271752 h 2617076"/>
                      <a:gd name="connsiteX2-33" fmla="*/ 4025462 w 8187558"/>
                      <a:gd name="connsiteY2-34" fmla="*/ 2617076 h 2617076"/>
                      <a:gd name="connsiteX3-35" fmla="*/ 0 w 8187558"/>
                      <a:gd name="connsiteY3-36" fmla="*/ 1229711 h 2617076"/>
                      <a:gd name="connsiteX4-37" fmla="*/ 31531 w 8187558"/>
                      <a:gd name="connsiteY4-38" fmla="*/ 147145 h 2617076"/>
                      <a:gd name="connsiteX5-39" fmla="*/ 4046482 w 8187558"/>
                      <a:gd name="connsiteY5-40" fmla="*/ 1576552 h 2617076"/>
                      <a:gd name="connsiteX6-41" fmla="*/ 8187558 w 8187558"/>
                      <a:gd name="connsiteY6-42" fmla="*/ 0 h 2617076"/>
                      <a:gd name="connsiteX0-43" fmla="*/ 8187558 w 8187558"/>
                      <a:gd name="connsiteY0-44" fmla="*/ 0 h 2617076"/>
                      <a:gd name="connsiteX1-45" fmla="*/ 8187558 w 8187558"/>
                      <a:gd name="connsiteY1-46" fmla="*/ 1271752 h 2617076"/>
                      <a:gd name="connsiteX2-47" fmla="*/ 4025462 w 8187558"/>
                      <a:gd name="connsiteY2-48" fmla="*/ 2617076 h 2617076"/>
                      <a:gd name="connsiteX3-49" fmla="*/ 0 w 8187558"/>
                      <a:gd name="connsiteY3-50" fmla="*/ 1229711 h 2617076"/>
                      <a:gd name="connsiteX4-51" fmla="*/ 31531 w 8187558"/>
                      <a:gd name="connsiteY4-52" fmla="*/ 147145 h 2617076"/>
                      <a:gd name="connsiteX5-53" fmla="*/ 4046482 w 8187558"/>
                      <a:gd name="connsiteY5-54" fmla="*/ 1576552 h 2617076"/>
                      <a:gd name="connsiteX6-55" fmla="*/ 8187558 w 8187558"/>
                      <a:gd name="connsiteY6-56" fmla="*/ 0 h 2617076"/>
                      <a:gd name="connsiteX0-57" fmla="*/ 8187558 w 8187558"/>
                      <a:gd name="connsiteY0-58" fmla="*/ 0 h 2617076"/>
                      <a:gd name="connsiteX1-59" fmla="*/ 8187558 w 8187558"/>
                      <a:gd name="connsiteY1-60" fmla="*/ 1271752 h 2617076"/>
                      <a:gd name="connsiteX2-61" fmla="*/ 4025462 w 8187558"/>
                      <a:gd name="connsiteY2-62" fmla="*/ 2617076 h 2617076"/>
                      <a:gd name="connsiteX3-63" fmla="*/ 0 w 8187558"/>
                      <a:gd name="connsiteY3-64" fmla="*/ 1229711 h 2617076"/>
                      <a:gd name="connsiteX4-65" fmla="*/ 31531 w 8187558"/>
                      <a:gd name="connsiteY4-66" fmla="*/ 147145 h 2617076"/>
                      <a:gd name="connsiteX5-67" fmla="*/ 4046482 w 8187558"/>
                      <a:gd name="connsiteY5-68" fmla="*/ 1576552 h 2617076"/>
                      <a:gd name="connsiteX6-69" fmla="*/ 8187558 w 8187558"/>
                      <a:gd name="connsiteY6-70" fmla="*/ 0 h 2617076"/>
                      <a:gd name="connsiteX0-71" fmla="*/ 8187558 w 8187558"/>
                      <a:gd name="connsiteY0-72" fmla="*/ 0 h 2617076"/>
                      <a:gd name="connsiteX1-73" fmla="*/ 8187558 w 8187558"/>
                      <a:gd name="connsiteY1-74" fmla="*/ 1271752 h 2617076"/>
                      <a:gd name="connsiteX2-75" fmla="*/ 4025462 w 8187558"/>
                      <a:gd name="connsiteY2-76" fmla="*/ 2617076 h 2617076"/>
                      <a:gd name="connsiteX3-77" fmla="*/ 0 w 8187558"/>
                      <a:gd name="connsiteY3-78" fmla="*/ 1229711 h 2617076"/>
                      <a:gd name="connsiteX4-79" fmla="*/ 31531 w 8187558"/>
                      <a:gd name="connsiteY4-80" fmla="*/ 147145 h 2617076"/>
                      <a:gd name="connsiteX5-81" fmla="*/ 4046482 w 8187558"/>
                      <a:gd name="connsiteY5-82" fmla="*/ 1576552 h 2617076"/>
                      <a:gd name="connsiteX6-83" fmla="*/ 8187558 w 8187558"/>
                      <a:gd name="connsiteY6-84" fmla="*/ 0 h 2617076"/>
                      <a:gd name="connsiteX0-85" fmla="*/ 8187558 w 8187558"/>
                      <a:gd name="connsiteY0-86" fmla="*/ 0 h 2638097"/>
                      <a:gd name="connsiteX1-87" fmla="*/ 8187558 w 8187558"/>
                      <a:gd name="connsiteY1-88" fmla="*/ 1271752 h 2638097"/>
                      <a:gd name="connsiteX2-89" fmla="*/ 4099035 w 8187558"/>
                      <a:gd name="connsiteY2-90" fmla="*/ 2638097 h 2638097"/>
                      <a:gd name="connsiteX3-91" fmla="*/ 0 w 8187558"/>
                      <a:gd name="connsiteY3-92" fmla="*/ 1229711 h 2638097"/>
                      <a:gd name="connsiteX4-93" fmla="*/ 31531 w 8187558"/>
                      <a:gd name="connsiteY4-94" fmla="*/ 147145 h 2638097"/>
                      <a:gd name="connsiteX5-95" fmla="*/ 4046482 w 8187558"/>
                      <a:gd name="connsiteY5-96" fmla="*/ 1576552 h 2638097"/>
                      <a:gd name="connsiteX6-97" fmla="*/ 8187558 w 8187558"/>
                      <a:gd name="connsiteY6-98" fmla="*/ 0 h 2638097"/>
                      <a:gd name="connsiteX0-99" fmla="*/ 8187558 w 8187558"/>
                      <a:gd name="connsiteY0-100" fmla="*/ 0 h 2638097"/>
                      <a:gd name="connsiteX1-101" fmla="*/ 8187558 w 8187558"/>
                      <a:gd name="connsiteY1-102" fmla="*/ 1271752 h 2638097"/>
                      <a:gd name="connsiteX2-103" fmla="*/ 4099035 w 8187558"/>
                      <a:gd name="connsiteY2-104" fmla="*/ 2638097 h 2638097"/>
                      <a:gd name="connsiteX3-105" fmla="*/ 0 w 8187558"/>
                      <a:gd name="connsiteY3-106" fmla="*/ 1229711 h 2638097"/>
                      <a:gd name="connsiteX4-107" fmla="*/ 31531 w 8187558"/>
                      <a:gd name="connsiteY4-108" fmla="*/ 147145 h 2638097"/>
                      <a:gd name="connsiteX5-109" fmla="*/ 4046482 w 8187558"/>
                      <a:gd name="connsiteY5-110" fmla="*/ 1576552 h 2638097"/>
                      <a:gd name="connsiteX6-111" fmla="*/ 8187558 w 8187558"/>
                      <a:gd name="connsiteY6-112" fmla="*/ 0 h 2638097"/>
                      <a:gd name="connsiteX0-113" fmla="*/ 8187558 w 8187558"/>
                      <a:gd name="connsiteY0-114" fmla="*/ 0 h 2638097"/>
                      <a:gd name="connsiteX1-115" fmla="*/ 8187558 w 8187558"/>
                      <a:gd name="connsiteY1-116" fmla="*/ 1271752 h 2638097"/>
                      <a:gd name="connsiteX2-117" fmla="*/ 4099035 w 8187558"/>
                      <a:gd name="connsiteY2-118" fmla="*/ 2638097 h 2638097"/>
                      <a:gd name="connsiteX3-119" fmla="*/ 0 w 8187558"/>
                      <a:gd name="connsiteY3-120" fmla="*/ 1229711 h 2638097"/>
                      <a:gd name="connsiteX4-121" fmla="*/ 31531 w 8187558"/>
                      <a:gd name="connsiteY4-122" fmla="*/ 147145 h 2638097"/>
                      <a:gd name="connsiteX5-123" fmla="*/ 4046482 w 8187558"/>
                      <a:gd name="connsiteY5-124" fmla="*/ 1576552 h 2638097"/>
                      <a:gd name="connsiteX6-125" fmla="*/ 8187558 w 8187558"/>
                      <a:gd name="connsiteY6-126" fmla="*/ 0 h 2638097"/>
                      <a:gd name="connsiteX0-127" fmla="*/ 8187558 w 8187558"/>
                      <a:gd name="connsiteY0-128" fmla="*/ 0 h 2638097"/>
                      <a:gd name="connsiteX1-129" fmla="*/ 8187558 w 8187558"/>
                      <a:gd name="connsiteY1-130" fmla="*/ 1271752 h 2638097"/>
                      <a:gd name="connsiteX2-131" fmla="*/ 4099035 w 8187558"/>
                      <a:gd name="connsiteY2-132" fmla="*/ 2638097 h 2638097"/>
                      <a:gd name="connsiteX3-133" fmla="*/ 0 w 8187558"/>
                      <a:gd name="connsiteY3-134" fmla="*/ 1229711 h 2638097"/>
                      <a:gd name="connsiteX4-135" fmla="*/ 31531 w 8187558"/>
                      <a:gd name="connsiteY4-136" fmla="*/ 147145 h 2638097"/>
                      <a:gd name="connsiteX5-137" fmla="*/ 4046482 w 8187558"/>
                      <a:gd name="connsiteY5-138" fmla="*/ 1576552 h 2638097"/>
                      <a:gd name="connsiteX6-139" fmla="*/ 8187558 w 8187558"/>
                      <a:gd name="connsiteY6-140" fmla="*/ 0 h 2638097"/>
                      <a:gd name="connsiteX0-141" fmla="*/ 8187558 w 8187558"/>
                      <a:gd name="connsiteY0-142" fmla="*/ 0 h 2638097"/>
                      <a:gd name="connsiteX1-143" fmla="*/ 8187558 w 8187558"/>
                      <a:gd name="connsiteY1-144" fmla="*/ 1271752 h 2638097"/>
                      <a:gd name="connsiteX2-145" fmla="*/ 4099035 w 8187558"/>
                      <a:gd name="connsiteY2-146" fmla="*/ 2638097 h 2638097"/>
                      <a:gd name="connsiteX3-147" fmla="*/ 0 w 8187558"/>
                      <a:gd name="connsiteY3-148" fmla="*/ 1229711 h 2638097"/>
                      <a:gd name="connsiteX4-149" fmla="*/ 31531 w 8187558"/>
                      <a:gd name="connsiteY4-150" fmla="*/ 147145 h 2638097"/>
                      <a:gd name="connsiteX5-151" fmla="*/ 4088524 w 8187558"/>
                      <a:gd name="connsiteY5-152" fmla="*/ 1597573 h 2638097"/>
                      <a:gd name="connsiteX6-153" fmla="*/ 8187558 w 8187558"/>
                      <a:gd name="connsiteY6-154" fmla="*/ 0 h 2638097"/>
                      <a:gd name="connsiteX0-155" fmla="*/ 8187558 w 8187558"/>
                      <a:gd name="connsiteY0-156" fmla="*/ 0 h 2638097"/>
                      <a:gd name="connsiteX1-157" fmla="*/ 8187558 w 8187558"/>
                      <a:gd name="connsiteY1-158" fmla="*/ 1271752 h 2638097"/>
                      <a:gd name="connsiteX2-159" fmla="*/ 4099035 w 8187558"/>
                      <a:gd name="connsiteY2-160" fmla="*/ 2638097 h 2638097"/>
                      <a:gd name="connsiteX3-161" fmla="*/ 0 w 8187558"/>
                      <a:gd name="connsiteY3-162" fmla="*/ 1229711 h 2638097"/>
                      <a:gd name="connsiteX4-163" fmla="*/ 31531 w 8187558"/>
                      <a:gd name="connsiteY4-164" fmla="*/ 147145 h 2638097"/>
                      <a:gd name="connsiteX5-165" fmla="*/ 4088524 w 8187558"/>
                      <a:gd name="connsiteY5-166" fmla="*/ 1597573 h 2638097"/>
                      <a:gd name="connsiteX6-167" fmla="*/ 8187558 w 8187558"/>
                      <a:gd name="connsiteY6-168" fmla="*/ 0 h 2638097"/>
                      <a:gd name="connsiteX0-169" fmla="*/ 8187558 w 8187558"/>
                      <a:gd name="connsiteY0-170" fmla="*/ 0 h 2638097"/>
                      <a:gd name="connsiteX1-171" fmla="*/ 8187558 w 8187558"/>
                      <a:gd name="connsiteY1-172" fmla="*/ 1271752 h 2638097"/>
                      <a:gd name="connsiteX2-173" fmla="*/ 4099035 w 8187558"/>
                      <a:gd name="connsiteY2-174" fmla="*/ 2638097 h 2638097"/>
                      <a:gd name="connsiteX3-175" fmla="*/ 0 w 8187558"/>
                      <a:gd name="connsiteY3-176" fmla="*/ 1229711 h 2638097"/>
                      <a:gd name="connsiteX4-177" fmla="*/ 31531 w 8187558"/>
                      <a:gd name="connsiteY4-178" fmla="*/ 147145 h 2638097"/>
                      <a:gd name="connsiteX5-179" fmla="*/ 4099035 w 8187558"/>
                      <a:gd name="connsiteY5-180" fmla="*/ 1566042 h 2638097"/>
                      <a:gd name="connsiteX6-181" fmla="*/ 8187558 w 8187558"/>
                      <a:gd name="connsiteY6-182" fmla="*/ 0 h 2638097"/>
                      <a:gd name="connsiteX0-183" fmla="*/ 8187558 w 8187558"/>
                      <a:gd name="connsiteY0-184" fmla="*/ 0 h 2638097"/>
                      <a:gd name="connsiteX1-185" fmla="*/ 8187558 w 8187558"/>
                      <a:gd name="connsiteY1-186" fmla="*/ 1271752 h 2638097"/>
                      <a:gd name="connsiteX2-187" fmla="*/ 4099035 w 8187558"/>
                      <a:gd name="connsiteY2-188" fmla="*/ 2638097 h 2638097"/>
                      <a:gd name="connsiteX3-189" fmla="*/ 0 w 8187558"/>
                      <a:gd name="connsiteY3-190" fmla="*/ 1229711 h 2638097"/>
                      <a:gd name="connsiteX4-191" fmla="*/ 31531 w 8187558"/>
                      <a:gd name="connsiteY4-192" fmla="*/ 147145 h 2638097"/>
                      <a:gd name="connsiteX5-193" fmla="*/ 4099035 w 8187558"/>
                      <a:gd name="connsiteY5-194" fmla="*/ 1566042 h 2638097"/>
                      <a:gd name="connsiteX6-195" fmla="*/ 8187558 w 8187558"/>
                      <a:gd name="connsiteY6-196" fmla="*/ 0 h 2638097"/>
                      <a:gd name="connsiteX0-197" fmla="*/ 8187558 w 8187558"/>
                      <a:gd name="connsiteY0-198" fmla="*/ 0 h 2638097"/>
                      <a:gd name="connsiteX1-199" fmla="*/ 8187558 w 8187558"/>
                      <a:gd name="connsiteY1-200" fmla="*/ 1271752 h 2638097"/>
                      <a:gd name="connsiteX2-201" fmla="*/ 4099035 w 8187558"/>
                      <a:gd name="connsiteY2-202" fmla="*/ 2638097 h 2638097"/>
                      <a:gd name="connsiteX3-203" fmla="*/ 0 w 8187558"/>
                      <a:gd name="connsiteY3-204" fmla="*/ 1229711 h 2638097"/>
                      <a:gd name="connsiteX4-205" fmla="*/ 31531 w 8187558"/>
                      <a:gd name="connsiteY4-206" fmla="*/ 147145 h 2638097"/>
                      <a:gd name="connsiteX5-207" fmla="*/ 4099035 w 8187558"/>
                      <a:gd name="connsiteY5-208" fmla="*/ 1566042 h 2638097"/>
                      <a:gd name="connsiteX6-209" fmla="*/ 8187558 w 8187558"/>
                      <a:gd name="connsiteY6-210" fmla="*/ 0 h 2638097"/>
                      <a:gd name="connsiteX0-211" fmla="*/ 8187558 w 8187558"/>
                      <a:gd name="connsiteY0-212" fmla="*/ 0 h 2638097"/>
                      <a:gd name="connsiteX1-213" fmla="*/ 8187558 w 8187558"/>
                      <a:gd name="connsiteY1-214" fmla="*/ 1271752 h 2638097"/>
                      <a:gd name="connsiteX2-215" fmla="*/ 4099035 w 8187558"/>
                      <a:gd name="connsiteY2-216" fmla="*/ 2638097 h 2638097"/>
                      <a:gd name="connsiteX3-217" fmla="*/ 0 w 8187558"/>
                      <a:gd name="connsiteY3-218" fmla="*/ 1229711 h 2638097"/>
                      <a:gd name="connsiteX4-219" fmla="*/ 31531 w 8187558"/>
                      <a:gd name="connsiteY4-220" fmla="*/ 147145 h 2638097"/>
                      <a:gd name="connsiteX5-221" fmla="*/ 4099035 w 8187558"/>
                      <a:gd name="connsiteY5-222" fmla="*/ 1566042 h 2638097"/>
                      <a:gd name="connsiteX6-223" fmla="*/ 8187558 w 8187558"/>
                      <a:gd name="connsiteY6-224" fmla="*/ 0 h 2638097"/>
                      <a:gd name="connsiteX0-225" fmla="*/ 8187558 w 8187558"/>
                      <a:gd name="connsiteY0-226" fmla="*/ 0 h 2638097"/>
                      <a:gd name="connsiteX1-227" fmla="*/ 8187558 w 8187558"/>
                      <a:gd name="connsiteY1-228" fmla="*/ 1271752 h 2638097"/>
                      <a:gd name="connsiteX2-229" fmla="*/ 4099035 w 8187558"/>
                      <a:gd name="connsiteY2-230" fmla="*/ 2638097 h 2638097"/>
                      <a:gd name="connsiteX3-231" fmla="*/ 0 w 8187558"/>
                      <a:gd name="connsiteY3-232" fmla="*/ 1229711 h 2638097"/>
                      <a:gd name="connsiteX4-233" fmla="*/ 31531 w 8187558"/>
                      <a:gd name="connsiteY4-234" fmla="*/ 147145 h 2638097"/>
                      <a:gd name="connsiteX5-235" fmla="*/ 4099035 w 8187558"/>
                      <a:gd name="connsiteY5-236" fmla="*/ 1566042 h 2638097"/>
                      <a:gd name="connsiteX6-237" fmla="*/ 8187558 w 8187558"/>
                      <a:gd name="connsiteY6-238" fmla="*/ 0 h 2638097"/>
                      <a:gd name="connsiteX0-239" fmla="*/ 8187558 w 8187558"/>
                      <a:gd name="connsiteY0-240" fmla="*/ 0 h 2638097"/>
                      <a:gd name="connsiteX1-241" fmla="*/ 8187558 w 8187558"/>
                      <a:gd name="connsiteY1-242" fmla="*/ 1271752 h 2638097"/>
                      <a:gd name="connsiteX2-243" fmla="*/ 4099035 w 8187558"/>
                      <a:gd name="connsiteY2-244" fmla="*/ 2638097 h 2638097"/>
                      <a:gd name="connsiteX3-245" fmla="*/ 0 w 8187558"/>
                      <a:gd name="connsiteY3-246" fmla="*/ 1229711 h 2638097"/>
                      <a:gd name="connsiteX4-247" fmla="*/ 31531 w 8187558"/>
                      <a:gd name="connsiteY4-248" fmla="*/ 147145 h 2638097"/>
                      <a:gd name="connsiteX5-249" fmla="*/ 4099035 w 8187558"/>
                      <a:gd name="connsiteY5-250" fmla="*/ 1566042 h 2638097"/>
                      <a:gd name="connsiteX6-251" fmla="*/ 8187558 w 8187558"/>
                      <a:gd name="connsiteY6-252" fmla="*/ 0 h 2638097"/>
                      <a:gd name="connsiteX0-253" fmla="*/ 8187558 w 8187558"/>
                      <a:gd name="connsiteY0-254" fmla="*/ 0 h 2638097"/>
                      <a:gd name="connsiteX1-255" fmla="*/ 8187558 w 8187558"/>
                      <a:gd name="connsiteY1-256" fmla="*/ 1271752 h 2638097"/>
                      <a:gd name="connsiteX2-257" fmla="*/ 4099035 w 8187558"/>
                      <a:gd name="connsiteY2-258" fmla="*/ 2638097 h 2638097"/>
                      <a:gd name="connsiteX3-259" fmla="*/ 0 w 8187558"/>
                      <a:gd name="connsiteY3-260" fmla="*/ 1229711 h 2638097"/>
                      <a:gd name="connsiteX4-261" fmla="*/ 31531 w 8187558"/>
                      <a:gd name="connsiteY4-262" fmla="*/ 147145 h 2638097"/>
                      <a:gd name="connsiteX5-263" fmla="*/ 4099035 w 8187558"/>
                      <a:gd name="connsiteY5-264" fmla="*/ 1566042 h 2638097"/>
                      <a:gd name="connsiteX6-265" fmla="*/ 8187558 w 8187558"/>
                      <a:gd name="connsiteY6-266" fmla="*/ 0 h 2638097"/>
                      <a:gd name="connsiteX0-267" fmla="*/ 8187558 w 8187558"/>
                      <a:gd name="connsiteY0-268" fmla="*/ 0 h 2638097"/>
                      <a:gd name="connsiteX1-269" fmla="*/ 8187558 w 8187558"/>
                      <a:gd name="connsiteY1-270" fmla="*/ 1271752 h 2638097"/>
                      <a:gd name="connsiteX2-271" fmla="*/ 4099035 w 8187558"/>
                      <a:gd name="connsiteY2-272" fmla="*/ 2638097 h 2638097"/>
                      <a:gd name="connsiteX3-273" fmla="*/ 0 w 8187558"/>
                      <a:gd name="connsiteY3-274" fmla="*/ 1229711 h 2638097"/>
                      <a:gd name="connsiteX4-275" fmla="*/ 31531 w 8187558"/>
                      <a:gd name="connsiteY4-276" fmla="*/ 147145 h 2638097"/>
                      <a:gd name="connsiteX5-277" fmla="*/ 4099035 w 8187558"/>
                      <a:gd name="connsiteY5-278" fmla="*/ 1566042 h 2638097"/>
                      <a:gd name="connsiteX6-279" fmla="*/ 8187558 w 8187558"/>
                      <a:gd name="connsiteY6-280" fmla="*/ 0 h 2638097"/>
                      <a:gd name="connsiteX0-281" fmla="*/ 8187558 w 8187558"/>
                      <a:gd name="connsiteY0-282" fmla="*/ 0 h 2638097"/>
                      <a:gd name="connsiteX1-283" fmla="*/ 8187558 w 8187558"/>
                      <a:gd name="connsiteY1-284" fmla="*/ 1271752 h 2638097"/>
                      <a:gd name="connsiteX2-285" fmla="*/ 4099035 w 8187558"/>
                      <a:gd name="connsiteY2-286" fmla="*/ 2638097 h 2638097"/>
                      <a:gd name="connsiteX3-287" fmla="*/ 0 w 8187558"/>
                      <a:gd name="connsiteY3-288" fmla="*/ 1229711 h 2638097"/>
                      <a:gd name="connsiteX4-289" fmla="*/ 31531 w 8187558"/>
                      <a:gd name="connsiteY4-290" fmla="*/ 147145 h 2638097"/>
                      <a:gd name="connsiteX5-291" fmla="*/ 4099035 w 8187558"/>
                      <a:gd name="connsiteY5-292" fmla="*/ 1566042 h 2638097"/>
                      <a:gd name="connsiteX6-293" fmla="*/ 8187558 w 8187558"/>
                      <a:gd name="connsiteY6-294" fmla="*/ 0 h 2638097"/>
                      <a:gd name="connsiteX0-295" fmla="*/ 8176538 w 8176538"/>
                      <a:gd name="connsiteY0-296" fmla="*/ 0 h 2638097"/>
                      <a:gd name="connsiteX1-297" fmla="*/ 8176538 w 8176538"/>
                      <a:gd name="connsiteY1-298" fmla="*/ 1271752 h 2638097"/>
                      <a:gd name="connsiteX2-299" fmla="*/ 4088015 w 8176538"/>
                      <a:gd name="connsiteY2-300" fmla="*/ 2638097 h 2638097"/>
                      <a:gd name="connsiteX3-301" fmla="*/ 0 w 8176538"/>
                      <a:gd name="connsiteY3-302" fmla="*/ 1269888 h 2638097"/>
                      <a:gd name="connsiteX4-303" fmla="*/ 20511 w 8176538"/>
                      <a:gd name="connsiteY4-304" fmla="*/ 147145 h 2638097"/>
                      <a:gd name="connsiteX5-305" fmla="*/ 4088015 w 8176538"/>
                      <a:gd name="connsiteY5-306" fmla="*/ 1566042 h 2638097"/>
                      <a:gd name="connsiteX6-307" fmla="*/ 8176538 w 8176538"/>
                      <a:gd name="connsiteY6-308" fmla="*/ 0 h 2638097"/>
                      <a:gd name="connsiteX0-309" fmla="*/ 8176538 w 8176538"/>
                      <a:gd name="connsiteY0-310" fmla="*/ 0 h 2772020"/>
                      <a:gd name="connsiteX1-311" fmla="*/ 8176538 w 8176538"/>
                      <a:gd name="connsiteY1-312" fmla="*/ 1271752 h 2772020"/>
                      <a:gd name="connsiteX2-313" fmla="*/ 4099034 w 8176538"/>
                      <a:gd name="connsiteY2-314" fmla="*/ 2772020 h 2772020"/>
                      <a:gd name="connsiteX3-315" fmla="*/ 0 w 8176538"/>
                      <a:gd name="connsiteY3-316" fmla="*/ 1269888 h 2772020"/>
                      <a:gd name="connsiteX4-317" fmla="*/ 20511 w 8176538"/>
                      <a:gd name="connsiteY4-318" fmla="*/ 147145 h 2772020"/>
                      <a:gd name="connsiteX5-319" fmla="*/ 4088015 w 8176538"/>
                      <a:gd name="connsiteY5-320" fmla="*/ 1566042 h 2772020"/>
                      <a:gd name="connsiteX6-321" fmla="*/ 8176538 w 8176538"/>
                      <a:gd name="connsiteY6-322" fmla="*/ 0 h 2772020"/>
                      <a:gd name="connsiteX0-323" fmla="*/ 8176538 w 8176538"/>
                      <a:gd name="connsiteY0-324" fmla="*/ 0 h 2772339"/>
                      <a:gd name="connsiteX1-325" fmla="*/ 8176538 w 8176538"/>
                      <a:gd name="connsiteY1-326" fmla="*/ 1378890 h 2772339"/>
                      <a:gd name="connsiteX2-327" fmla="*/ 4099034 w 8176538"/>
                      <a:gd name="connsiteY2-328" fmla="*/ 2772020 h 2772339"/>
                      <a:gd name="connsiteX3-329" fmla="*/ 0 w 8176538"/>
                      <a:gd name="connsiteY3-330" fmla="*/ 1269888 h 2772339"/>
                      <a:gd name="connsiteX4-331" fmla="*/ 20511 w 8176538"/>
                      <a:gd name="connsiteY4-332" fmla="*/ 147145 h 2772339"/>
                      <a:gd name="connsiteX5-333" fmla="*/ 4088015 w 8176538"/>
                      <a:gd name="connsiteY5-334" fmla="*/ 1566042 h 2772339"/>
                      <a:gd name="connsiteX6-335" fmla="*/ 8176538 w 8176538"/>
                      <a:gd name="connsiteY6-336" fmla="*/ 0 h 2772339"/>
                      <a:gd name="connsiteX0-337" fmla="*/ 8176538 w 8176538"/>
                      <a:gd name="connsiteY0-338" fmla="*/ 0 h 2825888"/>
                      <a:gd name="connsiteX1-339" fmla="*/ 8176538 w 8176538"/>
                      <a:gd name="connsiteY1-340" fmla="*/ 1378890 h 2825888"/>
                      <a:gd name="connsiteX2-341" fmla="*/ 4099034 w 8176538"/>
                      <a:gd name="connsiteY2-342" fmla="*/ 2825590 h 2825888"/>
                      <a:gd name="connsiteX3-343" fmla="*/ 0 w 8176538"/>
                      <a:gd name="connsiteY3-344" fmla="*/ 1269888 h 2825888"/>
                      <a:gd name="connsiteX4-345" fmla="*/ 20511 w 8176538"/>
                      <a:gd name="connsiteY4-346" fmla="*/ 147145 h 2825888"/>
                      <a:gd name="connsiteX5-347" fmla="*/ 4088015 w 8176538"/>
                      <a:gd name="connsiteY5-348" fmla="*/ 1566042 h 2825888"/>
                      <a:gd name="connsiteX6-349" fmla="*/ 8176538 w 8176538"/>
                      <a:gd name="connsiteY6-350" fmla="*/ 0 h 2825888"/>
                      <a:gd name="connsiteX0-351" fmla="*/ 8165518 w 8165518"/>
                      <a:gd name="connsiteY0-352" fmla="*/ 0 h 2825606"/>
                      <a:gd name="connsiteX1-353" fmla="*/ 8165518 w 8165518"/>
                      <a:gd name="connsiteY1-354" fmla="*/ 1378890 h 2825606"/>
                      <a:gd name="connsiteX2-355" fmla="*/ 4088014 w 8165518"/>
                      <a:gd name="connsiteY2-356" fmla="*/ 2825590 h 2825606"/>
                      <a:gd name="connsiteX3-357" fmla="*/ 0 w 8165518"/>
                      <a:gd name="connsiteY3-358" fmla="*/ 1403811 h 2825606"/>
                      <a:gd name="connsiteX4-359" fmla="*/ 9491 w 8165518"/>
                      <a:gd name="connsiteY4-360" fmla="*/ 147145 h 2825606"/>
                      <a:gd name="connsiteX5-361" fmla="*/ 4076995 w 8165518"/>
                      <a:gd name="connsiteY5-362" fmla="*/ 1566042 h 2825606"/>
                      <a:gd name="connsiteX6-363" fmla="*/ 8165518 w 8165518"/>
                      <a:gd name="connsiteY6-364" fmla="*/ 0 h 2825606"/>
                      <a:gd name="connsiteX0-365" fmla="*/ 8165518 w 8165518"/>
                      <a:gd name="connsiteY0-366" fmla="*/ 0 h 2879174"/>
                      <a:gd name="connsiteX1-367" fmla="*/ 8165518 w 8165518"/>
                      <a:gd name="connsiteY1-368" fmla="*/ 1378890 h 2879174"/>
                      <a:gd name="connsiteX2-369" fmla="*/ 4132092 w 8165518"/>
                      <a:gd name="connsiteY2-370" fmla="*/ 2879159 h 2879174"/>
                      <a:gd name="connsiteX3-371" fmla="*/ 0 w 8165518"/>
                      <a:gd name="connsiteY3-372" fmla="*/ 1403811 h 2879174"/>
                      <a:gd name="connsiteX4-373" fmla="*/ 9491 w 8165518"/>
                      <a:gd name="connsiteY4-374" fmla="*/ 147145 h 2879174"/>
                      <a:gd name="connsiteX5-375" fmla="*/ 4076995 w 8165518"/>
                      <a:gd name="connsiteY5-376" fmla="*/ 1566042 h 2879174"/>
                      <a:gd name="connsiteX6-377" fmla="*/ 8165518 w 8165518"/>
                      <a:gd name="connsiteY6-378" fmla="*/ 0 h 2879174"/>
                      <a:gd name="connsiteX0-379" fmla="*/ 8165518 w 8176537"/>
                      <a:gd name="connsiteY0-380" fmla="*/ 0 h 2879410"/>
                      <a:gd name="connsiteX1-381" fmla="*/ 8176537 w 8176537"/>
                      <a:gd name="connsiteY1-382" fmla="*/ 1499420 h 2879410"/>
                      <a:gd name="connsiteX2-383" fmla="*/ 4132092 w 8176537"/>
                      <a:gd name="connsiteY2-384" fmla="*/ 2879159 h 2879410"/>
                      <a:gd name="connsiteX3-385" fmla="*/ 0 w 8176537"/>
                      <a:gd name="connsiteY3-386" fmla="*/ 1403811 h 2879410"/>
                      <a:gd name="connsiteX4-387" fmla="*/ 9491 w 8176537"/>
                      <a:gd name="connsiteY4-388" fmla="*/ 147145 h 2879410"/>
                      <a:gd name="connsiteX5-389" fmla="*/ 4076995 w 8176537"/>
                      <a:gd name="connsiteY5-390" fmla="*/ 1566042 h 2879410"/>
                      <a:gd name="connsiteX6-391" fmla="*/ 8165518 w 8176537"/>
                      <a:gd name="connsiteY6-392" fmla="*/ 0 h 2879410"/>
                      <a:gd name="connsiteX0-393" fmla="*/ 8165518 w 8176537"/>
                      <a:gd name="connsiteY0-394" fmla="*/ 0 h 2879262"/>
                      <a:gd name="connsiteX1-395" fmla="*/ 8176537 w 8176537"/>
                      <a:gd name="connsiteY1-396" fmla="*/ 1499420 h 2879262"/>
                      <a:gd name="connsiteX2-397" fmla="*/ 4132092 w 8176537"/>
                      <a:gd name="connsiteY2-398" fmla="*/ 2879159 h 2879262"/>
                      <a:gd name="connsiteX3-399" fmla="*/ 0 w 8176537"/>
                      <a:gd name="connsiteY3-400" fmla="*/ 1403811 h 2879262"/>
                      <a:gd name="connsiteX4-401" fmla="*/ 9491 w 8176537"/>
                      <a:gd name="connsiteY4-402" fmla="*/ 147145 h 2879262"/>
                      <a:gd name="connsiteX5-403" fmla="*/ 4076995 w 8176537"/>
                      <a:gd name="connsiteY5-404" fmla="*/ 1566042 h 2879262"/>
                      <a:gd name="connsiteX6-405" fmla="*/ 8165518 w 8176537"/>
                      <a:gd name="connsiteY6-406" fmla="*/ 0 h 2879262"/>
                      <a:gd name="connsiteX0-407" fmla="*/ 8165518 w 8176537"/>
                      <a:gd name="connsiteY0-408" fmla="*/ 0 h 2879163"/>
                      <a:gd name="connsiteX1-409" fmla="*/ 8176537 w 8176537"/>
                      <a:gd name="connsiteY1-410" fmla="*/ 1499420 h 2879163"/>
                      <a:gd name="connsiteX2-411" fmla="*/ 4132092 w 8176537"/>
                      <a:gd name="connsiteY2-412" fmla="*/ 2879159 h 2879163"/>
                      <a:gd name="connsiteX3-413" fmla="*/ 0 w 8176537"/>
                      <a:gd name="connsiteY3-414" fmla="*/ 1510948 h 2879163"/>
                      <a:gd name="connsiteX4-415" fmla="*/ 9491 w 8176537"/>
                      <a:gd name="connsiteY4-416" fmla="*/ 147145 h 2879163"/>
                      <a:gd name="connsiteX5-417" fmla="*/ 4076995 w 8176537"/>
                      <a:gd name="connsiteY5-418" fmla="*/ 1566042 h 2879163"/>
                      <a:gd name="connsiteX6-419" fmla="*/ 8165518 w 8176537"/>
                      <a:gd name="connsiteY6-420" fmla="*/ 0 h 2879163"/>
                      <a:gd name="connsiteX0-421" fmla="*/ 8165518 w 8198577"/>
                      <a:gd name="connsiteY0-422" fmla="*/ 0 h 2879451"/>
                      <a:gd name="connsiteX1-423" fmla="*/ 8198577 w 8198577"/>
                      <a:gd name="connsiteY1-424" fmla="*/ 1606558 h 2879451"/>
                      <a:gd name="connsiteX2-425" fmla="*/ 4132092 w 8198577"/>
                      <a:gd name="connsiteY2-426" fmla="*/ 2879159 h 2879451"/>
                      <a:gd name="connsiteX3-427" fmla="*/ 0 w 8198577"/>
                      <a:gd name="connsiteY3-428" fmla="*/ 1510948 h 2879451"/>
                      <a:gd name="connsiteX4-429" fmla="*/ 9491 w 8198577"/>
                      <a:gd name="connsiteY4-430" fmla="*/ 147145 h 2879451"/>
                      <a:gd name="connsiteX5-431" fmla="*/ 4076995 w 8198577"/>
                      <a:gd name="connsiteY5-432" fmla="*/ 1566042 h 2879451"/>
                      <a:gd name="connsiteX6-433" fmla="*/ 8165518 w 8198577"/>
                      <a:gd name="connsiteY6-434" fmla="*/ 0 h 2879451"/>
                      <a:gd name="connsiteX0-435" fmla="*/ 8165518 w 8165518"/>
                      <a:gd name="connsiteY0-436" fmla="*/ 0 h 2880066"/>
                      <a:gd name="connsiteX1-437" fmla="*/ 8165518 w 8165518"/>
                      <a:gd name="connsiteY1-438" fmla="*/ 1673520 h 2880066"/>
                      <a:gd name="connsiteX2-439" fmla="*/ 4132092 w 8165518"/>
                      <a:gd name="connsiteY2-440" fmla="*/ 2879159 h 2880066"/>
                      <a:gd name="connsiteX3-441" fmla="*/ 0 w 8165518"/>
                      <a:gd name="connsiteY3-442" fmla="*/ 1510948 h 2880066"/>
                      <a:gd name="connsiteX4-443" fmla="*/ 9491 w 8165518"/>
                      <a:gd name="connsiteY4-444" fmla="*/ 147145 h 2880066"/>
                      <a:gd name="connsiteX5-445" fmla="*/ 4076995 w 8165518"/>
                      <a:gd name="connsiteY5-446" fmla="*/ 1566042 h 2880066"/>
                      <a:gd name="connsiteX6-447" fmla="*/ 8165518 w 8165518"/>
                      <a:gd name="connsiteY6-448" fmla="*/ 0 h 2880066"/>
                      <a:gd name="connsiteX0-449" fmla="*/ 8156794 w 8156794"/>
                      <a:gd name="connsiteY0-450" fmla="*/ 0 h 2879270"/>
                      <a:gd name="connsiteX1-451" fmla="*/ 8156794 w 8156794"/>
                      <a:gd name="connsiteY1-452" fmla="*/ 1673520 h 2879270"/>
                      <a:gd name="connsiteX2-453" fmla="*/ 4123368 w 8156794"/>
                      <a:gd name="connsiteY2-454" fmla="*/ 2879159 h 2879270"/>
                      <a:gd name="connsiteX3-455" fmla="*/ 2295 w 8156794"/>
                      <a:gd name="connsiteY3-456" fmla="*/ 1618086 h 2879270"/>
                      <a:gd name="connsiteX4-457" fmla="*/ 767 w 8156794"/>
                      <a:gd name="connsiteY4-458" fmla="*/ 147145 h 2879270"/>
                      <a:gd name="connsiteX5-459" fmla="*/ 4068271 w 8156794"/>
                      <a:gd name="connsiteY5-460" fmla="*/ 1566042 h 2879270"/>
                      <a:gd name="connsiteX6-461" fmla="*/ 8156794 w 8156794"/>
                      <a:gd name="connsiteY6-462" fmla="*/ 0 h 2879270"/>
                      <a:gd name="connsiteX0-463" fmla="*/ 8156794 w 8156794"/>
                      <a:gd name="connsiteY0-464" fmla="*/ 0 h 2973000"/>
                      <a:gd name="connsiteX1-465" fmla="*/ 8156794 w 8156794"/>
                      <a:gd name="connsiteY1-466" fmla="*/ 1673520 h 2973000"/>
                      <a:gd name="connsiteX2-467" fmla="*/ 4134388 w 8156794"/>
                      <a:gd name="connsiteY2-468" fmla="*/ 2972904 h 2973000"/>
                      <a:gd name="connsiteX3-469" fmla="*/ 2295 w 8156794"/>
                      <a:gd name="connsiteY3-470" fmla="*/ 1618086 h 2973000"/>
                      <a:gd name="connsiteX4-471" fmla="*/ 767 w 8156794"/>
                      <a:gd name="connsiteY4-472" fmla="*/ 147145 h 2973000"/>
                      <a:gd name="connsiteX5-473" fmla="*/ 4068271 w 8156794"/>
                      <a:gd name="connsiteY5-474" fmla="*/ 1566042 h 2973000"/>
                      <a:gd name="connsiteX6-475" fmla="*/ 8156794 w 8156794"/>
                      <a:gd name="connsiteY6-476" fmla="*/ 0 h 2973000"/>
                      <a:gd name="connsiteX0-477" fmla="*/ 8156794 w 8156794"/>
                      <a:gd name="connsiteY0-478" fmla="*/ 0 h 2973000"/>
                      <a:gd name="connsiteX1-479" fmla="*/ 8156794 w 8156794"/>
                      <a:gd name="connsiteY1-480" fmla="*/ 1673520 h 2973000"/>
                      <a:gd name="connsiteX2-481" fmla="*/ 4134388 w 8156794"/>
                      <a:gd name="connsiteY2-482" fmla="*/ 2972904 h 2973000"/>
                      <a:gd name="connsiteX3-483" fmla="*/ 2295 w 8156794"/>
                      <a:gd name="connsiteY3-484" fmla="*/ 1618086 h 2973000"/>
                      <a:gd name="connsiteX4-485" fmla="*/ 767 w 8156794"/>
                      <a:gd name="connsiteY4-486" fmla="*/ 147145 h 2973000"/>
                      <a:gd name="connsiteX5-487" fmla="*/ 4068271 w 8156794"/>
                      <a:gd name="connsiteY5-488" fmla="*/ 1566042 h 2973000"/>
                      <a:gd name="connsiteX6-489" fmla="*/ 8156794 w 8156794"/>
                      <a:gd name="connsiteY6-490" fmla="*/ 0 h 2973000"/>
                      <a:gd name="connsiteX0-491" fmla="*/ 8156794 w 8156794"/>
                      <a:gd name="connsiteY0-492" fmla="*/ 0 h 2973000"/>
                      <a:gd name="connsiteX1-493" fmla="*/ 8156794 w 8156794"/>
                      <a:gd name="connsiteY1-494" fmla="*/ 1673520 h 2973000"/>
                      <a:gd name="connsiteX2-495" fmla="*/ 4134388 w 8156794"/>
                      <a:gd name="connsiteY2-496" fmla="*/ 2972904 h 2973000"/>
                      <a:gd name="connsiteX3-497" fmla="*/ 2295 w 8156794"/>
                      <a:gd name="connsiteY3-498" fmla="*/ 1618086 h 2973000"/>
                      <a:gd name="connsiteX4-499" fmla="*/ 767 w 8156794"/>
                      <a:gd name="connsiteY4-500" fmla="*/ 147145 h 2973000"/>
                      <a:gd name="connsiteX5-501" fmla="*/ 4068271 w 8156794"/>
                      <a:gd name="connsiteY5-502" fmla="*/ 1566042 h 2973000"/>
                      <a:gd name="connsiteX6-503" fmla="*/ 8156794 w 8156794"/>
                      <a:gd name="connsiteY6-504" fmla="*/ 0 h 2973000"/>
                      <a:gd name="connsiteX0-505" fmla="*/ 8156794 w 8156794"/>
                      <a:gd name="connsiteY0-506" fmla="*/ 0 h 2973020"/>
                      <a:gd name="connsiteX1-507" fmla="*/ 8156794 w 8156794"/>
                      <a:gd name="connsiteY1-508" fmla="*/ 1673520 h 2973020"/>
                      <a:gd name="connsiteX2-509" fmla="*/ 4134388 w 8156794"/>
                      <a:gd name="connsiteY2-510" fmla="*/ 2972904 h 2973020"/>
                      <a:gd name="connsiteX3-511" fmla="*/ 2295 w 8156794"/>
                      <a:gd name="connsiteY3-512" fmla="*/ 1618086 h 2973020"/>
                      <a:gd name="connsiteX4-513" fmla="*/ 767 w 8156794"/>
                      <a:gd name="connsiteY4-514" fmla="*/ 147145 h 2973020"/>
                      <a:gd name="connsiteX5-515" fmla="*/ 4068271 w 8156794"/>
                      <a:gd name="connsiteY5-516" fmla="*/ 1566042 h 2973020"/>
                      <a:gd name="connsiteX6-517" fmla="*/ 8156794 w 8156794"/>
                      <a:gd name="connsiteY6-518" fmla="*/ 0 h 2973020"/>
                      <a:gd name="connsiteX0-519" fmla="*/ 8156794 w 8156794"/>
                      <a:gd name="connsiteY0-520" fmla="*/ 0 h 2973021"/>
                      <a:gd name="connsiteX1-521" fmla="*/ 8156794 w 8156794"/>
                      <a:gd name="connsiteY1-522" fmla="*/ 1673520 h 2973021"/>
                      <a:gd name="connsiteX2-523" fmla="*/ 4134388 w 8156794"/>
                      <a:gd name="connsiteY2-524" fmla="*/ 2972904 h 2973021"/>
                      <a:gd name="connsiteX3-525" fmla="*/ 2295 w 8156794"/>
                      <a:gd name="connsiteY3-526" fmla="*/ 1618086 h 2973021"/>
                      <a:gd name="connsiteX4-527" fmla="*/ 767 w 8156794"/>
                      <a:gd name="connsiteY4-528" fmla="*/ 147145 h 2973021"/>
                      <a:gd name="connsiteX5-529" fmla="*/ 4068271 w 8156794"/>
                      <a:gd name="connsiteY5-530" fmla="*/ 1566042 h 2973021"/>
                      <a:gd name="connsiteX6-531" fmla="*/ 8156794 w 8156794"/>
                      <a:gd name="connsiteY6-532" fmla="*/ 0 h 2973021"/>
                      <a:gd name="connsiteX0-533" fmla="*/ 8156794 w 8156794"/>
                      <a:gd name="connsiteY0-534" fmla="*/ 0 h 2973021"/>
                      <a:gd name="connsiteX1-535" fmla="*/ 8156794 w 8156794"/>
                      <a:gd name="connsiteY1-536" fmla="*/ 1673520 h 2973021"/>
                      <a:gd name="connsiteX2-537" fmla="*/ 4134388 w 8156794"/>
                      <a:gd name="connsiteY2-538" fmla="*/ 2972904 h 2973021"/>
                      <a:gd name="connsiteX3-539" fmla="*/ 2295 w 8156794"/>
                      <a:gd name="connsiteY3-540" fmla="*/ 1618086 h 2973021"/>
                      <a:gd name="connsiteX4-541" fmla="*/ 767 w 8156794"/>
                      <a:gd name="connsiteY4-542" fmla="*/ 147145 h 2973021"/>
                      <a:gd name="connsiteX5-543" fmla="*/ 4068271 w 8156794"/>
                      <a:gd name="connsiteY5-544" fmla="*/ 1566042 h 2973021"/>
                      <a:gd name="connsiteX6-545" fmla="*/ 8156794 w 8156794"/>
                      <a:gd name="connsiteY6-546" fmla="*/ 0 h 2973021"/>
                      <a:gd name="connsiteX0-547" fmla="*/ 8156794 w 8156794"/>
                      <a:gd name="connsiteY0-548" fmla="*/ 0 h 2973021"/>
                      <a:gd name="connsiteX1-549" fmla="*/ 8156794 w 8156794"/>
                      <a:gd name="connsiteY1-550" fmla="*/ 1673520 h 2973021"/>
                      <a:gd name="connsiteX2-551" fmla="*/ 4134388 w 8156794"/>
                      <a:gd name="connsiteY2-552" fmla="*/ 2972904 h 2973021"/>
                      <a:gd name="connsiteX3-553" fmla="*/ 2295 w 8156794"/>
                      <a:gd name="connsiteY3-554" fmla="*/ 1618086 h 2973021"/>
                      <a:gd name="connsiteX4-555" fmla="*/ 767 w 8156794"/>
                      <a:gd name="connsiteY4-556" fmla="*/ 147145 h 2973021"/>
                      <a:gd name="connsiteX5-557" fmla="*/ 4068271 w 8156794"/>
                      <a:gd name="connsiteY5-558" fmla="*/ 1566042 h 2973021"/>
                      <a:gd name="connsiteX6-559" fmla="*/ 8156794 w 8156794"/>
                      <a:gd name="connsiteY6-560" fmla="*/ 0 h 2973021"/>
                      <a:gd name="connsiteX0-561" fmla="*/ 8156794 w 8156794"/>
                      <a:gd name="connsiteY0-562" fmla="*/ 0 h 2973021"/>
                      <a:gd name="connsiteX1-563" fmla="*/ 8156794 w 8156794"/>
                      <a:gd name="connsiteY1-564" fmla="*/ 1673520 h 2973021"/>
                      <a:gd name="connsiteX2-565" fmla="*/ 4134388 w 8156794"/>
                      <a:gd name="connsiteY2-566" fmla="*/ 2972904 h 2973021"/>
                      <a:gd name="connsiteX3-567" fmla="*/ 2295 w 8156794"/>
                      <a:gd name="connsiteY3-568" fmla="*/ 1618086 h 2973021"/>
                      <a:gd name="connsiteX4-569" fmla="*/ 767 w 8156794"/>
                      <a:gd name="connsiteY4-570" fmla="*/ 147145 h 2973021"/>
                      <a:gd name="connsiteX5-571" fmla="*/ 4068271 w 8156794"/>
                      <a:gd name="connsiteY5-572" fmla="*/ 1566042 h 2973021"/>
                      <a:gd name="connsiteX6-573" fmla="*/ 8156794 w 8156794"/>
                      <a:gd name="connsiteY6-574" fmla="*/ 0 h 2973021"/>
                      <a:gd name="connsiteX0-575" fmla="*/ 8156794 w 8156794"/>
                      <a:gd name="connsiteY0-576" fmla="*/ 0 h 2973141"/>
                      <a:gd name="connsiteX1-577" fmla="*/ 8156794 w 8156794"/>
                      <a:gd name="connsiteY1-578" fmla="*/ 1673520 h 2973141"/>
                      <a:gd name="connsiteX2-579" fmla="*/ 4134388 w 8156794"/>
                      <a:gd name="connsiteY2-580" fmla="*/ 2972904 h 2973141"/>
                      <a:gd name="connsiteX3-581" fmla="*/ 2295 w 8156794"/>
                      <a:gd name="connsiteY3-582" fmla="*/ 1618086 h 2973141"/>
                      <a:gd name="connsiteX4-583" fmla="*/ 767 w 8156794"/>
                      <a:gd name="connsiteY4-584" fmla="*/ 147145 h 2973141"/>
                      <a:gd name="connsiteX5-585" fmla="*/ 4068271 w 8156794"/>
                      <a:gd name="connsiteY5-586" fmla="*/ 1566042 h 2973141"/>
                      <a:gd name="connsiteX6-587" fmla="*/ 8156794 w 8156794"/>
                      <a:gd name="connsiteY6-588" fmla="*/ 0 h 2973141"/>
                      <a:gd name="connsiteX0-589" fmla="*/ 8156794 w 8156794"/>
                      <a:gd name="connsiteY0-590" fmla="*/ 0 h 3066827"/>
                      <a:gd name="connsiteX1-591" fmla="*/ 8156794 w 8156794"/>
                      <a:gd name="connsiteY1-592" fmla="*/ 1673520 h 3066827"/>
                      <a:gd name="connsiteX2-593" fmla="*/ 4123353 w 8156794"/>
                      <a:gd name="connsiteY2-594" fmla="*/ 3066650 h 3066827"/>
                      <a:gd name="connsiteX3-595" fmla="*/ 2295 w 8156794"/>
                      <a:gd name="connsiteY3-596" fmla="*/ 1618086 h 3066827"/>
                      <a:gd name="connsiteX4-597" fmla="*/ 767 w 8156794"/>
                      <a:gd name="connsiteY4-598" fmla="*/ 147145 h 3066827"/>
                      <a:gd name="connsiteX5-599" fmla="*/ 4068271 w 8156794"/>
                      <a:gd name="connsiteY5-600" fmla="*/ 1566042 h 3066827"/>
                      <a:gd name="connsiteX6-601" fmla="*/ 8156794 w 8156794"/>
                      <a:gd name="connsiteY6-602" fmla="*/ 0 h 3066827"/>
                      <a:gd name="connsiteX0-603" fmla="*/ 8123689 w 8156794"/>
                      <a:gd name="connsiteY0-604" fmla="*/ 0 h 2999866"/>
                      <a:gd name="connsiteX1-605" fmla="*/ 8156794 w 8156794"/>
                      <a:gd name="connsiteY1-606" fmla="*/ 1606559 h 2999866"/>
                      <a:gd name="connsiteX2-607" fmla="*/ 4123353 w 8156794"/>
                      <a:gd name="connsiteY2-608" fmla="*/ 2999689 h 2999866"/>
                      <a:gd name="connsiteX3-609" fmla="*/ 2295 w 8156794"/>
                      <a:gd name="connsiteY3-610" fmla="*/ 1551125 h 2999866"/>
                      <a:gd name="connsiteX4-611" fmla="*/ 767 w 8156794"/>
                      <a:gd name="connsiteY4-612" fmla="*/ 80184 h 2999866"/>
                      <a:gd name="connsiteX5-613" fmla="*/ 4068271 w 8156794"/>
                      <a:gd name="connsiteY5-614" fmla="*/ 1499081 h 2999866"/>
                      <a:gd name="connsiteX6-615" fmla="*/ 8123689 w 8156794"/>
                      <a:gd name="connsiteY6-616" fmla="*/ 0 h 2999866"/>
                      <a:gd name="connsiteX0-617" fmla="*/ 8167828 w 8167828"/>
                      <a:gd name="connsiteY0-618" fmla="*/ 0 h 3026651"/>
                      <a:gd name="connsiteX1-619" fmla="*/ 8156794 w 8167828"/>
                      <a:gd name="connsiteY1-620" fmla="*/ 1633344 h 3026651"/>
                      <a:gd name="connsiteX2-621" fmla="*/ 4123353 w 8167828"/>
                      <a:gd name="connsiteY2-622" fmla="*/ 3026474 h 3026651"/>
                      <a:gd name="connsiteX3-623" fmla="*/ 2295 w 8167828"/>
                      <a:gd name="connsiteY3-624" fmla="*/ 1577910 h 3026651"/>
                      <a:gd name="connsiteX4-625" fmla="*/ 767 w 8167828"/>
                      <a:gd name="connsiteY4-626" fmla="*/ 106969 h 3026651"/>
                      <a:gd name="connsiteX5-627" fmla="*/ 4068271 w 8167828"/>
                      <a:gd name="connsiteY5-628" fmla="*/ 1525866 h 3026651"/>
                      <a:gd name="connsiteX6-629" fmla="*/ 8167828 w 8167828"/>
                      <a:gd name="connsiteY6-630" fmla="*/ 0 h 3026651"/>
                      <a:gd name="connsiteX0-631" fmla="*/ 8167828 w 8167828"/>
                      <a:gd name="connsiteY0-632" fmla="*/ 0 h 3027228"/>
                      <a:gd name="connsiteX1-633" fmla="*/ 8145760 w 8167828"/>
                      <a:gd name="connsiteY1-634" fmla="*/ 1686913 h 3027228"/>
                      <a:gd name="connsiteX2-635" fmla="*/ 4123353 w 8167828"/>
                      <a:gd name="connsiteY2-636" fmla="*/ 3026474 h 3027228"/>
                      <a:gd name="connsiteX3-637" fmla="*/ 2295 w 8167828"/>
                      <a:gd name="connsiteY3-638" fmla="*/ 1577910 h 3027228"/>
                      <a:gd name="connsiteX4-639" fmla="*/ 767 w 8167828"/>
                      <a:gd name="connsiteY4-640" fmla="*/ 106969 h 3027228"/>
                      <a:gd name="connsiteX5-641" fmla="*/ 4068271 w 8167828"/>
                      <a:gd name="connsiteY5-642" fmla="*/ 1525866 h 3027228"/>
                      <a:gd name="connsiteX6-643" fmla="*/ 8167828 w 8167828"/>
                      <a:gd name="connsiteY6-644" fmla="*/ 0 h 3027228"/>
                      <a:gd name="connsiteX0-645" fmla="*/ 8156794 w 8156794"/>
                      <a:gd name="connsiteY0-646" fmla="*/ 0 h 2933483"/>
                      <a:gd name="connsiteX1-647" fmla="*/ 8145760 w 8156794"/>
                      <a:gd name="connsiteY1-648" fmla="*/ 1593168 h 2933483"/>
                      <a:gd name="connsiteX2-649" fmla="*/ 4123353 w 8156794"/>
                      <a:gd name="connsiteY2-650" fmla="*/ 2932729 h 2933483"/>
                      <a:gd name="connsiteX3-651" fmla="*/ 2295 w 8156794"/>
                      <a:gd name="connsiteY3-652" fmla="*/ 1484165 h 2933483"/>
                      <a:gd name="connsiteX4-653" fmla="*/ 767 w 8156794"/>
                      <a:gd name="connsiteY4-654" fmla="*/ 13224 h 2933483"/>
                      <a:gd name="connsiteX5-655" fmla="*/ 4068271 w 8156794"/>
                      <a:gd name="connsiteY5-656" fmla="*/ 1432121 h 2933483"/>
                      <a:gd name="connsiteX6-657" fmla="*/ 8156794 w 8156794"/>
                      <a:gd name="connsiteY6-658" fmla="*/ 0 h 2933483"/>
                      <a:gd name="connsiteX0-659" fmla="*/ 8156794 w 8156794"/>
                      <a:gd name="connsiteY0-660" fmla="*/ 0 h 2933483"/>
                      <a:gd name="connsiteX1-661" fmla="*/ 8145760 w 8156794"/>
                      <a:gd name="connsiteY1-662" fmla="*/ 1593168 h 2933483"/>
                      <a:gd name="connsiteX2-663" fmla="*/ 4123353 w 8156794"/>
                      <a:gd name="connsiteY2-664" fmla="*/ 2932729 h 2933483"/>
                      <a:gd name="connsiteX3-665" fmla="*/ 2295 w 8156794"/>
                      <a:gd name="connsiteY3-666" fmla="*/ 1484165 h 2933483"/>
                      <a:gd name="connsiteX4-667" fmla="*/ 767 w 8156794"/>
                      <a:gd name="connsiteY4-668" fmla="*/ 13224 h 2933483"/>
                      <a:gd name="connsiteX5-669" fmla="*/ 4068271 w 8156794"/>
                      <a:gd name="connsiteY5-670" fmla="*/ 1432121 h 2933483"/>
                      <a:gd name="connsiteX6-671" fmla="*/ 8156794 w 8156794"/>
                      <a:gd name="connsiteY6-672" fmla="*/ 0 h 2933483"/>
                      <a:gd name="connsiteX0-673" fmla="*/ 8123689 w 8145760"/>
                      <a:gd name="connsiteY0-674" fmla="*/ 13560 h 2920259"/>
                      <a:gd name="connsiteX1-675" fmla="*/ 8145760 w 8145760"/>
                      <a:gd name="connsiteY1-676" fmla="*/ 1579944 h 2920259"/>
                      <a:gd name="connsiteX2-677" fmla="*/ 4123353 w 8145760"/>
                      <a:gd name="connsiteY2-678" fmla="*/ 2919505 h 2920259"/>
                      <a:gd name="connsiteX3-679" fmla="*/ 2295 w 8145760"/>
                      <a:gd name="connsiteY3-680" fmla="*/ 1470941 h 2920259"/>
                      <a:gd name="connsiteX4-681" fmla="*/ 767 w 8145760"/>
                      <a:gd name="connsiteY4-682" fmla="*/ 0 h 2920259"/>
                      <a:gd name="connsiteX5-683" fmla="*/ 4068271 w 8145760"/>
                      <a:gd name="connsiteY5-684" fmla="*/ 1418897 h 2920259"/>
                      <a:gd name="connsiteX6-685" fmla="*/ 8123689 w 8145760"/>
                      <a:gd name="connsiteY6-686" fmla="*/ 13560 h 2920259"/>
                      <a:gd name="connsiteX0-687" fmla="*/ 8178863 w 8178863"/>
                      <a:gd name="connsiteY0-688" fmla="*/ 26952 h 2920259"/>
                      <a:gd name="connsiteX1-689" fmla="*/ 8145760 w 8178863"/>
                      <a:gd name="connsiteY1-690" fmla="*/ 1579944 h 2920259"/>
                      <a:gd name="connsiteX2-691" fmla="*/ 4123353 w 8178863"/>
                      <a:gd name="connsiteY2-692" fmla="*/ 2919505 h 2920259"/>
                      <a:gd name="connsiteX3-693" fmla="*/ 2295 w 8178863"/>
                      <a:gd name="connsiteY3-694" fmla="*/ 1470941 h 2920259"/>
                      <a:gd name="connsiteX4-695" fmla="*/ 767 w 8178863"/>
                      <a:gd name="connsiteY4-696" fmla="*/ 0 h 2920259"/>
                      <a:gd name="connsiteX5-697" fmla="*/ 4068271 w 8178863"/>
                      <a:gd name="connsiteY5-698" fmla="*/ 1418897 h 2920259"/>
                      <a:gd name="connsiteX6-699" fmla="*/ 8178863 w 8178863"/>
                      <a:gd name="connsiteY6-700" fmla="*/ 26952 h 2920259"/>
                      <a:gd name="connsiteX0-701" fmla="*/ 8167827 w 8167827"/>
                      <a:gd name="connsiteY0-702" fmla="*/ 40343 h 2920259"/>
                      <a:gd name="connsiteX1-703" fmla="*/ 8145760 w 8167827"/>
                      <a:gd name="connsiteY1-704" fmla="*/ 1579944 h 2920259"/>
                      <a:gd name="connsiteX2-705" fmla="*/ 4123353 w 8167827"/>
                      <a:gd name="connsiteY2-706" fmla="*/ 2919505 h 2920259"/>
                      <a:gd name="connsiteX3-707" fmla="*/ 2295 w 8167827"/>
                      <a:gd name="connsiteY3-708" fmla="*/ 1470941 h 2920259"/>
                      <a:gd name="connsiteX4-709" fmla="*/ 767 w 8167827"/>
                      <a:gd name="connsiteY4-710" fmla="*/ 0 h 2920259"/>
                      <a:gd name="connsiteX5-711" fmla="*/ 4068271 w 8167827"/>
                      <a:gd name="connsiteY5-712" fmla="*/ 1418897 h 2920259"/>
                      <a:gd name="connsiteX6-713" fmla="*/ 8167827 w 8167827"/>
                      <a:gd name="connsiteY6-714" fmla="*/ 40343 h 2920259"/>
                      <a:gd name="connsiteX0-715" fmla="*/ 8123687 w 8145760"/>
                      <a:gd name="connsiteY0-716" fmla="*/ 53735 h 2920259"/>
                      <a:gd name="connsiteX1-717" fmla="*/ 8145760 w 8145760"/>
                      <a:gd name="connsiteY1-718" fmla="*/ 1579944 h 2920259"/>
                      <a:gd name="connsiteX2-719" fmla="*/ 4123353 w 8145760"/>
                      <a:gd name="connsiteY2-720" fmla="*/ 2919505 h 2920259"/>
                      <a:gd name="connsiteX3-721" fmla="*/ 2295 w 8145760"/>
                      <a:gd name="connsiteY3-722" fmla="*/ 1470941 h 2920259"/>
                      <a:gd name="connsiteX4-723" fmla="*/ 767 w 8145760"/>
                      <a:gd name="connsiteY4-724" fmla="*/ 0 h 2920259"/>
                      <a:gd name="connsiteX5-725" fmla="*/ 4068271 w 8145760"/>
                      <a:gd name="connsiteY5-726" fmla="*/ 1418897 h 2920259"/>
                      <a:gd name="connsiteX6-727" fmla="*/ 8123687 w 8145760"/>
                      <a:gd name="connsiteY6-728" fmla="*/ 53735 h 2920259"/>
                      <a:gd name="connsiteX0-729" fmla="*/ 8161918 w 8161918"/>
                      <a:gd name="connsiteY0-730" fmla="*/ 0 h 2943855"/>
                      <a:gd name="connsiteX1-731" fmla="*/ 8145760 w 8161918"/>
                      <a:gd name="connsiteY1-732" fmla="*/ 1603540 h 2943855"/>
                      <a:gd name="connsiteX2-733" fmla="*/ 4123353 w 8161918"/>
                      <a:gd name="connsiteY2-734" fmla="*/ 2943101 h 2943855"/>
                      <a:gd name="connsiteX3-735" fmla="*/ 2295 w 8161918"/>
                      <a:gd name="connsiteY3-736" fmla="*/ 1494537 h 2943855"/>
                      <a:gd name="connsiteX4-737" fmla="*/ 767 w 8161918"/>
                      <a:gd name="connsiteY4-738" fmla="*/ 23596 h 2943855"/>
                      <a:gd name="connsiteX5-739" fmla="*/ 4068271 w 8161918"/>
                      <a:gd name="connsiteY5-740" fmla="*/ 1442493 h 2943855"/>
                      <a:gd name="connsiteX6-741" fmla="*/ 8161918 w 8161918"/>
                      <a:gd name="connsiteY6-742" fmla="*/ 0 h 2943855"/>
                      <a:gd name="connsiteX0-743" fmla="*/ 8144926 w 8145760"/>
                      <a:gd name="connsiteY0-744" fmla="*/ 43424 h 2920259"/>
                      <a:gd name="connsiteX1-745" fmla="*/ 8145760 w 8145760"/>
                      <a:gd name="connsiteY1-746" fmla="*/ 1579944 h 2920259"/>
                      <a:gd name="connsiteX2-747" fmla="*/ 4123353 w 8145760"/>
                      <a:gd name="connsiteY2-748" fmla="*/ 2919505 h 2920259"/>
                      <a:gd name="connsiteX3-749" fmla="*/ 2295 w 8145760"/>
                      <a:gd name="connsiteY3-750" fmla="*/ 1470941 h 2920259"/>
                      <a:gd name="connsiteX4-751" fmla="*/ 767 w 8145760"/>
                      <a:gd name="connsiteY4-752" fmla="*/ 0 h 2920259"/>
                      <a:gd name="connsiteX5-753" fmla="*/ 4068271 w 8145760"/>
                      <a:gd name="connsiteY5-754" fmla="*/ 1418897 h 2920259"/>
                      <a:gd name="connsiteX6-755" fmla="*/ 8144926 w 8145760"/>
                      <a:gd name="connsiteY6-756" fmla="*/ 43424 h 2920259"/>
                      <a:gd name="connsiteX0-757" fmla="*/ 8161918 w 8161918"/>
                      <a:gd name="connsiteY0-758" fmla="*/ 0 h 2959321"/>
                      <a:gd name="connsiteX1-759" fmla="*/ 8145760 w 8161918"/>
                      <a:gd name="connsiteY1-760" fmla="*/ 1619006 h 2959321"/>
                      <a:gd name="connsiteX2-761" fmla="*/ 4123353 w 8161918"/>
                      <a:gd name="connsiteY2-762" fmla="*/ 2958567 h 2959321"/>
                      <a:gd name="connsiteX3-763" fmla="*/ 2295 w 8161918"/>
                      <a:gd name="connsiteY3-764" fmla="*/ 1510003 h 2959321"/>
                      <a:gd name="connsiteX4-765" fmla="*/ 767 w 8161918"/>
                      <a:gd name="connsiteY4-766" fmla="*/ 39062 h 2959321"/>
                      <a:gd name="connsiteX5-767" fmla="*/ 4068271 w 8161918"/>
                      <a:gd name="connsiteY5-768" fmla="*/ 1457959 h 2959321"/>
                      <a:gd name="connsiteX6-769" fmla="*/ 8161918 w 8161918"/>
                      <a:gd name="connsiteY6-770" fmla="*/ 0 h 2959321"/>
                      <a:gd name="connsiteX0-771" fmla="*/ 8161918 w 8162752"/>
                      <a:gd name="connsiteY0-772" fmla="*/ 0 h 2959488"/>
                      <a:gd name="connsiteX1-773" fmla="*/ 8162752 w 8162752"/>
                      <a:gd name="connsiteY1-774" fmla="*/ 1629317 h 2959488"/>
                      <a:gd name="connsiteX2-775" fmla="*/ 4123353 w 8162752"/>
                      <a:gd name="connsiteY2-776" fmla="*/ 2958567 h 2959488"/>
                      <a:gd name="connsiteX3-777" fmla="*/ 2295 w 8162752"/>
                      <a:gd name="connsiteY3-778" fmla="*/ 1510003 h 2959488"/>
                      <a:gd name="connsiteX4-779" fmla="*/ 767 w 8162752"/>
                      <a:gd name="connsiteY4-780" fmla="*/ 39062 h 2959488"/>
                      <a:gd name="connsiteX5-781" fmla="*/ 4068271 w 8162752"/>
                      <a:gd name="connsiteY5-782" fmla="*/ 1457959 h 2959488"/>
                      <a:gd name="connsiteX6-783" fmla="*/ 8161918 w 8162752"/>
                      <a:gd name="connsiteY6-784" fmla="*/ 0 h 2959488"/>
                      <a:gd name="connsiteX0-785" fmla="*/ 8165930 w 8166764"/>
                      <a:gd name="connsiteY0-786" fmla="*/ 7337 h 2966825"/>
                      <a:gd name="connsiteX1-787" fmla="*/ 8166764 w 8166764"/>
                      <a:gd name="connsiteY1-788" fmla="*/ 1636654 h 2966825"/>
                      <a:gd name="connsiteX2-789" fmla="*/ 4127365 w 8166764"/>
                      <a:gd name="connsiteY2-790" fmla="*/ 2965904 h 2966825"/>
                      <a:gd name="connsiteX3-791" fmla="*/ 6307 w 8166764"/>
                      <a:gd name="connsiteY3-792" fmla="*/ 1517340 h 2966825"/>
                      <a:gd name="connsiteX4-793" fmla="*/ 532 w 8166764"/>
                      <a:gd name="connsiteY4-794" fmla="*/ 0 h 2966825"/>
                      <a:gd name="connsiteX5-795" fmla="*/ 4072283 w 8166764"/>
                      <a:gd name="connsiteY5-796" fmla="*/ 1465296 h 2966825"/>
                      <a:gd name="connsiteX6-797" fmla="*/ 8165930 w 8166764"/>
                      <a:gd name="connsiteY6-798" fmla="*/ 7337 h 2966825"/>
                      <a:gd name="connsiteX0-799" fmla="*/ 8168119 w 8168953"/>
                      <a:gd name="connsiteY0-800" fmla="*/ 7337 h 2966682"/>
                      <a:gd name="connsiteX1-801" fmla="*/ 8168953 w 8168953"/>
                      <a:gd name="connsiteY1-802" fmla="*/ 1636654 h 2966682"/>
                      <a:gd name="connsiteX2-803" fmla="*/ 4129554 w 8168953"/>
                      <a:gd name="connsiteY2-804" fmla="*/ 2965904 h 2966682"/>
                      <a:gd name="connsiteX3-805" fmla="*/ 0 w 8168953"/>
                      <a:gd name="connsiteY3-806" fmla="*/ 1527651 h 2966682"/>
                      <a:gd name="connsiteX4-807" fmla="*/ 2721 w 8168953"/>
                      <a:gd name="connsiteY4-808" fmla="*/ 0 h 2966682"/>
                      <a:gd name="connsiteX5-809" fmla="*/ 4074472 w 8168953"/>
                      <a:gd name="connsiteY5-810" fmla="*/ 1465296 h 2966682"/>
                      <a:gd name="connsiteX6-811" fmla="*/ 8168119 w 8168953"/>
                      <a:gd name="connsiteY6-812" fmla="*/ 7337 h 2966682"/>
                      <a:gd name="connsiteX0-813" fmla="*/ 8168119 w 8168953"/>
                      <a:gd name="connsiteY0-814" fmla="*/ 7337 h 3100377"/>
                      <a:gd name="connsiteX1-815" fmla="*/ 8168953 w 8168953"/>
                      <a:gd name="connsiteY1-816" fmla="*/ 1636654 h 3100377"/>
                      <a:gd name="connsiteX2-817" fmla="*/ 4118520 w 8168953"/>
                      <a:gd name="connsiteY2-818" fmla="*/ 3099826 h 3100377"/>
                      <a:gd name="connsiteX3-819" fmla="*/ 0 w 8168953"/>
                      <a:gd name="connsiteY3-820" fmla="*/ 1527651 h 3100377"/>
                      <a:gd name="connsiteX4-821" fmla="*/ 2721 w 8168953"/>
                      <a:gd name="connsiteY4-822" fmla="*/ 0 h 3100377"/>
                      <a:gd name="connsiteX5-823" fmla="*/ 4074472 w 8168953"/>
                      <a:gd name="connsiteY5-824" fmla="*/ 1465296 h 3100377"/>
                      <a:gd name="connsiteX6-825" fmla="*/ 8168119 w 8168953"/>
                      <a:gd name="connsiteY6-826" fmla="*/ 7337 h 3100377"/>
                      <a:gd name="connsiteX0-827" fmla="*/ 8168119 w 8168953"/>
                      <a:gd name="connsiteY0-828" fmla="*/ 7337 h 3100429"/>
                      <a:gd name="connsiteX1-829" fmla="*/ 8168953 w 8168953"/>
                      <a:gd name="connsiteY1-830" fmla="*/ 1636654 h 3100429"/>
                      <a:gd name="connsiteX2-831" fmla="*/ 4118520 w 8168953"/>
                      <a:gd name="connsiteY2-832" fmla="*/ 3099826 h 3100429"/>
                      <a:gd name="connsiteX3-833" fmla="*/ 0 w 8168953"/>
                      <a:gd name="connsiteY3-834" fmla="*/ 1527651 h 3100429"/>
                      <a:gd name="connsiteX4-835" fmla="*/ 2721 w 8168953"/>
                      <a:gd name="connsiteY4-836" fmla="*/ 0 h 3100429"/>
                      <a:gd name="connsiteX5-837" fmla="*/ 4074472 w 8168953"/>
                      <a:gd name="connsiteY5-838" fmla="*/ 1465296 h 3100429"/>
                      <a:gd name="connsiteX6-839" fmla="*/ 8168119 w 8168953"/>
                      <a:gd name="connsiteY6-840" fmla="*/ 7337 h 3100429"/>
                      <a:gd name="connsiteX0-841" fmla="*/ 8165849 w 8166683"/>
                      <a:gd name="connsiteY0-842" fmla="*/ 7337 h 3099826"/>
                      <a:gd name="connsiteX1-843" fmla="*/ 8166683 w 8166683"/>
                      <a:gd name="connsiteY1-844" fmla="*/ 1636654 h 3099826"/>
                      <a:gd name="connsiteX2-845" fmla="*/ 4116250 w 8166683"/>
                      <a:gd name="connsiteY2-846" fmla="*/ 3099826 h 3099826"/>
                      <a:gd name="connsiteX3-847" fmla="*/ 8764 w 8166683"/>
                      <a:gd name="connsiteY3-848" fmla="*/ 1634789 h 3099826"/>
                      <a:gd name="connsiteX4-849" fmla="*/ 451 w 8166683"/>
                      <a:gd name="connsiteY4-850" fmla="*/ 0 h 3099826"/>
                      <a:gd name="connsiteX5-851" fmla="*/ 4072202 w 8166683"/>
                      <a:gd name="connsiteY5-852" fmla="*/ 1465296 h 3099826"/>
                      <a:gd name="connsiteX6-853" fmla="*/ 8165849 w 8166683"/>
                      <a:gd name="connsiteY6-854" fmla="*/ 7337 h 3099826"/>
                      <a:gd name="connsiteX0-855" fmla="*/ 8165849 w 8166683"/>
                      <a:gd name="connsiteY0-856" fmla="*/ 7337 h 3099826"/>
                      <a:gd name="connsiteX1-857" fmla="*/ 8166683 w 8166683"/>
                      <a:gd name="connsiteY1-858" fmla="*/ 1636654 h 3099826"/>
                      <a:gd name="connsiteX2-859" fmla="*/ 4116250 w 8166683"/>
                      <a:gd name="connsiteY2-860" fmla="*/ 3099826 h 3099826"/>
                      <a:gd name="connsiteX3-861" fmla="*/ 8764 w 8166683"/>
                      <a:gd name="connsiteY3-862" fmla="*/ 1634789 h 3099826"/>
                      <a:gd name="connsiteX4-863" fmla="*/ 451 w 8166683"/>
                      <a:gd name="connsiteY4-864" fmla="*/ 0 h 3099826"/>
                      <a:gd name="connsiteX5-865" fmla="*/ 4072202 w 8166683"/>
                      <a:gd name="connsiteY5-866" fmla="*/ 1465296 h 3099826"/>
                      <a:gd name="connsiteX6-867" fmla="*/ 8165849 w 8166683"/>
                      <a:gd name="connsiteY6-868" fmla="*/ 7337 h 3099826"/>
                      <a:gd name="connsiteX0-869" fmla="*/ 8165849 w 8166683"/>
                      <a:gd name="connsiteY0-870" fmla="*/ 7337 h 3099826"/>
                      <a:gd name="connsiteX1-871" fmla="*/ 8166683 w 8166683"/>
                      <a:gd name="connsiteY1-872" fmla="*/ 1636654 h 3099826"/>
                      <a:gd name="connsiteX2-873" fmla="*/ 4116250 w 8166683"/>
                      <a:gd name="connsiteY2-874" fmla="*/ 3099826 h 3099826"/>
                      <a:gd name="connsiteX3-875" fmla="*/ 8764 w 8166683"/>
                      <a:gd name="connsiteY3-876" fmla="*/ 1634789 h 3099826"/>
                      <a:gd name="connsiteX4-877" fmla="*/ 451 w 8166683"/>
                      <a:gd name="connsiteY4-878" fmla="*/ 0 h 3099826"/>
                      <a:gd name="connsiteX5-879" fmla="*/ 4061168 w 8166683"/>
                      <a:gd name="connsiteY5-880" fmla="*/ 1438511 h 3099826"/>
                      <a:gd name="connsiteX6-881" fmla="*/ 8165849 w 8166683"/>
                      <a:gd name="connsiteY6-882" fmla="*/ 7337 h 3099826"/>
                      <a:gd name="connsiteX0-883" fmla="*/ 8165849 w 8166683"/>
                      <a:gd name="connsiteY0-884" fmla="*/ 7337 h 3099826"/>
                      <a:gd name="connsiteX1-885" fmla="*/ 8166683 w 8166683"/>
                      <a:gd name="connsiteY1-886" fmla="*/ 1636654 h 3099826"/>
                      <a:gd name="connsiteX2-887" fmla="*/ 4116250 w 8166683"/>
                      <a:gd name="connsiteY2-888" fmla="*/ 3099826 h 3099826"/>
                      <a:gd name="connsiteX3-889" fmla="*/ 8764 w 8166683"/>
                      <a:gd name="connsiteY3-890" fmla="*/ 1634789 h 3099826"/>
                      <a:gd name="connsiteX4-891" fmla="*/ 451 w 8166683"/>
                      <a:gd name="connsiteY4-892" fmla="*/ 0 h 3099826"/>
                      <a:gd name="connsiteX5-893" fmla="*/ 4061168 w 8166683"/>
                      <a:gd name="connsiteY5-894" fmla="*/ 1438511 h 3099826"/>
                      <a:gd name="connsiteX6-895" fmla="*/ 8165849 w 8166683"/>
                      <a:gd name="connsiteY6-896" fmla="*/ 7337 h 309982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5" name="Oval 464"/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466" name="Group 465"/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67" name="Freeform 466"/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-1" fmla="*/ 3725333 w 4641485"/>
                        <a:gd name="connsiteY0-2" fmla="*/ 0 h 1049866"/>
                        <a:gd name="connsiteX1-3" fmla="*/ 4641485 w 4641485"/>
                        <a:gd name="connsiteY1-4" fmla="*/ 239402 h 1049866"/>
                        <a:gd name="connsiteX2-5" fmla="*/ 3962400 w 4641485"/>
                        <a:gd name="connsiteY2-6" fmla="*/ 541866 h 1049866"/>
                        <a:gd name="connsiteX3-7" fmla="*/ 3742267 w 4641485"/>
                        <a:gd name="connsiteY3-8" fmla="*/ 457200 h 1049866"/>
                        <a:gd name="connsiteX4-9" fmla="*/ 2269067 w 4641485"/>
                        <a:gd name="connsiteY4-10" fmla="*/ 1049866 h 1049866"/>
                        <a:gd name="connsiteX5-11" fmla="*/ 880533 w 4641485"/>
                        <a:gd name="connsiteY5-12" fmla="*/ 457200 h 1049866"/>
                        <a:gd name="connsiteX6-13" fmla="*/ 592667 w 4641485"/>
                        <a:gd name="connsiteY6-14" fmla="*/ 541866 h 1049866"/>
                        <a:gd name="connsiteX7-15" fmla="*/ 0 w 4641485"/>
                        <a:gd name="connsiteY7-16" fmla="*/ 254000 h 1049866"/>
                        <a:gd name="connsiteX8-17" fmla="*/ 880533 w 4641485"/>
                        <a:gd name="connsiteY8-18" fmla="*/ 16933 h 1049866"/>
                        <a:gd name="connsiteX9-19" fmla="*/ 2302933 w 4641485"/>
                        <a:gd name="connsiteY9-20" fmla="*/ 626533 h 1049866"/>
                        <a:gd name="connsiteX10-21" fmla="*/ 3725333 w 4641485"/>
                        <a:gd name="connsiteY10-22" fmla="*/ 0 h 1049866"/>
                        <a:gd name="connsiteX0-23" fmla="*/ 3756864 w 4673016"/>
                        <a:gd name="connsiteY0-24" fmla="*/ 0 h 1049866"/>
                        <a:gd name="connsiteX1-25" fmla="*/ 4673016 w 4673016"/>
                        <a:gd name="connsiteY1-26" fmla="*/ 239402 h 1049866"/>
                        <a:gd name="connsiteX2-27" fmla="*/ 3993931 w 4673016"/>
                        <a:gd name="connsiteY2-28" fmla="*/ 541866 h 1049866"/>
                        <a:gd name="connsiteX3-29" fmla="*/ 3773798 w 4673016"/>
                        <a:gd name="connsiteY3-30" fmla="*/ 457200 h 1049866"/>
                        <a:gd name="connsiteX4-31" fmla="*/ 2300598 w 4673016"/>
                        <a:gd name="connsiteY4-32" fmla="*/ 1049866 h 1049866"/>
                        <a:gd name="connsiteX5-33" fmla="*/ 912064 w 4673016"/>
                        <a:gd name="connsiteY5-34" fmla="*/ 457200 h 1049866"/>
                        <a:gd name="connsiteX6-35" fmla="*/ 624198 w 4673016"/>
                        <a:gd name="connsiteY6-36" fmla="*/ 541866 h 1049866"/>
                        <a:gd name="connsiteX7-37" fmla="*/ 0 w 4673016"/>
                        <a:gd name="connsiteY7-38" fmla="*/ 232979 h 1049866"/>
                        <a:gd name="connsiteX8-39" fmla="*/ 912064 w 4673016"/>
                        <a:gd name="connsiteY8-40" fmla="*/ 16933 h 1049866"/>
                        <a:gd name="connsiteX9-41" fmla="*/ 2334464 w 4673016"/>
                        <a:gd name="connsiteY9-42" fmla="*/ 626533 h 1049866"/>
                        <a:gd name="connsiteX10-43" fmla="*/ 3756864 w 4673016"/>
                        <a:gd name="connsiteY10-44" fmla="*/ 0 h 1049866"/>
                        <a:gd name="connsiteX0-45" fmla="*/ 3756864 w 4673016"/>
                        <a:gd name="connsiteY0-46" fmla="*/ 0 h 1049866"/>
                        <a:gd name="connsiteX1-47" fmla="*/ 4673016 w 4673016"/>
                        <a:gd name="connsiteY1-48" fmla="*/ 239402 h 1049866"/>
                        <a:gd name="connsiteX2-49" fmla="*/ 3993931 w 4673016"/>
                        <a:gd name="connsiteY2-50" fmla="*/ 541866 h 1049866"/>
                        <a:gd name="connsiteX3-51" fmla="*/ 3784308 w 4673016"/>
                        <a:gd name="connsiteY3-52" fmla="*/ 404648 h 1049866"/>
                        <a:gd name="connsiteX4-53" fmla="*/ 2300598 w 4673016"/>
                        <a:gd name="connsiteY4-54" fmla="*/ 1049866 h 1049866"/>
                        <a:gd name="connsiteX5-55" fmla="*/ 912064 w 4673016"/>
                        <a:gd name="connsiteY5-56" fmla="*/ 457200 h 1049866"/>
                        <a:gd name="connsiteX6-57" fmla="*/ 624198 w 4673016"/>
                        <a:gd name="connsiteY6-58" fmla="*/ 541866 h 1049866"/>
                        <a:gd name="connsiteX7-59" fmla="*/ 0 w 4673016"/>
                        <a:gd name="connsiteY7-60" fmla="*/ 232979 h 1049866"/>
                        <a:gd name="connsiteX8-61" fmla="*/ 912064 w 4673016"/>
                        <a:gd name="connsiteY8-62" fmla="*/ 16933 h 1049866"/>
                        <a:gd name="connsiteX9-63" fmla="*/ 2334464 w 4673016"/>
                        <a:gd name="connsiteY9-64" fmla="*/ 626533 h 1049866"/>
                        <a:gd name="connsiteX10-65" fmla="*/ 3756864 w 4673016"/>
                        <a:gd name="connsiteY10-66" fmla="*/ 0 h 1049866"/>
                        <a:gd name="connsiteX0-67" fmla="*/ 3756864 w 4673016"/>
                        <a:gd name="connsiteY0-68" fmla="*/ 0 h 1049866"/>
                        <a:gd name="connsiteX1-69" fmla="*/ 4673016 w 4673016"/>
                        <a:gd name="connsiteY1-70" fmla="*/ 239402 h 1049866"/>
                        <a:gd name="connsiteX2-71" fmla="*/ 3993931 w 4673016"/>
                        <a:gd name="connsiteY2-72" fmla="*/ 541866 h 1049866"/>
                        <a:gd name="connsiteX3-73" fmla="*/ 3794818 w 4673016"/>
                        <a:gd name="connsiteY3-74" fmla="*/ 436179 h 1049866"/>
                        <a:gd name="connsiteX4-75" fmla="*/ 2300598 w 4673016"/>
                        <a:gd name="connsiteY4-76" fmla="*/ 1049866 h 1049866"/>
                        <a:gd name="connsiteX5-77" fmla="*/ 912064 w 4673016"/>
                        <a:gd name="connsiteY5-78" fmla="*/ 457200 h 1049866"/>
                        <a:gd name="connsiteX6-79" fmla="*/ 624198 w 4673016"/>
                        <a:gd name="connsiteY6-80" fmla="*/ 541866 h 1049866"/>
                        <a:gd name="connsiteX7-81" fmla="*/ 0 w 4673016"/>
                        <a:gd name="connsiteY7-82" fmla="*/ 232979 h 1049866"/>
                        <a:gd name="connsiteX8-83" fmla="*/ 912064 w 4673016"/>
                        <a:gd name="connsiteY8-84" fmla="*/ 16933 h 1049866"/>
                        <a:gd name="connsiteX9-85" fmla="*/ 2334464 w 4673016"/>
                        <a:gd name="connsiteY9-86" fmla="*/ 626533 h 1049866"/>
                        <a:gd name="connsiteX10-87" fmla="*/ 3756864 w 4673016"/>
                        <a:gd name="connsiteY10-88" fmla="*/ 0 h 1049866"/>
                        <a:gd name="connsiteX0-89" fmla="*/ 3756864 w 4673016"/>
                        <a:gd name="connsiteY0-90" fmla="*/ 0 h 1049866"/>
                        <a:gd name="connsiteX1-91" fmla="*/ 4673016 w 4673016"/>
                        <a:gd name="connsiteY1-92" fmla="*/ 239402 h 1049866"/>
                        <a:gd name="connsiteX2-93" fmla="*/ 3993931 w 4673016"/>
                        <a:gd name="connsiteY2-94" fmla="*/ 541866 h 1049866"/>
                        <a:gd name="connsiteX3-95" fmla="*/ 3794818 w 4673016"/>
                        <a:gd name="connsiteY3-96" fmla="*/ 436179 h 1049866"/>
                        <a:gd name="connsiteX4-97" fmla="*/ 2300598 w 4673016"/>
                        <a:gd name="connsiteY4-98" fmla="*/ 1049866 h 1049866"/>
                        <a:gd name="connsiteX5-99" fmla="*/ 912064 w 4673016"/>
                        <a:gd name="connsiteY5-100" fmla="*/ 457200 h 1049866"/>
                        <a:gd name="connsiteX6-101" fmla="*/ 624198 w 4673016"/>
                        <a:gd name="connsiteY6-102" fmla="*/ 541866 h 1049866"/>
                        <a:gd name="connsiteX7-103" fmla="*/ 0 w 4673016"/>
                        <a:gd name="connsiteY7-104" fmla="*/ 232979 h 1049866"/>
                        <a:gd name="connsiteX8-105" fmla="*/ 912064 w 4673016"/>
                        <a:gd name="connsiteY8-106" fmla="*/ 16933 h 1049866"/>
                        <a:gd name="connsiteX9-107" fmla="*/ 2323954 w 4673016"/>
                        <a:gd name="connsiteY9-108" fmla="*/ 616023 h 1049866"/>
                        <a:gd name="connsiteX10-109" fmla="*/ 3756864 w 4673016"/>
                        <a:gd name="connsiteY10-110" fmla="*/ 0 h 1049866"/>
                        <a:gd name="connsiteX0-111" fmla="*/ 3756864 w 4673016"/>
                        <a:gd name="connsiteY0-112" fmla="*/ 0 h 1049866"/>
                        <a:gd name="connsiteX1-113" fmla="*/ 4673016 w 4673016"/>
                        <a:gd name="connsiteY1-114" fmla="*/ 239402 h 1049866"/>
                        <a:gd name="connsiteX2-115" fmla="*/ 3993931 w 4673016"/>
                        <a:gd name="connsiteY2-116" fmla="*/ 541866 h 1049866"/>
                        <a:gd name="connsiteX3-117" fmla="*/ 3794818 w 4673016"/>
                        <a:gd name="connsiteY3-118" fmla="*/ 436179 h 1049866"/>
                        <a:gd name="connsiteX4-119" fmla="*/ 2300598 w 4673016"/>
                        <a:gd name="connsiteY4-120" fmla="*/ 1049866 h 1049866"/>
                        <a:gd name="connsiteX5-121" fmla="*/ 912064 w 4673016"/>
                        <a:gd name="connsiteY5-122" fmla="*/ 457200 h 1049866"/>
                        <a:gd name="connsiteX6-123" fmla="*/ 624198 w 4673016"/>
                        <a:gd name="connsiteY6-124" fmla="*/ 541866 h 1049866"/>
                        <a:gd name="connsiteX7-125" fmla="*/ 0 w 4673016"/>
                        <a:gd name="connsiteY7-126" fmla="*/ 275021 h 1049866"/>
                        <a:gd name="connsiteX8-127" fmla="*/ 912064 w 4673016"/>
                        <a:gd name="connsiteY8-128" fmla="*/ 16933 h 1049866"/>
                        <a:gd name="connsiteX9-129" fmla="*/ 2323954 w 4673016"/>
                        <a:gd name="connsiteY9-130" fmla="*/ 616023 h 1049866"/>
                        <a:gd name="connsiteX10-131" fmla="*/ 3756864 w 4673016"/>
                        <a:gd name="connsiteY10-132" fmla="*/ 0 h 1049866"/>
                        <a:gd name="connsiteX0-133" fmla="*/ 3756864 w 4673016"/>
                        <a:gd name="connsiteY0-134" fmla="*/ 0 h 1049866"/>
                        <a:gd name="connsiteX1-135" fmla="*/ 4673016 w 4673016"/>
                        <a:gd name="connsiteY1-136" fmla="*/ 239402 h 1049866"/>
                        <a:gd name="connsiteX2-137" fmla="*/ 3993931 w 4673016"/>
                        <a:gd name="connsiteY2-138" fmla="*/ 541866 h 1049866"/>
                        <a:gd name="connsiteX3-139" fmla="*/ 3815839 w 4673016"/>
                        <a:gd name="connsiteY3-140" fmla="*/ 467710 h 1049866"/>
                        <a:gd name="connsiteX4-141" fmla="*/ 2300598 w 4673016"/>
                        <a:gd name="connsiteY4-142" fmla="*/ 1049866 h 1049866"/>
                        <a:gd name="connsiteX5-143" fmla="*/ 912064 w 4673016"/>
                        <a:gd name="connsiteY5-144" fmla="*/ 457200 h 1049866"/>
                        <a:gd name="connsiteX6-145" fmla="*/ 624198 w 4673016"/>
                        <a:gd name="connsiteY6-146" fmla="*/ 541866 h 1049866"/>
                        <a:gd name="connsiteX7-147" fmla="*/ 0 w 4673016"/>
                        <a:gd name="connsiteY7-148" fmla="*/ 275021 h 1049866"/>
                        <a:gd name="connsiteX8-149" fmla="*/ 912064 w 4673016"/>
                        <a:gd name="connsiteY8-150" fmla="*/ 16933 h 1049866"/>
                        <a:gd name="connsiteX9-151" fmla="*/ 2323954 w 4673016"/>
                        <a:gd name="connsiteY9-152" fmla="*/ 616023 h 1049866"/>
                        <a:gd name="connsiteX10-153" fmla="*/ 3756864 w 4673016"/>
                        <a:gd name="connsiteY10-154" fmla="*/ 0 h 104986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68" name="Freeform 467"/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69" name="Freeform 468"/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0" name="Freeform 469"/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-1" fmla="*/ 168165 w 3731172"/>
                        <a:gd name="connsiteY0-2" fmla="*/ 73572 h 1418896"/>
                        <a:gd name="connsiteX1-3" fmla="*/ 451945 w 3731172"/>
                        <a:gd name="connsiteY1-4" fmla="*/ 0 h 1418896"/>
                        <a:gd name="connsiteX2-5" fmla="*/ 1881352 w 3731172"/>
                        <a:gd name="connsiteY2-6" fmla="*/ 599089 h 1418896"/>
                        <a:gd name="connsiteX3-7" fmla="*/ 3363310 w 3731172"/>
                        <a:gd name="connsiteY3-8" fmla="*/ 0 h 1418896"/>
                        <a:gd name="connsiteX4-9" fmla="*/ 3584027 w 3731172"/>
                        <a:gd name="connsiteY4-10" fmla="*/ 73572 h 1418896"/>
                        <a:gd name="connsiteX5-11" fmla="*/ 2627586 w 3731172"/>
                        <a:gd name="connsiteY5-12" fmla="*/ 441434 h 1418896"/>
                        <a:gd name="connsiteX6-13" fmla="*/ 2596055 w 3731172"/>
                        <a:gd name="connsiteY6-14" fmla="*/ 914400 h 1418896"/>
                        <a:gd name="connsiteX7-15" fmla="*/ 3731172 w 3731172"/>
                        <a:gd name="connsiteY7-16" fmla="*/ 1345324 h 1418896"/>
                        <a:gd name="connsiteX8-17" fmla="*/ 3447393 w 3731172"/>
                        <a:gd name="connsiteY8-18" fmla="*/ 1408386 h 1418896"/>
                        <a:gd name="connsiteX9-19" fmla="*/ 1870841 w 3731172"/>
                        <a:gd name="connsiteY9-20" fmla="*/ 746234 h 1418896"/>
                        <a:gd name="connsiteX10-21" fmla="*/ 262758 w 3731172"/>
                        <a:gd name="connsiteY10-22" fmla="*/ 1418896 h 1418896"/>
                        <a:gd name="connsiteX11-23" fmla="*/ 0 w 3731172"/>
                        <a:gd name="connsiteY11-24" fmla="*/ 1324303 h 1418896"/>
                        <a:gd name="connsiteX12-25" fmla="*/ 1145627 w 3731172"/>
                        <a:gd name="connsiteY12-26" fmla="*/ 882869 h 1418896"/>
                        <a:gd name="connsiteX13-27" fmla="*/ 1114096 w 3731172"/>
                        <a:gd name="connsiteY13-28" fmla="*/ 409903 h 1418896"/>
                        <a:gd name="connsiteX14-29" fmla="*/ 441434 w 3731172"/>
                        <a:gd name="connsiteY14-30" fmla="*/ 10510 h 1418896"/>
                        <a:gd name="connsiteX15-31" fmla="*/ 441434 w 3731172"/>
                        <a:gd name="connsiteY15-32" fmla="*/ 10510 h 1418896"/>
                        <a:gd name="connsiteX0-33" fmla="*/ 168165 w 3731172"/>
                        <a:gd name="connsiteY0-34" fmla="*/ 73572 h 1418896"/>
                        <a:gd name="connsiteX1-35" fmla="*/ 451945 w 3731172"/>
                        <a:gd name="connsiteY1-36" fmla="*/ 0 h 1418896"/>
                        <a:gd name="connsiteX2-37" fmla="*/ 1881352 w 3731172"/>
                        <a:gd name="connsiteY2-38" fmla="*/ 599089 h 1418896"/>
                        <a:gd name="connsiteX3-39" fmla="*/ 3363310 w 3731172"/>
                        <a:gd name="connsiteY3-40" fmla="*/ 0 h 1418896"/>
                        <a:gd name="connsiteX4-41" fmla="*/ 3584027 w 3731172"/>
                        <a:gd name="connsiteY4-42" fmla="*/ 73572 h 1418896"/>
                        <a:gd name="connsiteX5-43" fmla="*/ 2627586 w 3731172"/>
                        <a:gd name="connsiteY5-44" fmla="*/ 441434 h 1418896"/>
                        <a:gd name="connsiteX6-45" fmla="*/ 2596055 w 3731172"/>
                        <a:gd name="connsiteY6-46" fmla="*/ 914400 h 1418896"/>
                        <a:gd name="connsiteX7-47" fmla="*/ 3731172 w 3731172"/>
                        <a:gd name="connsiteY7-48" fmla="*/ 1345324 h 1418896"/>
                        <a:gd name="connsiteX8-49" fmla="*/ 3447393 w 3731172"/>
                        <a:gd name="connsiteY8-50" fmla="*/ 1408386 h 1418896"/>
                        <a:gd name="connsiteX9-51" fmla="*/ 1870841 w 3731172"/>
                        <a:gd name="connsiteY9-52" fmla="*/ 746234 h 1418896"/>
                        <a:gd name="connsiteX10-53" fmla="*/ 262758 w 3731172"/>
                        <a:gd name="connsiteY10-54" fmla="*/ 1418896 h 1418896"/>
                        <a:gd name="connsiteX11-55" fmla="*/ 0 w 3731172"/>
                        <a:gd name="connsiteY11-56" fmla="*/ 1324303 h 1418896"/>
                        <a:gd name="connsiteX12-57" fmla="*/ 1145627 w 3731172"/>
                        <a:gd name="connsiteY12-58" fmla="*/ 882869 h 1418896"/>
                        <a:gd name="connsiteX13-59" fmla="*/ 1114096 w 3731172"/>
                        <a:gd name="connsiteY13-60" fmla="*/ 409903 h 1418896"/>
                        <a:gd name="connsiteX14-61" fmla="*/ 441434 w 3731172"/>
                        <a:gd name="connsiteY14-62" fmla="*/ 10510 h 1418896"/>
                        <a:gd name="connsiteX0-63" fmla="*/ 168165 w 3731172"/>
                        <a:gd name="connsiteY0-64" fmla="*/ 73572 h 1418896"/>
                        <a:gd name="connsiteX1-65" fmla="*/ 451945 w 3731172"/>
                        <a:gd name="connsiteY1-66" fmla="*/ 0 h 1418896"/>
                        <a:gd name="connsiteX2-67" fmla="*/ 1881352 w 3731172"/>
                        <a:gd name="connsiteY2-68" fmla="*/ 599089 h 1418896"/>
                        <a:gd name="connsiteX3-69" fmla="*/ 3363310 w 3731172"/>
                        <a:gd name="connsiteY3-70" fmla="*/ 0 h 1418896"/>
                        <a:gd name="connsiteX4-71" fmla="*/ 3584027 w 3731172"/>
                        <a:gd name="connsiteY4-72" fmla="*/ 73572 h 1418896"/>
                        <a:gd name="connsiteX5-73" fmla="*/ 2627586 w 3731172"/>
                        <a:gd name="connsiteY5-74" fmla="*/ 441434 h 1418896"/>
                        <a:gd name="connsiteX6-75" fmla="*/ 2596055 w 3731172"/>
                        <a:gd name="connsiteY6-76" fmla="*/ 914400 h 1418896"/>
                        <a:gd name="connsiteX7-77" fmla="*/ 3731172 w 3731172"/>
                        <a:gd name="connsiteY7-78" fmla="*/ 1345324 h 1418896"/>
                        <a:gd name="connsiteX8-79" fmla="*/ 3447393 w 3731172"/>
                        <a:gd name="connsiteY8-80" fmla="*/ 1408386 h 1418896"/>
                        <a:gd name="connsiteX9-81" fmla="*/ 1870841 w 3731172"/>
                        <a:gd name="connsiteY9-82" fmla="*/ 746234 h 1418896"/>
                        <a:gd name="connsiteX10-83" fmla="*/ 262758 w 3731172"/>
                        <a:gd name="connsiteY10-84" fmla="*/ 1418896 h 1418896"/>
                        <a:gd name="connsiteX11-85" fmla="*/ 0 w 3731172"/>
                        <a:gd name="connsiteY11-86" fmla="*/ 1324303 h 1418896"/>
                        <a:gd name="connsiteX12-87" fmla="*/ 1145627 w 3731172"/>
                        <a:gd name="connsiteY12-88" fmla="*/ 882869 h 1418896"/>
                        <a:gd name="connsiteX13-89" fmla="*/ 1114096 w 3731172"/>
                        <a:gd name="connsiteY13-90" fmla="*/ 409903 h 1418896"/>
                        <a:gd name="connsiteX14-91" fmla="*/ 357351 w 3731172"/>
                        <a:gd name="connsiteY14-92" fmla="*/ 115613 h 1418896"/>
                        <a:gd name="connsiteX0-93" fmla="*/ 168165 w 3731172"/>
                        <a:gd name="connsiteY0-94" fmla="*/ 73572 h 1418896"/>
                        <a:gd name="connsiteX1-95" fmla="*/ 451945 w 3731172"/>
                        <a:gd name="connsiteY1-96" fmla="*/ 0 h 1418896"/>
                        <a:gd name="connsiteX2-97" fmla="*/ 1881352 w 3731172"/>
                        <a:gd name="connsiteY2-98" fmla="*/ 599089 h 1418896"/>
                        <a:gd name="connsiteX3-99" fmla="*/ 3363310 w 3731172"/>
                        <a:gd name="connsiteY3-100" fmla="*/ 0 h 1418896"/>
                        <a:gd name="connsiteX4-101" fmla="*/ 3584027 w 3731172"/>
                        <a:gd name="connsiteY4-102" fmla="*/ 73572 h 1418896"/>
                        <a:gd name="connsiteX5-103" fmla="*/ 2627586 w 3731172"/>
                        <a:gd name="connsiteY5-104" fmla="*/ 441434 h 1418896"/>
                        <a:gd name="connsiteX6-105" fmla="*/ 2596055 w 3731172"/>
                        <a:gd name="connsiteY6-106" fmla="*/ 914400 h 1418896"/>
                        <a:gd name="connsiteX7-107" fmla="*/ 3731172 w 3731172"/>
                        <a:gd name="connsiteY7-108" fmla="*/ 1345324 h 1418896"/>
                        <a:gd name="connsiteX8-109" fmla="*/ 3447393 w 3731172"/>
                        <a:gd name="connsiteY8-110" fmla="*/ 1408386 h 1418896"/>
                        <a:gd name="connsiteX9-111" fmla="*/ 1870841 w 3731172"/>
                        <a:gd name="connsiteY9-112" fmla="*/ 746234 h 1418896"/>
                        <a:gd name="connsiteX10-113" fmla="*/ 262758 w 3731172"/>
                        <a:gd name="connsiteY10-114" fmla="*/ 1418896 h 1418896"/>
                        <a:gd name="connsiteX11-115" fmla="*/ 0 w 3731172"/>
                        <a:gd name="connsiteY11-116" fmla="*/ 1324303 h 1418896"/>
                        <a:gd name="connsiteX12-117" fmla="*/ 1145627 w 3731172"/>
                        <a:gd name="connsiteY12-118" fmla="*/ 882869 h 1418896"/>
                        <a:gd name="connsiteX13-119" fmla="*/ 1114096 w 3731172"/>
                        <a:gd name="connsiteY13-120" fmla="*/ 409903 h 1418896"/>
                        <a:gd name="connsiteX14-121" fmla="*/ 147144 w 3731172"/>
                        <a:gd name="connsiteY14-122" fmla="*/ 63061 h 1418896"/>
                        <a:gd name="connsiteX0-123" fmla="*/ 168165 w 3731172"/>
                        <a:gd name="connsiteY0-124" fmla="*/ 73572 h 1418896"/>
                        <a:gd name="connsiteX1-125" fmla="*/ 451945 w 3731172"/>
                        <a:gd name="connsiteY1-126" fmla="*/ 0 h 1418896"/>
                        <a:gd name="connsiteX2-127" fmla="*/ 1881352 w 3731172"/>
                        <a:gd name="connsiteY2-128" fmla="*/ 599089 h 1418896"/>
                        <a:gd name="connsiteX3-129" fmla="*/ 3363310 w 3731172"/>
                        <a:gd name="connsiteY3-130" fmla="*/ 0 h 1418896"/>
                        <a:gd name="connsiteX4-131" fmla="*/ 3584027 w 3731172"/>
                        <a:gd name="connsiteY4-132" fmla="*/ 73572 h 1418896"/>
                        <a:gd name="connsiteX5-133" fmla="*/ 2627586 w 3731172"/>
                        <a:gd name="connsiteY5-134" fmla="*/ 441434 h 1418896"/>
                        <a:gd name="connsiteX6-135" fmla="*/ 2596055 w 3731172"/>
                        <a:gd name="connsiteY6-136" fmla="*/ 914400 h 1418896"/>
                        <a:gd name="connsiteX7-137" fmla="*/ 3731172 w 3731172"/>
                        <a:gd name="connsiteY7-138" fmla="*/ 1345324 h 1418896"/>
                        <a:gd name="connsiteX8-139" fmla="*/ 3447393 w 3731172"/>
                        <a:gd name="connsiteY8-140" fmla="*/ 1408386 h 1418896"/>
                        <a:gd name="connsiteX9-141" fmla="*/ 1870841 w 3731172"/>
                        <a:gd name="connsiteY9-142" fmla="*/ 746234 h 1418896"/>
                        <a:gd name="connsiteX10-143" fmla="*/ 262758 w 3731172"/>
                        <a:gd name="connsiteY10-144" fmla="*/ 1418896 h 1418896"/>
                        <a:gd name="connsiteX11-145" fmla="*/ 0 w 3731172"/>
                        <a:gd name="connsiteY11-146" fmla="*/ 1324303 h 1418896"/>
                        <a:gd name="connsiteX12-147" fmla="*/ 1145627 w 3731172"/>
                        <a:gd name="connsiteY12-148" fmla="*/ 882869 h 1418896"/>
                        <a:gd name="connsiteX13-149" fmla="*/ 1114096 w 3731172"/>
                        <a:gd name="connsiteY13-150" fmla="*/ 420413 h 1418896"/>
                        <a:gd name="connsiteX14-151" fmla="*/ 147144 w 3731172"/>
                        <a:gd name="connsiteY14-152" fmla="*/ 63061 h 1418896"/>
                        <a:gd name="connsiteX0-153" fmla="*/ 168165 w 3731172"/>
                        <a:gd name="connsiteY0-154" fmla="*/ 73572 h 1418896"/>
                        <a:gd name="connsiteX1-155" fmla="*/ 451945 w 3731172"/>
                        <a:gd name="connsiteY1-156" fmla="*/ 0 h 1418896"/>
                        <a:gd name="connsiteX2-157" fmla="*/ 1881352 w 3731172"/>
                        <a:gd name="connsiteY2-158" fmla="*/ 599089 h 1418896"/>
                        <a:gd name="connsiteX3-159" fmla="*/ 3363310 w 3731172"/>
                        <a:gd name="connsiteY3-160" fmla="*/ 0 h 1418896"/>
                        <a:gd name="connsiteX4-161" fmla="*/ 3584027 w 3731172"/>
                        <a:gd name="connsiteY4-162" fmla="*/ 73572 h 1418896"/>
                        <a:gd name="connsiteX5-163" fmla="*/ 2627586 w 3731172"/>
                        <a:gd name="connsiteY5-164" fmla="*/ 441434 h 1418896"/>
                        <a:gd name="connsiteX6-165" fmla="*/ 2596055 w 3731172"/>
                        <a:gd name="connsiteY6-166" fmla="*/ 914400 h 1418896"/>
                        <a:gd name="connsiteX7-167" fmla="*/ 3731172 w 3731172"/>
                        <a:gd name="connsiteY7-168" fmla="*/ 1345324 h 1418896"/>
                        <a:gd name="connsiteX8-169" fmla="*/ 3447393 w 3731172"/>
                        <a:gd name="connsiteY8-170" fmla="*/ 1408386 h 1418896"/>
                        <a:gd name="connsiteX9-171" fmla="*/ 1870841 w 3731172"/>
                        <a:gd name="connsiteY9-172" fmla="*/ 746234 h 1418896"/>
                        <a:gd name="connsiteX10-173" fmla="*/ 262758 w 3731172"/>
                        <a:gd name="connsiteY10-174" fmla="*/ 1418896 h 1418896"/>
                        <a:gd name="connsiteX11-175" fmla="*/ 0 w 3731172"/>
                        <a:gd name="connsiteY11-176" fmla="*/ 1324303 h 1418896"/>
                        <a:gd name="connsiteX12-177" fmla="*/ 1145627 w 3731172"/>
                        <a:gd name="connsiteY12-178" fmla="*/ 882869 h 1418896"/>
                        <a:gd name="connsiteX13-179" fmla="*/ 1114096 w 3731172"/>
                        <a:gd name="connsiteY13-180" fmla="*/ 420413 h 1418896"/>
                        <a:gd name="connsiteX14-181" fmla="*/ 189185 w 3731172"/>
                        <a:gd name="connsiteY14-182" fmla="*/ 84081 h 1418896"/>
                        <a:gd name="connsiteX0-183" fmla="*/ 168165 w 3731172"/>
                        <a:gd name="connsiteY0-184" fmla="*/ 73572 h 1418896"/>
                        <a:gd name="connsiteX1-185" fmla="*/ 451945 w 3731172"/>
                        <a:gd name="connsiteY1-186" fmla="*/ 0 h 1418896"/>
                        <a:gd name="connsiteX2-187" fmla="*/ 1881352 w 3731172"/>
                        <a:gd name="connsiteY2-188" fmla="*/ 599089 h 1418896"/>
                        <a:gd name="connsiteX3-189" fmla="*/ 3363310 w 3731172"/>
                        <a:gd name="connsiteY3-190" fmla="*/ 0 h 1418896"/>
                        <a:gd name="connsiteX4-191" fmla="*/ 3584027 w 3731172"/>
                        <a:gd name="connsiteY4-192" fmla="*/ 73572 h 1418896"/>
                        <a:gd name="connsiteX5-193" fmla="*/ 2627586 w 3731172"/>
                        <a:gd name="connsiteY5-194" fmla="*/ 441434 h 1418896"/>
                        <a:gd name="connsiteX6-195" fmla="*/ 2596055 w 3731172"/>
                        <a:gd name="connsiteY6-196" fmla="*/ 914400 h 1418896"/>
                        <a:gd name="connsiteX7-197" fmla="*/ 3731172 w 3731172"/>
                        <a:gd name="connsiteY7-198" fmla="*/ 1345324 h 1418896"/>
                        <a:gd name="connsiteX8-199" fmla="*/ 3447393 w 3731172"/>
                        <a:gd name="connsiteY8-200" fmla="*/ 1408386 h 1418896"/>
                        <a:gd name="connsiteX9-201" fmla="*/ 1870841 w 3731172"/>
                        <a:gd name="connsiteY9-202" fmla="*/ 746234 h 1418896"/>
                        <a:gd name="connsiteX10-203" fmla="*/ 262758 w 3731172"/>
                        <a:gd name="connsiteY10-204" fmla="*/ 1418896 h 1418896"/>
                        <a:gd name="connsiteX11-205" fmla="*/ 0 w 3731172"/>
                        <a:gd name="connsiteY11-206" fmla="*/ 1324303 h 1418896"/>
                        <a:gd name="connsiteX12-207" fmla="*/ 1145627 w 3731172"/>
                        <a:gd name="connsiteY12-208" fmla="*/ 882869 h 1418896"/>
                        <a:gd name="connsiteX13-209" fmla="*/ 1114096 w 3731172"/>
                        <a:gd name="connsiteY13-210" fmla="*/ 420413 h 1418896"/>
                        <a:gd name="connsiteX14-211" fmla="*/ 189185 w 3731172"/>
                        <a:gd name="connsiteY14-212" fmla="*/ 84081 h 1418896"/>
                        <a:gd name="connsiteX15-213" fmla="*/ 168165 w 3731172"/>
                        <a:gd name="connsiteY15-214" fmla="*/ 73572 h 1418896"/>
                        <a:gd name="connsiteX0-215" fmla="*/ 168165 w 3731172"/>
                        <a:gd name="connsiteY0-216" fmla="*/ 73572 h 1418896"/>
                        <a:gd name="connsiteX1-217" fmla="*/ 451945 w 3731172"/>
                        <a:gd name="connsiteY1-218" fmla="*/ 0 h 1418896"/>
                        <a:gd name="connsiteX2-219" fmla="*/ 1881352 w 3731172"/>
                        <a:gd name="connsiteY2-220" fmla="*/ 599089 h 1418896"/>
                        <a:gd name="connsiteX3-221" fmla="*/ 3363310 w 3731172"/>
                        <a:gd name="connsiteY3-222" fmla="*/ 0 h 1418896"/>
                        <a:gd name="connsiteX4-223" fmla="*/ 3584027 w 3731172"/>
                        <a:gd name="connsiteY4-224" fmla="*/ 73572 h 1418896"/>
                        <a:gd name="connsiteX5-225" fmla="*/ 2627586 w 3731172"/>
                        <a:gd name="connsiteY5-226" fmla="*/ 441434 h 1418896"/>
                        <a:gd name="connsiteX6-227" fmla="*/ 2596055 w 3731172"/>
                        <a:gd name="connsiteY6-228" fmla="*/ 914400 h 1418896"/>
                        <a:gd name="connsiteX7-229" fmla="*/ 3731172 w 3731172"/>
                        <a:gd name="connsiteY7-230" fmla="*/ 1345324 h 1418896"/>
                        <a:gd name="connsiteX8-231" fmla="*/ 3447393 w 3731172"/>
                        <a:gd name="connsiteY8-232" fmla="*/ 1408386 h 1418896"/>
                        <a:gd name="connsiteX9-233" fmla="*/ 1870841 w 3731172"/>
                        <a:gd name="connsiteY9-234" fmla="*/ 746234 h 1418896"/>
                        <a:gd name="connsiteX10-235" fmla="*/ 262758 w 3731172"/>
                        <a:gd name="connsiteY10-236" fmla="*/ 1418896 h 1418896"/>
                        <a:gd name="connsiteX11-237" fmla="*/ 0 w 3731172"/>
                        <a:gd name="connsiteY11-238" fmla="*/ 1324303 h 1418896"/>
                        <a:gd name="connsiteX12-239" fmla="*/ 1145627 w 3731172"/>
                        <a:gd name="connsiteY12-240" fmla="*/ 882869 h 1418896"/>
                        <a:gd name="connsiteX13-241" fmla="*/ 1156137 w 3731172"/>
                        <a:gd name="connsiteY13-242" fmla="*/ 441434 h 1418896"/>
                        <a:gd name="connsiteX14-243" fmla="*/ 189185 w 3731172"/>
                        <a:gd name="connsiteY14-244" fmla="*/ 84081 h 1418896"/>
                        <a:gd name="connsiteX15-245" fmla="*/ 168165 w 3731172"/>
                        <a:gd name="connsiteY15-246" fmla="*/ 73572 h 1418896"/>
                        <a:gd name="connsiteX0-247" fmla="*/ 168165 w 3731172"/>
                        <a:gd name="connsiteY0-248" fmla="*/ 73572 h 1418896"/>
                        <a:gd name="connsiteX1-249" fmla="*/ 451945 w 3731172"/>
                        <a:gd name="connsiteY1-250" fmla="*/ 0 h 1418896"/>
                        <a:gd name="connsiteX2-251" fmla="*/ 1881352 w 3731172"/>
                        <a:gd name="connsiteY2-252" fmla="*/ 599089 h 1418896"/>
                        <a:gd name="connsiteX3-253" fmla="*/ 3363310 w 3731172"/>
                        <a:gd name="connsiteY3-254" fmla="*/ 0 h 1418896"/>
                        <a:gd name="connsiteX4-255" fmla="*/ 3584027 w 3731172"/>
                        <a:gd name="connsiteY4-256" fmla="*/ 73572 h 1418896"/>
                        <a:gd name="connsiteX5-257" fmla="*/ 2627586 w 3731172"/>
                        <a:gd name="connsiteY5-258" fmla="*/ 441434 h 1418896"/>
                        <a:gd name="connsiteX6-259" fmla="*/ 2596055 w 3731172"/>
                        <a:gd name="connsiteY6-260" fmla="*/ 914400 h 1418896"/>
                        <a:gd name="connsiteX7-261" fmla="*/ 3731172 w 3731172"/>
                        <a:gd name="connsiteY7-262" fmla="*/ 1345324 h 1418896"/>
                        <a:gd name="connsiteX8-263" fmla="*/ 3447393 w 3731172"/>
                        <a:gd name="connsiteY8-264" fmla="*/ 1408386 h 1418896"/>
                        <a:gd name="connsiteX9-265" fmla="*/ 1870841 w 3731172"/>
                        <a:gd name="connsiteY9-266" fmla="*/ 746234 h 1418896"/>
                        <a:gd name="connsiteX10-267" fmla="*/ 262758 w 3731172"/>
                        <a:gd name="connsiteY10-268" fmla="*/ 1418896 h 1418896"/>
                        <a:gd name="connsiteX11-269" fmla="*/ 0 w 3731172"/>
                        <a:gd name="connsiteY11-270" fmla="*/ 1324303 h 1418896"/>
                        <a:gd name="connsiteX12-271" fmla="*/ 1145627 w 3731172"/>
                        <a:gd name="connsiteY12-272" fmla="*/ 882869 h 1418896"/>
                        <a:gd name="connsiteX13-273" fmla="*/ 1145626 w 3731172"/>
                        <a:gd name="connsiteY13-274" fmla="*/ 451945 h 1418896"/>
                        <a:gd name="connsiteX14-275" fmla="*/ 189185 w 3731172"/>
                        <a:gd name="connsiteY14-276" fmla="*/ 84081 h 1418896"/>
                        <a:gd name="connsiteX15-277" fmla="*/ 168165 w 3731172"/>
                        <a:gd name="connsiteY15-278" fmla="*/ 73572 h 1418896"/>
                        <a:gd name="connsiteX0-279" fmla="*/ 168165 w 3731172"/>
                        <a:gd name="connsiteY0-280" fmla="*/ 73572 h 1418896"/>
                        <a:gd name="connsiteX1-281" fmla="*/ 451945 w 3731172"/>
                        <a:gd name="connsiteY1-282" fmla="*/ 0 h 1418896"/>
                        <a:gd name="connsiteX2-283" fmla="*/ 1881352 w 3731172"/>
                        <a:gd name="connsiteY2-284" fmla="*/ 599089 h 1418896"/>
                        <a:gd name="connsiteX3-285" fmla="*/ 3363310 w 3731172"/>
                        <a:gd name="connsiteY3-286" fmla="*/ 0 h 1418896"/>
                        <a:gd name="connsiteX4-287" fmla="*/ 3584027 w 3731172"/>
                        <a:gd name="connsiteY4-288" fmla="*/ 73572 h 1418896"/>
                        <a:gd name="connsiteX5-289" fmla="*/ 2627586 w 3731172"/>
                        <a:gd name="connsiteY5-290" fmla="*/ 441434 h 1418896"/>
                        <a:gd name="connsiteX6-291" fmla="*/ 2596055 w 3731172"/>
                        <a:gd name="connsiteY6-292" fmla="*/ 914400 h 1418896"/>
                        <a:gd name="connsiteX7-293" fmla="*/ 3731172 w 3731172"/>
                        <a:gd name="connsiteY7-294" fmla="*/ 1345324 h 1418896"/>
                        <a:gd name="connsiteX8-295" fmla="*/ 3447393 w 3731172"/>
                        <a:gd name="connsiteY8-296" fmla="*/ 1408386 h 1418896"/>
                        <a:gd name="connsiteX9-297" fmla="*/ 1870841 w 3731172"/>
                        <a:gd name="connsiteY9-298" fmla="*/ 746234 h 1418896"/>
                        <a:gd name="connsiteX10-299" fmla="*/ 262758 w 3731172"/>
                        <a:gd name="connsiteY10-300" fmla="*/ 1418896 h 1418896"/>
                        <a:gd name="connsiteX11-301" fmla="*/ 0 w 3731172"/>
                        <a:gd name="connsiteY11-302" fmla="*/ 1324303 h 1418896"/>
                        <a:gd name="connsiteX12-303" fmla="*/ 1145627 w 3731172"/>
                        <a:gd name="connsiteY12-304" fmla="*/ 903890 h 1418896"/>
                        <a:gd name="connsiteX13-305" fmla="*/ 1145626 w 3731172"/>
                        <a:gd name="connsiteY13-306" fmla="*/ 451945 h 1418896"/>
                        <a:gd name="connsiteX14-307" fmla="*/ 189185 w 3731172"/>
                        <a:gd name="connsiteY14-308" fmla="*/ 84081 h 1418896"/>
                        <a:gd name="connsiteX15-309" fmla="*/ 168165 w 3731172"/>
                        <a:gd name="connsiteY15-310" fmla="*/ 73572 h 1418896"/>
                        <a:gd name="connsiteX0-311" fmla="*/ 147144 w 3710151"/>
                        <a:gd name="connsiteY0-312" fmla="*/ 73572 h 1418896"/>
                        <a:gd name="connsiteX1-313" fmla="*/ 430924 w 3710151"/>
                        <a:gd name="connsiteY1-314" fmla="*/ 0 h 1418896"/>
                        <a:gd name="connsiteX2-315" fmla="*/ 1860331 w 3710151"/>
                        <a:gd name="connsiteY2-316" fmla="*/ 599089 h 1418896"/>
                        <a:gd name="connsiteX3-317" fmla="*/ 3342289 w 3710151"/>
                        <a:gd name="connsiteY3-318" fmla="*/ 0 h 1418896"/>
                        <a:gd name="connsiteX4-319" fmla="*/ 3563006 w 3710151"/>
                        <a:gd name="connsiteY4-320" fmla="*/ 73572 h 1418896"/>
                        <a:gd name="connsiteX5-321" fmla="*/ 2606565 w 3710151"/>
                        <a:gd name="connsiteY5-322" fmla="*/ 441434 h 1418896"/>
                        <a:gd name="connsiteX6-323" fmla="*/ 2575034 w 3710151"/>
                        <a:gd name="connsiteY6-324" fmla="*/ 914400 h 1418896"/>
                        <a:gd name="connsiteX7-325" fmla="*/ 3710151 w 3710151"/>
                        <a:gd name="connsiteY7-326" fmla="*/ 1345324 h 1418896"/>
                        <a:gd name="connsiteX8-327" fmla="*/ 3426372 w 3710151"/>
                        <a:gd name="connsiteY8-328" fmla="*/ 1408386 h 1418896"/>
                        <a:gd name="connsiteX9-329" fmla="*/ 1849820 w 3710151"/>
                        <a:gd name="connsiteY9-330" fmla="*/ 746234 h 1418896"/>
                        <a:gd name="connsiteX10-331" fmla="*/ 241737 w 3710151"/>
                        <a:gd name="connsiteY10-332" fmla="*/ 1418896 h 1418896"/>
                        <a:gd name="connsiteX11-333" fmla="*/ 0 w 3710151"/>
                        <a:gd name="connsiteY11-334" fmla="*/ 1334814 h 1418896"/>
                        <a:gd name="connsiteX12-335" fmla="*/ 1124606 w 3710151"/>
                        <a:gd name="connsiteY12-336" fmla="*/ 903890 h 1418896"/>
                        <a:gd name="connsiteX13-337" fmla="*/ 1124605 w 3710151"/>
                        <a:gd name="connsiteY13-338" fmla="*/ 451945 h 1418896"/>
                        <a:gd name="connsiteX14-339" fmla="*/ 168164 w 3710151"/>
                        <a:gd name="connsiteY14-340" fmla="*/ 84081 h 1418896"/>
                        <a:gd name="connsiteX15-341" fmla="*/ 147144 w 3710151"/>
                        <a:gd name="connsiteY15-342" fmla="*/ 73572 h 1418896"/>
                        <a:gd name="connsiteX0-343" fmla="*/ 147144 w 3710151"/>
                        <a:gd name="connsiteY0-344" fmla="*/ 73572 h 1418896"/>
                        <a:gd name="connsiteX1-345" fmla="*/ 430924 w 3710151"/>
                        <a:gd name="connsiteY1-346" fmla="*/ 0 h 1418896"/>
                        <a:gd name="connsiteX2-347" fmla="*/ 1860331 w 3710151"/>
                        <a:gd name="connsiteY2-348" fmla="*/ 599089 h 1418896"/>
                        <a:gd name="connsiteX3-349" fmla="*/ 3342289 w 3710151"/>
                        <a:gd name="connsiteY3-350" fmla="*/ 0 h 1418896"/>
                        <a:gd name="connsiteX4-351" fmla="*/ 3563006 w 3710151"/>
                        <a:gd name="connsiteY4-352" fmla="*/ 73572 h 1418896"/>
                        <a:gd name="connsiteX5-353" fmla="*/ 2606565 w 3710151"/>
                        <a:gd name="connsiteY5-354" fmla="*/ 441434 h 1418896"/>
                        <a:gd name="connsiteX6-355" fmla="*/ 2606565 w 3710151"/>
                        <a:gd name="connsiteY6-356" fmla="*/ 924910 h 1418896"/>
                        <a:gd name="connsiteX7-357" fmla="*/ 3710151 w 3710151"/>
                        <a:gd name="connsiteY7-358" fmla="*/ 1345324 h 1418896"/>
                        <a:gd name="connsiteX8-359" fmla="*/ 3426372 w 3710151"/>
                        <a:gd name="connsiteY8-360" fmla="*/ 1408386 h 1418896"/>
                        <a:gd name="connsiteX9-361" fmla="*/ 1849820 w 3710151"/>
                        <a:gd name="connsiteY9-362" fmla="*/ 746234 h 1418896"/>
                        <a:gd name="connsiteX10-363" fmla="*/ 241737 w 3710151"/>
                        <a:gd name="connsiteY10-364" fmla="*/ 1418896 h 1418896"/>
                        <a:gd name="connsiteX11-365" fmla="*/ 0 w 3710151"/>
                        <a:gd name="connsiteY11-366" fmla="*/ 1334814 h 1418896"/>
                        <a:gd name="connsiteX12-367" fmla="*/ 1124606 w 3710151"/>
                        <a:gd name="connsiteY12-368" fmla="*/ 903890 h 1418896"/>
                        <a:gd name="connsiteX13-369" fmla="*/ 1124605 w 3710151"/>
                        <a:gd name="connsiteY13-370" fmla="*/ 451945 h 1418896"/>
                        <a:gd name="connsiteX14-371" fmla="*/ 168164 w 3710151"/>
                        <a:gd name="connsiteY14-372" fmla="*/ 84081 h 1418896"/>
                        <a:gd name="connsiteX15-373" fmla="*/ 147144 w 3710151"/>
                        <a:gd name="connsiteY15-374" fmla="*/ 73572 h 1418896"/>
                        <a:gd name="connsiteX0-375" fmla="*/ 147144 w 3710151"/>
                        <a:gd name="connsiteY0-376" fmla="*/ 73572 h 1418896"/>
                        <a:gd name="connsiteX1-377" fmla="*/ 430924 w 3710151"/>
                        <a:gd name="connsiteY1-378" fmla="*/ 0 h 1418896"/>
                        <a:gd name="connsiteX2-379" fmla="*/ 1860331 w 3710151"/>
                        <a:gd name="connsiteY2-380" fmla="*/ 599089 h 1418896"/>
                        <a:gd name="connsiteX3-381" fmla="*/ 3342289 w 3710151"/>
                        <a:gd name="connsiteY3-382" fmla="*/ 0 h 1418896"/>
                        <a:gd name="connsiteX4-383" fmla="*/ 3563006 w 3710151"/>
                        <a:gd name="connsiteY4-384" fmla="*/ 73572 h 1418896"/>
                        <a:gd name="connsiteX5-385" fmla="*/ 2606565 w 3710151"/>
                        <a:gd name="connsiteY5-386" fmla="*/ 441434 h 1418896"/>
                        <a:gd name="connsiteX6-387" fmla="*/ 2610282 w 3710151"/>
                        <a:gd name="connsiteY6-388" fmla="*/ 902607 h 1418896"/>
                        <a:gd name="connsiteX7-389" fmla="*/ 3710151 w 3710151"/>
                        <a:gd name="connsiteY7-390" fmla="*/ 1345324 h 1418896"/>
                        <a:gd name="connsiteX8-391" fmla="*/ 3426372 w 3710151"/>
                        <a:gd name="connsiteY8-392" fmla="*/ 1408386 h 1418896"/>
                        <a:gd name="connsiteX9-393" fmla="*/ 1849820 w 3710151"/>
                        <a:gd name="connsiteY9-394" fmla="*/ 746234 h 1418896"/>
                        <a:gd name="connsiteX10-395" fmla="*/ 241737 w 3710151"/>
                        <a:gd name="connsiteY10-396" fmla="*/ 1418896 h 1418896"/>
                        <a:gd name="connsiteX11-397" fmla="*/ 0 w 3710151"/>
                        <a:gd name="connsiteY11-398" fmla="*/ 1334814 h 1418896"/>
                        <a:gd name="connsiteX12-399" fmla="*/ 1124606 w 3710151"/>
                        <a:gd name="connsiteY12-400" fmla="*/ 903890 h 1418896"/>
                        <a:gd name="connsiteX13-401" fmla="*/ 1124605 w 3710151"/>
                        <a:gd name="connsiteY13-402" fmla="*/ 451945 h 1418896"/>
                        <a:gd name="connsiteX14-403" fmla="*/ 168164 w 3710151"/>
                        <a:gd name="connsiteY14-404" fmla="*/ 84081 h 1418896"/>
                        <a:gd name="connsiteX15-405" fmla="*/ 147144 w 3710151"/>
                        <a:gd name="connsiteY15-406" fmla="*/ 73572 h 1418896"/>
                        <a:gd name="connsiteX0-407" fmla="*/ 147144 w 3710151"/>
                        <a:gd name="connsiteY0-408" fmla="*/ 73572 h 1418896"/>
                        <a:gd name="connsiteX1-409" fmla="*/ 430924 w 3710151"/>
                        <a:gd name="connsiteY1-410" fmla="*/ 0 h 1418896"/>
                        <a:gd name="connsiteX2-411" fmla="*/ 1860331 w 3710151"/>
                        <a:gd name="connsiteY2-412" fmla="*/ 599089 h 1418896"/>
                        <a:gd name="connsiteX3-413" fmla="*/ 3342289 w 3710151"/>
                        <a:gd name="connsiteY3-414" fmla="*/ 0 h 1418896"/>
                        <a:gd name="connsiteX4-415" fmla="*/ 3563006 w 3710151"/>
                        <a:gd name="connsiteY4-416" fmla="*/ 73572 h 1418896"/>
                        <a:gd name="connsiteX5-417" fmla="*/ 2617717 w 3710151"/>
                        <a:gd name="connsiteY5-418" fmla="*/ 445151 h 1418896"/>
                        <a:gd name="connsiteX6-419" fmla="*/ 2610282 w 3710151"/>
                        <a:gd name="connsiteY6-420" fmla="*/ 902607 h 1418896"/>
                        <a:gd name="connsiteX7-421" fmla="*/ 3710151 w 3710151"/>
                        <a:gd name="connsiteY7-422" fmla="*/ 1345324 h 1418896"/>
                        <a:gd name="connsiteX8-423" fmla="*/ 3426372 w 3710151"/>
                        <a:gd name="connsiteY8-424" fmla="*/ 1408386 h 1418896"/>
                        <a:gd name="connsiteX9-425" fmla="*/ 1849820 w 3710151"/>
                        <a:gd name="connsiteY9-426" fmla="*/ 746234 h 1418896"/>
                        <a:gd name="connsiteX10-427" fmla="*/ 241737 w 3710151"/>
                        <a:gd name="connsiteY10-428" fmla="*/ 1418896 h 1418896"/>
                        <a:gd name="connsiteX11-429" fmla="*/ 0 w 3710151"/>
                        <a:gd name="connsiteY11-430" fmla="*/ 1334814 h 1418896"/>
                        <a:gd name="connsiteX12-431" fmla="*/ 1124606 w 3710151"/>
                        <a:gd name="connsiteY12-432" fmla="*/ 903890 h 1418896"/>
                        <a:gd name="connsiteX13-433" fmla="*/ 1124605 w 3710151"/>
                        <a:gd name="connsiteY13-434" fmla="*/ 451945 h 1418896"/>
                        <a:gd name="connsiteX14-435" fmla="*/ 168164 w 3710151"/>
                        <a:gd name="connsiteY14-436" fmla="*/ 84081 h 1418896"/>
                        <a:gd name="connsiteX15-437" fmla="*/ 147144 w 3710151"/>
                        <a:gd name="connsiteY15-438" fmla="*/ 73572 h 1418896"/>
                        <a:gd name="connsiteX0-439" fmla="*/ 147144 w 3710151"/>
                        <a:gd name="connsiteY0-440" fmla="*/ 73572 h 1418896"/>
                        <a:gd name="connsiteX1-441" fmla="*/ 430924 w 3710151"/>
                        <a:gd name="connsiteY1-442" fmla="*/ 0 h 1418896"/>
                        <a:gd name="connsiteX2-443" fmla="*/ 1860331 w 3710151"/>
                        <a:gd name="connsiteY2-444" fmla="*/ 599089 h 1418896"/>
                        <a:gd name="connsiteX3-445" fmla="*/ 3342289 w 3710151"/>
                        <a:gd name="connsiteY3-446" fmla="*/ 0 h 1418896"/>
                        <a:gd name="connsiteX4-447" fmla="*/ 3563006 w 3710151"/>
                        <a:gd name="connsiteY4-448" fmla="*/ 73572 h 1418896"/>
                        <a:gd name="connsiteX5-449" fmla="*/ 2617717 w 3710151"/>
                        <a:gd name="connsiteY5-450" fmla="*/ 448868 h 1418896"/>
                        <a:gd name="connsiteX6-451" fmla="*/ 2610282 w 3710151"/>
                        <a:gd name="connsiteY6-452" fmla="*/ 902607 h 1418896"/>
                        <a:gd name="connsiteX7-453" fmla="*/ 3710151 w 3710151"/>
                        <a:gd name="connsiteY7-454" fmla="*/ 1345324 h 1418896"/>
                        <a:gd name="connsiteX8-455" fmla="*/ 3426372 w 3710151"/>
                        <a:gd name="connsiteY8-456" fmla="*/ 1408386 h 1418896"/>
                        <a:gd name="connsiteX9-457" fmla="*/ 1849820 w 3710151"/>
                        <a:gd name="connsiteY9-458" fmla="*/ 746234 h 1418896"/>
                        <a:gd name="connsiteX10-459" fmla="*/ 241737 w 3710151"/>
                        <a:gd name="connsiteY10-460" fmla="*/ 1418896 h 1418896"/>
                        <a:gd name="connsiteX11-461" fmla="*/ 0 w 3710151"/>
                        <a:gd name="connsiteY11-462" fmla="*/ 1334814 h 1418896"/>
                        <a:gd name="connsiteX12-463" fmla="*/ 1124606 w 3710151"/>
                        <a:gd name="connsiteY12-464" fmla="*/ 903890 h 1418896"/>
                        <a:gd name="connsiteX13-465" fmla="*/ 1124605 w 3710151"/>
                        <a:gd name="connsiteY13-466" fmla="*/ 451945 h 1418896"/>
                        <a:gd name="connsiteX14-467" fmla="*/ 168164 w 3710151"/>
                        <a:gd name="connsiteY14-468" fmla="*/ 84081 h 1418896"/>
                        <a:gd name="connsiteX15-469" fmla="*/ 147144 w 3710151"/>
                        <a:gd name="connsiteY15-470" fmla="*/ 73572 h 1418896"/>
                        <a:gd name="connsiteX0-471" fmla="*/ 147144 w 3710151"/>
                        <a:gd name="connsiteY0-472" fmla="*/ 73572 h 1418896"/>
                        <a:gd name="connsiteX1-473" fmla="*/ 430924 w 3710151"/>
                        <a:gd name="connsiteY1-474" fmla="*/ 0 h 1418896"/>
                        <a:gd name="connsiteX2-475" fmla="*/ 1838028 w 3710151"/>
                        <a:gd name="connsiteY2-476" fmla="*/ 591655 h 1418896"/>
                        <a:gd name="connsiteX3-477" fmla="*/ 3342289 w 3710151"/>
                        <a:gd name="connsiteY3-478" fmla="*/ 0 h 1418896"/>
                        <a:gd name="connsiteX4-479" fmla="*/ 3563006 w 3710151"/>
                        <a:gd name="connsiteY4-480" fmla="*/ 73572 h 1418896"/>
                        <a:gd name="connsiteX5-481" fmla="*/ 2617717 w 3710151"/>
                        <a:gd name="connsiteY5-482" fmla="*/ 448868 h 1418896"/>
                        <a:gd name="connsiteX6-483" fmla="*/ 2610282 w 3710151"/>
                        <a:gd name="connsiteY6-484" fmla="*/ 902607 h 1418896"/>
                        <a:gd name="connsiteX7-485" fmla="*/ 3710151 w 3710151"/>
                        <a:gd name="connsiteY7-486" fmla="*/ 1345324 h 1418896"/>
                        <a:gd name="connsiteX8-487" fmla="*/ 3426372 w 3710151"/>
                        <a:gd name="connsiteY8-488" fmla="*/ 1408386 h 1418896"/>
                        <a:gd name="connsiteX9-489" fmla="*/ 1849820 w 3710151"/>
                        <a:gd name="connsiteY9-490" fmla="*/ 746234 h 1418896"/>
                        <a:gd name="connsiteX10-491" fmla="*/ 241737 w 3710151"/>
                        <a:gd name="connsiteY10-492" fmla="*/ 1418896 h 1418896"/>
                        <a:gd name="connsiteX11-493" fmla="*/ 0 w 3710151"/>
                        <a:gd name="connsiteY11-494" fmla="*/ 1334814 h 1418896"/>
                        <a:gd name="connsiteX12-495" fmla="*/ 1124606 w 3710151"/>
                        <a:gd name="connsiteY12-496" fmla="*/ 903890 h 1418896"/>
                        <a:gd name="connsiteX13-497" fmla="*/ 1124605 w 3710151"/>
                        <a:gd name="connsiteY13-498" fmla="*/ 451945 h 1418896"/>
                        <a:gd name="connsiteX14-499" fmla="*/ 168164 w 3710151"/>
                        <a:gd name="connsiteY14-500" fmla="*/ 84081 h 1418896"/>
                        <a:gd name="connsiteX15-501" fmla="*/ 147144 w 3710151"/>
                        <a:gd name="connsiteY15-502" fmla="*/ 73572 h 1418896"/>
                        <a:gd name="connsiteX0-503" fmla="*/ 147144 w 3710151"/>
                        <a:gd name="connsiteY0-504" fmla="*/ 73572 h 1418896"/>
                        <a:gd name="connsiteX1-505" fmla="*/ 430924 w 3710151"/>
                        <a:gd name="connsiteY1-506" fmla="*/ 0 h 1418896"/>
                        <a:gd name="connsiteX2-507" fmla="*/ 1838028 w 3710151"/>
                        <a:gd name="connsiteY2-508" fmla="*/ 591655 h 1418896"/>
                        <a:gd name="connsiteX3-509" fmla="*/ 3342289 w 3710151"/>
                        <a:gd name="connsiteY3-510" fmla="*/ 0 h 1418896"/>
                        <a:gd name="connsiteX4-511" fmla="*/ 3563006 w 3710151"/>
                        <a:gd name="connsiteY4-512" fmla="*/ 73572 h 1418896"/>
                        <a:gd name="connsiteX5-513" fmla="*/ 2617717 w 3710151"/>
                        <a:gd name="connsiteY5-514" fmla="*/ 448868 h 1418896"/>
                        <a:gd name="connsiteX6-515" fmla="*/ 2610282 w 3710151"/>
                        <a:gd name="connsiteY6-516" fmla="*/ 902607 h 1418896"/>
                        <a:gd name="connsiteX7-517" fmla="*/ 3710151 w 3710151"/>
                        <a:gd name="connsiteY7-518" fmla="*/ 1345324 h 1418896"/>
                        <a:gd name="connsiteX8-519" fmla="*/ 3426372 w 3710151"/>
                        <a:gd name="connsiteY8-520" fmla="*/ 1408386 h 1418896"/>
                        <a:gd name="connsiteX9-521" fmla="*/ 1849820 w 3710151"/>
                        <a:gd name="connsiteY9-522" fmla="*/ 746234 h 1418896"/>
                        <a:gd name="connsiteX10-523" fmla="*/ 241737 w 3710151"/>
                        <a:gd name="connsiteY10-524" fmla="*/ 1418896 h 1418896"/>
                        <a:gd name="connsiteX11-525" fmla="*/ 0 w 3710151"/>
                        <a:gd name="connsiteY11-526" fmla="*/ 1334814 h 1418896"/>
                        <a:gd name="connsiteX12-527" fmla="*/ 1124606 w 3710151"/>
                        <a:gd name="connsiteY12-528" fmla="*/ 903890 h 1418896"/>
                        <a:gd name="connsiteX13-529" fmla="*/ 1087434 w 3710151"/>
                        <a:gd name="connsiteY13-530" fmla="*/ 451945 h 1418896"/>
                        <a:gd name="connsiteX14-531" fmla="*/ 168164 w 3710151"/>
                        <a:gd name="connsiteY14-532" fmla="*/ 84081 h 1418896"/>
                        <a:gd name="connsiteX15-533" fmla="*/ 147144 w 3710151"/>
                        <a:gd name="connsiteY15-534" fmla="*/ 73572 h 1418896"/>
                        <a:gd name="connsiteX0-535" fmla="*/ 147144 w 3710151"/>
                        <a:gd name="connsiteY0-536" fmla="*/ 73572 h 1418896"/>
                        <a:gd name="connsiteX1-537" fmla="*/ 430924 w 3710151"/>
                        <a:gd name="connsiteY1-538" fmla="*/ 0 h 1418896"/>
                        <a:gd name="connsiteX2-539" fmla="*/ 1838028 w 3710151"/>
                        <a:gd name="connsiteY2-540" fmla="*/ 591655 h 1418896"/>
                        <a:gd name="connsiteX3-541" fmla="*/ 3342289 w 3710151"/>
                        <a:gd name="connsiteY3-542" fmla="*/ 0 h 1418896"/>
                        <a:gd name="connsiteX4-543" fmla="*/ 3563006 w 3710151"/>
                        <a:gd name="connsiteY4-544" fmla="*/ 73572 h 1418896"/>
                        <a:gd name="connsiteX5-545" fmla="*/ 2617717 w 3710151"/>
                        <a:gd name="connsiteY5-546" fmla="*/ 448868 h 1418896"/>
                        <a:gd name="connsiteX6-547" fmla="*/ 2610282 w 3710151"/>
                        <a:gd name="connsiteY6-548" fmla="*/ 902607 h 1418896"/>
                        <a:gd name="connsiteX7-549" fmla="*/ 3710151 w 3710151"/>
                        <a:gd name="connsiteY7-550" fmla="*/ 1345324 h 1418896"/>
                        <a:gd name="connsiteX8-551" fmla="*/ 3426372 w 3710151"/>
                        <a:gd name="connsiteY8-552" fmla="*/ 1408386 h 1418896"/>
                        <a:gd name="connsiteX9-553" fmla="*/ 1849820 w 3710151"/>
                        <a:gd name="connsiteY9-554" fmla="*/ 746234 h 1418896"/>
                        <a:gd name="connsiteX10-555" fmla="*/ 241737 w 3710151"/>
                        <a:gd name="connsiteY10-556" fmla="*/ 1418896 h 1418896"/>
                        <a:gd name="connsiteX11-557" fmla="*/ 0 w 3710151"/>
                        <a:gd name="connsiteY11-558" fmla="*/ 1334814 h 1418896"/>
                        <a:gd name="connsiteX12-559" fmla="*/ 1098586 w 3710151"/>
                        <a:gd name="connsiteY12-560" fmla="*/ 903890 h 1418896"/>
                        <a:gd name="connsiteX13-561" fmla="*/ 1087434 w 3710151"/>
                        <a:gd name="connsiteY13-562" fmla="*/ 451945 h 1418896"/>
                        <a:gd name="connsiteX14-563" fmla="*/ 168164 w 3710151"/>
                        <a:gd name="connsiteY14-564" fmla="*/ 84081 h 1418896"/>
                        <a:gd name="connsiteX15-565" fmla="*/ 147144 w 3710151"/>
                        <a:gd name="connsiteY15-566" fmla="*/ 73572 h 1418896"/>
                        <a:gd name="connsiteX0-567" fmla="*/ 162012 w 3725019"/>
                        <a:gd name="connsiteY0-568" fmla="*/ 73572 h 1418896"/>
                        <a:gd name="connsiteX1-569" fmla="*/ 445792 w 3725019"/>
                        <a:gd name="connsiteY1-570" fmla="*/ 0 h 1418896"/>
                        <a:gd name="connsiteX2-571" fmla="*/ 1852896 w 3725019"/>
                        <a:gd name="connsiteY2-572" fmla="*/ 591655 h 1418896"/>
                        <a:gd name="connsiteX3-573" fmla="*/ 3357157 w 3725019"/>
                        <a:gd name="connsiteY3-574" fmla="*/ 0 h 1418896"/>
                        <a:gd name="connsiteX4-575" fmla="*/ 3577874 w 3725019"/>
                        <a:gd name="connsiteY4-576" fmla="*/ 73572 h 1418896"/>
                        <a:gd name="connsiteX5-577" fmla="*/ 2632585 w 3725019"/>
                        <a:gd name="connsiteY5-578" fmla="*/ 448868 h 1418896"/>
                        <a:gd name="connsiteX6-579" fmla="*/ 2625150 w 3725019"/>
                        <a:gd name="connsiteY6-580" fmla="*/ 902607 h 1418896"/>
                        <a:gd name="connsiteX7-581" fmla="*/ 3725019 w 3725019"/>
                        <a:gd name="connsiteY7-582" fmla="*/ 1345324 h 1418896"/>
                        <a:gd name="connsiteX8-583" fmla="*/ 3441240 w 3725019"/>
                        <a:gd name="connsiteY8-584" fmla="*/ 1408386 h 1418896"/>
                        <a:gd name="connsiteX9-585" fmla="*/ 1864688 w 3725019"/>
                        <a:gd name="connsiteY9-586" fmla="*/ 746234 h 1418896"/>
                        <a:gd name="connsiteX10-587" fmla="*/ 256605 w 3725019"/>
                        <a:gd name="connsiteY10-588" fmla="*/ 1418896 h 1418896"/>
                        <a:gd name="connsiteX11-589" fmla="*/ 0 w 3725019"/>
                        <a:gd name="connsiteY11-590" fmla="*/ 1331097 h 1418896"/>
                        <a:gd name="connsiteX12-591" fmla="*/ 1113454 w 3725019"/>
                        <a:gd name="connsiteY12-592" fmla="*/ 903890 h 1418896"/>
                        <a:gd name="connsiteX13-593" fmla="*/ 1102302 w 3725019"/>
                        <a:gd name="connsiteY13-594" fmla="*/ 451945 h 1418896"/>
                        <a:gd name="connsiteX14-595" fmla="*/ 183032 w 3725019"/>
                        <a:gd name="connsiteY14-596" fmla="*/ 84081 h 1418896"/>
                        <a:gd name="connsiteX15-597" fmla="*/ 162012 w 3725019"/>
                        <a:gd name="connsiteY15-598" fmla="*/ 73572 h 141889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  <a:cxn ang="0">
                          <a:pos x="connsiteX11-23" y="connsiteY11-24"/>
                        </a:cxn>
                        <a:cxn ang="0">
                          <a:pos x="connsiteX12-25" y="connsiteY12-26"/>
                        </a:cxn>
                        <a:cxn ang="0">
                          <a:pos x="connsiteX13-27" y="connsiteY13-28"/>
                        </a:cxn>
                        <a:cxn ang="0">
                          <a:pos x="connsiteX14-29" y="connsiteY14-30"/>
                        </a:cxn>
                        <a:cxn ang="0">
                          <a:pos x="connsiteX15-31" y="connsiteY15-32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pic>
              <p:nvPicPr>
                <p:cNvPr id="146" name="Picture 1065" descr="antenna_stylized"/>
                <p:cNvPicPr>
                  <a:picLocks noChangeAspect="1" noChangeArrowheads="1"/>
                </p:cNvPicPr>
                <p:nvPr/>
              </p:nvPicPr>
              <p:blipFill>
                <a:blip r:embed="rId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01681" y="5852809"/>
                  <a:ext cx="307702" cy="1688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7" name="Picture 1065" descr="antenna_stylized"/>
                <p:cNvPicPr>
                  <a:picLocks noChangeAspect="1" noChangeArrowheads="1"/>
                </p:cNvPicPr>
                <p:nvPr/>
              </p:nvPicPr>
              <p:blipFill>
                <a:blip r:embed="rId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34746" y="5795138"/>
                  <a:ext cx="316707" cy="13896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17" name="Group 16"/>
            <p:cNvGrpSpPr/>
            <p:nvPr/>
          </p:nvGrpSpPr>
          <p:grpSpPr>
            <a:xfrm>
              <a:off x="10925982" y="4188911"/>
              <a:ext cx="657413" cy="451816"/>
              <a:chOff x="10925982" y="4188911"/>
              <a:chExt cx="657413" cy="451816"/>
            </a:xfrm>
          </p:grpSpPr>
          <p:grpSp>
            <p:nvGrpSpPr>
              <p:cNvPr id="375" name="Group 374"/>
              <p:cNvGrpSpPr/>
              <p:nvPr/>
            </p:nvGrpSpPr>
            <p:grpSpPr>
              <a:xfrm>
                <a:off x="11093556" y="4188911"/>
                <a:ext cx="489839" cy="451816"/>
                <a:chOff x="5103720" y="2693365"/>
                <a:chExt cx="611650" cy="414788"/>
              </a:xfrm>
            </p:grpSpPr>
            <p:cxnSp>
              <p:nvCxnSpPr>
                <p:cNvPr id="376" name="Straight Connector 375"/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78" name="Group 377"/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79" name="Picture 378" descr="server_rack.png"/>
                  <p:cNvPicPr>
                    <a:picLocks noChangeAspect="1"/>
                  </p:cNvPicPr>
                  <p:nvPr/>
                </p:nvPicPr>
                <p:blipFill>
                  <a:blip r:embed="rId1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0" name="Picture 379" descr="server_rack.png"/>
                  <p:cNvPicPr>
                    <a:picLocks noChangeAspect="1"/>
                  </p:cNvPicPr>
                  <p:nvPr/>
                </p:nvPicPr>
                <p:blipFill>
                  <a:blip r:embed="rId1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1" name="Picture 380" descr="server_rack.png"/>
                  <p:cNvPicPr>
                    <a:picLocks noChangeAspect="1"/>
                  </p:cNvPicPr>
                  <p:nvPr/>
                </p:nvPicPr>
                <p:blipFill>
                  <a:blip r:embed="rId1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447" name="Group 446"/>
              <p:cNvGrpSpPr/>
              <p:nvPr/>
            </p:nvGrpSpPr>
            <p:grpSpPr>
              <a:xfrm>
                <a:off x="10925982" y="4369125"/>
                <a:ext cx="228295" cy="120400"/>
                <a:chOff x="7493876" y="2774731"/>
                <a:chExt cx="1481958" cy="894622"/>
              </a:xfrm>
            </p:grpSpPr>
            <p:sp>
              <p:nvSpPr>
                <p:cNvPr id="448" name="Freeform 447"/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-1" fmla="*/ 8187558 w 8187558"/>
                    <a:gd name="connsiteY0-2" fmla="*/ 0 h 2617076"/>
                    <a:gd name="connsiteX1-3" fmla="*/ 8187558 w 8187558"/>
                    <a:gd name="connsiteY1-4" fmla="*/ 1271752 h 2617076"/>
                    <a:gd name="connsiteX2-5" fmla="*/ 4025462 w 8187558"/>
                    <a:gd name="connsiteY2-6" fmla="*/ 2617076 h 2617076"/>
                    <a:gd name="connsiteX3-7" fmla="*/ 0 w 8187558"/>
                    <a:gd name="connsiteY3-8" fmla="*/ 1229711 h 2617076"/>
                    <a:gd name="connsiteX4-9" fmla="*/ 31531 w 8187558"/>
                    <a:gd name="connsiteY4-10" fmla="*/ 147145 h 2617076"/>
                    <a:gd name="connsiteX5-11" fmla="*/ 4046482 w 8187558"/>
                    <a:gd name="connsiteY5-12" fmla="*/ 1576552 h 2617076"/>
                    <a:gd name="connsiteX6-13" fmla="*/ 8187558 w 8187558"/>
                    <a:gd name="connsiteY6-14" fmla="*/ 0 h 2617076"/>
                    <a:gd name="connsiteX0-15" fmla="*/ 8187558 w 8187558"/>
                    <a:gd name="connsiteY0-16" fmla="*/ 0 h 2617076"/>
                    <a:gd name="connsiteX1-17" fmla="*/ 8187558 w 8187558"/>
                    <a:gd name="connsiteY1-18" fmla="*/ 1271752 h 2617076"/>
                    <a:gd name="connsiteX2-19" fmla="*/ 4025462 w 8187558"/>
                    <a:gd name="connsiteY2-20" fmla="*/ 2617076 h 2617076"/>
                    <a:gd name="connsiteX3-21" fmla="*/ 0 w 8187558"/>
                    <a:gd name="connsiteY3-22" fmla="*/ 1229711 h 2617076"/>
                    <a:gd name="connsiteX4-23" fmla="*/ 31531 w 8187558"/>
                    <a:gd name="connsiteY4-24" fmla="*/ 147145 h 2617076"/>
                    <a:gd name="connsiteX5-25" fmla="*/ 4046482 w 8187558"/>
                    <a:gd name="connsiteY5-26" fmla="*/ 1576552 h 2617076"/>
                    <a:gd name="connsiteX6-27" fmla="*/ 8187558 w 8187558"/>
                    <a:gd name="connsiteY6-28" fmla="*/ 0 h 2617076"/>
                    <a:gd name="connsiteX0-29" fmla="*/ 8187558 w 8187558"/>
                    <a:gd name="connsiteY0-30" fmla="*/ 0 h 2617076"/>
                    <a:gd name="connsiteX1-31" fmla="*/ 8187558 w 8187558"/>
                    <a:gd name="connsiteY1-32" fmla="*/ 1271752 h 2617076"/>
                    <a:gd name="connsiteX2-33" fmla="*/ 4025462 w 8187558"/>
                    <a:gd name="connsiteY2-34" fmla="*/ 2617076 h 2617076"/>
                    <a:gd name="connsiteX3-35" fmla="*/ 0 w 8187558"/>
                    <a:gd name="connsiteY3-36" fmla="*/ 1229711 h 2617076"/>
                    <a:gd name="connsiteX4-37" fmla="*/ 31531 w 8187558"/>
                    <a:gd name="connsiteY4-38" fmla="*/ 147145 h 2617076"/>
                    <a:gd name="connsiteX5-39" fmla="*/ 4046482 w 8187558"/>
                    <a:gd name="connsiteY5-40" fmla="*/ 1576552 h 2617076"/>
                    <a:gd name="connsiteX6-41" fmla="*/ 8187558 w 8187558"/>
                    <a:gd name="connsiteY6-42" fmla="*/ 0 h 2617076"/>
                    <a:gd name="connsiteX0-43" fmla="*/ 8187558 w 8187558"/>
                    <a:gd name="connsiteY0-44" fmla="*/ 0 h 2617076"/>
                    <a:gd name="connsiteX1-45" fmla="*/ 8187558 w 8187558"/>
                    <a:gd name="connsiteY1-46" fmla="*/ 1271752 h 2617076"/>
                    <a:gd name="connsiteX2-47" fmla="*/ 4025462 w 8187558"/>
                    <a:gd name="connsiteY2-48" fmla="*/ 2617076 h 2617076"/>
                    <a:gd name="connsiteX3-49" fmla="*/ 0 w 8187558"/>
                    <a:gd name="connsiteY3-50" fmla="*/ 1229711 h 2617076"/>
                    <a:gd name="connsiteX4-51" fmla="*/ 31531 w 8187558"/>
                    <a:gd name="connsiteY4-52" fmla="*/ 147145 h 2617076"/>
                    <a:gd name="connsiteX5-53" fmla="*/ 4046482 w 8187558"/>
                    <a:gd name="connsiteY5-54" fmla="*/ 1576552 h 2617076"/>
                    <a:gd name="connsiteX6-55" fmla="*/ 8187558 w 8187558"/>
                    <a:gd name="connsiteY6-56" fmla="*/ 0 h 2617076"/>
                    <a:gd name="connsiteX0-57" fmla="*/ 8187558 w 8187558"/>
                    <a:gd name="connsiteY0-58" fmla="*/ 0 h 2617076"/>
                    <a:gd name="connsiteX1-59" fmla="*/ 8187558 w 8187558"/>
                    <a:gd name="connsiteY1-60" fmla="*/ 1271752 h 2617076"/>
                    <a:gd name="connsiteX2-61" fmla="*/ 4025462 w 8187558"/>
                    <a:gd name="connsiteY2-62" fmla="*/ 2617076 h 2617076"/>
                    <a:gd name="connsiteX3-63" fmla="*/ 0 w 8187558"/>
                    <a:gd name="connsiteY3-64" fmla="*/ 1229711 h 2617076"/>
                    <a:gd name="connsiteX4-65" fmla="*/ 31531 w 8187558"/>
                    <a:gd name="connsiteY4-66" fmla="*/ 147145 h 2617076"/>
                    <a:gd name="connsiteX5-67" fmla="*/ 4046482 w 8187558"/>
                    <a:gd name="connsiteY5-68" fmla="*/ 1576552 h 2617076"/>
                    <a:gd name="connsiteX6-69" fmla="*/ 8187558 w 8187558"/>
                    <a:gd name="connsiteY6-70" fmla="*/ 0 h 2617076"/>
                    <a:gd name="connsiteX0-71" fmla="*/ 8187558 w 8187558"/>
                    <a:gd name="connsiteY0-72" fmla="*/ 0 h 2617076"/>
                    <a:gd name="connsiteX1-73" fmla="*/ 8187558 w 8187558"/>
                    <a:gd name="connsiteY1-74" fmla="*/ 1271752 h 2617076"/>
                    <a:gd name="connsiteX2-75" fmla="*/ 4025462 w 8187558"/>
                    <a:gd name="connsiteY2-76" fmla="*/ 2617076 h 2617076"/>
                    <a:gd name="connsiteX3-77" fmla="*/ 0 w 8187558"/>
                    <a:gd name="connsiteY3-78" fmla="*/ 1229711 h 2617076"/>
                    <a:gd name="connsiteX4-79" fmla="*/ 31531 w 8187558"/>
                    <a:gd name="connsiteY4-80" fmla="*/ 147145 h 2617076"/>
                    <a:gd name="connsiteX5-81" fmla="*/ 4046482 w 8187558"/>
                    <a:gd name="connsiteY5-82" fmla="*/ 1576552 h 2617076"/>
                    <a:gd name="connsiteX6-83" fmla="*/ 8187558 w 8187558"/>
                    <a:gd name="connsiteY6-84" fmla="*/ 0 h 2617076"/>
                    <a:gd name="connsiteX0-85" fmla="*/ 8187558 w 8187558"/>
                    <a:gd name="connsiteY0-86" fmla="*/ 0 h 2638097"/>
                    <a:gd name="connsiteX1-87" fmla="*/ 8187558 w 8187558"/>
                    <a:gd name="connsiteY1-88" fmla="*/ 1271752 h 2638097"/>
                    <a:gd name="connsiteX2-89" fmla="*/ 4099035 w 8187558"/>
                    <a:gd name="connsiteY2-90" fmla="*/ 2638097 h 2638097"/>
                    <a:gd name="connsiteX3-91" fmla="*/ 0 w 8187558"/>
                    <a:gd name="connsiteY3-92" fmla="*/ 1229711 h 2638097"/>
                    <a:gd name="connsiteX4-93" fmla="*/ 31531 w 8187558"/>
                    <a:gd name="connsiteY4-94" fmla="*/ 147145 h 2638097"/>
                    <a:gd name="connsiteX5-95" fmla="*/ 4046482 w 8187558"/>
                    <a:gd name="connsiteY5-96" fmla="*/ 1576552 h 2638097"/>
                    <a:gd name="connsiteX6-97" fmla="*/ 8187558 w 8187558"/>
                    <a:gd name="connsiteY6-98" fmla="*/ 0 h 2638097"/>
                    <a:gd name="connsiteX0-99" fmla="*/ 8187558 w 8187558"/>
                    <a:gd name="connsiteY0-100" fmla="*/ 0 h 2638097"/>
                    <a:gd name="connsiteX1-101" fmla="*/ 8187558 w 8187558"/>
                    <a:gd name="connsiteY1-102" fmla="*/ 1271752 h 2638097"/>
                    <a:gd name="connsiteX2-103" fmla="*/ 4099035 w 8187558"/>
                    <a:gd name="connsiteY2-104" fmla="*/ 2638097 h 2638097"/>
                    <a:gd name="connsiteX3-105" fmla="*/ 0 w 8187558"/>
                    <a:gd name="connsiteY3-106" fmla="*/ 1229711 h 2638097"/>
                    <a:gd name="connsiteX4-107" fmla="*/ 31531 w 8187558"/>
                    <a:gd name="connsiteY4-108" fmla="*/ 147145 h 2638097"/>
                    <a:gd name="connsiteX5-109" fmla="*/ 4046482 w 8187558"/>
                    <a:gd name="connsiteY5-110" fmla="*/ 1576552 h 2638097"/>
                    <a:gd name="connsiteX6-111" fmla="*/ 8187558 w 8187558"/>
                    <a:gd name="connsiteY6-112" fmla="*/ 0 h 2638097"/>
                    <a:gd name="connsiteX0-113" fmla="*/ 8187558 w 8187558"/>
                    <a:gd name="connsiteY0-114" fmla="*/ 0 h 2638097"/>
                    <a:gd name="connsiteX1-115" fmla="*/ 8187558 w 8187558"/>
                    <a:gd name="connsiteY1-116" fmla="*/ 1271752 h 2638097"/>
                    <a:gd name="connsiteX2-117" fmla="*/ 4099035 w 8187558"/>
                    <a:gd name="connsiteY2-118" fmla="*/ 2638097 h 2638097"/>
                    <a:gd name="connsiteX3-119" fmla="*/ 0 w 8187558"/>
                    <a:gd name="connsiteY3-120" fmla="*/ 1229711 h 2638097"/>
                    <a:gd name="connsiteX4-121" fmla="*/ 31531 w 8187558"/>
                    <a:gd name="connsiteY4-122" fmla="*/ 147145 h 2638097"/>
                    <a:gd name="connsiteX5-123" fmla="*/ 4046482 w 8187558"/>
                    <a:gd name="connsiteY5-124" fmla="*/ 1576552 h 2638097"/>
                    <a:gd name="connsiteX6-125" fmla="*/ 8187558 w 8187558"/>
                    <a:gd name="connsiteY6-126" fmla="*/ 0 h 2638097"/>
                    <a:gd name="connsiteX0-127" fmla="*/ 8187558 w 8187558"/>
                    <a:gd name="connsiteY0-128" fmla="*/ 0 h 2638097"/>
                    <a:gd name="connsiteX1-129" fmla="*/ 8187558 w 8187558"/>
                    <a:gd name="connsiteY1-130" fmla="*/ 1271752 h 2638097"/>
                    <a:gd name="connsiteX2-131" fmla="*/ 4099035 w 8187558"/>
                    <a:gd name="connsiteY2-132" fmla="*/ 2638097 h 2638097"/>
                    <a:gd name="connsiteX3-133" fmla="*/ 0 w 8187558"/>
                    <a:gd name="connsiteY3-134" fmla="*/ 1229711 h 2638097"/>
                    <a:gd name="connsiteX4-135" fmla="*/ 31531 w 8187558"/>
                    <a:gd name="connsiteY4-136" fmla="*/ 147145 h 2638097"/>
                    <a:gd name="connsiteX5-137" fmla="*/ 4046482 w 8187558"/>
                    <a:gd name="connsiteY5-138" fmla="*/ 1576552 h 2638097"/>
                    <a:gd name="connsiteX6-139" fmla="*/ 8187558 w 8187558"/>
                    <a:gd name="connsiteY6-140" fmla="*/ 0 h 2638097"/>
                    <a:gd name="connsiteX0-141" fmla="*/ 8187558 w 8187558"/>
                    <a:gd name="connsiteY0-142" fmla="*/ 0 h 2638097"/>
                    <a:gd name="connsiteX1-143" fmla="*/ 8187558 w 8187558"/>
                    <a:gd name="connsiteY1-144" fmla="*/ 1271752 h 2638097"/>
                    <a:gd name="connsiteX2-145" fmla="*/ 4099035 w 8187558"/>
                    <a:gd name="connsiteY2-146" fmla="*/ 2638097 h 2638097"/>
                    <a:gd name="connsiteX3-147" fmla="*/ 0 w 8187558"/>
                    <a:gd name="connsiteY3-148" fmla="*/ 1229711 h 2638097"/>
                    <a:gd name="connsiteX4-149" fmla="*/ 31531 w 8187558"/>
                    <a:gd name="connsiteY4-150" fmla="*/ 147145 h 2638097"/>
                    <a:gd name="connsiteX5-151" fmla="*/ 4088524 w 8187558"/>
                    <a:gd name="connsiteY5-152" fmla="*/ 1597573 h 2638097"/>
                    <a:gd name="connsiteX6-153" fmla="*/ 8187558 w 8187558"/>
                    <a:gd name="connsiteY6-154" fmla="*/ 0 h 2638097"/>
                    <a:gd name="connsiteX0-155" fmla="*/ 8187558 w 8187558"/>
                    <a:gd name="connsiteY0-156" fmla="*/ 0 h 2638097"/>
                    <a:gd name="connsiteX1-157" fmla="*/ 8187558 w 8187558"/>
                    <a:gd name="connsiteY1-158" fmla="*/ 1271752 h 2638097"/>
                    <a:gd name="connsiteX2-159" fmla="*/ 4099035 w 8187558"/>
                    <a:gd name="connsiteY2-160" fmla="*/ 2638097 h 2638097"/>
                    <a:gd name="connsiteX3-161" fmla="*/ 0 w 8187558"/>
                    <a:gd name="connsiteY3-162" fmla="*/ 1229711 h 2638097"/>
                    <a:gd name="connsiteX4-163" fmla="*/ 31531 w 8187558"/>
                    <a:gd name="connsiteY4-164" fmla="*/ 147145 h 2638097"/>
                    <a:gd name="connsiteX5-165" fmla="*/ 4088524 w 8187558"/>
                    <a:gd name="connsiteY5-166" fmla="*/ 1597573 h 2638097"/>
                    <a:gd name="connsiteX6-167" fmla="*/ 8187558 w 8187558"/>
                    <a:gd name="connsiteY6-168" fmla="*/ 0 h 2638097"/>
                    <a:gd name="connsiteX0-169" fmla="*/ 8187558 w 8187558"/>
                    <a:gd name="connsiteY0-170" fmla="*/ 0 h 2638097"/>
                    <a:gd name="connsiteX1-171" fmla="*/ 8187558 w 8187558"/>
                    <a:gd name="connsiteY1-172" fmla="*/ 1271752 h 2638097"/>
                    <a:gd name="connsiteX2-173" fmla="*/ 4099035 w 8187558"/>
                    <a:gd name="connsiteY2-174" fmla="*/ 2638097 h 2638097"/>
                    <a:gd name="connsiteX3-175" fmla="*/ 0 w 8187558"/>
                    <a:gd name="connsiteY3-176" fmla="*/ 1229711 h 2638097"/>
                    <a:gd name="connsiteX4-177" fmla="*/ 31531 w 8187558"/>
                    <a:gd name="connsiteY4-178" fmla="*/ 147145 h 2638097"/>
                    <a:gd name="connsiteX5-179" fmla="*/ 4099035 w 8187558"/>
                    <a:gd name="connsiteY5-180" fmla="*/ 1566042 h 2638097"/>
                    <a:gd name="connsiteX6-181" fmla="*/ 8187558 w 8187558"/>
                    <a:gd name="connsiteY6-182" fmla="*/ 0 h 2638097"/>
                    <a:gd name="connsiteX0-183" fmla="*/ 8187558 w 8187558"/>
                    <a:gd name="connsiteY0-184" fmla="*/ 0 h 2638097"/>
                    <a:gd name="connsiteX1-185" fmla="*/ 8187558 w 8187558"/>
                    <a:gd name="connsiteY1-186" fmla="*/ 1271752 h 2638097"/>
                    <a:gd name="connsiteX2-187" fmla="*/ 4099035 w 8187558"/>
                    <a:gd name="connsiteY2-188" fmla="*/ 2638097 h 2638097"/>
                    <a:gd name="connsiteX3-189" fmla="*/ 0 w 8187558"/>
                    <a:gd name="connsiteY3-190" fmla="*/ 1229711 h 2638097"/>
                    <a:gd name="connsiteX4-191" fmla="*/ 31531 w 8187558"/>
                    <a:gd name="connsiteY4-192" fmla="*/ 147145 h 2638097"/>
                    <a:gd name="connsiteX5-193" fmla="*/ 4099035 w 8187558"/>
                    <a:gd name="connsiteY5-194" fmla="*/ 1566042 h 2638097"/>
                    <a:gd name="connsiteX6-195" fmla="*/ 8187558 w 8187558"/>
                    <a:gd name="connsiteY6-196" fmla="*/ 0 h 2638097"/>
                    <a:gd name="connsiteX0-197" fmla="*/ 8187558 w 8187558"/>
                    <a:gd name="connsiteY0-198" fmla="*/ 0 h 2638097"/>
                    <a:gd name="connsiteX1-199" fmla="*/ 8187558 w 8187558"/>
                    <a:gd name="connsiteY1-200" fmla="*/ 1271752 h 2638097"/>
                    <a:gd name="connsiteX2-201" fmla="*/ 4099035 w 8187558"/>
                    <a:gd name="connsiteY2-202" fmla="*/ 2638097 h 2638097"/>
                    <a:gd name="connsiteX3-203" fmla="*/ 0 w 8187558"/>
                    <a:gd name="connsiteY3-204" fmla="*/ 1229711 h 2638097"/>
                    <a:gd name="connsiteX4-205" fmla="*/ 31531 w 8187558"/>
                    <a:gd name="connsiteY4-206" fmla="*/ 147145 h 2638097"/>
                    <a:gd name="connsiteX5-207" fmla="*/ 4099035 w 8187558"/>
                    <a:gd name="connsiteY5-208" fmla="*/ 1566042 h 2638097"/>
                    <a:gd name="connsiteX6-209" fmla="*/ 8187558 w 8187558"/>
                    <a:gd name="connsiteY6-210" fmla="*/ 0 h 2638097"/>
                    <a:gd name="connsiteX0-211" fmla="*/ 8187558 w 8187558"/>
                    <a:gd name="connsiteY0-212" fmla="*/ 0 h 2638097"/>
                    <a:gd name="connsiteX1-213" fmla="*/ 8187558 w 8187558"/>
                    <a:gd name="connsiteY1-214" fmla="*/ 1271752 h 2638097"/>
                    <a:gd name="connsiteX2-215" fmla="*/ 4099035 w 8187558"/>
                    <a:gd name="connsiteY2-216" fmla="*/ 2638097 h 2638097"/>
                    <a:gd name="connsiteX3-217" fmla="*/ 0 w 8187558"/>
                    <a:gd name="connsiteY3-218" fmla="*/ 1229711 h 2638097"/>
                    <a:gd name="connsiteX4-219" fmla="*/ 31531 w 8187558"/>
                    <a:gd name="connsiteY4-220" fmla="*/ 147145 h 2638097"/>
                    <a:gd name="connsiteX5-221" fmla="*/ 4099035 w 8187558"/>
                    <a:gd name="connsiteY5-222" fmla="*/ 1566042 h 2638097"/>
                    <a:gd name="connsiteX6-223" fmla="*/ 8187558 w 8187558"/>
                    <a:gd name="connsiteY6-224" fmla="*/ 0 h 2638097"/>
                    <a:gd name="connsiteX0-225" fmla="*/ 8187558 w 8187558"/>
                    <a:gd name="connsiteY0-226" fmla="*/ 0 h 2638097"/>
                    <a:gd name="connsiteX1-227" fmla="*/ 8187558 w 8187558"/>
                    <a:gd name="connsiteY1-228" fmla="*/ 1271752 h 2638097"/>
                    <a:gd name="connsiteX2-229" fmla="*/ 4099035 w 8187558"/>
                    <a:gd name="connsiteY2-230" fmla="*/ 2638097 h 2638097"/>
                    <a:gd name="connsiteX3-231" fmla="*/ 0 w 8187558"/>
                    <a:gd name="connsiteY3-232" fmla="*/ 1229711 h 2638097"/>
                    <a:gd name="connsiteX4-233" fmla="*/ 31531 w 8187558"/>
                    <a:gd name="connsiteY4-234" fmla="*/ 147145 h 2638097"/>
                    <a:gd name="connsiteX5-235" fmla="*/ 4099035 w 8187558"/>
                    <a:gd name="connsiteY5-236" fmla="*/ 1566042 h 2638097"/>
                    <a:gd name="connsiteX6-237" fmla="*/ 8187558 w 8187558"/>
                    <a:gd name="connsiteY6-238" fmla="*/ 0 h 2638097"/>
                    <a:gd name="connsiteX0-239" fmla="*/ 8187558 w 8187558"/>
                    <a:gd name="connsiteY0-240" fmla="*/ 0 h 2638097"/>
                    <a:gd name="connsiteX1-241" fmla="*/ 8187558 w 8187558"/>
                    <a:gd name="connsiteY1-242" fmla="*/ 1271752 h 2638097"/>
                    <a:gd name="connsiteX2-243" fmla="*/ 4099035 w 8187558"/>
                    <a:gd name="connsiteY2-244" fmla="*/ 2638097 h 2638097"/>
                    <a:gd name="connsiteX3-245" fmla="*/ 0 w 8187558"/>
                    <a:gd name="connsiteY3-246" fmla="*/ 1229711 h 2638097"/>
                    <a:gd name="connsiteX4-247" fmla="*/ 31531 w 8187558"/>
                    <a:gd name="connsiteY4-248" fmla="*/ 147145 h 2638097"/>
                    <a:gd name="connsiteX5-249" fmla="*/ 4099035 w 8187558"/>
                    <a:gd name="connsiteY5-250" fmla="*/ 1566042 h 2638097"/>
                    <a:gd name="connsiteX6-251" fmla="*/ 8187558 w 8187558"/>
                    <a:gd name="connsiteY6-252" fmla="*/ 0 h 2638097"/>
                    <a:gd name="connsiteX0-253" fmla="*/ 8187558 w 8187558"/>
                    <a:gd name="connsiteY0-254" fmla="*/ 0 h 2638097"/>
                    <a:gd name="connsiteX1-255" fmla="*/ 8187558 w 8187558"/>
                    <a:gd name="connsiteY1-256" fmla="*/ 1271752 h 2638097"/>
                    <a:gd name="connsiteX2-257" fmla="*/ 4099035 w 8187558"/>
                    <a:gd name="connsiteY2-258" fmla="*/ 2638097 h 2638097"/>
                    <a:gd name="connsiteX3-259" fmla="*/ 0 w 8187558"/>
                    <a:gd name="connsiteY3-260" fmla="*/ 1229711 h 2638097"/>
                    <a:gd name="connsiteX4-261" fmla="*/ 31531 w 8187558"/>
                    <a:gd name="connsiteY4-262" fmla="*/ 147145 h 2638097"/>
                    <a:gd name="connsiteX5-263" fmla="*/ 4099035 w 8187558"/>
                    <a:gd name="connsiteY5-264" fmla="*/ 1566042 h 2638097"/>
                    <a:gd name="connsiteX6-265" fmla="*/ 8187558 w 8187558"/>
                    <a:gd name="connsiteY6-266" fmla="*/ 0 h 2638097"/>
                    <a:gd name="connsiteX0-267" fmla="*/ 8187558 w 8187558"/>
                    <a:gd name="connsiteY0-268" fmla="*/ 0 h 2638097"/>
                    <a:gd name="connsiteX1-269" fmla="*/ 8187558 w 8187558"/>
                    <a:gd name="connsiteY1-270" fmla="*/ 1271752 h 2638097"/>
                    <a:gd name="connsiteX2-271" fmla="*/ 4099035 w 8187558"/>
                    <a:gd name="connsiteY2-272" fmla="*/ 2638097 h 2638097"/>
                    <a:gd name="connsiteX3-273" fmla="*/ 0 w 8187558"/>
                    <a:gd name="connsiteY3-274" fmla="*/ 1229711 h 2638097"/>
                    <a:gd name="connsiteX4-275" fmla="*/ 31531 w 8187558"/>
                    <a:gd name="connsiteY4-276" fmla="*/ 147145 h 2638097"/>
                    <a:gd name="connsiteX5-277" fmla="*/ 4099035 w 8187558"/>
                    <a:gd name="connsiteY5-278" fmla="*/ 1566042 h 2638097"/>
                    <a:gd name="connsiteX6-279" fmla="*/ 8187558 w 8187558"/>
                    <a:gd name="connsiteY6-280" fmla="*/ 0 h 2638097"/>
                    <a:gd name="connsiteX0-281" fmla="*/ 8187558 w 8187558"/>
                    <a:gd name="connsiteY0-282" fmla="*/ 0 h 2638097"/>
                    <a:gd name="connsiteX1-283" fmla="*/ 8187558 w 8187558"/>
                    <a:gd name="connsiteY1-284" fmla="*/ 1271752 h 2638097"/>
                    <a:gd name="connsiteX2-285" fmla="*/ 4099035 w 8187558"/>
                    <a:gd name="connsiteY2-286" fmla="*/ 2638097 h 2638097"/>
                    <a:gd name="connsiteX3-287" fmla="*/ 0 w 8187558"/>
                    <a:gd name="connsiteY3-288" fmla="*/ 1229711 h 2638097"/>
                    <a:gd name="connsiteX4-289" fmla="*/ 31531 w 8187558"/>
                    <a:gd name="connsiteY4-290" fmla="*/ 147145 h 2638097"/>
                    <a:gd name="connsiteX5-291" fmla="*/ 4099035 w 8187558"/>
                    <a:gd name="connsiteY5-292" fmla="*/ 1566042 h 2638097"/>
                    <a:gd name="connsiteX6-293" fmla="*/ 8187558 w 8187558"/>
                    <a:gd name="connsiteY6-294" fmla="*/ 0 h 2638097"/>
                    <a:gd name="connsiteX0-295" fmla="*/ 8176538 w 8176538"/>
                    <a:gd name="connsiteY0-296" fmla="*/ 0 h 2638097"/>
                    <a:gd name="connsiteX1-297" fmla="*/ 8176538 w 8176538"/>
                    <a:gd name="connsiteY1-298" fmla="*/ 1271752 h 2638097"/>
                    <a:gd name="connsiteX2-299" fmla="*/ 4088015 w 8176538"/>
                    <a:gd name="connsiteY2-300" fmla="*/ 2638097 h 2638097"/>
                    <a:gd name="connsiteX3-301" fmla="*/ 0 w 8176538"/>
                    <a:gd name="connsiteY3-302" fmla="*/ 1269888 h 2638097"/>
                    <a:gd name="connsiteX4-303" fmla="*/ 20511 w 8176538"/>
                    <a:gd name="connsiteY4-304" fmla="*/ 147145 h 2638097"/>
                    <a:gd name="connsiteX5-305" fmla="*/ 4088015 w 8176538"/>
                    <a:gd name="connsiteY5-306" fmla="*/ 1566042 h 2638097"/>
                    <a:gd name="connsiteX6-307" fmla="*/ 8176538 w 8176538"/>
                    <a:gd name="connsiteY6-308" fmla="*/ 0 h 2638097"/>
                    <a:gd name="connsiteX0-309" fmla="*/ 8176538 w 8176538"/>
                    <a:gd name="connsiteY0-310" fmla="*/ 0 h 2772020"/>
                    <a:gd name="connsiteX1-311" fmla="*/ 8176538 w 8176538"/>
                    <a:gd name="connsiteY1-312" fmla="*/ 1271752 h 2772020"/>
                    <a:gd name="connsiteX2-313" fmla="*/ 4099034 w 8176538"/>
                    <a:gd name="connsiteY2-314" fmla="*/ 2772020 h 2772020"/>
                    <a:gd name="connsiteX3-315" fmla="*/ 0 w 8176538"/>
                    <a:gd name="connsiteY3-316" fmla="*/ 1269888 h 2772020"/>
                    <a:gd name="connsiteX4-317" fmla="*/ 20511 w 8176538"/>
                    <a:gd name="connsiteY4-318" fmla="*/ 147145 h 2772020"/>
                    <a:gd name="connsiteX5-319" fmla="*/ 4088015 w 8176538"/>
                    <a:gd name="connsiteY5-320" fmla="*/ 1566042 h 2772020"/>
                    <a:gd name="connsiteX6-321" fmla="*/ 8176538 w 8176538"/>
                    <a:gd name="connsiteY6-322" fmla="*/ 0 h 2772020"/>
                    <a:gd name="connsiteX0-323" fmla="*/ 8176538 w 8176538"/>
                    <a:gd name="connsiteY0-324" fmla="*/ 0 h 2772339"/>
                    <a:gd name="connsiteX1-325" fmla="*/ 8176538 w 8176538"/>
                    <a:gd name="connsiteY1-326" fmla="*/ 1378890 h 2772339"/>
                    <a:gd name="connsiteX2-327" fmla="*/ 4099034 w 8176538"/>
                    <a:gd name="connsiteY2-328" fmla="*/ 2772020 h 2772339"/>
                    <a:gd name="connsiteX3-329" fmla="*/ 0 w 8176538"/>
                    <a:gd name="connsiteY3-330" fmla="*/ 1269888 h 2772339"/>
                    <a:gd name="connsiteX4-331" fmla="*/ 20511 w 8176538"/>
                    <a:gd name="connsiteY4-332" fmla="*/ 147145 h 2772339"/>
                    <a:gd name="connsiteX5-333" fmla="*/ 4088015 w 8176538"/>
                    <a:gd name="connsiteY5-334" fmla="*/ 1566042 h 2772339"/>
                    <a:gd name="connsiteX6-335" fmla="*/ 8176538 w 8176538"/>
                    <a:gd name="connsiteY6-336" fmla="*/ 0 h 2772339"/>
                    <a:gd name="connsiteX0-337" fmla="*/ 8176538 w 8176538"/>
                    <a:gd name="connsiteY0-338" fmla="*/ 0 h 2825888"/>
                    <a:gd name="connsiteX1-339" fmla="*/ 8176538 w 8176538"/>
                    <a:gd name="connsiteY1-340" fmla="*/ 1378890 h 2825888"/>
                    <a:gd name="connsiteX2-341" fmla="*/ 4099034 w 8176538"/>
                    <a:gd name="connsiteY2-342" fmla="*/ 2825590 h 2825888"/>
                    <a:gd name="connsiteX3-343" fmla="*/ 0 w 8176538"/>
                    <a:gd name="connsiteY3-344" fmla="*/ 1269888 h 2825888"/>
                    <a:gd name="connsiteX4-345" fmla="*/ 20511 w 8176538"/>
                    <a:gd name="connsiteY4-346" fmla="*/ 147145 h 2825888"/>
                    <a:gd name="connsiteX5-347" fmla="*/ 4088015 w 8176538"/>
                    <a:gd name="connsiteY5-348" fmla="*/ 1566042 h 2825888"/>
                    <a:gd name="connsiteX6-349" fmla="*/ 8176538 w 8176538"/>
                    <a:gd name="connsiteY6-350" fmla="*/ 0 h 2825888"/>
                    <a:gd name="connsiteX0-351" fmla="*/ 8165518 w 8165518"/>
                    <a:gd name="connsiteY0-352" fmla="*/ 0 h 2825606"/>
                    <a:gd name="connsiteX1-353" fmla="*/ 8165518 w 8165518"/>
                    <a:gd name="connsiteY1-354" fmla="*/ 1378890 h 2825606"/>
                    <a:gd name="connsiteX2-355" fmla="*/ 4088014 w 8165518"/>
                    <a:gd name="connsiteY2-356" fmla="*/ 2825590 h 2825606"/>
                    <a:gd name="connsiteX3-357" fmla="*/ 0 w 8165518"/>
                    <a:gd name="connsiteY3-358" fmla="*/ 1403811 h 2825606"/>
                    <a:gd name="connsiteX4-359" fmla="*/ 9491 w 8165518"/>
                    <a:gd name="connsiteY4-360" fmla="*/ 147145 h 2825606"/>
                    <a:gd name="connsiteX5-361" fmla="*/ 4076995 w 8165518"/>
                    <a:gd name="connsiteY5-362" fmla="*/ 1566042 h 2825606"/>
                    <a:gd name="connsiteX6-363" fmla="*/ 8165518 w 8165518"/>
                    <a:gd name="connsiteY6-364" fmla="*/ 0 h 2825606"/>
                    <a:gd name="connsiteX0-365" fmla="*/ 8165518 w 8165518"/>
                    <a:gd name="connsiteY0-366" fmla="*/ 0 h 2879174"/>
                    <a:gd name="connsiteX1-367" fmla="*/ 8165518 w 8165518"/>
                    <a:gd name="connsiteY1-368" fmla="*/ 1378890 h 2879174"/>
                    <a:gd name="connsiteX2-369" fmla="*/ 4132092 w 8165518"/>
                    <a:gd name="connsiteY2-370" fmla="*/ 2879159 h 2879174"/>
                    <a:gd name="connsiteX3-371" fmla="*/ 0 w 8165518"/>
                    <a:gd name="connsiteY3-372" fmla="*/ 1403811 h 2879174"/>
                    <a:gd name="connsiteX4-373" fmla="*/ 9491 w 8165518"/>
                    <a:gd name="connsiteY4-374" fmla="*/ 147145 h 2879174"/>
                    <a:gd name="connsiteX5-375" fmla="*/ 4076995 w 8165518"/>
                    <a:gd name="connsiteY5-376" fmla="*/ 1566042 h 2879174"/>
                    <a:gd name="connsiteX6-377" fmla="*/ 8165518 w 8165518"/>
                    <a:gd name="connsiteY6-378" fmla="*/ 0 h 2879174"/>
                    <a:gd name="connsiteX0-379" fmla="*/ 8165518 w 8176537"/>
                    <a:gd name="connsiteY0-380" fmla="*/ 0 h 2879410"/>
                    <a:gd name="connsiteX1-381" fmla="*/ 8176537 w 8176537"/>
                    <a:gd name="connsiteY1-382" fmla="*/ 1499420 h 2879410"/>
                    <a:gd name="connsiteX2-383" fmla="*/ 4132092 w 8176537"/>
                    <a:gd name="connsiteY2-384" fmla="*/ 2879159 h 2879410"/>
                    <a:gd name="connsiteX3-385" fmla="*/ 0 w 8176537"/>
                    <a:gd name="connsiteY3-386" fmla="*/ 1403811 h 2879410"/>
                    <a:gd name="connsiteX4-387" fmla="*/ 9491 w 8176537"/>
                    <a:gd name="connsiteY4-388" fmla="*/ 147145 h 2879410"/>
                    <a:gd name="connsiteX5-389" fmla="*/ 4076995 w 8176537"/>
                    <a:gd name="connsiteY5-390" fmla="*/ 1566042 h 2879410"/>
                    <a:gd name="connsiteX6-391" fmla="*/ 8165518 w 8176537"/>
                    <a:gd name="connsiteY6-392" fmla="*/ 0 h 2879410"/>
                    <a:gd name="connsiteX0-393" fmla="*/ 8165518 w 8176537"/>
                    <a:gd name="connsiteY0-394" fmla="*/ 0 h 2879262"/>
                    <a:gd name="connsiteX1-395" fmla="*/ 8176537 w 8176537"/>
                    <a:gd name="connsiteY1-396" fmla="*/ 1499420 h 2879262"/>
                    <a:gd name="connsiteX2-397" fmla="*/ 4132092 w 8176537"/>
                    <a:gd name="connsiteY2-398" fmla="*/ 2879159 h 2879262"/>
                    <a:gd name="connsiteX3-399" fmla="*/ 0 w 8176537"/>
                    <a:gd name="connsiteY3-400" fmla="*/ 1403811 h 2879262"/>
                    <a:gd name="connsiteX4-401" fmla="*/ 9491 w 8176537"/>
                    <a:gd name="connsiteY4-402" fmla="*/ 147145 h 2879262"/>
                    <a:gd name="connsiteX5-403" fmla="*/ 4076995 w 8176537"/>
                    <a:gd name="connsiteY5-404" fmla="*/ 1566042 h 2879262"/>
                    <a:gd name="connsiteX6-405" fmla="*/ 8165518 w 8176537"/>
                    <a:gd name="connsiteY6-406" fmla="*/ 0 h 2879262"/>
                    <a:gd name="connsiteX0-407" fmla="*/ 8165518 w 8176537"/>
                    <a:gd name="connsiteY0-408" fmla="*/ 0 h 2879163"/>
                    <a:gd name="connsiteX1-409" fmla="*/ 8176537 w 8176537"/>
                    <a:gd name="connsiteY1-410" fmla="*/ 1499420 h 2879163"/>
                    <a:gd name="connsiteX2-411" fmla="*/ 4132092 w 8176537"/>
                    <a:gd name="connsiteY2-412" fmla="*/ 2879159 h 2879163"/>
                    <a:gd name="connsiteX3-413" fmla="*/ 0 w 8176537"/>
                    <a:gd name="connsiteY3-414" fmla="*/ 1510948 h 2879163"/>
                    <a:gd name="connsiteX4-415" fmla="*/ 9491 w 8176537"/>
                    <a:gd name="connsiteY4-416" fmla="*/ 147145 h 2879163"/>
                    <a:gd name="connsiteX5-417" fmla="*/ 4076995 w 8176537"/>
                    <a:gd name="connsiteY5-418" fmla="*/ 1566042 h 2879163"/>
                    <a:gd name="connsiteX6-419" fmla="*/ 8165518 w 8176537"/>
                    <a:gd name="connsiteY6-420" fmla="*/ 0 h 2879163"/>
                    <a:gd name="connsiteX0-421" fmla="*/ 8165518 w 8198577"/>
                    <a:gd name="connsiteY0-422" fmla="*/ 0 h 2879451"/>
                    <a:gd name="connsiteX1-423" fmla="*/ 8198577 w 8198577"/>
                    <a:gd name="connsiteY1-424" fmla="*/ 1606558 h 2879451"/>
                    <a:gd name="connsiteX2-425" fmla="*/ 4132092 w 8198577"/>
                    <a:gd name="connsiteY2-426" fmla="*/ 2879159 h 2879451"/>
                    <a:gd name="connsiteX3-427" fmla="*/ 0 w 8198577"/>
                    <a:gd name="connsiteY3-428" fmla="*/ 1510948 h 2879451"/>
                    <a:gd name="connsiteX4-429" fmla="*/ 9491 w 8198577"/>
                    <a:gd name="connsiteY4-430" fmla="*/ 147145 h 2879451"/>
                    <a:gd name="connsiteX5-431" fmla="*/ 4076995 w 8198577"/>
                    <a:gd name="connsiteY5-432" fmla="*/ 1566042 h 2879451"/>
                    <a:gd name="connsiteX6-433" fmla="*/ 8165518 w 8198577"/>
                    <a:gd name="connsiteY6-434" fmla="*/ 0 h 2879451"/>
                    <a:gd name="connsiteX0-435" fmla="*/ 8165518 w 8165518"/>
                    <a:gd name="connsiteY0-436" fmla="*/ 0 h 2880066"/>
                    <a:gd name="connsiteX1-437" fmla="*/ 8165518 w 8165518"/>
                    <a:gd name="connsiteY1-438" fmla="*/ 1673520 h 2880066"/>
                    <a:gd name="connsiteX2-439" fmla="*/ 4132092 w 8165518"/>
                    <a:gd name="connsiteY2-440" fmla="*/ 2879159 h 2880066"/>
                    <a:gd name="connsiteX3-441" fmla="*/ 0 w 8165518"/>
                    <a:gd name="connsiteY3-442" fmla="*/ 1510948 h 2880066"/>
                    <a:gd name="connsiteX4-443" fmla="*/ 9491 w 8165518"/>
                    <a:gd name="connsiteY4-444" fmla="*/ 147145 h 2880066"/>
                    <a:gd name="connsiteX5-445" fmla="*/ 4076995 w 8165518"/>
                    <a:gd name="connsiteY5-446" fmla="*/ 1566042 h 2880066"/>
                    <a:gd name="connsiteX6-447" fmla="*/ 8165518 w 8165518"/>
                    <a:gd name="connsiteY6-448" fmla="*/ 0 h 2880066"/>
                    <a:gd name="connsiteX0-449" fmla="*/ 8156794 w 8156794"/>
                    <a:gd name="connsiteY0-450" fmla="*/ 0 h 2879270"/>
                    <a:gd name="connsiteX1-451" fmla="*/ 8156794 w 8156794"/>
                    <a:gd name="connsiteY1-452" fmla="*/ 1673520 h 2879270"/>
                    <a:gd name="connsiteX2-453" fmla="*/ 4123368 w 8156794"/>
                    <a:gd name="connsiteY2-454" fmla="*/ 2879159 h 2879270"/>
                    <a:gd name="connsiteX3-455" fmla="*/ 2295 w 8156794"/>
                    <a:gd name="connsiteY3-456" fmla="*/ 1618086 h 2879270"/>
                    <a:gd name="connsiteX4-457" fmla="*/ 767 w 8156794"/>
                    <a:gd name="connsiteY4-458" fmla="*/ 147145 h 2879270"/>
                    <a:gd name="connsiteX5-459" fmla="*/ 4068271 w 8156794"/>
                    <a:gd name="connsiteY5-460" fmla="*/ 1566042 h 2879270"/>
                    <a:gd name="connsiteX6-461" fmla="*/ 8156794 w 8156794"/>
                    <a:gd name="connsiteY6-462" fmla="*/ 0 h 2879270"/>
                    <a:gd name="connsiteX0-463" fmla="*/ 8156794 w 8156794"/>
                    <a:gd name="connsiteY0-464" fmla="*/ 0 h 2973000"/>
                    <a:gd name="connsiteX1-465" fmla="*/ 8156794 w 8156794"/>
                    <a:gd name="connsiteY1-466" fmla="*/ 1673520 h 2973000"/>
                    <a:gd name="connsiteX2-467" fmla="*/ 4134388 w 8156794"/>
                    <a:gd name="connsiteY2-468" fmla="*/ 2972904 h 2973000"/>
                    <a:gd name="connsiteX3-469" fmla="*/ 2295 w 8156794"/>
                    <a:gd name="connsiteY3-470" fmla="*/ 1618086 h 2973000"/>
                    <a:gd name="connsiteX4-471" fmla="*/ 767 w 8156794"/>
                    <a:gd name="connsiteY4-472" fmla="*/ 147145 h 2973000"/>
                    <a:gd name="connsiteX5-473" fmla="*/ 4068271 w 8156794"/>
                    <a:gd name="connsiteY5-474" fmla="*/ 1566042 h 2973000"/>
                    <a:gd name="connsiteX6-475" fmla="*/ 8156794 w 8156794"/>
                    <a:gd name="connsiteY6-476" fmla="*/ 0 h 2973000"/>
                    <a:gd name="connsiteX0-477" fmla="*/ 8156794 w 8156794"/>
                    <a:gd name="connsiteY0-478" fmla="*/ 0 h 2973000"/>
                    <a:gd name="connsiteX1-479" fmla="*/ 8156794 w 8156794"/>
                    <a:gd name="connsiteY1-480" fmla="*/ 1673520 h 2973000"/>
                    <a:gd name="connsiteX2-481" fmla="*/ 4134388 w 8156794"/>
                    <a:gd name="connsiteY2-482" fmla="*/ 2972904 h 2973000"/>
                    <a:gd name="connsiteX3-483" fmla="*/ 2295 w 8156794"/>
                    <a:gd name="connsiteY3-484" fmla="*/ 1618086 h 2973000"/>
                    <a:gd name="connsiteX4-485" fmla="*/ 767 w 8156794"/>
                    <a:gd name="connsiteY4-486" fmla="*/ 147145 h 2973000"/>
                    <a:gd name="connsiteX5-487" fmla="*/ 4068271 w 8156794"/>
                    <a:gd name="connsiteY5-488" fmla="*/ 1566042 h 2973000"/>
                    <a:gd name="connsiteX6-489" fmla="*/ 8156794 w 8156794"/>
                    <a:gd name="connsiteY6-490" fmla="*/ 0 h 2973000"/>
                    <a:gd name="connsiteX0-491" fmla="*/ 8156794 w 8156794"/>
                    <a:gd name="connsiteY0-492" fmla="*/ 0 h 2973000"/>
                    <a:gd name="connsiteX1-493" fmla="*/ 8156794 w 8156794"/>
                    <a:gd name="connsiteY1-494" fmla="*/ 1673520 h 2973000"/>
                    <a:gd name="connsiteX2-495" fmla="*/ 4134388 w 8156794"/>
                    <a:gd name="connsiteY2-496" fmla="*/ 2972904 h 2973000"/>
                    <a:gd name="connsiteX3-497" fmla="*/ 2295 w 8156794"/>
                    <a:gd name="connsiteY3-498" fmla="*/ 1618086 h 2973000"/>
                    <a:gd name="connsiteX4-499" fmla="*/ 767 w 8156794"/>
                    <a:gd name="connsiteY4-500" fmla="*/ 147145 h 2973000"/>
                    <a:gd name="connsiteX5-501" fmla="*/ 4068271 w 8156794"/>
                    <a:gd name="connsiteY5-502" fmla="*/ 1566042 h 2973000"/>
                    <a:gd name="connsiteX6-503" fmla="*/ 8156794 w 8156794"/>
                    <a:gd name="connsiteY6-504" fmla="*/ 0 h 2973000"/>
                    <a:gd name="connsiteX0-505" fmla="*/ 8156794 w 8156794"/>
                    <a:gd name="connsiteY0-506" fmla="*/ 0 h 2973020"/>
                    <a:gd name="connsiteX1-507" fmla="*/ 8156794 w 8156794"/>
                    <a:gd name="connsiteY1-508" fmla="*/ 1673520 h 2973020"/>
                    <a:gd name="connsiteX2-509" fmla="*/ 4134388 w 8156794"/>
                    <a:gd name="connsiteY2-510" fmla="*/ 2972904 h 2973020"/>
                    <a:gd name="connsiteX3-511" fmla="*/ 2295 w 8156794"/>
                    <a:gd name="connsiteY3-512" fmla="*/ 1618086 h 2973020"/>
                    <a:gd name="connsiteX4-513" fmla="*/ 767 w 8156794"/>
                    <a:gd name="connsiteY4-514" fmla="*/ 147145 h 2973020"/>
                    <a:gd name="connsiteX5-515" fmla="*/ 4068271 w 8156794"/>
                    <a:gd name="connsiteY5-516" fmla="*/ 1566042 h 2973020"/>
                    <a:gd name="connsiteX6-517" fmla="*/ 8156794 w 8156794"/>
                    <a:gd name="connsiteY6-518" fmla="*/ 0 h 2973020"/>
                    <a:gd name="connsiteX0-519" fmla="*/ 8156794 w 8156794"/>
                    <a:gd name="connsiteY0-520" fmla="*/ 0 h 2973021"/>
                    <a:gd name="connsiteX1-521" fmla="*/ 8156794 w 8156794"/>
                    <a:gd name="connsiteY1-522" fmla="*/ 1673520 h 2973021"/>
                    <a:gd name="connsiteX2-523" fmla="*/ 4134388 w 8156794"/>
                    <a:gd name="connsiteY2-524" fmla="*/ 2972904 h 2973021"/>
                    <a:gd name="connsiteX3-525" fmla="*/ 2295 w 8156794"/>
                    <a:gd name="connsiteY3-526" fmla="*/ 1618086 h 2973021"/>
                    <a:gd name="connsiteX4-527" fmla="*/ 767 w 8156794"/>
                    <a:gd name="connsiteY4-528" fmla="*/ 147145 h 2973021"/>
                    <a:gd name="connsiteX5-529" fmla="*/ 4068271 w 8156794"/>
                    <a:gd name="connsiteY5-530" fmla="*/ 1566042 h 2973021"/>
                    <a:gd name="connsiteX6-531" fmla="*/ 8156794 w 8156794"/>
                    <a:gd name="connsiteY6-532" fmla="*/ 0 h 2973021"/>
                    <a:gd name="connsiteX0-533" fmla="*/ 8156794 w 8156794"/>
                    <a:gd name="connsiteY0-534" fmla="*/ 0 h 2973021"/>
                    <a:gd name="connsiteX1-535" fmla="*/ 8156794 w 8156794"/>
                    <a:gd name="connsiteY1-536" fmla="*/ 1673520 h 2973021"/>
                    <a:gd name="connsiteX2-537" fmla="*/ 4134388 w 8156794"/>
                    <a:gd name="connsiteY2-538" fmla="*/ 2972904 h 2973021"/>
                    <a:gd name="connsiteX3-539" fmla="*/ 2295 w 8156794"/>
                    <a:gd name="connsiteY3-540" fmla="*/ 1618086 h 2973021"/>
                    <a:gd name="connsiteX4-541" fmla="*/ 767 w 8156794"/>
                    <a:gd name="connsiteY4-542" fmla="*/ 147145 h 2973021"/>
                    <a:gd name="connsiteX5-543" fmla="*/ 4068271 w 8156794"/>
                    <a:gd name="connsiteY5-544" fmla="*/ 1566042 h 2973021"/>
                    <a:gd name="connsiteX6-545" fmla="*/ 8156794 w 8156794"/>
                    <a:gd name="connsiteY6-546" fmla="*/ 0 h 2973021"/>
                    <a:gd name="connsiteX0-547" fmla="*/ 8156794 w 8156794"/>
                    <a:gd name="connsiteY0-548" fmla="*/ 0 h 2973021"/>
                    <a:gd name="connsiteX1-549" fmla="*/ 8156794 w 8156794"/>
                    <a:gd name="connsiteY1-550" fmla="*/ 1673520 h 2973021"/>
                    <a:gd name="connsiteX2-551" fmla="*/ 4134388 w 8156794"/>
                    <a:gd name="connsiteY2-552" fmla="*/ 2972904 h 2973021"/>
                    <a:gd name="connsiteX3-553" fmla="*/ 2295 w 8156794"/>
                    <a:gd name="connsiteY3-554" fmla="*/ 1618086 h 2973021"/>
                    <a:gd name="connsiteX4-555" fmla="*/ 767 w 8156794"/>
                    <a:gd name="connsiteY4-556" fmla="*/ 147145 h 2973021"/>
                    <a:gd name="connsiteX5-557" fmla="*/ 4068271 w 8156794"/>
                    <a:gd name="connsiteY5-558" fmla="*/ 1566042 h 2973021"/>
                    <a:gd name="connsiteX6-559" fmla="*/ 8156794 w 8156794"/>
                    <a:gd name="connsiteY6-560" fmla="*/ 0 h 2973021"/>
                    <a:gd name="connsiteX0-561" fmla="*/ 8156794 w 8156794"/>
                    <a:gd name="connsiteY0-562" fmla="*/ 0 h 2973021"/>
                    <a:gd name="connsiteX1-563" fmla="*/ 8156794 w 8156794"/>
                    <a:gd name="connsiteY1-564" fmla="*/ 1673520 h 2973021"/>
                    <a:gd name="connsiteX2-565" fmla="*/ 4134388 w 8156794"/>
                    <a:gd name="connsiteY2-566" fmla="*/ 2972904 h 2973021"/>
                    <a:gd name="connsiteX3-567" fmla="*/ 2295 w 8156794"/>
                    <a:gd name="connsiteY3-568" fmla="*/ 1618086 h 2973021"/>
                    <a:gd name="connsiteX4-569" fmla="*/ 767 w 8156794"/>
                    <a:gd name="connsiteY4-570" fmla="*/ 147145 h 2973021"/>
                    <a:gd name="connsiteX5-571" fmla="*/ 4068271 w 8156794"/>
                    <a:gd name="connsiteY5-572" fmla="*/ 1566042 h 2973021"/>
                    <a:gd name="connsiteX6-573" fmla="*/ 8156794 w 8156794"/>
                    <a:gd name="connsiteY6-574" fmla="*/ 0 h 2973021"/>
                    <a:gd name="connsiteX0-575" fmla="*/ 8156794 w 8156794"/>
                    <a:gd name="connsiteY0-576" fmla="*/ 0 h 2973141"/>
                    <a:gd name="connsiteX1-577" fmla="*/ 8156794 w 8156794"/>
                    <a:gd name="connsiteY1-578" fmla="*/ 1673520 h 2973141"/>
                    <a:gd name="connsiteX2-579" fmla="*/ 4134388 w 8156794"/>
                    <a:gd name="connsiteY2-580" fmla="*/ 2972904 h 2973141"/>
                    <a:gd name="connsiteX3-581" fmla="*/ 2295 w 8156794"/>
                    <a:gd name="connsiteY3-582" fmla="*/ 1618086 h 2973141"/>
                    <a:gd name="connsiteX4-583" fmla="*/ 767 w 8156794"/>
                    <a:gd name="connsiteY4-584" fmla="*/ 147145 h 2973141"/>
                    <a:gd name="connsiteX5-585" fmla="*/ 4068271 w 8156794"/>
                    <a:gd name="connsiteY5-586" fmla="*/ 1566042 h 2973141"/>
                    <a:gd name="connsiteX6-587" fmla="*/ 8156794 w 8156794"/>
                    <a:gd name="connsiteY6-588" fmla="*/ 0 h 2973141"/>
                    <a:gd name="connsiteX0-589" fmla="*/ 8156794 w 8156794"/>
                    <a:gd name="connsiteY0-590" fmla="*/ 0 h 3066827"/>
                    <a:gd name="connsiteX1-591" fmla="*/ 8156794 w 8156794"/>
                    <a:gd name="connsiteY1-592" fmla="*/ 1673520 h 3066827"/>
                    <a:gd name="connsiteX2-593" fmla="*/ 4123353 w 8156794"/>
                    <a:gd name="connsiteY2-594" fmla="*/ 3066650 h 3066827"/>
                    <a:gd name="connsiteX3-595" fmla="*/ 2295 w 8156794"/>
                    <a:gd name="connsiteY3-596" fmla="*/ 1618086 h 3066827"/>
                    <a:gd name="connsiteX4-597" fmla="*/ 767 w 8156794"/>
                    <a:gd name="connsiteY4-598" fmla="*/ 147145 h 3066827"/>
                    <a:gd name="connsiteX5-599" fmla="*/ 4068271 w 8156794"/>
                    <a:gd name="connsiteY5-600" fmla="*/ 1566042 h 3066827"/>
                    <a:gd name="connsiteX6-601" fmla="*/ 8156794 w 8156794"/>
                    <a:gd name="connsiteY6-602" fmla="*/ 0 h 3066827"/>
                    <a:gd name="connsiteX0-603" fmla="*/ 8123689 w 8156794"/>
                    <a:gd name="connsiteY0-604" fmla="*/ 0 h 2999866"/>
                    <a:gd name="connsiteX1-605" fmla="*/ 8156794 w 8156794"/>
                    <a:gd name="connsiteY1-606" fmla="*/ 1606559 h 2999866"/>
                    <a:gd name="connsiteX2-607" fmla="*/ 4123353 w 8156794"/>
                    <a:gd name="connsiteY2-608" fmla="*/ 2999689 h 2999866"/>
                    <a:gd name="connsiteX3-609" fmla="*/ 2295 w 8156794"/>
                    <a:gd name="connsiteY3-610" fmla="*/ 1551125 h 2999866"/>
                    <a:gd name="connsiteX4-611" fmla="*/ 767 w 8156794"/>
                    <a:gd name="connsiteY4-612" fmla="*/ 80184 h 2999866"/>
                    <a:gd name="connsiteX5-613" fmla="*/ 4068271 w 8156794"/>
                    <a:gd name="connsiteY5-614" fmla="*/ 1499081 h 2999866"/>
                    <a:gd name="connsiteX6-615" fmla="*/ 8123689 w 8156794"/>
                    <a:gd name="connsiteY6-616" fmla="*/ 0 h 2999866"/>
                    <a:gd name="connsiteX0-617" fmla="*/ 8167828 w 8167828"/>
                    <a:gd name="connsiteY0-618" fmla="*/ 0 h 3026651"/>
                    <a:gd name="connsiteX1-619" fmla="*/ 8156794 w 8167828"/>
                    <a:gd name="connsiteY1-620" fmla="*/ 1633344 h 3026651"/>
                    <a:gd name="connsiteX2-621" fmla="*/ 4123353 w 8167828"/>
                    <a:gd name="connsiteY2-622" fmla="*/ 3026474 h 3026651"/>
                    <a:gd name="connsiteX3-623" fmla="*/ 2295 w 8167828"/>
                    <a:gd name="connsiteY3-624" fmla="*/ 1577910 h 3026651"/>
                    <a:gd name="connsiteX4-625" fmla="*/ 767 w 8167828"/>
                    <a:gd name="connsiteY4-626" fmla="*/ 106969 h 3026651"/>
                    <a:gd name="connsiteX5-627" fmla="*/ 4068271 w 8167828"/>
                    <a:gd name="connsiteY5-628" fmla="*/ 1525866 h 3026651"/>
                    <a:gd name="connsiteX6-629" fmla="*/ 8167828 w 8167828"/>
                    <a:gd name="connsiteY6-630" fmla="*/ 0 h 3026651"/>
                    <a:gd name="connsiteX0-631" fmla="*/ 8167828 w 8167828"/>
                    <a:gd name="connsiteY0-632" fmla="*/ 0 h 3027228"/>
                    <a:gd name="connsiteX1-633" fmla="*/ 8145760 w 8167828"/>
                    <a:gd name="connsiteY1-634" fmla="*/ 1686913 h 3027228"/>
                    <a:gd name="connsiteX2-635" fmla="*/ 4123353 w 8167828"/>
                    <a:gd name="connsiteY2-636" fmla="*/ 3026474 h 3027228"/>
                    <a:gd name="connsiteX3-637" fmla="*/ 2295 w 8167828"/>
                    <a:gd name="connsiteY3-638" fmla="*/ 1577910 h 3027228"/>
                    <a:gd name="connsiteX4-639" fmla="*/ 767 w 8167828"/>
                    <a:gd name="connsiteY4-640" fmla="*/ 106969 h 3027228"/>
                    <a:gd name="connsiteX5-641" fmla="*/ 4068271 w 8167828"/>
                    <a:gd name="connsiteY5-642" fmla="*/ 1525866 h 3027228"/>
                    <a:gd name="connsiteX6-643" fmla="*/ 8167828 w 8167828"/>
                    <a:gd name="connsiteY6-644" fmla="*/ 0 h 3027228"/>
                    <a:gd name="connsiteX0-645" fmla="*/ 8156794 w 8156794"/>
                    <a:gd name="connsiteY0-646" fmla="*/ 0 h 2933483"/>
                    <a:gd name="connsiteX1-647" fmla="*/ 8145760 w 8156794"/>
                    <a:gd name="connsiteY1-648" fmla="*/ 1593168 h 2933483"/>
                    <a:gd name="connsiteX2-649" fmla="*/ 4123353 w 8156794"/>
                    <a:gd name="connsiteY2-650" fmla="*/ 2932729 h 2933483"/>
                    <a:gd name="connsiteX3-651" fmla="*/ 2295 w 8156794"/>
                    <a:gd name="connsiteY3-652" fmla="*/ 1484165 h 2933483"/>
                    <a:gd name="connsiteX4-653" fmla="*/ 767 w 8156794"/>
                    <a:gd name="connsiteY4-654" fmla="*/ 13224 h 2933483"/>
                    <a:gd name="connsiteX5-655" fmla="*/ 4068271 w 8156794"/>
                    <a:gd name="connsiteY5-656" fmla="*/ 1432121 h 2933483"/>
                    <a:gd name="connsiteX6-657" fmla="*/ 8156794 w 8156794"/>
                    <a:gd name="connsiteY6-658" fmla="*/ 0 h 2933483"/>
                    <a:gd name="connsiteX0-659" fmla="*/ 8156794 w 8156794"/>
                    <a:gd name="connsiteY0-660" fmla="*/ 0 h 2933483"/>
                    <a:gd name="connsiteX1-661" fmla="*/ 8145760 w 8156794"/>
                    <a:gd name="connsiteY1-662" fmla="*/ 1593168 h 2933483"/>
                    <a:gd name="connsiteX2-663" fmla="*/ 4123353 w 8156794"/>
                    <a:gd name="connsiteY2-664" fmla="*/ 2932729 h 2933483"/>
                    <a:gd name="connsiteX3-665" fmla="*/ 2295 w 8156794"/>
                    <a:gd name="connsiteY3-666" fmla="*/ 1484165 h 2933483"/>
                    <a:gd name="connsiteX4-667" fmla="*/ 767 w 8156794"/>
                    <a:gd name="connsiteY4-668" fmla="*/ 13224 h 2933483"/>
                    <a:gd name="connsiteX5-669" fmla="*/ 4068271 w 8156794"/>
                    <a:gd name="connsiteY5-670" fmla="*/ 1432121 h 2933483"/>
                    <a:gd name="connsiteX6-671" fmla="*/ 8156794 w 8156794"/>
                    <a:gd name="connsiteY6-672" fmla="*/ 0 h 2933483"/>
                    <a:gd name="connsiteX0-673" fmla="*/ 8123689 w 8145760"/>
                    <a:gd name="connsiteY0-674" fmla="*/ 13560 h 2920259"/>
                    <a:gd name="connsiteX1-675" fmla="*/ 8145760 w 8145760"/>
                    <a:gd name="connsiteY1-676" fmla="*/ 1579944 h 2920259"/>
                    <a:gd name="connsiteX2-677" fmla="*/ 4123353 w 8145760"/>
                    <a:gd name="connsiteY2-678" fmla="*/ 2919505 h 2920259"/>
                    <a:gd name="connsiteX3-679" fmla="*/ 2295 w 8145760"/>
                    <a:gd name="connsiteY3-680" fmla="*/ 1470941 h 2920259"/>
                    <a:gd name="connsiteX4-681" fmla="*/ 767 w 8145760"/>
                    <a:gd name="connsiteY4-682" fmla="*/ 0 h 2920259"/>
                    <a:gd name="connsiteX5-683" fmla="*/ 4068271 w 8145760"/>
                    <a:gd name="connsiteY5-684" fmla="*/ 1418897 h 2920259"/>
                    <a:gd name="connsiteX6-685" fmla="*/ 8123689 w 8145760"/>
                    <a:gd name="connsiteY6-686" fmla="*/ 13560 h 2920259"/>
                    <a:gd name="connsiteX0-687" fmla="*/ 8178863 w 8178863"/>
                    <a:gd name="connsiteY0-688" fmla="*/ 26952 h 2920259"/>
                    <a:gd name="connsiteX1-689" fmla="*/ 8145760 w 8178863"/>
                    <a:gd name="connsiteY1-690" fmla="*/ 1579944 h 2920259"/>
                    <a:gd name="connsiteX2-691" fmla="*/ 4123353 w 8178863"/>
                    <a:gd name="connsiteY2-692" fmla="*/ 2919505 h 2920259"/>
                    <a:gd name="connsiteX3-693" fmla="*/ 2295 w 8178863"/>
                    <a:gd name="connsiteY3-694" fmla="*/ 1470941 h 2920259"/>
                    <a:gd name="connsiteX4-695" fmla="*/ 767 w 8178863"/>
                    <a:gd name="connsiteY4-696" fmla="*/ 0 h 2920259"/>
                    <a:gd name="connsiteX5-697" fmla="*/ 4068271 w 8178863"/>
                    <a:gd name="connsiteY5-698" fmla="*/ 1418897 h 2920259"/>
                    <a:gd name="connsiteX6-699" fmla="*/ 8178863 w 8178863"/>
                    <a:gd name="connsiteY6-700" fmla="*/ 26952 h 2920259"/>
                    <a:gd name="connsiteX0-701" fmla="*/ 8167827 w 8167827"/>
                    <a:gd name="connsiteY0-702" fmla="*/ 40343 h 2920259"/>
                    <a:gd name="connsiteX1-703" fmla="*/ 8145760 w 8167827"/>
                    <a:gd name="connsiteY1-704" fmla="*/ 1579944 h 2920259"/>
                    <a:gd name="connsiteX2-705" fmla="*/ 4123353 w 8167827"/>
                    <a:gd name="connsiteY2-706" fmla="*/ 2919505 h 2920259"/>
                    <a:gd name="connsiteX3-707" fmla="*/ 2295 w 8167827"/>
                    <a:gd name="connsiteY3-708" fmla="*/ 1470941 h 2920259"/>
                    <a:gd name="connsiteX4-709" fmla="*/ 767 w 8167827"/>
                    <a:gd name="connsiteY4-710" fmla="*/ 0 h 2920259"/>
                    <a:gd name="connsiteX5-711" fmla="*/ 4068271 w 8167827"/>
                    <a:gd name="connsiteY5-712" fmla="*/ 1418897 h 2920259"/>
                    <a:gd name="connsiteX6-713" fmla="*/ 8167827 w 8167827"/>
                    <a:gd name="connsiteY6-714" fmla="*/ 40343 h 2920259"/>
                    <a:gd name="connsiteX0-715" fmla="*/ 8123687 w 8145760"/>
                    <a:gd name="connsiteY0-716" fmla="*/ 53735 h 2920259"/>
                    <a:gd name="connsiteX1-717" fmla="*/ 8145760 w 8145760"/>
                    <a:gd name="connsiteY1-718" fmla="*/ 1579944 h 2920259"/>
                    <a:gd name="connsiteX2-719" fmla="*/ 4123353 w 8145760"/>
                    <a:gd name="connsiteY2-720" fmla="*/ 2919505 h 2920259"/>
                    <a:gd name="connsiteX3-721" fmla="*/ 2295 w 8145760"/>
                    <a:gd name="connsiteY3-722" fmla="*/ 1470941 h 2920259"/>
                    <a:gd name="connsiteX4-723" fmla="*/ 767 w 8145760"/>
                    <a:gd name="connsiteY4-724" fmla="*/ 0 h 2920259"/>
                    <a:gd name="connsiteX5-725" fmla="*/ 4068271 w 8145760"/>
                    <a:gd name="connsiteY5-726" fmla="*/ 1418897 h 2920259"/>
                    <a:gd name="connsiteX6-727" fmla="*/ 8123687 w 8145760"/>
                    <a:gd name="connsiteY6-728" fmla="*/ 53735 h 2920259"/>
                    <a:gd name="connsiteX0-729" fmla="*/ 8161918 w 8161918"/>
                    <a:gd name="connsiteY0-730" fmla="*/ 0 h 2943855"/>
                    <a:gd name="connsiteX1-731" fmla="*/ 8145760 w 8161918"/>
                    <a:gd name="connsiteY1-732" fmla="*/ 1603540 h 2943855"/>
                    <a:gd name="connsiteX2-733" fmla="*/ 4123353 w 8161918"/>
                    <a:gd name="connsiteY2-734" fmla="*/ 2943101 h 2943855"/>
                    <a:gd name="connsiteX3-735" fmla="*/ 2295 w 8161918"/>
                    <a:gd name="connsiteY3-736" fmla="*/ 1494537 h 2943855"/>
                    <a:gd name="connsiteX4-737" fmla="*/ 767 w 8161918"/>
                    <a:gd name="connsiteY4-738" fmla="*/ 23596 h 2943855"/>
                    <a:gd name="connsiteX5-739" fmla="*/ 4068271 w 8161918"/>
                    <a:gd name="connsiteY5-740" fmla="*/ 1442493 h 2943855"/>
                    <a:gd name="connsiteX6-741" fmla="*/ 8161918 w 8161918"/>
                    <a:gd name="connsiteY6-742" fmla="*/ 0 h 2943855"/>
                    <a:gd name="connsiteX0-743" fmla="*/ 8144926 w 8145760"/>
                    <a:gd name="connsiteY0-744" fmla="*/ 43424 h 2920259"/>
                    <a:gd name="connsiteX1-745" fmla="*/ 8145760 w 8145760"/>
                    <a:gd name="connsiteY1-746" fmla="*/ 1579944 h 2920259"/>
                    <a:gd name="connsiteX2-747" fmla="*/ 4123353 w 8145760"/>
                    <a:gd name="connsiteY2-748" fmla="*/ 2919505 h 2920259"/>
                    <a:gd name="connsiteX3-749" fmla="*/ 2295 w 8145760"/>
                    <a:gd name="connsiteY3-750" fmla="*/ 1470941 h 2920259"/>
                    <a:gd name="connsiteX4-751" fmla="*/ 767 w 8145760"/>
                    <a:gd name="connsiteY4-752" fmla="*/ 0 h 2920259"/>
                    <a:gd name="connsiteX5-753" fmla="*/ 4068271 w 8145760"/>
                    <a:gd name="connsiteY5-754" fmla="*/ 1418897 h 2920259"/>
                    <a:gd name="connsiteX6-755" fmla="*/ 8144926 w 8145760"/>
                    <a:gd name="connsiteY6-756" fmla="*/ 43424 h 2920259"/>
                    <a:gd name="connsiteX0-757" fmla="*/ 8161918 w 8161918"/>
                    <a:gd name="connsiteY0-758" fmla="*/ 0 h 2959321"/>
                    <a:gd name="connsiteX1-759" fmla="*/ 8145760 w 8161918"/>
                    <a:gd name="connsiteY1-760" fmla="*/ 1619006 h 2959321"/>
                    <a:gd name="connsiteX2-761" fmla="*/ 4123353 w 8161918"/>
                    <a:gd name="connsiteY2-762" fmla="*/ 2958567 h 2959321"/>
                    <a:gd name="connsiteX3-763" fmla="*/ 2295 w 8161918"/>
                    <a:gd name="connsiteY3-764" fmla="*/ 1510003 h 2959321"/>
                    <a:gd name="connsiteX4-765" fmla="*/ 767 w 8161918"/>
                    <a:gd name="connsiteY4-766" fmla="*/ 39062 h 2959321"/>
                    <a:gd name="connsiteX5-767" fmla="*/ 4068271 w 8161918"/>
                    <a:gd name="connsiteY5-768" fmla="*/ 1457959 h 2959321"/>
                    <a:gd name="connsiteX6-769" fmla="*/ 8161918 w 8161918"/>
                    <a:gd name="connsiteY6-770" fmla="*/ 0 h 2959321"/>
                    <a:gd name="connsiteX0-771" fmla="*/ 8161918 w 8162752"/>
                    <a:gd name="connsiteY0-772" fmla="*/ 0 h 2959488"/>
                    <a:gd name="connsiteX1-773" fmla="*/ 8162752 w 8162752"/>
                    <a:gd name="connsiteY1-774" fmla="*/ 1629317 h 2959488"/>
                    <a:gd name="connsiteX2-775" fmla="*/ 4123353 w 8162752"/>
                    <a:gd name="connsiteY2-776" fmla="*/ 2958567 h 2959488"/>
                    <a:gd name="connsiteX3-777" fmla="*/ 2295 w 8162752"/>
                    <a:gd name="connsiteY3-778" fmla="*/ 1510003 h 2959488"/>
                    <a:gd name="connsiteX4-779" fmla="*/ 767 w 8162752"/>
                    <a:gd name="connsiteY4-780" fmla="*/ 39062 h 2959488"/>
                    <a:gd name="connsiteX5-781" fmla="*/ 4068271 w 8162752"/>
                    <a:gd name="connsiteY5-782" fmla="*/ 1457959 h 2959488"/>
                    <a:gd name="connsiteX6-783" fmla="*/ 8161918 w 8162752"/>
                    <a:gd name="connsiteY6-784" fmla="*/ 0 h 2959488"/>
                    <a:gd name="connsiteX0-785" fmla="*/ 8165930 w 8166764"/>
                    <a:gd name="connsiteY0-786" fmla="*/ 7337 h 2966825"/>
                    <a:gd name="connsiteX1-787" fmla="*/ 8166764 w 8166764"/>
                    <a:gd name="connsiteY1-788" fmla="*/ 1636654 h 2966825"/>
                    <a:gd name="connsiteX2-789" fmla="*/ 4127365 w 8166764"/>
                    <a:gd name="connsiteY2-790" fmla="*/ 2965904 h 2966825"/>
                    <a:gd name="connsiteX3-791" fmla="*/ 6307 w 8166764"/>
                    <a:gd name="connsiteY3-792" fmla="*/ 1517340 h 2966825"/>
                    <a:gd name="connsiteX4-793" fmla="*/ 532 w 8166764"/>
                    <a:gd name="connsiteY4-794" fmla="*/ 0 h 2966825"/>
                    <a:gd name="connsiteX5-795" fmla="*/ 4072283 w 8166764"/>
                    <a:gd name="connsiteY5-796" fmla="*/ 1465296 h 2966825"/>
                    <a:gd name="connsiteX6-797" fmla="*/ 8165930 w 8166764"/>
                    <a:gd name="connsiteY6-798" fmla="*/ 7337 h 2966825"/>
                    <a:gd name="connsiteX0-799" fmla="*/ 8168119 w 8168953"/>
                    <a:gd name="connsiteY0-800" fmla="*/ 7337 h 2966682"/>
                    <a:gd name="connsiteX1-801" fmla="*/ 8168953 w 8168953"/>
                    <a:gd name="connsiteY1-802" fmla="*/ 1636654 h 2966682"/>
                    <a:gd name="connsiteX2-803" fmla="*/ 4129554 w 8168953"/>
                    <a:gd name="connsiteY2-804" fmla="*/ 2965904 h 2966682"/>
                    <a:gd name="connsiteX3-805" fmla="*/ 0 w 8168953"/>
                    <a:gd name="connsiteY3-806" fmla="*/ 1527651 h 2966682"/>
                    <a:gd name="connsiteX4-807" fmla="*/ 2721 w 8168953"/>
                    <a:gd name="connsiteY4-808" fmla="*/ 0 h 2966682"/>
                    <a:gd name="connsiteX5-809" fmla="*/ 4074472 w 8168953"/>
                    <a:gd name="connsiteY5-810" fmla="*/ 1465296 h 2966682"/>
                    <a:gd name="connsiteX6-811" fmla="*/ 8168119 w 8168953"/>
                    <a:gd name="connsiteY6-812" fmla="*/ 7337 h 2966682"/>
                    <a:gd name="connsiteX0-813" fmla="*/ 8168119 w 8168953"/>
                    <a:gd name="connsiteY0-814" fmla="*/ 7337 h 3100377"/>
                    <a:gd name="connsiteX1-815" fmla="*/ 8168953 w 8168953"/>
                    <a:gd name="connsiteY1-816" fmla="*/ 1636654 h 3100377"/>
                    <a:gd name="connsiteX2-817" fmla="*/ 4118520 w 8168953"/>
                    <a:gd name="connsiteY2-818" fmla="*/ 3099826 h 3100377"/>
                    <a:gd name="connsiteX3-819" fmla="*/ 0 w 8168953"/>
                    <a:gd name="connsiteY3-820" fmla="*/ 1527651 h 3100377"/>
                    <a:gd name="connsiteX4-821" fmla="*/ 2721 w 8168953"/>
                    <a:gd name="connsiteY4-822" fmla="*/ 0 h 3100377"/>
                    <a:gd name="connsiteX5-823" fmla="*/ 4074472 w 8168953"/>
                    <a:gd name="connsiteY5-824" fmla="*/ 1465296 h 3100377"/>
                    <a:gd name="connsiteX6-825" fmla="*/ 8168119 w 8168953"/>
                    <a:gd name="connsiteY6-826" fmla="*/ 7337 h 3100377"/>
                    <a:gd name="connsiteX0-827" fmla="*/ 8168119 w 8168953"/>
                    <a:gd name="connsiteY0-828" fmla="*/ 7337 h 3100429"/>
                    <a:gd name="connsiteX1-829" fmla="*/ 8168953 w 8168953"/>
                    <a:gd name="connsiteY1-830" fmla="*/ 1636654 h 3100429"/>
                    <a:gd name="connsiteX2-831" fmla="*/ 4118520 w 8168953"/>
                    <a:gd name="connsiteY2-832" fmla="*/ 3099826 h 3100429"/>
                    <a:gd name="connsiteX3-833" fmla="*/ 0 w 8168953"/>
                    <a:gd name="connsiteY3-834" fmla="*/ 1527651 h 3100429"/>
                    <a:gd name="connsiteX4-835" fmla="*/ 2721 w 8168953"/>
                    <a:gd name="connsiteY4-836" fmla="*/ 0 h 3100429"/>
                    <a:gd name="connsiteX5-837" fmla="*/ 4074472 w 8168953"/>
                    <a:gd name="connsiteY5-838" fmla="*/ 1465296 h 3100429"/>
                    <a:gd name="connsiteX6-839" fmla="*/ 8168119 w 8168953"/>
                    <a:gd name="connsiteY6-840" fmla="*/ 7337 h 3100429"/>
                    <a:gd name="connsiteX0-841" fmla="*/ 8165849 w 8166683"/>
                    <a:gd name="connsiteY0-842" fmla="*/ 7337 h 3099826"/>
                    <a:gd name="connsiteX1-843" fmla="*/ 8166683 w 8166683"/>
                    <a:gd name="connsiteY1-844" fmla="*/ 1636654 h 3099826"/>
                    <a:gd name="connsiteX2-845" fmla="*/ 4116250 w 8166683"/>
                    <a:gd name="connsiteY2-846" fmla="*/ 3099826 h 3099826"/>
                    <a:gd name="connsiteX3-847" fmla="*/ 8764 w 8166683"/>
                    <a:gd name="connsiteY3-848" fmla="*/ 1634789 h 3099826"/>
                    <a:gd name="connsiteX4-849" fmla="*/ 451 w 8166683"/>
                    <a:gd name="connsiteY4-850" fmla="*/ 0 h 3099826"/>
                    <a:gd name="connsiteX5-851" fmla="*/ 4072202 w 8166683"/>
                    <a:gd name="connsiteY5-852" fmla="*/ 1465296 h 3099826"/>
                    <a:gd name="connsiteX6-853" fmla="*/ 8165849 w 8166683"/>
                    <a:gd name="connsiteY6-854" fmla="*/ 7337 h 3099826"/>
                    <a:gd name="connsiteX0-855" fmla="*/ 8165849 w 8166683"/>
                    <a:gd name="connsiteY0-856" fmla="*/ 7337 h 3099826"/>
                    <a:gd name="connsiteX1-857" fmla="*/ 8166683 w 8166683"/>
                    <a:gd name="connsiteY1-858" fmla="*/ 1636654 h 3099826"/>
                    <a:gd name="connsiteX2-859" fmla="*/ 4116250 w 8166683"/>
                    <a:gd name="connsiteY2-860" fmla="*/ 3099826 h 3099826"/>
                    <a:gd name="connsiteX3-861" fmla="*/ 8764 w 8166683"/>
                    <a:gd name="connsiteY3-862" fmla="*/ 1634789 h 3099826"/>
                    <a:gd name="connsiteX4-863" fmla="*/ 451 w 8166683"/>
                    <a:gd name="connsiteY4-864" fmla="*/ 0 h 3099826"/>
                    <a:gd name="connsiteX5-865" fmla="*/ 4072202 w 8166683"/>
                    <a:gd name="connsiteY5-866" fmla="*/ 1465296 h 3099826"/>
                    <a:gd name="connsiteX6-867" fmla="*/ 8165849 w 8166683"/>
                    <a:gd name="connsiteY6-868" fmla="*/ 7337 h 3099826"/>
                    <a:gd name="connsiteX0-869" fmla="*/ 8165849 w 8166683"/>
                    <a:gd name="connsiteY0-870" fmla="*/ 7337 h 3099826"/>
                    <a:gd name="connsiteX1-871" fmla="*/ 8166683 w 8166683"/>
                    <a:gd name="connsiteY1-872" fmla="*/ 1636654 h 3099826"/>
                    <a:gd name="connsiteX2-873" fmla="*/ 4116250 w 8166683"/>
                    <a:gd name="connsiteY2-874" fmla="*/ 3099826 h 3099826"/>
                    <a:gd name="connsiteX3-875" fmla="*/ 8764 w 8166683"/>
                    <a:gd name="connsiteY3-876" fmla="*/ 1634789 h 3099826"/>
                    <a:gd name="connsiteX4-877" fmla="*/ 451 w 8166683"/>
                    <a:gd name="connsiteY4-878" fmla="*/ 0 h 3099826"/>
                    <a:gd name="connsiteX5-879" fmla="*/ 4061168 w 8166683"/>
                    <a:gd name="connsiteY5-880" fmla="*/ 1438511 h 3099826"/>
                    <a:gd name="connsiteX6-881" fmla="*/ 8165849 w 8166683"/>
                    <a:gd name="connsiteY6-882" fmla="*/ 7337 h 3099826"/>
                    <a:gd name="connsiteX0-883" fmla="*/ 8165849 w 8166683"/>
                    <a:gd name="connsiteY0-884" fmla="*/ 7337 h 3099826"/>
                    <a:gd name="connsiteX1-885" fmla="*/ 8166683 w 8166683"/>
                    <a:gd name="connsiteY1-886" fmla="*/ 1636654 h 3099826"/>
                    <a:gd name="connsiteX2-887" fmla="*/ 4116250 w 8166683"/>
                    <a:gd name="connsiteY2-888" fmla="*/ 3099826 h 3099826"/>
                    <a:gd name="connsiteX3-889" fmla="*/ 8764 w 8166683"/>
                    <a:gd name="connsiteY3-890" fmla="*/ 1634789 h 3099826"/>
                    <a:gd name="connsiteX4-891" fmla="*/ 451 w 8166683"/>
                    <a:gd name="connsiteY4-892" fmla="*/ 0 h 3099826"/>
                    <a:gd name="connsiteX5-893" fmla="*/ 4061168 w 8166683"/>
                    <a:gd name="connsiteY5-894" fmla="*/ 1438511 h 3099826"/>
                    <a:gd name="connsiteX6-895" fmla="*/ 8165849 w 8166683"/>
                    <a:gd name="connsiteY6-896" fmla="*/ 7337 h 309982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49" name="Oval 448"/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450" name="Group 449"/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51" name="Freeform 450"/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-1" fmla="*/ 3725333 w 4641485"/>
                      <a:gd name="connsiteY0-2" fmla="*/ 0 h 1049866"/>
                      <a:gd name="connsiteX1-3" fmla="*/ 4641485 w 4641485"/>
                      <a:gd name="connsiteY1-4" fmla="*/ 239402 h 1049866"/>
                      <a:gd name="connsiteX2-5" fmla="*/ 3962400 w 4641485"/>
                      <a:gd name="connsiteY2-6" fmla="*/ 541866 h 1049866"/>
                      <a:gd name="connsiteX3-7" fmla="*/ 3742267 w 4641485"/>
                      <a:gd name="connsiteY3-8" fmla="*/ 457200 h 1049866"/>
                      <a:gd name="connsiteX4-9" fmla="*/ 2269067 w 4641485"/>
                      <a:gd name="connsiteY4-10" fmla="*/ 1049866 h 1049866"/>
                      <a:gd name="connsiteX5-11" fmla="*/ 880533 w 4641485"/>
                      <a:gd name="connsiteY5-12" fmla="*/ 457200 h 1049866"/>
                      <a:gd name="connsiteX6-13" fmla="*/ 592667 w 4641485"/>
                      <a:gd name="connsiteY6-14" fmla="*/ 541866 h 1049866"/>
                      <a:gd name="connsiteX7-15" fmla="*/ 0 w 4641485"/>
                      <a:gd name="connsiteY7-16" fmla="*/ 254000 h 1049866"/>
                      <a:gd name="connsiteX8-17" fmla="*/ 880533 w 4641485"/>
                      <a:gd name="connsiteY8-18" fmla="*/ 16933 h 1049866"/>
                      <a:gd name="connsiteX9-19" fmla="*/ 2302933 w 4641485"/>
                      <a:gd name="connsiteY9-20" fmla="*/ 626533 h 1049866"/>
                      <a:gd name="connsiteX10-21" fmla="*/ 3725333 w 4641485"/>
                      <a:gd name="connsiteY10-22" fmla="*/ 0 h 1049866"/>
                      <a:gd name="connsiteX0-23" fmla="*/ 3756864 w 4673016"/>
                      <a:gd name="connsiteY0-24" fmla="*/ 0 h 1049866"/>
                      <a:gd name="connsiteX1-25" fmla="*/ 4673016 w 4673016"/>
                      <a:gd name="connsiteY1-26" fmla="*/ 239402 h 1049866"/>
                      <a:gd name="connsiteX2-27" fmla="*/ 3993931 w 4673016"/>
                      <a:gd name="connsiteY2-28" fmla="*/ 541866 h 1049866"/>
                      <a:gd name="connsiteX3-29" fmla="*/ 3773798 w 4673016"/>
                      <a:gd name="connsiteY3-30" fmla="*/ 457200 h 1049866"/>
                      <a:gd name="connsiteX4-31" fmla="*/ 2300598 w 4673016"/>
                      <a:gd name="connsiteY4-32" fmla="*/ 1049866 h 1049866"/>
                      <a:gd name="connsiteX5-33" fmla="*/ 912064 w 4673016"/>
                      <a:gd name="connsiteY5-34" fmla="*/ 457200 h 1049866"/>
                      <a:gd name="connsiteX6-35" fmla="*/ 624198 w 4673016"/>
                      <a:gd name="connsiteY6-36" fmla="*/ 541866 h 1049866"/>
                      <a:gd name="connsiteX7-37" fmla="*/ 0 w 4673016"/>
                      <a:gd name="connsiteY7-38" fmla="*/ 232979 h 1049866"/>
                      <a:gd name="connsiteX8-39" fmla="*/ 912064 w 4673016"/>
                      <a:gd name="connsiteY8-40" fmla="*/ 16933 h 1049866"/>
                      <a:gd name="connsiteX9-41" fmla="*/ 2334464 w 4673016"/>
                      <a:gd name="connsiteY9-42" fmla="*/ 626533 h 1049866"/>
                      <a:gd name="connsiteX10-43" fmla="*/ 3756864 w 4673016"/>
                      <a:gd name="connsiteY10-44" fmla="*/ 0 h 1049866"/>
                      <a:gd name="connsiteX0-45" fmla="*/ 3756864 w 4673016"/>
                      <a:gd name="connsiteY0-46" fmla="*/ 0 h 1049866"/>
                      <a:gd name="connsiteX1-47" fmla="*/ 4673016 w 4673016"/>
                      <a:gd name="connsiteY1-48" fmla="*/ 239402 h 1049866"/>
                      <a:gd name="connsiteX2-49" fmla="*/ 3993931 w 4673016"/>
                      <a:gd name="connsiteY2-50" fmla="*/ 541866 h 1049866"/>
                      <a:gd name="connsiteX3-51" fmla="*/ 3784308 w 4673016"/>
                      <a:gd name="connsiteY3-52" fmla="*/ 404648 h 1049866"/>
                      <a:gd name="connsiteX4-53" fmla="*/ 2300598 w 4673016"/>
                      <a:gd name="connsiteY4-54" fmla="*/ 1049866 h 1049866"/>
                      <a:gd name="connsiteX5-55" fmla="*/ 912064 w 4673016"/>
                      <a:gd name="connsiteY5-56" fmla="*/ 457200 h 1049866"/>
                      <a:gd name="connsiteX6-57" fmla="*/ 624198 w 4673016"/>
                      <a:gd name="connsiteY6-58" fmla="*/ 541866 h 1049866"/>
                      <a:gd name="connsiteX7-59" fmla="*/ 0 w 4673016"/>
                      <a:gd name="connsiteY7-60" fmla="*/ 232979 h 1049866"/>
                      <a:gd name="connsiteX8-61" fmla="*/ 912064 w 4673016"/>
                      <a:gd name="connsiteY8-62" fmla="*/ 16933 h 1049866"/>
                      <a:gd name="connsiteX9-63" fmla="*/ 2334464 w 4673016"/>
                      <a:gd name="connsiteY9-64" fmla="*/ 626533 h 1049866"/>
                      <a:gd name="connsiteX10-65" fmla="*/ 3756864 w 4673016"/>
                      <a:gd name="connsiteY10-66" fmla="*/ 0 h 1049866"/>
                      <a:gd name="connsiteX0-67" fmla="*/ 3756864 w 4673016"/>
                      <a:gd name="connsiteY0-68" fmla="*/ 0 h 1049866"/>
                      <a:gd name="connsiteX1-69" fmla="*/ 4673016 w 4673016"/>
                      <a:gd name="connsiteY1-70" fmla="*/ 239402 h 1049866"/>
                      <a:gd name="connsiteX2-71" fmla="*/ 3993931 w 4673016"/>
                      <a:gd name="connsiteY2-72" fmla="*/ 541866 h 1049866"/>
                      <a:gd name="connsiteX3-73" fmla="*/ 3794818 w 4673016"/>
                      <a:gd name="connsiteY3-74" fmla="*/ 436179 h 1049866"/>
                      <a:gd name="connsiteX4-75" fmla="*/ 2300598 w 4673016"/>
                      <a:gd name="connsiteY4-76" fmla="*/ 1049866 h 1049866"/>
                      <a:gd name="connsiteX5-77" fmla="*/ 912064 w 4673016"/>
                      <a:gd name="connsiteY5-78" fmla="*/ 457200 h 1049866"/>
                      <a:gd name="connsiteX6-79" fmla="*/ 624198 w 4673016"/>
                      <a:gd name="connsiteY6-80" fmla="*/ 541866 h 1049866"/>
                      <a:gd name="connsiteX7-81" fmla="*/ 0 w 4673016"/>
                      <a:gd name="connsiteY7-82" fmla="*/ 232979 h 1049866"/>
                      <a:gd name="connsiteX8-83" fmla="*/ 912064 w 4673016"/>
                      <a:gd name="connsiteY8-84" fmla="*/ 16933 h 1049866"/>
                      <a:gd name="connsiteX9-85" fmla="*/ 2334464 w 4673016"/>
                      <a:gd name="connsiteY9-86" fmla="*/ 626533 h 1049866"/>
                      <a:gd name="connsiteX10-87" fmla="*/ 3756864 w 4673016"/>
                      <a:gd name="connsiteY10-88" fmla="*/ 0 h 1049866"/>
                      <a:gd name="connsiteX0-89" fmla="*/ 3756864 w 4673016"/>
                      <a:gd name="connsiteY0-90" fmla="*/ 0 h 1049866"/>
                      <a:gd name="connsiteX1-91" fmla="*/ 4673016 w 4673016"/>
                      <a:gd name="connsiteY1-92" fmla="*/ 239402 h 1049866"/>
                      <a:gd name="connsiteX2-93" fmla="*/ 3993931 w 4673016"/>
                      <a:gd name="connsiteY2-94" fmla="*/ 541866 h 1049866"/>
                      <a:gd name="connsiteX3-95" fmla="*/ 3794818 w 4673016"/>
                      <a:gd name="connsiteY3-96" fmla="*/ 436179 h 1049866"/>
                      <a:gd name="connsiteX4-97" fmla="*/ 2300598 w 4673016"/>
                      <a:gd name="connsiteY4-98" fmla="*/ 1049866 h 1049866"/>
                      <a:gd name="connsiteX5-99" fmla="*/ 912064 w 4673016"/>
                      <a:gd name="connsiteY5-100" fmla="*/ 457200 h 1049866"/>
                      <a:gd name="connsiteX6-101" fmla="*/ 624198 w 4673016"/>
                      <a:gd name="connsiteY6-102" fmla="*/ 541866 h 1049866"/>
                      <a:gd name="connsiteX7-103" fmla="*/ 0 w 4673016"/>
                      <a:gd name="connsiteY7-104" fmla="*/ 232979 h 1049866"/>
                      <a:gd name="connsiteX8-105" fmla="*/ 912064 w 4673016"/>
                      <a:gd name="connsiteY8-106" fmla="*/ 16933 h 1049866"/>
                      <a:gd name="connsiteX9-107" fmla="*/ 2323954 w 4673016"/>
                      <a:gd name="connsiteY9-108" fmla="*/ 616023 h 1049866"/>
                      <a:gd name="connsiteX10-109" fmla="*/ 3756864 w 4673016"/>
                      <a:gd name="connsiteY10-110" fmla="*/ 0 h 1049866"/>
                      <a:gd name="connsiteX0-111" fmla="*/ 3756864 w 4673016"/>
                      <a:gd name="connsiteY0-112" fmla="*/ 0 h 1049866"/>
                      <a:gd name="connsiteX1-113" fmla="*/ 4673016 w 4673016"/>
                      <a:gd name="connsiteY1-114" fmla="*/ 239402 h 1049866"/>
                      <a:gd name="connsiteX2-115" fmla="*/ 3993931 w 4673016"/>
                      <a:gd name="connsiteY2-116" fmla="*/ 541866 h 1049866"/>
                      <a:gd name="connsiteX3-117" fmla="*/ 3794818 w 4673016"/>
                      <a:gd name="connsiteY3-118" fmla="*/ 436179 h 1049866"/>
                      <a:gd name="connsiteX4-119" fmla="*/ 2300598 w 4673016"/>
                      <a:gd name="connsiteY4-120" fmla="*/ 1049866 h 1049866"/>
                      <a:gd name="connsiteX5-121" fmla="*/ 912064 w 4673016"/>
                      <a:gd name="connsiteY5-122" fmla="*/ 457200 h 1049866"/>
                      <a:gd name="connsiteX6-123" fmla="*/ 624198 w 4673016"/>
                      <a:gd name="connsiteY6-124" fmla="*/ 541866 h 1049866"/>
                      <a:gd name="connsiteX7-125" fmla="*/ 0 w 4673016"/>
                      <a:gd name="connsiteY7-126" fmla="*/ 275021 h 1049866"/>
                      <a:gd name="connsiteX8-127" fmla="*/ 912064 w 4673016"/>
                      <a:gd name="connsiteY8-128" fmla="*/ 16933 h 1049866"/>
                      <a:gd name="connsiteX9-129" fmla="*/ 2323954 w 4673016"/>
                      <a:gd name="connsiteY9-130" fmla="*/ 616023 h 1049866"/>
                      <a:gd name="connsiteX10-131" fmla="*/ 3756864 w 4673016"/>
                      <a:gd name="connsiteY10-132" fmla="*/ 0 h 1049866"/>
                      <a:gd name="connsiteX0-133" fmla="*/ 3756864 w 4673016"/>
                      <a:gd name="connsiteY0-134" fmla="*/ 0 h 1049866"/>
                      <a:gd name="connsiteX1-135" fmla="*/ 4673016 w 4673016"/>
                      <a:gd name="connsiteY1-136" fmla="*/ 239402 h 1049866"/>
                      <a:gd name="connsiteX2-137" fmla="*/ 3993931 w 4673016"/>
                      <a:gd name="connsiteY2-138" fmla="*/ 541866 h 1049866"/>
                      <a:gd name="connsiteX3-139" fmla="*/ 3815839 w 4673016"/>
                      <a:gd name="connsiteY3-140" fmla="*/ 467710 h 1049866"/>
                      <a:gd name="connsiteX4-141" fmla="*/ 2300598 w 4673016"/>
                      <a:gd name="connsiteY4-142" fmla="*/ 1049866 h 1049866"/>
                      <a:gd name="connsiteX5-143" fmla="*/ 912064 w 4673016"/>
                      <a:gd name="connsiteY5-144" fmla="*/ 457200 h 1049866"/>
                      <a:gd name="connsiteX6-145" fmla="*/ 624198 w 4673016"/>
                      <a:gd name="connsiteY6-146" fmla="*/ 541866 h 1049866"/>
                      <a:gd name="connsiteX7-147" fmla="*/ 0 w 4673016"/>
                      <a:gd name="connsiteY7-148" fmla="*/ 275021 h 1049866"/>
                      <a:gd name="connsiteX8-149" fmla="*/ 912064 w 4673016"/>
                      <a:gd name="connsiteY8-150" fmla="*/ 16933 h 1049866"/>
                      <a:gd name="connsiteX9-151" fmla="*/ 2323954 w 4673016"/>
                      <a:gd name="connsiteY9-152" fmla="*/ 616023 h 1049866"/>
                      <a:gd name="connsiteX10-153" fmla="*/ 3756864 w 4673016"/>
                      <a:gd name="connsiteY10-154" fmla="*/ 0 h 104986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2" name="Freeform 451"/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3" name="Freeform 452"/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4" name="Freeform 453"/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-1" fmla="*/ 168165 w 3731172"/>
                      <a:gd name="connsiteY0-2" fmla="*/ 73572 h 1418896"/>
                      <a:gd name="connsiteX1-3" fmla="*/ 451945 w 3731172"/>
                      <a:gd name="connsiteY1-4" fmla="*/ 0 h 1418896"/>
                      <a:gd name="connsiteX2-5" fmla="*/ 1881352 w 3731172"/>
                      <a:gd name="connsiteY2-6" fmla="*/ 599089 h 1418896"/>
                      <a:gd name="connsiteX3-7" fmla="*/ 3363310 w 3731172"/>
                      <a:gd name="connsiteY3-8" fmla="*/ 0 h 1418896"/>
                      <a:gd name="connsiteX4-9" fmla="*/ 3584027 w 3731172"/>
                      <a:gd name="connsiteY4-10" fmla="*/ 73572 h 1418896"/>
                      <a:gd name="connsiteX5-11" fmla="*/ 2627586 w 3731172"/>
                      <a:gd name="connsiteY5-12" fmla="*/ 441434 h 1418896"/>
                      <a:gd name="connsiteX6-13" fmla="*/ 2596055 w 3731172"/>
                      <a:gd name="connsiteY6-14" fmla="*/ 914400 h 1418896"/>
                      <a:gd name="connsiteX7-15" fmla="*/ 3731172 w 3731172"/>
                      <a:gd name="connsiteY7-16" fmla="*/ 1345324 h 1418896"/>
                      <a:gd name="connsiteX8-17" fmla="*/ 3447393 w 3731172"/>
                      <a:gd name="connsiteY8-18" fmla="*/ 1408386 h 1418896"/>
                      <a:gd name="connsiteX9-19" fmla="*/ 1870841 w 3731172"/>
                      <a:gd name="connsiteY9-20" fmla="*/ 746234 h 1418896"/>
                      <a:gd name="connsiteX10-21" fmla="*/ 262758 w 3731172"/>
                      <a:gd name="connsiteY10-22" fmla="*/ 1418896 h 1418896"/>
                      <a:gd name="connsiteX11-23" fmla="*/ 0 w 3731172"/>
                      <a:gd name="connsiteY11-24" fmla="*/ 1324303 h 1418896"/>
                      <a:gd name="connsiteX12-25" fmla="*/ 1145627 w 3731172"/>
                      <a:gd name="connsiteY12-26" fmla="*/ 882869 h 1418896"/>
                      <a:gd name="connsiteX13-27" fmla="*/ 1114096 w 3731172"/>
                      <a:gd name="connsiteY13-28" fmla="*/ 409903 h 1418896"/>
                      <a:gd name="connsiteX14-29" fmla="*/ 441434 w 3731172"/>
                      <a:gd name="connsiteY14-30" fmla="*/ 10510 h 1418896"/>
                      <a:gd name="connsiteX15-31" fmla="*/ 441434 w 3731172"/>
                      <a:gd name="connsiteY15-32" fmla="*/ 10510 h 1418896"/>
                      <a:gd name="connsiteX0-33" fmla="*/ 168165 w 3731172"/>
                      <a:gd name="connsiteY0-34" fmla="*/ 73572 h 1418896"/>
                      <a:gd name="connsiteX1-35" fmla="*/ 451945 w 3731172"/>
                      <a:gd name="connsiteY1-36" fmla="*/ 0 h 1418896"/>
                      <a:gd name="connsiteX2-37" fmla="*/ 1881352 w 3731172"/>
                      <a:gd name="connsiteY2-38" fmla="*/ 599089 h 1418896"/>
                      <a:gd name="connsiteX3-39" fmla="*/ 3363310 w 3731172"/>
                      <a:gd name="connsiteY3-40" fmla="*/ 0 h 1418896"/>
                      <a:gd name="connsiteX4-41" fmla="*/ 3584027 w 3731172"/>
                      <a:gd name="connsiteY4-42" fmla="*/ 73572 h 1418896"/>
                      <a:gd name="connsiteX5-43" fmla="*/ 2627586 w 3731172"/>
                      <a:gd name="connsiteY5-44" fmla="*/ 441434 h 1418896"/>
                      <a:gd name="connsiteX6-45" fmla="*/ 2596055 w 3731172"/>
                      <a:gd name="connsiteY6-46" fmla="*/ 914400 h 1418896"/>
                      <a:gd name="connsiteX7-47" fmla="*/ 3731172 w 3731172"/>
                      <a:gd name="connsiteY7-48" fmla="*/ 1345324 h 1418896"/>
                      <a:gd name="connsiteX8-49" fmla="*/ 3447393 w 3731172"/>
                      <a:gd name="connsiteY8-50" fmla="*/ 1408386 h 1418896"/>
                      <a:gd name="connsiteX9-51" fmla="*/ 1870841 w 3731172"/>
                      <a:gd name="connsiteY9-52" fmla="*/ 746234 h 1418896"/>
                      <a:gd name="connsiteX10-53" fmla="*/ 262758 w 3731172"/>
                      <a:gd name="connsiteY10-54" fmla="*/ 1418896 h 1418896"/>
                      <a:gd name="connsiteX11-55" fmla="*/ 0 w 3731172"/>
                      <a:gd name="connsiteY11-56" fmla="*/ 1324303 h 1418896"/>
                      <a:gd name="connsiteX12-57" fmla="*/ 1145627 w 3731172"/>
                      <a:gd name="connsiteY12-58" fmla="*/ 882869 h 1418896"/>
                      <a:gd name="connsiteX13-59" fmla="*/ 1114096 w 3731172"/>
                      <a:gd name="connsiteY13-60" fmla="*/ 409903 h 1418896"/>
                      <a:gd name="connsiteX14-61" fmla="*/ 441434 w 3731172"/>
                      <a:gd name="connsiteY14-62" fmla="*/ 10510 h 1418896"/>
                      <a:gd name="connsiteX0-63" fmla="*/ 168165 w 3731172"/>
                      <a:gd name="connsiteY0-64" fmla="*/ 73572 h 1418896"/>
                      <a:gd name="connsiteX1-65" fmla="*/ 451945 w 3731172"/>
                      <a:gd name="connsiteY1-66" fmla="*/ 0 h 1418896"/>
                      <a:gd name="connsiteX2-67" fmla="*/ 1881352 w 3731172"/>
                      <a:gd name="connsiteY2-68" fmla="*/ 599089 h 1418896"/>
                      <a:gd name="connsiteX3-69" fmla="*/ 3363310 w 3731172"/>
                      <a:gd name="connsiteY3-70" fmla="*/ 0 h 1418896"/>
                      <a:gd name="connsiteX4-71" fmla="*/ 3584027 w 3731172"/>
                      <a:gd name="connsiteY4-72" fmla="*/ 73572 h 1418896"/>
                      <a:gd name="connsiteX5-73" fmla="*/ 2627586 w 3731172"/>
                      <a:gd name="connsiteY5-74" fmla="*/ 441434 h 1418896"/>
                      <a:gd name="connsiteX6-75" fmla="*/ 2596055 w 3731172"/>
                      <a:gd name="connsiteY6-76" fmla="*/ 914400 h 1418896"/>
                      <a:gd name="connsiteX7-77" fmla="*/ 3731172 w 3731172"/>
                      <a:gd name="connsiteY7-78" fmla="*/ 1345324 h 1418896"/>
                      <a:gd name="connsiteX8-79" fmla="*/ 3447393 w 3731172"/>
                      <a:gd name="connsiteY8-80" fmla="*/ 1408386 h 1418896"/>
                      <a:gd name="connsiteX9-81" fmla="*/ 1870841 w 3731172"/>
                      <a:gd name="connsiteY9-82" fmla="*/ 746234 h 1418896"/>
                      <a:gd name="connsiteX10-83" fmla="*/ 262758 w 3731172"/>
                      <a:gd name="connsiteY10-84" fmla="*/ 1418896 h 1418896"/>
                      <a:gd name="connsiteX11-85" fmla="*/ 0 w 3731172"/>
                      <a:gd name="connsiteY11-86" fmla="*/ 1324303 h 1418896"/>
                      <a:gd name="connsiteX12-87" fmla="*/ 1145627 w 3731172"/>
                      <a:gd name="connsiteY12-88" fmla="*/ 882869 h 1418896"/>
                      <a:gd name="connsiteX13-89" fmla="*/ 1114096 w 3731172"/>
                      <a:gd name="connsiteY13-90" fmla="*/ 409903 h 1418896"/>
                      <a:gd name="connsiteX14-91" fmla="*/ 357351 w 3731172"/>
                      <a:gd name="connsiteY14-92" fmla="*/ 115613 h 1418896"/>
                      <a:gd name="connsiteX0-93" fmla="*/ 168165 w 3731172"/>
                      <a:gd name="connsiteY0-94" fmla="*/ 73572 h 1418896"/>
                      <a:gd name="connsiteX1-95" fmla="*/ 451945 w 3731172"/>
                      <a:gd name="connsiteY1-96" fmla="*/ 0 h 1418896"/>
                      <a:gd name="connsiteX2-97" fmla="*/ 1881352 w 3731172"/>
                      <a:gd name="connsiteY2-98" fmla="*/ 599089 h 1418896"/>
                      <a:gd name="connsiteX3-99" fmla="*/ 3363310 w 3731172"/>
                      <a:gd name="connsiteY3-100" fmla="*/ 0 h 1418896"/>
                      <a:gd name="connsiteX4-101" fmla="*/ 3584027 w 3731172"/>
                      <a:gd name="connsiteY4-102" fmla="*/ 73572 h 1418896"/>
                      <a:gd name="connsiteX5-103" fmla="*/ 2627586 w 3731172"/>
                      <a:gd name="connsiteY5-104" fmla="*/ 441434 h 1418896"/>
                      <a:gd name="connsiteX6-105" fmla="*/ 2596055 w 3731172"/>
                      <a:gd name="connsiteY6-106" fmla="*/ 914400 h 1418896"/>
                      <a:gd name="connsiteX7-107" fmla="*/ 3731172 w 3731172"/>
                      <a:gd name="connsiteY7-108" fmla="*/ 1345324 h 1418896"/>
                      <a:gd name="connsiteX8-109" fmla="*/ 3447393 w 3731172"/>
                      <a:gd name="connsiteY8-110" fmla="*/ 1408386 h 1418896"/>
                      <a:gd name="connsiteX9-111" fmla="*/ 1870841 w 3731172"/>
                      <a:gd name="connsiteY9-112" fmla="*/ 746234 h 1418896"/>
                      <a:gd name="connsiteX10-113" fmla="*/ 262758 w 3731172"/>
                      <a:gd name="connsiteY10-114" fmla="*/ 1418896 h 1418896"/>
                      <a:gd name="connsiteX11-115" fmla="*/ 0 w 3731172"/>
                      <a:gd name="connsiteY11-116" fmla="*/ 1324303 h 1418896"/>
                      <a:gd name="connsiteX12-117" fmla="*/ 1145627 w 3731172"/>
                      <a:gd name="connsiteY12-118" fmla="*/ 882869 h 1418896"/>
                      <a:gd name="connsiteX13-119" fmla="*/ 1114096 w 3731172"/>
                      <a:gd name="connsiteY13-120" fmla="*/ 409903 h 1418896"/>
                      <a:gd name="connsiteX14-121" fmla="*/ 147144 w 3731172"/>
                      <a:gd name="connsiteY14-122" fmla="*/ 63061 h 1418896"/>
                      <a:gd name="connsiteX0-123" fmla="*/ 168165 w 3731172"/>
                      <a:gd name="connsiteY0-124" fmla="*/ 73572 h 1418896"/>
                      <a:gd name="connsiteX1-125" fmla="*/ 451945 w 3731172"/>
                      <a:gd name="connsiteY1-126" fmla="*/ 0 h 1418896"/>
                      <a:gd name="connsiteX2-127" fmla="*/ 1881352 w 3731172"/>
                      <a:gd name="connsiteY2-128" fmla="*/ 599089 h 1418896"/>
                      <a:gd name="connsiteX3-129" fmla="*/ 3363310 w 3731172"/>
                      <a:gd name="connsiteY3-130" fmla="*/ 0 h 1418896"/>
                      <a:gd name="connsiteX4-131" fmla="*/ 3584027 w 3731172"/>
                      <a:gd name="connsiteY4-132" fmla="*/ 73572 h 1418896"/>
                      <a:gd name="connsiteX5-133" fmla="*/ 2627586 w 3731172"/>
                      <a:gd name="connsiteY5-134" fmla="*/ 441434 h 1418896"/>
                      <a:gd name="connsiteX6-135" fmla="*/ 2596055 w 3731172"/>
                      <a:gd name="connsiteY6-136" fmla="*/ 914400 h 1418896"/>
                      <a:gd name="connsiteX7-137" fmla="*/ 3731172 w 3731172"/>
                      <a:gd name="connsiteY7-138" fmla="*/ 1345324 h 1418896"/>
                      <a:gd name="connsiteX8-139" fmla="*/ 3447393 w 3731172"/>
                      <a:gd name="connsiteY8-140" fmla="*/ 1408386 h 1418896"/>
                      <a:gd name="connsiteX9-141" fmla="*/ 1870841 w 3731172"/>
                      <a:gd name="connsiteY9-142" fmla="*/ 746234 h 1418896"/>
                      <a:gd name="connsiteX10-143" fmla="*/ 262758 w 3731172"/>
                      <a:gd name="connsiteY10-144" fmla="*/ 1418896 h 1418896"/>
                      <a:gd name="connsiteX11-145" fmla="*/ 0 w 3731172"/>
                      <a:gd name="connsiteY11-146" fmla="*/ 1324303 h 1418896"/>
                      <a:gd name="connsiteX12-147" fmla="*/ 1145627 w 3731172"/>
                      <a:gd name="connsiteY12-148" fmla="*/ 882869 h 1418896"/>
                      <a:gd name="connsiteX13-149" fmla="*/ 1114096 w 3731172"/>
                      <a:gd name="connsiteY13-150" fmla="*/ 420413 h 1418896"/>
                      <a:gd name="connsiteX14-151" fmla="*/ 147144 w 3731172"/>
                      <a:gd name="connsiteY14-152" fmla="*/ 63061 h 1418896"/>
                      <a:gd name="connsiteX0-153" fmla="*/ 168165 w 3731172"/>
                      <a:gd name="connsiteY0-154" fmla="*/ 73572 h 1418896"/>
                      <a:gd name="connsiteX1-155" fmla="*/ 451945 w 3731172"/>
                      <a:gd name="connsiteY1-156" fmla="*/ 0 h 1418896"/>
                      <a:gd name="connsiteX2-157" fmla="*/ 1881352 w 3731172"/>
                      <a:gd name="connsiteY2-158" fmla="*/ 599089 h 1418896"/>
                      <a:gd name="connsiteX3-159" fmla="*/ 3363310 w 3731172"/>
                      <a:gd name="connsiteY3-160" fmla="*/ 0 h 1418896"/>
                      <a:gd name="connsiteX4-161" fmla="*/ 3584027 w 3731172"/>
                      <a:gd name="connsiteY4-162" fmla="*/ 73572 h 1418896"/>
                      <a:gd name="connsiteX5-163" fmla="*/ 2627586 w 3731172"/>
                      <a:gd name="connsiteY5-164" fmla="*/ 441434 h 1418896"/>
                      <a:gd name="connsiteX6-165" fmla="*/ 2596055 w 3731172"/>
                      <a:gd name="connsiteY6-166" fmla="*/ 914400 h 1418896"/>
                      <a:gd name="connsiteX7-167" fmla="*/ 3731172 w 3731172"/>
                      <a:gd name="connsiteY7-168" fmla="*/ 1345324 h 1418896"/>
                      <a:gd name="connsiteX8-169" fmla="*/ 3447393 w 3731172"/>
                      <a:gd name="connsiteY8-170" fmla="*/ 1408386 h 1418896"/>
                      <a:gd name="connsiteX9-171" fmla="*/ 1870841 w 3731172"/>
                      <a:gd name="connsiteY9-172" fmla="*/ 746234 h 1418896"/>
                      <a:gd name="connsiteX10-173" fmla="*/ 262758 w 3731172"/>
                      <a:gd name="connsiteY10-174" fmla="*/ 1418896 h 1418896"/>
                      <a:gd name="connsiteX11-175" fmla="*/ 0 w 3731172"/>
                      <a:gd name="connsiteY11-176" fmla="*/ 1324303 h 1418896"/>
                      <a:gd name="connsiteX12-177" fmla="*/ 1145627 w 3731172"/>
                      <a:gd name="connsiteY12-178" fmla="*/ 882869 h 1418896"/>
                      <a:gd name="connsiteX13-179" fmla="*/ 1114096 w 3731172"/>
                      <a:gd name="connsiteY13-180" fmla="*/ 420413 h 1418896"/>
                      <a:gd name="connsiteX14-181" fmla="*/ 189185 w 3731172"/>
                      <a:gd name="connsiteY14-182" fmla="*/ 84081 h 1418896"/>
                      <a:gd name="connsiteX0-183" fmla="*/ 168165 w 3731172"/>
                      <a:gd name="connsiteY0-184" fmla="*/ 73572 h 1418896"/>
                      <a:gd name="connsiteX1-185" fmla="*/ 451945 w 3731172"/>
                      <a:gd name="connsiteY1-186" fmla="*/ 0 h 1418896"/>
                      <a:gd name="connsiteX2-187" fmla="*/ 1881352 w 3731172"/>
                      <a:gd name="connsiteY2-188" fmla="*/ 599089 h 1418896"/>
                      <a:gd name="connsiteX3-189" fmla="*/ 3363310 w 3731172"/>
                      <a:gd name="connsiteY3-190" fmla="*/ 0 h 1418896"/>
                      <a:gd name="connsiteX4-191" fmla="*/ 3584027 w 3731172"/>
                      <a:gd name="connsiteY4-192" fmla="*/ 73572 h 1418896"/>
                      <a:gd name="connsiteX5-193" fmla="*/ 2627586 w 3731172"/>
                      <a:gd name="connsiteY5-194" fmla="*/ 441434 h 1418896"/>
                      <a:gd name="connsiteX6-195" fmla="*/ 2596055 w 3731172"/>
                      <a:gd name="connsiteY6-196" fmla="*/ 914400 h 1418896"/>
                      <a:gd name="connsiteX7-197" fmla="*/ 3731172 w 3731172"/>
                      <a:gd name="connsiteY7-198" fmla="*/ 1345324 h 1418896"/>
                      <a:gd name="connsiteX8-199" fmla="*/ 3447393 w 3731172"/>
                      <a:gd name="connsiteY8-200" fmla="*/ 1408386 h 1418896"/>
                      <a:gd name="connsiteX9-201" fmla="*/ 1870841 w 3731172"/>
                      <a:gd name="connsiteY9-202" fmla="*/ 746234 h 1418896"/>
                      <a:gd name="connsiteX10-203" fmla="*/ 262758 w 3731172"/>
                      <a:gd name="connsiteY10-204" fmla="*/ 1418896 h 1418896"/>
                      <a:gd name="connsiteX11-205" fmla="*/ 0 w 3731172"/>
                      <a:gd name="connsiteY11-206" fmla="*/ 1324303 h 1418896"/>
                      <a:gd name="connsiteX12-207" fmla="*/ 1145627 w 3731172"/>
                      <a:gd name="connsiteY12-208" fmla="*/ 882869 h 1418896"/>
                      <a:gd name="connsiteX13-209" fmla="*/ 1114096 w 3731172"/>
                      <a:gd name="connsiteY13-210" fmla="*/ 420413 h 1418896"/>
                      <a:gd name="connsiteX14-211" fmla="*/ 189185 w 3731172"/>
                      <a:gd name="connsiteY14-212" fmla="*/ 84081 h 1418896"/>
                      <a:gd name="connsiteX15-213" fmla="*/ 168165 w 3731172"/>
                      <a:gd name="connsiteY15-214" fmla="*/ 73572 h 1418896"/>
                      <a:gd name="connsiteX0-215" fmla="*/ 168165 w 3731172"/>
                      <a:gd name="connsiteY0-216" fmla="*/ 73572 h 1418896"/>
                      <a:gd name="connsiteX1-217" fmla="*/ 451945 w 3731172"/>
                      <a:gd name="connsiteY1-218" fmla="*/ 0 h 1418896"/>
                      <a:gd name="connsiteX2-219" fmla="*/ 1881352 w 3731172"/>
                      <a:gd name="connsiteY2-220" fmla="*/ 599089 h 1418896"/>
                      <a:gd name="connsiteX3-221" fmla="*/ 3363310 w 3731172"/>
                      <a:gd name="connsiteY3-222" fmla="*/ 0 h 1418896"/>
                      <a:gd name="connsiteX4-223" fmla="*/ 3584027 w 3731172"/>
                      <a:gd name="connsiteY4-224" fmla="*/ 73572 h 1418896"/>
                      <a:gd name="connsiteX5-225" fmla="*/ 2627586 w 3731172"/>
                      <a:gd name="connsiteY5-226" fmla="*/ 441434 h 1418896"/>
                      <a:gd name="connsiteX6-227" fmla="*/ 2596055 w 3731172"/>
                      <a:gd name="connsiteY6-228" fmla="*/ 914400 h 1418896"/>
                      <a:gd name="connsiteX7-229" fmla="*/ 3731172 w 3731172"/>
                      <a:gd name="connsiteY7-230" fmla="*/ 1345324 h 1418896"/>
                      <a:gd name="connsiteX8-231" fmla="*/ 3447393 w 3731172"/>
                      <a:gd name="connsiteY8-232" fmla="*/ 1408386 h 1418896"/>
                      <a:gd name="connsiteX9-233" fmla="*/ 1870841 w 3731172"/>
                      <a:gd name="connsiteY9-234" fmla="*/ 746234 h 1418896"/>
                      <a:gd name="connsiteX10-235" fmla="*/ 262758 w 3731172"/>
                      <a:gd name="connsiteY10-236" fmla="*/ 1418896 h 1418896"/>
                      <a:gd name="connsiteX11-237" fmla="*/ 0 w 3731172"/>
                      <a:gd name="connsiteY11-238" fmla="*/ 1324303 h 1418896"/>
                      <a:gd name="connsiteX12-239" fmla="*/ 1145627 w 3731172"/>
                      <a:gd name="connsiteY12-240" fmla="*/ 882869 h 1418896"/>
                      <a:gd name="connsiteX13-241" fmla="*/ 1156137 w 3731172"/>
                      <a:gd name="connsiteY13-242" fmla="*/ 441434 h 1418896"/>
                      <a:gd name="connsiteX14-243" fmla="*/ 189185 w 3731172"/>
                      <a:gd name="connsiteY14-244" fmla="*/ 84081 h 1418896"/>
                      <a:gd name="connsiteX15-245" fmla="*/ 168165 w 3731172"/>
                      <a:gd name="connsiteY15-246" fmla="*/ 73572 h 1418896"/>
                      <a:gd name="connsiteX0-247" fmla="*/ 168165 w 3731172"/>
                      <a:gd name="connsiteY0-248" fmla="*/ 73572 h 1418896"/>
                      <a:gd name="connsiteX1-249" fmla="*/ 451945 w 3731172"/>
                      <a:gd name="connsiteY1-250" fmla="*/ 0 h 1418896"/>
                      <a:gd name="connsiteX2-251" fmla="*/ 1881352 w 3731172"/>
                      <a:gd name="connsiteY2-252" fmla="*/ 599089 h 1418896"/>
                      <a:gd name="connsiteX3-253" fmla="*/ 3363310 w 3731172"/>
                      <a:gd name="connsiteY3-254" fmla="*/ 0 h 1418896"/>
                      <a:gd name="connsiteX4-255" fmla="*/ 3584027 w 3731172"/>
                      <a:gd name="connsiteY4-256" fmla="*/ 73572 h 1418896"/>
                      <a:gd name="connsiteX5-257" fmla="*/ 2627586 w 3731172"/>
                      <a:gd name="connsiteY5-258" fmla="*/ 441434 h 1418896"/>
                      <a:gd name="connsiteX6-259" fmla="*/ 2596055 w 3731172"/>
                      <a:gd name="connsiteY6-260" fmla="*/ 914400 h 1418896"/>
                      <a:gd name="connsiteX7-261" fmla="*/ 3731172 w 3731172"/>
                      <a:gd name="connsiteY7-262" fmla="*/ 1345324 h 1418896"/>
                      <a:gd name="connsiteX8-263" fmla="*/ 3447393 w 3731172"/>
                      <a:gd name="connsiteY8-264" fmla="*/ 1408386 h 1418896"/>
                      <a:gd name="connsiteX9-265" fmla="*/ 1870841 w 3731172"/>
                      <a:gd name="connsiteY9-266" fmla="*/ 746234 h 1418896"/>
                      <a:gd name="connsiteX10-267" fmla="*/ 262758 w 3731172"/>
                      <a:gd name="connsiteY10-268" fmla="*/ 1418896 h 1418896"/>
                      <a:gd name="connsiteX11-269" fmla="*/ 0 w 3731172"/>
                      <a:gd name="connsiteY11-270" fmla="*/ 1324303 h 1418896"/>
                      <a:gd name="connsiteX12-271" fmla="*/ 1145627 w 3731172"/>
                      <a:gd name="connsiteY12-272" fmla="*/ 882869 h 1418896"/>
                      <a:gd name="connsiteX13-273" fmla="*/ 1145626 w 3731172"/>
                      <a:gd name="connsiteY13-274" fmla="*/ 451945 h 1418896"/>
                      <a:gd name="connsiteX14-275" fmla="*/ 189185 w 3731172"/>
                      <a:gd name="connsiteY14-276" fmla="*/ 84081 h 1418896"/>
                      <a:gd name="connsiteX15-277" fmla="*/ 168165 w 3731172"/>
                      <a:gd name="connsiteY15-278" fmla="*/ 73572 h 1418896"/>
                      <a:gd name="connsiteX0-279" fmla="*/ 168165 w 3731172"/>
                      <a:gd name="connsiteY0-280" fmla="*/ 73572 h 1418896"/>
                      <a:gd name="connsiteX1-281" fmla="*/ 451945 w 3731172"/>
                      <a:gd name="connsiteY1-282" fmla="*/ 0 h 1418896"/>
                      <a:gd name="connsiteX2-283" fmla="*/ 1881352 w 3731172"/>
                      <a:gd name="connsiteY2-284" fmla="*/ 599089 h 1418896"/>
                      <a:gd name="connsiteX3-285" fmla="*/ 3363310 w 3731172"/>
                      <a:gd name="connsiteY3-286" fmla="*/ 0 h 1418896"/>
                      <a:gd name="connsiteX4-287" fmla="*/ 3584027 w 3731172"/>
                      <a:gd name="connsiteY4-288" fmla="*/ 73572 h 1418896"/>
                      <a:gd name="connsiteX5-289" fmla="*/ 2627586 w 3731172"/>
                      <a:gd name="connsiteY5-290" fmla="*/ 441434 h 1418896"/>
                      <a:gd name="connsiteX6-291" fmla="*/ 2596055 w 3731172"/>
                      <a:gd name="connsiteY6-292" fmla="*/ 914400 h 1418896"/>
                      <a:gd name="connsiteX7-293" fmla="*/ 3731172 w 3731172"/>
                      <a:gd name="connsiteY7-294" fmla="*/ 1345324 h 1418896"/>
                      <a:gd name="connsiteX8-295" fmla="*/ 3447393 w 3731172"/>
                      <a:gd name="connsiteY8-296" fmla="*/ 1408386 h 1418896"/>
                      <a:gd name="connsiteX9-297" fmla="*/ 1870841 w 3731172"/>
                      <a:gd name="connsiteY9-298" fmla="*/ 746234 h 1418896"/>
                      <a:gd name="connsiteX10-299" fmla="*/ 262758 w 3731172"/>
                      <a:gd name="connsiteY10-300" fmla="*/ 1418896 h 1418896"/>
                      <a:gd name="connsiteX11-301" fmla="*/ 0 w 3731172"/>
                      <a:gd name="connsiteY11-302" fmla="*/ 1324303 h 1418896"/>
                      <a:gd name="connsiteX12-303" fmla="*/ 1145627 w 3731172"/>
                      <a:gd name="connsiteY12-304" fmla="*/ 903890 h 1418896"/>
                      <a:gd name="connsiteX13-305" fmla="*/ 1145626 w 3731172"/>
                      <a:gd name="connsiteY13-306" fmla="*/ 451945 h 1418896"/>
                      <a:gd name="connsiteX14-307" fmla="*/ 189185 w 3731172"/>
                      <a:gd name="connsiteY14-308" fmla="*/ 84081 h 1418896"/>
                      <a:gd name="connsiteX15-309" fmla="*/ 168165 w 3731172"/>
                      <a:gd name="connsiteY15-310" fmla="*/ 73572 h 1418896"/>
                      <a:gd name="connsiteX0-311" fmla="*/ 147144 w 3710151"/>
                      <a:gd name="connsiteY0-312" fmla="*/ 73572 h 1418896"/>
                      <a:gd name="connsiteX1-313" fmla="*/ 430924 w 3710151"/>
                      <a:gd name="connsiteY1-314" fmla="*/ 0 h 1418896"/>
                      <a:gd name="connsiteX2-315" fmla="*/ 1860331 w 3710151"/>
                      <a:gd name="connsiteY2-316" fmla="*/ 599089 h 1418896"/>
                      <a:gd name="connsiteX3-317" fmla="*/ 3342289 w 3710151"/>
                      <a:gd name="connsiteY3-318" fmla="*/ 0 h 1418896"/>
                      <a:gd name="connsiteX4-319" fmla="*/ 3563006 w 3710151"/>
                      <a:gd name="connsiteY4-320" fmla="*/ 73572 h 1418896"/>
                      <a:gd name="connsiteX5-321" fmla="*/ 2606565 w 3710151"/>
                      <a:gd name="connsiteY5-322" fmla="*/ 441434 h 1418896"/>
                      <a:gd name="connsiteX6-323" fmla="*/ 2575034 w 3710151"/>
                      <a:gd name="connsiteY6-324" fmla="*/ 914400 h 1418896"/>
                      <a:gd name="connsiteX7-325" fmla="*/ 3710151 w 3710151"/>
                      <a:gd name="connsiteY7-326" fmla="*/ 1345324 h 1418896"/>
                      <a:gd name="connsiteX8-327" fmla="*/ 3426372 w 3710151"/>
                      <a:gd name="connsiteY8-328" fmla="*/ 1408386 h 1418896"/>
                      <a:gd name="connsiteX9-329" fmla="*/ 1849820 w 3710151"/>
                      <a:gd name="connsiteY9-330" fmla="*/ 746234 h 1418896"/>
                      <a:gd name="connsiteX10-331" fmla="*/ 241737 w 3710151"/>
                      <a:gd name="connsiteY10-332" fmla="*/ 1418896 h 1418896"/>
                      <a:gd name="connsiteX11-333" fmla="*/ 0 w 3710151"/>
                      <a:gd name="connsiteY11-334" fmla="*/ 1334814 h 1418896"/>
                      <a:gd name="connsiteX12-335" fmla="*/ 1124606 w 3710151"/>
                      <a:gd name="connsiteY12-336" fmla="*/ 903890 h 1418896"/>
                      <a:gd name="connsiteX13-337" fmla="*/ 1124605 w 3710151"/>
                      <a:gd name="connsiteY13-338" fmla="*/ 451945 h 1418896"/>
                      <a:gd name="connsiteX14-339" fmla="*/ 168164 w 3710151"/>
                      <a:gd name="connsiteY14-340" fmla="*/ 84081 h 1418896"/>
                      <a:gd name="connsiteX15-341" fmla="*/ 147144 w 3710151"/>
                      <a:gd name="connsiteY15-342" fmla="*/ 73572 h 1418896"/>
                      <a:gd name="connsiteX0-343" fmla="*/ 147144 w 3710151"/>
                      <a:gd name="connsiteY0-344" fmla="*/ 73572 h 1418896"/>
                      <a:gd name="connsiteX1-345" fmla="*/ 430924 w 3710151"/>
                      <a:gd name="connsiteY1-346" fmla="*/ 0 h 1418896"/>
                      <a:gd name="connsiteX2-347" fmla="*/ 1860331 w 3710151"/>
                      <a:gd name="connsiteY2-348" fmla="*/ 599089 h 1418896"/>
                      <a:gd name="connsiteX3-349" fmla="*/ 3342289 w 3710151"/>
                      <a:gd name="connsiteY3-350" fmla="*/ 0 h 1418896"/>
                      <a:gd name="connsiteX4-351" fmla="*/ 3563006 w 3710151"/>
                      <a:gd name="connsiteY4-352" fmla="*/ 73572 h 1418896"/>
                      <a:gd name="connsiteX5-353" fmla="*/ 2606565 w 3710151"/>
                      <a:gd name="connsiteY5-354" fmla="*/ 441434 h 1418896"/>
                      <a:gd name="connsiteX6-355" fmla="*/ 2606565 w 3710151"/>
                      <a:gd name="connsiteY6-356" fmla="*/ 924910 h 1418896"/>
                      <a:gd name="connsiteX7-357" fmla="*/ 3710151 w 3710151"/>
                      <a:gd name="connsiteY7-358" fmla="*/ 1345324 h 1418896"/>
                      <a:gd name="connsiteX8-359" fmla="*/ 3426372 w 3710151"/>
                      <a:gd name="connsiteY8-360" fmla="*/ 1408386 h 1418896"/>
                      <a:gd name="connsiteX9-361" fmla="*/ 1849820 w 3710151"/>
                      <a:gd name="connsiteY9-362" fmla="*/ 746234 h 1418896"/>
                      <a:gd name="connsiteX10-363" fmla="*/ 241737 w 3710151"/>
                      <a:gd name="connsiteY10-364" fmla="*/ 1418896 h 1418896"/>
                      <a:gd name="connsiteX11-365" fmla="*/ 0 w 3710151"/>
                      <a:gd name="connsiteY11-366" fmla="*/ 1334814 h 1418896"/>
                      <a:gd name="connsiteX12-367" fmla="*/ 1124606 w 3710151"/>
                      <a:gd name="connsiteY12-368" fmla="*/ 903890 h 1418896"/>
                      <a:gd name="connsiteX13-369" fmla="*/ 1124605 w 3710151"/>
                      <a:gd name="connsiteY13-370" fmla="*/ 451945 h 1418896"/>
                      <a:gd name="connsiteX14-371" fmla="*/ 168164 w 3710151"/>
                      <a:gd name="connsiteY14-372" fmla="*/ 84081 h 1418896"/>
                      <a:gd name="connsiteX15-373" fmla="*/ 147144 w 3710151"/>
                      <a:gd name="connsiteY15-374" fmla="*/ 73572 h 1418896"/>
                      <a:gd name="connsiteX0-375" fmla="*/ 147144 w 3710151"/>
                      <a:gd name="connsiteY0-376" fmla="*/ 73572 h 1418896"/>
                      <a:gd name="connsiteX1-377" fmla="*/ 430924 w 3710151"/>
                      <a:gd name="connsiteY1-378" fmla="*/ 0 h 1418896"/>
                      <a:gd name="connsiteX2-379" fmla="*/ 1860331 w 3710151"/>
                      <a:gd name="connsiteY2-380" fmla="*/ 599089 h 1418896"/>
                      <a:gd name="connsiteX3-381" fmla="*/ 3342289 w 3710151"/>
                      <a:gd name="connsiteY3-382" fmla="*/ 0 h 1418896"/>
                      <a:gd name="connsiteX4-383" fmla="*/ 3563006 w 3710151"/>
                      <a:gd name="connsiteY4-384" fmla="*/ 73572 h 1418896"/>
                      <a:gd name="connsiteX5-385" fmla="*/ 2606565 w 3710151"/>
                      <a:gd name="connsiteY5-386" fmla="*/ 441434 h 1418896"/>
                      <a:gd name="connsiteX6-387" fmla="*/ 2610282 w 3710151"/>
                      <a:gd name="connsiteY6-388" fmla="*/ 902607 h 1418896"/>
                      <a:gd name="connsiteX7-389" fmla="*/ 3710151 w 3710151"/>
                      <a:gd name="connsiteY7-390" fmla="*/ 1345324 h 1418896"/>
                      <a:gd name="connsiteX8-391" fmla="*/ 3426372 w 3710151"/>
                      <a:gd name="connsiteY8-392" fmla="*/ 1408386 h 1418896"/>
                      <a:gd name="connsiteX9-393" fmla="*/ 1849820 w 3710151"/>
                      <a:gd name="connsiteY9-394" fmla="*/ 746234 h 1418896"/>
                      <a:gd name="connsiteX10-395" fmla="*/ 241737 w 3710151"/>
                      <a:gd name="connsiteY10-396" fmla="*/ 1418896 h 1418896"/>
                      <a:gd name="connsiteX11-397" fmla="*/ 0 w 3710151"/>
                      <a:gd name="connsiteY11-398" fmla="*/ 1334814 h 1418896"/>
                      <a:gd name="connsiteX12-399" fmla="*/ 1124606 w 3710151"/>
                      <a:gd name="connsiteY12-400" fmla="*/ 903890 h 1418896"/>
                      <a:gd name="connsiteX13-401" fmla="*/ 1124605 w 3710151"/>
                      <a:gd name="connsiteY13-402" fmla="*/ 451945 h 1418896"/>
                      <a:gd name="connsiteX14-403" fmla="*/ 168164 w 3710151"/>
                      <a:gd name="connsiteY14-404" fmla="*/ 84081 h 1418896"/>
                      <a:gd name="connsiteX15-405" fmla="*/ 147144 w 3710151"/>
                      <a:gd name="connsiteY15-406" fmla="*/ 73572 h 1418896"/>
                      <a:gd name="connsiteX0-407" fmla="*/ 147144 w 3710151"/>
                      <a:gd name="connsiteY0-408" fmla="*/ 73572 h 1418896"/>
                      <a:gd name="connsiteX1-409" fmla="*/ 430924 w 3710151"/>
                      <a:gd name="connsiteY1-410" fmla="*/ 0 h 1418896"/>
                      <a:gd name="connsiteX2-411" fmla="*/ 1860331 w 3710151"/>
                      <a:gd name="connsiteY2-412" fmla="*/ 599089 h 1418896"/>
                      <a:gd name="connsiteX3-413" fmla="*/ 3342289 w 3710151"/>
                      <a:gd name="connsiteY3-414" fmla="*/ 0 h 1418896"/>
                      <a:gd name="connsiteX4-415" fmla="*/ 3563006 w 3710151"/>
                      <a:gd name="connsiteY4-416" fmla="*/ 73572 h 1418896"/>
                      <a:gd name="connsiteX5-417" fmla="*/ 2617717 w 3710151"/>
                      <a:gd name="connsiteY5-418" fmla="*/ 445151 h 1418896"/>
                      <a:gd name="connsiteX6-419" fmla="*/ 2610282 w 3710151"/>
                      <a:gd name="connsiteY6-420" fmla="*/ 902607 h 1418896"/>
                      <a:gd name="connsiteX7-421" fmla="*/ 3710151 w 3710151"/>
                      <a:gd name="connsiteY7-422" fmla="*/ 1345324 h 1418896"/>
                      <a:gd name="connsiteX8-423" fmla="*/ 3426372 w 3710151"/>
                      <a:gd name="connsiteY8-424" fmla="*/ 1408386 h 1418896"/>
                      <a:gd name="connsiteX9-425" fmla="*/ 1849820 w 3710151"/>
                      <a:gd name="connsiteY9-426" fmla="*/ 746234 h 1418896"/>
                      <a:gd name="connsiteX10-427" fmla="*/ 241737 w 3710151"/>
                      <a:gd name="connsiteY10-428" fmla="*/ 1418896 h 1418896"/>
                      <a:gd name="connsiteX11-429" fmla="*/ 0 w 3710151"/>
                      <a:gd name="connsiteY11-430" fmla="*/ 1334814 h 1418896"/>
                      <a:gd name="connsiteX12-431" fmla="*/ 1124606 w 3710151"/>
                      <a:gd name="connsiteY12-432" fmla="*/ 903890 h 1418896"/>
                      <a:gd name="connsiteX13-433" fmla="*/ 1124605 w 3710151"/>
                      <a:gd name="connsiteY13-434" fmla="*/ 451945 h 1418896"/>
                      <a:gd name="connsiteX14-435" fmla="*/ 168164 w 3710151"/>
                      <a:gd name="connsiteY14-436" fmla="*/ 84081 h 1418896"/>
                      <a:gd name="connsiteX15-437" fmla="*/ 147144 w 3710151"/>
                      <a:gd name="connsiteY15-438" fmla="*/ 73572 h 1418896"/>
                      <a:gd name="connsiteX0-439" fmla="*/ 147144 w 3710151"/>
                      <a:gd name="connsiteY0-440" fmla="*/ 73572 h 1418896"/>
                      <a:gd name="connsiteX1-441" fmla="*/ 430924 w 3710151"/>
                      <a:gd name="connsiteY1-442" fmla="*/ 0 h 1418896"/>
                      <a:gd name="connsiteX2-443" fmla="*/ 1860331 w 3710151"/>
                      <a:gd name="connsiteY2-444" fmla="*/ 599089 h 1418896"/>
                      <a:gd name="connsiteX3-445" fmla="*/ 3342289 w 3710151"/>
                      <a:gd name="connsiteY3-446" fmla="*/ 0 h 1418896"/>
                      <a:gd name="connsiteX4-447" fmla="*/ 3563006 w 3710151"/>
                      <a:gd name="connsiteY4-448" fmla="*/ 73572 h 1418896"/>
                      <a:gd name="connsiteX5-449" fmla="*/ 2617717 w 3710151"/>
                      <a:gd name="connsiteY5-450" fmla="*/ 448868 h 1418896"/>
                      <a:gd name="connsiteX6-451" fmla="*/ 2610282 w 3710151"/>
                      <a:gd name="connsiteY6-452" fmla="*/ 902607 h 1418896"/>
                      <a:gd name="connsiteX7-453" fmla="*/ 3710151 w 3710151"/>
                      <a:gd name="connsiteY7-454" fmla="*/ 1345324 h 1418896"/>
                      <a:gd name="connsiteX8-455" fmla="*/ 3426372 w 3710151"/>
                      <a:gd name="connsiteY8-456" fmla="*/ 1408386 h 1418896"/>
                      <a:gd name="connsiteX9-457" fmla="*/ 1849820 w 3710151"/>
                      <a:gd name="connsiteY9-458" fmla="*/ 746234 h 1418896"/>
                      <a:gd name="connsiteX10-459" fmla="*/ 241737 w 3710151"/>
                      <a:gd name="connsiteY10-460" fmla="*/ 1418896 h 1418896"/>
                      <a:gd name="connsiteX11-461" fmla="*/ 0 w 3710151"/>
                      <a:gd name="connsiteY11-462" fmla="*/ 1334814 h 1418896"/>
                      <a:gd name="connsiteX12-463" fmla="*/ 1124606 w 3710151"/>
                      <a:gd name="connsiteY12-464" fmla="*/ 903890 h 1418896"/>
                      <a:gd name="connsiteX13-465" fmla="*/ 1124605 w 3710151"/>
                      <a:gd name="connsiteY13-466" fmla="*/ 451945 h 1418896"/>
                      <a:gd name="connsiteX14-467" fmla="*/ 168164 w 3710151"/>
                      <a:gd name="connsiteY14-468" fmla="*/ 84081 h 1418896"/>
                      <a:gd name="connsiteX15-469" fmla="*/ 147144 w 3710151"/>
                      <a:gd name="connsiteY15-470" fmla="*/ 73572 h 1418896"/>
                      <a:gd name="connsiteX0-471" fmla="*/ 147144 w 3710151"/>
                      <a:gd name="connsiteY0-472" fmla="*/ 73572 h 1418896"/>
                      <a:gd name="connsiteX1-473" fmla="*/ 430924 w 3710151"/>
                      <a:gd name="connsiteY1-474" fmla="*/ 0 h 1418896"/>
                      <a:gd name="connsiteX2-475" fmla="*/ 1838028 w 3710151"/>
                      <a:gd name="connsiteY2-476" fmla="*/ 591655 h 1418896"/>
                      <a:gd name="connsiteX3-477" fmla="*/ 3342289 w 3710151"/>
                      <a:gd name="connsiteY3-478" fmla="*/ 0 h 1418896"/>
                      <a:gd name="connsiteX4-479" fmla="*/ 3563006 w 3710151"/>
                      <a:gd name="connsiteY4-480" fmla="*/ 73572 h 1418896"/>
                      <a:gd name="connsiteX5-481" fmla="*/ 2617717 w 3710151"/>
                      <a:gd name="connsiteY5-482" fmla="*/ 448868 h 1418896"/>
                      <a:gd name="connsiteX6-483" fmla="*/ 2610282 w 3710151"/>
                      <a:gd name="connsiteY6-484" fmla="*/ 902607 h 1418896"/>
                      <a:gd name="connsiteX7-485" fmla="*/ 3710151 w 3710151"/>
                      <a:gd name="connsiteY7-486" fmla="*/ 1345324 h 1418896"/>
                      <a:gd name="connsiteX8-487" fmla="*/ 3426372 w 3710151"/>
                      <a:gd name="connsiteY8-488" fmla="*/ 1408386 h 1418896"/>
                      <a:gd name="connsiteX9-489" fmla="*/ 1849820 w 3710151"/>
                      <a:gd name="connsiteY9-490" fmla="*/ 746234 h 1418896"/>
                      <a:gd name="connsiteX10-491" fmla="*/ 241737 w 3710151"/>
                      <a:gd name="connsiteY10-492" fmla="*/ 1418896 h 1418896"/>
                      <a:gd name="connsiteX11-493" fmla="*/ 0 w 3710151"/>
                      <a:gd name="connsiteY11-494" fmla="*/ 1334814 h 1418896"/>
                      <a:gd name="connsiteX12-495" fmla="*/ 1124606 w 3710151"/>
                      <a:gd name="connsiteY12-496" fmla="*/ 903890 h 1418896"/>
                      <a:gd name="connsiteX13-497" fmla="*/ 1124605 w 3710151"/>
                      <a:gd name="connsiteY13-498" fmla="*/ 451945 h 1418896"/>
                      <a:gd name="connsiteX14-499" fmla="*/ 168164 w 3710151"/>
                      <a:gd name="connsiteY14-500" fmla="*/ 84081 h 1418896"/>
                      <a:gd name="connsiteX15-501" fmla="*/ 147144 w 3710151"/>
                      <a:gd name="connsiteY15-502" fmla="*/ 73572 h 1418896"/>
                      <a:gd name="connsiteX0-503" fmla="*/ 147144 w 3710151"/>
                      <a:gd name="connsiteY0-504" fmla="*/ 73572 h 1418896"/>
                      <a:gd name="connsiteX1-505" fmla="*/ 430924 w 3710151"/>
                      <a:gd name="connsiteY1-506" fmla="*/ 0 h 1418896"/>
                      <a:gd name="connsiteX2-507" fmla="*/ 1838028 w 3710151"/>
                      <a:gd name="connsiteY2-508" fmla="*/ 591655 h 1418896"/>
                      <a:gd name="connsiteX3-509" fmla="*/ 3342289 w 3710151"/>
                      <a:gd name="connsiteY3-510" fmla="*/ 0 h 1418896"/>
                      <a:gd name="connsiteX4-511" fmla="*/ 3563006 w 3710151"/>
                      <a:gd name="connsiteY4-512" fmla="*/ 73572 h 1418896"/>
                      <a:gd name="connsiteX5-513" fmla="*/ 2617717 w 3710151"/>
                      <a:gd name="connsiteY5-514" fmla="*/ 448868 h 1418896"/>
                      <a:gd name="connsiteX6-515" fmla="*/ 2610282 w 3710151"/>
                      <a:gd name="connsiteY6-516" fmla="*/ 902607 h 1418896"/>
                      <a:gd name="connsiteX7-517" fmla="*/ 3710151 w 3710151"/>
                      <a:gd name="connsiteY7-518" fmla="*/ 1345324 h 1418896"/>
                      <a:gd name="connsiteX8-519" fmla="*/ 3426372 w 3710151"/>
                      <a:gd name="connsiteY8-520" fmla="*/ 1408386 h 1418896"/>
                      <a:gd name="connsiteX9-521" fmla="*/ 1849820 w 3710151"/>
                      <a:gd name="connsiteY9-522" fmla="*/ 746234 h 1418896"/>
                      <a:gd name="connsiteX10-523" fmla="*/ 241737 w 3710151"/>
                      <a:gd name="connsiteY10-524" fmla="*/ 1418896 h 1418896"/>
                      <a:gd name="connsiteX11-525" fmla="*/ 0 w 3710151"/>
                      <a:gd name="connsiteY11-526" fmla="*/ 1334814 h 1418896"/>
                      <a:gd name="connsiteX12-527" fmla="*/ 1124606 w 3710151"/>
                      <a:gd name="connsiteY12-528" fmla="*/ 903890 h 1418896"/>
                      <a:gd name="connsiteX13-529" fmla="*/ 1087434 w 3710151"/>
                      <a:gd name="connsiteY13-530" fmla="*/ 451945 h 1418896"/>
                      <a:gd name="connsiteX14-531" fmla="*/ 168164 w 3710151"/>
                      <a:gd name="connsiteY14-532" fmla="*/ 84081 h 1418896"/>
                      <a:gd name="connsiteX15-533" fmla="*/ 147144 w 3710151"/>
                      <a:gd name="connsiteY15-534" fmla="*/ 73572 h 1418896"/>
                      <a:gd name="connsiteX0-535" fmla="*/ 147144 w 3710151"/>
                      <a:gd name="connsiteY0-536" fmla="*/ 73572 h 1418896"/>
                      <a:gd name="connsiteX1-537" fmla="*/ 430924 w 3710151"/>
                      <a:gd name="connsiteY1-538" fmla="*/ 0 h 1418896"/>
                      <a:gd name="connsiteX2-539" fmla="*/ 1838028 w 3710151"/>
                      <a:gd name="connsiteY2-540" fmla="*/ 591655 h 1418896"/>
                      <a:gd name="connsiteX3-541" fmla="*/ 3342289 w 3710151"/>
                      <a:gd name="connsiteY3-542" fmla="*/ 0 h 1418896"/>
                      <a:gd name="connsiteX4-543" fmla="*/ 3563006 w 3710151"/>
                      <a:gd name="connsiteY4-544" fmla="*/ 73572 h 1418896"/>
                      <a:gd name="connsiteX5-545" fmla="*/ 2617717 w 3710151"/>
                      <a:gd name="connsiteY5-546" fmla="*/ 448868 h 1418896"/>
                      <a:gd name="connsiteX6-547" fmla="*/ 2610282 w 3710151"/>
                      <a:gd name="connsiteY6-548" fmla="*/ 902607 h 1418896"/>
                      <a:gd name="connsiteX7-549" fmla="*/ 3710151 w 3710151"/>
                      <a:gd name="connsiteY7-550" fmla="*/ 1345324 h 1418896"/>
                      <a:gd name="connsiteX8-551" fmla="*/ 3426372 w 3710151"/>
                      <a:gd name="connsiteY8-552" fmla="*/ 1408386 h 1418896"/>
                      <a:gd name="connsiteX9-553" fmla="*/ 1849820 w 3710151"/>
                      <a:gd name="connsiteY9-554" fmla="*/ 746234 h 1418896"/>
                      <a:gd name="connsiteX10-555" fmla="*/ 241737 w 3710151"/>
                      <a:gd name="connsiteY10-556" fmla="*/ 1418896 h 1418896"/>
                      <a:gd name="connsiteX11-557" fmla="*/ 0 w 3710151"/>
                      <a:gd name="connsiteY11-558" fmla="*/ 1334814 h 1418896"/>
                      <a:gd name="connsiteX12-559" fmla="*/ 1098586 w 3710151"/>
                      <a:gd name="connsiteY12-560" fmla="*/ 903890 h 1418896"/>
                      <a:gd name="connsiteX13-561" fmla="*/ 1087434 w 3710151"/>
                      <a:gd name="connsiteY13-562" fmla="*/ 451945 h 1418896"/>
                      <a:gd name="connsiteX14-563" fmla="*/ 168164 w 3710151"/>
                      <a:gd name="connsiteY14-564" fmla="*/ 84081 h 1418896"/>
                      <a:gd name="connsiteX15-565" fmla="*/ 147144 w 3710151"/>
                      <a:gd name="connsiteY15-566" fmla="*/ 73572 h 1418896"/>
                      <a:gd name="connsiteX0-567" fmla="*/ 162012 w 3725019"/>
                      <a:gd name="connsiteY0-568" fmla="*/ 73572 h 1418896"/>
                      <a:gd name="connsiteX1-569" fmla="*/ 445792 w 3725019"/>
                      <a:gd name="connsiteY1-570" fmla="*/ 0 h 1418896"/>
                      <a:gd name="connsiteX2-571" fmla="*/ 1852896 w 3725019"/>
                      <a:gd name="connsiteY2-572" fmla="*/ 591655 h 1418896"/>
                      <a:gd name="connsiteX3-573" fmla="*/ 3357157 w 3725019"/>
                      <a:gd name="connsiteY3-574" fmla="*/ 0 h 1418896"/>
                      <a:gd name="connsiteX4-575" fmla="*/ 3577874 w 3725019"/>
                      <a:gd name="connsiteY4-576" fmla="*/ 73572 h 1418896"/>
                      <a:gd name="connsiteX5-577" fmla="*/ 2632585 w 3725019"/>
                      <a:gd name="connsiteY5-578" fmla="*/ 448868 h 1418896"/>
                      <a:gd name="connsiteX6-579" fmla="*/ 2625150 w 3725019"/>
                      <a:gd name="connsiteY6-580" fmla="*/ 902607 h 1418896"/>
                      <a:gd name="connsiteX7-581" fmla="*/ 3725019 w 3725019"/>
                      <a:gd name="connsiteY7-582" fmla="*/ 1345324 h 1418896"/>
                      <a:gd name="connsiteX8-583" fmla="*/ 3441240 w 3725019"/>
                      <a:gd name="connsiteY8-584" fmla="*/ 1408386 h 1418896"/>
                      <a:gd name="connsiteX9-585" fmla="*/ 1864688 w 3725019"/>
                      <a:gd name="connsiteY9-586" fmla="*/ 746234 h 1418896"/>
                      <a:gd name="connsiteX10-587" fmla="*/ 256605 w 3725019"/>
                      <a:gd name="connsiteY10-588" fmla="*/ 1418896 h 1418896"/>
                      <a:gd name="connsiteX11-589" fmla="*/ 0 w 3725019"/>
                      <a:gd name="connsiteY11-590" fmla="*/ 1331097 h 1418896"/>
                      <a:gd name="connsiteX12-591" fmla="*/ 1113454 w 3725019"/>
                      <a:gd name="connsiteY12-592" fmla="*/ 903890 h 1418896"/>
                      <a:gd name="connsiteX13-593" fmla="*/ 1102302 w 3725019"/>
                      <a:gd name="connsiteY13-594" fmla="*/ 451945 h 1418896"/>
                      <a:gd name="connsiteX14-595" fmla="*/ 183032 w 3725019"/>
                      <a:gd name="connsiteY14-596" fmla="*/ 84081 h 1418896"/>
                      <a:gd name="connsiteX15-597" fmla="*/ 162012 w 3725019"/>
                      <a:gd name="connsiteY15-598" fmla="*/ 73572 h 141889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  <a:cxn ang="0">
                        <a:pos x="connsiteX11-23" y="connsiteY11-24"/>
                      </a:cxn>
                      <a:cxn ang="0">
                        <a:pos x="connsiteX12-25" y="connsiteY12-26"/>
                      </a:cxn>
                      <a:cxn ang="0">
                        <a:pos x="connsiteX13-27" y="connsiteY13-28"/>
                      </a:cxn>
                      <a:cxn ang="0">
                        <a:pos x="connsiteX14-29" y="connsiteY14-30"/>
                      </a:cxn>
                      <a:cxn ang="0">
                        <a:pos x="connsiteX15-31" y="connsiteY15-32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</p:grpSp>
      </p:grpSp>
      <p:grpSp>
        <p:nvGrpSpPr>
          <p:cNvPr id="7" name="Group 6"/>
          <p:cNvGrpSpPr/>
          <p:nvPr/>
        </p:nvGrpSpPr>
        <p:grpSpPr>
          <a:xfrm>
            <a:off x="8694912" y="1702617"/>
            <a:ext cx="2658888" cy="2831440"/>
            <a:chOff x="17449127" y="2067553"/>
            <a:chExt cx="2658888" cy="2831440"/>
          </a:xfrm>
        </p:grpSpPr>
        <p:sp>
          <p:nvSpPr>
            <p:cNvPr id="640" name="Oval 639"/>
            <p:cNvSpPr/>
            <p:nvPr/>
          </p:nvSpPr>
          <p:spPr>
            <a:xfrm>
              <a:off x="18054808" y="2067553"/>
              <a:ext cx="2053207" cy="1399514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1" name="Oval 610"/>
            <p:cNvSpPr/>
            <p:nvPr/>
          </p:nvSpPr>
          <p:spPr>
            <a:xfrm>
              <a:off x="17449127" y="3391110"/>
              <a:ext cx="2173774" cy="1507883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496" name="Rectangle 495"/>
          <p:cNvSpPr/>
          <p:nvPr/>
        </p:nvSpPr>
        <p:spPr>
          <a:xfrm>
            <a:off x="807652" y="1884278"/>
            <a:ext cx="5787853" cy="2921876"/>
          </a:xfrm>
          <a:prstGeom prst="rect">
            <a:avLst/>
          </a:prstGeom>
          <a:solidFill>
            <a:schemeClr val="bg1">
              <a:alpha val="73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" name="Freeform 4"/>
          <p:cNvSpPr/>
          <p:nvPr/>
        </p:nvSpPr>
        <p:spPr>
          <a:xfrm>
            <a:off x="7157545" y="1523999"/>
            <a:ext cx="4550979" cy="4897821"/>
          </a:xfrm>
          <a:custGeom>
            <a:avLst/>
            <a:gdLst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713187 w 4656083"/>
              <a:gd name="connsiteY6" fmla="*/ 3100551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-1" fmla="*/ 0 w 4656083"/>
              <a:gd name="connsiteY0-2" fmla="*/ 0 h 4939862"/>
              <a:gd name="connsiteX1-3" fmla="*/ 0 w 4656083"/>
              <a:gd name="connsiteY1-4" fmla="*/ 0 h 4939862"/>
              <a:gd name="connsiteX2-5" fmla="*/ 94593 w 4656083"/>
              <a:gd name="connsiteY2-6" fmla="*/ 10510 h 4939862"/>
              <a:gd name="connsiteX3-7" fmla="*/ 2375338 w 4656083"/>
              <a:gd name="connsiteY3-8" fmla="*/ 42041 h 4939862"/>
              <a:gd name="connsiteX4-9" fmla="*/ 2375338 w 4656083"/>
              <a:gd name="connsiteY4-10" fmla="*/ 1418896 h 4939862"/>
              <a:gd name="connsiteX5-11" fmla="*/ 1660635 w 4656083"/>
              <a:gd name="connsiteY5-12" fmla="*/ 1923393 h 4939862"/>
              <a:gd name="connsiteX6-13" fmla="*/ 1660635 w 4656083"/>
              <a:gd name="connsiteY6-14" fmla="*/ 2459420 h 4939862"/>
              <a:gd name="connsiteX7-15" fmla="*/ 3079531 w 4656083"/>
              <a:gd name="connsiteY7-16" fmla="*/ 3037489 h 4939862"/>
              <a:gd name="connsiteX8-17" fmla="*/ 3552497 w 4656083"/>
              <a:gd name="connsiteY8-18" fmla="*/ 2858813 h 4939862"/>
              <a:gd name="connsiteX9-19" fmla="*/ 3762704 w 4656083"/>
              <a:gd name="connsiteY9-20" fmla="*/ 2585544 h 4939862"/>
              <a:gd name="connsiteX10-21" fmla="*/ 3825766 w 4656083"/>
              <a:gd name="connsiteY10-22" fmla="*/ 2259724 h 4939862"/>
              <a:gd name="connsiteX11-23" fmla="*/ 3783725 w 4656083"/>
              <a:gd name="connsiteY11-24" fmla="*/ 2060027 h 4939862"/>
              <a:gd name="connsiteX12-25" fmla="*/ 3689131 w 4656083"/>
              <a:gd name="connsiteY12-26" fmla="*/ 1881351 h 4939862"/>
              <a:gd name="connsiteX13-27" fmla="*/ 3447393 w 4656083"/>
              <a:gd name="connsiteY13-28" fmla="*/ 1723696 h 4939862"/>
              <a:gd name="connsiteX14-29" fmla="*/ 4498428 w 4656083"/>
              <a:gd name="connsiteY14-30" fmla="*/ 1587062 h 4939862"/>
              <a:gd name="connsiteX15-31" fmla="*/ 4656083 w 4656083"/>
              <a:gd name="connsiteY15-32" fmla="*/ 2921875 h 4939862"/>
              <a:gd name="connsiteX16-33" fmla="*/ 4508938 w 4656083"/>
              <a:gd name="connsiteY16-34" fmla="*/ 4561489 h 4939862"/>
              <a:gd name="connsiteX17-35" fmla="*/ 3499945 w 4656083"/>
              <a:gd name="connsiteY17-36" fmla="*/ 4939862 h 4939862"/>
              <a:gd name="connsiteX18-37" fmla="*/ 105104 w 4656083"/>
              <a:gd name="connsiteY18-38" fmla="*/ 4897820 h 4939862"/>
              <a:gd name="connsiteX19-39" fmla="*/ 0 w 4656083"/>
              <a:gd name="connsiteY19-40" fmla="*/ 0 h 4939862"/>
              <a:gd name="connsiteX0-41" fmla="*/ 0 w 4656083"/>
              <a:gd name="connsiteY0-42" fmla="*/ 0 h 4939862"/>
              <a:gd name="connsiteX1-43" fmla="*/ 0 w 4656083"/>
              <a:gd name="connsiteY1-44" fmla="*/ 0 h 4939862"/>
              <a:gd name="connsiteX2-45" fmla="*/ 94593 w 4656083"/>
              <a:gd name="connsiteY2-46" fmla="*/ 10510 h 4939862"/>
              <a:gd name="connsiteX3-47" fmla="*/ 2375338 w 4656083"/>
              <a:gd name="connsiteY3-48" fmla="*/ 42041 h 4939862"/>
              <a:gd name="connsiteX4-49" fmla="*/ 2375338 w 4656083"/>
              <a:gd name="connsiteY4-50" fmla="*/ 1418896 h 4939862"/>
              <a:gd name="connsiteX5-51" fmla="*/ 1660635 w 4656083"/>
              <a:gd name="connsiteY5-52" fmla="*/ 1923393 h 4939862"/>
              <a:gd name="connsiteX6-53" fmla="*/ 1660635 w 4656083"/>
              <a:gd name="connsiteY6-54" fmla="*/ 2459420 h 4939862"/>
              <a:gd name="connsiteX7-55" fmla="*/ 3079531 w 4656083"/>
              <a:gd name="connsiteY7-56" fmla="*/ 3037489 h 4939862"/>
              <a:gd name="connsiteX8-57" fmla="*/ 3552497 w 4656083"/>
              <a:gd name="connsiteY8-58" fmla="*/ 2858813 h 4939862"/>
              <a:gd name="connsiteX9-59" fmla="*/ 3762704 w 4656083"/>
              <a:gd name="connsiteY9-60" fmla="*/ 2585544 h 4939862"/>
              <a:gd name="connsiteX10-61" fmla="*/ 3825766 w 4656083"/>
              <a:gd name="connsiteY10-62" fmla="*/ 2259724 h 4939862"/>
              <a:gd name="connsiteX11-63" fmla="*/ 3783725 w 4656083"/>
              <a:gd name="connsiteY11-64" fmla="*/ 2060027 h 4939862"/>
              <a:gd name="connsiteX12-65" fmla="*/ 3689131 w 4656083"/>
              <a:gd name="connsiteY12-66" fmla="*/ 1881351 h 4939862"/>
              <a:gd name="connsiteX13-67" fmla="*/ 3447393 w 4656083"/>
              <a:gd name="connsiteY13-68" fmla="*/ 1723696 h 4939862"/>
              <a:gd name="connsiteX14-69" fmla="*/ 4498428 w 4656083"/>
              <a:gd name="connsiteY14-70" fmla="*/ 1587062 h 4939862"/>
              <a:gd name="connsiteX15-71" fmla="*/ 4656083 w 4656083"/>
              <a:gd name="connsiteY15-72" fmla="*/ 2921875 h 4939862"/>
              <a:gd name="connsiteX16-73" fmla="*/ 4508938 w 4656083"/>
              <a:gd name="connsiteY16-74" fmla="*/ 4561489 h 4939862"/>
              <a:gd name="connsiteX17-75" fmla="*/ 3499945 w 4656083"/>
              <a:gd name="connsiteY17-76" fmla="*/ 4939862 h 4939862"/>
              <a:gd name="connsiteX18-77" fmla="*/ 105104 w 4656083"/>
              <a:gd name="connsiteY18-78" fmla="*/ 4897820 h 4939862"/>
              <a:gd name="connsiteX19-79" fmla="*/ 0 w 4656083"/>
              <a:gd name="connsiteY19-80" fmla="*/ 0 h 4939862"/>
              <a:gd name="connsiteX0-81" fmla="*/ 0 w 4656083"/>
              <a:gd name="connsiteY0-82" fmla="*/ 0 h 4939862"/>
              <a:gd name="connsiteX1-83" fmla="*/ 0 w 4656083"/>
              <a:gd name="connsiteY1-84" fmla="*/ 0 h 4939862"/>
              <a:gd name="connsiteX2-85" fmla="*/ 94593 w 4656083"/>
              <a:gd name="connsiteY2-86" fmla="*/ 10510 h 4939862"/>
              <a:gd name="connsiteX3-87" fmla="*/ 2375338 w 4656083"/>
              <a:gd name="connsiteY3-88" fmla="*/ 42041 h 4939862"/>
              <a:gd name="connsiteX4-89" fmla="*/ 2375338 w 4656083"/>
              <a:gd name="connsiteY4-90" fmla="*/ 1418896 h 4939862"/>
              <a:gd name="connsiteX5-91" fmla="*/ 1660635 w 4656083"/>
              <a:gd name="connsiteY5-92" fmla="*/ 1923393 h 4939862"/>
              <a:gd name="connsiteX6-93" fmla="*/ 1660635 w 4656083"/>
              <a:gd name="connsiteY6-94" fmla="*/ 2459420 h 4939862"/>
              <a:gd name="connsiteX7-95" fmla="*/ 3079531 w 4656083"/>
              <a:gd name="connsiteY7-96" fmla="*/ 3037489 h 4939862"/>
              <a:gd name="connsiteX8-97" fmla="*/ 3552497 w 4656083"/>
              <a:gd name="connsiteY8-98" fmla="*/ 2858813 h 4939862"/>
              <a:gd name="connsiteX9-99" fmla="*/ 3762704 w 4656083"/>
              <a:gd name="connsiteY9-100" fmla="*/ 2585544 h 4939862"/>
              <a:gd name="connsiteX10-101" fmla="*/ 3825766 w 4656083"/>
              <a:gd name="connsiteY10-102" fmla="*/ 2259724 h 4939862"/>
              <a:gd name="connsiteX11-103" fmla="*/ 3783725 w 4656083"/>
              <a:gd name="connsiteY11-104" fmla="*/ 2060027 h 4939862"/>
              <a:gd name="connsiteX12-105" fmla="*/ 3689131 w 4656083"/>
              <a:gd name="connsiteY12-106" fmla="*/ 1881351 h 4939862"/>
              <a:gd name="connsiteX13-107" fmla="*/ 3447393 w 4656083"/>
              <a:gd name="connsiteY13-108" fmla="*/ 1723696 h 4939862"/>
              <a:gd name="connsiteX14-109" fmla="*/ 4498428 w 4656083"/>
              <a:gd name="connsiteY14-110" fmla="*/ 1587062 h 4939862"/>
              <a:gd name="connsiteX15-111" fmla="*/ 4656083 w 4656083"/>
              <a:gd name="connsiteY15-112" fmla="*/ 2921875 h 4939862"/>
              <a:gd name="connsiteX16-113" fmla="*/ 4508938 w 4656083"/>
              <a:gd name="connsiteY16-114" fmla="*/ 4561489 h 4939862"/>
              <a:gd name="connsiteX17-115" fmla="*/ 3499945 w 4656083"/>
              <a:gd name="connsiteY17-116" fmla="*/ 4939862 h 4939862"/>
              <a:gd name="connsiteX18-117" fmla="*/ 105104 w 4656083"/>
              <a:gd name="connsiteY18-118" fmla="*/ 4897820 h 4939862"/>
              <a:gd name="connsiteX19-119" fmla="*/ 0 w 4656083"/>
              <a:gd name="connsiteY19-120" fmla="*/ 0 h 4939862"/>
              <a:gd name="connsiteX0-121" fmla="*/ 0 w 4656083"/>
              <a:gd name="connsiteY0-122" fmla="*/ 0 h 4939862"/>
              <a:gd name="connsiteX1-123" fmla="*/ 0 w 4656083"/>
              <a:gd name="connsiteY1-124" fmla="*/ 0 h 4939862"/>
              <a:gd name="connsiteX2-125" fmla="*/ 94593 w 4656083"/>
              <a:gd name="connsiteY2-126" fmla="*/ 10510 h 4939862"/>
              <a:gd name="connsiteX3-127" fmla="*/ 2375338 w 4656083"/>
              <a:gd name="connsiteY3-128" fmla="*/ 42041 h 4939862"/>
              <a:gd name="connsiteX4-129" fmla="*/ 2375338 w 4656083"/>
              <a:gd name="connsiteY4-130" fmla="*/ 1418896 h 4939862"/>
              <a:gd name="connsiteX5-131" fmla="*/ 1660635 w 4656083"/>
              <a:gd name="connsiteY5-132" fmla="*/ 1923393 h 4939862"/>
              <a:gd name="connsiteX6-133" fmla="*/ 1660635 w 4656083"/>
              <a:gd name="connsiteY6-134" fmla="*/ 2459420 h 4939862"/>
              <a:gd name="connsiteX7-135" fmla="*/ 3079531 w 4656083"/>
              <a:gd name="connsiteY7-136" fmla="*/ 3037489 h 4939862"/>
              <a:gd name="connsiteX8-137" fmla="*/ 3552497 w 4656083"/>
              <a:gd name="connsiteY8-138" fmla="*/ 2858813 h 4939862"/>
              <a:gd name="connsiteX9-139" fmla="*/ 3762704 w 4656083"/>
              <a:gd name="connsiteY9-140" fmla="*/ 2585544 h 4939862"/>
              <a:gd name="connsiteX10-141" fmla="*/ 3825766 w 4656083"/>
              <a:gd name="connsiteY10-142" fmla="*/ 2259724 h 4939862"/>
              <a:gd name="connsiteX11-143" fmla="*/ 3783725 w 4656083"/>
              <a:gd name="connsiteY11-144" fmla="*/ 2060027 h 4939862"/>
              <a:gd name="connsiteX12-145" fmla="*/ 3689131 w 4656083"/>
              <a:gd name="connsiteY12-146" fmla="*/ 1881351 h 4939862"/>
              <a:gd name="connsiteX13-147" fmla="*/ 3447393 w 4656083"/>
              <a:gd name="connsiteY13-148" fmla="*/ 1723696 h 4939862"/>
              <a:gd name="connsiteX14-149" fmla="*/ 4498428 w 4656083"/>
              <a:gd name="connsiteY14-150" fmla="*/ 1587062 h 4939862"/>
              <a:gd name="connsiteX15-151" fmla="*/ 4656083 w 4656083"/>
              <a:gd name="connsiteY15-152" fmla="*/ 2921875 h 4939862"/>
              <a:gd name="connsiteX16-153" fmla="*/ 4508938 w 4656083"/>
              <a:gd name="connsiteY16-154" fmla="*/ 4561489 h 4939862"/>
              <a:gd name="connsiteX17-155" fmla="*/ 3499945 w 4656083"/>
              <a:gd name="connsiteY17-156" fmla="*/ 4939862 h 4939862"/>
              <a:gd name="connsiteX18-157" fmla="*/ 105104 w 4656083"/>
              <a:gd name="connsiteY18-158" fmla="*/ 4897820 h 4939862"/>
              <a:gd name="connsiteX19-159" fmla="*/ 0 w 4656083"/>
              <a:gd name="connsiteY19-160" fmla="*/ 0 h 4939862"/>
              <a:gd name="connsiteX0-161" fmla="*/ 0 w 4656083"/>
              <a:gd name="connsiteY0-162" fmla="*/ 0 h 4939862"/>
              <a:gd name="connsiteX1-163" fmla="*/ 0 w 4656083"/>
              <a:gd name="connsiteY1-164" fmla="*/ 0 h 4939862"/>
              <a:gd name="connsiteX2-165" fmla="*/ 94593 w 4656083"/>
              <a:gd name="connsiteY2-166" fmla="*/ 10510 h 4939862"/>
              <a:gd name="connsiteX3-167" fmla="*/ 2375338 w 4656083"/>
              <a:gd name="connsiteY3-168" fmla="*/ 42041 h 4939862"/>
              <a:gd name="connsiteX4-169" fmla="*/ 2375338 w 4656083"/>
              <a:gd name="connsiteY4-170" fmla="*/ 1418896 h 4939862"/>
              <a:gd name="connsiteX5-171" fmla="*/ 1660635 w 4656083"/>
              <a:gd name="connsiteY5-172" fmla="*/ 1923393 h 4939862"/>
              <a:gd name="connsiteX6-173" fmla="*/ 1660635 w 4656083"/>
              <a:gd name="connsiteY6-174" fmla="*/ 2459420 h 4939862"/>
              <a:gd name="connsiteX7-175" fmla="*/ 3132083 w 4656083"/>
              <a:gd name="connsiteY7-176" fmla="*/ 3090041 h 4939862"/>
              <a:gd name="connsiteX8-177" fmla="*/ 3552497 w 4656083"/>
              <a:gd name="connsiteY8-178" fmla="*/ 2858813 h 4939862"/>
              <a:gd name="connsiteX9-179" fmla="*/ 3762704 w 4656083"/>
              <a:gd name="connsiteY9-180" fmla="*/ 2585544 h 4939862"/>
              <a:gd name="connsiteX10-181" fmla="*/ 3825766 w 4656083"/>
              <a:gd name="connsiteY10-182" fmla="*/ 2259724 h 4939862"/>
              <a:gd name="connsiteX11-183" fmla="*/ 3783725 w 4656083"/>
              <a:gd name="connsiteY11-184" fmla="*/ 2060027 h 4939862"/>
              <a:gd name="connsiteX12-185" fmla="*/ 3689131 w 4656083"/>
              <a:gd name="connsiteY12-186" fmla="*/ 1881351 h 4939862"/>
              <a:gd name="connsiteX13-187" fmla="*/ 3447393 w 4656083"/>
              <a:gd name="connsiteY13-188" fmla="*/ 1723696 h 4939862"/>
              <a:gd name="connsiteX14-189" fmla="*/ 4498428 w 4656083"/>
              <a:gd name="connsiteY14-190" fmla="*/ 1587062 h 4939862"/>
              <a:gd name="connsiteX15-191" fmla="*/ 4656083 w 4656083"/>
              <a:gd name="connsiteY15-192" fmla="*/ 2921875 h 4939862"/>
              <a:gd name="connsiteX16-193" fmla="*/ 4508938 w 4656083"/>
              <a:gd name="connsiteY16-194" fmla="*/ 4561489 h 4939862"/>
              <a:gd name="connsiteX17-195" fmla="*/ 3499945 w 4656083"/>
              <a:gd name="connsiteY17-196" fmla="*/ 4939862 h 4939862"/>
              <a:gd name="connsiteX18-197" fmla="*/ 105104 w 4656083"/>
              <a:gd name="connsiteY18-198" fmla="*/ 4897820 h 4939862"/>
              <a:gd name="connsiteX19-199" fmla="*/ 0 w 4656083"/>
              <a:gd name="connsiteY19-200" fmla="*/ 0 h 4939862"/>
              <a:gd name="connsiteX0-201" fmla="*/ 0 w 4656083"/>
              <a:gd name="connsiteY0-202" fmla="*/ 0 h 4939862"/>
              <a:gd name="connsiteX1-203" fmla="*/ 0 w 4656083"/>
              <a:gd name="connsiteY1-204" fmla="*/ 0 h 4939862"/>
              <a:gd name="connsiteX2-205" fmla="*/ 94593 w 4656083"/>
              <a:gd name="connsiteY2-206" fmla="*/ 10510 h 4939862"/>
              <a:gd name="connsiteX3-207" fmla="*/ 2375338 w 4656083"/>
              <a:gd name="connsiteY3-208" fmla="*/ 42041 h 4939862"/>
              <a:gd name="connsiteX4-209" fmla="*/ 2375338 w 4656083"/>
              <a:gd name="connsiteY4-210" fmla="*/ 1418896 h 4939862"/>
              <a:gd name="connsiteX5-211" fmla="*/ 1660635 w 4656083"/>
              <a:gd name="connsiteY5-212" fmla="*/ 1923393 h 4939862"/>
              <a:gd name="connsiteX6-213" fmla="*/ 1660635 w 4656083"/>
              <a:gd name="connsiteY6-214" fmla="*/ 2459420 h 4939862"/>
              <a:gd name="connsiteX7-215" fmla="*/ 3132083 w 4656083"/>
              <a:gd name="connsiteY7-216" fmla="*/ 3090041 h 4939862"/>
              <a:gd name="connsiteX8-217" fmla="*/ 3605049 w 4656083"/>
              <a:gd name="connsiteY8-218" fmla="*/ 2869324 h 4939862"/>
              <a:gd name="connsiteX9-219" fmla="*/ 3762704 w 4656083"/>
              <a:gd name="connsiteY9-220" fmla="*/ 2585544 h 4939862"/>
              <a:gd name="connsiteX10-221" fmla="*/ 3825766 w 4656083"/>
              <a:gd name="connsiteY10-222" fmla="*/ 2259724 h 4939862"/>
              <a:gd name="connsiteX11-223" fmla="*/ 3783725 w 4656083"/>
              <a:gd name="connsiteY11-224" fmla="*/ 2060027 h 4939862"/>
              <a:gd name="connsiteX12-225" fmla="*/ 3689131 w 4656083"/>
              <a:gd name="connsiteY12-226" fmla="*/ 1881351 h 4939862"/>
              <a:gd name="connsiteX13-227" fmla="*/ 3447393 w 4656083"/>
              <a:gd name="connsiteY13-228" fmla="*/ 1723696 h 4939862"/>
              <a:gd name="connsiteX14-229" fmla="*/ 4498428 w 4656083"/>
              <a:gd name="connsiteY14-230" fmla="*/ 1587062 h 4939862"/>
              <a:gd name="connsiteX15-231" fmla="*/ 4656083 w 4656083"/>
              <a:gd name="connsiteY15-232" fmla="*/ 2921875 h 4939862"/>
              <a:gd name="connsiteX16-233" fmla="*/ 4508938 w 4656083"/>
              <a:gd name="connsiteY16-234" fmla="*/ 4561489 h 4939862"/>
              <a:gd name="connsiteX17-235" fmla="*/ 3499945 w 4656083"/>
              <a:gd name="connsiteY17-236" fmla="*/ 4939862 h 4939862"/>
              <a:gd name="connsiteX18-237" fmla="*/ 105104 w 4656083"/>
              <a:gd name="connsiteY18-238" fmla="*/ 4897820 h 4939862"/>
              <a:gd name="connsiteX19-239" fmla="*/ 0 w 4656083"/>
              <a:gd name="connsiteY19-240" fmla="*/ 0 h 4939862"/>
              <a:gd name="connsiteX0-241" fmla="*/ 0 w 4656083"/>
              <a:gd name="connsiteY0-242" fmla="*/ 0 h 4939862"/>
              <a:gd name="connsiteX1-243" fmla="*/ 0 w 4656083"/>
              <a:gd name="connsiteY1-244" fmla="*/ 0 h 4939862"/>
              <a:gd name="connsiteX2-245" fmla="*/ 94593 w 4656083"/>
              <a:gd name="connsiteY2-246" fmla="*/ 10510 h 4939862"/>
              <a:gd name="connsiteX3-247" fmla="*/ 2375338 w 4656083"/>
              <a:gd name="connsiteY3-248" fmla="*/ 42041 h 4939862"/>
              <a:gd name="connsiteX4-249" fmla="*/ 2375338 w 4656083"/>
              <a:gd name="connsiteY4-250" fmla="*/ 1418896 h 4939862"/>
              <a:gd name="connsiteX5-251" fmla="*/ 1660635 w 4656083"/>
              <a:gd name="connsiteY5-252" fmla="*/ 1923393 h 4939862"/>
              <a:gd name="connsiteX6-253" fmla="*/ 1660635 w 4656083"/>
              <a:gd name="connsiteY6-254" fmla="*/ 2459420 h 4939862"/>
              <a:gd name="connsiteX7-255" fmla="*/ 3132083 w 4656083"/>
              <a:gd name="connsiteY7-256" fmla="*/ 3090041 h 4939862"/>
              <a:gd name="connsiteX8-257" fmla="*/ 3605049 w 4656083"/>
              <a:gd name="connsiteY8-258" fmla="*/ 2869324 h 4939862"/>
              <a:gd name="connsiteX9-259" fmla="*/ 3804745 w 4656083"/>
              <a:gd name="connsiteY9-260" fmla="*/ 2596054 h 4939862"/>
              <a:gd name="connsiteX10-261" fmla="*/ 3825766 w 4656083"/>
              <a:gd name="connsiteY10-262" fmla="*/ 2259724 h 4939862"/>
              <a:gd name="connsiteX11-263" fmla="*/ 3783725 w 4656083"/>
              <a:gd name="connsiteY11-264" fmla="*/ 2060027 h 4939862"/>
              <a:gd name="connsiteX12-265" fmla="*/ 3689131 w 4656083"/>
              <a:gd name="connsiteY12-266" fmla="*/ 1881351 h 4939862"/>
              <a:gd name="connsiteX13-267" fmla="*/ 3447393 w 4656083"/>
              <a:gd name="connsiteY13-268" fmla="*/ 1723696 h 4939862"/>
              <a:gd name="connsiteX14-269" fmla="*/ 4498428 w 4656083"/>
              <a:gd name="connsiteY14-270" fmla="*/ 1587062 h 4939862"/>
              <a:gd name="connsiteX15-271" fmla="*/ 4656083 w 4656083"/>
              <a:gd name="connsiteY15-272" fmla="*/ 2921875 h 4939862"/>
              <a:gd name="connsiteX16-273" fmla="*/ 4508938 w 4656083"/>
              <a:gd name="connsiteY16-274" fmla="*/ 4561489 h 4939862"/>
              <a:gd name="connsiteX17-275" fmla="*/ 3499945 w 4656083"/>
              <a:gd name="connsiteY17-276" fmla="*/ 4939862 h 4939862"/>
              <a:gd name="connsiteX18-277" fmla="*/ 105104 w 4656083"/>
              <a:gd name="connsiteY18-278" fmla="*/ 4897820 h 4939862"/>
              <a:gd name="connsiteX19-279" fmla="*/ 0 w 4656083"/>
              <a:gd name="connsiteY19-280" fmla="*/ 0 h 4939862"/>
              <a:gd name="connsiteX0-281" fmla="*/ 0 w 4656083"/>
              <a:gd name="connsiteY0-282" fmla="*/ 0 h 4939862"/>
              <a:gd name="connsiteX1-283" fmla="*/ 0 w 4656083"/>
              <a:gd name="connsiteY1-284" fmla="*/ 0 h 4939862"/>
              <a:gd name="connsiteX2-285" fmla="*/ 94593 w 4656083"/>
              <a:gd name="connsiteY2-286" fmla="*/ 10510 h 4939862"/>
              <a:gd name="connsiteX3-287" fmla="*/ 2375338 w 4656083"/>
              <a:gd name="connsiteY3-288" fmla="*/ 42041 h 4939862"/>
              <a:gd name="connsiteX4-289" fmla="*/ 2375338 w 4656083"/>
              <a:gd name="connsiteY4-290" fmla="*/ 1418896 h 4939862"/>
              <a:gd name="connsiteX5-291" fmla="*/ 1660635 w 4656083"/>
              <a:gd name="connsiteY5-292" fmla="*/ 1923393 h 4939862"/>
              <a:gd name="connsiteX6-293" fmla="*/ 1555531 w 4656083"/>
              <a:gd name="connsiteY6-294" fmla="*/ 2469930 h 4939862"/>
              <a:gd name="connsiteX7-295" fmla="*/ 3132083 w 4656083"/>
              <a:gd name="connsiteY7-296" fmla="*/ 3090041 h 4939862"/>
              <a:gd name="connsiteX8-297" fmla="*/ 3605049 w 4656083"/>
              <a:gd name="connsiteY8-298" fmla="*/ 2869324 h 4939862"/>
              <a:gd name="connsiteX9-299" fmla="*/ 3804745 w 4656083"/>
              <a:gd name="connsiteY9-300" fmla="*/ 2596054 h 4939862"/>
              <a:gd name="connsiteX10-301" fmla="*/ 3825766 w 4656083"/>
              <a:gd name="connsiteY10-302" fmla="*/ 2259724 h 4939862"/>
              <a:gd name="connsiteX11-303" fmla="*/ 3783725 w 4656083"/>
              <a:gd name="connsiteY11-304" fmla="*/ 2060027 h 4939862"/>
              <a:gd name="connsiteX12-305" fmla="*/ 3689131 w 4656083"/>
              <a:gd name="connsiteY12-306" fmla="*/ 1881351 h 4939862"/>
              <a:gd name="connsiteX13-307" fmla="*/ 3447393 w 4656083"/>
              <a:gd name="connsiteY13-308" fmla="*/ 1723696 h 4939862"/>
              <a:gd name="connsiteX14-309" fmla="*/ 4498428 w 4656083"/>
              <a:gd name="connsiteY14-310" fmla="*/ 1587062 h 4939862"/>
              <a:gd name="connsiteX15-311" fmla="*/ 4656083 w 4656083"/>
              <a:gd name="connsiteY15-312" fmla="*/ 2921875 h 4939862"/>
              <a:gd name="connsiteX16-313" fmla="*/ 4508938 w 4656083"/>
              <a:gd name="connsiteY16-314" fmla="*/ 4561489 h 4939862"/>
              <a:gd name="connsiteX17-315" fmla="*/ 3499945 w 4656083"/>
              <a:gd name="connsiteY17-316" fmla="*/ 4939862 h 4939862"/>
              <a:gd name="connsiteX18-317" fmla="*/ 105104 w 4656083"/>
              <a:gd name="connsiteY18-318" fmla="*/ 4897820 h 4939862"/>
              <a:gd name="connsiteX19-319" fmla="*/ 0 w 4656083"/>
              <a:gd name="connsiteY19-320" fmla="*/ 0 h 4939862"/>
              <a:gd name="connsiteX0-321" fmla="*/ 0 w 4656083"/>
              <a:gd name="connsiteY0-322" fmla="*/ 0 h 4939862"/>
              <a:gd name="connsiteX1-323" fmla="*/ 0 w 4656083"/>
              <a:gd name="connsiteY1-324" fmla="*/ 0 h 4939862"/>
              <a:gd name="connsiteX2-325" fmla="*/ 94593 w 4656083"/>
              <a:gd name="connsiteY2-326" fmla="*/ 10510 h 4939862"/>
              <a:gd name="connsiteX3-327" fmla="*/ 2375338 w 4656083"/>
              <a:gd name="connsiteY3-328" fmla="*/ 42041 h 4939862"/>
              <a:gd name="connsiteX4-329" fmla="*/ 2375338 w 4656083"/>
              <a:gd name="connsiteY4-330" fmla="*/ 1418896 h 4939862"/>
              <a:gd name="connsiteX5-331" fmla="*/ 1692166 w 4656083"/>
              <a:gd name="connsiteY5-332" fmla="*/ 1923393 h 4939862"/>
              <a:gd name="connsiteX6-333" fmla="*/ 1555531 w 4656083"/>
              <a:gd name="connsiteY6-334" fmla="*/ 2469930 h 4939862"/>
              <a:gd name="connsiteX7-335" fmla="*/ 3132083 w 4656083"/>
              <a:gd name="connsiteY7-336" fmla="*/ 3090041 h 4939862"/>
              <a:gd name="connsiteX8-337" fmla="*/ 3605049 w 4656083"/>
              <a:gd name="connsiteY8-338" fmla="*/ 2869324 h 4939862"/>
              <a:gd name="connsiteX9-339" fmla="*/ 3804745 w 4656083"/>
              <a:gd name="connsiteY9-340" fmla="*/ 2596054 h 4939862"/>
              <a:gd name="connsiteX10-341" fmla="*/ 3825766 w 4656083"/>
              <a:gd name="connsiteY10-342" fmla="*/ 2259724 h 4939862"/>
              <a:gd name="connsiteX11-343" fmla="*/ 3783725 w 4656083"/>
              <a:gd name="connsiteY11-344" fmla="*/ 2060027 h 4939862"/>
              <a:gd name="connsiteX12-345" fmla="*/ 3689131 w 4656083"/>
              <a:gd name="connsiteY12-346" fmla="*/ 1881351 h 4939862"/>
              <a:gd name="connsiteX13-347" fmla="*/ 3447393 w 4656083"/>
              <a:gd name="connsiteY13-348" fmla="*/ 1723696 h 4939862"/>
              <a:gd name="connsiteX14-349" fmla="*/ 4498428 w 4656083"/>
              <a:gd name="connsiteY14-350" fmla="*/ 1587062 h 4939862"/>
              <a:gd name="connsiteX15-351" fmla="*/ 4656083 w 4656083"/>
              <a:gd name="connsiteY15-352" fmla="*/ 2921875 h 4939862"/>
              <a:gd name="connsiteX16-353" fmla="*/ 4508938 w 4656083"/>
              <a:gd name="connsiteY16-354" fmla="*/ 4561489 h 4939862"/>
              <a:gd name="connsiteX17-355" fmla="*/ 3499945 w 4656083"/>
              <a:gd name="connsiteY17-356" fmla="*/ 4939862 h 4939862"/>
              <a:gd name="connsiteX18-357" fmla="*/ 105104 w 4656083"/>
              <a:gd name="connsiteY18-358" fmla="*/ 4897820 h 4939862"/>
              <a:gd name="connsiteX19-359" fmla="*/ 0 w 4656083"/>
              <a:gd name="connsiteY19-360" fmla="*/ 0 h 4939862"/>
              <a:gd name="connsiteX0-361" fmla="*/ 0 w 4656083"/>
              <a:gd name="connsiteY0-362" fmla="*/ 0 h 4939862"/>
              <a:gd name="connsiteX1-363" fmla="*/ 0 w 4656083"/>
              <a:gd name="connsiteY1-364" fmla="*/ 0 h 4939862"/>
              <a:gd name="connsiteX2-365" fmla="*/ 94593 w 4656083"/>
              <a:gd name="connsiteY2-366" fmla="*/ 10510 h 4939862"/>
              <a:gd name="connsiteX3-367" fmla="*/ 2375338 w 4656083"/>
              <a:gd name="connsiteY3-368" fmla="*/ 42041 h 4939862"/>
              <a:gd name="connsiteX4-369" fmla="*/ 2438400 w 4656083"/>
              <a:gd name="connsiteY4-370" fmla="*/ 1471447 h 4939862"/>
              <a:gd name="connsiteX5-371" fmla="*/ 1692166 w 4656083"/>
              <a:gd name="connsiteY5-372" fmla="*/ 1923393 h 4939862"/>
              <a:gd name="connsiteX6-373" fmla="*/ 1555531 w 4656083"/>
              <a:gd name="connsiteY6-374" fmla="*/ 2469930 h 4939862"/>
              <a:gd name="connsiteX7-375" fmla="*/ 3132083 w 4656083"/>
              <a:gd name="connsiteY7-376" fmla="*/ 3090041 h 4939862"/>
              <a:gd name="connsiteX8-377" fmla="*/ 3605049 w 4656083"/>
              <a:gd name="connsiteY8-378" fmla="*/ 2869324 h 4939862"/>
              <a:gd name="connsiteX9-379" fmla="*/ 3804745 w 4656083"/>
              <a:gd name="connsiteY9-380" fmla="*/ 2596054 h 4939862"/>
              <a:gd name="connsiteX10-381" fmla="*/ 3825766 w 4656083"/>
              <a:gd name="connsiteY10-382" fmla="*/ 2259724 h 4939862"/>
              <a:gd name="connsiteX11-383" fmla="*/ 3783725 w 4656083"/>
              <a:gd name="connsiteY11-384" fmla="*/ 2060027 h 4939862"/>
              <a:gd name="connsiteX12-385" fmla="*/ 3689131 w 4656083"/>
              <a:gd name="connsiteY12-386" fmla="*/ 1881351 h 4939862"/>
              <a:gd name="connsiteX13-387" fmla="*/ 3447393 w 4656083"/>
              <a:gd name="connsiteY13-388" fmla="*/ 1723696 h 4939862"/>
              <a:gd name="connsiteX14-389" fmla="*/ 4498428 w 4656083"/>
              <a:gd name="connsiteY14-390" fmla="*/ 1587062 h 4939862"/>
              <a:gd name="connsiteX15-391" fmla="*/ 4656083 w 4656083"/>
              <a:gd name="connsiteY15-392" fmla="*/ 2921875 h 4939862"/>
              <a:gd name="connsiteX16-393" fmla="*/ 4508938 w 4656083"/>
              <a:gd name="connsiteY16-394" fmla="*/ 4561489 h 4939862"/>
              <a:gd name="connsiteX17-395" fmla="*/ 3499945 w 4656083"/>
              <a:gd name="connsiteY17-396" fmla="*/ 4939862 h 4939862"/>
              <a:gd name="connsiteX18-397" fmla="*/ 105104 w 4656083"/>
              <a:gd name="connsiteY18-398" fmla="*/ 4897820 h 4939862"/>
              <a:gd name="connsiteX19-399" fmla="*/ 0 w 4656083"/>
              <a:gd name="connsiteY19-400" fmla="*/ 0 h 4939862"/>
              <a:gd name="connsiteX0-401" fmla="*/ 0 w 4656083"/>
              <a:gd name="connsiteY0-402" fmla="*/ 0 h 4939862"/>
              <a:gd name="connsiteX1-403" fmla="*/ 0 w 4656083"/>
              <a:gd name="connsiteY1-404" fmla="*/ 0 h 4939862"/>
              <a:gd name="connsiteX2-405" fmla="*/ 94593 w 4656083"/>
              <a:gd name="connsiteY2-406" fmla="*/ 10510 h 4939862"/>
              <a:gd name="connsiteX3-407" fmla="*/ 2375338 w 4656083"/>
              <a:gd name="connsiteY3-408" fmla="*/ 42041 h 4939862"/>
              <a:gd name="connsiteX4-409" fmla="*/ 2438400 w 4656083"/>
              <a:gd name="connsiteY4-410" fmla="*/ 1471447 h 4939862"/>
              <a:gd name="connsiteX5-411" fmla="*/ 1692166 w 4656083"/>
              <a:gd name="connsiteY5-412" fmla="*/ 1923393 h 4939862"/>
              <a:gd name="connsiteX6-413" fmla="*/ 1555531 w 4656083"/>
              <a:gd name="connsiteY6-414" fmla="*/ 2469930 h 4939862"/>
              <a:gd name="connsiteX7-415" fmla="*/ 3132083 w 4656083"/>
              <a:gd name="connsiteY7-416" fmla="*/ 3090041 h 4939862"/>
              <a:gd name="connsiteX8-417" fmla="*/ 3605049 w 4656083"/>
              <a:gd name="connsiteY8-418" fmla="*/ 2869324 h 4939862"/>
              <a:gd name="connsiteX9-419" fmla="*/ 3804745 w 4656083"/>
              <a:gd name="connsiteY9-420" fmla="*/ 2596054 h 4939862"/>
              <a:gd name="connsiteX10-421" fmla="*/ 3825766 w 4656083"/>
              <a:gd name="connsiteY10-422" fmla="*/ 2259724 h 4939862"/>
              <a:gd name="connsiteX11-423" fmla="*/ 3783725 w 4656083"/>
              <a:gd name="connsiteY11-424" fmla="*/ 2060027 h 4939862"/>
              <a:gd name="connsiteX12-425" fmla="*/ 3689131 w 4656083"/>
              <a:gd name="connsiteY12-426" fmla="*/ 1881351 h 4939862"/>
              <a:gd name="connsiteX13-427" fmla="*/ 3447393 w 4656083"/>
              <a:gd name="connsiteY13-428" fmla="*/ 1723696 h 4939862"/>
              <a:gd name="connsiteX14-429" fmla="*/ 4498428 w 4656083"/>
              <a:gd name="connsiteY14-430" fmla="*/ 1587062 h 4939862"/>
              <a:gd name="connsiteX15-431" fmla="*/ 4656083 w 4656083"/>
              <a:gd name="connsiteY15-432" fmla="*/ 2921875 h 4939862"/>
              <a:gd name="connsiteX16-433" fmla="*/ 4508938 w 4656083"/>
              <a:gd name="connsiteY16-434" fmla="*/ 4561489 h 4939862"/>
              <a:gd name="connsiteX17-435" fmla="*/ 3499945 w 4656083"/>
              <a:gd name="connsiteY17-436" fmla="*/ 4939862 h 4939862"/>
              <a:gd name="connsiteX18-437" fmla="*/ 105104 w 4656083"/>
              <a:gd name="connsiteY18-438" fmla="*/ 4897820 h 4939862"/>
              <a:gd name="connsiteX19-439" fmla="*/ 0 w 4656083"/>
              <a:gd name="connsiteY19-440" fmla="*/ 0 h 4939862"/>
              <a:gd name="connsiteX0-441" fmla="*/ 126410 w 4656369"/>
              <a:gd name="connsiteY0-442" fmla="*/ 234571 h 4953715"/>
              <a:gd name="connsiteX1-443" fmla="*/ 286 w 4656369"/>
              <a:gd name="connsiteY1-444" fmla="*/ 13853 h 4953715"/>
              <a:gd name="connsiteX2-445" fmla="*/ 94879 w 4656369"/>
              <a:gd name="connsiteY2-446" fmla="*/ 24363 h 4953715"/>
              <a:gd name="connsiteX3-447" fmla="*/ 2375624 w 4656369"/>
              <a:gd name="connsiteY3-448" fmla="*/ 55894 h 4953715"/>
              <a:gd name="connsiteX4-449" fmla="*/ 2438686 w 4656369"/>
              <a:gd name="connsiteY4-450" fmla="*/ 1485300 h 4953715"/>
              <a:gd name="connsiteX5-451" fmla="*/ 1692452 w 4656369"/>
              <a:gd name="connsiteY5-452" fmla="*/ 1937246 h 4953715"/>
              <a:gd name="connsiteX6-453" fmla="*/ 1555817 w 4656369"/>
              <a:gd name="connsiteY6-454" fmla="*/ 2483783 h 4953715"/>
              <a:gd name="connsiteX7-455" fmla="*/ 3132369 w 4656369"/>
              <a:gd name="connsiteY7-456" fmla="*/ 3103894 h 4953715"/>
              <a:gd name="connsiteX8-457" fmla="*/ 3605335 w 4656369"/>
              <a:gd name="connsiteY8-458" fmla="*/ 2883177 h 4953715"/>
              <a:gd name="connsiteX9-459" fmla="*/ 3805031 w 4656369"/>
              <a:gd name="connsiteY9-460" fmla="*/ 2609907 h 4953715"/>
              <a:gd name="connsiteX10-461" fmla="*/ 3826052 w 4656369"/>
              <a:gd name="connsiteY10-462" fmla="*/ 2273577 h 4953715"/>
              <a:gd name="connsiteX11-463" fmla="*/ 3784011 w 4656369"/>
              <a:gd name="connsiteY11-464" fmla="*/ 2073880 h 4953715"/>
              <a:gd name="connsiteX12-465" fmla="*/ 3689417 w 4656369"/>
              <a:gd name="connsiteY12-466" fmla="*/ 1895204 h 4953715"/>
              <a:gd name="connsiteX13-467" fmla="*/ 3447679 w 4656369"/>
              <a:gd name="connsiteY13-468" fmla="*/ 1737549 h 4953715"/>
              <a:gd name="connsiteX14-469" fmla="*/ 4498714 w 4656369"/>
              <a:gd name="connsiteY14-470" fmla="*/ 1600915 h 4953715"/>
              <a:gd name="connsiteX15-471" fmla="*/ 4656369 w 4656369"/>
              <a:gd name="connsiteY15-472" fmla="*/ 2935728 h 4953715"/>
              <a:gd name="connsiteX16-473" fmla="*/ 4509224 w 4656369"/>
              <a:gd name="connsiteY16-474" fmla="*/ 4575342 h 4953715"/>
              <a:gd name="connsiteX17-475" fmla="*/ 3500231 w 4656369"/>
              <a:gd name="connsiteY17-476" fmla="*/ 4953715 h 4953715"/>
              <a:gd name="connsiteX18-477" fmla="*/ 105390 w 4656369"/>
              <a:gd name="connsiteY18-478" fmla="*/ 4911673 h 4953715"/>
              <a:gd name="connsiteX19-479" fmla="*/ 126410 w 4656369"/>
              <a:gd name="connsiteY19-480" fmla="*/ 234571 h 4953715"/>
              <a:gd name="connsiteX0-481" fmla="*/ 190699 w 4720658"/>
              <a:gd name="connsiteY0-482" fmla="*/ 417353 h 5136497"/>
              <a:gd name="connsiteX1-483" fmla="*/ 159168 w 4720658"/>
              <a:gd name="connsiteY1-484" fmla="*/ 207145 h 5136497"/>
              <a:gd name="connsiteX2-485" fmla="*/ 2439913 w 4720658"/>
              <a:gd name="connsiteY2-486" fmla="*/ 238676 h 5136497"/>
              <a:gd name="connsiteX3-487" fmla="*/ 2502975 w 4720658"/>
              <a:gd name="connsiteY3-488" fmla="*/ 1668082 h 5136497"/>
              <a:gd name="connsiteX4-489" fmla="*/ 1756741 w 4720658"/>
              <a:gd name="connsiteY4-490" fmla="*/ 2120028 h 5136497"/>
              <a:gd name="connsiteX5-491" fmla="*/ 1620106 w 4720658"/>
              <a:gd name="connsiteY5-492" fmla="*/ 2666565 h 5136497"/>
              <a:gd name="connsiteX6-493" fmla="*/ 3196658 w 4720658"/>
              <a:gd name="connsiteY6-494" fmla="*/ 3286676 h 5136497"/>
              <a:gd name="connsiteX7-495" fmla="*/ 3669624 w 4720658"/>
              <a:gd name="connsiteY7-496" fmla="*/ 3065959 h 5136497"/>
              <a:gd name="connsiteX8-497" fmla="*/ 3869320 w 4720658"/>
              <a:gd name="connsiteY8-498" fmla="*/ 2792689 h 5136497"/>
              <a:gd name="connsiteX9-499" fmla="*/ 3890341 w 4720658"/>
              <a:gd name="connsiteY9-500" fmla="*/ 2456359 h 5136497"/>
              <a:gd name="connsiteX10-501" fmla="*/ 3848300 w 4720658"/>
              <a:gd name="connsiteY10-502" fmla="*/ 2256662 h 5136497"/>
              <a:gd name="connsiteX11-503" fmla="*/ 3753706 w 4720658"/>
              <a:gd name="connsiteY11-504" fmla="*/ 2077986 h 5136497"/>
              <a:gd name="connsiteX12-505" fmla="*/ 3511968 w 4720658"/>
              <a:gd name="connsiteY12-506" fmla="*/ 1920331 h 5136497"/>
              <a:gd name="connsiteX13-507" fmla="*/ 4563003 w 4720658"/>
              <a:gd name="connsiteY13-508" fmla="*/ 1783697 h 5136497"/>
              <a:gd name="connsiteX14-509" fmla="*/ 4720658 w 4720658"/>
              <a:gd name="connsiteY14-510" fmla="*/ 3118510 h 5136497"/>
              <a:gd name="connsiteX15-511" fmla="*/ 4573513 w 4720658"/>
              <a:gd name="connsiteY15-512" fmla="*/ 4758124 h 5136497"/>
              <a:gd name="connsiteX16-513" fmla="*/ 3564520 w 4720658"/>
              <a:gd name="connsiteY16-514" fmla="*/ 5136497 h 5136497"/>
              <a:gd name="connsiteX17-515" fmla="*/ 169679 w 4720658"/>
              <a:gd name="connsiteY17-516" fmla="*/ 5094455 h 5136497"/>
              <a:gd name="connsiteX18-517" fmla="*/ 190699 w 4720658"/>
              <a:gd name="connsiteY18-518" fmla="*/ 417353 h 5136497"/>
              <a:gd name="connsiteX0-519" fmla="*/ 21020 w 4550979"/>
              <a:gd name="connsiteY0-520" fmla="*/ 476180 h 5195324"/>
              <a:gd name="connsiteX1-521" fmla="*/ 2270234 w 4550979"/>
              <a:gd name="connsiteY1-522" fmla="*/ 297503 h 5195324"/>
              <a:gd name="connsiteX2-523" fmla="*/ 2333296 w 4550979"/>
              <a:gd name="connsiteY2-524" fmla="*/ 1726909 h 5195324"/>
              <a:gd name="connsiteX3-525" fmla="*/ 1587062 w 4550979"/>
              <a:gd name="connsiteY3-526" fmla="*/ 2178855 h 5195324"/>
              <a:gd name="connsiteX4-527" fmla="*/ 1450427 w 4550979"/>
              <a:gd name="connsiteY4-528" fmla="*/ 2725392 h 5195324"/>
              <a:gd name="connsiteX5-529" fmla="*/ 3026979 w 4550979"/>
              <a:gd name="connsiteY5-530" fmla="*/ 3345503 h 5195324"/>
              <a:gd name="connsiteX6-531" fmla="*/ 3499945 w 4550979"/>
              <a:gd name="connsiteY6-532" fmla="*/ 3124786 h 5195324"/>
              <a:gd name="connsiteX7-533" fmla="*/ 3699641 w 4550979"/>
              <a:gd name="connsiteY7-534" fmla="*/ 2851516 h 5195324"/>
              <a:gd name="connsiteX8-535" fmla="*/ 3720662 w 4550979"/>
              <a:gd name="connsiteY8-536" fmla="*/ 2515186 h 5195324"/>
              <a:gd name="connsiteX9-537" fmla="*/ 3678621 w 4550979"/>
              <a:gd name="connsiteY9-538" fmla="*/ 2315489 h 5195324"/>
              <a:gd name="connsiteX10-539" fmla="*/ 3584027 w 4550979"/>
              <a:gd name="connsiteY10-540" fmla="*/ 2136813 h 5195324"/>
              <a:gd name="connsiteX11-541" fmla="*/ 3342289 w 4550979"/>
              <a:gd name="connsiteY11-542" fmla="*/ 1979158 h 5195324"/>
              <a:gd name="connsiteX12-543" fmla="*/ 4393324 w 4550979"/>
              <a:gd name="connsiteY12-544" fmla="*/ 1842524 h 5195324"/>
              <a:gd name="connsiteX13-545" fmla="*/ 4550979 w 4550979"/>
              <a:gd name="connsiteY13-546" fmla="*/ 3177337 h 5195324"/>
              <a:gd name="connsiteX14-547" fmla="*/ 4403834 w 4550979"/>
              <a:gd name="connsiteY14-548" fmla="*/ 4816951 h 5195324"/>
              <a:gd name="connsiteX15-549" fmla="*/ 3394841 w 4550979"/>
              <a:gd name="connsiteY15-550" fmla="*/ 5195324 h 5195324"/>
              <a:gd name="connsiteX16-551" fmla="*/ 0 w 4550979"/>
              <a:gd name="connsiteY16-552" fmla="*/ 5153282 h 5195324"/>
              <a:gd name="connsiteX17-553" fmla="*/ 21020 w 4550979"/>
              <a:gd name="connsiteY17-554" fmla="*/ 476180 h 5195324"/>
              <a:gd name="connsiteX0-555" fmla="*/ 21020 w 4550979"/>
              <a:gd name="connsiteY0-556" fmla="*/ 258442 h 4977586"/>
              <a:gd name="connsiteX1-557" fmla="*/ 2270234 w 4550979"/>
              <a:gd name="connsiteY1-558" fmla="*/ 79765 h 4977586"/>
              <a:gd name="connsiteX2-559" fmla="*/ 2333296 w 4550979"/>
              <a:gd name="connsiteY2-560" fmla="*/ 1509171 h 4977586"/>
              <a:gd name="connsiteX3-561" fmla="*/ 1587062 w 4550979"/>
              <a:gd name="connsiteY3-562" fmla="*/ 1961117 h 4977586"/>
              <a:gd name="connsiteX4-563" fmla="*/ 1450427 w 4550979"/>
              <a:gd name="connsiteY4-564" fmla="*/ 2507654 h 4977586"/>
              <a:gd name="connsiteX5-565" fmla="*/ 3026979 w 4550979"/>
              <a:gd name="connsiteY5-566" fmla="*/ 3127765 h 4977586"/>
              <a:gd name="connsiteX6-567" fmla="*/ 3499945 w 4550979"/>
              <a:gd name="connsiteY6-568" fmla="*/ 2907048 h 4977586"/>
              <a:gd name="connsiteX7-569" fmla="*/ 3699641 w 4550979"/>
              <a:gd name="connsiteY7-570" fmla="*/ 2633778 h 4977586"/>
              <a:gd name="connsiteX8-571" fmla="*/ 3720662 w 4550979"/>
              <a:gd name="connsiteY8-572" fmla="*/ 2297448 h 4977586"/>
              <a:gd name="connsiteX9-573" fmla="*/ 3678621 w 4550979"/>
              <a:gd name="connsiteY9-574" fmla="*/ 2097751 h 4977586"/>
              <a:gd name="connsiteX10-575" fmla="*/ 3584027 w 4550979"/>
              <a:gd name="connsiteY10-576" fmla="*/ 1919075 h 4977586"/>
              <a:gd name="connsiteX11-577" fmla="*/ 3342289 w 4550979"/>
              <a:gd name="connsiteY11-578" fmla="*/ 1761420 h 4977586"/>
              <a:gd name="connsiteX12-579" fmla="*/ 4393324 w 4550979"/>
              <a:gd name="connsiteY12-580" fmla="*/ 1624786 h 4977586"/>
              <a:gd name="connsiteX13-581" fmla="*/ 4550979 w 4550979"/>
              <a:gd name="connsiteY13-582" fmla="*/ 2959599 h 4977586"/>
              <a:gd name="connsiteX14-583" fmla="*/ 4403834 w 4550979"/>
              <a:gd name="connsiteY14-584" fmla="*/ 4599213 h 4977586"/>
              <a:gd name="connsiteX15-585" fmla="*/ 3394841 w 4550979"/>
              <a:gd name="connsiteY15-586" fmla="*/ 4977586 h 4977586"/>
              <a:gd name="connsiteX16-587" fmla="*/ 0 w 4550979"/>
              <a:gd name="connsiteY16-588" fmla="*/ 4935544 h 4977586"/>
              <a:gd name="connsiteX17-589" fmla="*/ 21020 w 4550979"/>
              <a:gd name="connsiteY17-590" fmla="*/ 258442 h 4977586"/>
              <a:gd name="connsiteX0-591" fmla="*/ 21020 w 4550979"/>
              <a:gd name="connsiteY0-592" fmla="*/ 178677 h 4897821"/>
              <a:gd name="connsiteX1-593" fmla="*/ 2270234 w 4550979"/>
              <a:gd name="connsiteY1-594" fmla="*/ 0 h 4897821"/>
              <a:gd name="connsiteX2-595" fmla="*/ 2333296 w 4550979"/>
              <a:gd name="connsiteY2-596" fmla="*/ 1429406 h 4897821"/>
              <a:gd name="connsiteX3-597" fmla="*/ 1587062 w 4550979"/>
              <a:gd name="connsiteY3-598" fmla="*/ 1881352 h 4897821"/>
              <a:gd name="connsiteX4-599" fmla="*/ 1450427 w 4550979"/>
              <a:gd name="connsiteY4-600" fmla="*/ 2427889 h 4897821"/>
              <a:gd name="connsiteX5-601" fmla="*/ 3026979 w 4550979"/>
              <a:gd name="connsiteY5-602" fmla="*/ 3048000 h 4897821"/>
              <a:gd name="connsiteX6-603" fmla="*/ 3499945 w 4550979"/>
              <a:gd name="connsiteY6-604" fmla="*/ 2827283 h 4897821"/>
              <a:gd name="connsiteX7-605" fmla="*/ 3699641 w 4550979"/>
              <a:gd name="connsiteY7-606" fmla="*/ 2554013 h 4897821"/>
              <a:gd name="connsiteX8-607" fmla="*/ 3720662 w 4550979"/>
              <a:gd name="connsiteY8-608" fmla="*/ 2217683 h 4897821"/>
              <a:gd name="connsiteX9-609" fmla="*/ 3678621 w 4550979"/>
              <a:gd name="connsiteY9-610" fmla="*/ 2017986 h 4897821"/>
              <a:gd name="connsiteX10-611" fmla="*/ 3584027 w 4550979"/>
              <a:gd name="connsiteY10-612" fmla="*/ 1839310 h 4897821"/>
              <a:gd name="connsiteX11-613" fmla="*/ 3342289 w 4550979"/>
              <a:gd name="connsiteY11-614" fmla="*/ 1681655 h 4897821"/>
              <a:gd name="connsiteX12-615" fmla="*/ 4393324 w 4550979"/>
              <a:gd name="connsiteY12-616" fmla="*/ 1545021 h 4897821"/>
              <a:gd name="connsiteX13-617" fmla="*/ 4550979 w 4550979"/>
              <a:gd name="connsiteY13-618" fmla="*/ 2879834 h 4897821"/>
              <a:gd name="connsiteX14-619" fmla="*/ 4403834 w 4550979"/>
              <a:gd name="connsiteY14-620" fmla="*/ 4519448 h 4897821"/>
              <a:gd name="connsiteX15-621" fmla="*/ 3394841 w 4550979"/>
              <a:gd name="connsiteY15-622" fmla="*/ 4897821 h 4897821"/>
              <a:gd name="connsiteX16-623" fmla="*/ 0 w 4550979"/>
              <a:gd name="connsiteY16-624" fmla="*/ 4855779 h 4897821"/>
              <a:gd name="connsiteX17-625" fmla="*/ 21020 w 4550979"/>
              <a:gd name="connsiteY17-626" fmla="*/ 178677 h 4897821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  <a:cxn ang="0">
                <a:pos x="connsiteX7-15" y="connsiteY7-16"/>
              </a:cxn>
              <a:cxn ang="0">
                <a:pos x="connsiteX8-17" y="connsiteY8-18"/>
              </a:cxn>
              <a:cxn ang="0">
                <a:pos x="connsiteX9-19" y="connsiteY9-20"/>
              </a:cxn>
              <a:cxn ang="0">
                <a:pos x="connsiteX10-21" y="connsiteY10-22"/>
              </a:cxn>
              <a:cxn ang="0">
                <a:pos x="connsiteX11-23" y="connsiteY11-24"/>
              </a:cxn>
              <a:cxn ang="0">
                <a:pos x="connsiteX12-25" y="connsiteY12-26"/>
              </a:cxn>
              <a:cxn ang="0">
                <a:pos x="connsiteX13-27" y="connsiteY13-28"/>
              </a:cxn>
              <a:cxn ang="0">
                <a:pos x="connsiteX14-29" y="connsiteY14-30"/>
              </a:cxn>
              <a:cxn ang="0">
                <a:pos x="connsiteX15-31" y="connsiteY15-32"/>
              </a:cxn>
              <a:cxn ang="0">
                <a:pos x="connsiteX16-33" y="connsiteY16-34"/>
              </a:cxn>
              <a:cxn ang="0">
                <a:pos x="connsiteX17-35" y="connsiteY17-36"/>
              </a:cxn>
            </a:cxnLst>
            <a:rect l="l" t="t" r="r" b="b"/>
            <a:pathLst>
              <a:path w="4550979" h="4897821">
                <a:moveTo>
                  <a:pt x="21020" y="178677"/>
                </a:moveTo>
                <a:cubicBezTo>
                  <a:pt x="1030013" y="42043"/>
                  <a:pt x="1453930" y="54304"/>
                  <a:pt x="2270234" y="0"/>
                </a:cubicBezTo>
                <a:cubicBezTo>
                  <a:pt x="2291255" y="476469"/>
                  <a:pt x="1902372" y="963447"/>
                  <a:pt x="2333296" y="1429406"/>
                </a:cubicBezTo>
                <a:lnTo>
                  <a:pt x="1587062" y="1881352"/>
                </a:lnTo>
                <a:lnTo>
                  <a:pt x="1450427" y="2427889"/>
                </a:lnTo>
                <a:cubicBezTo>
                  <a:pt x="1681655" y="2998951"/>
                  <a:pt x="2312276" y="3139089"/>
                  <a:pt x="3026979" y="3048000"/>
                </a:cubicBezTo>
                <a:lnTo>
                  <a:pt x="3499945" y="2827283"/>
                </a:lnTo>
                <a:lnTo>
                  <a:pt x="3699641" y="2554013"/>
                </a:lnTo>
                <a:lnTo>
                  <a:pt x="3720662" y="2217683"/>
                </a:lnTo>
                <a:lnTo>
                  <a:pt x="3678621" y="2017986"/>
                </a:lnTo>
                <a:lnTo>
                  <a:pt x="3584027" y="1839310"/>
                </a:lnTo>
                <a:lnTo>
                  <a:pt x="3342289" y="1681655"/>
                </a:lnTo>
                <a:lnTo>
                  <a:pt x="4393324" y="1545021"/>
                </a:lnTo>
                <a:lnTo>
                  <a:pt x="4550979" y="2879834"/>
                </a:lnTo>
                <a:lnTo>
                  <a:pt x="4403834" y="4519448"/>
                </a:lnTo>
                <a:lnTo>
                  <a:pt x="3394841" y="4897821"/>
                </a:lnTo>
                <a:lnTo>
                  <a:pt x="0" y="4855779"/>
                </a:lnTo>
                <a:cubicBezTo>
                  <a:pt x="7007" y="3296745"/>
                  <a:pt x="14013" y="1737711"/>
                  <a:pt x="21020" y="178677"/>
                </a:cubicBezTo>
                <a:close/>
              </a:path>
            </a:pathLst>
          </a:custGeom>
          <a:solidFill>
            <a:schemeClr val="bg1">
              <a:alpha val="71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44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引言：1-</a:t>
            </a:r>
            <a:fld id="{C4204591-24BD-A542-B9D5-F8D8A88D2FEE}" type="slidenum">
              <a:rPr lang="en-US" smtClean="0"/>
            </a:fld>
            <a:endParaRPr lang="en-US" dirty="0"/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9" name="Rectangle 419"/>
          <p:cNvSpPr>
            <a:spLocks noChangeArrowheads="1"/>
          </p:cNvSpPr>
          <p:nvPr/>
        </p:nvSpPr>
        <p:spPr bwMode="auto">
          <a:xfrm>
            <a:off x="7439074" y="3553079"/>
            <a:ext cx="986999" cy="669622"/>
          </a:xfrm>
          <a:prstGeom prst="rect">
            <a:avLst/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48710" y="27314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800" b="0" dirty="0">
                <a:ea typeface="MS PGothic" panose="020B0600070205080204" pitchFamily="34" charset="-128"/>
              </a:rPr>
              <a:t>接入网和物理媒体</a:t>
            </a:r>
            <a:endParaRPr lang="en-US" sz="4800" b="0" dirty="0"/>
          </a:p>
        </p:txBody>
      </p:sp>
      <p:sp>
        <p:nvSpPr>
          <p:cNvPr id="371" name="Freeform 370"/>
          <p:cNvSpPr/>
          <p:nvPr/>
        </p:nvSpPr>
        <p:spPr>
          <a:xfrm>
            <a:off x="8985188" y="3065778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-1" fmla="*/ 434989 w 1537226"/>
              <a:gd name="connsiteY0-2" fmla="*/ 253346 h 1763594"/>
              <a:gd name="connsiteX1-3" fmla="*/ 488 w 1537226"/>
              <a:gd name="connsiteY1-4" fmla="*/ 921706 h 1763594"/>
              <a:gd name="connsiteX2-5" fmla="*/ 368142 w 1537226"/>
              <a:gd name="connsiteY2-6" fmla="*/ 1489812 h 1763594"/>
              <a:gd name="connsiteX3-7" fmla="*/ 1187008 w 1537226"/>
              <a:gd name="connsiteY3-8" fmla="*/ 1757156 h 1763594"/>
              <a:gd name="connsiteX4-9" fmla="*/ 1521239 w 1537226"/>
              <a:gd name="connsiteY4-10" fmla="*/ 1239177 h 1763594"/>
              <a:gd name="connsiteX5-11" fmla="*/ 1468998 w 1537226"/>
              <a:gd name="connsiteY5-12" fmla="*/ 654362 h 1763594"/>
              <a:gd name="connsiteX6-13" fmla="*/ 1337412 w 1537226"/>
              <a:gd name="connsiteY6-14" fmla="*/ 136383 h 1763594"/>
              <a:gd name="connsiteX7-15" fmla="*/ 1086739 w 1537226"/>
              <a:gd name="connsiteY7-16" fmla="*/ 2711 h 1763594"/>
              <a:gd name="connsiteX8-17" fmla="*/ 434989 w 1537226"/>
              <a:gd name="connsiteY8-18" fmla="*/ 253346 h 1763594"/>
              <a:gd name="connsiteX0-19" fmla="*/ 434989 w 1537226"/>
              <a:gd name="connsiteY0-20" fmla="*/ 253346 h 1763594"/>
              <a:gd name="connsiteX1-21" fmla="*/ 488 w 1537226"/>
              <a:gd name="connsiteY1-22" fmla="*/ 921706 h 1763594"/>
              <a:gd name="connsiteX2-23" fmla="*/ 368142 w 1537226"/>
              <a:gd name="connsiteY2-24" fmla="*/ 1489812 h 1763594"/>
              <a:gd name="connsiteX3-25" fmla="*/ 1187008 w 1537226"/>
              <a:gd name="connsiteY3-26" fmla="*/ 1757156 h 1763594"/>
              <a:gd name="connsiteX4-27" fmla="*/ 1521239 w 1537226"/>
              <a:gd name="connsiteY4-28" fmla="*/ 1239177 h 1763594"/>
              <a:gd name="connsiteX5-29" fmla="*/ 1468998 w 1537226"/>
              <a:gd name="connsiteY5-30" fmla="*/ 654362 h 1763594"/>
              <a:gd name="connsiteX6-31" fmla="*/ 1337412 w 1537226"/>
              <a:gd name="connsiteY6-32" fmla="*/ 136383 h 1763594"/>
              <a:gd name="connsiteX7-33" fmla="*/ 839572 w 1537226"/>
              <a:gd name="connsiteY7-34" fmla="*/ 2711 h 1763594"/>
              <a:gd name="connsiteX8-35" fmla="*/ 434989 w 1537226"/>
              <a:gd name="connsiteY8-36" fmla="*/ 253346 h 1763594"/>
              <a:gd name="connsiteX0-37" fmla="*/ 360357 w 1536743"/>
              <a:gd name="connsiteY0-38" fmla="*/ 534641 h 1782088"/>
              <a:gd name="connsiteX1-39" fmla="*/ 5 w 1536743"/>
              <a:gd name="connsiteY1-40" fmla="*/ 940200 h 1782088"/>
              <a:gd name="connsiteX2-41" fmla="*/ 367659 w 1536743"/>
              <a:gd name="connsiteY2-42" fmla="*/ 1508306 h 1782088"/>
              <a:gd name="connsiteX3-43" fmla="*/ 1186525 w 1536743"/>
              <a:gd name="connsiteY3-44" fmla="*/ 1775650 h 1782088"/>
              <a:gd name="connsiteX4-45" fmla="*/ 1520756 w 1536743"/>
              <a:gd name="connsiteY4-46" fmla="*/ 1257671 h 1782088"/>
              <a:gd name="connsiteX5-47" fmla="*/ 1468515 w 1536743"/>
              <a:gd name="connsiteY5-48" fmla="*/ 672856 h 1782088"/>
              <a:gd name="connsiteX6-49" fmla="*/ 1336929 w 1536743"/>
              <a:gd name="connsiteY6-50" fmla="*/ 154877 h 1782088"/>
              <a:gd name="connsiteX7-51" fmla="*/ 839089 w 1536743"/>
              <a:gd name="connsiteY7-52" fmla="*/ 21205 h 1782088"/>
              <a:gd name="connsiteX8-53" fmla="*/ 360357 w 1536743"/>
              <a:gd name="connsiteY8-54" fmla="*/ 534641 h 1782088"/>
              <a:gd name="connsiteX0-55" fmla="*/ 360355 w 1536741"/>
              <a:gd name="connsiteY0-56" fmla="*/ 534641 h 1782088"/>
              <a:gd name="connsiteX1-57" fmla="*/ 3 w 1536741"/>
              <a:gd name="connsiteY1-58" fmla="*/ 940200 h 1782088"/>
              <a:gd name="connsiteX2-59" fmla="*/ 367657 w 1536741"/>
              <a:gd name="connsiteY2-60" fmla="*/ 1508306 h 1782088"/>
              <a:gd name="connsiteX3-61" fmla="*/ 1186523 w 1536741"/>
              <a:gd name="connsiteY3-62" fmla="*/ 1775650 h 1782088"/>
              <a:gd name="connsiteX4-63" fmla="*/ 1520754 w 1536741"/>
              <a:gd name="connsiteY4-64" fmla="*/ 1257671 h 1782088"/>
              <a:gd name="connsiteX5-65" fmla="*/ 1468513 w 1536741"/>
              <a:gd name="connsiteY5-66" fmla="*/ 672856 h 1782088"/>
              <a:gd name="connsiteX6-67" fmla="*/ 1336927 w 1536741"/>
              <a:gd name="connsiteY6-68" fmla="*/ 154877 h 1782088"/>
              <a:gd name="connsiteX7-69" fmla="*/ 839087 w 1536741"/>
              <a:gd name="connsiteY7-70" fmla="*/ 21205 h 1782088"/>
              <a:gd name="connsiteX8-71" fmla="*/ 360355 w 1536741"/>
              <a:gd name="connsiteY8-72" fmla="*/ 534641 h 1782088"/>
              <a:gd name="connsiteX0-73" fmla="*/ 382604 w 1558990"/>
              <a:gd name="connsiteY0-74" fmla="*/ 534641 h 1810599"/>
              <a:gd name="connsiteX1-75" fmla="*/ 22252 w 1558990"/>
              <a:gd name="connsiteY1-76" fmla="*/ 940200 h 1810599"/>
              <a:gd name="connsiteX2-77" fmla="*/ 167457 w 1558990"/>
              <a:gd name="connsiteY2-78" fmla="*/ 1672556 h 1810599"/>
              <a:gd name="connsiteX3-79" fmla="*/ 1208772 w 1558990"/>
              <a:gd name="connsiteY3-80" fmla="*/ 1775650 h 1810599"/>
              <a:gd name="connsiteX4-81" fmla="*/ 1543003 w 1558990"/>
              <a:gd name="connsiteY4-82" fmla="*/ 1257671 h 1810599"/>
              <a:gd name="connsiteX5-83" fmla="*/ 1490762 w 1558990"/>
              <a:gd name="connsiteY5-84" fmla="*/ 672856 h 1810599"/>
              <a:gd name="connsiteX6-85" fmla="*/ 1359176 w 1558990"/>
              <a:gd name="connsiteY6-86" fmla="*/ 154877 h 1810599"/>
              <a:gd name="connsiteX7-87" fmla="*/ 861336 w 1558990"/>
              <a:gd name="connsiteY7-88" fmla="*/ 21205 h 1810599"/>
              <a:gd name="connsiteX8-89" fmla="*/ 382604 w 1558990"/>
              <a:gd name="connsiteY8-90" fmla="*/ 534641 h 1810599"/>
              <a:gd name="connsiteX0-91" fmla="*/ 393458 w 1593840"/>
              <a:gd name="connsiteY0-92" fmla="*/ 534641 h 1793264"/>
              <a:gd name="connsiteX1-93" fmla="*/ 33106 w 1593840"/>
              <a:gd name="connsiteY1-94" fmla="*/ 940200 h 1793264"/>
              <a:gd name="connsiteX2-95" fmla="*/ 178311 w 1593840"/>
              <a:gd name="connsiteY2-96" fmla="*/ 1672556 h 1793264"/>
              <a:gd name="connsiteX3-97" fmla="*/ 1464139 w 1593840"/>
              <a:gd name="connsiteY3-98" fmla="*/ 1752440 h 1793264"/>
              <a:gd name="connsiteX4-99" fmla="*/ 1553857 w 1593840"/>
              <a:gd name="connsiteY4-100" fmla="*/ 1257671 h 1793264"/>
              <a:gd name="connsiteX5-101" fmla="*/ 1501616 w 1593840"/>
              <a:gd name="connsiteY5-102" fmla="*/ 672856 h 1793264"/>
              <a:gd name="connsiteX6-103" fmla="*/ 1370030 w 1593840"/>
              <a:gd name="connsiteY6-104" fmla="*/ 154877 h 1793264"/>
              <a:gd name="connsiteX7-105" fmla="*/ 872190 w 1593840"/>
              <a:gd name="connsiteY7-106" fmla="*/ 21205 h 1793264"/>
              <a:gd name="connsiteX8-107" fmla="*/ 393458 w 1593840"/>
              <a:gd name="connsiteY8-108" fmla="*/ 534641 h 1793264"/>
              <a:gd name="connsiteX0-109" fmla="*/ 393458 w 1566550"/>
              <a:gd name="connsiteY0-110" fmla="*/ 534641 h 1840341"/>
              <a:gd name="connsiteX1-111" fmla="*/ 33106 w 1566550"/>
              <a:gd name="connsiteY1-112" fmla="*/ 940200 h 1840341"/>
              <a:gd name="connsiteX2-113" fmla="*/ 178311 w 1566550"/>
              <a:gd name="connsiteY2-114" fmla="*/ 1672556 h 1840341"/>
              <a:gd name="connsiteX3-115" fmla="*/ 1464139 w 1566550"/>
              <a:gd name="connsiteY3-116" fmla="*/ 1752440 h 1840341"/>
              <a:gd name="connsiteX4-117" fmla="*/ 1553857 w 1566550"/>
              <a:gd name="connsiteY4-118" fmla="*/ 1257671 h 1840341"/>
              <a:gd name="connsiteX5-119" fmla="*/ 1501616 w 1566550"/>
              <a:gd name="connsiteY5-120" fmla="*/ 672856 h 1840341"/>
              <a:gd name="connsiteX6-121" fmla="*/ 1370030 w 1566550"/>
              <a:gd name="connsiteY6-122" fmla="*/ 154877 h 1840341"/>
              <a:gd name="connsiteX7-123" fmla="*/ 872190 w 1566550"/>
              <a:gd name="connsiteY7-124" fmla="*/ 21205 h 1840341"/>
              <a:gd name="connsiteX8-125" fmla="*/ 393458 w 1566550"/>
              <a:gd name="connsiteY8-126" fmla="*/ 534641 h 1840341"/>
              <a:gd name="connsiteX0-127" fmla="*/ 393458 w 1555557"/>
              <a:gd name="connsiteY0-128" fmla="*/ 534641 h 1787187"/>
              <a:gd name="connsiteX1-129" fmla="*/ 33106 w 1555557"/>
              <a:gd name="connsiteY1-130" fmla="*/ 940200 h 1787187"/>
              <a:gd name="connsiteX2-131" fmla="*/ 178311 w 1555557"/>
              <a:gd name="connsiteY2-132" fmla="*/ 1672556 h 1787187"/>
              <a:gd name="connsiteX3-133" fmla="*/ 1464139 w 1555557"/>
              <a:gd name="connsiteY3-134" fmla="*/ 1752440 h 1787187"/>
              <a:gd name="connsiteX4-135" fmla="*/ 1553857 w 1555557"/>
              <a:gd name="connsiteY4-136" fmla="*/ 1257671 h 1787187"/>
              <a:gd name="connsiteX5-137" fmla="*/ 1501616 w 1555557"/>
              <a:gd name="connsiteY5-138" fmla="*/ 672856 h 1787187"/>
              <a:gd name="connsiteX6-139" fmla="*/ 1370030 w 1555557"/>
              <a:gd name="connsiteY6-140" fmla="*/ 154877 h 1787187"/>
              <a:gd name="connsiteX7-141" fmla="*/ 872190 w 1555557"/>
              <a:gd name="connsiteY7-142" fmla="*/ 21205 h 1787187"/>
              <a:gd name="connsiteX8-143" fmla="*/ 393458 w 1555557"/>
              <a:gd name="connsiteY8-144" fmla="*/ 534641 h 1787187"/>
              <a:gd name="connsiteX0-145" fmla="*/ 401126 w 1664928"/>
              <a:gd name="connsiteY0-146" fmla="*/ 534641 h 1783934"/>
              <a:gd name="connsiteX1-147" fmla="*/ 40774 w 1664928"/>
              <a:gd name="connsiteY1-148" fmla="*/ 940200 h 1783934"/>
              <a:gd name="connsiteX2-149" fmla="*/ 185979 w 1664928"/>
              <a:gd name="connsiteY2-150" fmla="*/ 1672556 h 1783934"/>
              <a:gd name="connsiteX3-151" fmla="*/ 1618513 w 1664928"/>
              <a:gd name="connsiteY3-152" fmla="*/ 1747798 h 1783934"/>
              <a:gd name="connsiteX4-153" fmla="*/ 1561525 w 1664928"/>
              <a:gd name="connsiteY4-154" fmla="*/ 1257671 h 1783934"/>
              <a:gd name="connsiteX5-155" fmla="*/ 1509284 w 1664928"/>
              <a:gd name="connsiteY5-156" fmla="*/ 672856 h 1783934"/>
              <a:gd name="connsiteX6-157" fmla="*/ 1377698 w 1664928"/>
              <a:gd name="connsiteY6-158" fmla="*/ 154877 h 1783934"/>
              <a:gd name="connsiteX7-159" fmla="*/ 879858 w 1664928"/>
              <a:gd name="connsiteY7-160" fmla="*/ 21205 h 1783934"/>
              <a:gd name="connsiteX8-161" fmla="*/ 401126 w 1664928"/>
              <a:gd name="connsiteY8-162" fmla="*/ 534641 h 1783934"/>
              <a:gd name="connsiteX0-163" fmla="*/ 408119 w 1718774"/>
              <a:gd name="connsiteY0-164" fmla="*/ 534641 h 1826522"/>
              <a:gd name="connsiteX1-165" fmla="*/ 47767 w 1718774"/>
              <a:gd name="connsiteY1-166" fmla="*/ 940200 h 1826522"/>
              <a:gd name="connsiteX2-167" fmla="*/ 179001 w 1718774"/>
              <a:gd name="connsiteY2-168" fmla="*/ 1742186 h 1826522"/>
              <a:gd name="connsiteX3-169" fmla="*/ 1625506 w 1718774"/>
              <a:gd name="connsiteY3-170" fmla="*/ 1747798 h 1826522"/>
              <a:gd name="connsiteX4-171" fmla="*/ 1568518 w 1718774"/>
              <a:gd name="connsiteY4-172" fmla="*/ 1257671 h 1826522"/>
              <a:gd name="connsiteX5-173" fmla="*/ 1516277 w 1718774"/>
              <a:gd name="connsiteY5-174" fmla="*/ 672856 h 1826522"/>
              <a:gd name="connsiteX6-175" fmla="*/ 1384691 w 1718774"/>
              <a:gd name="connsiteY6-176" fmla="*/ 154877 h 1826522"/>
              <a:gd name="connsiteX7-177" fmla="*/ 886851 w 1718774"/>
              <a:gd name="connsiteY7-178" fmla="*/ 21205 h 1826522"/>
              <a:gd name="connsiteX8-179" fmla="*/ 408119 w 1718774"/>
              <a:gd name="connsiteY8-180" fmla="*/ 534641 h 1826522"/>
              <a:gd name="connsiteX0-181" fmla="*/ 477759 w 1796623"/>
              <a:gd name="connsiteY0-182" fmla="*/ 534641 h 1818043"/>
              <a:gd name="connsiteX1-183" fmla="*/ 117407 w 1796623"/>
              <a:gd name="connsiteY1-184" fmla="*/ 940200 h 1818043"/>
              <a:gd name="connsiteX2-185" fmla="*/ 136864 w 1796623"/>
              <a:gd name="connsiteY2-186" fmla="*/ 1728260 h 1818043"/>
              <a:gd name="connsiteX3-187" fmla="*/ 1695146 w 1796623"/>
              <a:gd name="connsiteY3-188" fmla="*/ 1747798 h 1818043"/>
              <a:gd name="connsiteX4-189" fmla="*/ 1638158 w 1796623"/>
              <a:gd name="connsiteY4-190" fmla="*/ 1257671 h 1818043"/>
              <a:gd name="connsiteX5-191" fmla="*/ 1585917 w 1796623"/>
              <a:gd name="connsiteY5-192" fmla="*/ 672856 h 1818043"/>
              <a:gd name="connsiteX6-193" fmla="*/ 1454331 w 1796623"/>
              <a:gd name="connsiteY6-194" fmla="*/ 154877 h 1818043"/>
              <a:gd name="connsiteX7-195" fmla="*/ 956491 w 1796623"/>
              <a:gd name="connsiteY7-196" fmla="*/ 21205 h 1818043"/>
              <a:gd name="connsiteX8-197" fmla="*/ 477759 w 1796623"/>
              <a:gd name="connsiteY8-198" fmla="*/ 534641 h 1818043"/>
              <a:gd name="connsiteX0-199" fmla="*/ 396783 w 1688820"/>
              <a:gd name="connsiteY0-200" fmla="*/ 534641 h 1815615"/>
              <a:gd name="connsiteX1-201" fmla="*/ 36431 w 1688820"/>
              <a:gd name="connsiteY1-202" fmla="*/ 940200 h 1815615"/>
              <a:gd name="connsiteX2-203" fmla="*/ 55888 w 1688820"/>
              <a:gd name="connsiteY2-204" fmla="*/ 1728260 h 1815615"/>
              <a:gd name="connsiteX3-205" fmla="*/ 421834 w 1688820"/>
              <a:gd name="connsiteY3-206" fmla="*/ 1798118 h 1815615"/>
              <a:gd name="connsiteX4-207" fmla="*/ 1614170 w 1688820"/>
              <a:gd name="connsiteY4-208" fmla="*/ 1747798 h 1815615"/>
              <a:gd name="connsiteX5-209" fmla="*/ 1557182 w 1688820"/>
              <a:gd name="connsiteY5-210" fmla="*/ 1257671 h 1815615"/>
              <a:gd name="connsiteX6-211" fmla="*/ 1504941 w 1688820"/>
              <a:gd name="connsiteY6-212" fmla="*/ 672856 h 1815615"/>
              <a:gd name="connsiteX7-213" fmla="*/ 1373355 w 1688820"/>
              <a:gd name="connsiteY7-214" fmla="*/ 154877 h 1815615"/>
              <a:gd name="connsiteX8-215" fmla="*/ 875515 w 1688820"/>
              <a:gd name="connsiteY8-216" fmla="*/ 21205 h 1815615"/>
              <a:gd name="connsiteX9" fmla="*/ 396783 w 1688820"/>
              <a:gd name="connsiteY9" fmla="*/ 534641 h 1815615"/>
              <a:gd name="connsiteX0-217" fmla="*/ 394951 w 1689541"/>
              <a:gd name="connsiteY0-218" fmla="*/ 534641 h 1877271"/>
              <a:gd name="connsiteX1-219" fmla="*/ 34599 w 1689541"/>
              <a:gd name="connsiteY1-220" fmla="*/ 940200 h 1877271"/>
              <a:gd name="connsiteX2-221" fmla="*/ 54056 w 1689541"/>
              <a:gd name="connsiteY2-222" fmla="*/ 1728260 h 1877271"/>
              <a:gd name="connsiteX3-223" fmla="*/ 385071 w 1689541"/>
              <a:gd name="connsiteY3-224" fmla="*/ 1877032 h 1877271"/>
              <a:gd name="connsiteX4-225" fmla="*/ 1612338 w 1689541"/>
              <a:gd name="connsiteY4-226" fmla="*/ 1747798 h 1877271"/>
              <a:gd name="connsiteX5-227" fmla="*/ 1555350 w 1689541"/>
              <a:gd name="connsiteY5-228" fmla="*/ 1257671 h 1877271"/>
              <a:gd name="connsiteX6-229" fmla="*/ 1503109 w 1689541"/>
              <a:gd name="connsiteY6-230" fmla="*/ 672856 h 1877271"/>
              <a:gd name="connsiteX7-231" fmla="*/ 1371523 w 1689541"/>
              <a:gd name="connsiteY7-232" fmla="*/ 154877 h 1877271"/>
              <a:gd name="connsiteX8-233" fmla="*/ 873683 w 1689541"/>
              <a:gd name="connsiteY8-234" fmla="*/ 21205 h 1877271"/>
              <a:gd name="connsiteX9-235" fmla="*/ 394951 w 1689541"/>
              <a:gd name="connsiteY9-236" fmla="*/ 534641 h 1877271"/>
              <a:gd name="connsiteX0-237" fmla="*/ 394949 w 1689541"/>
              <a:gd name="connsiteY0-238" fmla="*/ 534641 h 1877032"/>
              <a:gd name="connsiteX1-239" fmla="*/ 34597 w 1689541"/>
              <a:gd name="connsiteY1-240" fmla="*/ 940200 h 1877032"/>
              <a:gd name="connsiteX2-241" fmla="*/ 54054 w 1689541"/>
              <a:gd name="connsiteY2-242" fmla="*/ 1728260 h 1877032"/>
              <a:gd name="connsiteX3-243" fmla="*/ 385069 w 1689541"/>
              <a:gd name="connsiteY3-244" fmla="*/ 1877032 h 1877032"/>
              <a:gd name="connsiteX4-245" fmla="*/ 1612336 w 1689541"/>
              <a:gd name="connsiteY4-246" fmla="*/ 1747798 h 1877032"/>
              <a:gd name="connsiteX5-247" fmla="*/ 1555348 w 1689541"/>
              <a:gd name="connsiteY5-248" fmla="*/ 1257671 h 1877032"/>
              <a:gd name="connsiteX6-249" fmla="*/ 1503107 w 1689541"/>
              <a:gd name="connsiteY6-250" fmla="*/ 672856 h 1877032"/>
              <a:gd name="connsiteX7-251" fmla="*/ 1371521 w 1689541"/>
              <a:gd name="connsiteY7-252" fmla="*/ 154877 h 1877032"/>
              <a:gd name="connsiteX8-253" fmla="*/ 873681 w 1689541"/>
              <a:gd name="connsiteY8-254" fmla="*/ 21205 h 1877032"/>
              <a:gd name="connsiteX9-255" fmla="*/ 394949 w 1689541"/>
              <a:gd name="connsiteY9-256" fmla="*/ 534641 h 1877032"/>
              <a:gd name="connsiteX0-257" fmla="*/ 394949 w 1683795"/>
              <a:gd name="connsiteY0-258" fmla="*/ 534641 h 1877032"/>
              <a:gd name="connsiteX1-259" fmla="*/ 34597 w 1683795"/>
              <a:gd name="connsiteY1-260" fmla="*/ 940200 h 1877032"/>
              <a:gd name="connsiteX2-261" fmla="*/ 54054 w 1683795"/>
              <a:gd name="connsiteY2-262" fmla="*/ 1728260 h 1877032"/>
              <a:gd name="connsiteX3-263" fmla="*/ 385069 w 1683795"/>
              <a:gd name="connsiteY3-264" fmla="*/ 1877032 h 1877032"/>
              <a:gd name="connsiteX4-265" fmla="*/ 1605349 w 1683795"/>
              <a:gd name="connsiteY4-266" fmla="*/ 1798860 h 1877032"/>
              <a:gd name="connsiteX5-267" fmla="*/ 1555348 w 1683795"/>
              <a:gd name="connsiteY5-268" fmla="*/ 1257671 h 1877032"/>
              <a:gd name="connsiteX6-269" fmla="*/ 1503107 w 1683795"/>
              <a:gd name="connsiteY6-270" fmla="*/ 672856 h 1877032"/>
              <a:gd name="connsiteX7-271" fmla="*/ 1371521 w 1683795"/>
              <a:gd name="connsiteY7-272" fmla="*/ 154877 h 1877032"/>
              <a:gd name="connsiteX8-273" fmla="*/ 873681 w 1683795"/>
              <a:gd name="connsiteY8-274" fmla="*/ 21205 h 1877032"/>
              <a:gd name="connsiteX9-275" fmla="*/ 394949 w 1683795"/>
              <a:gd name="connsiteY9-276" fmla="*/ 534641 h 1877032"/>
              <a:gd name="connsiteX0-277" fmla="*/ 394949 w 1720794"/>
              <a:gd name="connsiteY0-278" fmla="*/ 534641 h 1877032"/>
              <a:gd name="connsiteX1-279" fmla="*/ 34597 w 1720794"/>
              <a:gd name="connsiteY1-280" fmla="*/ 940200 h 1877032"/>
              <a:gd name="connsiteX2-281" fmla="*/ 54054 w 1720794"/>
              <a:gd name="connsiteY2-282" fmla="*/ 1728260 h 1877032"/>
              <a:gd name="connsiteX3-283" fmla="*/ 385069 w 1720794"/>
              <a:gd name="connsiteY3-284" fmla="*/ 1877032 h 1877032"/>
              <a:gd name="connsiteX4-285" fmla="*/ 1605349 w 1720794"/>
              <a:gd name="connsiteY4-286" fmla="*/ 1798860 h 1877032"/>
              <a:gd name="connsiteX5-287" fmla="*/ 1555348 w 1720794"/>
              <a:gd name="connsiteY5-288" fmla="*/ 1257671 h 1877032"/>
              <a:gd name="connsiteX6-289" fmla="*/ 1503107 w 1720794"/>
              <a:gd name="connsiteY6-290" fmla="*/ 672856 h 1877032"/>
              <a:gd name="connsiteX7-291" fmla="*/ 1371521 w 1720794"/>
              <a:gd name="connsiteY7-292" fmla="*/ 154877 h 1877032"/>
              <a:gd name="connsiteX8-293" fmla="*/ 873681 w 1720794"/>
              <a:gd name="connsiteY8-294" fmla="*/ 21205 h 1877032"/>
              <a:gd name="connsiteX9-295" fmla="*/ 394949 w 1720794"/>
              <a:gd name="connsiteY9-296" fmla="*/ 534641 h 1877032"/>
              <a:gd name="connsiteX0-297" fmla="*/ 394949 w 1720794"/>
              <a:gd name="connsiteY0-298" fmla="*/ 534641 h 1877032"/>
              <a:gd name="connsiteX1-299" fmla="*/ 34597 w 1720794"/>
              <a:gd name="connsiteY1-300" fmla="*/ 940200 h 1877032"/>
              <a:gd name="connsiteX2-301" fmla="*/ 54054 w 1720794"/>
              <a:gd name="connsiteY2-302" fmla="*/ 1728260 h 1877032"/>
              <a:gd name="connsiteX3-303" fmla="*/ 385069 w 1720794"/>
              <a:gd name="connsiteY3-304" fmla="*/ 1877032 h 1877032"/>
              <a:gd name="connsiteX4-305" fmla="*/ 1605349 w 1720794"/>
              <a:gd name="connsiteY4-306" fmla="*/ 1798860 h 1877032"/>
              <a:gd name="connsiteX5-307" fmla="*/ 1555348 w 1720794"/>
              <a:gd name="connsiteY5-308" fmla="*/ 1257671 h 1877032"/>
              <a:gd name="connsiteX6-309" fmla="*/ 1503107 w 1720794"/>
              <a:gd name="connsiteY6-310" fmla="*/ 672856 h 1877032"/>
              <a:gd name="connsiteX7-311" fmla="*/ 1371521 w 1720794"/>
              <a:gd name="connsiteY7-312" fmla="*/ 154877 h 1877032"/>
              <a:gd name="connsiteX8-313" fmla="*/ 873681 w 1720794"/>
              <a:gd name="connsiteY8-314" fmla="*/ 21205 h 1877032"/>
              <a:gd name="connsiteX9-315" fmla="*/ 394949 w 1720794"/>
              <a:gd name="connsiteY9-316" fmla="*/ 534641 h 1877032"/>
              <a:gd name="connsiteX0-317" fmla="*/ 394949 w 1671512"/>
              <a:gd name="connsiteY0-318" fmla="*/ 534641 h 1877032"/>
              <a:gd name="connsiteX1-319" fmla="*/ 34597 w 1671512"/>
              <a:gd name="connsiteY1-320" fmla="*/ 940200 h 1877032"/>
              <a:gd name="connsiteX2-321" fmla="*/ 54054 w 1671512"/>
              <a:gd name="connsiteY2-322" fmla="*/ 1728260 h 1877032"/>
              <a:gd name="connsiteX3-323" fmla="*/ 385069 w 1671512"/>
              <a:gd name="connsiteY3-324" fmla="*/ 1877032 h 1877032"/>
              <a:gd name="connsiteX4-325" fmla="*/ 1605349 w 1671512"/>
              <a:gd name="connsiteY4-326" fmla="*/ 1798860 h 1877032"/>
              <a:gd name="connsiteX5-327" fmla="*/ 1555348 w 1671512"/>
              <a:gd name="connsiteY5-328" fmla="*/ 1257671 h 1877032"/>
              <a:gd name="connsiteX6-329" fmla="*/ 1503107 w 1671512"/>
              <a:gd name="connsiteY6-330" fmla="*/ 672856 h 1877032"/>
              <a:gd name="connsiteX7-331" fmla="*/ 1371521 w 1671512"/>
              <a:gd name="connsiteY7-332" fmla="*/ 154877 h 1877032"/>
              <a:gd name="connsiteX8-333" fmla="*/ 873681 w 1671512"/>
              <a:gd name="connsiteY8-334" fmla="*/ 21205 h 1877032"/>
              <a:gd name="connsiteX9-335" fmla="*/ 394949 w 1671512"/>
              <a:gd name="connsiteY9-336" fmla="*/ 534641 h 1877032"/>
              <a:gd name="connsiteX0-337" fmla="*/ 394949 w 1677296"/>
              <a:gd name="connsiteY0-338" fmla="*/ 534641 h 1877032"/>
              <a:gd name="connsiteX1-339" fmla="*/ 34597 w 1677296"/>
              <a:gd name="connsiteY1-340" fmla="*/ 940200 h 1877032"/>
              <a:gd name="connsiteX2-341" fmla="*/ 54054 w 1677296"/>
              <a:gd name="connsiteY2-342" fmla="*/ 1728260 h 1877032"/>
              <a:gd name="connsiteX3-343" fmla="*/ 385069 w 1677296"/>
              <a:gd name="connsiteY3-344" fmla="*/ 1877032 h 1877032"/>
              <a:gd name="connsiteX4-345" fmla="*/ 1612334 w 1677296"/>
              <a:gd name="connsiteY4-346" fmla="*/ 1840637 h 1877032"/>
              <a:gd name="connsiteX5-347" fmla="*/ 1555348 w 1677296"/>
              <a:gd name="connsiteY5-348" fmla="*/ 1257671 h 1877032"/>
              <a:gd name="connsiteX6-349" fmla="*/ 1503107 w 1677296"/>
              <a:gd name="connsiteY6-350" fmla="*/ 672856 h 1877032"/>
              <a:gd name="connsiteX7-351" fmla="*/ 1371521 w 1677296"/>
              <a:gd name="connsiteY7-352" fmla="*/ 154877 h 1877032"/>
              <a:gd name="connsiteX8-353" fmla="*/ 873681 w 1677296"/>
              <a:gd name="connsiteY8-354" fmla="*/ 21205 h 1877032"/>
              <a:gd name="connsiteX9-355" fmla="*/ 394949 w 1677296"/>
              <a:gd name="connsiteY9-356" fmla="*/ 534641 h 1877032"/>
              <a:gd name="connsiteX0-357" fmla="*/ 394949 w 1677298"/>
              <a:gd name="connsiteY0-358" fmla="*/ 534641 h 1877032"/>
              <a:gd name="connsiteX1-359" fmla="*/ 34597 w 1677298"/>
              <a:gd name="connsiteY1-360" fmla="*/ 940200 h 1877032"/>
              <a:gd name="connsiteX2-361" fmla="*/ 54054 w 1677298"/>
              <a:gd name="connsiteY2-362" fmla="*/ 1728260 h 1877032"/>
              <a:gd name="connsiteX3-363" fmla="*/ 385069 w 1677298"/>
              <a:gd name="connsiteY3-364" fmla="*/ 1877032 h 1877032"/>
              <a:gd name="connsiteX4-365" fmla="*/ 1612334 w 1677298"/>
              <a:gd name="connsiteY4-366" fmla="*/ 1840637 h 1877032"/>
              <a:gd name="connsiteX5-367" fmla="*/ 1555348 w 1677298"/>
              <a:gd name="connsiteY5-368" fmla="*/ 1257671 h 1877032"/>
              <a:gd name="connsiteX6-369" fmla="*/ 1503107 w 1677298"/>
              <a:gd name="connsiteY6-370" fmla="*/ 672856 h 1877032"/>
              <a:gd name="connsiteX7-371" fmla="*/ 1371521 w 1677298"/>
              <a:gd name="connsiteY7-372" fmla="*/ 154877 h 1877032"/>
              <a:gd name="connsiteX8-373" fmla="*/ 873681 w 1677298"/>
              <a:gd name="connsiteY8-374" fmla="*/ 21205 h 1877032"/>
              <a:gd name="connsiteX9-375" fmla="*/ 394949 w 1677298"/>
              <a:gd name="connsiteY9-376" fmla="*/ 534641 h 1877032"/>
              <a:gd name="connsiteX0-377" fmla="*/ 394949 w 1677296"/>
              <a:gd name="connsiteY0-378" fmla="*/ 534641 h 1904936"/>
              <a:gd name="connsiteX1-379" fmla="*/ 34597 w 1677296"/>
              <a:gd name="connsiteY1-380" fmla="*/ 940200 h 1904936"/>
              <a:gd name="connsiteX2-381" fmla="*/ 54054 w 1677296"/>
              <a:gd name="connsiteY2-382" fmla="*/ 1728260 h 1904936"/>
              <a:gd name="connsiteX3-383" fmla="*/ 385069 w 1677296"/>
              <a:gd name="connsiteY3-384" fmla="*/ 1877032 h 1904936"/>
              <a:gd name="connsiteX4-385" fmla="*/ 1612334 w 1677296"/>
              <a:gd name="connsiteY4-386" fmla="*/ 1840637 h 1904936"/>
              <a:gd name="connsiteX5-387" fmla="*/ 1555348 w 1677296"/>
              <a:gd name="connsiteY5-388" fmla="*/ 1257671 h 1904936"/>
              <a:gd name="connsiteX6-389" fmla="*/ 1503107 w 1677296"/>
              <a:gd name="connsiteY6-390" fmla="*/ 672856 h 1904936"/>
              <a:gd name="connsiteX7-391" fmla="*/ 1371521 w 1677296"/>
              <a:gd name="connsiteY7-392" fmla="*/ 154877 h 1904936"/>
              <a:gd name="connsiteX8-393" fmla="*/ 873681 w 1677296"/>
              <a:gd name="connsiteY8-394" fmla="*/ 21205 h 1904936"/>
              <a:gd name="connsiteX9-395" fmla="*/ 394949 w 1677296"/>
              <a:gd name="connsiteY9-396" fmla="*/ 534641 h 1904936"/>
              <a:gd name="connsiteX0-397" fmla="*/ 461539 w 1743887"/>
              <a:gd name="connsiteY0-398" fmla="*/ 534641 h 1904936"/>
              <a:gd name="connsiteX1-399" fmla="*/ 101187 w 1743887"/>
              <a:gd name="connsiteY1-400" fmla="*/ 940200 h 1904936"/>
              <a:gd name="connsiteX2-401" fmla="*/ 22840 w 1743887"/>
              <a:gd name="connsiteY2-402" fmla="*/ 1737812 h 1904936"/>
              <a:gd name="connsiteX3-403" fmla="*/ 451659 w 1743887"/>
              <a:gd name="connsiteY3-404" fmla="*/ 1877032 h 1904936"/>
              <a:gd name="connsiteX4-405" fmla="*/ 1678924 w 1743887"/>
              <a:gd name="connsiteY4-406" fmla="*/ 1840637 h 1904936"/>
              <a:gd name="connsiteX5-407" fmla="*/ 1621938 w 1743887"/>
              <a:gd name="connsiteY5-408" fmla="*/ 1257671 h 1904936"/>
              <a:gd name="connsiteX6-409" fmla="*/ 1569697 w 1743887"/>
              <a:gd name="connsiteY6-410" fmla="*/ 672856 h 1904936"/>
              <a:gd name="connsiteX7-411" fmla="*/ 1438111 w 1743887"/>
              <a:gd name="connsiteY7-412" fmla="*/ 154877 h 1904936"/>
              <a:gd name="connsiteX8-413" fmla="*/ 940271 w 1743887"/>
              <a:gd name="connsiteY8-414" fmla="*/ 21205 h 1904936"/>
              <a:gd name="connsiteX9-415" fmla="*/ 461539 w 1743887"/>
              <a:gd name="connsiteY9-416" fmla="*/ 534641 h 1904936"/>
              <a:gd name="connsiteX0-417" fmla="*/ 452050 w 1756359"/>
              <a:gd name="connsiteY0-418" fmla="*/ 534641 h 1891359"/>
              <a:gd name="connsiteX1-419" fmla="*/ 91698 w 1756359"/>
              <a:gd name="connsiteY1-420" fmla="*/ 940200 h 1891359"/>
              <a:gd name="connsiteX2-421" fmla="*/ 13351 w 1756359"/>
              <a:gd name="connsiteY2-422" fmla="*/ 1737812 h 1891359"/>
              <a:gd name="connsiteX3-423" fmla="*/ 309435 w 1756359"/>
              <a:gd name="connsiteY3-424" fmla="*/ 1891359 h 1891359"/>
              <a:gd name="connsiteX4-425" fmla="*/ 1669435 w 1756359"/>
              <a:gd name="connsiteY4-426" fmla="*/ 1840637 h 1891359"/>
              <a:gd name="connsiteX5-427" fmla="*/ 1612449 w 1756359"/>
              <a:gd name="connsiteY5-428" fmla="*/ 1257671 h 1891359"/>
              <a:gd name="connsiteX6-429" fmla="*/ 1560208 w 1756359"/>
              <a:gd name="connsiteY6-430" fmla="*/ 672856 h 1891359"/>
              <a:gd name="connsiteX7-431" fmla="*/ 1428622 w 1756359"/>
              <a:gd name="connsiteY7-432" fmla="*/ 154877 h 1891359"/>
              <a:gd name="connsiteX8-433" fmla="*/ 930782 w 1756359"/>
              <a:gd name="connsiteY8-434" fmla="*/ 21205 h 1891359"/>
              <a:gd name="connsiteX9-435" fmla="*/ 452050 w 1756359"/>
              <a:gd name="connsiteY9-436" fmla="*/ 534641 h 1891359"/>
              <a:gd name="connsiteX0-437" fmla="*/ 452050 w 1756257"/>
              <a:gd name="connsiteY0-438" fmla="*/ 534641 h 1891359"/>
              <a:gd name="connsiteX1-439" fmla="*/ 91698 w 1756257"/>
              <a:gd name="connsiteY1-440" fmla="*/ 940200 h 1891359"/>
              <a:gd name="connsiteX2-441" fmla="*/ 13351 w 1756257"/>
              <a:gd name="connsiteY2-442" fmla="*/ 1737812 h 1891359"/>
              <a:gd name="connsiteX3-443" fmla="*/ 309435 w 1756257"/>
              <a:gd name="connsiteY3-444" fmla="*/ 1891359 h 1891359"/>
              <a:gd name="connsiteX4-445" fmla="*/ 1669435 w 1756257"/>
              <a:gd name="connsiteY4-446" fmla="*/ 1840637 h 1891359"/>
              <a:gd name="connsiteX5-447" fmla="*/ 1612449 w 1756257"/>
              <a:gd name="connsiteY5-448" fmla="*/ 1257671 h 1891359"/>
              <a:gd name="connsiteX6-449" fmla="*/ 1563496 w 1756257"/>
              <a:gd name="connsiteY6-450" fmla="*/ 959631 h 1891359"/>
              <a:gd name="connsiteX7-451" fmla="*/ 1560208 w 1756257"/>
              <a:gd name="connsiteY7-452" fmla="*/ 672856 h 1891359"/>
              <a:gd name="connsiteX8-453" fmla="*/ 1428622 w 1756257"/>
              <a:gd name="connsiteY8-454" fmla="*/ 154877 h 1891359"/>
              <a:gd name="connsiteX9-455" fmla="*/ 930782 w 1756257"/>
              <a:gd name="connsiteY9-456" fmla="*/ 21205 h 1891359"/>
              <a:gd name="connsiteX10" fmla="*/ 452050 w 1756257"/>
              <a:gd name="connsiteY10" fmla="*/ 534641 h 1891359"/>
              <a:gd name="connsiteX0-457" fmla="*/ 452050 w 1764590"/>
              <a:gd name="connsiteY0-458" fmla="*/ 534641 h 1891359"/>
              <a:gd name="connsiteX1-459" fmla="*/ 91698 w 1764590"/>
              <a:gd name="connsiteY1-460" fmla="*/ 940200 h 1891359"/>
              <a:gd name="connsiteX2-461" fmla="*/ 13351 w 1764590"/>
              <a:gd name="connsiteY2-462" fmla="*/ 1737812 h 1891359"/>
              <a:gd name="connsiteX3-463" fmla="*/ 309435 w 1764590"/>
              <a:gd name="connsiteY3-464" fmla="*/ 1891359 h 1891359"/>
              <a:gd name="connsiteX4-465" fmla="*/ 1669435 w 1764590"/>
              <a:gd name="connsiteY4-466" fmla="*/ 1840637 h 1891359"/>
              <a:gd name="connsiteX5-467" fmla="*/ 1612449 w 1764590"/>
              <a:gd name="connsiteY5-468" fmla="*/ 1257671 h 1891359"/>
              <a:gd name="connsiteX6-469" fmla="*/ 1309780 w 1764590"/>
              <a:gd name="connsiteY6-470" fmla="*/ 1046341 h 1891359"/>
              <a:gd name="connsiteX7-471" fmla="*/ 1560208 w 1764590"/>
              <a:gd name="connsiteY7-472" fmla="*/ 672856 h 1891359"/>
              <a:gd name="connsiteX8-473" fmla="*/ 1428622 w 1764590"/>
              <a:gd name="connsiteY8-474" fmla="*/ 154877 h 1891359"/>
              <a:gd name="connsiteX9-475" fmla="*/ 930782 w 1764590"/>
              <a:gd name="connsiteY9-476" fmla="*/ 21205 h 1891359"/>
              <a:gd name="connsiteX10-477" fmla="*/ 452050 w 1764590"/>
              <a:gd name="connsiteY10-478" fmla="*/ 534641 h 1891359"/>
              <a:gd name="connsiteX0-479" fmla="*/ 452050 w 1764592"/>
              <a:gd name="connsiteY0-480" fmla="*/ 534641 h 1891359"/>
              <a:gd name="connsiteX1-481" fmla="*/ 91698 w 1764592"/>
              <a:gd name="connsiteY1-482" fmla="*/ 940200 h 1891359"/>
              <a:gd name="connsiteX2-483" fmla="*/ 13351 w 1764592"/>
              <a:gd name="connsiteY2-484" fmla="*/ 1737812 h 1891359"/>
              <a:gd name="connsiteX3-485" fmla="*/ 309435 w 1764592"/>
              <a:gd name="connsiteY3-486" fmla="*/ 1891359 h 1891359"/>
              <a:gd name="connsiteX4-487" fmla="*/ 1669435 w 1764592"/>
              <a:gd name="connsiteY4-488" fmla="*/ 1840637 h 1891359"/>
              <a:gd name="connsiteX5-489" fmla="*/ 1612449 w 1764592"/>
              <a:gd name="connsiteY5-490" fmla="*/ 1257671 h 1891359"/>
              <a:gd name="connsiteX6-491" fmla="*/ 1309780 w 1764592"/>
              <a:gd name="connsiteY6-492" fmla="*/ 1046341 h 1891359"/>
              <a:gd name="connsiteX7-493" fmla="*/ 1560208 w 1764592"/>
              <a:gd name="connsiteY7-494" fmla="*/ 672856 h 1891359"/>
              <a:gd name="connsiteX8-495" fmla="*/ 1428622 w 1764592"/>
              <a:gd name="connsiteY8-496" fmla="*/ 154877 h 1891359"/>
              <a:gd name="connsiteX9-497" fmla="*/ 930782 w 1764592"/>
              <a:gd name="connsiteY9-498" fmla="*/ 21205 h 1891359"/>
              <a:gd name="connsiteX10-499" fmla="*/ 452050 w 1764592"/>
              <a:gd name="connsiteY10-500" fmla="*/ 534641 h 1891359"/>
              <a:gd name="connsiteX0-501" fmla="*/ 452050 w 1764590"/>
              <a:gd name="connsiteY0-502" fmla="*/ 534641 h 1891359"/>
              <a:gd name="connsiteX1-503" fmla="*/ 91698 w 1764590"/>
              <a:gd name="connsiteY1-504" fmla="*/ 940200 h 1891359"/>
              <a:gd name="connsiteX2-505" fmla="*/ 13351 w 1764590"/>
              <a:gd name="connsiteY2-506" fmla="*/ 1737812 h 1891359"/>
              <a:gd name="connsiteX3-507" fmla="*/ 309435 w 1764590"/>
              <a:gd name="connsiteY3-508" fmla="*/ 1891359 h 1891359"/>
              <a:gd name="connsiteX4-509" fmla="*/ 1669435 w 1764590"/>
              <a:gd name="connsiteY4-510" fmla="*/ 1840637 h 1891359"/>
              <a:gd name="connsiteX5-511" fmla="*/ 1612449 w 1764590"/>
              <a:gd name="connsiteY5-512" fmla="*/ 1257671 h 1891359"/>
              <a:gd name="connsiteX6-513" fmla="*/ 1309780 w 1764590"/>
              <a:gd name="connsiteY6-514" fmla="*/ 1046341 h 1891359"/>
              <a:gd name="connsiteX7-515" fmla="*/ 1560208 w 1764590"/>
              <a:gd name="connsiteY7-516" fmla="*/ 672856 h 1891359"/>
              <a:gd name="connsiteX8-517" fmla="*/ 1428622 w 1764590"/>
              <a:gd name="connsiteY8-518" fmla="*/ 154877 h 1891359"/>
              <a:gd name="connsiteX9-519" fmla="*/ 930782 w 1764590"/>
              <a:gd name="connsiteY9-520" fmla="*/ 21205 h 1891359"/>
              <a:gd name="connsiteX10-521" fmla="*/ 452050 w 1764590"/>
              <a:gd name="connsiteY10-522" fmla="*/ 534641 h 1891359"/>
              <a:gd name="connsiteX0-523" fmla="*/ 452050 w 1792731"/>
              <a:gd name="connsiteY0-524" fmla="*/ 534641 h 1891359"/>
              <a:gd name="connsiteX1-525" fmla="*/ 91698 w 1792731"/>
              <a:gd name="connsiteY1-526" fmla="*/ 940200 h 1891359"/>
              <a:gd name="connsiteX2-527" fmla="*/ 13351 w 1792731"/>
              <a:gd name="connsiteY2-528" fmla="*/ 1737812 h 1891359"/>
              <a:gd name="connsiteX3-529" fmla="*/ 309435 w 1792731"/>
              <a:gd name="connsiteY3-530" fmla="*/ 1891359 h 1891359"/>
              <a:gd name="connsiteX4-531" fmla="*/ 1669435 w 1792731"/>
              <a:gd name="connsiteY4-532" fmla="*/ 1840637 h 1891359"/>
              <a:gd name="connsiteX5-533" fmla="*/ 1688563 w 1792731"/>
              <a:gd name="connsiteY5-534" fmla="*/ 1292355 h 1891359"/>
              <a:gd name="connsiteX6-535" fmla="*/ 1309780 w 1792731"/>
              <a:gd name="connsiteY6-536" fmla="*/ 1046341 h 1891359"/>
              <a:gd name="connsiteX7-537" fmla="*/ 1560208 w 1792731"/>
              <a:gd name="connsiteY7-538" fmla="*/ 672856 h 1891359"/>
              <a:gd name="connsiteX8-539" fmla="*/ 1428622 w 1792731"/>
              <a:gd name="connsiteY8-540" fmla="*/ 154877 h 1891359"/>
              <a:gd name="connsiteX9-541" fmla="*/ 930782 w 1792731"/>
              <a:gd name="connsiteY9-542" fmla="*/ 21205 h 1891359"/>
              <a:gd name="connsiteX10-543" fmla="*/ 452050 w 1792731"/>
              <a:gd name="connsiteY10-544" fmla="*/ 534641 h 1891359"/>
              <a:gd name="connsiteX0-545" fmla="*/ 452050 w 1814809"/>
              <a:gd name="connsiteY0-546" fmla="*/ 534641 h 1891359"/>
              <a:gd name="connsiteX1-547" fmla="*/ 91698 w 1814809"/>
              <a:gd name="connsiteY1-548" fmla="*/ 940200 h 1891359"/>
              <a:gd name="connsiteX2-549" fmla="*/ 13351 w 1814809"/>
              <a:gd name="connsiteY2-550" fmla="*/ 1737812 h 1891359"/>
              <a:gd name="connsiteX3-551" fmla="*/ 309435 w 1814809"/>
              <a:gd name="connsiteY3-552" fmla="*/ 1891359 h 1891359"/>
              <a:gd name="connsiteX4-553" fmla="*/ 1669435 w 1814809"/>
              <a:gd name="connsiteY4-554" fmla="*/ 1840637 h 1891359"/>
              <a:gd name="connsiteX5-555" fmla="*/ 1688563 w 1814809"/>
              <a:gd name="connsiteY5-556" fmla="*/ 1292355 h 1891359"/>
              <a:gd name="connsiteX6-557" fmla="*/ 1309780 w 1814809"/>
              <a:gd name="connsiteY6-558" fmla="*/ 1046341 h 1891359"/>
              <a:gd name="connsiteX7-559" fmla="*/ 1560208 w 1814809"/>
              <a:gd name="connsiteY7-560" fmla="*/ 672856 h 1891359"/>
              <a:gd name="connsiteX8-561" fmla="*/ 1428622 w 1814809"/>
              <a:gd name="connsiteY8-562" fmla="*/ 154877 h 1891359"/>
              <a:gd name="connsiteX9-563" fmla="*/ 930782 w 1814809"/>
              <a:gd name="connsiteY9-564" fmla="*/ 21205 h 1891359"/>
              <a:gd name="connsiteX10-565" fmla="*/ 452050 w 1814809"/>
              <a:gd name="connsiteY10-566" fmla="*/ 534641 h 1891359"/>
              <a:gd name="connsiteX0-567" fmla="*/ 452050 w 1814809"/>
              <a:gd name="connsiteY0-568" fmla="*/ 534641 h 1891359"/>
              <a:gd name="connsiteX1-569" fmla="*/ 91698 w 1814809"/>
              <a:gd name="connsiteY1-570" fmla="*/ 940200 h 1891359"/>
              <a:gd name="connsiteX2-571" fmla="*/ 13351 w 1814809"/>
              <a:gd name="connsiteY2-572" fmla="*/ 1737812 h 1891359"/>
              <a:gd name="connsiteX3-573" fmla="*/ 309435 w 1814809"/>
              <a:gd name="connsiteY3-574" fmla="*/ 1891359 h 1891359"/>
              <a:gd name="connsiteX4-575" fmla="*/ 1669435 w 1814809"/>
              <a:gd name="connsiteY4-576" fmla="*/ 1840637 h 1891359"/>
              <a:gd name="connsiteX5-577" fmla="*/ 1688563 w 1814809"/>
              <a:gd name="connsiteY5-578" fmla="*/ 1292355 h 1891359"/>
              <a:gd name="connsiteX6-579" fmla="*/ 1309780 w 1814809"/>
              <a:gd name="connsiteY6-580" fmla="*/ 1046341 h 1891359"/>
              <a:gd name="connsiteX7-581" fmla="*/ 1619996 w 1814809"/>
              <a:gd name="connsiteY7-582" fmla="*/ 526399 h 1891359"/>
              <a:gd name="connsiteX8-583" fmla="*/ 1428622 w 1814809"/>
              <a:gd name="connsiteY8-584" fmla="*/ 154877 h 1891359"/>
              <a:gd name="connsiteX9-585" fmla="*/ 930782 w 1814809"/>
              <a:gd name="connsiteY9-586" fmla="*/ 21205 h 1891359"/>
              <a:gd name="connsiteX10-587" fmla="*/ 452050 w 1814809"/>
              <a:gd name="connsiteY10-588" fmla="*/ 534641 h 1891359"/>
              <a:gd name="connsiteX0-589" fmla="*/ 452050 w 1814809"/>
              <a:gd name="connsiteY0-590" fmla="*/ 542872 h 1899590"/>
              <a:gd name="connsiteX1-591" fmla="*/ 91698 w 1814809"/>
              <a:gd name="connsiteY1-592" fmla="*/ 948431 h 1899590"/>
              <a:gd name="connsiteX2-593" fmla="*/ 13351 w 1814809"/>
              <a:gd name="connsiteY2-594" fmla="*/ 1746043 h 1899590"/>
              <a:gd name="connsiteX3-595" fmla="*/ 309435 w 1814809"/>
              <a:gd name="connsiteY3-596" fmla="*/ 1899590 h 1899590"/>
              <a:gd name="connsiteX4-597" fmla="*/ 1669435 w 1814809"/>
              <a:gd name="connsiteY4-598" fmla="*/ 1848868 h 1899590"/>
              <a:gd name="connsiteX5-599" fmla="*/ 1688563 w 1814809"/>
              <a:gd name="connsiteY5-600" fmla="*/ 1300586 h 1899590"/>
              <a:gd name="connsiteX6-601" fmla="*/ 1309780 w 1814809"/>
              <a:gd name="connsiteY6-602" fmla="*/ 1054572 h 1899590"/>
              <a:gd name="connsiteX7-603" fmla="*/ 1619996 w 1814809"/>
              <a:gd name="connsiteY7-604" fmla="*/ 534630 h 1899590"/>
              <a:gd name="connsiteX8-605" fmla="*/ 1488411 w 1814809"/>
              <a:gd name="connsiteY8-606" fmla="*/ 129049 h 1899590"/>
              <a:gd name="connsiteX9-607" fmla="*/ 930782 w 1814809"/>
              <a:gd name="connsiteY9-608" fmla="*/ 29436 h 1899590"/>
              <a:gd name="connsiteX10-609" fmla="*/ 452050 w 1814809"/>
              <a:gd name="connsiteY10-610" fmla="*/ 542872 h 1899590"/>
              <a:gd name="connsiteX0-611" fmla="*/ 452050 w 1814809"/>
              <a:gd name="connsiteY0-612" fmla="*/ 540513 h 1897231"/>
              <a:gd name="connsiteX1-613" fmla="*/ 91698 w 1814809"/>
              <a:gd name="connsiteY1-614" fmla="*/ 946072 h 1897231"/>
              <a:gd name="connsiteX2-615" fmla="*/ 13351 w 1814809"/>
              <a:gd name="connsiteY2-616" fmla="*/ 1743684 h 1897231"/>
              <a:gd name="connsiteX3-617" fmla="*/ 309435 w 1814809"/>
              <a:gd name="connsiteY3-618" fmla="*/ 1897231 h 1897231"/>
              <a:gd name="connsiteX4-619" fmla="*/ 1669435 w 1814809"/>
              <a:gd name="connsiteY4-620" fmla="*/ 1846509 h 1897231"/>
              <a:gd name="connsiteX5-621" fmla="*/ 1688563 w 1814809"/>
              <a:gd name="connsiteY5-622" fmla="*/ 1298227 h 1897231"/>
              <a:gd name="connsiteX6-623" fmla="*/ 1309780 w 1814809"/>
              <a:gd name="connsiteY6-624" fmla="*/ 1052213 h 1897231"/>
              <a:gd name="connsiteX7-625" fmla="*/ 1619996 w 1814809"/>
              <a:gd name="connsiteY7-626" fmla="*/ 532271 h 1897231"/>
              <a:gd name="connsiteX8-627" fmla="*/ 1488411 w 1814809"/>
              <a:gd name="connsiteY8-628" fmla="*/ 126690 h 1897231"/>
              <a:gd name="connsiteX9-629" fmla="*/ 930782 w 1814809"/>
              <a:gd name="connsiteY9-630" fmla="*/ 27077 h 1897231"/>
              <a:gd name="connsiteX10-631" fmla="*/ 452050 w 1814809"/>
              <a:gd name="connsiteY10-632" fmla="*/ 540513 h 1897231"/>
              <a:gd name="connsiteX0-633" fmla="*/ 452050 w 1814809"/>
              <a:gd name="connsiteY0-634" fmla="*/ 540513 h 1897231"/>
              <a:gd name="connsiteX1-635" fmla="*/ 91698 w 1814809"/>
              <a:gd name="connsiteY1-636" fmla="*/ 946072 h 1897231"/>
              <a:gd name="connsiteX2-637" fmla="*/ 13351 w 1814809"/>
              <a:gd name="connsiteY2-638" fmla="*/ 1743684 h 1897231"/>
              <a:gd name="connsiteX3-639" fmla="*/ 309435 w 1814809"/>
              <a:gd name="connsiteY3-640" fmla="*/ 1897231 h 1897231"/>
              <a:gd name="connsiteX4-641" fmla="*/ 1669435 w 1814809"/>
              <a:gd name="connsiteY4-642" fmla="*/ 1846509 h 1897231"/>
              <a:gd name="connsiteX5-643" fmla="*/ 1688563 w 1814809"/>
              <a:gd name="connsiteY5-644" fmla="*/ 1298227 h 1897231"/>
              <a:gd name="connsiteX6-645" fmla="*/ 1309780 w 1814809"/>
              <a:gd name="connsiteY6-646" fmla="*/ 1052213 h 1897231"/>
              <a:gd name="connsiteX7-647" fmla="*/ 1619996 w 1814809"/>
              <a:gd name="connsiteY7-648" fmla="*/ 532271 h 1897231"/>
              <a:gd name="connsiteX8-649" fmla="*/ 1488411 w 1814809"/>
              <a:gd name="connsiteY8-650" fmla="*/ 126690 h 1897231"/>
              <a:gd name="connsiteX9-651" fmla="*/ 930782 w 1814809"/>
              <a:gd name="connsiteY9-652" fmla="*/ 27077 h 1897231"/>
              <a:gd name="connsiteX10-653" fmla="*/ 452050 w 1814809"/>
              <a:gd name="connsiteY10-654" fmla="*/ 540513 h 1897231"/>
              <a:gd name="connsiteX0-655" fmla="*/ 288567 w 1811701"/>
              <a:gd name="connsiteY0-656" fmla="*/ 555674 h 1898251"/>
              <a:gd name="connsiteX1-657" fmla="*/ 88590 w 1811701"/>
              <a:gd name="connsiteY1-658" fmla="*/ 947092 h 1898251"/>
              <a:gd name="connsiteX2-659" fmla="*/ 10243 w 1811701"/>
              <a:gd name="connsiteY2-660" fmla="*/ 1744704 h 1898251"/>
              <a:gd name="connsiteX3-661" fmla="*/ 306327 w 1811701"/>
              <a:gd name="connsiteY3-662" fmla="*/ 1898251 h 1898251"/>
              <a:gd name="connsiteX4-663" fmla="*/ 1666327 w 1811701"/>
              <a:gd name="connsiteY4-664" fmla="*/ 1847529 h 1898251"/>
              <a:gd name="connsiteX5-665" fmla="*/ 1685455 w 1811701"/>
              <a:gd name="connsiteY5-666" fmla="*/ 1299247 h 1898251"/>
              <a:gd name="connsiteX6-667" fmla="*/ 1306672 w 1811701"/>
              <a:gd name="connsiteY6-668" fmla="*/ 1053233 h 1898251"/>
              <a:gd name="connsiteX7-669" fmla="*/ 1616888 w 1811701"/>
              <a:gd name="connsiteY7-670" fmla="*/ 533291 h 1898251"/>
              <a:gd name="connsiteX8-671" fmla="*/ 1485303 w 1811701"/>
              <a:gd name="connsiteY8-672" fmla="*/ 127710 h 1898251"/>
              <a:gd name="connsiteX9-673" fmla="*/ 927674 w 1811701"/>
              <a:gd name="connsiteY9-674" fmla="*/ 28097 h 1898251"/>
              <a:gd name="connsiteX10-675" fmla="*/ 288567 w 1811701"/>
              <a:gd name="connsiteY10-676" fmla="*/ 555674 h 1898251"/>
              <a:gd name="connsiteX0-677" fmla="*/ 288567 w 1811701"/>
              <a:gd name="connsiteY0-678" fmla="*/ 479828 h 1822405"/>
              <a:gd name="connsiteX1-679" fmla="*/ 88590 w 1811701"/>
              <a:gd name="connsiteY1-680" fmla="*/ 871246 h 1822405"/>
              <a:gd name="connsiteX2-681" fmla="*/ 10243 w 1811701"/>
              <a:gd name="connsiteY2-682" fmla="*/ 1668858 h 1822405"/>
              <a:gd name="connsiteX3-683" fmla="*/ 306327 w 1811701"/>
              <a:gd name="connsiteY3-684" fmla="*/ 1822405 h 1822405"/>
              <a:gd name="connsiteX4-685" fmla="*/ 1666327 w 1811701"/>
              <a:gd name="connsiteY4-686" fmla="*/ 1771683 h 1822405"/>
              <a:gd name="connsiteX5-687" fmla="*/ 1685455 w 1811701"/>
              <a:gd name="connsiteY5-688" fmla="*/ 1223401 h 1822405"/>
              <a:gd name="connsiteX6-689" fmla="*/ 1306672 w 1811701"/>
              <a:gd name="connsiteY6-690" fmla="*/ 977387 h 1822405"/>
              <a:gd name="connsiteX7-691" fmla="*/ 1616888 w 1811701"/>
              <a:gd name="connsiteY7-692" fmla="*/ 457445 h 1822405"/>
              <a:gd name="connsiteX8-693" fmla="*/ 1485303 w 1811701"/>
              <a:gd name="connsiteY8-694" fmla="*/ 51864 h 1822405"/>
              <a:gd name="connsiteX9-695" fmla="*/ 895599 w 1811701"/>
              <a:gd name="connsiteY9-696" fmla="*/ 79530 h 1822405"/>
              <a:gd name="connsiteX10-697" fmla="*/ 288567 w 1811701"/>
              <a:gd name="connsiteY10-698" fmla="*/ 479828 h 1822405"/>
              <a:gd name="connsiteX0-699" fmla="*/ 288567 w 1811701"/>
              <a:gd name="connsiteY0-700" fmla="*/ 419258 h 1761835"/>
              <a:gd name="connsiteX1-701" fmla="*/ 88590 w 1811701"/>
              <a:gd name="connsiteY1-702" fmla="*/ 810676 h 1761835"/>
              <a:gd name="connsiteX2-703" fmla="*/ 10243 w 1811701"/>
              <a:gd name="connsiteY2-704" fmla="*/ 1608288 h 1761835"/>
              <a:gd name="connsiteX3-705" fmla="*/ 306327 w 1811701"/>
              <a:gd name="connsiteY3-706" fmla="*/ 1761835 h 1761835"/>
              <a:gd name="connsiteX4-707" fmla="*/ 1666327 w 1811701"/>
              <a:gd name="connsiteY4-708" fmla="*/ 1711113 h 1761835"/>
              <a:gd name="connsiteX5-709" fmla="*/ 1685455 w 1811701"/>
              <a:gd name="connsiteY5-710" fmla="*/ 1162831 h 1761835"/>
              <a:gd name="connsiteX6-711" fmla="*/ 1306672 w 1811701"/>
              <a:gd name="connsiteY6-712" fmla="*/ 916817 h 1761835"/>
              <a:gd name="connsiteX7-713" fmla="*/ 1616888 w 1811701"/>
              <a:gd name="connsiteY7-714" fmla="*/ 396875 h 1761835"/>
              <a:gd name="connsiteX8-715" fmla="*/ 1373040 w 1811701"/>
              <a:gd name="connsiteY8-716" fmla="*/ 118574 h 1761835"/>
              <a:gd name="connsiteX9-717" fmla="*/ 895599 w 1811701"/>
              <a:gd name="connsiteY9-718" fmla="*/ 18960 h 1761835"/>
              <a:gd name="connsiteX10-719" fmla="*/ 288567 w 1811701"/>
              <a:gd name="connsiteY10-720" fmla="*/ 419258 h 1761835"/>
              <a:gd name="connsiteX0-721" fmla="*/ 288567 w 1811701"/>
              <a:gd name="connsiteY0-722" fmla="*/ 419258 h 1761835"/>
              <a:gd name="connsiteX1-723" fmla="*/ 88590 w 1811701"/>
              <a:gd name="connsiteY1-724" fmla="*/ 810676 h 1761835"/>
              <a:gd name="connsiteX2-725" fmla="*/ 10243 w 1811701"/>
              <a:gd name="connsiteY2-726" fmla="*/ 1608288 h 1761835"/>
              <a:gd name="connsiteX3-727" fmla="*/ 306327 w 1811701"/>
              <a:gd name="connsiteY3-728" fmla="*/ 1761835 h 1761835"/>
              <a:gd name="connsiteX4-729" fmla="*/ 1666327 w 1811701"/>
              <a:gd name="connsiteY4-730" fmla="*/ 1711113 h 1761835"/>
              <a:gd name="connsiteX5-731" fmla="*/ 1685455 w 1811701"/>
              <a:gd name="connsiteY5-732" fmla="*/ 1162831 h 1761835"/>
              <a:gd name="connsiteX6-733" fmla="*/ 1306672 w 1811701"/>
              <a:gd name="connsiteY6-734" fmla="*/ 916817 h 1761835"/>
              <a:gd name="connsiteX7-735" fmla="*/ 1584814 w 1811701"/>
              <a:gd name="connsiteY7-736" fmla="*/ 510012 h 1761835"/>
              <a:gd name="connsiteX8-737" fmla="*/ 1373040 w 1811701"/>
              <a:gd name="connsiteY8-738" fmla="*/ 118574 h 1761835"/>
              <a:gd name="connsiteX9-739" fmla="*/ 895599 w 1811701"/>
              <a:gd name="connsiteY9-740" fmla="*/ 18960 h 1761835"/>
              <a:gd name="connsiteX10-741" fmla="*/ 288567 w 1811701"/>
              <a:gd name="connsiteY10-742" fmla="*/ 419258 h 1761835"/>
              <a:gd name="connsiteX0-743" fmla="*/ 288567 w 1770444"/>
              <a:gd name="connsiteY0-744" fmla="*/ 419258 h 1761835"/>
              <a:gd name="connsiteX1-745" fmla="*/ 88590 w 1770444"/>
              <a:gd name="connsiteY1-746" fmla="*/ 810676 h 1761835"/>
              <a:gd name="connsiteX2-747" fmla="*/ 10243 w 1770444"/>
              <a:gd name="connsiteY2-748" fmla="*/ 1608288 h 1761835"/>
              <a:gd name="connsiteX3-749" fmla="*/ 306327 w 1770444"/>
              <a:gd name="connsiteY3-750" fmla="*/ 1761835 h 1761835"/>
              <a:gd name="connsiteX4-751" fmla="*/ 1666327 w 1770444"/>
              <a:gd name="connsiteY4-752" fmla="*/ 1711113 h 1761835"/>
              <a:gd name="connsiteX5-753" fmla="*/ 1589229 w 1770444"/>
              <a:gd name="connsiteY5-754" fmla="*/ 1176973 h 1761835"/>
              <a:gd name="connsiteX6-755" fmla="*/ 1306672 w 1770444"/>
              <a:gd name="connsiteY6-756" fmla="*/ 916817 h 1761835"/>
              <a:gd name="connsiteX7-757" fmla="*/ 1584814 w 1770444"/>
              <a:gd name="connsiteY7-758" fmla="*/ 510012 h 1761835"/>
              <a:gd name="connsiteX8-759" fmla="*/ 1373040 w 1770444"/>
              <a:gd name="connsiteY8-760" fmla="*/ 118574 h 1761835"/>
              <a:gd name="connsiteX9-761" fmla="*/ 895599 w 1770444"/>
              <a:gd name="connsiteY9-762" fmla="*/ 18960 h 1761835"/>
              <a:gd name="connsiteX10-763" fmla="*/ 288567 w 1770444"/>
              <a:gd name="connsiteY10-764" fmla="*/ 419258 h 1761835"/>
              <a:gd name="connsiteX0-765" fmla="*/ 288567 w 1592514"/>
              <a:gd name="connsiteY0-766" fmla="*/ 419258 h 1863058"/>
              <a:gd name="connsiteX1-767" fmla="*/ 88590 w 1592514"/>
              <a:gd name="connsiteY1-768" fmla="*/ 810676 h 1863058"/>
              <a:gd name="connsiteX2-769" fmla="*/ 10243 w 1592514"/>
              <a:gd name="connsiteY2-770" fmla="*/ 1608288 h 1863058"/>
              <a:gd name="connsiteX3-771" fmla="*/ 306327 w 1592514"/>
              <a:gd name="connsiteY3-772" fmla="*/ 1761835 h 1863058"/>
              <a:gd name="connsiteX4-773" fmla="*/ 1377650 w 1592514"/>
              <a:gd name="connsiteY4-774" fmla="*/ 1838393 h 1863058"/>
              <a:gd name="connsiteX5-775" fmla="*/ 1589229 w 1592514"/>
              <a:gd name="connsiteY5-776" fmla="*/ 1176973 h 1863058"/>
              <a:gd name="connsiteX6-777" fmla="*/ 1306672 w 1592514"/>
              <a:gd name="connsiteY6-778" fmla="*/ 916817 h 1863058"/>
              <a:gd name="connsiteX7-779" fmla="*/ 1584814 w 1592514"/>
              <a:gd name="connsiteY7-780" fmla="*/ 510012 h 1863058"/>
              <a:gd name="connsiteX8-781" fmla="*/ 1373040 w 1592514"/>
              <a:gd name="connsiteY8-782" fmla="*/ 118574 h 1863058"/>
              <a:gd name="connsiteX9-783" fmla="*/ 895599 w 1592514"/>
              <a:gd name="connsiteY9-784" fmla="*/ 18960 h 1863058"/>
              <a:gd name="connsiteX10-785" fmla="*/ 288567 w 1592514"/>
              <a:gd name="connsiteY10-786" fmla="*/ 419258 h 1863058"/>
              <a:gd name="connsiteX0-787" fmla="*/ 421322 w 1594935"/>
              <a:gd name="connsiteY0-788" fmla="*/ 616342 h 1876292"/>
              <a:gd name="connsiteX1-789" fmla="*/ 91011 w 1594935"/>
              <a:gd name="connsiteY1-790" fmla="*/ 823910 h 1876292"/>
              <a:gd name="connsiteX2-791" fmla="*/ 12664 w 1594935"/>
              <a:gd name="connsiteY2-792" fmla="*/ 1621522 h 1876292"/>
              <a:gd name="connsiteX3-793" fmla="*/ 308748 w 1594935"/>
              <a:gd name="connsiteY3-794" fmla="*/ 1775069 h 1876292"/>
              <a:gd name="connsiteX4-795" fmla="*/ 1380071 w 1594935"/>
              <a:gd name="connsiteY4-796" fmla="*/ 1851627 h 1876292"/>
              <a:gd name="connsiteX5-797" fmla="*/ 1591650 w 1594935"/>
              <a:gd name="connsiteY5-798" fmla="*/ 1190207 h 1876292"/>
              <a:gd name="connsiteX6-799" fmla="*/ 1309093 w 1594935"/>
              <a:gd name="connsiteY6-800" fmla="*/ 930051 h 1876292"/>
              <a:gd name="connsiteX7-801" fmla="*/ 1587235 w 1594935"/>
              <a:gd name="connsiteY7-802" fmla="*/ 523246 h 1876292"/>
              <a:gd name="connsiteX8-803" fmla="*/ 1375461 w 1594935"/>
              <a:gd name="connsiteY8-804" fmla="*/ 131808 h 1876292"/>
              <a:gd name="connsiteX9-805" fmla="*/ 898020 w 1594935"/>
              <a:gd name="connsiteY9-806" fmla="*/ 32194 h 1876292"/>
              <a:gd name="connsiteX10-807" fmla="*/ 421322 w 1594935"/>
              <a:gd name="connsiteY10-808" fmla="*/ 616342 h 1876292"/>
              <a:gd name="connsiteX0-809" fmla="*/ 413257 w 1586870"/>
              <a:gd name="connsiteY0-810" fmla="*/ 616342 h 1876292"/>
              <a:gd name="connsiteX1-811" fmla="*/ 140873 w 1586870"/>
              <a:gd name="connsiteY1-812" fmla="*/ 993617 h 1876292"/>
              <a:gd name="connsiteX2-813" fmla="*/ 4599 w 1586870"/>
              <a:gd name="connsiteY2-814" fmla="*/ 1621522 h 1876292"/>
              <a:gd name="connsiteX3-815" fmla="*/ 300683 w 1586870"/>
              <a:gd name="connsiteY3-816" fmla="*/ 1775069 h 1876292"/>
              <a:gd name="connsiteX4-817" fmla="*/ 1372006 w 1586870"/>
              <a:gd name="connsiteY4-818" fmla="*/ 1851627 h 1876292"/>
              <a:gd name="connsiteX5-819" fmla="*/ 1583585 w 1586870"/>
              <a:gd name="connsiteY5-820" fmla="*/ 1190207 h 1876292"/>
              <a:gd name="connsiteX6-821" fmla="*/ 1301028 w 1586870"/>
              <a:gd name="connsiteY6-822" fmla="*/ 930051 h 1876292"/>
              <a:gd name="connsiteX7-823" fmla="*/ 1579170 w 1586870"/>
              <a:gd name="connsiteY7-824" fmla="*/ 523246 h 1876292"/>
              <a:gd name="connsiteX8-825" fmla="*/ 1367396 w 1586870"/>
              <a:gd name="connsiteY8-826" fmla="*/ 131808 h 1876292"/>
              <a:gd name="connsiteX9-827" fmla="*/ 889955 w 1586870"/>
              <a:gd name="connsiteY9-828" fmla="*/ 32194 h 1876292"/>
              <a:gd name="connsiteX10-829" fmla="*/ 413257 w 1586870"/>
              <a:gd name="connsiteY10-830" fmla="*/ 616342 h 1876292"/>
              <a:gd name="connsiteX0-831" fmla="*/ 284962 w 1458575"/>
              <a:gd name="connsiteY0-832" fmla="*/ 616342 h 1908017"/>
              <a:gd name="connsiteX1-833" fmla="*/ 12578 w 1458575"/>
              <a:gd name="connsiteY1-834" fmla="*/ 993617 h 1908017"/>
              <a:gd name="connsiteX2-835" fmla="*/ 172388 w 1458575"/>
              <a:gd name="connsiteY2-836" fmla="*/ 1775069 h 1908017"/>
              <a:gd name="connsiteX3-837" fmla="*/ 1243711 w 1458575"/>
              <a:gd name="connsiteY3-838" fmla="*/ 1851627 h 1908017"/>
              <a:gd name="connsiteX4-839" fmla="*/ 1455290 w 1458575"/>
              <a:gd name="connsiteY4-840" fmla="*/ 1190207 h 1908017"/>
              <a:gd name="connsiteX5-841" fmla="*/ 1172733 w 1458575"/>
              <a:gd name="connsiteY5-842" fmla="*/ 930051 h 1908017"/>
              <a:gd name="connsiteX6-843" fmla="*/ 1450875 w 1458575"/>
              <a:gd name="connsiteY6-844" fmla="*/ 523246 h 1908017"/>
              <a:gd name="connsiteX7-845" fmla="*/ 1239101 w 1458575"/>
              <a:gd name="connsiteY7-846" fmla="*/ 131808 h 1908017"/>
              <a:gd name="connsiteX8-847" fmla="*/ 761660 w 1458575"/>
              <a:gd name="connsiteY8-848" fmla="*/ 32194 h 1908017"/>
              <a:gd name="connsiteX9-849" fmla="*/ 284962 w 1458575"/>
              <a:gd name="connsiteY9-850" fmla="*/ 616342 h 1908017"/>
              <a:gd name="connsiteX0-851" fmla="*/ 343858 w 1519131"/>
              <a:gd name="connsiteY0-852" fmla="*/ 616342 h 1885036"/>
              <a:gd name="connsiteX1-853" fmla="*/ 71474 w 1519131"/>
              <a:gd name="connsiteY1-854" fmla="*/ 993617 h 1885036"/>
              <a:gd name="connsiteX2-855" fmla="*/ 115432 w 1519131"/>
              <a:gd name="connsiteY2-856" fmla="*/ 1704358 h 1885036"/>
              <a:gd name="connsiteX3-857" fmla="*/ 1302607 w 1519131"/>
              <a:gd name="connsiteY3-858" fmla="*/ 1851627 h 1885036"/>
              <a:gd name="connsiteX4-859" fmla="*/ 1514186 w 1519131"/>
              <a:gd name="connsiteY4-860" fmla="*/ 1190207 h 1885036"/>
              <a:gd name="connsiteX5-861" fmla="*/ 1231629 w 1519131"/>
              <a:gd name="connsiteY5-862" fmla="*/ 930051 h 1885036"/>
              <a:gd name="connsiteX6-863" fmla="*/ 1509771 w 1519131"/>
              <a:gd name="connsiteY6-864" fmla="*/ 523246 h 1885036"/>
              <a:gd name="connsiteX7-865" fmla="*/ 1297997 w 1519131"/>
              <a:gd name="connsiteY7-866" fmla="*/ 131808 h 1885036"/>
              <a:gd name="connsiteX8-867" fmla="*/ 820556 w 1519131"/>
              <a:gd name="connsiteY8-868" fmla="*/ 32194 h 1885036"/>
              <a:gd name="connsiteX9-869" fmla="*/ 343858 w 1519131"/>
              <a:gd name="connsiteY9-870" fmla="*/ 616342 h 1885036"/>
              <a:gd name="connsiteX0-871" fmla="*/ 343858 w 1549812"/>
              <a:gd name="connsiteY0-872" fmla="*/ 616342 h 1800235"/>
              <a:gd name="connsiteX1-873" fmla="*/ 71474 w 1549812"/>
              <a:gd name="connsiteY1-874" fmla="*/ 993617 h 1800235"/>
              <a:gd name="connsiteX2-875" fmla="*/ 115432 w 1549812"/>
              <a:gd name="connsiteY2-876" fmla="*/ 1704358 h 1800235"/>
              <a:gd name="connsiteX3-877" fmla="*/ 1389496 w 1549812"/>
              <a:gd name="connsiteY3-878" fmla="*/ 1724347 h 1800235"/>
              <a:gd name="connsiteX4-879" fmla="*/ 1514186 w 1549812"/>
              <a:gd name="connsiteY4-880" fmla="*/ 1190207 h 1800235"/>
              <a:gd name="connsiteX5-881" fmla="*/ 1231629 w 1549812"/>
              <a:gd name="connsiteY5-882" fmla="*/ 930051 h 1800235"/>
              <a:gd name="connsiteX6-883" fmla="*/ 1509771 w 1549812"/>
              <a:gd name="connsiteY6-884" fmla="*/ 523246 h 1800235"/>
              <a:gd name="connsiteX7-885" fmla="*/ 1297997 w 1549812"/>
              <a:gd name="connsiteY7-886" fmla="*/ 131808 h 1800235"/>
              <a:gd name="connsiteX8-887" fmla="*/ 820556 w 1549812"/>
              <a:gd name="connsiteY8-888" fmla="*/ 32194 h 1800235"/>
              <a:gd name="connsiteX9-889" fmla="*/ 343858 w 1549812"/>
              <a:gd name="connsiteY9-890" fmla="*/ 616342 h 1800235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  <a:cxn ang="0">
                <a:pos x="connsiteX7-15" y="connsiteY7-16"/>
              </a:cxn>
              <a:cxn ang="0">
                <a:pos x="connsiteX8-17" y="connsiteY8-18"/>
              </a:cxn>
              <a:cxn ang="0">
                <a:pos x="connsiteX9-235" y="connsiteY9-236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" name="Freeform 417"/>
          <p:cNvSpPr/>
          <p:nvPr/>
        </p:nvSpPr>
        <p:spPr bwMode="auto">
          <a:xfrm>
            <a:off x="7274076" y="1826035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70" name="AutoShape 420"/>
          <p:cNvSpPr>
            <a:spLocks noChangeArrowheads="1"/>
          </p:cNvSpPr>
          <p:nvPr/>
        </p:nvSpPr>
        <p:spPr bwMode="auto">
          <a:xfrm>
            <a:off x="7205350" y="3289251"/>
            <a:ext cx="1458912" cy="317850"/>
          </a:xfrm>
          <a:prstGeom prst="triangle">
            <a:avLst>
              <a:gd name="adj" fmla="val 50000"/>
            </a:avLst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CCFF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1" name="Freeform 427"/>
          <p:cNvSpPr/>
          <p:nvPr/>
        </p:nvSpPr>
        <p:spPr bwMode="auto">
          <a:xfrm>
            <a:off x="7712401" y="4683134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6" name="Text Box 580"/>
          <p:cNvSpPr txBox="1">
            <a:spLocks noChangeArrowheads="1"/>
          </p:cNvSpPr>
          <p:nvPr/>
        </p:nvSpPr>
        <p:spPr bwMode="auto">
          <a:xfrm>
            <a:off x="7679274" y="1488461"/>
            <a:ext cx="13394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移动网络</a:t>
            </a:r>
            <a:endParaRPr kumimoji="0" lang="en-US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69" name="Text Box 580"/>
          <p:cNvSpPr txBox="1">
            <a:spLocks noChangeArrowheads="1"/>
          </p:cNvSpPr>
          <p:nvPr/>
        </p:nvSpPr>
        <p:spPr bwMode="auto">
          <a:xfrm>
            <a:off x="7330835" y="4191922"/>
            <a:ext cx="1955646" cy="268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家庭网络</a:t>
            </a:r>
            <a:endParaRPr kumimoji="0" lang="en-US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70" name="Text Box 580"/>
          <p:cNvSpPr txBox="1">
            <a:spLocks noChangeArrowheads="1"/>
          </p:cNvSpPr>
          <p:nvPr/>
        </p:nvSpPr>
        <p:spPr bwMode="auto">
          <a:xfrm>
            <a:off x="7306908" y="5779775"/>
            <a:ext cx="1195135" cy="44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企业</a:t>
            </a:r>
            <a:endParaRPr kumimoji="0" lang="en-US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 pitchFamily="34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          网络</a:t>
            </a:r>
            <a:endParaRPr kumimoji="0" lang="en-US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372" name="Freeform 371"/>
          <p:cNvSpPr/>
          <p:nvPr/>
        </p:nvSpPr>
        <p:spPr>
          <a:xfrm>
            <a:off x="10222146" y="3179540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-1" fmla="*/ 434989 w 1537226"/>
              <a:gd name="connsiteY0-2" fmla="*/ 253346 h 1763594"/>
              <a:gd name="connsiteX1-3" fmla="*/ 488 w 1537226"/>
              <a:gd name="connsiteY1-4" fmla="*/ 921706 h 1763594"/>
              <a:gd name="connsiteX2-5" fmla="*/ 368142 w 1537226"/>
              <a:gd name="connsiteY2-6" fmla="*/ 1489812 h 1763594"/>
              <a:gd name="connsiteX3-7" fmla="*/ 1187008 w 1537226"/>
              <a:gd name="connsiteY3-8" fmla="*/ 1757156 h 1763594"/>
              <a:gd name="connsiteX4-9" fmla="*/ 1521239 w 1537226"/>
              <a:gd name="connsiteY4-10" fmla="*/ 1239177 h 1763594"/>
              <a:gd name="connsiteX5-11" fmla="*/ 1468998 w 1537226"/>
              <a:gd name="connsiteY5-12" fmla="*/ 654362 h 1763594"/>
              <a:gd name="connsiteX6-13" fmla="*/ 1337412 w 1537226"/>
              <a:gd name="connsiteY6-14" fmla="*/ 136383 h 1763594"/>
              <a:gd name="connsiteX7-15" fmla="*/ 1086739 w 1537226"/>
              <a:gd name="connsiteY7-16" fmla="*/ 2711 h 1763594"/>
              <a:gd name="connsiteX8-17" fmla="*/ 434989 w 1537226"/>
              <a:gd name="connsiteY8-18" fmla="*/ 253346 h 1763594"/>
              <a:gd name="connsiteX0-19" fmla="*/ 434989 w 1537226"/>
              <a:gd name="connsiteY0-20" fmla="*/ 253346 h 1763594"/>
              <a:gd name="connsiteX1-21" fmla="*/ 488 w 1537226"/>
              <a:gd name="connsiteY1-22" fmla="*/ 921706 h 1763594"/>
              <a:gd name="connsiteX2-23" fmla="*/ 368142 w 1537226"/>
              <a:gd name="connsiteY2-24" fmla="*/ 1489812 h 1763594"/>
              <a:gd name="connsiteX3-25" fmla="*/ 1187008 w 1537226"/>
              <a:gd name="connsiteY3-26" fmla="*/ 1757156 h 1763594"/>
              <a:gd name="connsiteX4-27" fmla="*/ 1521239 w 1537226"/>
              <a:gd name="connsiteY4-28" fmla="*/ 1239177 h 1763594"/>
              <a:gd name="connsiteX5-29" fmla="*/ 1468998 w 1537226"/>
              <a:gd name="connsiteY5-30" fmla="*/ 654362 h 1763594"/>
              <a:gd name="connsiteX6-31" fmla="*/ 1337412 w 1537226"/>
              <a:gd name="connsiteY6-32" fmla="*/ 136383 h 1763594"/>
              <a:gd name="connsiteX7-33" fmla="*/ 839572 w 1537226"/>
              <a:gd name="connsiteY7-34" fmla="*/ 2711 h 1763594"/>
              <a:gd name="connsiteX8-35" fmla="*/ 434989 w 1537226"/>
              <a:gd name="connsiteY8-36" fmla="*/ 253346 h 1763594"/>
              <a:gd name="connsiteX0-37" fmla="*/ 360357 w 1536743"/>
              <a:gd name="connsiteY0-38" fmla="*/ 534641 h 1782088"/>
              <a:gd name="connsiteX1-39" fmla="*/ 5 w 1536743"/>
              <a:gd name="connsiteY1-40" fmla="*/ 940200 h 1782088"/>
              <a:gd name="connsiteX2-41" fmla="*/ 367659 w 1536743"/>
              <a:gd name="connsiteY2-42" fmla="*/ 1508306 h 1782088"/>
              <a:gd name="connsiteX3-43" fmla="*/ 1186525 w 1536743"/>
              <a:gd name="connsiteY3-44" fmla="*/ 1775650 h 1782088"/>
              <a:gd name="connsiteX4-45" fmla="*/ 1520756 w 1536743"/>
              <a:gd name="connsiteY4-46" fmla="*/ 1257671 h 1782088"/>
              <a:gd name="connsiteX5-47" fmla="*/ 1468515 w 1536743"/>
              <a:gd name="connsiteY5-48" fmla="*/ 672856 h 1782088"/>
              <a:gd name="connsiteX6-49" fmla="*/ 1336929 w 1536743"/>
              <a:gd name="connsiteY6-50" fmla="*/ 154877 h 1782088"/>
              <a:gd name="connsiteX7-51" fmla="*/ 839089 w 1536743"/>
              <a:gd name="connsiteY7-52" fmla="*/ 21205 h 1782088"/>
              <a:gd name="connsiteX8-53" fmla="*/ 360357 w 1536743"/>
              <a:gd name="connsiteY8-54" fmla="*/ 534641 h 1782088"/>
              <a:gd name="connsiteX0-55" fmla="*/ 360355 w 1536741"/>
              <a:gd name="connsiteY0-56" fmla="*/ 534641 h 1782088"/>
              <a:gd name="connsiteX1-57" fmla="*/ 3 w 1536741"/>
              <a:gd name="connsiteY1-58" fmla="*/ 940200 h 1782088"/>
              <a:gd name="connsiteX2-59" fmla="*/ 367657 w 1536741"/>
              <a:gd name="connsiteY2-60" fmla="*/ 1508306 h 1782088"/>
              <a:gd name="connsiteX3-61" fmla="*/ 1186523 w 1536741"/>
              <a:gd name="connsiteY3-62" fmla="*/ 1775650 h 1782088"/>
              <a:gd name="connsiteX4-63" fmla="*/ 1520754 w 1536741"/>
              <a:gd name="connsiteY4-64" fmla="*/ 1257671 h 1782088"/>
              <a:gd name="connsiteX5-65" fmla="*/ 1468513 w 1536741"/>
              <a:gd name="connsiteY5-66" fmla="*/ 672856 h 1782088"/>
              <a:gd name="connsiteX6-67" fmla="*/ 1336927 w 1536741"/>
              <a:gd name="connsiteY6-68" fmla="*/ 154877 h 1782088"/>
              <a:gd name="connsiteX7-69" fmla="*/ 839087 w 1536741"/>
              <a:gd name="connsiteY7-70" fmla="*/ 21205 h 1782088"/>
              <a:gd name="connsiteX8-71" fmla="*/ 360355 w 1536741"/>
              <a:gd name="connsiteY8-72" fmla="*/ 534641 h 1782088"/>
              <a:gd name="connsiteX0-73" fmla="*/ 360355 w 1534770"/>
              <a:gd name="connsiteY0-74" fmla="*/ 553225 h 1800672"/>
              <a:gd name="connsiteX1-75" fmla="*/ 3 w 1534770"/>
              <a:gd name="connsiteY1-76" fmla="*/ 958784 h 1800672"/>
              <a:gd name="connsiteX2-77" fmla="*/ 367657 w 1534770"/>
              <a:gd name="connsiteY2-78" fmla="*/ 1526890 h 1800672"/>
              <a:gd name="connsiteX3-79" fmla="*/ 1186523 w 1534770"/>
              <a:gd name="connsiteY3-80" fmla="*/ 1794234 h 1800672"/>
              <a:gd name="connsiteX4-81" fmla="*/ 1520754 w 1534770"/>
              <a:gd name="connsiteY4-82" fmla="*/ 1276255 h 1800672"/>
              <a:gd name="connsiteX5-83" fmla="*/ 1468513 w 1534770"/>
              <a:gd name="connsiteY5-84" fmla="*/ 691440 h 1800672"/>
              <a:gd name="connsiteX6-85" fmla="*/ 1435794 w 1534770"/>
              <a:gd name="connsiteY6-86" fmla="*/ 107761 h 1800672"/>
              <a:gd name="connsiteX7-87" fmla="*/ 839087 w 1534770"/>
              <a:gd name="connsiteY7-88" fmla="*/ 39789 h 1800672"/>
              <a:gd name="connsiteX8-89" fmla="*/ 360355 w 1534770"/>
              <a:gd name="connsiteY8-90" fmla="*/ 553225 h 1800672"/>
              <a:gd name="connsiteX0-91" fmla="*/ 360355 w 1580585"/>
              <a:gd name="connsiteY0-92" fmla="*/ 553225 h 1880420"/>
              <a:gd name="connsiteX1-93" fmla="*/ 3 w 1580585"/>
              <a:gd name="connsiteY1-94" fmla="*/ 958784 h 1880420"/>
              <a:gd name="connsiteX2-95" fmla="*/ 367657 w 1580585"/>
              <a:gd name="connsiteY2-96" fmla="*/ 1526890 h 1880420"/>
              <a:gd name="connsiteX3-97" fmla="*/ 1186523 w 1580585"/>
              <a:gd name="connsiteY3-98" fmla="*/ 1794234 h 1880420"/>
              <a:gd name="connsiteX4-99" fmla="*/ 1570188 w 1580585"/>
              <a:gd name="connsiteY4-100" fmla="*/ 1785433 h 1880420"/>
              <a:gd name="connsiteX5-101" fmla="*/ 1468513 w 1580585"/>
              <a:gd name="connsiteY5-102" fmla="*/ 691440 h 1880420"/>
              <a:gd name="connsiteX6-103" fmla="*/ 1435794 w 1580585"/>
              <a:gd name="connsiteY6-104" fmla="*/ 107761 h 1880420"/>
              <a:gd name="connsiteX7-105" fmla="*/ 839087 w 1580585"/>
              <a:gd name="connsiteY7-106" fmla="*/ 39789 h 1880420"/>
              <a:gd name="connsiteX8-107" fmla="*/ 360355 w 1580585"/>
              <a:gd name="connsiteY8-108" fmla="*/ 553225 h 1880420"/>
              <a:gd name="connsiteX0-109" fmla="*/ 316588 w 1580732"/>
              <a:gd name="connsiteY0-110" fmla="*/ 359285 h 1867156"/>
              <a:gd name="connsiteX1-111" fmla="*/ 150 w 1580732"/>
              <a:gd name="connsiteY1-112" fmla="*/ 945520 h 1867156"/>
              <a:gd name="connsiteX2-113" fmla="*/ 367804 w 1580732"/>
              <a:gd name="connsiteY2-114" fmla="*/ 1513626 h 1867156"/>
              <a:gd name="connsiteX3-115" fmla="*/ 1186670 w 1580732"/>
              <a:gd name="connsiteY3-116" fmla="*/ 1780970 h 1867156"/>
              <a:gd name="connsiteX4-117" fmla="*/ 1570335 w 1580732"/>
              <a:gd name="connsiteY4-118" fmla="*/ 1772169 h 1867156"/>
              <a:gd name="connsiteX5-119" fmla="*/ 1468660 w 1580732"/>
              <a:gd name="connsiteY5-120" fmla="*/ 678176 h 1867156"/>
              <a:gd name="connsiteX6-121" fmla="*/ 1435941 w 1580732"/>
              <a:gd name="connsiteY6-122" fmla="*/ 94497 h 1867156"/>
              <a:gd name="connsiteX7-123" fmla="*/ 839234 w 1580732"/>
              <a:gd name="connsiteY7-124" fmla="*/ 26525 h 1867156"/>
              <a:gd name="connsiteX8-125" fmla="*/ 316588 w 1580732"/>
              <a:gd name="connsiteY8-126" fmla="*/ 359285 h 1867156"/>
              <a:gd name="connsiteX0-127" fmla="*/ 163575 w 1427719"/>
              <a:gd name="connsiteY0-128" fmla="*/ 359285 h 1867156"/>
              <a:gd name="connsiteX1-129" fmla="*/ 836 w 1427719"/>
              <a:gd name="connsiteY1-130" fmla="*/ 1076921 h 1867156"/>
              <a:gd name="connsiteX2-131" fmla="*/ 214791 w 1427719"/>
              <a:gd name="connsiteY2-132" fmla="*/ 1513626 h 1867156"/>
              <a:gd name="connsiteX3-133" fmla="*/ 1033657 w 1427719"/>
              <a:gd name="connsiteY3-134" fmla="*/ 1780970 h 1867156"/>
              <a:gd name="connsiteX4-135" fmla="*/ 1417322 w 1427719"/>
              <a:gd name="connsiteY4-136" fmla="*/ 1772169 h 1867156"/>
              <a:gd name="connsiteX5-137" fmla="*/ 1315647 w 1427719"/>
              <a:gd name="connsiteY5-138" fmla="*/ 678176 h 1867156"/>
              <a:gd name="connsiteX6-139" fmla="*/ 1282928 w 1427719"/>
              <a:gd name="connsiteY6-140" fmla="*/ 94497 h 1867156"/>
              <a:gd name="connsiteX7-141" fmla="*/ 686221 w 1427719"/>
              <a:gd name="connsiteY7-142" fmla="*/ 26525 h 1867156"/>
              <a:gd name="connsiteX8-143" fmla="*/ 163575 w 1427719"/>
              <a:gd name="connsiteY8-144" fmla="*/ 359285 h 1867156"/>
              <a:gd name="connsiteX0-145" fmla="*/ 163575 w 1426632"/>
              <a:gd name="connsiteY0-146" fmla="*/ 394322 h 1902193"/>
              <a:gd name="connsiteX1-147" fmla="*/ 836 w 1426632"/>
              <a:gd name="connsiteY1-148" fmla="*/ 1111958 h 1902193"/>
              <a:gd name="connsiteX2-149" fmla="*/ 214791 w 1426632"/>
              <a:gd name="connsiteY2-150" fmla="*/ 1548663 h 1902193"/>
              <a:gd name="connsiteX3-151" fmla="*/ 1033657 w 1426632"/>
              <a:gd name="connsiteY3-152" fmla="*/ 1816007 h 1902193"/>
              <a:gd name="connsiteX4-153" fmla="*/ 1417322 w 1426632"/>
              <a:gd name="connsiteY4-154" fmla="*/ 1807206 h 1902193"/>
              <a:gd name="connsiteX5-155" fmla="*/ 1315647 w 1426632"/>
              <a:gd name="connsiteY5-156" fmla="*/ 713213 h 1902193"/>
              <a:gd name="connsiteX6-157" fmla="*/ 1401843 w 1426632"/>
              <a:gd name="connsiteY6-158" fmla="*/ 63834 h 1902193"/>
              <a:gd name="connsiteX7-159" fmla="*/ 686221 w 1426632"/>
              <a:gd name="connsiteY7-160" fmla="*/ 61562 h 1902193"/>
              <a:gd name="connsiteX8-161" fmla="*/ 163575 w 1426632"/>
              <a:gd name="connsiteY8-162" fmla="*/ 394322 h 1902193"/>
              <a:gd name="connsiteX0-163" fmla="*/ 163575 w 1435249"/>
              <a:gd name="connsiteY0-164" fmla="*/ 394322 h 1885560"/>
              <a:gd name="connsiteX1-165" fmla="*/ 836 w 1435249"/>
              <a:gd name="connsiteY1-166" fmla="*/ 1111958 h 1885560"/>
              <a:gd name="connsiteX2-167" fmla="*/ 214791 w 1435249"/>
              <a:gd name="connsiteY2-168" fmla="*/ 1548663 h 1885560"/>
              <a:gd name="connsiteX3-169" fmla="*/ 1033657 w 1435249"/>
              <a:gd name="connsiteY3-170" fmla="*/ 1816007 h 1885560"/>
              <a:gd name="connsiteX4-171" fmla="*/ 1417322 w 1435249"/>
              <a:gd name="connsiteY4-172" fmla="*/ 1807206 h 1885560"/>
              <a:gd name="connsiteX5-173" fmla="*/ 1375103 w 1435249"/>
              <a:gd name="connsiteY5-174" fmla="*/ 943164 h 1885560"/>
              <a:gd name="connsiteX6-175" fmla="*/ 1401843 w 1435249"/>
              <a:gd name="connsiteY6-176" fmla="*/ 63834 h 1885560"/>
              <a:gd name="connsiteX7-177" fmla="*/ 686221 w 1435249"/>
              <a:gd name="connsiteY7-178" fmla="*/ 61562 h 1885560"/>
              <a:gd name="connsiteX8-179" fmla="*/ 163575 w 1435249"/>
              <a:gd name="connsiteY8-180" fmla="*/ 394322 h 1885560"/>
              <a:gd name="connsiteX0-181" fmla="*/ 128947 w 1438213"/>
              <a:gd name="connsiteY0-182" fmla="*/ 345176 h 1883146"/>
              <a:gd name="connsiteX1-183" fmla="*/ 3802 w 1438213"/>
              <a:gd name="connsiteY1-184" fmla="*/ 1109544 h 1883146"/>
              <a:gd name="connsiteX2-185" fmla="*/ 217757 w 1438213"/>
              <a:gd name="connsiteY2-186" fmla="*/ 1546249 h 1883146"/>
              <a:gd name="connsiteX3-187" fmla="*/ 1036623 w 1438213"/>
              <a:gd name="connsiteY3-188" fmla="*/ 1813593 h 1883146"/>
              <a:gd name="connsiteX4-189" fmla="*/ 1420288 w 1438213"/>
              <a:gd name="connsiteY4-190" fmla="*/ 1804792 h 1883146"/>
              <a:gd name="connsiteX5-191" fmla="*/ 1378069 w 1438213"/>
              <a:gd name="connsiteY5-192" fmla="*/ 940750 h 1883146"/>
              <a:gd name="connsiteX6-193" fmla="*/ 1404809 w 1438213"/>
              <a:gd name="connsiteY6-194" fmla="*/ 61420 h 1883146"/>
              <a:gd name="connsiteX7-195" fmla="*/ 689187 w 1438213"/>
              <a:gd name="connsiteY7-196" fmla="*/ 59148 h 1883146"/>
              <a:gd name="connsiteX8-197" fmla="*/ 128947 w 1438213"/>
              <a:gd name="connsiteY8-198" fmla="*/ 345176 h 1883146"/>
              <a:gd name="connsiteX0-199" fmla="*/ 126587 w 1435854"/>
              <a:gd name="connsiteY0-200" fmla="*/ 353278 h 1891248"/>
              <a:gd name="connsiteX1-201" fmla="*/ 1442 w 1435854"/>
              <a:gd name="connsiteY1-202" fmla="*/ 1117646 h 1891248"/>
              <a:gd name="connsiteX2-203" fmla="*/ 215397 w 1435854"/>
              <a:gd name="connsiteY2-204" fmla="*/ 1554351 h 1891248"/>
              <a:gd name="connsiteX3-205" fmla="*/ 1034263 w 1435854"/>
              <a:gd name="connsiteY3-206" fmla="*/ 1821695 h 1891248"/>
              <a:gd name="connsiteX4-207" fmla="*/ 1417928 w 1435854"/>
              <a:gd name="connsiteY4-208" fmla="*/ 1812894 h 1891248"/>
              <a:gd name="connsiteX5-209" fmla="*/ 1375709 w 1435854"/>
              <a:gd name="connsiteY5-210" fmla="*/ 948852 h 1891248"/>
              <a:gd name="connsiteX6-211" fmla="*/ 1402449 w 1435854"/>
              <a:gd name="connsiteY6-212" fmla="*/ 69522 h 1891248"/>
              <a:gd name="connsiteX7-213" fmla="*/ 221605 w 1435854"/>
              <a:gd name="connsiteY7-214" fmla="*/ 47778 h 1891248"/>
              <a:gd name="connsiteX8-215" fmla="*/ 126587 w 1435854"/>
              <a:gd name="connsiteY8-216" fmla="*/ 353278 h 1891248"/>
              <a:gd name="connsiteX0-217" fmla="*/ 35803 w 1453152"/>
              <a:gd name="connsiteY0-218" fmla="*/ 439993 h 1896181"/>
              <a:gd name="connsiteX1-219" fmla="*/ 18740 w 1453152"/>
              <a:gd name="connsiteY1-220" fmla="*/ 1122579 h 1896181"/>
              <a:gd name="connsiteX2-221" fmla="*/ 232695 w 1453152"/>
              <a:gd name="connsiteY2-222" fmla="*/ 1559284 h 1896181"/>
              <a:gd name="connsiteX3-223" fmla="*/ 1051561 w 1453152"/>
              <a:gd name="connsiteY3-224" fmla="*/ 1826628 h 1896181"/>
              <a:gd name="connsiteX4-225" fmla="*/ 1435226 w 1453152"/>
              <a:gd name="connsiteY4-226" fmla="*/ 1817827 h 1896181"/>
              <a:gd name="connsiteX5-227" fmla="*/ 1393007 w 1453152"/>
              <a:gd name="connsiteY5-228" fmla="*/ 953785 h 1896181"/>
              <a:gd name="connsiteX6-229" fmla="*/ 1419747 w 1453152"/>
              <a:gd name="connsiteY6-230" fmla="*/ 74455 h 1896181"/>
              <a:gd name="connsiteX7-231" fmla="*/ 238903 w 1453152"/>
              <a:gd name="connsiteY7-232" fmla="*/ 52711 h 1896181"/>
              <a:gd name="connsiteX8-233" fmla="*/ 35803 w 1453152"/>
              <a:gd name="connsiteY8-234" fmla="*/ 439993 h 1896181"/>
              <a:gd name="connsiteX0-235" fmla="*/ 35803 w 1447873"/>
              <a:gd name="connsiteY0-236" fmla="*/ 439993 h 1952840"/>
              <a:gd name="connsiteX1-237" fmla="*/ 18740 w 1447873"/>
              <a:gd name="connsiteY1-238" fmla="*/ 1122579 h 1952840"/>
              <a:gd name="connsiteX2-239" fmla="*/ 232695 w 1447873"/>
              <a:gd name="connsiteY2-240" fmla="*/ 1559284 h 1952840"/>
              <a:gd name="connsiteX3-241" fmla="*/ 1130848 w 1447873"/>
              <a:gd name="connsiteY3-242" fmla="*/ 1925181 h 1952840"/>
              <a:gd name="connsiteX4-243" fmla="*/ 1435226 w 1447873"/>
              <a:gd name="connsiteY4-244" fmla="*/ 1817827 h 1952840"/>
              <a:gd name="connsiteX5-245" fmla="*/ 1393007 w 1447873"/>
              <a:gd name="connsiteY5-246" fmla="*/ 953785 h 1952840"/>
              <a:gd name="connsiteX6-247" fmla="*/ 1419747 w 1447873"/>
              <a:gd name="connsiteY6-248" fmla="*/ 74455 h 1952840"/>
              <a:gd name="connsiteX7-249" fmla="*/ 238903 w 1447873"/>
              <a:gd name="connsiteY7-250" fmla="*/ 52711 h 1952840"/>
              <a:gd name="connsiteX8-251" fmla="*/ 35803 w 1447873"/>
              <a:gd name="connsiteY8-252" fmla="*/ 439993 h 1952840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  <a:cxn ang="0">
                <a:pos x="connsiteX7-15" y="connsiteY7-16"/>
              </a:cxn>
              <a:cxn ang="0">
                <a:pos x="connsiteX8-17" y="connsiteY8-1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9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374" name="Group 373"/>
          <p:cNvGrpSpPr/>
          <p:nvPr/>
        </p:nvGrpSpPr>
        <p:grpSpPr>
          <a:xfrm>
            <a:off x="10837700" y="3928050"/>
            <a:ext cx="687393" cy="721548"/>
            <a:chOff x="5203089" y="1751190"/>
            <a:chExt cx="858331" cy="662414"/>
          </a:xfrm>
        </p:grpSpPr>
        <p:sp>
          <p:nvSpPr>
            <p:cNvPr id="382" name="Freeform 381"/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-1" fmla="*/ 3618 w 651290"/>
                <a:gd name="connsiteY0-2" fmla="*/ 593378 h 593378"/>
                <a:gd name="connsiteX1-3" fmla="*/ 0 w 651290"/>
                <a:gd name="connsiteY1-4" fmla="*/ 242416 h 593378"/>
                <a:gd name="connsiteX2-5" fmla="*/ 423338 w 651290"/>
                <a:gd name="connsiteY2-6" fmla="*/ 101308 h 593378"/>
                <a:gd name="connsiteX3-7" fmla="*/ 647672 w 651290"/>
                <a:gd name="connsiteY3-8" fmla="*/ 0 h 593378"/>
                <a:gd name="connsiteX4-9" fmla="*/ 651290 w 651290"/>
                <a:gd name="connsiteY4-10" fmla="*/ 593378 h 593378"/>
                <a:gd name="connsiteX5-11" fmla="*/ 3618 w 651290"/>
                <a:gd name="connsiteY5-12" fmla="*/ 593378 h 593378"/>
                <a:gd name="connsiteX0-13" fmla="*/ 3618 w 651290"/>
                <a:gd name="connsiteY0-14" fmla="*/ 662124 h 662124"/>
                <a:gd name="connsiteX1-15" fmla="*/ 0 w 651290"/>
                <a:gd name="connsiteY1-16" fmla="*/ 311162 h 662124"/>
                <a:gd name="connsiteX2-17" fmla="*/ 376300 w 651290"/>
                <a:gd name="connsiteY2-18" fmla="*/ 0 h 662124"/>
                <a:gd name="connsiteX3-19" fmla="*/ 647672 w 651290"/>
                <a:gd name="connsiteY3-20" fmla="*/ 68746 h 662124"/>
                <a:gd name="connsiteX4-21" fmla="*/ 651290 w 651290"/>
                <a:gd name="connsiteY4-22" fmla="*/ 662124 h 662124"/>
                <a:gd name="connsiteX5-23" fmla="*/ 3618 w 651290"/>
                <a:gd name="connsiteY5-24" fmla="*/ 662124 h 662124"/>
                <a:gd name="connsiteX0-25" fmla="*/ 0 w 647672"/>
                <a:gd name="connsiteY0-26" fmla="*/ 662124 h 662124"/>
                <a:gd name="connsiteX1-27" fmla="*/ 123021 w 647672"/>
                <a:gd name="connsiteY1-28" fmla="*/ 83217 h 662124"/>
                <a:gd name="connsiteX2-29" fmla="*/ 372682 w 647672"/>
                <a:gd name="connsiteY2-30" fmla="*/ 0 h 662124"/>
                <a:gd name="connsiteX3-31" fmla="*/ 644054 w 647672"/>
                <a:gd name="connsiteY3-32" fmla="*/ 68746 h 662124"/>
                <a:gd name="connsiteX4-33" fmla="*/ 647672 w 647672"/>
                <a:gd name="connsiteY4-34" fmla="*/ 662124 h 662124"/>
                <a:gd name="connsiteX5-35" fmla="*/ 0 w 647672"/>
                <a:gd name="connsiteY5-36" fmla="*/ 662124 h 662124"/>
                <a:gd name="connsiteX0-37" fmla="*/ 7238 w 524651"/>
                <a:gd name="connsiteY0-38" fmla="*/ 669360 h 669360"/>
                <a:gd name="connsiteX1-39" fmla="*/ 0 w 524651"/>
                <a:gd name="connsiteY1-40" fmla="*/ 83217 h 669360"/>
                <a:gd name="connsiteX2-41" fmla="*/ 249661 w 524651"/>
                <a:gd name="connsiteY2-42" fmla="*/ 0 h 669360"/>
                <a:gd name="connsiteX3-43" fmla="*/ 521033 w 524651"/>
                <a:gd name="connsiteY3-44" fmla="*/ 68746 h 669360"/>
                <a:gd name="connsiteX4-45" fmla="*/ 524651 w 524651"/>
                <a:gd name="connsiteY4-46" fmla="*/ 662124 h 669360"/>
                <a:gd name="connsiteX5-47" fmla="*/ 7238 w 524651"/>
                <a:gd name="connsiteY5-48" fmla="*/ 669360 h 669360"/>
                <a:gd name="connsiteX0-49" fmla="*/ 438 w 528706"/>
                <a:gd name="connsiteY0-50" fmla="*/ 665742 h 665742"/>
                <a:gd name="connsiteX1-51" fmla="*/ 4055 w 528706"/>
                <a:gd name="connsiteY1-52" fmla="*/ 83217 h 665742"/>
                <a:gd name="connsiteX2-53" fmla="*/ 253716 w 528706"/>
                <a:gd name="connsiteY2-54" fmla="*/ 0 h 665742"/>
                <a:gd name="connsiteX3-55" fmla="*/ 525088 w 528706"/>
                <a:gd name="connsiteY3-56" fmla="*/ 68746 h 665742"/>
                <a:gd name="connsiteX4-57" fmla="*/ 528706 w 528706"/>
                <a:gd name="connsiteY4-58" fmla="*/ 662124 h 665742"/>
                <a:gd name="connsiteX5-59" fmla="*/ 438 w 528706"/>
                <a:gd name="connsiteY5-60" fmla="*/ 665742 h 665742"/>
                <a:gd name="connsiteX0-61" fmla="*/ 155 w 546514"/>
                <a:gd name="connsiteY0-62" fmla="*/ 662124 h 662124"/>
                <a:gd name="connsiteX1-63" fmla="*/ 21863 w 546514"/>
                <a:gd name="connsiteY1-64" fmla="*/ 83217 h 662124"/>
                <a:gd name="connsiteX2-65" fmla="*/ 271524 w 546514"/>
                <a:gd name="connsiteY2-66" fmla="*/ 0 h 662124"/>
                <a:gd name="connsiteX3-67" fmla="*/ 542896 w 546514"/>
                <a:gd name="connsiteY3-68" fmla="*/ 68746 h 662124"/>
                <a:gd name="connsiteX4-69" fmla="*/ 546514 w 546514"/>
                <a:gd name="connsiteY4-70" fmla="*/ 662124 h 662124"/>
                <a:gd name="connsiteX5-71" fmla="*/ 155 w 546514"/>
                <a:gd name="connsiteY5-72" fmla="*/ 662124 h 662124"/>
                <a:gd name="connsiteX0-73" fmla="*/ 10856 w 524651"/>
                <a:gd name="connsiteY0-74" fmla="*/ 658506 h 662124"/>
                <a:gd name="connsiteX1-75" fmla="*/ 0 w 524651"/>
                <a:gd name="connsiteY1-76" fmla="*/ 83217 h 662124"/>
                <a:gd name="connsiteX2-77" fmla="*/ 249661 w 524651"/>
                <a:gd name="connsiteY2-78" fmla="*/ 0 h 662124"/>
                <a:gd name="connsiteX3-79" fmla="*/ 521033 w 524651"/>
                <a:gd name="connsiteY3-80" fmla="*/ 68746 h 662124"/>
                <a:gd name="connsiteX4-81" fmla="*/ 524651 w 524651"/>
                <a:gd name="connsiteY4-82" fmla="*/ 662124 h 662124"/>
                <a:gd name="connsiteX5-83" fmla="*/ 10856 w 524651"/>
                <a:gd name="connsiteY5-84" fmla="*/ 658506 h 66212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3" name="Freeform 382"/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384" name="Straight Connector 383"/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Straight Connector 384"/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Straight Connector 385"/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Straight Connector 386"/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Straight Connector 387"/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Straight Connector 388"/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1" name="Group 390"/>
          <p:cNvGrpSpPr/>
          <p:nvPr/>
        </p:nvGrpSpPr>
        <p:grpSpPr>
          <a:xfrm>
            <a:off x="10771171" y="3194171"/>
            <a:ext cx="594613" cy="648336"/>
            <a:chOff x="5203089" y="1751190"/>
            <a:chExt cx="858331" cy="662414"/>
          </a:xfrm>
        </p:grpSpPr>
        <p:sp>
          <p:nvSpPr>
            <p:cNvPr id="399" name="Freeform 398"/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-1" fmla="*/ 3618 w 651290"/>
                <a:gd name="connsiteY0-2" fmla="*/ 593378 h 593378"/>
                <a:gd name="connsiteX1-3" fmla="*/ 0 w 651290"/>
                <a:gd name="connsiteY1-4" fmla="*/ 242416 h 593378"/>
                <a:gd name="connsiteX2-5" fmla="*/ 423338 w 651290"/>
                <a:gd name="connsiteY2-6" fmla="*/ 101308 h 593378"/>
                <a:gd name="connsiteX3-7" fmla="*/ 647672 w 651290"/>
                <a:gd name="connsiteY3-8" fmla="*/ 0 h 593378"/>
                <a:gd name="connsiteX4-9" fmla="*/ 651290 w 651290"/>
                <a:gd name="connsiteY4-10" fmla="*/ 593378 h 593378"/>
                <a:gd name="connsiteX5-11" fmla="*/ 3618 w 651290"/>
                <a:gd name="connsiteY5-12" fmla="*/ 593378 h 593378"/>
                <a:gd name="connsiteX0-13" fmla="*/ 3618 w 651290"/>
                <a:gd name="connsiteY0-14" fmla="*/ 662124 h 662124"/>
                <a:gd name="connsiteX1-15" fmla="*/ 0 w 651290"/>
                <a:gd name="connsiteY1-16" fmla="*/ 311162 h 662124"/>
                <a:gd name="connsiteX2-17" fmla="*/ 376300 w 651290"/>
                <a:gd name="connsiteY2-18" fmla="*/ 0 h 662124"/>
                <a:gd name="connsiteX3-19" fmla="*/ 647672 w 651290"/>
                <a:gd name="connsiteY3-20" fmla="*/ 68746 h 662124"/>
                <a:gd name="connsiteX4-21" fmla="*/ 651290 w 651290"/>
                <a:gd name="connsiteY4-22" fmla="*/ 662124 h 662124"/>
                <a:gd name="connsiteX5-23" fmla="*/ 3618 w 651290"/>
                <a:gd name="connsiteY5-24" fmla="*/ 662124 h 662124"/>
                <a:gd name="connsiteX0-25" fmla="*/ 0 w 647672"/>
                <a:gd name="connsiteY0-26" fmla="*/ 662124 h 662124"/>
                <a:gd name="connsiteX1-27" fmla="*/ 123021 w 647672"/>
                <a:gd name="connsiteY1-28" fmla="*/ 83217 h 662124"/>
                <a:gd name="connsiteX2-29" fmla="*/ 372682 w 647672"/>
                <a:gd name="connsiteY2-30" fmla="*/ 0 h 662124"/>
                <a:gd name="connsiteX3-31" fmla="*/ 644054 w 647672"/>
                <a:gd name="connsiteY3-32" fmla="*/ 68746 h 662124"/>
                <a:gd name="connsiteX4-33" fmla="*/ 647672 w 647672"/>
                <a:gd name="connsiteY4-34" fmla="*/ 662124 h 662124"/>
                <a:gd name="connsiteX5-35" fmla="*/ 0 w 647672"/>
                <a:gd name="connsiteY5-36" fmla="*/ 662124 h 662124"/>
                <a:gd name="connsiteX0-37" fmla="*/ 7238 w 524651"/>
                <a:gd name="connsiteY0-38" fmla="*/ 669360 h 669360"/>
                <a:gd name="connsiteX1-39" fmla="*/ 0 w 524651"/>
                <a:gd name="connsiteY1-40" fmla="*/ 83217 h 669360"/>
                <a:gd name="connsiteX2-41" fmla="*/ 249661 w 524651"/>
                <a:gd name="connsiteY2-42" fmla="*/ 0 h 669360"/>
                <a:gd name="connsiteX3-43" fmla="*/ 521033 w 524651"/>
                <a:gd name="connsiteY3-44" fmla="*/ 68746 h 669360"/>
                <a:gd name="connsiteX4-45" fmla="*/ 524651 w 524651"/>
                <a:gd name="connsiteY4-46" fmla="*/ 662124 h 669360"/>
                <a:gd name="connsiteX5-47" fmla="*/ 7238 w 524651"/>
                <a:gd name="connsiteY5-48" fmla="*/ 669360 h 669360"/>
                <a:gd name="connsiteX0-49" fmla="*/ 438 w 528706"/>
                <a:gd name="connsiteY0-50" fmla="*/ 665742 h 665742"/>
                <a:gd name="connsiteX1-51" fmla="*/ 4055 w 528706"/>
                <a:gd name="connsiteY1-52" fmla="*/ 83217 h 665742"/>
                <a:gd name="connsiteX2-53" fmla="*/ 253716 w 528706"/>
                <a:gd name="connsiteY2-54" fmla="*/ 0 h 665742"/>
                <a:gd name="connsiteX3-55" fmla="*/ 525088 w 528706"/>
                <a:gd name="connsiteY3-56" fmla="*/ 68746 h 665742"/>
                <a:gd name="connsiteX4-57" fmla="*/ 528706 w 528706"/>
                <a:gd name="connsiteY4-58" fmla="*/ 662124 h 665742"/>
                <a:gd name="connsiteX5-59" fmla="*/ 438 w 528706"/>
                <a:gd name="connsiteY5-60" fmla="*/ 665742 h 665742"/>
                <a:gd name="connsiteX0-61" fmla="*/ 155 w 546514"/>
                <a:gd name="connsiteY0-62" fmla="*/ 662124 h 662124"/>
                <a:gd name="connsiteX1-63" fmla="*/ 21863 w 546514"/>
                <a:gd name="connsiteY1-64" fmla="*/ 83217 h 662124"/>
                <a:gd name="connsiteX2-65" fmla="*/ 271524 w 546514"/>
                <a:gd name="connsiteY2-66" fmla="*/ 0 h 662124"/>
                <a:gd name="connsiteX3-67" fmla="*/ 542896 w 546514"/>
                <a:gd name="connsiteY3-68" fmla="*/ 68746 h 662124"/>
                <a:gd name="connsiteX4-69" fmla="*/ 546514 w 546514"/>
                <a:gd name="connsiteY4-70" fmla="*/ 662124 h 662124"/>
                <a:gd name="connsiteX5-71" fmla="*/ 155 w 546514"/>
                <a:gd name="connsiteY5-72" fmla="*/ 662124 h 662124"/>
                <a:gd name="connsiteX0-73" fmla="*/ 10856 w 524651"/>
                <a:gd name="connsiteY0-74" fmla="*/ 658506 h 662124"/>
                <a:gd name="connsiteX1-75" fmla="*/ 0 w 524651"/>
                <a:gd name="connsiteY1-76" fmla="*/ 83217 h 662124"/>
                <a:gd name="connsiteX2-77" fmla="*/ 249661 w 524651"/>
                <a:gd name="connsiteY2-78" fmla="*/ 0 h 662124"/>
                <a:gd name="connsiteX3-79" fmla="*/ 521033 w 524651"/>
                <a:gd name="connsiteY3-80" fmla="*/ 68746 h 662124"/>
                <a:gd name="connsiteX4-81" fmla="*/ 524651 w 524651"/>
                <a:gd name="connsiteY4-82" fmla="*/ 662124 h 662124"/>
                <a:gd name="connsiteX5-83" fmla="*/ 10856 w 524651"/>
                <a:gd name="connsiteY5-84" fmla="*/ 658506 h 66212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0" name="Freeform 399"/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401" name="Straight Connector 400"/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Straight Connector 401"/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Straight Connector 402"/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4" name="Straight Connector 403"/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Straight Connector 404"/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Straight Connector 405"/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62" name="Freeform 561"/>
          <p:cNvSpPr/>
          <p:nvPr/>
        </p:nvSpPr>
        <p:spPr>
          <a:xfrm>
            <a:off x="9540813" y="1782042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-1" fmla="*/ 434989 w 1537226"/>
              <a:gd name="connsiteY0-2" fmla="*/ 253346 h 1763594"/>
              <a:gd name="connsiteX1-3" fmla="*/ 488 w 1537226"/>
              <a:gd name="connsiteY1-4" fmla="*/ 921706 h 1763594"/>
              <a:gd name="connsiteX2-5" fmla="*/ 368142 w 1537226"/>
              <a:gd name="connsiteY2-6" fmla="*/ 1489812 h 1763594"/>
              <a:gd name="connsiteX3-7" fmla="*/ 1187008 w 1537226"/>
              <a:gd name="connsiteY3-8" fmla="*/ 1757156 h 1763594"/>
              <a:gd name="connsiteX4-9" fmla="*/ 1521239 w 1537226"/>
              <a:gd name="connsiteY4-10" fmla="*/ 1239177 h 1763594"/>
              <a:gd name="connsiteX5-11" fmla="*/ 1468998 w 1537226"/>
              <a:gd name="connsiteY5-12" fmla="*/ 654362 h 1763594"/>
              <a:gd name="connsiteX6-13" fmla="*/ 1337412 w 1537226"/>
              <a:gd name="connsiteY6-14" fmla="*/ 136383 h 1763594"/>
              <a:gd name="connsiteX7-15" fmla="*/ 1086739 w 1537226"/>
              <a:gd name="connsiteY7-16" fmla="*/ 2711 h 1763594"/>
              <a:gd name="connsiteX8-17" fmla="*/ 434989 w 1537226"/>
              <a:gd name="connsiteY8-18" fmla="*/ 253346 h 1763594"/>
              <a:gd name="connsiteX0-19" fmla="*/ 434989 w 1537226"/>
              <a:gd name="connsiteY0-20" fmla="*/ 253346 h 1763594"/>
              <a:gd name="connsiteX1-21" fmla="*/ 488 w 1537226"/>
              <a:gd name="connsiteY1-22" fmla="*/ 921706 h 1763594"/>
              <a:gd name="connsiteX2-23" fmla="*/ 368142 w 1537226"/>
              <a:gd name="connsiteY2-24" fmla="*/ 1489812 h 1763594"/>
              <a:gd name="connsiteX3-25" fmla="*/ 1187008 w 1537226"/>
              <a:gd name="connsiteY3-26" fmla="*/ 1757156 h 1763594"/>
              <a:gd name="connsiteX4-27" fmla="*/ 1521239 w 1537226"/>
              <a:gd name="connsiteY4-28" fmla="*/ 1239177 h 1763594"/>
              <a:gd name="connsiteX5-29" fmla="*/ 1468998 w 1537226"/>
              <a:gd name="connsiteY5-30" fmla="*/ 654362 h 1763594"/>
              <a:gd name="connsiteX6-31" fmla="*/ 1337412 w 1537226"/>
              <a:gd name="connsiteY6-32" fmla="*/ 136383 h 1763594"/>
              <a:gd name="connsiteX7-33" fmla="*/ 839572 w 1537226"/>
              <a:gd name="connsiteY7-34" fmla="*/ 2711 h 1763594"/>
              <a:gd name="connsiteX8-35" fmla="*/ 434989 w 1537226"/>
              <a:gd name="connsiteY8-36" fmla="*/ 253346 h 1763594"/>
              <a:gd name="connsiteX0-37" fmla="*/ 360357 w 1536743"/>
              <a:gd name="connsiteY0-38" fmla="*/ 534641 h 1782088"/>
              <a:gd name="connsiteX1-39" fmla="*/ 5 w 1536743"/>
              <a:gd name="connsiteY1-40" fmla="*/ 940200 h 1782088"/>
              <a:gd name="connsiteX2-41" fmla="*/ 367659 w 1536743"/>
              <a:gd name="connsiteY2-42" fmla="*/ 1508306 h 1782088"/>
              <a:gd name="connsiteX3-43" fmla="*/ 1186525 w 1536743"/>
              <a:gd name="connsiteY3-44" fmla="*/ 1775650 h 1782088"/>
              <a:gd name="connsiteX4-45" fmla="*/ 1520756 w 1536743"/>
              <a:gd name="connsiteY4-46" fmla="*/ 1257671 h 1782088"/>
              <a:gd name="connsiteX5-47" fmla="*/ 1468515 w 1536743"/>
              <a:gd name="connsiteY5-48" fmla="*/ 672856 h 1782088"/>
              <a:gd name="connsiteX6-49" fmla="*/ 1336929 w 1536743"/>
              <a:gd name="connsiteY6-50" fmla="*/ 154877 h 1782088"/>
              <a:gd name="connsiteX7-51" fmla="*/ 839089 w 1536743"/>
              <a:gd name="connsiteY7-52" fmla="*/ 21205 h 1782088"/>
              <a:gd name="connsiteX8-53" fmla="*/ 360357 w 1536743"/>
              <a:gd name="connsiteY8-54" fmla="*/ 534641 h 1782088"/>
              <a:gd name="connsiteX0-55" fmla="*/ 360355 w 1536741"/>
              <a:gd name="connsiteY0-56" fmla="*/ 534641 h 1782088"/>
              <a:gd name="connsiteX1-57" fmla="*/ 3 w 1536741"/>
              <a:gd name="connsiteY1-58" fmla="*/ 940200 h 1782088"/>
              <a:gd name="connsiteX2-59" fmla="*/ 367657 w 1536741"/>
              <a:gd name="connsiteY2-60" fmla="*/ 1508306 h 1782088"/>
              <a:gd name="connsiteX3-61" fmla="*/ 1186523 w 1536741"/>
              <a:gd name="connsiteY3-62" fmla="*/ 1775650 h 1782088"/>
              <a:gd name="connsiteX4-63" fmla="*/ 1520754 w 1536741"/>
              <a:gd name="connsiteY4-64" fmla="*/ 1257671 h 1782088"/>
              <a:gd name="connsiteX5-65" fmla="*/ 1468513 w 1536741"/>
              <a:gd name="connsiteY5-66" fmla="*/ 672856 h 1782088"/>
              <a:gd name="connsiteX6-67" fmla="*/ 1336927 w 1536741"/>
              <a:gd name="connsiteY6-68" fmla="*/ 154877 h 1782088"/>
              <a:gd name="connsiteX7-69" fmla="*/ 839087 w 1536741"/>
              <a:gd name="connsiteY7-70" fmla="*/ 21205 h 1782088"/>
              <a:gd name="connsiteX8-71" fmla="*/ 360355 w 1536741"/>
              <a:gd name="connsiteY8-72" fmla="*/ 534641 h 1782088"/>
              <a:gd name="connsiteX0-73" fmla="*/ 360355 w 1494463"/>
              <a:gd name="connsiteY0-74" fmla="*/ 534641 h 1775651"/>
              <a:gd name="connsiteX1-75" fmla="*/ 3 w 1494463"/>
              <a:gd name="connsiteY1-76" fmla="*/ 940200 h 1775651"/>
              <a:gd name="connsiteX2-77" fmla="*/ 367657 w 1494463"/>
              <a:gd name="connsiteY2-78" fmla="*/ 1508306 h 1775651"/>
              <a:gd name="connsiteX3-79" fmla="*/ 1186523 w 1494463"/>
              <a:gd name="connsiteY3-80" fmla="*/ 1775650 h 1775651"/>
              <a:gd name="connsiteX4-81" fmla="*/ 1467465 w 1494463"/>
              <a:gd name="connsiteY4-82" fmla="*/ 1510813 h 1775651"/>
              <a:gd name="connsiteX5-83" fmla="*/ 1468513 w 1494463"/>
              <a:gd name="connsiteY5-84" fmla="*/ 672856 h 1775651"/>
              <a:gd name="connsiteX6-85" fmla="*/ 1336927 w 1494463"/>
              <a:gd name="connsiteY6-86" fmla="*/ 154877 h 1775651"/>
              <a:gd name="connsiteX7-87" fmla="*/ 839087 w 1494463"/>
              <a:gd name="connsiteY7-88" fmla="*/ 21205 h 1775651"/>
              <a:gd name="connsiteX8-89" fmla="*/ 360355 w 1494463"/>
              <a:gd name="connsiteY8-90" fmla="*/ 534641 h 1775651"/>
              <a:gd name="connsiteX0-91" fmla="*/ 360355 w 1491064"/>
              <a:gd name="connsiteY0-92" fmla="*/ 552327 h 1793337"/>
              <a:gd name="connsiteX1-93" fmla="*/ 3 w 1491064"/>
              <a:gd name="connsiteY1-94" fmla="*/ 957886 h 1793337"/>
              <a:gd name="connsiteX2-95" fmla="*/ 367657 w 1491064"/>
              <a:gd name="connsiteY2-96" fmla="*/ 1525992 h 1793337"/>
              <a:gd name="connsiteX3-97" fmla="*/ 1186523 w 1491064"/>
              <a:gd name="connsiteY3-98" fmla="*/ 1793336 h 1793337"/>
              <a:gd name="connsiteX4-99" fmla="*/ 1467465 w 1491064"/>
              <a:gd name="connsiteY4-100" fmla="*/ 1528499 h 1793337"/>
              <a:gd name="connsiteX5-101" fmla="*/ 1468513 w 1491064"/>
              <a:gd name="connsiteY5-102" fmla="*/ 690542 h 1793337"/>
              <a:gd name="connsiteX6-103" fmla="*/ 1407977 w 1491064"/>
              <a:gd name="connsiteY6-104" fmla="*/ 109278 h 1793337"/>
              <a:gd name="connsiteX7-105" fmla="*/ 839087 w 1491064"/>
              <a:gd name="connsiteY7-106" fmla="*/ 38891 h 1793337"/>
              <a:gd name="connsiteX8-107" fmla="*/ 360355 w 1491064"/>
              <a:gd name="connsiteY8-108" fmla="*/ 552327 h 1793337"/>
              <a:gd name="connsiteX0-109" fmla="*/ 360355 w 1502818"/>
              <a:gd name="connsiteY0-110" fmla="*/ 552327 h 1612281"/>
              <a:gd name="connsiteX1-111" fmla="*/ 3 w 1502818"/>
              <a:gd name="connsiteY1-112" fmla="*/ 957886 h 1612281"/>
              <a:gd name="connsiteX2-113" fmla="*/ 367657 w 1502818"/>
              <a:gd name="connsiteY2-114" fmla="*/ 1525992 h 1612281"/>
              <a:gd name="connsiteX3-115" fmla="*/ 1026659 w 1502818"/>
              <a:gd name="connsiteY3-116" fmla="*/ 1582385 h 1612281"/>
              <a:gd name="connsiteX4-117" fmla="*/ 1467465 w 1502818"/>
              <a:gd name="connsiteY4-118" fmla="*/ 1528499 h 1612281"/>
              <a:gd name="connsiteX5-119" fmla="*/ 1468513 w 1502818"/>
              <a:gd name="connsiteY5-120" fmla="*/ 690542 h 1612281"/>
              <a:gd name="connsiteX6-121" fmla="*/ 1407977 w 1502818"/>
              <a:gd name="connsiteY6-122" fmla="*/ 109278 h 1612281"/>
              <a:gd name="connsiteX7-123" fmla="*/ 839087 w 1502818"/>
              <a:gd name="connsiteY7-124" fmla="*/ 38891 h 1612281"/>
              <a:gd name="connsiteX8-125" fmla="*/ 360355 w 1502818"/>
              <a:gd name="connsiteY8-126" fmla="*/ 552327 h 1612281"/>
              <a:gd name="connsiteX0-127" fmla="*/ 360384 w 1502847"/>
              <a:gd name="connsiteY0-128" fmla="*/ 552327 h 1803602"/>
              <a:gd name="connsiteX1-129" fmla="*/ 32 w 1502847"/>
              <a:gd name="connsiteY1-130" fmla="*/ 957886 h 1803602"/>
              <a:gd name="connsiteX2-131" fmla="*/ 385448 w 1502847"/>
              <a:gd name="connsiteY2-132" fmla="*/ 1779134 h 1803602"/>
              <a:gd name="connsiteX3-133" fmla="*/ 1026688 w 1502847"/>
              <a:gd name="connsiteY3-134" fmla="*/ 1582385 h 1803602"/>
              <a:gd name="connsiteX4-135" fmla="*/ 1467494 w 1502847"/>
              <a:gd name="connsiteY4-136" fmla="*/ 1528499 h 1803602"/>
              <a:gd name="connsiteX5-137" fmla="*/ 1468542 w 1502847"/>
              <a:gd name="connsiteY5-138" fmla="*/ 690542 h 1803602"/>
              <a:gd name="connsiteX6-139" fmla="*/ 1408006 w 1502847"/>
              <a:gd name="connsiteY6-140" fmla="*/ 109278 h 1803602"/>
              <a:gd name="connsiteX7-141" fmla="*/ 839116 w 1502847"/>
              <a:gd name="connsiteY7-142" fmla="*/ 38891 h 1803602"/>
              <a:gd name="connsiteX8-143" fmla="*/ 360384 w 1502847"/>
              <a:gd name="connsiteY8-144" fmla="*/ 552327 h 1803602"/>
              <a:gd name="connsiteX0-145" fmla="*/ 360384 w 1502847"/>
              <a:gd name="connsiteY0-146" fmla="*/ 552327 h 1826319"/>
              <a:gd name="connsiteX1-147" fmla="*/ 32 w 1502847"/>
              <a:gd name="connsiteY1-148" fmla="*/ 957886 h 1826319"/>
              <a:gd name="connsiteX2-149" fmla="*/ 385448 w 1502847"/>
              <a:gd name="connsiteY2-150" fmla="*/ 1779134 h 1826319"/>
              <a:gd name="connsiteX3-151" fmla="*/ 1026688 w 1502847"/>
              <a:gd name="connsiteY3-152" fmla="*/ 1582385 h 1826319"/>
              <a:gd name="connsiteX4-153" fmla="*/ 1467494 w 1502847"/>
              <a:gd name="connsiteY4-154" fmla="*/ 1528499 h 1826319"/>
              <a:gd name="connsiteX5-155" fmla="*/ 1468542 w 1502847"/>
              <a:gd name="connsiteY5-156" fmla="*/ 690542 h 1826319"/>
              <a:gd name="connsiteX6-157" fmla="*/ 1408006 w 1502847"/>
              <a:gd name="connsiteY6-158" fmla="*/ 109278 h 1826319"/>
              <a:gd name="connsiteX7-159" fmla="*/ 839116 w 1502847"/>
              <a:gd name="connsiteY7-160" fmla="*/ 38891 h 1826319"/>
              <a:gd name="connsiteX8-161" fmla="*/ 360384 w 1502847"/>
              <a:gd name="connsiteY8-162" fmla="*/ 552327 h 1826319"/>
              <a:gd name="connsiteX0-163" fmla="*/ 289852 w 1503366"/>
              <a:gd name="connsiteY0-164" fmla="*/ 461730 h 1820101"/>
              <a:gd name="connsiteX1-165" fmla="*/ 551 w 1503366"/>
              <a:gd name="connsiteY1-166" fmla="*/ 951668 h 1820101"/>
              <a:gd name="connsiteX2-167" fmla="*/ 385967 w 1503366"/>
              <a:gd name="connsiteY2-168" fmla="*/ 1772916 h 1820101"/>
              <a:gd name="connsiteX3-169" fmla="*/ 1027207 w 1503366"/>
              <a:gd name="connsiteY3-170" fmla="*/ 1576167 h 1820101"/>
              <a:gd name="connsiteX4-171" fmla="*/ 1468013 w 1503366"/>
              <a:gd name="connsiteY4-172" fmla="*/ 1522281 h 1820101"/>
              <a:gd name="connsiteX5-173" fmla="*/ 1469061 w 1503366"/>
              <a:gd name="connsiteY5-174" fmla="*/ 684324 h 1820101"/>
              <a:gd name="connsiteX6-175" fmla="*/ 1408525 w 1503366"/>
              <a:gd name="connsiteY6-176" fmla="*/ 103060 h 1820101"/>
              <a:gd name="connsiteX7-177" fmla="*/ 839635 w 1503366"/>
              <a:gd name="connsiteY7-178" fmla="*/ 32673 h 1820101"/>
              <a:gd name="connsiteX8-179" fmla="*/ 289852 w 1503366"/>
              <a:gd name="connsiteY8-180" fmla="*/ 461730 h 1820101"/>
              <a:gd name="connsiteX0-181" fmla="*/ 293376 w 1506890"/>
              <a:gd name="connsiteY0-182" fmla="*/ 461730 h 1820101"/>
              <a:gd name="connsiteX1-183" fmla="*/ 4075 w 1506890"/>
              <a:gd name="connsiteY1-184" fmla="*/ 951668 h 1820101"/>
              <a:gd name="connsiteX2-185" fmla="*/ 389491 w 1506890"/>
              <a:gd name="connsiteY2-186" fmla="*/ 1772916 h 1820101"/>
              <a:gd name="connsiteX3-187" fmla="*/ 1030731 w 1506890"/>
              <a:gd name="connsiteY3-188" fmla="*/ 1576167 h 1820101"/>
              <a:gd name="connsiteX4-189" fmla="*/ 1471537 w 1506890"/>
              <a:gd name="connsiteY4-190" fmla="*/ 1522281 h 1820101"/>
              <a:gd name="connsiteX5-191" fmla="*/ 1472585 w 1506890"/>
              <a:gd name="connsiteY5-192" fmla="*/ 684324 h 1820101"/>
              <a:gd name="connsiteX6-193" fmla="*/ 1412049 w 1506890"/>
              <a:gd name="connsiteY6-194" fmla="*/ 103060 h 1820101"/>
              <a:gd name="connsiteX7-195" fmla="*/ 843159 w 1506890"/>
              <a:gd name="connsiteY7-196" fmla="*/ 32673 h 1820101"/>
              <a:gd name="connsiteX8-197" fmla="*/ 293376 w 1506890"/>
              <a:gd name="connsiteY8-198" fmla="*/ 461730 h 1820101"/>
              <a:gd name="connsiteX0-199" fmla="*/ 203955 w 1545103"/>
              <a:gd name="connsiteY0-200" fmla="*/ 206126 h 1802639"/>
              <a:gd name="connsiteX1-201" fmla="*/ 42288 w 1545103"/>
              <a:gd name="connsiteY1-202" fmla="*/ 934206 h 1802639"/>
              <a:gd name="connsiteX2-203" fmla="*/ 427704 w 1545103"/>
              <a:gd name="connsiteY2-204" fmla="*/ 1755454 h 1802639"/>
              <a:gd name="connsiteX3-205" fmla="*/ 1068944 w 1545103"/>
              <a:gd name="connsiteY3-206" fmla="*/ 1558705 h 1802639"/>
              <a:gd name="connsiteX4-207" fmla="*/ 1509750 w 1545103"/>
              <a:gd name="connsiteY4-208" fmla="*/ 1504819 h 1802639"/>
              <a:gd name="connsiteX5-209" fmla="*/ 1510798 w 1545103"/>
              <a:gd name="connsiteY5-210" fmla="*/ 666862 h 1802639"/>
              <a:gd name="connsiteX6-211" fmla="*/ 1450262 w 1545103"/>
              <a:gd name="connsiteY6-212" fmla="*/ 85598 h 1802639"/>
              <a:gd name="connsiteX7-213" fmla="*/ 881372 w 1545103"/>
              <a:gd name="connsiteY7-214" fmla="*/ 15211 h 1802639"/>
              <a:gd name="connsiteX8-215" fmla="*/ 203955 w 1545103"/>
              <a:gd name="connsiteY8-216" fmla="*/ 206126 h 1802639"/>
              <a:gd name="connsiteX0-217" fmla="*/ 147252 w 1634267"/>
              <a:gd name="connsiteY0-218" fmla="*/ 113266 h 1796376"/>
              <a:gd name="connsiteX1-219" fmla="*/ 131452 w 1634267"/>
              <a:gd name="connsiteY1-220" fmla="*/ 927943 h 1796376"/>
              <a:gd name="connsiteX2-221" fmla="*/ 516868 w 1634267"/>
              <a:gd name="connsiteY2-222" fmla="*/ 1749191 h 1796376"/>
              <a:gd name="connsiteX3-223" fmla="*/ 1158108 w 1634267"/>
              <a:gd name="connsiteY3-224" fmla="*/ 1552442 h 1796376"/>
              <a:gd name="connsiteX4-225" fmla="*/ 1598914 w 1634267"/>
              <a:gd name="connsiteY4-226" fmla="*/ 1498556 h 1796376"/>
              <a:gd name="connsiteX5-227" fmla="*/ 1599962 w 1634267"/>
              <a:gd name="connsiteY5-228" fmla="*/ 660599 h 1796376"/>
              <a:gd name="connsiteX6-229" fmla="*/ 1539426 w 1634267"/>
              <a:gd name="connsiteY6-230" fmla="*/ 79335 h 1796376"/>
              <a:gd name="connsiteX7-231" fmla="*/ 970536 w 1634267"/>
              <a:gd name="connsiteY7-232" fmla="*/ 8948 h 1796376"/>
              <a:gd name="connsiteX8-233" fmla="*/ 147252 w 1634267"/>
              <a:gd name="connsiteY8-234" fmla="*/ 113266 h 1796376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  <a:cxn ang="0">
                <a:pos x="connsiteX7-15" y="connsiteY7-16"/>
              </a:cxn>
              <a:cxn ang="0">
                <a:pos x="connsiteX8-17" y="connsiteY8-1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7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73" name="TextBox 572"/>
          <p:cNvSpPr txBox="1"/>
          <p:nvPr/>
        </p:nvSpPr>
        <p:spPr>
          <a:xfrm>
            <a:off x="9427201" y="1851195"/>
            <a:ext cx="1725088" cy="2862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全国或全球 ISP</a:t>
            </a:r>
            <a:endParaRPr kumimoji="0" 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5" name="Rectangle 654"/>
          <p:cNvSpPr/>
          <p:nvPr/>
        </p:nvSpPr>
        <p:spPr>
          <a:xfrm>
            <a:off x="9279068" y="3677908"/>
            <a:ext cx="305749" cy="197847"/>
          </a:xfrm>
          <a:prstGeom prst="rect">
            <a:avLst/>
          </a:prstGeom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3" name="TextBox 652"/>
          <p:cNvSpPr txBox="1"/>
          <p:nvPr/>
        </p:nvSpPr>
        <p:spPr>
          <a:xfrm>
            <a:off x="8766162" y="3447919"/>
            <a:ext cx="1040639" cy="4801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本地或区域 ISP</a:t>
            </a:r>
            <a:endParaRPr kumimoji="0" 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7" name="TextBox 656"/>
          <p:cNvSpPr txBox="1"/>
          <p:nvPr/>
        </p:nvSpPr>
        <p:spPr>
          <a:xfrm>
            <a:off x="10917767" y="4677937"/>
            <a:ext cx="813043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数据中心 </a:t>
            </a:r>
            <a:endParaRPr kumimoji="0" lang="en-US" sz="105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网络</a:t>
            </a:r>
            <a:endParaRPr kumimoji="0" lang="en-US" sz="105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8" name="TextBox 657"/>
          <p:cNvSpPr txBox="1"/>
          <p:nvPr/>
        </p:nvSpPr>
        <p:spPr>
          <a:xfrm>
            <a:off x="10063018" y="4228248"/>
            <a:ext cx="843051" cy="6740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内容 </a:t>
            </a:r>
            <a:endParaRPr kumimoji="0" 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提供商 </a:t>
            </a:r>
            <a:endParaRPr kumimoji="0" 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网络</a:t>
            </a:r>
            <a:endParaRPr kumimoji="0" 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830" name="Straight Connector 829"/>
          <p:cNvCxnSpPr/>
          <p:nvPr/>
        </p:nvCxnSpPr>
        <p:spPr>
          <a:xfrm flipH="1" flipV="1">
            <a:off x="10559920" y="3580125"/>
            <a:ext cx="412964" cy="63712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7" name="Straight Connector 826"/>
          <p:cNvCxnSpPr/>
          <p:nvPr/>
        </p:nvCxnSpPr>
        <p:spPr>
          <a:xfrm flipH="1" flipV="1">
            <a:off x="10660835" y="3640684"/>
            <a:ext cx="345866" cy="738975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5" name="Straight Connector 824"/>
          <p:cNvCxnSpPr/>
          <p:nvPr/>
        </p:nvCxnSpPr>
        <p:spPr>
          <a:xfrm flipV="1">
            <a:off x="10636897" y="3633421"/>
            <a:ext cx="335987" cy="39534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3" name="Straight Connector 822"/>
          <p:cNvCxnSpPr/>
          <p:nvPr/>
        </p:nvCxnSpPr>
        <p:spPr>
          <a:xfrm flipH="1" flipV="1">
            <a:off x="10570774" y="3594896"/>
            <a:ext cx="1" cy="485748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9" name="Straight Connector 818"/>
          <p:cNvCxnSpPr/>
          <p:nvPr/>
        </p:nvCxnSpPr>
        <p:spPr>
          <a:xfrm flipH="1" flipV="1">
            <a:off x="10550620" y="4071642"/>
            <a:ext cx="508543" cy="348647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8" name="Straight Connector 817"/>
          <p:cNvCxnSpPr/>
          <p:nvPr/>
        </p:nvCxnSpPr>
        <p:spPr>
          <a:xfrm flipH="1">
            <a:off x="9895195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6" name="Straight Connector 815"/>
          <p:cNvCxnSpPr/>
          <p:nvPr/>
        </p:nvCxnSpPr>
        <p:spPr>
          <a:xfrm flipH="1">
            <a:off x="9219616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3" name="Straight Connector 812"/>
          <p:cNvCxnSpPr/>
          <p:nvPr/>
        </p:nvCxnSpPr>
        <p:spPr>
          <a:xfrm flipH="1">
            <a:off x="9276868" y="3507672"/>
            <a:ext cx="382424" cy="51705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1" name="Straight Connector 810"/>
          <p:cNvCxnSpPr/>
          <p:nvPr/>
        </p:nvCxnSpPr>
        <p:spPr>
          <a:xfrm>
            <a:off x="9733069" y="3507672"/>
            <a:ext cx="0" cy="54029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8" name="Straight Connector 807"/>
          <p:cNvCxnSpPr/>
          <p:nvPr/>
        </p:nvCxnSpPr>
        <p:spPr>
          <a:xfrm>
            <a:off x="10137668" y="2754692"/>
            <a:ext cx="488174" cy="83933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3" name="Straight Connector 562"/>
          <p:cNvCxnSpPr/>
          <p:nvPr/>
        </p:nvCxnSpPr>
        <p:spPr>
          <a:xfrm flipH="1">
            <a:off x="9798719" y="2695013"/>
            <a:ext cx="380432" cy="694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4" name="Straight Connector 563"/>
          <p:cNvCxnSpPr/>
          <p:nvPr/>
        </p:nvCxnSpPr>
        <p:spPr>
          <a:xfrm flipH="1">
            <a:off x="10100635" y="2169432"/>
            <a:ext cx="761467" cy="577355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5" name="Straight Connector 564"/>
          <p:cNvCxnSpPr/>
          <p:nvPr/>
        </p:nvCxnSpPr>
        <p:spPr>
          <a:xfrm flipH="1">
            <a:off x="10100635" y="2268313"/>
            <a:ext cx="397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6" name="Straight Connector 565"/>
          <p:cNvCxnSpPr/>
          <p:nvPr/>
        </p:nvCxnSpPr>
        <p:spPr>
          <a:xfrm flipH="1">
            <a:off x="10672135" y="2200506"/>
            <a:ext cx="14936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7" name="Straight Connector 566"/>
          <p:cNvCxnSpPr/>
          <p:nvPr/>
        </p:nvCxnSpPr>
        <p:spPr>
          <a:xfrm flipH="1">
            <a:off x="10142166" y="2718967"/>
            <a:ext cx="574283" cy="2782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8" name="Straight Connector 567"/>
          <p:cNvCxnSpPr/>
          <p:nvPr/>
        </p:nvCxnSpPr>
        <p:spPr>
          <a:xfrm flipH="1">
            <a:off x="10069542" y="2169432"/>
            <a:ext cx="788589" cy="9888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9" name="Straight Connector 568"/>
          <p:cNvCxnSpPr/>
          <p:nvPr/>
        </p:nvCxnSpPr>
        <p:spPr>
          <a:xfrm flipH="1">
            <a:off x="10862103" y="2127325"/>
            <a:ext cx="279002" cy="421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0" name="Straight Connector 569"/>
          <p:cNvCxnSpPr/>
          <p:nvPr/>
        </p:nvCxnSpPr>
        <p:spPr>
          <a:xfrm flipH="1" flipV="1">
            <a:off x="10681994" y="2718967"/>
            <a:ext cx="353541" cy="67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4" name="Straight Connector 573"/>
          <p:cNvCxnSpPr/>
          <p:nvPr/>
        </p:nvCxnSpPr>
        <p:spPr>
          <a:xfrm flipH="1">
            <a:off x="8769223" y="2268313"/>
            <a:ext cx="1300319" cy="606622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3" name="Line 541"/>
          <p:cNvSpPr>
            <a:spLocks noChangeShapeType="1"/>
          </p:cNvSpPr>
          <p:nvPr/>
        </p:nvSpPr>
        <p:spPr bwMode="auto">
          <a:xfrm flipV="1">
            <a:off x="9378705" y="4113379"/>
            <a:ext cx="429324" cy="70560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" name="Line 424"/>
          <p:cNvSpPr>
            <a:spLocks noChangeShapeType="1"/>
          </p:cNvSpPr>
          <p:nvPr/>
        </p:nvSpPr>
        <p:spPr bwMode="auto">
          <a:xfrm flipV="1">
            <a:off x="8244554" y="4047456"/>
            <a:ext cx="969051" cy="31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43" name="Oval 800"/>
          <p:cNvSpPr>
            <a:spLocks noChangeArrowheads="1"/>
          </p:cNvSpPr>
          <p:nvPr/>
        </p:nvSpPr>
        <p:spPr bwMode="auto">
          <a:xfrm>
            <a:off x="8174541" y="2292995"/>
            <a:ext cx="52388" cy="49485"/>
          </a:xfrm>
          <a:prstGeom prst="ellipse">
            <a:avLst/>
          </a:prstGeom>
          <a:solidFill>
            <a:schemeClr val="tx2"/>
          </a:solidFill>
          <a:ln w="9525">
            <a:solidFill>
              <a:schemeClr val="tx1"/>
            </a:solidFill>
            <a:rou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615" name="Group 614"/>
          <p:cNvGrpSpPr/>
          <p:nvPr/>
        </p:nvGrpSpPr>
        <p:grpSpPr>
          <a:xfrm>
            <a:off x="10410609" y="3496138"/>
            <a:ext cx="353678" cy="198344"/>
            <a:chOff x="7493876" y="2774731"/>
            <a:chExt cx="1481958" cy="894622"/>
          </a:xfrm>
        </p:grpSpPr>
        <p:sp>
          <p:nvSpPr>
            <p:cNvPr id="616" name="Freeform 615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7" name="Oval 616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618" name="Group 617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19" name="Freeform 618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0" name="Freeform 619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1" name="Freeform 620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2" name="Freeform 621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77" name="Group 576"/>
          <p:cNvGrpSpPr/>
          <p:nvPr/>
        </p:nvGrpSpPr>
        <p:grpSpPr>
          <a:xfrm>
            <a:off x="9948724" y="2202292"/>
            <a:ext cx="353678" cy="198344"/>
            <a:chOff x="7493876" y="2774731"/>
            <a:chExt cx="1481958" cy="894622"/>
          </a:xfrm>
        </p:grpSpPr>
        <p:sp>
          <p:nvSpPr>
            <p:cNvPr id="578" name="Freeform 577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9" name="Oval 578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80" name="Group 579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1" name="Freeform 580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2" name="Freeform 581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3" name="Freeform 582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4" name="Freeform 583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93" name="Group 592"/>
          <p:cNvGrpSpPr/>
          <p:nvPr/>
        </p:nvGrpSpPr>
        <p:grpSpPr>
          <a:xfrm>
            <a:off x="10527214" y="2613367"/>
            <a:ext cx="353678" cy="198344"/>
            <a:chOff x="7493876" y="2774731"/>
            <a:chExt cx="1481958" cy="894622"/>
          </a:xfrm>
        </p:grpSpPr>
        <p:sp>
          <p:nvSpPr>
            <p:cNvPr id="594" name="Freeform 593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95" name="Oval 594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96" name="Group 595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7" name="Freeform 596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8" name="Freeform 597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9" name="Freeform 598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0" name="Freeform 599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01" name="Group 600"/>
          <p:cNvGrpSpPr/>
          <p:nvPr/>
        </p:nvGrpSpPr>
        <p:grpSpPr>
          <a:xfrm>
            <a:off x="10643825" y="2107963"/>
            <a:ext cx="353678" cy="198344"/>
            <a:chOff x="7493876" y="2774731"/>
            <a:chExt cx="1481958" cy="894622"/>
          </a:xfrm>
        </p:grpSpPr>
        <p:sp>
          <p:nvSpPr>
            <p:cNvPr id="602" name="Freeform 601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03" name="Oval 602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604" name="Group 603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05" name="Freeform 604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6" name="Freeform 605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7" name="Freeform 606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8" name="Freeform 607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54" name="Group 553"/>
          <p:cNvGrpSpPr/>
          <p:nvPr/>
        </p:nvGrpSpPr>
        <p:grpSpPr>
          <a:xfrm>
            <a:off x="9098788" y="3956624"/>
            <a:ext cx="367224" cy="240304"/>
            <a:chOff x="7493876" y="2774731"/>
            <a:chExt cx="1481958" cy="894622"/>
          </a:xfrm>
        </p:grpSpPr>
        <p:sp>
          <p:nvSpPr>
            <p:cNvPr id="555" name="Freeform 554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56" name="Oval 555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57" name="Group 556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8" name="Freeform 557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9" name="Freeform 558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0" name="Freeform 559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1" name="Freeform 560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85" name="Group 584"/>
          <p:cNvGrpSpPr/>
          <p:nvPr/>
        </p:nvGrpSpPr>
        <p:grpSpPr>
          <a:xfrm>
            <a:off x="9980126" y="2661565"/>
            <a:ext cx="353678" cy="198344"/>
            <a:chOff x="7493876" y="2774731"/>
            <a:chExt cx="1481958" cy="894622"/>
          </a:xfrm>
        </p:grpSpPr>
        <p:sp>
          <p:nvSpPr>
            <p:cNvPr id="586" name="Freeform 585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7" name="Oval 586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88" name="Group 587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9" name="Freeform 588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0" name="Freeform 589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1" name="Freeform 590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2" name="Freeform 591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38" name="Group 537"/>
          <p:cNvGrpSpPr/>
          <p:nvPr/>
        </p:nvGrpSpPr>
        <p:grpSpPr>
          <a:xfrm>
            <a:off x="9497138" y="3394032"/>
            <a:ext cx="367224" cy="240304"/>
            <a:chOff x="7493876" y="2774731"/>
            <a:chExt cx="1481958" cy="894622"/>
          </a:xfrm>
        </p:grpSpPr>
        <p:sp>
          <p:nvSpPr>
            <p:cNvPr id="539" name="Freeform 538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40" name="Oval 539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41" name="Group 540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42" name="Freeform 541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3" name="Freeform 542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4" name="Freeform 543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5" name="Freeform 544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46" name="Group 545"/>
          <p:cNvGrpSpPr/>
          <p:nvPr/>
        </p:nvGrpSpPr>
        <p:grpSpPr>
          <a:xfrm>
            <a:off x="9601554" y="3999763"/>
            <a:ext cx="367224" cy="240304"/>
            <a:chOff x="7493876" y="2774731"/>
            <a:chExt cx="1481958" cy="894622"/>
          </a:xfrm>
        </p:grpSpPr>
        <p:sp>
          <p:nvSpPr>
            <p:cNvPr id="547" name="Freeform 546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48" name="Oval 547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49" name="Group 548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0" name="Freeform 549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1" name="Freeform 550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2" name="Freeform 551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3" name="Freeform 552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23" name="Group 622"/>
          <p:cNvGrpSpPr/>
          <p:nvPr/>
        </p:nvGrpSpPr>
        <p:grpSpPr>
          <a:xfrm>
            <a:off x="10375259" y="3992325"/>
            <a:ext cx="353678" cy="198344"/>
            <a:chOff x="7493876" y="2774731"/>
            <a:chExt cx="1481958" cy="894622"/>
          </a:xfrm>
        </p:grpSpPr>
        <p:sp>
          <p:nvSpPr>
            <p:cNvPr id="624" name="Freeform 623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25" name="Oval 624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626" name="Group 625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27" name="Freeform 626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8" name="Freeform 627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9" name="Freeform 628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0" name="Freeform 629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pic>
        <p:nvPicPr>
          <p:cNvPr id="359" name="Picture 653" descr="iphone_stylized_small"/>
          <p:cNvPicPr>
            <a:picLocks noChangeAspect="1"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9572" y="1917025"/>
            <a:ext cx="136841" cy="32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4" name="Picture 1018" descr="laptop_keyboard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464781" y="2605090"/>
            <a:ext cx="437221" cy="1595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5" name="Freeform 1019"/>
          <p:cNvSpPr/>
          <p:nvPr/>
        </p:nvSpPr>
        <p:spPr bwMode="auto">
          <a:xfrm>
            <a:off x="7609678" y="2450304"/>
            <a:ext cx="351919" cy="208167"/>
          </a:xfrm>
          <a:custGeom>
            <a:avLst/>
            <a:gdLst>
              <a:gd name="T0" fmla="*/ 775798119 w 2982"/>
              <a:gd name="T1" fmla="*/ 0 h 2442"/>
              <a:gd name="T2" fmla="*/ 0 w 2982"/>
              <a:gd name="T3" fmla="*/ 211226083 h 2442"/>
              <a:gd name="T4" fmla="*/ 2147483646 w 2982"/>
              <a:gd name="T5" fmla="*/ 263880059 h 2442"/>
              <a:gd name="T6" fmla="*/ 2147483646 w 2982"/>
              <a:gd name="T7" fmla="*/ 52653891 h 2442"/>
              <a:gd name="T8" fmla="*/ 775798119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76" name="Picture 1020" descr="screen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7011" y="2455658"/>
            <a:ext cx="319785" cy="1894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7" name="Freeform 1021"/>
          <p:cNvSpPr/>
          <p:nvPr/>
        </p:nvSpPr>
        <p:spPr bwMode="auto">
          <a:xfrm>
            <a:off x="7673752" y="2444163"/>
            <a:ext cx="298167" cy="38736"/>
          </a:xfrm>
          <a:custGeom>
            <a:avLst/>
            <a:gdLst>
              <a:gd name="T0" fmla="*/ 193616298 w 2528"/>
              <a:gd name="T1" fmla="*/ 0 h 455"/>
              <a:gd name="T2" fmla="*/ 2147483646 w 2528"/>
              <a:gd name="T3" fmla="*/ 52445139 h 455"/>
              <a:gd name="T4" fmla="*/ 2147483646 w 2528"/>
              <a:gd name="T5" fmla="*/ 52445139 h 455"/>
              <a:gd name="T6" fmla="*/ 0 w 2528"/>
              <a:gd name="T7" fmla="*/ 52445139 h 455"/>
              <a:gd name="T8" fmla="*/ 193616298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8" name="Freeform 1022"/>
          <p:cNvSpPr/>
          <p:nvPr/>
        </p:nvSpPr>
        <p:spPr bwMode="auto">
          <a:xfrm>
            <a:off x="7606562" y="2443848"/>
            <a:ext cx="82770" cy="161243"/>
          </a:xfrm>
          <a:custGeom>
            <a:avLst/>
            <a:gdLst>
              <a:gd name="T0" fmla="*/ 773664160 w 702"/>
              <a:gd name="T1" fmla="*/ 0 h 1893"/>
              <a:gd name="T2" fmla="*/ 0 w 702"/>
              <a:gd name="T3" fmla="*/ 210739916 h 1893"/>
              <a:gd name="T4" fmla="*/ 193416040 w 702"/>
              <a:gd name="T5" fmla="*/ 210739916 h 1893"/>
              <a:gd name="T6" fmla="*/ 967080200 w 702"/>
              <a:gd name="T7" fmla="*/ 52529017 h 1893"/>
              <a:gd name="T8" fmla="*/ 773664160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9" name="Freeform 1023"/>
          <p:cNvSpPr/>
          <p:nvPr/>
        </p:nvSpPr>
        <p:spPr bwMode="auto">
          <a:xfrm>
            <a:off x="7880579" y="2472664"/>
            <a:ext cx="89197" cy="186122"/>
          </a:xfrm>
          <a:custGeom>
            <a:avLst/>
            <a:gdLst>
              <a:gd name="T0" fmla="*/ 969024527 w 756"/>
              <a:gd name="T1" fmla="*/ 0 h 2184"/>
              <a:gd name="T2" fmla="*/ 193802074 w 756"/>
              <a:gd name="T3" fmla="*/ 263660221 h 2184"/>
              <a:gd name="T4" fmla="*/ 0 w 756"/>
              <a:gd name="T5" fmla="*/ 263660221 h 2184"/>
              <a:gd name="T6" fmla="*/ 775222454 w 756"/>
              <a:gd name="T7" fmla="*/ 52610059 h 2184"/>
              <a:gd name="T8" fmla="*/ 969024527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0" name="Freeform 1024"/>
          <p:cNvSpPr/>
          <p:nvPr/>
        </p:nvSpPr>
        <p:spPr bwMode="auto">
          <a:xfrm>
            <a:off x="7605588" y="2596902"/>
            <a:ext cx="327185" cy="62828"/>
          </a:xfrm>
          <a:custGeom>
            <a:avLst/>
            <a:gdLst>
              <a:gd name="T0" fmla="*/ 193829444 w 2773"/>
              <a:gd name="T1" fmla="*/ 0 h 738"/>
              <a:gd name="T2" fmla="*/ 0 w 2773"/>
              <a:gd name="T3" fmla="*/ 52443587 h 738"/>
              <a:gd name="T4" fmla="*/ 2147483646 w 2773"/>
              <a:gd name="T5" fmla="*/ 104894411 h 738"/>
              <a:gd name="T6" fmla="*/ 2147483646 w 2773"/>
              <a:gd name="T7" fmla="*/ 52443587 h 738"/>
              <a:gd name="T8" fmla="*/ 193829444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1" name="Freeform 1025"/>
          <p:cNvSpPr/>
          <p:nvPr/>
        </p:nvSpPr>
        <p:spPr bwMode="auto">
          <a:xfrm>
            <a:off x="7890512" y="2474238"/>
            <a:ext cx="83549" cy="186909"/>
          </a:xfrm>
          <a:custGeom>
            <a:avLst/>
            <a:gdLst>
              <a:gd name="T0" fmla="*/ 2147483646 w 637"/>
              <a:gd name="T1" fmla="*/ 0 h 1659"/>
              <a:gd name="T2" fmla="*/ 2147483646 w 637"/>
              <a:gd name="T3" fmla="*/ 0 h 1659"/>
              <a:gd name="T4" fmla="*/ 295581541 w 637"/>
              <a:gd name="T5" fmla="*/ 2147483646 h 1659"/>
              <a:gd name="T6" fmla="*/ 0 w 637"/>
              <a:gd name="T7" fmla="*/ 2147483646 h 1659"/>
              <a:gd name="T8" fmla="*/ 214748364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2" name="Freeform 1026"/>
          <p:cNvSpPr/>
          <p:nvPr/>
        </p:nvSpPr>
        <p:spPr bwMode="auto">
          <a:xfrm>
            <a:off x="7605977" y="2605248"/>
            <a:ext cx="290961" cy="62041"/>
          </a:xfrm>
          <a:custGeom>
            <a:avLst/>
            <a:gdLst>
              <a:gd name="T0" fmla="*/ 0 w 2216"/>
              <a:gd name="T1" fmla="*/ 0 h 550"/>
              <a:gd name="T2" fmla="*/ 296523134 w 2216"/>
              <a:gd name="T3" fmla="*/ 324379338 h 550"/>
              <a:gd name="T4" fmla="*/ 2147483646 w 2216"/>
              <a:gd name="T5" fmla="*/ 2147483646 h 550"/>
              <a:gd name="T6" fmla="*/ 2147483646 w 2216"/>
              <a:gd name="T7" fmla="*/ 2147483646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83" name="Group 1027"/>
          <p:cNvGrpSpPr/>
          <p:nvPr/>
        </p:nvGrpSpPr>
        <p:grpSpPr bwMode="auto">
          <a:xfrm>
            <a:off x="7601109" y="2671540"/>
            <a:ext cx="98740" cy="36846"/>
            <a:chOff x="1740" y="2642"/>
            <a:chExt cx="752" cy="327"/>
          </a:xfrm>
        </p:grpSpPr>
        <p:sp>
          <p:nvSpPr>
            <p:cNvPr id="169" name="Freeform 1028"/>
            <p:cNvSpPr/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0" name="Freeform 1029"/>
            <p:cNvSpPr/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1" name="Freeform 1030"/>
            <p:cNvSpPr/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2" name="Freeform 1031"/>
            <p:cNvSpPr/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3" name="Freeform 1032"/>
            <p:cNvSpPr/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4" name="Freeform 1033"/>
            <p:cNvSpPr/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84" name="Freeform 1034"/>
          <p:cNvSpPr/>
          <p:nvPr/>
        </p:nvSpPr>
        <p:spPr bwMode="auto">
          <a:xfrm>
            <a:off x="7770154" y="2677051"/>
            <a:ext cx="119578" cy="80936"/>
          </a:xfrm>
          <a:custGeom>
            <a:avLst/>
            <a:gdLst>
              <a:gd name="T0" fmla="*/ 213221464 w 990"/>
              <a:gd name="T1" fmla="*/ 1090686587 h 792"/>
              <a:gd name="T2" fmla="*/ 1915477586 w 990"/>
              <a:gd name="T3" fmla="*/ 0 h 792"/>
              <a:gd name="T4" fmla="*/ 1915477586 w 990"/>
              <a:gd name="T5" fmla="*/ 108859840 h 792"/>
              <a:gd name="T6" fmla="*/ 0 w 990"/>
              <a:gd name="T7" fmla="*/ 1090686587 h 792"/>
              <a:gd name="T8" fmla="*/ 213221464 w 990"/>
              <a:gd name="T9" fmla="*/ 1090686587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5" name="Freeform 1035"/>
          <p:cNvSpPr/>
          <p:nvPr/>
        </p:nvSpPr>
        <p:spPr bwMode="auto">
          <a:xfrm>
            <a:off x="7464976" y="2683507"/>
            <a:ext cx="305957" cy="73850"/>
          </a:xfrm>
          <a:custGeom>
            <a:avLst/>
            <a:gdLst>
              <a:gd name="T0" fmla="*/ 213486572 w 2532"/>
              <a:gd name="T1" fmla="*/ 0 h 723"/>
              <a:gd name="T2" fmla="*/ 213486572 w 2532"/>
              <a:gd name="T3" fmla="*/ 0 h 723"/>
              <a:gd name="T4" fmla="*/ 2147483646 w 2532"/>
              <a:gd name="T5" fmla="*/ 979380008 h 723"/>
              <a:gd name="T6" fmla="*/ 2147483646 w 2532"/>
              <a:gd name="T7" fmla="*/ 1088085165 h 723"/>
              <a:gd name="T8" fmla="*/ 0 w 2532"/>
              <a:gd name="T9" fmla="*/ 108705259 h 723"/>
              <a:gd name="T10" fmla="*/ 21348657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6" name="Freeform 1036"/>
          <p:cNvSpPr/>
          <p:nvPr/>
        </p:nvSpPr>
        <p:spPr bwMode="auto">
          <a:xfrm>
            <a:off x="7465171" y="2669965"/>
            <a:ext cx="3311" cy="14959"/>
          </a:xfrm>
          <a:custGeom>
            <a:avLst/>
            <a:gdLst>
              <a:gd name="T0" fmla="*/ 262278191 w 26"/>
              <a:gd name="T1" fmla="*/ 107489981 h 147"/>
              <a:gd name="T2" fmla="*/ 262278191 w 26"/>
              <a:gd name="T3" fmla="*/ 214969480 h 147"/>
              <a:gd name="T4" fmla="*/ 0 w 26"/>
              <a:gd name="T5" fmla="*/ 214969480 h 147"/>
              <a:gd name="T6" fmla="*/ 262278191 w 26"/>
              <a:gd name="T7" fmla="*/ 0 h 147"/>
              <a:gd name="T8" fmla="*/ 262278191 w 26"/>
              <a:gd name="T9" fmla="*/ 10748998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7" name="Freeform 1037"/>
          <p:cNvSpPr/>
          <p:nvPr/>
        </p:nvSpPr>
        <p:spPr bwMode="auto">
          <a:xfrm>
            <a:off x="7465366" y="2609027"/>
            <a:ext cx="142170" cy="61883"/>
          </a:xfrm>
          <a:custGeom>
            <a:avLst/>
            <a:gdLst>
              <a:gd name="T0" fmla="*/ 2136125890 w 1176"/>
              <a:gd name="T1" fmla="*/ 0 h 606"/>
              <a:gd name="T2" fmla="*/ 0 w 1176"/>
              <a:gd name="T3" fmla="*/ 870000945 h 606"/>
              <a:gd name="T4" fmla="*/ 213789467 w 1176"/>
              <a:gd name="T5" fmla="*/ 870000945 h 606"/>
              <a:gd name="T6" fmla="*/ 2136125890 w 1176"/>
              <a:gd name="T7" fmla="*/ 108617123 h 606"/>
              <a:gd name="T8" fmla="*/ 2136125890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8" name="Freeform 1038"/>
          <p:cNvSpPr/>
          <p:nvPr/>
        </p:nvSpPr>
        <p:spPr bwMode="auto">
          <a:xfrm>
            <a:off x="7474909" y="2673115"/>
            <a:ext cx="290182" cy="71016"/>
          </a:xfrm>
          <a:custGeom>
            <a:avLst/>
            <a:gdLst>
              <a:gd name="T0" fmla="*/ 173112702 w 2532"/>
              <a:gd name="T1" fmla="*/ 0 h 723"/>
              <a:gd name="T2" fmla="*/ 173112702 w 2532"/>
              <a:gd name="T3" fmla="*/ 0 h 723"/>
              <a:gd name="T4" fmla="*/ 2069773885 w 2532"/>
              <a:gd name="T5" fmla="*/ 558173482 h 723"/>
              <a:gd name="T6" fmla="*/ 2069773885 w 2532"/>
              <a:gd name="T7" fmla="*/ 558173482 h 723"/>
              <a:gd name="T8" fmla="*/ 0 w 2532"/>
              <a:gd name="T9" fmla="*/ 92871346 h 723"/>
              <a:gd name="T10" fmla="*/ 17311270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9" name="Freeform 1039"/>
          <p:cNvSpPr/>
          <p:nvPr/>
        </p:nvSpPr>
        <p:spPr bwMode="auto">
          <a:xfrm flipV="1">
            <a:off x="7764701" y="2668076"/>
            <a:ext cx="118410" cy="73535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962694895 h 723"/>
              <a:gd name="T6" fmla="*/ 0 w 2532"/>
              <a:gd name="T7" fmla="*/ 962694895 h 723"/>
              <a:gd name="T8" fmla="*/ 0 w 2532"/>
              <a:gd name="T9" fmla="*/ 107314314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10" name="Picture 568" descr="light2.png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8831667" y="2392289"/>
            <a:ext cx="92772" cy="4054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8" name="Picture 603" descr="car_icon_small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99539" y="2116958"/>
            <a:ext cx="849312" cy="168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2" name="Picture 1116" descr="laptop_keyboard"/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510375" y="3605209"/>
            <a:ext cx="286699" cy="11944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3" name="Freeform 1117"/>
          <p:cNvSpPr/>
          <p:nvPr/>
        </p:nvSpPr>
        <p:spPr bwMode="auto">
          <a:xfrm>
            <a:off x="7605388" y="3489299"/>
            <a:ext cx="230764" cy="155883"/>
          </a:xfrm>
          <a:custGeom>
            <a:avLst/>
            <a:gdLst>
              <a:gd name="T0" fmla="*/ 143665061 w 2982"/>
              <a:gd name="T1" fmla="*/ 0 h 2442"/>
              <a:gd name="T2" fmla="*/ 0 w 2982"/>
              <a:gd name="T3" fmla="*/ 66329557 h 2442"/>
              <a:gd name="T4" fmla="*/ 573719931 w 2982"/>
              <a:gd name="T5" fmla="*/ 82975142 h 2442"/>
              <a:gd name="T6" fmla="*/ 717384993 w 2982"/>
              <a:gd name="T7" fmla="*/ 16645585 h 2442"/>
              <a:gd name="T8" fmla="*/ 14366506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94" name="Picture 1118" descr="screen"/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16754" y="3493308"/>
            <a:ext cx="209692" cy="1418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5" name="Freeform 1119"/>
          <p:cNvSpPr/>
          <p:nvPr/>
        </p:nvSpPr>
        <p:spPr bwMode="auto">
          <a:xfrm>
            <a:off x="7647403" y="3484701"/>
            <a:ext cx="195517" cy="29007"/>
          </a:xfrm>
          <a:custGeom>
            <a:avLst/>
            <a:gdLst>
              <a:gd name="T0" fmla="*/ 35620212 w 2528"/>
              <a:gd name="T1" fmla="*/ 0 h 455"/>
              <a:gd name="T2" fmla="*/ 608343257 w 2528"/>
              <a:gd name="T3" fmla="*/ 16582250 h 455"/>
              <a:gd name="T4" fmla="*/ 572256449 w 2528"/>
              <a:gd name="T5" fmla="*/ 16582250 h 455"/>
              <a:gd name="T6" fmla="*/ 0 w 2528"/>
              <a:gd name="T7" fmla="*/ 16582250 h 455"/>
              <a:gd name="T8" fmla="*/ 35620212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6" name="Freeform 1120"/>
          <p:cNvSpPr/>
          <p:nvPr/>
        </p:nvSpPr>
        <p:spPr bwMode="auto">
          <a:xfrm>
            <a:off x="7603345" y="3484465"/>
            <a:ext cx="54275" cy="120745"/>
          </a:xfrm>
          <a:custGeom>
            <a:avLst/>
            <a:gdLst>
              <a:gd name="T0" fmla="*/ 142804406 w 702"/>
              <a:gd name="T1" fmla="*/ 0 h 1893"/>
              <a:gd name="T2" fmla="*/ 0 w 702"/>
              <a:gd name="T3" fmla="*/ 66174575 h 1893"/>
              <a:gd name="T4" fmla="*/ 35584530 w 702"/>
              <a:gd name="T5" fmla="*/ 66174575 h 1893"/>
              <a:gd name="T6" fmla="*/ 178855222 w 702"/>
              <a:gd name="T7" fmla="*/ 16607700 h 1893"/>
              <a:gd name="T8" fmla="*/ 142804406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7" name="Freeform 1121"/>
          <p:cNvSpPr/>
          <p:nvPr/>
        </p:nvSpPr>
        <p:spPr bwMode="auto">
          <a:xfrm>
            <a:off x="7783026" y="3506043"/>
            <a:ext cx="58489" cy="139375"/>
          </a:xfrm>
          <a:custGeom>
            <a:avLst/>
            <a:gdLst>
              <a:gd name="T0" fmla="*/ 179213623 w 756"/>
              <a:gd name="T1" fmla="*/ 0 h 2184"/>
              <a:gd name="T2" fmla="*/ 35656008 w 756"/>
              <a:gd name="T3" fmla="*/ 82904513 h 2184"/>
              <a:gd name="T4" fmla="*/ 0 w 756"/>
              <a:gd name="T5" fmla="*/ 82904513 h 2184"/>
              <a:gd name="T6" fmla="*/ 143090785 w 756"/>
              <a:gd name="T7" fmla="*/ 16632211 h 2184"/>
              <a:gd name="T8" fmla="*/ 179213623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8" name="Freeform 1122"/>
          <p:cNvSpPr/>
          <p:nvPr/>
        </p:nvSpPr>
        <p:spPr bwMode="auto">
          <a:xfrm>
            <a:off x="7602706" y="3599078"/>
            <a:ext cx="214545" cy="47048"/>
          </a:xfrm>
          <a:custGeom>
            <a:avLst/>
            <a:gdLst>
              <a:gd name="T0" fmla="*/ 35658648 w 2773"/>
              <a:gd name="T1" fmla="*/ 0 h 738"/>
              <a:gd name="T2" fmla="*/ 0 w 2773"/>
              <a:gd name="T3" fmla="*/ 16581742 h 738"/>
              <a:gd name="T4" fmla="*/ 573357470 w 2773"/>
              <a:gd name="T5" fmla="*/ 33163485 h 738"/>
              <a:gd name="T6" fmla="*/ 573357470 w 2773"/>
              <a:gd name="T7" fmla="*/ 16581742 h 738"/>
              <a:gd name="T8" fmla="*/ 35658648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9" name="Freeform 1123"/>
          <p:cNvSpPr/>
          <p:nvPr/>
        </p:nvSpPr>
        <p:spPr bwMode="auto">
          <a:xfrm>
            <a:off x="7789539" y="3507222"/>
            <a:ext cx="54786" cy="139965"/>
          </a:xfrm>
          <a:custGeom>
            <a:avLst/>
            <a:gdLst>
              <a:gd name="T0" fmla="*/ 656550006 w 637"/>
              <a:gd name="T1" fmla="*/ 0 h 1659"/>
              <a:gd name="T2" fmla="*/ 656550006 w 637"/>
              <a:gd name="T3" fmla="*/ 0 h 1659"/>
              <a:gd name="T4" fmla="*/ 54716163 w 637"/>
              <a:gd name="T5" fmla="*/ 2147483646 h 1659"/>
              <a:gd name="T6" fmla="*/ 0 w 637"/>
              <a:gd name="T7" fmla="*/ 2147483646 h 1659"/>
              <a:gd name="T8" fmla="*/ 65655000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0" name="Freeform 1124"/>
          <p:cNvSpPr/>
          <p:nvPr/>
        </p:nvSpPr>
        <p:spPr bwMode="auto">
          <a:xfrm>
            <a:off x="7602962" y="3605327"/>
            <a:ext cx="190792" cy="46458"/>
          </a:xfrm>
          <a:custGeom>
            <a:avLst/>
            <a:gdLst>
              <a:gd name="T0" fmla="*/ 0 w 2216"/>
              <a:gd name="T1" fmla="*/ 0 h 550"/>
              <a:gd name="T2" fmla="*/ 54884212 w 2216"/>
              <a:gd name="T3" fmla="*/ 101852492 h 550"/>
              <a:gd name="T4" fmla="*/ 2147483646 w 2216"/>
              <a:gd name="T5" fmla="*/ 1017940055 h 550"/>
              <a:gd name="T6" fmla="*/ 2147483646 w 2216"/>
              <a:gd name="T7" fmla="*/ 865464562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01" name="Group 1125"/>
          <p:cNvGrpSpPr/>
          <p:nvPr/>
        </p:nvGrpSpPr>
        <p:grpSpPr bwMode="auto">
          <a:xfrm>
            <a:off x="7599769" y="3654969"/>
            <a:ext cx="64747" cy="27592"/>
            <a:chOff x="1740" y="2642"/>
            <a:chExt cx="752" cy="327"/>
          </a:xfrm>
        </p:grpSpPr>
        <p:sp>
          <p:nvSpPr>
            <p:cNvPr id="140" name="Freeform 1126"/>
            <p:cNvSpPr/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1" name="Freeform 1127"/>
            <p:cNvSpPr/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2" name="Freeform 1128"/>
            <p:cNvSpPr/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3" name="Freeform 1129"/>
            <p:cNvSpPr/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4" name="Freeform 1130"/>
            <p:cNvSpPr/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5" name="Freeform 1131"/>
            <p:cNvSpPr/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02" name="Freeform 1132"/>
          <p:cNvSpPr/>
          <p:nvPr/>
        </p:nvSpPr>
        <p:spPr bwMode="auto">
          <a:xfrm>
            <a:off x="7710617" y="3659096"/>
            <a:ext cx="78411" cy="60608"/>
          </a:xfrm>
          <a:custGeom>
            <a:avLst/>
            <a:gdLst>
              <a:gd name="T0" fmla="*/ 39250883 w 990"/>
              <a:gd name="T1" fmla="*/ 342828616 h 792"/>
              <a:gd name="T2" fmla="*/ 354255671 w 990"/>
              <a:gd name="T3" fmla="*/ 0 h 792"/>
              <a:gd name="T4" fmla="*/ 354255671 w 990"/>
              <a:gd name="T5" fmla="*/ 34504242 h 792"/>
              <a:gd name="T6" fmla="*/ 0 w 990"/>
              <a:gd name="T7" fmla="*/ 342828616 h 792"/>
              <a:gd name="T8" fmla="*/ 39250883 w 990"/>
              <a:gd name="T9" fmla="*/ 342828616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3" name="Freeform 1133"/>
          <p:cNvSpPr/>
          <p:nvPr/>
        </p:nvSpPr>
        <p:spPr bwMode="auto">
          <a:xfrm>
            <a:off x="7510503" y="3663931"/>
            <a:ext cx="200625" cy="55302"/>
          </a:xfrm>
          <a:custGeom>
            <a:avLst/>
            <a:gdLst>
              <a:gd name="T0" fmla="*/ 39302216 w 2532"/>
              <a:gd name="T1" fmla="*/ 0 h 723"/>
              <a:gd name="T2" fmla="*/ 39302216 w 2532"/>
              <a:gd name="T3" fmla="*/ 0 h 723"/>
              <a:gd name="T4" fmla="*/ 867084690 w 2532"/>
              <a:gd name="T5" fmla="*/ 307891170 h 723"/>
              <a:gd name="T6" fmla="*/ 867084690 w 2532"/>
              <a:gd name="T7" fmla="*/ 342351506 h 723"/>
              <a:gd name="T8" fmla="*/ 0 w 2532"/>
              <a:gd name="T9" fmla="*/ 34009889 h 723"/>
              <a:gd name="T10" fmla="*/ 39302216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4" name="Freeform 1134"/>
          <p:cNvSpPr/>
          <p:nvPr/>
        </p:nvSpPr>
        <p:spPr bwMode="auto">
          <a:xfrm>
            <a:off x="7510631" y="3653790"/>
            <a:ext cx="2171" cy="11202"/>
          </a:xfrm>
          <a:custGeom>
            <a:avLst/>
            <a:gdLst>
              <a:gd name="T0" fmla="*/ 48903362 w 26"/>
              <a:gd name="T1" fmla="*/ 33634500 h 147"/>
              <a:gd name="T2" fmla="*/ 48903362 w 26"/>
              <a:gd name="T3" fmla="*/ 67263209 h 147"/>
              <a:gd name="T4" fmla="*/ 0 w 26"/>
              <a:gd name="T5" fmla="*/ 67263209 h 147"/>
              <a:gd name="T6" fmla="*/ 48903362 w 26"/>
              <a:gd name="T7" fmla="*/ 0 h 147"/>
              <a:gd name="T8" fmla="*/ 48903362 w 26"/>
              <a:gd name="T9" fmla="*/ 33634500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" name="Freeform 1135"/>
          <p:cNvSpPr/>
          <p:nvPr/>
        </p:nvSpPr>
        <p:spPr bwMode="auto">
          <a:xfrm>
            <a:off x="7510758" y="3608157"/>
            <a:ext cx="93225" cy="46340"/>
          </a:xfrm>
          <a:custGeom>
            <a:avLst/>
            <a:gdLst>
              <a:gd name="T0" fmla="*/ 395043791 w 1176"/>
              <a:gd name="T1" fmla="*/ 0 h 606"/>
              <a:gd name="T2" fmla="*/ 0 w 1176"/>
              <a:gd name="T3" fmla="*/ 273654982 h 606"/>
              <a:gd name="T4" fmla="*/ 39357994 w 1176"/>
              <a:gd name="T5" fmla="*/ 273654982 h 606"/>
              <a:gd name="T6" fmla="*/ 395043791 w 1176"/>
              <a:gd name="T7" fmla="*/ 33985420 h 606"/>
              <a:gd name="T8" fmla="*/ 39504379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6" name="Freeform 1136"/>
          <p:cNvSpPr/>
          <p:nvPr/>
        </p:nvSpPr>
        <p:spPr bwMode="auto">
          <a:xfrm>
            <a:off x="7517016" y="3656149"/>
            <a:ext cx="190281" cy="53180"/>
          </a:xfrm>
          <a:custGeom>
            <a:avLst/>
            <a:gdLst>
              <a:gd name="T0" fmla="*/ 31829833 w 2532"/>
              <a:gd name="T1" fmla="*/ 0 h 723"/>
              <a:gd name="T2" fmla="*/ 31829833 w 2532"/>
              <a:gd name="T3" fmla="*/ 0 h 723"/>
              <a:gd name="T4" fmla="*/ 382827787 w 2532"/>
              <a:gd name="T5" fmla="*/ 175498781 h 723"/>
              <a:gd name="T6" fmla="*/ 382827787 w 2532"/>
              <a:gd name="T7" fmla="*/ 175498781 h 723"/>
              <a:gd name="T8" fmla="*/ 0 w 2532"/>
              <a:gd name="T9" fmla="*/ 29448186 h 723"/>
              <a:gd name="T10" fmla="*/ 31829833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7" name="Freeform 1137"/>
          <p:cNvSpPr/>
          <p:nvPr/>
        </p:nvSpPr>
        <p:spPr bwMode="auto">
          <a:xfrm flipV="1">
            <a:off x="7707042" y="3652375"/>
            <a:ext cx="77645" cy="55066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302641137 h 723"/>
              <a:gd name="T6" fmla="*/ 0 w 2532"/>
              <a:gd name="T7" fmla="*/ 302641137 h 723"/>
              <a:gd name="T8" fmla="*/ 0 w 2532"/>
              <a:gd name="T9" fmla="*/ 33575256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38" name="Picture 1140" descr="desktop_computer_stylized_medium"/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7991996" y="3567143"/>
            <a:ext cx="359261" cy="3420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9" name="Freeform 1141"/>
          <p:cNvSpPr/>
          <p:nvPr/>
        </p:nvSpPr>
        <p:spPr bwMode="auto">
          <a:xfrm flipH="1">
            <a:off x="8145217" y="3599942"/>
            <a:ext cx="169400" cy="156753"/>
          </a:xfrm>
          <a:custGeom>
            <a:avLst/>
            <a:gdLst>
              <a:gd name="T0" fmla="*/ 0 w 356"/>
              <a:gd name="T1" fmla="*/ 0 h 368"/>
              <a:gd name="T2" fmla="*/ 300 w 356"/>
              <a:gd name="T3" fmla="*/ 14 h 368"/>
              <a:gd name="T4" fmla="*/ 356 w 356"/>
              <a:gd name="T5" fmla="*/ 294 h 368"/>
              <a:gd name="T6" fmla="*/ 78 w 356"/>
              <a:gd name="T7" fmla="*/ 368 h 368"/>
              <a:gd name="T8" fmla="*/ 0 w 356"/>
              <a:gd name="T9" fmla="*/ 0 h 36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6"/>
              <a:gd name="T16" fmla="*/ 0 h 368"/>
              <a:gd name="T17" fmla="*/ 356 w 356"/>
              <a:gd name="T18" fmla="*/ 368 h 36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6" h="368">
                <a:moveTo>
                  <a:pt x="0" y="0"/>
                </a:moveTo>
                <a:lnTo>
                  <a:pt x="300" y="14"/>
                </a:lnTo>
                <a:lnTo>
                  <a:pt x="356" y="294"/>
                </a:lnTo>
                <a:lnTo>
                  <a:pt x="78" y="368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chemeClr val="bg1"/>
              </a:gs>
            </a:gsLst>
            <a:lin ang="27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prstDash val="solid"/>
                <a:round/>
              </a14:hiddenLine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13" name="Picture 571" descr="fridge2.png"/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3199" y="3385017"/>
            <a:ext cx="189578" cy="3370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71" name="Group 950"/>
          <p:cNvGrpSpPr/>
          <p:nvPr/>
        </p:nvGrpSpPr>
        <p:grpSpPr bwMode="auto">
          <a:xfrm>
            <a:off x="10288915" y="5273951"/>
            <a:ext cx="177192" cy="330833"/>
            <a:chOff x="4140" y="429"/>
            <a:chExt cx="1425" cy="2396"/>
          </a:xfrm>
        </p:grpSpPr>
        <p:sp>
          <p:nvSpPr>
            <p:cNvPr id="207" name="Freeform 951"/>
            <p:cNvSpPr/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8" name="Rectangle 952"/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09" name="Freeform 953"/>
            <p:cNvSpPr/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0" name="Freeform 954"/>
            <p:cNvSpPr/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1" name="Rectangle 955"/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2" name="Group 956"/>
            <p:cNvGrpSpPr/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37" name="AutoShape 957"/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8" name="AutoShape 958"/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3" name="Rectangle 959"/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4" name="Group 960"/>
            <p:cNvGrpSpPr/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35" name="AutoShape 961"/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6" name="AutoShape 962"/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5" name="Rectangle 963"/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16" name="Rectangle 964"/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7" name="Group 965"/>
            <p:cNvGrpSpPr/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33" name="AutoShape 966"/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4" name="AutoShape 967"/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8" name="Freeform 968"/>
            <p:cNvSpPr/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19" name="Group 969"/>
            <p:cNvGrpSpPr/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31" name="AutoShape 970"/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2" name="AutoShape 971"/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20" name="Rectangle 972"/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1" name="Freeform 973"/>
            <p:cNvSpPr/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2" name="Freeform 974"/>
            <p:cNvSpPr/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3" name="Oval 975"/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4" name="Freeform 976"/>
            <p:cNvSpPr/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5" name="AutoShape 977"/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6" name="AutoShape 978"/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7" name="Oval 979"/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8" name="Oval 980"/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9" name="Oval 981"/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30" name="Rectangle 982"/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44" name="Group 590"/>
          <p:cNvGrpSpPr/>
          <p:nvPr/>
        </p:nvGrpSpPr>
        <p:grpSpPr bwMode="auto">
          <a:xfrm flipH="1">
            <a:off x="7980855" y="4900161"/>
            <a:ext cx="345630" cy="320302"/>
            <a:chOff x="2839" y="3501"/>
            <a:chExt cx="755" cy="803"/>
          </a:xfrm>
        </p:grpSpPr>
        <p:pic>
          <p:nvPicPr>
            <p:cNvPr id="367" name="Picture 591" descr="desktop_computer_stylized_medium"/>
            <p:cNvPicPr>
              <a:picLocks noChangeAspect="1" noChangeArrowheads="1"/>
            </p:cNvPicPr>
            <p:nvPr/>
          </p:nvPicPr>
          <p:blipFill>
            <a:blip r:embed="rId10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8" name="Freeform 592"/>
            <p:cNvSpPr/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147" name="Picture 1066" descr="laptop_keyboard"/>
          <p:cNvPicPr>
            <a:picLocks noChangeAspect="1" noChangeArrowheads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216586" y="6040274"/>
            <a:ext cx="253501" cy="1203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8" name="Freeform 1067"/>
          <p:cNvSpPr/>
          <p:nvPr/>
        </p:nvSpPr>
        <p:spPr bwMode="auto">
          <a:xfrm>
            <a:off x="9300597" y="5923494"/>
            <a:ext cx="204043" cy="157052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49" name="Picture 1068" descr="screen"/>
          <p:cNvPicPr>
            <a:picLocks noChangeAspect="1" noChangeArrowheads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10647" y="5927534"/>
            <a:ext cx="185412" cy="14291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0" name="Freeform 1069"/>
          <p:cNvSpPr/>
          <p:nvPr/>
        </p:nvSpPr>
        <p:spPr bwMode="auto">
          <a:xfrm>
            <a:off x="9337747" y="5918861"/>
            <a:ext cx="172878" cy="29225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1" name="Freeform 1070"/>
          <p:cNvSpPr/>
          <p:nvPr/>
        </p:nvSpPr>
        <p:spPr bwMode="auto">
          <a:xfrm>
            <a:off x="9298791" y="5918624"/>
            <a:ext cx="47990" cy="121650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2" name="Freeform 1071"/>
          <p:cNvSpPr/>
          <p:nvPr/>
        </p:nvSpPr>
        <p:spPr bwMode="auto">
          <a:xfrm>
            <a:off x="9457666" y="5940364"/>
            <a:ext cx="51716" cy="14042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3" name="Freeform 1072"/>
          <p:cNvSpPr/>
          <p:nvPr/>
        </p:nvSpPr>
        <p:spPr bwMode="auto">
          <a:xfrm>
            <a:off x="9298226" y="6034096"/>
            <a:ext cx="189702" cy="47401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4" name="Freeform 1073"/>
          <p:cNvSpPr/>
          <p:nvPr/>
        </p:nvSpPr>
        <p:spPr bwMode="auto">
          <a:xfrm>
            <a:off x="9463425" y="5941552"/>
            <a:ext cx="48442" cy="141014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5" name="Freeform 1074"/>
          <p:cNvSpPr/>
          <p:nvPr/>
        </p:nvSpPr>
        <p:spPr bwMode="auto">
          <a:xfrm>
            <a:off x="9298452" y="6040392"/>
            <a:ext cx="168700" cy="46807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56" name="Group 1075"/>
          <p:cNvGrpSpPr/>
          <p:nvPr/>
        </p:nvGrpSpPr>
        <p:grpSpPr bwMode="auto">
          <a:xfrm>
            <a:off x="9295629" y="6090407"/>
            <a:ext cx="57249" cy="27799"/>
            <a:chOff x="1740" y="2642"/>
            <a:chExt cx="752" cy="327"/>
          </a:xfrm>
        </p:grpSpPr>
        <p:sp>
          <p:nvSpPr>
            <p:cNvPr id="163" name="Freeform 1076"/>
            <p:cNvSpPr/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4" name="Freeform 1077"/>
            <p:cNvSpPr/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5" name="Freeform 1078"/>
            <p:cNvSpPr/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6" name="Freeform 1079"/>
            <p:cNvSpPr/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7" name="Freeform 1080"/>
            <p:cNvSpPr/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8" name="Freeform 1081"/>
            <p:cNvSpPr/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57" name="Freeform 1082"/>
          <p:cNvSpPr/>
          <p:nvPr/>
        </p:nvSpPr>
        <p:spPr bwMode="auto">
          <a:xfrm>
            <a:off x="9393642" y="6094565"/>
            <a:ext cx="69332" cy="61063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8" name="Freeform 1083"/>
          <p:cNvSpPr/>
          <p:nvPr/>
        </p:nvSpPr>
        <p:spPr bwMode="auto">
          <a:xfrm>
            <a:off x="9216699" y="6099436"/>
            <a:ext cx="177394" cy="55717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9" name="Freeform 1084"/>
          <p:cNvSpPr/>
          <p:nvPr/>
        </p:nvSpPr>
        <p:spPr bwMode="auto">
          <a:xfrm>
            <a:off x="9216812" y="6089219"/>
            <a:ext cx="1920" cy="11286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0" name="Freeform 1085"/>
          <p:cNvSpPr/>
          <p:nvPr/>
        </p:nvSpPr>
        <p:spPr bwMode="auto">
          <a:xfrm>
            <a:off x="9216925" y="6043244"/>
            <a:ext cx="82430" cy="46688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1" name="Freeform 1086"/>
          <p:cNvSpPr/>
          <p:nvPr/>
        </p:nvSpPr>
        <p:spPr bwMode="auto">
          <a:xfrm>
            <a:off x="9222458" y="6091595"/>
            <a:ext cx="168248" cy="53578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2" name="Freeform 1087"/>
          <p:cNvSpPr/>
          <p:nvPr/>
        </p:nvSpPr>
        <p:spPr bwMode="auto">
          <a:xfrm flipV="1">
            <a:off x="9390480" y="6087793"/>
            <a:ext cx="68654" cy="5547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490" name="Group 590"/>
          <p:cNvGrpSpPr/>
          <p:nvPr/>
        </p:nvGrpSpPr>
        <p:grpSpPr bwMode="auto">
          <a:xfrm flipH="1">
            <a:off x="8153909" y="5504657"/>
            <a:ext cx="345630" cy="320302"/>
            <a:chOff x="2839" y="3501"/>
            <a:chExt cx="755" cy="803"/>
          </a:xfrm>
        </p:grpSpPr>
        <p:pic>
          <p:nvPicPr>
            <p:cNvPr id="491" name="Picture 591" descr="desktop_computer_stylized_medium"/>
            <p:cNvPicPr>
              <a:picLocks noChangeAspect="1" noChangeArrowheads="1"/>
            </p:cNvPicPr>
            <p:nvPr/>
          </p:nvPicPr>
          <p:blipFill>
            <a:blip r:embed="rId10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2" name="Freeform 592"/>
            <p:cNvSpPr/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493" name="Group 590"/>
          <p:cNvGrpSpPr/>
          <p:nvPr/>
        </p:nvGrpSpPr>
        <p:grpSpPr bwMode="auto">
          <a:xfrm flipH="1">
            <a:off x="8552134" y="5526130"/>
            <a:ext cx="345630" cy="320302"/>
            <a:chOff x="2839" y="3501"/>
            <a:chExt cx="755" cy="803"/>
          </a:xfrm>
        </p:grpSpPr>
        <p:pic>
          <p:nvPicPr>
            <p:cNvPr id="494" name="Picture 591" descr="desktop_computer_stylized_medium"/>
            <p:cNvPicPr>
              <a:picLocks noChangeAspect="1" noChangeArrowheads="1"/>
            </p:cNvPicPr>
            <p:nvPr/>
          </p:nvPicPr>
          <p:blipFill>
            <a:blip r:embed="rId10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5" name="Freeform 592"/>
            <p:cNvSpPr/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498" name="Picture 1066" descr="laptop_keyboard"/>
          <p:cNvPicPr>
            <a:picLocks noChangeAspect="1" noChangeArrowheads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550087" y="5949454"/>
            <a:ext cx="260920" cy="99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99" name="Freeform 1067"/>
          <p:cNvSpPr/>
          <p:nvPr/>
        </p:nvSpPr>
        <p:spPr bwMode="auto">
          <a:xfrm>
            <a:off x="9636557" y="5853324"/>
            <a:ext cx="210015" cy="129281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500" name="Picture 1068" descr="screen"/>
          <p:cNvPicPr>
            <a:picLocks noChangeAspect="1" noChangeArrowheads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646901" y="5856649"/>
            <a:ext cx="190838" cy="1176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01" name="Freeform 1069"/>
          <p:cNvSpPr/>
          <p:nvPr/>
        </p:nvSpPr>
        <p:spPr bwMode="auto">
          <a:xfrm>
            <a:off x="9674794" y="5849510"/>
            <a:ext cx="177937" cy="24057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2" name="Freeform 1070"/>
          <p:cNvSpPr/>
          <p:nvPr/>
        </p:nvSpPr>
        <p:spPr bwMode="auto">
          <a:xfrm>
            <a:off x="9634698" y="5849315"/>
            <a:ext cx="49395" cy="100139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3" name="Freeform 1071"/>
          <p:cNvSpPr/>
          <p:nvPr/>
        </p:nvSpPr>
        <p:spPr bwMode="auto">
          <a:xfrm>
            <a:off x="9798223" y="5867211"/>
            <a:ext cx="53230" cy="11559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4" name="Freeform 1072"/>
          <p:cNvSpPr/>
          <p:nvPr/>
        </p:nvSpPr>
        <p:spPr bwMode="auto">
          <a:xfrm>
            <a:off x="9634116" y="5944369"/>
            <a:ext cx="195254" cy="39019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5" name="Freeform 1073"/>
          <p:cNvSpPr/>
          <p:nvPr/>
        </p:nvSpPr>
        <p:spPr bwMode="auto">
          <a:xfrm>
            <a:off x="9804150" y="5868189"/>
            <a:ext cx="49860" cy="116079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6" name="Freeform 1074"/>
          <p:cNvSpPr/>
          <p:nvPr/>
        </p:nvSpPr>
        <p:spPr bwMode="auto">
          <a:xfrm>
            <a:off x="9634349" y="5949552"/>
            <a:ext cx="173637" cy="38530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507" name="Group 1075"/>
          <p:cNvGrpSpPr/>
          <p:nvPr/>
        </p:nvGrpSpPr>
        <p:grpSpPr bwMode="auto">
          <a:xfrm>
            <a:off x="9631443" y="5990722"/>
            <a:ext cx="58925" cy="22883"/>
            <a:chOff x="1740" y="2642"/>
            <a:chExt cx="752" cy="327"/>
          </a:xfrm>
        </p:grpSpPr>
        <p:sp>
          <p:nvSpPr>
            <p:cNvPr id="514" name="Freeform 1076"/>
            <p:cNvSpPr/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5" name="Freeform 1077"/>
            <p:cNvSpPr/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6" name="Freeform 1078"/>
            <p:cNvSpPr/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7" name="Freeform 1079"/>
            <p:cNvSpPr/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8" name="Freeform 1080"/>
            <p:cNvSpPr/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9" name="Freeform 1081"/>
            <p:cNvSpPr/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508" name="Freeform 1082"/>
          <p:cNvSpPr/>
          <p:nvPr/>
        </p:nvSpPr>
        <p:spPr bwMode="auto">
          <a:xfrm>
            <a:off x="9732325" y="5994145"/>
            <a:ext cx="71361" cy="50265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9" name="Freeform 1083"/>
          <p:cNvSpPr/>
          <p:nvPr/>
        </p:nvSpPr>
        <p:spPr bwMode="auto">
          <a:xfrm>
            <a:off x="9550204" y="5998154"/>
            <a:ext cx="182586" cy="4586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0" name="Freeform 1084"/>
          <p:cNvSpPr/>
          <p:nvPr/>
        </p:nvSpPr>
        <p:spPr bwMode="auto">
          <a:xfrm>
            <a:off x="9550320" y="5989744"/>
            <a:ext cx="1976" cy="9290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1" name="Freeform 1085"/>
          <p:cNvSpPr/>
          <p:nvPr/>
        </p:nvSpPr>
        <p:spPr bwMode="auto">
          <a:xfrm>
            <a:off x="9550436" y="5951899"/>
            <a:ext cx="84843" cy="38432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2" name="Freeform 1086"/>
          <p:cNvSpPr/>
          <p:nvPr/>
        </p:nvSpPr>
        <p:spPr bwMode="auto">
          <a:xfrm>
            <a:off x="9556131" y="5991700"/>
            <a:ext cx="173172" cy="4410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3" name="Freeform 1087"/>
          <p:cNvSpPr/>
          <p:nvPr/>
        </p:nvSpPr>
        <p:spPr bwMode="auto">
          <a:xfrm flipV="1">
            <a:off x="9729071" y="5988571"/>
            <a:ext cx="70663" cy="4566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72" name="Group 983"/>
          <p:cNvGrpSpPr/>
          <p:nvPr/>
        </p:nvGrpSpPr>
        <p:grpSpPr bwMode="auto">
          <a:xfrm>
            <a:off x="10017877" y="5636388"/>
            <a:ext cx="171450" cy="348944"/>
            <a:chOff x="4140" y="429"/>
            <a:chExt cx="1425" cy="2396"/>
          </a:xfrm>
        </p:grpSpPr>
        <p:sp>
          <p:nvSpPr>
            <p:cNvPr id="175" name="Freeform 984"/>
            <p:cNvSpPr/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6" name="Rectangle 985"/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7" name="Freeform 986"/>
            <p:cNvSpPr/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8" name="Freeform 987"/>
            <p:cNvSpPr/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9" name="Rectangle 988"/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0" name="Group 989"/>
            <p:cNvGrpSpPr/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05" name="AutoShape 990"/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6" name="AutoShape 991"/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1" name="Rectangle 992"/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2" name="Group 993"/>
            <p:cNvGrpSpPr/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03" name="AutoShape 994"/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4" name="AutoShape 995"/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3" name="Rectangle 996"/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4" name="Rectangle 997"/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5" name="Group 998"/>
            <p:cNvGrpSpPr/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01" name="AutoShape 999"/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2" name="AutoShape 1000"/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6" name="Freeform 1001"/>
            <p:cNvSpPr/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87" name="Group 1002"/>
            <p:cNvGrpSpPr/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9" name="AutoShape 1003"/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0" name="AutoShape 1004"/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8" name="Rectangle 1005"/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9" name="Freeform 1006"/>
            <p:cNvSpPr/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0" name="Freeform 1007"/>
            <p:cNvSpPr/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1" name="Oval 1008"/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2" name="Freeform 1009"/>
            <p:cNvSpPr/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3" name="AutoShape 1010"/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4" name="AutoShape 1011"/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5" name="Oval 1012"/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6" name="Oval 1013"/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7" name="Oval 1014"/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8" name="Rectangle 1015"/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487" name="Group 590"/>
          <p:cNvGrpSpPr/>
          <p:nvPr/>
        </p:nvGrpSpPr>
        <p:grpSpPr bwMode="auto">
          <a:xfrm flipH="1">
            <a:off x="7773981" y="5281060"/>
            <a:ext cx="345630" cy="320302"/>
            <a:chOff x="2839" y="3501"/>
            <a:chExt cx="755" cy="803"/>
          </a:xfrm>
        </p:grpSpPr>
        <p:pic>
          <p:nvPicPr>
            <p:cNvPr id="488" name="Picture 591" descr="desktop_computer_stylized_medium"/>
            <p:cNvPicPr>
              <a:picLocks noChangeAspect="1" noChangeArrowheads="1"/>
            </p:cNvPicPr>
            <p:nvPr/>
          </p:nvPicPr>
          <p:blipFill>
            <a:blip r:embed="rId10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89" name="Freeform 592"/>
            <p:cNvSpPr/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9" name="Rectangle 8"/>
          <p:cNvSpPr/>
          <p:nvPr/>
        </p:nvSpPr>
        <p:spPr>
          <a:xfrm>
            <a:off x="6471025" y="1451551"/>
            <a:ext cx="5359400" cy="4954628"/>
          </a:xfrm>
          <a:prstGeom prst="rect">
            <a:avLst/>
          </a:prstGeom>
          <a:solidFill>
            <a:schemeClr val="bg1">
              <a:alpha val="6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0" name="Group 19"/>
          <p:cNvGrpSpPr/>
          <p:nvPr/>
        </p:nvGrpSpPr>
        <p:grpSpPr>
          <a:xfrm>
            <a:off x="7439074" y="1859725"/>
            <a:ext cx="4144321" cy="4127477"/>
            <a:chOff x="7439074" y="1859725"/>
            <a:chExt cx="4144321" cy="4127477"/>
          </a:xfrm>
        </p:grpSpPr>
        <p:grpSp>
          <p:nvGrpSpPr>
            <p:cNvPr id="15" name="Group 14"/>
            <p:cNvGrpSpPr/>
            <p:nvPr/>
          </p:nvGrpSpPr>
          <p:grpSpPr>
            <a:xfrm>
              <a:off x="7439074" y="1859725"/>
              <a:ext cx="1802647" cy="1120859"/>
              <a:chOff x="7439074" y="1859725"/>
              <a:chExt cx="1802647" cy="1120859"/>
            </a:xfrm>
          </p:grpSpPr>
          <p:pic>
            <p:nvPicPr>
              <p:cNvPr id="242" name="Picture 799" descr="cell_tower_radiation copy"/>
              <p:cNvPicPr>
                <a:picLocks noChangeAspect="1" noChangeArrowheads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80866" y="2158167"/>
                <a:ext cx="457200" cy="3327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39" name="Line 426"/>
              <p:cNvSpPr>
                <a:spLocks noChangeShapeType="1"/>
              </p:cNvSpPr>
              <p:nvPr/>
            </p:nvSpPr>
            <p:spPr bwMode="auto">
              <a:xfrm>
                <a:off x="8207860" y="2700359"/>
                <a:ext cx="227964" cy="17435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241" name="Group 783"/>
              <p:cNvGrpSpPr/>
              <p:nvPr/>
            </p:nvGrpSpPr>
            <p:grpSpPr bwMode="auto">
              <a:xfrm>
                <a:off x="8050698" y="2309376"/>
                <a:ext cx="298450" cy="464008"/>
                <a:chOff x="3130" y="3288"/>
                <a:chExt cx="410" cy="742"/>
              </a:xfrm>
            </p:grpSpPr>
            <p:sp>
              <p:nvSpPr>
                <p:cNvPr id="244" name="Line 270"/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5" name="Line 271"/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6" name="Line 272"/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7" name="Line 273"/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8" name="Line 274"/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9" name="Line 275"/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0" name="Line 276"/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1" name="Line 277"/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2" name="Line 278"/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3" name="Line 279"/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4" name="Line 280"/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5" name="Line 281"/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6" name="Line 282"/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7" name="Line 283"/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8" name="Line 284"/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07" name="Group 406"/>
              <p:cNvGrpSpPr/>
              <p:nvPr/>
            </p:nvGrpSpPr>
            <p:grpSpPr>
              <a:xfrm>
                <a:off x="8439827" y="2812309"/>
                <a:ext cx="353678" cy="168275"/>
                <a:chOff x="7493876" y="2774731"/>
                <a:chExt cx="1481958" cy="894622"/>
              </a:xfrm>
            </p:grpSpPr>
            <p:sp>
              <p:nvSpPr>
                <p:cNvPr id="408" name="Freeform 407"/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-1" fmla="*/ 8187558 w 8187558"/>
                    <a:gd name="connsiteY0-2" fmla="*/ 0 h 2617076"/>
                    <a:gd name="connsiteX1-3" fmla="*/ 8187558 w 8187558"/>
                    <a:gd name="connsiteY1-4" fmla="*/ 1271752 h 2617076"/>
                    <a:gd name="connsiteX2-5" fmla="*/ 4025462 w 8187558"/>
                    <a:gd name="connsiteY2-6" fmla="*/ 2617076 h 2617076"/>
                    <a:gd name="connsiteX3-7" fmla="*/ 0 w 8187558"/>
                    <a:gd name="connsiteY3-8" fmla="*/ 1229711 h 2617076"/>
                    <a:gd name="connsiteX4-9" fmla="*/ 31531 w 8187558"/>
                    <a:gd name="connsiteY4-10" fmla="*/ 147145 h 2617076"/>
                    <a:gd name="connsiteX5-11" fmla="*/ 4046482 w 8187558"/>
                    <a:gd name="connsiteY5-12" fmla="*/ 1576552 h 2617076"/>
                    <a:gd name="connsiteX6-13" fmla="*/ 8187558 w 8187558"/>
                    <a:gd name="connsiteY6-14" fmla="*/ 0 h 2617076"/>
                    <a:gd name="connsiteX0-15" fmla="*/ 8187558 w 8187558"/>
                    <a:gd name="connsiteY0-16" fmla="*/ 0 h 2617076"/>
                    <a:gd name="connsiteX1-17" fmla="*/ 8187558 w 8187558"/>
                    <a:gd name="connsiteY1-18" fmla="*/ 1271752 h 2617076"/>
                    <a:gd name="connsiteX2-19" fmla="*/ 4025462 w 8187558"/>
                    <a:gd name="connsiteY2-20" fmla="*/ 2617076 h 2617076"/>
                    <a:gd name="connsiteX3-21" fmla="*/ 0 w 8187558"/>
                    <a:gd name="connsiteY3-22" fmla="*/ 1229711 h 2617076"/>
                    <a:gd name="connsiteX4-23" fmla="*/ 31531 w 8187558"/>
                    <a:gd name="connsiteY4-24" fmla="*/ 147145 h 2617076"/>
                    <a:gd name="connsiteX5-25" fmla="*/ 4046482 w 8187558"/>
                    <a:gd name="connsiteY5-26" fmla="*/ 1576552 h 2617076"/>
                    <a:gd name="connsiteX6-27" fmla="*/ 8187558 w 8187558"/>
                    <a:gd name="connsiteY6-28" fmla="*/ 0 h 2617076"/>
                    <a:gd name="connsiteX0-29" fmla="*/ 8187558 w 8187558"/>
                    <a:gd name="connsiteY0-30" fmla="*/ 0 h 2617076"/>
                    <a:gd name="connsiteX1-31" fmla="*/ 8187558 w 8187558"/>
                    <a:gd name="connsiteY1-32" fmla="*/ 1271752 h 2617076"/>
                    <a:gd name="connsiteX2-33" fmla="*/ 4025462 w 8187558"/>
                    <a:gd name="connsiteY2-34" fmla="*/ 2617076 h 2617076"/>
                    <a:gd name="connsiteX3-35" fmla="*/ 0 w 8187558"/>
                    <a:gd name="connsiteY3-36" fmla="*/ 1229711 h 2617076"/>
                    <a:gd name="connsiteX4-37" fmla="*/ 31531 w 8187558"/>
                    <a:gd name="connsiteY4-38" fmla="*/ 147145 h 2617076"/>
                    <a:gd name="connsiteX5-39" fmla="*/ 4046482 w 8187558"/>
                    <a:gd name="connsiteY5-40" fmla="*/ 1576552 h 2617076"/>
                    <a:gd name="connsiteX6-41" fmla="*/ 8187558 w 8187558"/>
                    <a:gd name="connsiteY6-42" fmla="*/ 0 h 2617076"/>
                    <a:gd name="connsiteX0-43" fmla="*/ 8187558 w 8187558"/>
                    <a:gd name="connsiteY0-44" fmla="*/ 0 h 2617076"/>
                    <a:gd name="connsiteX1-45" fmla="*/ 8187558 w 8187558"/>
                    <a:gd name="connsiteY1-46" fmla="*/ 1271752 h 2617076"/>
                    <a:gd name="connsiteX2-47" fmla="*/ 4025462 w 8187558"/>
                    <a:gd name="connsiteY2-48" fmla="*/ 2617076 h 2617076"/>
                    <a:gd name="connsiteX3-49" fmla="*/ 0 w 8187558"/>
                    <a:gd name="connsiteY3-50" fmla="*/ 1229711 h 2617076"/>
                    <a:gd name="connsiteX4-51" fmla="*/ 31531 w 8187558"/>
                    <a:gd name="connsiteY4-52" fmla="*/ 147145 h 2617076"/>
                    <a:gd name="connsiteX5-53" fmla="*/ 4046482 w 8187558"/>
                    <a:gd name="connsiteY5-54" fmla="*/ 1576552 h 2617076"/>
                    <a:gd name="connsiteX6-55" fmla="*/ 8187558 w 8187558"/>
                    <a:gd name="connsiteY6-56" fmla="*/ 0 h 2617076"/>
                    <a:gd name="connsiteX0-57" fmla="*/ 8187558 w 8187558"/>
                    <a:gd name="connsiteY0-58" fmla="*/ 0 h 2617076"/>
                    <a:gd name="connsiteX1-59" fmla="*/ 8187558 w 8187558"/>
                    <a:gd name="connsiteY1-60" fmla="*/ 1271752 h 2617076"/>
                    <a:gd name="connsiteX2-61" fmla="*/ 4025462 w 8187558"/>
                    <a:gd name="connsiteY2-62" fmla="*/ 2617076 h 2617076"/>
                    <a:gd name="connsiteX3-63" fmla="*/ 0 w 8187558"/>
                    <a:gd name="connsiteY3-64" fmla="*/ 1229711 h 2617076"/>
                    <a:gd name="connsiteX4-65" fmla="*/ 31531 w 8187558"/>
                    <a:gd name="connsiteY4-66" fmla="*/ 147145 h 2617076"/>
                    <a:gd name="connsiteX5-67" fmla="*/ 4046482 w 8187558"/>
                    <a:gd name="connsiteY5-68" fmla="*/ 1576552 h 2617076"/>
                    <a:gd name="connsiteX6-69" fmla="*/ 8187558 w 8187558"/>
                    <a:gd name="connsiteY6-70" fmla="*/ 0 h 2617076"/>
                    <a:gd name="connsiteX0-71" fmla="*/ 8187558 w 8187558"/>
                    <a:gd name="connsiteY0-72" fmla="*/ 0 h 2617076"/>
                    <a:gd name="connsiteX1-73" fmla="*/ 8187558 w 8187558"/>
                    <a:gd name="connsiteY1-74" fmla="*/ 1271752 h 2617076"/>
                    <a:gd name="connsiteX2-75" fmla="*/ 4025462 w 8187558"/>
                    <a:gd name="connsiteY2-76" fmla="*/ 2617076 h 2617076"/>
                    <a:gd name="connsiteX3-77" fmla="*/ 0 w 8187558"/>
                    <a:gd name="connsiteY3-78" fmla="*/ 1229711 h 2617076"/>
                    <a:gd name="connsiteX4-79" fmla="*/ 31531 w 8187558"/>
                    <a:gd name="connsiteY4-80" fmla="*/ 147145 h 2617076"/>
                    <a:gd name="connsiteX5-81" fmla="*/ 4046482 w 8187558"/>
                    <a:gd name="connsiteY5-82" fmla="*/ 1576552 h 2617076"/>
                    <a:gd name="connsiteX6-83" fmla="*/ 8187558 w 8187558"/>
                    <a:gd name="connsiteY6-84" fmla="*/ 0 h 2617076"/>
                    <a:gd name="connsiteX0-85" fmla="*/ 8187558 w 8187558"/>
                    <a:gd name="connsiteY0-86" fmla="*/ 0 h 2638097"/>
                    <a:gd name="connsiteX1-87" fmla="*/ 8187558 w 8187558"/>
                    <a:gd name="connsiteY1-88" fmla="*/ 1271752 h 2638097"/>
                    <a:gd name="connsiteX2-89" fmla="*/ 4099035 w 8187558"/>
                    <a:gd name="connsiteY2-90" fmla="*/ 2638097 h 2638097"/>
                    <a:gd name="connsiteX3-91" fmla="*/ 0 w 8187558"/>
                    <a:gd name="connsiteY3-92" fmla="*/ 1229711 h 2638097"/>
                    <a:gd name="connsiteX4-93" fmla="*/ 31531 w 8187558"/>
                    <a:gd name="connsiteY4-94" fmla="*/ 147145 h 2638097"/>
                    <a:gd name="connsiteX5-95" fmla="*/ 4046482 w 8187558"/>
                    <a:gd name="connsiteY5-96" fmla="*/ 1576552 h 2638097"/>
                    <a:gd name="connsiteX6-97" fmla="*/ 8187558 w 8187558"/>
                    <a:gd name="connsiteY6-98" fmla="*/ 0 h 2638097"/>
                    <a:gd name="connsiteX0-99" fmla="*/ 8187558 w 8187558"/>
                    <a:gd name="connsiteY0-100" fmla="*/ 0 h 2638097"/>
                    <a:gd name="connsiteX1-101" fmla="*/ 8187558 w 8187558"/>
                    <a:gd name="connsiteY1-102" fmla="*/ 1271752 h 2638097"/>
                    <a:gd name="connsiteX2-103" fmla="*/ 4099035 w 8187558"/>
                    <a:gd name="connsiteY2-104" fmla="*/ 2638097 h 2638097"/>
                    <a:gd name="connsiteX3-105" fmla="*/ 0 w 8187558"/>
                    <a:gd name="connsiteY3-106" fmla="*/ 1229711 h 2638097"/>
                    <a:gd name="connsiteX4-107" fmla="*/ 31531 w 8187558"/>
                    <a:gd name="connsiteY4-108" fmla="*/ 147145 h 2638097"/>
                    <a:gd name="connsiteX5-109" fmla="*/ 4046482 w 8187558"/>
                    <a:gd name="connsiteY5-110" fmla="*/ 1576552 h 2638097"/>
                    <a:gd name="connsiteX6-111" fmla="*/ 8187558 w 8187558"/>
                    <a:gd name="connsiteY6-112" fmla="*/ 0 h 2638097"/>
                    <a:gd name="connsiteX0-113" fmla="*/ 8187558 w 8187558"/>
                    <a:gd name="connsiteY0-114" fmla="*/ 0 h 2638097"/>
                    <a:gd name="connsiteX1-115" fmla="*/ 8187558 w 8187558"/>
                    <a:gd name="connsiteY1-116" fmla="*/ 1271752 h 2638097"/>
                    <a:gd name="connsiteX2-117" fmla="*/ 4099035 w 8187558"/>
                    <a:gd name="connsiteY2-118" fmla="*/ 2638097 h 2638097"/>
                    <a:gd name="connsiteX3-119" fmla="*/ 0 w 8187558"/>
                    <a:gd name="connsiteY3-120" fmla="*/ 1229711 h 2638097"/>
                    <a:gd name="connsiteX4-121" fmla="*/ 31531 w 8187558"/>
                    <a:gd name="connsiteY4-122" fmla="*/ 147145 h 2638097"/>
                    <a:gd name="connsiteX5-123" fmla="*/ 4046482 w 8187558"/>
                    <a:gd name="connsiteY5-124" fmla="*/ 1576552 h 2638097"/>
                    <a:gd name="connsiteX6-125" fmla="*/ 8187558 w 8187558"/>
                    <a:gd name="connsiteY6-126" fmla="*/ 0 h 2638097"/>
                    <a:gd name="connsiteX0-127" fmla="*/ 8187558 w 8187558"/>
                    <a:gd name="connsiteY0-128" fmla="*/ 0 h 2638097"/>
                    <a:gd name="connsiteX1-129" fmla="*/ 8187558 w 8187558"/>
                    <a:gd name="connsiteY1-130" fmla="*/ 1271752 h 2638097"/>
                    <a:gd name="connsiteX2-131" fmla="*/ 4099035 w 8187558"/>
                    <a:gd name="connsiteY2-132" fmla="*/ 2638097 h 2638097"/>
                    <a:gd name="connsiteX3-133" fmla="*/ 0 w 8187558"/>
                    <a:gd name="connsiteY3-134" fmla="*/ 1229711 h 2638097"/>
                    <a:gd name="connsiteX4-135" fmla="*/ 31531 w 8187558"/>
                    <a:gd name="connsiteY4-136" fmla="*/ 147145 h 2638097"/>
                    <a:gd name="connsiteX5-137" fmla="*/ 4046482 w 8187558"/>
                    <a:gd name="connsiteY5-138" fmla="*/ 1576552 h 2638097"/>
                    <a:gd name="connsiteX6-139" fmla="*/ 8187558 w 8187558"/>
                    <a:gd name="connsiteY6-140" fmla="*/ 0 h 2638097"/>
                    <a:gd name="connsiteX0-141" fmla="*/ 8187558 w 8187558"/>
                    <a:gd name="connsiteY0-142" fmla="*/ 0 h 2638097"/>
                    <a:gd name="connsiteX1-143" fmla="*/ 8187558 w 8187558"/>
                    <a:gd name="connsiteY1-144" fmla="*/ 1271752 h 2638097"/>
                    <a:gd name="connsiteX2-145" fmla="*/ 4099035 w 8187558"/>
                    <a:gd name="connsiteY2-146" fmla="*/ 2638097 h 2638097"/>
                    <a:gd name="connsiteX3-147" fmla="*/ 0 w 8187558"/>
                    <a:gd name="connsiteY3-148" fmla="*/ 1229711 h 2638097"/>
                    <a:gd name="connsiteX4-149" fmla="*/ 31531 w 8187558"/>
                    <a:gd name="connsiteY4-150" fmla="*/ 147145 h 2638097"/>
                    <a:gd name="connsiteX5-151" fmla="*/ 4088524 w 8187558"/>
                    <a:gd name="connsiteY5-152" fmla="*/ 1597573 h 2638097"/>
                    <a:gd name="connsiteX6-153" fmla="*/ 8187558 w 8187558"/>
                    <a:gd name="connsiteY6-154" fmla="*/ 0 h 2638097"/>
                    <a:gd name="connsiteX0-155" fmla="*/ 8187558 w 8187558"/>
                    <a:gd name="connsiteY0-156" fmla="*/ 0 h 2638097"/>
                    <a:gd name="connsiteX1-157" fmla="*/ 8187558 w 8187558"/>
                    <a:gd name="connsiteY1-158" fmla="*/ 1271752 h 2638097"/>
                    <a:gd name="connsiteX2-159" fmla="*/ 4099035 w 8187558"/>
                    <a:gd name="connsiteY2-160" fmla="*/ 2638097 h 2638097"/>
                    <a:gd name="connsiteX3-161" fmla="*/ 0 w 8187558"/>
                    <a:gd name="connsiteY3-162" fmla="*/ 1229711 h 2638097"/>
                    <a:gd name="connsiteX4-163" fmla="*/ 31531 w 8187558"/>
                    <a:gd name="connsiteY4-164" fmla="*/ 147145 h 2638097"/>
                    <a:gd name="connsiteX5-165" fmla="*/ 4088524 w 8187558"/>
                    <a:gd name="connsiteY5-166" fmla="*/ 1597573 h 2638097"/>
                    <a:gd name="connsiteX6-167" fmla="*/ 8187558 w 8187558"/>
                    <a:gd name="connsiteY6-168" fmla="*/ 0 h 2638097"/>
                    <a:gd name="connsiteX0-169" fmla="*/ 8187558 w 8187558"/>
                    <a:gd name="connsiteY0-170" fmla="*/ 0 h 2638097"/>
                    <a:gd name="connsiteX1-171" fmla="*/ 8187558 w 8187558"/>
                    <a:gd name="connsiteY1-172" fmla="*/ 1271752 h 2638097"/>
                    <a:gd name="connsiteX2-173" fmla="*/ 4099035 w 8187558"/>
                    <a:gd name="connsiteY2-174" fmla="*/ 2638097 h 2638097"/>
                    <a:gd name="connsiteX3-175" fmla="*/ 0 w 8187558"/>
                    <a:gd name="connsiteY3-176" fmla="*/ 1229711 h 2638097"/>
                    <a:gd name="connsiteX4-177" fmla="*/ 31531 w 8187558"/>
                    <a:gd name="connsiteY4-178" fmla="*/ 147145 h 2638097"/>
                    <a:gd name="connsiteX5-179" fmla="*/ 4099035 w 8187558"/>
                    <a:gd name="connsiteY5-180" fmla="*/ 1566042 h 2638097"/>
                    <a:gd name="connsiteX6-181" fmla="*/ 8187558 w 8187558"/>
                    <a:gd name="connsiteY6-182" fmla="*/ 0 h 2638097"/>
                    <a:gd name="connsiteX0-183" fmla="*/ 8187558 w 8187558"/>
                    <a:gd name="connsiteY0-184" fmla="*/ 0 h 2638097"/>
                    <a:gd name="connsiteX1-185" fmla="*/ 8187558 w 8187558"/>
                    <a:gd name="connsiteY1-186" fmla="*/ 1271752 h 2638097"/>
                    <a:gd name="connsiteX2-187" fmla="*/ 4099035 w 8187558"/>
                    <a:gd name="connsiteY2-188" fmla="*/ 2638097 h 2638097"/>
                    <a:gd name="connsiteX3-189" fmla="*/ 0 w 8187558"/>
                    <a:gd name="connsiteY3-190" fmla="*/ 1229711 h 2638097"/>
                    <a:gd name="connsiteX4-191" fmla="*/ 31531 w 8187558"/>
                    <a:gd name="connsiteY4-192" fmla="*/ 147145 h 2638097"/>
                    <a:gd name="connsiteX5-193" fmla="*/ 4099035 w 8187558"/>
                    <a:gd name="connsiteY5-194" fmla="*/ 1566042 h 2638097"/>
                    <a:gd name="connsiteX6-195" fmla="*/ 8187558 w 8187558"/>
                    <a:gd name="connsiteY6-196" fmla="*/ 0 h 2638097"/>
                    <a:gd name="connsiteX0-197" fmla="*/ 8187558 w 8187558"/>
                    <a:gd name="connsiteY0-198" fmla="*/ 0 h 2638097"/>
                    <a:gd name="connsiteX1-199" fmla="*/ 8187558 w 8187558"/>
                    <a:gd name="connsiteY1-200" fmla="*/ 1271752 h 2638097"/>
                    <a:gd name="connsiteX2-201" fmla="*/ 4099035 w 8187558"/>
                    <a:gd name="connsiteY2-202" fmla="*/ 2638097 h 2638097"/>
                    <a:gd name="connsiteX3-203" fmla="*/ 0 w 8187558"/>
                    <a:gd name="connsiteY3-204" fmla="*/ 1229711 h 2638097"/>
                    <a:gd name="connsiteX4-205" fmla="*/ 31531 w 8187558"/>
                    <a:gd name="connsiteY4-206" fmla="*/ 147145 h 2638097"/>
                    <a:gd name="connsiteX5-207" fmla="*/ 4099035 w 8187558"/>
                    <a:gd name="connsiteY5-208" fmla="*/ 1566042 h 2638097"/>
                    <a:gd name="connsiteX6-209" fmla="*/ 8187558 w 8187558"/>
                    <a:gd name="connsiteY6-210" fmla="*/ 0 h 2638097"/>
                    <a:gd name="connsiteX0-211" fmla="*/ 8187558 w 8187558"/>
                    <a:gd name="connsiteY0-212" fmla="*/ 0 h 2638097"/>
                    <a:gd name="connsiteX1-213" fmla="*/ 8187558 w 8187558"/>
                    <a:gd name="connsiteY1-214" fmla="*/ 1271752 h 2638097"/>
                    <a:gd name="connsiteX2-215" fmla="*/ 4099035 w 8187558"/>
                    <a:gd name="connsiteY2-216" fmla="*/ 2638097 h 2638097"/>
                    <a:gd name="connsiteX3-217" fmla="*/ 0 w 8187558"/>
                    <a:gd name="connsiteY3-218" fmla="*/ 1229711 h 2638097"/>
                    <a:gd name="connsiteX4-219" fmla="*/ 31531 w 8187558"/>
                    <a:gd name="connsiteY4-220" fmla="*/ 147145 h 2638097"/>
                    <a:gd name="connsiteX5-221" fmla="*/ 4099035 w 8187558"/>
                    <a:gd name="connsiteY5-222" fmla="*/ 1566042 h 2638097"/>
                    <a:gd name="connsiteX6-223" fmla="*/ 8187558 w 8187558"/>
                    <a:gd name="connsiteY6-224" fmla="*/ 0 h 2638097"/>
                    <a:gd name="connsiteX0-225" fmla="*/ 8187558 w 8187558"/>
                    <a:gd name="connsiteY0-226" fmla="*/ 0 h 2638097"/>
                    <a:gd name="connsiteX1-227" fmla="*/ 8187558 w 8187558"/>
                    <a:gd name="connsiteY1-228" fmla="*/ 1271752 h 2638097"/>
                    <a:gd name="connsiteX2-229" fmla="*/ 4099035 w 8187558"/>
                    <a:gd name="connsiteY2-230" fmla="*/ 2638097 h 2638097"/>
                    <a:gd name="connsiteX3-231" fmla="*/ 0 w 8187558"/>
                    <a:gd name="connsiteY3-232" fmla="*/ 1229711 h 2638097"/>
                    <a:gd name="connsiteX4-233" fmla="*/ 31531 w 8187558"/>
                    <a:gd name="connsiteY4-234" fmla="*/ 147145 h 2638097"/>
                    <a:gd name="connsiteX5-235" fmla="*/ 4099035 w 8187558"/>
                    <a:gd name="connsiteY5-236" fmla="*/ 1566042 h 2638097"/>
                    <a:gd name="connsiteX6-237" fmla="*/ 8187558 w 8187558"/>
                    <a:gd name="connsiteY6-238" fmla="*/ 0 h 2638097"/>
                    <a:gd name="connsiteX0-239" fmla="*/ 8187558 w 8187558"/>
                    <a:gd name="connsiteY0-240" fmla="*/ 0 h 2638097"/>
                    <a:gd name="connsiteX1-241" fmla="*/ 8187558 w 8187558"/>
                    <a:gd name="connsiteY1-242" fmla="*/ 1271752 h 2638097"/>
                    <a:gd name="connsiteX2-243" fmla="*/ 4099035 w 8187558"/>
                    <a:gd name="connsiteY2-244" fmla="*/ 2638097 h 2638097"/>
                    <a:gd name="connsiteX3-245" fmla="*/ 0 w 8187558"/>
                    <a:gd name="connsiteY3-246" fmla="*/ 1229711 h 2638097"/>
                    <a:gd name="connsiteX4-247" fmla="*/ 31531 w 8187558"/>
                    <a:gd name="connsiteY4-248" fmla="*/ 147145 h 2638097"/>
                    <a:gd name="connsiteX5-249" fmla="*/ 4099035 w 8187558"/>
                    <a:gd name="connsiteY5-250" fmla="*/ 1566042 h 2638097"/>
                    <a:gd name="connsiteX6-251" fmla="*/ 8187558 w 8187558"/>
                    <a:gd name="connsiteY6-252" fmla="*/ 0 h 2638097"/>
                    <a:gd name="connsiteX0-253" fmla="*/ 8187558 w 8187558"/>
                    <a:gd name="connsiteY0-254" fmla="*/ 0 h 2638097"/>
                    <a:gd name="connsiteX1-255" fmla="*/ 8187558 w 8187558"/>
                    <a:gd name="connsiteY1-256" fmla="*/ 1271752 h 2638097"/>
                    <a:gd name="connsiteX2-257" fmla="*/ 4099035 w 8187558"/>
                    <a:gd name="connsiteY2-258" fmla="*/ 2638097 h 2638097"/>
                    <a:gd name="connsiteX3-259" fmla="*/ 0 w 8187558"/>
                    <a:gd name="connsiteY3-260" fmla="*/ 1229711 h 2638097"/>
                    <a:gd name="connsiteX4-261" fmla="*/ 31531 w 8187558"/>
                    <a:gd name="connsiteY4-262" fmla="*/ 147145 h 2638097"/>
                    <a:gd name="connsiteX5-263" fmla="*/ 4099035 w 8187558"/>
                    <a:gd name="connsiteY5-264" fmla="*/ 1566042 h 2638097"/>
                    <a:gd name="connsiteX6-265" fmla="*/ 8187558 w 8187558"/>
                    <a:gd name="connsiteY6-266" fmla="*/ 0 h 2638097"/>
                    <a:gd name="connsiteX0-267" fmla="*/ 8187558 w 8187558"/>
                    <a:gd name="connsiteY0-268" fmla="*/ 0 h 2638097"/>
                    <a:gd name="connsiteX1-269" fmla="*/ 8187558 w 8187558"/>
                    <a:gd name="connsiteY1-270" fmla="*/ 1271752 h 2638097"/>
                    <a:gd name="connsiteX2-271" fmla="*/ 4099035 w 8187558"/>
                    <a:gd name="connsiteY2-272" fmla="*/ 2638097 h 2638097"/>
                    <a:gd name="connsiteX3-273" fmla="*/ 0 w 8187558"/>
                    <a:gd name="connsiteY3-274" fmla="*/ 1229711 h 2638097"/>
                    <a:gd name="connsiteX4-275" fmla="*/ 31531 w 8187558"/>
                    <a:gd name="connsiteY4-276" fmla="*/ 147145 h 2638097"/>
                    <a:gd name="connsiteX5-277" fmla="*/ 4099035 w 8187558"/>
                    <a:gd name="connsiteY5-278" fmla="*/ 1566042 h 2638097"/>
                    <a:gd name="connsiteX6-279" fmla="*/ 8187558 w 8187558"/>
                    <a:gd name="connsiteY6-280" fmla="*/ 0 h 2638097"/>
                    <a:gd name="connsiteX0-281" fmla="*/ 8187558 w 8187558"/>
                    <a:gd name="connsiteY0-282" fmla="*/ 0 h 2638097"/>
                    <a:gd name="connsiteX1-283" fmla="*/ 8187558 w 8187558"/>
                    <a:gd name="connsiteY1-284" fmla="*/ 1271752 h 2638097"/>
                    <a:gd name="connsiteX2-285" fmla="*/ 4099035 w 8187558"/>
                    <a:gd name="connsiteY2-286" fmla="*/ 2638097 h 2638097"/>
                    <a:gd name="connsiteX3-287" fmla="*/ 0 w 8187558"/>
                    <a:gd name="connsiteY3-288" fmla="*/ 1229711 h 2638097"/>
                    <a:gd name="connsiteX4-289" fmla="*/ 31531 w 8187558"/>
                    <a:gd name="connsiteY4-290" fmla="*/ 147145 h 2638097"/>
                    <a:gd name="connsiteX5-291" fmla="*/ 4099035 w 8187558"/>
                    <a:gd name="connsiteY5-292" fmla="*/ 1566042 h 2638097"/>
                    <a:gd name="connsiteX6-293" fmla="*/ 8187558 w 8187558"/>
                    <a:gd name="connsiteY6-294" fmla="*/ 0 h 2638097"/>
                    <a:gd name="connsiteX0-295" fmla="*/ 8176538 w 8176538"/>
                    <a:gd name="connsiteY0-296" fmla="*/ 0 h 2638097"/>
                    <a:gd name="connsiteX1-297" fmla="*/ 8176538 w 8176538"/>
                    <a:gd name="connsiteY1-298" fmla="*/ 1271752 h 2638097"/>
                    <a:gd name="connsiteX2-299" fmla="*/ 4088015 w 8176538"/>
                    <a:gd name="connsiteY2-300" fmla="*/ 2638097 h 2638097"/>
                    <a:gd name="connsiteX3-301" fmla="*/ 0 w 8176538"/>
                    <a:gd name="connsiteY3-302" fmla="*/ 1269888 h 2638097"/>
                    <a:gd name="connsiteX4-303" fmla="*/ 20511 w 8176538"/>
                    <a:gd name="connsiteY4-304" fmla="*/ 147145 h 2638097"/>
                    <a:gd name="connsiteX5-305" fmla="*/ 4088015 w 8176538"/>
                    <a:gd name="connsiteY5-306" fmla="*/ 1566042 h 2638097"/>
                    <a:gd name="connsiteX6-307" fmla="*/ 8176538 w 8176538"/>
                    <a:gd name="connsiteY6-308" fmla="*/ 0 h 2638097"/>
                    <a:gd name="connsiteX0-309" fmla="*/ 8176538 w 8176538"/>
                    <a:gd name="connsiteY0-310" fmla="*/ 0 h 2772020"/>
                    <a:gd name="connsiteX1-311" fmla="*/ 8176538 w 8176538"/>
                    <a:gd name="connsiteY1-312" fmla="*/ 1271752 h 2772020"/>
                    <a:gd name="connsiteX2-313" fmla="*/ 4099034 w 8176538"/>
                    <a:gd name="connsiteY2-314" fmla="*/ 2772020 h 2772020"/>
                    <a:gd name="connsiteX3-315" fmla="*/ 0 w 8176538"/>
                    <a:gd name="connsiteY3-316" fmla="*/ 1269888 h 2772020"/>
                    <a:gd name="connsiteX4-317" fmla="*/ 20511 w 8176538"/>
                    <a:gd name="connsiteY4-318" fmla="*/ 147145 h 2772020"/>
                    <a:gd name="connsiteX5-319" fmla="*/ 4088015 w 8176538"/>
                    <a:gd name="connsiteY5-320" fmla="*/ 1566042 h 2772020"/>
                    <a:gd name="connsiteX6-321" fmla="*/ 8176538 w 8176538"/>
                    <a:gd name="connsiteY6-322" fmla="*/ 0 h 2772020"/>
                    <a:gd name="connsiteX0-323" fmla="*/ 8176538 w 8176538"/>
                    <a:gd name="connsiteY0-324" fmla="*/ 0 h 2772339"/>
                    <a:gd name="connsiteX1-325" fmla="*/ 8176538 w 8176538"/>
                    <a:gd name="connsiteY1-326" fmla="*/ 1378890 h 2772339"/>
                    <a:gd name="connsiteX2-327" fmla="*/ 4099034 w 8176538"/>
                    <a:gd name="connsiteY2-328" fmla="*/ 2772020 h 2772339"/>
                    <a:gd name="connsiteX3-329" fmla="*/ 0 w 8176538"/>
                    <a:gd name="connsiteY3-330" fmla="*/ 1269888 h 2772339"/>
                    <a:gd name="connsiteX4-331" fmla="*/ 20511 w 8176538"/>
                    <a:gd name="connsiteY4-332" fmla="*/ 147145 h 2772339"/>
                    <a:gd name="connsiteX5-333" fmla="*/ 4088015 w 8176538"/>
                    <a:gd name="connsiteY5-334" fmla="*/ 1566042 h 2772339"/>
                    <a:gd name="connsiteX6-335" fmla="*/ 8176538 w 8176538"/>
                    <a:gd name="connsiteY6-336" fmla="*/ 0 h 2772339"/>
                    <a:gd name="connsiteX0-337" fmla="*/ 8176538 w 8176538"/>
                    <a:gd name="connsiteY0-338" fmla="*/ 0 h 2825888"/>
                    <a:gd name="connsiteX1-339" fmla="*/ 8176538 w 8176538"/>
                    <a:gd name="connsiteY1-340" fmla="*/ 1378890 h 2825888"/>
                    <a:gd name="connsiteX2-341" fmla="*/ 4099034 w 8176538"/>
                    <a:gd name="connsiteY2-342" fmla="*/ 2825590 h 2825888"/>
                    <a:gd name="connsiteX3-343" fmla="*/ 0 w 8176538"/>
                    <a:gd name="connsiteY3-344" fmla="*/ 1269888 h 2825888"/>
                    <a:gd name="connsiteX4-345" fmla="*/ 20511 w 8176538"/>
                    <a:gd name="connsiteY4-346" fmla="*/ 147145 h 2825888"/>
                    <a:gd name="connsiteX5-347" fmla="*/ 4088015 w 8176538"/>
                    <a:gd name="connsiteY5-348" fmla="*/ 1566042 h 2825888"/>
                    <a:gd name="connsiteX6-349" fmla="*/ 8176538 w 8176538"/>
                    <a:gd name="connsiteY6-350" fmla="*/ 0 h 2825888"/>
                    <a:gd name="connsiteX0-351" fmla="*/ 8165518 w 8165518"/>
                    <a:gd name="connsiteY0-352" fmla="*/ 0 h 2825606"/>
                    <a:gd name="connsiteX1-353" fmla="*/ 8165518 w 8165518"/>
                    <a:gd name="connsiteY1-354" fmla="*/ 1378890 h 2825606"/>
                    <a:gd name="connsiteX2-355" fmla="*/ 4088014 w 8165518"/>
                    <a:gd name="connsiteY2-356" fmla="*/ 2825590 h 2825606"/>
                    <a:gd name="connsiteX3-357" fmla="*/ 0 w 8165518"/>
                    <a:gd name="connsiteY3-358" fmla="*/ 1403811 h 2825606"/>
                    <a:gd name="connsiteX4-359" fmla="*/ 9491 w 8165518"/>
                    <a:gd name="connsiteY4-360" fmla="*/ 147145 h 2825606"/>
                    <a:gd name="connsiteX5-361" fmla="*/ 4076995 w 8165518"/>
                    <a:gd name="connsiteY5-362" fmla="*/ 1566042 h 2825606"/>
                    <a:gd name="connsiteX6-363" fmla="*/ 8165518 w 8165518"/>
                    <a:gd name="connsiteY6-364" fmla="*/ 0 h 2825606"/>
                    <a:gd name="connsiteX0-365" fmla="*/ 8165518 w 8165518"/>
                    <a:gd name="connsiteY0-366" fmla="*/ 0 h 2879174"/>
                    <a:gd name="connsiteX1-367" fmla="*/ 8165518 w 8165518"/>
                    <a:gd name="connsiteY1-368" fmla="*/ 1378890 h 2879174"/>
                    <a:gd name="connsiteX2-369" fmla="*/ 4132092 w 8165518"/>
                    <a:gd name="connsiteY2-370" fmla="*/ 2879159 h 2879174"/>
                    <a:gd name="connsiteX3-371" fmla="*/ 0 w 8165518"/>
                    <a:gd name="connsiteY3-372" fmla="*/ 1403811 h 2879174"/>
                    <a:gd name="connsiteX4-373" fmla="*/ 9491 w 8165518"/>
                    <a:gd name="connsiteY4-374" fmla="*/ 147145 h 2879174"/>
                    <a:gd name="connsiteX5-375" fmla="*/ 4076995 w 8165518"/>
                    <a:gd name="connsiteY5-376" fmla="*/ 1566042 h 2879174"/>
                    <a:gd name="connsiteX6-377" fmla="*/ 8165518 w 8165518"/>
                    <a:gd name="connsiteY6-378" fmla="*/ 0 h 2879174"/>
                    <a:gd name="connsiteX0-379" fmla="*/ 8165518 w 8176537"/>
                    <a:gd name="connsiteY0-380" fmla="*/ 0 h 2879410"/>
                    <a:gd name="connsiteX1-381" fmla="*/ 8176537 w 8176537"/>
                    <a:gd name="connsiteY1-382" fmla="*/ 1499420 h 2879410"/>
                    <a:gd name="connsiteX2-383" fmla="*/ 4132092 w 8176537"/>
                    <a:gd name="connsiteY2-384" fmla="*/ 2879159 h 2879410"/>
                    <a:gd name="connsiteX3-385" fmla="*/ 0 w 8176537"/>
                    <a:gd name="connsiteY3-386" fmla="*/ 1403811 h 2879410"/>
                    <a:gd name="connsiteX4-387" fmla="*/ 9491 w 8176537"/>
                    <a:gd name="connsiteY4-388" fmla="*/ 147145 h 2879410"/>
                    <a:gd name="connsiteX5-389" fmla="*/ 4076995 w 8176537"/>
                    <a:gd name="connsiteY5-390" fmla="*/ 1566042 h 2879410"/>
                    <a:gd name="connsiteX6-391" fmla="*/ 8165518 w 8176537"/>
                    <a:gd name="connsiteY6-392" fmla="*/ 0 h 2879410"/>
                    <a:gd name="connsiteX0-393" fmla="*/ 8165518 w 8176537"/>
                    <a:gd name="connsiteY0-394" fmla="*/ 0 h 2879262"/>
                    <a:gd name="connsiteX1-395" fmla="*/ 8176537 w 8176537"/>
                    <a:gd name="connsiteY1-396" fmla="*/ 1499420 h 2879262"/>
                    <a:gd name="connsiteX2-397" fmla="*/ 4132092 w 8176537"/>
                    <a:gd name="connsiteY2-398" fmla="*/ 2879159 h 2879262"/>
                    <a:gd name="connsiteX3-399" fmla="*/ 0 w 8176537"/>
                    <a:gd name="connsiteY3-400" fmla="*/ 1403811 h 2879262"/>
                    <a:gd name="connsiteX4-401" fmla="*/ 9491 w 8176537"/>
                    <a:gd name="connsiteY4-402" fmla="*/ 147145 h 2879262"/>
                    <a:gd name="connsiteX5-403" fmla="*/ 4076995 w 8176537"/>
                    <a:gd name="connsiteY5-404" fmla="*/ 1566042 h 2879262"/>
                    <a:gd name="connsiteX6-405" fmla="*/ 8165518 w 8176537"/>
                    <a:gd name="connsiteY6-406" fmla="*/ 0 h 2879262"/>
                    <a:gd name="connsiteX0-407" fmla="*/ 8165518 w 8176537"/>
                    <a:gd name="connsiteY0-408" fmla="*/ 0 h 2879163"/>
                    <a:gd name="connsiteX1-409" fmla="*/ 8176537 w 8176537"/>
                    <a:gd name="connsiteY1-410" fmla="*/ 1499420 h 2879163"/>
                    <a:gd name="connsiteX2-411" fmla="*/ 4132092 w 8176537"/>
                    <a:gd name="connsiteY2-412" fmla="*/ 2879159 h 2879163"/>
                    <a:gd name="connsiteX3-413" fmla="*/ 0 w 8176537"/>
                    <a:gd name="connsiteY3-414" fmla="*/ 1510948 h 2879163"/>
                    <a:gd name="connsiteX4-415" fmla="*/ 9491 w 8176537"/>
                    <a:gd name="connsiteY4-416" fmla="*/ 147145 h 2879163"/>
                    <a:gd name="connsiteX5-417" fmla="*/ 4076995 w 8176537"/>
                    <a:gd name="connsiteY5-418" fmla="*/ 1566042 h 2879163"/>
                    <a:gd name="connsiteX6-419" fmla="*/ 8165518 w 8176537"/>
                    <a:gd name="connsiteY6-420" fmla="*/ 0 h 2879163"/>
                    <a:gd name="connsiteX0-421" fmla="*/ 8165518 w 8198577"/>
                    <a:gd name="connsiteY0-422" fmla="*/ 0 h 2879451"/>
                    <a:gd name="connsiteX1-423" fmla="*/ 8198577 w 8198577"/>
                    <a:gd name="connsiteY1-424" fmla="*/ 1606558 h 2879451"/>
                    <a:gd name="connsiteX2-425" fmla="*/ 4132092 w 8198577"/>
                    <a:gd name="connsiteY2-426" fmla="*/ 2879159 h 2879451"/>
                    <a:gd name="connsiteX3-427" fmla="*/ 0 w 8198577"/>
                    <a:gd name="connsiteY3-428" fmla="*/ 1510948 h 2879451"/>
                    <a:gd name="connsiteX4-429" fmla="*/ 9491 w 8198577"/>
                    <a:gd name="connsiteY4-430" fmla="*/ 147145 h 2879451"/>
                    <a:gd name="connsiteX5-431" fmla="*/ 4076995 w 8198577"/>
                    <a:gd name="connsiteY5-432" fmla="*/ 1566042 h 2879451"/>
                    <a:gd name="connsiteX6-433" fmla="*/ 8165518 w 8198577"/>
                    <a:gd name="connsiteY6-434" fmla="*/ 0 h 2879451"/>
                    <a:gd name="connsiteX0-435" fmla="*/ 8165518 w 8165518"/>
                    <a:gd name="connsiteY0-436" fmla="*/ 0 h 2880066"/>
                    <a:gd name="connsiteX1-437" fmla="*/ 8165518 w 8165518"/>
                    <a:gd name="connsiteY1-438" fmla="*/ 1673520 h 2880066"/>
                    <a:gd name="connsiteX2-439" fmla="*/ 4132092 w 8165518"/>
                    <a:gd name="connsiteY2-440" fmla="*/ 2879159 h 2880066"/>
                    <a:gd name="connsiteX3-441" fmla="*/ 0 w 8165518"/>
                    <a:gd name="connsiteY3-442" fmla="*/ 1510948 h 2880066"/>
                    <a:gd name="connsiteX4-443" fmla="*/ 9491 w 8165518"/>
                    <a:gd name="connsiteY4-444" fmla="*/ 147145 h 2880066"/>
                    <a:gd name="connsiteX5-445" fmla="*/ 4076995 w 8165518"/>
                    <a:gd name="connsiteY5-446" fmla="*/ 1566042 h 2880066"/>
                    <a:gd name="connsiteX6-447" fmla="*/ 8165518 w 8165518"/>
                    <a:gd name="connsiteY6-448" fmla="*/ 0 h 2880066"/>
                    <a:gd name="connsiteX0-449" fmla="*/ 8156794 w 8156794"/>
                    <a:gd name="connsiteY0-450" fmla="*/ 0 h 2879270"/>
                    <a:gd name="connsiteX1-451" fmla="*/ 8156794 w 8156794"/>
                    <a:gd name="connsiteY1-452" fmla="*/ 1673520 h 2879270"/>
                    <a:gd name="connsiteX2-453" fmla="*/ 4123368 w 8156794"/>
                    <a:gd name="connsiteY2-454" fmla="*/ 2879159 h 2879270"/>
                    <a:gd name="connsiteX3-455" fmla="*/ 2295 w 8156794"/>
                    <a:gd name="connsiteY3-456" fmla="*/ 1618086 h 2879270"/>
                    <a:gd name="connsiteX4-457" fmla="*/ 767 w 8156794"/>
                    <a:gd name="connsiteY4-458" fmla="*/ 147145 h 2879270"/>
                    <a:gd name="connsiteX5-459" fmla="*/ 4068271 w 8156794"/>
                    <a:gd name="connsiteY5-460" fmla="*/ 1566042 h 2879270"/>
                    <a:gd name="connsiteX6-461" fmla="*/ 8156794 w 8156794"/>
                    <a:gd name="connsiteY6-462" fmla="*/ 0 h 2879270"/>
                    <a:gd name="connsiteX0-463" fmla="*/ 8156794 w 8156794"/>
                    <a:gd name="connsiteY0-464" fmla="*/ 0 h 2973000"/>
                    <a:gd name="connsiteX1-465" fmla="*/ 8156794 w 8156794"/>
                    <a:gd name="connsiteY1-466" fmla="*/ 1673520 h 2973000"/>
                    <a:gd name="connsiteX2-467" fmla="*/ 4134388 w 8156794"/>
                    <a:gd name="connsiteY2-468" fmla="*/ 2972904 h 2973000"/>
                    <a:gd name="connsiteX3-469" fmla="*/ 2295 w 8156794"/>
                    <a:gd name="connsiteY3-470" fmla="*/ 1618086 h 2973000"/>
                    <a:gd name="connsiteX4-471" fmla="*/ 767 w 8156794"/>
                    <a:gd name="connsiteY4-472" fmla="*/ 147145 h 2973000"/>
                    <a:gd name="connsiteX5-473" fmla="*/ 4068271 w 8156794"/>
                    <a:gd name="connsiteY5-474" fmla="*/ 1566042 h 2973000"/>
                    <a:gd name="connsiteX6-475" fmla="*/ 8156794 w 8156794"/>
                    <a:gd name="connsiteY6-476" fmla="*/ 0 h 2973000"/>
                    <a:gd name="connsiteX0-477" fmla="*/ 8156794 w 8156794"/>
                    <a:gd name="connsiteY0-478" fmla="*/ 0 h 2973000"/>
                    <a:gd name="connsiteX1-479" fmla="*/ 8156794 w 8156794"/>
                    <a:gd name="connsiteY1-480" fmla="*/ 1673520 h 2973000"/>
                    <a:gd name="connsiteX2-481" fmla="*/ 4134388 w 8156794"/>
                    <a:gd name="connsiteY2-482" fmla="*/ 2972904 h 2973000"/>
                    <a:gd name="connsiteX3-483" fmla="*/ 2295 w 8156794"/>
                    <a:gd name="connsiteY3-484" fmla="*/ 1618086 h 2973000"/>
                    <a:gd name="connsiteX4-485" fmla="*/ 767 w 8156794"/>
                    <a:gd name="connsiteY4-486" fmla="*/ 147145 h 2973000"/>
                    <a:gd name="connsiteX5-487" fmla="*/ 4068271 w 8156794"/>
                    <a:gd name="connsiteY5-488" fmla="*/ 1566042 h 2973000"/>
                    <a:gd name="connsiteX6-489" fmla="*/ 8156794 w 8156794"/>
                    <a:gd name="connsiteY6-490" fmla="*/ 0 h 2973000"/>
                    <a:gd name="connsiteX0-491" fmla="*/ 8156794 w 8156794"/>
                    <a:gd name="connsiteY0-492" fmla="*/ 0 h 2973000"/>
                    <a:gd name="connsiteX1-493" fmla="*/ 8156794 w 8156794"/>
                    <a:gd name="connsiteY1-494" fmla="*/ 1673520 h 2973000"/>
                    <a:gd name="connsiteX2-495" fmla="*/ 4134388 w 8156794"/>
                    <a:gd name="connsiteY2-496" fmla="*/ 2972904 h 2973000"/>
                    <a:gd name="connsiteX3-497" fmla="*/ 2295 w 8156794"/>
                    <a:gd name="connsiteY3-498" fmla="*/ 1618086 h 2973000"/>
                    <a:gd name="connsiteX4-499" fmla="*/ 767 w 8156794"/>
                    <a:gd name="connsiteY4-500" fmla="*/ 147145 h 2973000"/>
                    <a:gd name="connsiteX5-501" fmla="*/ 4068271 w 8156794"/>
                    <a:gd name="connsiteY5-502" fmla="*/ 1566042 h 2973000"/>
                    <a:gd name="connsiteX6-503" fmla="*/ 8156794 w 8156794"/>
                    <a:gd name="connsiteY6-504" fmla="*/ 0 h 2973000"/>
                    <a:gd name="connsiteX0-505" fmla="*/ 8156794 w 8156794"/>
                    <a:gd name="connsiteY0-506" fmla="*/ 0 h 2973020"/>
                    <a:gd name="connsiteX1-507" fmla="*/ 8156794 w 8156794"/>
                    <a:gd name="connsiteY1-508" fmla="*/ 1673520 h 2973020"/>
                    <a:gd name="connsiteX2-509" fmla="*/ 4134388 w 8156794"/>
                    <a:gd name="connsiteY2-510" fmla="*/ 2972904 h 2973020"/>
                    <a:gd name="connsiteX3-511" fmla="*/ 2295 w 8156794"/>
                    <a:gd name="connsiteY3-512" fmla="*/ 1618086 h 2973020"/>
                    <a:gd name="connsiteX4-513" fmla="*/ 767 w 8156794"/>
                    <a:gd name="connsiteY4-514" fmla="*/ 147145 h 2973020"/>
                    <a:gd name="connsiteX5-515" fmla="*/ 4068271 w 8156794"/>
                    <a:gd name="connsiteY5-516" fmla="*/ 1566042 h 2973020"/>
                    <a:gd name="connsiteX6-517" fmla="*/ 8156794 w 8156794"/>
                    <a:gd name="connsiteY6-518" fmla="*/ 0 h 2973020"/>
                    <a:gd name="connsiteX0-519" fmla="*/ 8156794 w 8156794"/>
                    <a:gd name="connsiteY0-520" fmla="*/ 0 h 2973021"/>
                    <a:gd name="connsiteX1-521" fmla="*/ 8156794 w 8156794"/>
                    <a:gd name="connsiteY1-522" fmla="*/ 1673520 h 2973021"/>
                    <a:gd name="connsiteX2-523" fmla="*/ 4134388 w 8156794"/>
                    <a:gd name="connsiteY2-524" fmla="*/ 2972904 h 2973021"/>
                    <a:gd name="connsiteX3-525" fmla="*/ 2295 w 8156794"/>
                    <a:gd name="connsiteY3-526" fmla="*/ 1618086 h 2973021"/>
                    <a:gd name="connsiteX4-527" fmla="*/ 767 w 8156794"/>
                    <a:gd name="connsiteY4-528" fmla="*/ 147145 h 2973021"/>
                    <a:gd name="connsiteX5-529" fmla="*/ 4068271 w 8156794"/>
                    <a:gd name="connsiteY5-530" fmla="*/ 1566042 h 2973021"/>
                    <a:gd name="connsiteX6-531" fmla="*/ 8156794 w 8156794"/>
                    <a:gd name="connsiteY6-532" fmla="*/ 0 h 2973021"/>
                    <a:gd name="connsiteX0-533" fmla="*/ 8156794 w 8156794"/>
                    <a:gd name="connsiteY0-534" fmla="*/ 0 h 2973021"/>
                    <a:gd name="connsiteX1-535" fmla="*/ 8156794 w 8156794"/>
                    <a:gd name="connsiteY1-536" fmla="*/ 1673520 h 2973021"/>
                    <a:gd name="connsiteX2-537" fmla="*/ 4134388 w 8156794"/>
                    <a:gd name="connsiteY2-538" fmla="*/ 2972904 h 2973021"/>
                    <a:gd name="connsiteX3-539" fmla="*/ 2295 w 8156794"/>
                    <a:gd name="connsiteY3-540" fmla="*/ 1618086 h 2973021"/>
                    <a:gd name="connsiteX4-541" fmla="*/ 767 w 8156794"/>
                    <a:gd name="connsiteY4-542" fmla="*/ 147145 h 2973021"/>
                    <a:gd name="connsiteX5-543" fmla="*/ 4068271 w 8156794"/>
                    <a:gd name="connsiteY5-544" fmla="*/ 1566042 h 2973021"/>
                    <a:gd name="connsiteX6-545" fmla="*/ 8156794 w 8156794"/>
                    <a:gd name="connsiteY6-546" fmla="*/ 0 h 2973021"/>
                    <a:gd name="connsiteX0-547" fmla="*/ 8156794 w 8156794"/>
                    <a:gd name="connsiteY0-548" fmla="*/ 0 h 2973021"/>
                    <a:gd name="connsiteX1-549" fmla="*/ 8156794 w 8156794"/>
                    <a:gd name="connsiteY1-550" fmla="*/ 1673520 h 2973021"/>
                    <a:gd name="connsiteX2-551" fmla="*/ 4134388 w 8156794"/>
                    <a:gd name="connsiteY2-552" fmla="*/ 2972904 h 2973021"/>
                    <a:gd name="connsiteX3-553" fmla="*/ 2295 w 8156794"/>
                    <a:gd name="connsiteY3-554" fmla="*/ 1618086 h 2973021"/>
                    <a:gd name="connsiteX4-555" fmla="*/ 767 w 8156794"/>
                    <a:gd name="connsiteY4-556" fmla="*/ 147145 h 2973021"/>
                    <a:gd name="connsiteX5-557" fmla="*/ 4068271 w 8156794"/>
                    <a:gd name="connsiteY5-558" fmla="*/ 1566042 h 2973021"/>
                    <a:gd name="connsiteX6-559" fmla="*/ 8156794 w 8156794"/>
                    <a:gd name="connsiteY6-560" fmla="*/ 0 h 2973021"/>
                    <a:gd name="connsiteX0-561" fmla="*/ 8156794 w 8156794"/>
                    <a:gd name="connsiteY0-562" fmla="*/ 0 h 2973021"/>
                    <a:gd name="connsiteX1-563" fmla="*/ 8156794 w 8156794"/>
                    <a:gd name="connsiteY1-564" fmla="*/ 1673520 h 2973021"/>
                    <a:gd name="connsiteX2-565" fmla="*/ 4134388 w 8156794"/>
                    <a:gd name="connsiteY2-566" fmla="*/ 2972904 h 2973021"/>
                    <a:gd name="connsiteX3-567" fmla="*/ 2295 w 8156794"/>
                    <a:gd name="connsiteY3-568" fmla="*/ 1618086 h 2973021"/>
                    <a:gd name="connsiteX4-569" fmla="*/ 767 w 8156794"/>
                    <a:gd name="connsiteY4-570" fmla="*/ 147145 h 2973021"/>
                    <a:gd name="connsiteX5-571" fmla="*/ 4068271 w 8156794"/>
                    <a:gd name="connsiteY5-572" fmla="*/ 1566042 h 2973021"/>
                    <a:gd name="connsiteX6-573" fmla="*/ 8156794 w 8156794"/>
                    <a:gd name="connsiteY6-574" fmla="*/ 0 h 2973021"/>
                    <a:gd name="connsiteX0-575" fmla="*/ 8156794 w 8156794"/>
                    <a:gd name="connsiteY0-576" fmla="*/ 0 h 2973141"/>
                    <a:gd name="connsiteX1-577" fmla="*/ 8156794 w 8156794"/>
                    <a:gd name="connsiteY1-578" fmla="*/ 1673520 h 2973141"/>
                    <a:gd name="connsiteX2-579" fmla="*/ 4134388 w 8156794"/>
                    <a:gd name="connsiteY2-580" fmla="*/ 2972904 h 2973141"/>
                    <a:gd name="connsiteX3-581" fmla="*/ 2295 w 8156794"/>
                    <a:gd name="connsiteY3-582" fmla="*/ 1618086 h 2973141"/>
                    <a:gd name="connsiteX4-583" fmla="*/ 767 w 8156794"/>
                    <a:gd name="connsiteY4-584" fmla="*/ 147145 h 2973141"/>
                    <a:gd name="connsiteX5-585" fmla="*/ 4068271 w 8156794"/>
                    <a:gd name="connsiteY5-586" fmla="*/ 1566042 h 2973141"/>
                    <a:gd name="connsiteX6-587" fmla="*/ 8156794 w 8156794"/>
                    <a:gd name="connsiteY6-588" fmla="*/ 0 h 2973141"/>
                    <a:gd name="connsiteX0-589" fmla="*/ 8156794 w 8156794"/>
                    <a:gd name="connsiteY0-590" fmla="*/ 0 h 3066827"/>
                    <a:gd name="connsiteX1-591" fmla="*/ 8156794 w 8156794"/>
                    <a:gd name="connsiteY1-592" fmla="*/ 1673520 h 3066827"/>
                    <a:gd name="connsiteX2-593" fmla="*/ 4123353 w 8156794"/>
                    <a:gd name="connsiteY2-594" fmla="*/ 3066650 h 3066827"/>
                    <a:gd name="connsiteX3-595" fmla="*/ 2295 w 8156794"/>
                    <a:gd name="connsiteY3-596" fmla="*/ 1618086 h 3066827"/>
                    <a:gd name="connsiteX4-597" fmla="*/ 767 w 8156794"/>
                    <a:gd name="connsiteY4-598" fmla="*/ 147145 h 3066827"/>
                    <a:gd name="connsiteX5-599" fmla="*/ 4068271 w 8156794"/>
                    <a:gd name="connsiteY5-600" fmla="*/ 1566042 h 3066827"/>
                    <a:gd name="connsiteX6-601" fmla="*/ 8156794 w 8156794"/>
                    <a:gd name="connsiteY6-602" fmla="*/ 0 h 3066827"/>
                    <a:gd name="connsiteX0-603" fmla="*/ 8123689 w 8156794"/>
                    <a:gd name="connsiteY0-604" fmla="*/ 0 h 2999866"/>
                    <a:gd name="connsiteX1-605" fmla="*/ 8156794 w 8156794"/>
                    <a:gd name="connsiteY1-606" fmla="*/ 1606559 h 2999866"/>
                    <a:gd name="connsiteX2-607" fmla="*/ 4123353 w 8156794"/>
                    <a:gd name="connsiteY2-608" fmla="*/ 2999689 h 2999866"/>
                    <a:gd name="connsiteX3-609" fmla="*/ 2295 w 8156794"/>
                    <a:gd name="connsiteY3-610" fmla="*/ 1551125 h 2999866"/>
                    <a:gd name="connsiteX4-611" fmla="*/ 767 w 8156794"/>
                    <a:gd name="connsiteY4-612" fmla="*/ 80184 h 2999866"/>
                    <a:gd name="connsiteX5-613" fmla="*/ 4068271 w 8156794"/>
                    <a:gd name="connsiteY5-614" fmla="*/ 1499081 h 2999866"/>
                    <a:gd name="connsiteX6-615" fmla="*/ 8123689 w 8156794"/>
                    <a:gd name="connsiteY6-616" fmla="*/ 0 h 2999866"/>
                    <a:gd name="connsiteX0-617" fmla="*/ 8167828 w 8167828"/>
                    <a:gd name="connsiteY0-618" fmla="*/ 0 h 3026651"/>
                    <a:gd name="connsiteX1-619" fmla="*/ 8156794 w 8167828"/>
                    <a:gd name="connsiteY1-620" fmla="*/ 1633344 h 3026651"/>
                    <a:gd name="connsiteX2-621" fmla="*/ 4123353 w 8167828"/>
                    <a:gd name="connsiteY2-622" fmla="*/ 3026474 h 3026651"/>
                    <a:gd name="connsiteX3-623" fmla="*/ 2295 w 8167828"/>
                    <a:gd name="connsiteY3-624" fmla="*/ 1577910 h 3026651"/>
                    <a:gd name="connsiteX4-625" fmla="*/ 767 w 8167828"/>
                    <a:gd name="connsiteY4-626" fmla="*/ 106969 h 3026651"/>
                    <a:gd name="connsiteX5-627" fmla="*/ 4068271 w 8167828"/>
                    <a:gd name="connsiteY5-628" fmla="*/ 1525866 h 3026651"/>
                    <a:gd name="connsiteX6-629" fmla="*/ 8167828 w 8167828"/>
                    <a:gd name="connsiteY6-630" fmla="*/ 0 h 3026651"/>
                    <a:gd name="connsiteX0-631" fmla="*/ 8167828 w 8167828"/>
                    <a:gd name="connsiteY0-632" fmla="*/ 0 h 3027228"/>
                    <a:gd name="connsiteX1-633" fmla="*/ 8145760 w 8167828"/>
                    <a:gd name="connsiteY1-634" fmla="*/ 1686913 h 3027228"/>
                    <a:gd name="connsiteX2-635" fmla="*/ 4123353 w 8167828"/>
                    <a:gd name="connsiteY2-636" fmla="*/ 3026474 h 3027228"/>
                    <a:gd name="connsiteX3-637" fmla="*/ 2295 w 8167828"/>
                    <a:gd name="connsiteY3-638" fmla="*/ 1577910 h 3027228"/>
                    <a:gd name="connsiteX4-639" fmla="*/ 767 w 8167828"/>
                    <a:gd name="connsiteY4-640" fmla="*/ 106969 h 3027228"/>
                    <a:gd name="connsiteX5-641" fmla="*/ 4068271 w 8167828"/>
                    <a:gd name="connsiteY5-642" fmla="*/ 1525866 h 3027228"/>
                    <a:gd name="connsiteX6-643" fmla="*/ 8167828 w 8167828"/>
                    <a:gd name="connsiteY6-644" fmla="*/ 0 h 3027228"/>
                    <a:gd name="connsiteX0-645" fmla="*/ 8156794 w 8156794"/>
                    <a:gd name="connsiteY0-646" fmla="*/ 0 h 2933483"/>
                    <a:gd name="connsiteX1-647" fmla="*/ 8145760 w 8156794"/>
                    <a:gd name="connsiteY1-648" fmla="*/ 1593168 h 2933483"/>
                    <a:gd name="connsiteX2-649" fmla="*/ 4123353 w 8156794"/>
                    <a:gd name="connsiteY2-650" fmla="*/ 2932729 h 2933483"/>
                    <a:gd name="connsiteX3-651" fmla="*/ 2295 w 8156794"/>
                    <a:gd name="connsiteY3-652" fmla="*/ 1484165 h 2933483"/>
                    <a:gd name="connsiteX4-653" fmla="*/ 767 w 8156794"/>
                    <a:gd name="connsiteY4-654" fmla="*/ 13224 h 2933483"/>
                    <a:gd name="connsiteX5-655" fmla="*/ 4068271 w 8156794"/>
                    <a:gd name="connsiteY5-656" fmla="*/ 1432121 h 2933483"/>
                    <a:gd name="connsiteX6-657" fmla="*/ 8156794 w 8156794"/>
                    <a:gd name="connsiteY6-658" fmla="*/ 0 h 2933483"/>
                    <a:gd name="connsiteX0-659" fmla="*/ 8156794 w 8156794"/>
                    <a:gd name="connsiteY0-660" fmla="*/ 0 h 2933483"/>
                    <a:gd name="connsiteX1-661" fmla="*/ 8145760 w 8156794"/>
                    <a:gd name="connsiteY1-662" fmla="*/ 1593168 h 2933483"/>
                    <a:gd name="connsiteX2-663" fmla="*/ 4123353 w 8156794"/>
                    <a:gd name="connsiteY2-664" fmla="*/ 2932729 h 2933483"/>
                    <a:gd name="connsiteX3-665" fmla="*/ 2295 w 8156794"/>
                    <a:gd name="connsiteY3-666" fmla="*/ 1484165 h 2933483"/>
                    <a:gd name="connsiteX4-667" fmla="*/ 767 w 8156794"/>
                    <a:gd name="connsiteY4-668" fmla="*/ 13224 h 2933483"/>
                    <a:gd name="connsiteX5-669" fmla="*/ 4068271 w 8156794"/>
                    <a:gd name="connsiteY5-670" fmla="*/ 1432121 h 2933483"/>
                    <a:gd name="connsiteX6-671" fmla="*/ 8156794 w 8156794"/>
                    <a:gd name="connsiteY6-672" fmla="*/ 0 h 2933483"/>
                    <a:gd name="connsiteX0-673" fmla="*/ 8123689 w 8145760"/>
                    <a:gd name="connsiteY0-674" fmla="*/ 13560 h 2920259"/>
                    <a:gd name="connsiteX1-675" fmla="*/ 8145760 w 8145760"/>
                    <a:gd name="connsiteY1-676" fmla="*/ 1579944 h 2920259"/>
                    <a:gd name="connsiteX2-677" fmla="*/ 4123353 w 8145760"/>
                    <a:gd name="connsiteY2-678" fmla="*/ 2919505 h 2920259"/>
                    <a:gd name="connsiteX3-679" fmla="*/ 2295 w 8145760"/>
                    <a:gd name="connsiteY3-680" fmla="*/ 1470941 h 2920259"/>
                    <a:gd name="connsiteX4-681" fmla="*/ 767 w 8145760"/>
                    <a:gd name="connsiteY4-682" fmla="*/ 0 h 2920259"/>
                    <a:gd name="connsiteX5-683" fmla="*/ 4068271 w 8145760"/>
                    <a:gd name="connsiteY5-684" fmla="*/ 1418897 h 2920259"/>
                    <a:gd name="connsiteX6-685" fmla="*/ 8123689 w 8145760"/>
                    <a:gd name="connsiteY6-686" fmla="*/ 13560 h 2920259"/>
                    <a:gd name="connsiteX0-687" fmla="*/ 8178863 w 8178863"/>
                    <a:gd name="connsiteY0-688" fmla="*/ 26952 h 2920259"/>
                    <a:gd name="connsiteX1-689" fmla="*/ 8145760 w 8178863"/>
                    <a:gd name="connsiteY1-690" fmla="*/ 1579944 h 2920259"/>
                    <a:gd name="connsiteX2-691" fmla="*/ 4123353 w 8178863"/>
                    <a:gd name="connsiteY2-692" fmla="*/ 2919505 h 2920259"/>
                    <a:gd name="connsiteX3-693" fmla="*/ 2295 w 8178863"/>
                    <a:gd name="connsiteY3-694" fmla="*/ 1470941 h 2920259"/>
                    <a:gd name="connsiteX4-695" fmla="*/ 767 w 8178863"/>
                    <a:gd name="connsiteY4-696" fmla="*/ 0 h 2920259"/>
                    <a:gd name="connsiteX5-697" fmla="*/ 4068271 w 8178863"/>
                    <a:gd name="connsiteY5-698" fmla="*/ 1418897 h 2920259"/>
                    <a:gd name="connsiteX6-699" fmla="*/ 8178863 w 8178863"/>
                    <a:gd name="connsiteY6-700" fmla="*/ 26952 h 2920259"/>
                    <a:gd name="connsiteX0-701" fmla="*/ 8167827 w 8167827"/>
                    <a:gd name="connsiteY0-702" fmla="*/ 40343 h 2920259"/>
                    <a:gd name="connsiteX1-703" fmla="*/ 8145760 w 8167827"/>
                    <a:gd name="connsiteY1-704" fmla="*/ 1579944 h 2920259"/>
                    <a:gd name="connsiteX2-705" fmla="*/ 4123353 w 8167827"/>
                    <a:gd name="connsiteY2-706" fmla="*/ 2919505 h 2920259"/>
                    <a:gd name="connsiteX3-707" fmla="*/ 2295 w 8167827"/>
                    <a:gd name="connsiteY3-708" fmla="*/ 1470941 h 2920259"/>
                    <a:gd name="connsiteX4-709" fmla="*/ 767 w 8167827"/>
                    <a:gd name="connsiteY4-710" fmla="*/ 0 h 2920259"/>
                    <a:gd name="connsiteX5-711" fmla="*/ 4068271 w 8167827"/>
                    <a:gd name="connsiteY5-712" fmla="*/ 1418897 h 2920259"/>
                    <a:gd name="connsiteX6-713" fmla="*/ 8167827 w 8167827"/>
                    <a:gd name="connsiteY6-714" fmla="*/ 40343 h 2920259"/>
                    <a:gd name="connsiteX0-715" fmla="*/ 8123687 w 8145760"/>
                    <a:gd name="connsiteY0-716" fmla="*/ 53735 h 2920259"/>
                    <a:gd name="connsiteX1-717" fmla="*/ 8145760 w 8145760"/>
                    <a:gd name="connsiteY1-718" fmla="*/ 1579944 h 2920259"/>
                    <a:gd name="connsiteX2-719" fmla="*/ 4123353 w 8145760"/>
                    <a:gd name="connsiteY2-720" fmla="*/ 2919505 h 2920259"/>
                    <a:gd name="connsiteX3-721" fmla="*/ 2295 w 8145760"/>
                    <a:gd name="connsiteY3-722" fmla="*/ 1470941 h 2920259"/>
                    <a:gd name="connsiteX4-723" fmla="*/ 767 w 8145760"/>
                    <a:gd name="connsiteY4-724" fmla="*/ 0 h 2920259"/>
                    <a:gd name="connsiteX5-725" fmla="*/ 4068271 w 8145760"/>
                    <a:gd name="connsiteY5-726" fmla="*/ 1418897 h 2920259"/>
                    <a:gd name="connsiteX6-727" fmla="*/ 8123687 w 8145760"/>
                    <a:gd name="connsiteY6-728" fmla="*/ 53735 h 2920259"/>
                    <a:gd name="connsiteX0-729" fmla="*/ 8161918 w 8161918"/>
                    <a:gd name="connsiteY0-730" fmla="*/ 0 h 2943855"/>
                    <a:gd name="connsiteX1-731" fmla="*/ 8145760 w 8161918"/>
                    <a:gd name="connsiteY1-732" fmla="*/ 1603540 h 2943855"/>
                    <a:gd name="connsiteX2-733" fmla="*/ 4123353 w 8161918"/>
                    <a:gd name="connsiteY2-734" fmla="*/ 2943101 h 2943855"/>
                    <a:gd name="connsiteX3-735" fmla="*/ 2295 w 8161918"/>
                    <a:gd name="connsiteY3-736" fmla="*/ 1494537 h 2943855"/>
                    <a:gd name="connsiteX4-737" fmla="*/ 767 w 8161918"/>
                    <a:gd name="connsiteY4-738" fmla="*/ 23596 h 2943855"/>
                    <a:gd name="connsiteX5-739" fmla="*/ 4068271 w 8161918"/>
                    <a:gd name="connsiteY5-740" fmla="*/ 1442493 h 2943855"/>
                    <a:gd name="connsiteX6-741" fmla="*/ 8161918 w 8161918"/>
                    <a:gd name="connsiteY6-742" fmla="*/ 0 h 2943855"/>
                    <a:gd name="connsiteX0-743" fmla="*/ 8144926 w 8145760"/>
                    <a:gd name="connsiteY0-744" fmla="*/ 43424 h 2920259"/>
                    <a:gd name="connsiteX1-745" fmla="*/ 8145760 w 8145760"/>
                    <a:gd name="connsiteY1-746" fmla="*/ 1579944 h 2920259"/>
                    <a:gd name="connsiteX2-747" fmla="*/ 4123353 w 8145760"/>
                    <a:gd name="connsiteY2-748" fmla="*/ 2919505 h 2920259"/>
                    <a:gd name="connsiteX3-749" fmla="*/ 2295 w 8145760"/>
                    <a:gd name="connsiteY3-750" fmla="*/ 1470941 h 2920259"/>
                    <a:gd name="connsiteX4-751" fmla="*/ 767 w 8145760"/>
                    <a:gd name="connsiteY4-752" fmla="*/ 0 h 2920259"/>
                    <a:gd name="connsiteX5-753" fmla="*/ 4068271 w 8145760"/>
                    <a:gd name="connsiteY5-754" fmla="*/ 1418897 h 2920259"/>
                    <a:gd name="connsiteX6-755" fmla="*/ 8144926 w 8145760"/>
                    <a:gd name="connsiteY6-756" fmla="*/ 43424 h 2920259"/>
                    <a:gd name="connsiteX0-757" fmla="*/ 8161918 w 8161918"/>
                    <a:gd name="connsiteY0-758" fmla="*/ 0 h 2959321"/>
                    <a:gd name="connsiteX1-759" fmla="*/ 8145760 w 8161918"/>
                    <a:gd name="connsiteY1-760" fmla="*/ 1619006 h 2959321"/>
                    <a:gd name="connsiteX2-761" fmla="*/ 4123353 w 8161918"/>
                    <a:gd name="connsiteY2-762" fmla="*/ 2958567 h 2959321"/>
                    <a:gd name="connsiteX3-763" fmla="*/ 2295 w 8161918"/>
                    <a:gd name="connsiteY3-764" fmla="*/ 1510003 h 2959321"/>
                    <a:gd name="connsiteX4-765" fmla="*/ 767 w 8161918"/>
                    <a:gd name="connsiteY4-766" fmla="*/ 39062 h 2959321"/>
                    <a:gd name="connsiteX5-767" fmla="*/ 4068271 w 8161918"/>
                    <a:gd name="connsiteY5-768" fmla="*/ 1457959 h 2959321"/>
                    <a:gd name="connsiteX6-769" fmla="*/ 8161918 w 8161918"/>
                    <a:gd name="connsiteY6-770" fmla="*/ 0 h 2959321"/>
                    <a:gd name="connsiteX0-771" fmla="*/ 8161918 w 8162752"/>
                    <a:gd name="connsiteY0-772" fmla="*/ 0 h 2959488"/>
                    <a:gd name="connsiteX1-773" fmla="*/ 8162752 w 8162752"/>
                    <a:gd name="connsiteY1-774" fmla="*/ 1629317 h 2959488"/>
                    <a:gd name="connsiteX2-775" fmla="*/ 4123353 w 8162752"/>
                    <a:gd name="connsiteY2-776" fmla="*/ 2958567 h 2959488"/>
                    <a:gd name="connsiteX3-777" fmla="*/ 2295 w 8162752"/>
                    <a:gd name="connsiteY3-778" fmla="*/ 1510003 h 2959488"/>
                    <a:gd name="connsiteX4-779" fmla="*/ 767 w 8162752"/>
                    <a:gd name="connsiteY4-780" fmla="*/ 39062 h 2959488"/>
                    <a:gd name="connsiteX5-781" fmla="*/ 4068271 w 8162752"/>
                    <a:gd name="connsiteY5-782" fmla="*/ 1457959 h 2959488"/>
                    <a:gd name="connsiteX6-783" fmla="*/ 8161918 w 8162752"/>
                    <a:gd name="connsiteY6-784" fmla="*/ 0 h 2959488"/>
                    <a:gd name="connsiteX0-785" fmla="*/ 8165930 w 8166764"/>
                    <a:gd name="connsiteY0-786" fmla="*/ 7337 h 2966825"/>
                    <a:gd name="connsiteX1-787" fmla="*/ 8166764 w 8166764"/>
                    <a:gd name="connsiteY1-788" fmla="*/ 1636654 h 2966825"/>
                    <a:gd name="connsiteX2-789" fmla="*/ 4127365 w 8166764"/>
                    <a:gd name="connsiteY2-790" fmla="*/ 2965904 h 2966825"/>
                    <a:gd name="connsiteX3-791" fmla="*/ 6307 w 8166764"/>
                    <a:gd name="connsiteY3-792" fmla="*/ 1517340 h 2966825"/>
                    <a:gd name="connsiteX4-793" fmla="*/ 532 w 8166764"/>
                    <a:gd name="connsiteY4-794" fmla="*/ 0 h 2966825"/>
                    <a:gd name="connsiteX5-795" fmla="*/ 4072283 w 8166764"/>
                    <a:gd name="connsiteY5-796" fmla="*/ 1465296 h 2966825"/>
                    <a:gd name="connsiteX6-797" fmla="*/ 8165930 w 8166764"/>
                    <a:gd name="connsiteY6-798" fmla="*/ 7337 h 2966825"/>
                    <a:gd name="connsiteX0-799" fmla="*/ 8168119 w 8168953"/>
                    <a:gd name="connsiteY0-800" fmla="*/ 7337 h 2966682"/>
                    <a:gd name="connsiteX1-801" fmla="*/ 8168953 w 8168953"/>
                    <a:gd name="connsiteY1-802" fmla="*/ 1636654 h 2966682"/>
                    <a:gd name="connsiteX2-803" fmla="*/ 4129554 w 8168953"/>
                    <a:gd name="connsiteY2-804" fmla="*/ 2965904 h 2966682"/>
                    <a:gd name="connsiteX3-805" fmla="*/ 0 w 8168953"/>
                    <a:gd name="connsiteY3-806" fmla="*/ 1527651 h 2966682"/>
                    <a:gd name="connsiteX4-807" fmla="*/ 2721 w 8168953"/>
                    <a:gd name="connsiteY4-808" fmla="*/ 0 h 2966682"/>
                    <a:gd name="connsiteX5-809" fmla="*/ 4074472 w 8168953"/>
                    <a:gd name="connsiteY5-810" fmla="*/ 1465296 h 2966682"/>
                    <a:gd name="connsiteX6-811" fmla="*/ 8168119 w 8168953"/>
                    <a:gd name="connsiteY6-812" fmla="*/ 7337 h 2966682"/>
                    <a:gd name="connsiteX0-813" fmla="*/ 8168119 w 8168953"/>
                    <a:gd name="connsiteY0-814" fmla="*/ 7337 h 3100377"/>
                    <a:gd name="connsiteX1-815" fmla="*/ 8168953 w 8168953"/>
                    <a:gd name="connsiteY1-816" fmla="*/ 1636654 h 3100377"/>
                    <a:gd name="connsiteX2-817" fmla="*/ 4118520 w 8168953"/>
                    <a:gd name="connsiteY2-818" fmla="*/ 3099826 h 3100377"/>
                    <a:gd name="connsiteX3-819" fmla="*/ 0 w 8168953"/>
                    <a:gd name="connsiteY3-820" fmla="*/ 1527651 h 3100377"/>
                    <a:gd name="connsiteX4-821" fmla="*/ 2721 w 8168953"/>
                    <a:gd name="connsiteY4-822" fmla="*/ 0 h 3100377"/>
                    <a:gd name="connsiteX5-823" fmla="*/ 4074472 w 8168953"/>
                    <a:gd name="connsiteY5-824" fmla="*/ 1465296 h 3100377"/>
                    <a:gd name="connsiteX6-825" fmla="*/ 8168119 w 8168953"/>
                    <a:gd name="connsiteY6-826" fmla="*/ 7337 h 3100377"/>
                    <a:gd name="connsiteX0-827" fmla="*/ 8168119 w 8168953"/>
                    <a:gd name="connsiteY0-828" fmla="*/ 7337 h 3100429"/>
                    <a:gd name="connsiteX1-829" fmla="*/ 8168953 w 8168953"/>
                    <a:gd name="connsiteY1-830" fmla="*/ 1636654 h 3100429"/>
                    <a:gd name="connsiteX2-831" fmla="*/ 4118520 w 8168953"/>
                    <a:gd name="connsiteY2-832" fmla="*/ 3099826 h 3100429"/>
                    <a:gd name="connsiteX3-833" fmla="*/ 0 w 8168953"/>
                    <a:gd name="connsiteY3-834" fmla="*/ 1527651 h 3100429"/>
                    <a:gd name="connsiteX4-835" fmla="*/ 2721 w 8168953"/>
                    <a:gd name="connsiteY4-836" fmla="*/ 0 h 3100429"/>
                    <a:gd name="connsiteX5-837" fmla="*/ 4074472 w 8168953"/>
                    <a:gd name="connsiteY5-838" fmla="*/ 1465296 h 3100429"/>
                    <a:gd name="connsiteX6-839" fmla="*/ 8168119 w 8168953"/>
                    <a:gd name="connsiteY6-840" fmla="*/ 7337 h 3100429"/>
                    <a:gd name="connsiteX0-841" fmla="*/ 8165849 w 8166683"/>
                    <a:gd name="connsiteY0-842" fmla="*/ 7337 h 3099826"/>
                    <a:gd name="connsiteX1-843" fmla="*/ 8166683 w 8166683"/>
                    <a:gd name="connsiteY1-844" fmla="*/ 1636654 h 3099826"/>
                    <a:gd name="connsiteX2-845" fmla="*/ 4116250 w 8166683"/>
                    <a:gd name="connsiteY2-846" fmla="*/ 3099826 h 3099826"/>
                    <a:gd name="connsiteX3-847" fmla="*/ 8764 w 8166683"/>
                    <a:gd name="connsiteY3-848" fmla="*/ 1634789 h 3099826"/>
                    <a:gd name="connsiteX4-849" fmla="*/ 451 w 8166683"/>
                    <a:gd name="connsiteY4-850" fmla="*/ 0 h 3099826"/>
                    <a:gd name="connsiteX5-851" fmla="*/ 4072202 w 8166683"/>
                    <a:gd name="connsiteY5-852" fmla="*/ 1465296 h 3099826"/>
                    <a:gd name="connsiteX6-853" fmla="*/ 8165849 w 8166683"/>
                    <a:gd name="connsiteY6-854" fmla="*/ 7337 h 3099826"/>
                    <a:gd name="connsiteX0-855" fmla="*/ 8165849 w 8166683"/>
                    <a:gd name="connsiteY0-856" fmla="*/ 7337 h 3099826"/>
                    <a:gd name="connsiteX1-857" fmla="*/ 8166683 w 8166683"/>
                    <a:gd name="connsiteY1-858" fmla="*/ 1636654 h 3099826"/>
                    <a:gd name="connsiteX2-859" fmla="*/ 4116250 w 8166683"/>
                    <a:gd name="connsiteY2-860" fmla="*/ 3099826 h 3099826"/>
                    <a:gd name="connsiteX3-861" fmla="*/ 8764 w 8166683"/>
                    <a:gd name="connsiteY3-862" fmla="*/ 1634789 h 3099826"/>
                    <a:gd name="connsiteX4-863" fmla="*/ 451 w 8166683"/>
                    <a:gd name="connsiteY4-864" fmla="*/ 0 h 3099826"/>
                    <a:gd name="connsiteX5-865" fmla="*/ 4072202 w 8166683"/>
                    <a:gd name="connsiteY5-866" fmla="*/ 1465296 h 3099826"/>
                    <a:gd name="connsiteX6-867" fmla="*/ 8165849 w 8166683"/>
                    <a:gd name="connsiteY6-868" fmla="*/ 7337 h 3099826"/>
                    <a:gd name="connsiteX0-869" fmla="*/ 8165849 w 8166683"/>
                    <a:gd name="connsiteY0-870" fmla="*/ 7337 h 3099826"/>
                    <a:gd name="connsiteX1-871" fmla="*/ 8166683 w 8166683"/>
                    <a:gd name="connsiteY1-872" fmla="*/ 1636654 h 3099826"/>
                    <a:gd name="connsiteX2-873" fmla="*/ 4116250 w 8166683"/>
                    <a:gd name="connsiteY2-874" fmla="*/ 3099826 h 3099826"/>
                    <a:gd name="connsiteX3-875" fmla="*/ 8764 w 8166683"/>
                    <a:gd name="connsiteY3-876" fmla="*/ 1634789 h 3099826"/>
                    <a:gd name="connsiteX4-877" fmla="*/ 451 w 8166683"/>
                    <a:gd name="connsiteY4-878" fmla="*/ 0 h 3099826"/>
                    <a:gd name="connsiteX5-879" fmla="*/ 4061168 w 8166683"/>
                    <a:gd name="connsiteY5-880" fmla="*/ 1438511 h 3099826"/>
                    <a:gd name="connsiteX6-881" fmla="*/ 8165849 w 8166683"/>
                    <a:gd name="connsiteY6-882" fmla="*/ 7337 h 3099826"/>
                    <a:gd name="connsiteX0-883" fmla="*/ 8165849 w 8166683"/>
                    <a:gd name="connsiteY0-884" fmla="*/ 7337 h 3099826"/>
                    <a:gd name="connsiteX1-885" fmla="*/ 8166683 w 8166683"/>
                    <a:gd name="connsiteY1-886" fmla="*/ 1636654 h 3099826"/>
                    <a:gd name="connsiteX2-887" fmla="*/ 4116250 w 8166683"/>
                    <a:gd name="connsiteY2-888" fmla="*/ 3099826 h 3099826"/>
                    <a:gd name="connsiteX3-889" fmla="*/ 8764 w 8166683"/>
                    <a:gd name="connsiteY3-890" fmla="*/ 1634789 h 3099826"/>
                    <a:gd name="connsiteX4-891" fmla="*/ 451 w 8166683"/>
                    <a:gd name="connsiteY4-892" fmla="*/ 0 h 3099826"/>
                    <a:gd name="connsiteX5-893" fmla="*/ 4061168 w 8166683"/>
                    <a:gd name="connsiteY5-894" fmla="*/ 1438511 h 3099826"/>
                    <a:gd name="connsiteX6-895" fmla="*/ 8165849 w 8166683"/>
                    <a:gd name="connsiteY6-896" fmla="*/ 7337 h 309982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09" name="Oval 408"/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410" name="Group 409"/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11" name="Freeform 410"/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-1" fmla="*/ 3725333 w 4641485"/>
                      <a:gd name="connsiteY0-2" fmla="*/ 0 h 1049866"/>
                      <a:gd name="connsiteX1-3" fmla="*/ 4641485 w 4641485"/>
                      <a:gd name="connsiteY1-4" fmla="*/ 239402 h 1049866"/>
                      <a:gd name="connsiteX2-5" fmla="*/ 3962400 w 4641485"/>
                      <a:gd name="connsiteY2-6" fmla="*/ 541866 h 1049866"/>
                      <a:gd name="connsiteX3-7" fmla="*/ 3742267 w 4641485"/>
                      <a:gd name="connsiteY3-8" fmla="*/ 457200 h 1049866"/>
                      <a:gd name="connsiteX4-9" fmla="*/ 2269067 w 4641485"/>
                      <a:gd name="connsiteY4-10" fmla="*/ 1049866 h 1049866"/>
                      <a:gd name="connsiteX5-11" fmla="*/ 880533 w 4641485"/>
                      <a:gd name="connsiteY5-12" fmla="*/ 457200 h 1049866"/>
                      <a:gd name="connsiteX6-13" fmla="*/ 592667 w 4641485"/>
                      <a:gd name="connsiteY6-14" fmla="*/ 541866 h 1049866"/>
                      <a:gd name="connsiteX7-15" fmla="*/ 0 w 4641485"/>
                      <a:gd name="connsiteY7-16" fmla="*/ 254000 h 1049866"/>
                      <a:gd name="connsiteX8-17" fmla="*/ 880533 w 4641485"/>
                      <a:gd name="connsiteY8-18" fmla="*/ 16933 h 1049866"/>
                      <a:gd name="connsiteX9-19" fmla="*/ 2302933 w 4641485"/>
                      <a:gd name="connsiteY9-20" fmla="*/ 626533 h 1049866"/>
                      <a:gd name="connsiteX10-21" fmla="*/ 3725333 w 4641485"/>
                      <a:gd name="connsiteY10-22" fmla="*/ 0 h 1049866"/>
                      <a:gd name="connsiteX0-23" fmla="*/ 3756864 w 4673016"/>
                      <a:gd name="connsiteY0-24" fmla="*/ 0 h 1049866"/>
                      <a:gd name="connsiteX1-25" fmla="*/ 4673016 w 4673016"/>
                      <a:gd name="connsiteY1-26" fmla="*/ 239402 h 1049866"/>
                      <a:gd name="connsiteX2-27" fmla="*/ 3993931 w 4673016"/>
                      <a:gd name="connsiteY2-28" fmla="*/ 541866 h 1049866"/>
                      <a:gd name="connsiteX3-29" fmla="*/ 3773798 w 4673016"/>
                      <a:gd name="connsiteY3-30" fmla="*/ 457200 h 1049866"/>
                      <a:gd name="connsiteX4-31" fmla="*/ 2300598 w 4673016"/>
                      <a:gd name="connsiteY4-32" fmla="*/ 1049866 h 1049866"/>
                      <a:gd name="connsiteX5-33" fmla="*/ 912064 w 4673016"/>
                      <a:gd name="connsiteY5-34" fmla="*/ 457200 h 1049866"/>
                      <a:gd name="connsiteX6-35" fmla="*/ 624198 w 4673016"/>
                      <a:gd name="connsiteY6-36" fmla="*/ 541866 h 1049866"/>
                      <a:gd name="connsiteX7-37" fmla="*/ 0 w 4673016"/>
                      <a:gd name="connsiteY7-38" fmla="*/ 232979 h 1049866"/>
                      <a:gd name="connsiteX8-39" fmla="*/ 912064 w 4673016"/>
                      <a:gd name="connsiteY8-40" fmla="*/ 16933 h 1049866"/>
                      <a:gd name="connsiteX9-41" fmla="*/ 2334464 w 4673016"/>
                      <a:gd name="connsiteY9-42" fmla="*/ 626533 h 1049866"/>
                      <a:gd name="connsiteX10-43" fmla="*/ 3756864 w 4673016"/>
                      <a:gd name="connsiteY10-44" fmla="*/ 0 h 1049866"/>
                      <a:gd name="connsiteX0-45" fmla="*/ 3756864 w 4673016"/>
                      <a:gd name="connsiteY0-46" fmla="*/ 0 h 1049866"/>
                      <a:gd name="connsiteX1-47" fmla="*/ 4673016 w 4673016"/>
                      <a:gd name="connsiteY1-48" fmla="*/ 239402 h 1049866"/>
                      <a:gd name="connsiteX2-49" fmla="*/ 3993931 w 4673016"/>
                      <a:gd name="connsiteY2-50" fmla="*/ 541866 h 1049866"/>
                      <a:gd name="connsiteX3-51" fmla="*/ 3784308 w 4673016"/>
                      <a:gd name="connsiteY3-52" fmla="*/ 404648 h 1049866"/>
                      <a:gd name="connsiteX4-53" fmla="*/ 2300598 w 4673016"/>
                      <a:gd name="connsiteY4-54" fmla="*/ 1049866 h 1049866"/>
                      <a:gd name="connsiteX5-55" fmla="*/ 912064 w 4673016"/>
                      <a:gd name="connsiteY5-56" fmla="*/ 457200 h 1049866"/>
                      <a:gd name="connsiteX6-57" fmla="*/ 624198 w 4673016"/>
                      <a:gd name="connsiteY6-58" fmla="*/ 541866 h 1049866"/>
                      <a:gd name="connsiteX7-59" fmla="*/ 0 w 4673016"/>
                      <a:gd name="connsiteY7-60" fmla="*/ 232979 h 1049866"/>
                      <a:gd name="connsiteX8-61" fmla="*/ 912064 w 4673016"/>
                      <a:gd name="connsiteY8-62" fmla="*/ 16933 h 1049866"/>
                      <a:gd name="connsiteX9-63" fmla="*/ 2334464 w 4673016"/>
                      <a:gd name="connsiteY9-64" fmla="*/ 626533 h 1049866"/>
                      <a:gd name="connsiteX10-65" fmla="*/ 3756864 w 4673016"/>
                      <a:gd name="connsiteY10-66" fmla="*/ 0 h 1049866"/>
                      <a:gd name="connsiteX0-67" fmla="*/ 3756864 w 4673016"/>
                      <a:gd name="connsiteY0-68" fmla="*/ 0 h 1049866"/>
                      <a:gd name="connsiteX1-69" fmla="*/ 4673016 w 4673016"/>
                      <a:gd name="connsiteY1-70" fmla="*/ 239402 h 1049866"/>
                      <a:gd name="connsiteX2-71" fmla="*/ 3993931 w 4673016"/>
                      <a:gd name="connsiteY2-72" fmla="*/ 541866 h 1049866"/>
                      <a:gd name="connsiteX3-73" fmla="*/ 3794818 w 4673016"/>
                      <a:gd name="connsiteY3-74" fmla="*/ 436179 h 1049866"/>
                      <a:gd name="connsiteX4-75" fmla="*/ 2300598 w 4673016"/>
                      <a:gd name="connsiteY4-76" fmla="*/ 1049866 h 1049866"/>
                      <a:gd name="connsiteX5-77" fmla="*/ 912064 w 4673016"/>
                      <a:gd name="connsiteY5-78" fmla="*/ 457200 h 1049866"/>
                      <a:gd name="connsiteX6-79" fmla="*/ 624198 w 4673016"/>
                      <a:gd name="connsiteY6-80" fmla="*/ 541866 h 1049866"/>
                      <a:gd name="connsiteX7-81" fmla="*/ 0 w 4673016"/>
                      <a:gd name="connsiteY7-82" fmla="*/ 232979 h 1049866"/>
                      <a:gd name="connsiteX8-83" fmla="*/ 912064 w 4673016"/>
                      <a:gd name="connsiteY8-84" fmla="*/ 16933 h 1049866"/>
                      <a:gd name="connsiteX9-85" fmla="*/ 2334464 w 4673016"/>
                      <a:gd name="connsiteY9-86" fmla="*/ 626533 h 1049866"/>
                      <a:gd name="connsiteX10-87" fmla="*/ 3756864 w 4673016"/>
                      <a:gd name="connsiteY10-88" fmla="*/ 0 h 1049866"/>
                      <a:gd name="connsiteX0-89" fmla="*/ 3756864 w 4673016"/>
                      <a:gd name="connsiteY0-90" fmla="*/ 0 h 1049866"/>
                      <a:gd name="connsiteX1-91" fmla="*/ 4673016 w 4673016"/>
                      <a:gd name="connsiteY1-92" fmla="*/ 239402 h 1049866"/>
                      <a:gd name="connsiteX2-93" fmla="*/ 3993931 w 4673016"/>
                      <a:gd name="connsiteY2-94" fmla="*/ 541866 h 1049866"/>
                      <a:gd name="connsiteX3-95" fmla="*/ 3794818 w 4673016"/>
                      <a:gd name="connsiteY3-96" fmla="*/ 436179 h 1049866"/>
                      <a:gd name="connsiteX4-97" fmla="*/ 2300598 w 4673016"/>
                      <a:gd name="connsiteY4-98" fmla="*/ 1049866 h 1049866"/>
                      <a:gd name="connsiteX5-99" fmla="*/ 912064 w 4673016"/>
                      <a:gd name="connsiteY5-100" fmla="*/ 457200 h 1049866"/>
                      <a:gd name="connsiteX6-101" fmla="*/ 624198 w 4673016"/>
                      <a:gd name="connsiteY6-102" fmla="*/ 541866 h 1049866"/>
                      <a:gd name="connsiteX7-103" fmla="*/ 0 w 4673016"/>
                      <a:gd name="connsiteY7-104" fmla="*/ 232979 h 1049866"/>
                      <a:gd name="connsiteX8-105" fmla="*/ 912064 w 4673016"/>
                      <a:gd name="connsiteY8-106" fmla="*/ 16933 h 1049866"/>
                      <a:gd name="connsiteX9-107" fmla="*/ 2323954 w 4673016"/>
                      <a:gd name="connsiteY9-108" fmla="*/ 616023 h 1049866"/>
                      <a:gd name="connsiteX10-109" fmla="*/ 3756864 w 4673016"/>
                      <a:gd name="connsiteY10-110" fmla="*/ 0 h 1049866"/>
                      <a:gd name="connsiteX0-111" fmla="*/ 3756864 w 4673016"/>
                      <a:gd name="connsiteY0-112" fmla="*/ 0 h 1049866"/>
                      <a:gd name="connsiteX1-113" fmla="*/ 4673016 w 4673016"/>
                      <a:gd name="connsiteY1-114" fmla="*/ 239402 h 1049866"/>
                      <a:gd name="connsiteX2-115" fmla="*/ 3993931 w 4673016"/>
                      <a:gd name="connsiteY2-116" fmla="*/ 541866 h 1049866"/>
                      <a:gd name="connsiteX3-117" fmla="*/ 3794818 w 4673016"/>
                      <a:gd name="connsiteY3-118" fmla="*/ 436179 h 1049866"/>
                      <a:gd name="connsiteX4-119" fmla="*/ 2300598 w 4673016"/>
                      <a:gd name="connsiteY4-120" fmla="*/ 1049866 h 1049866"/>
                      <a:gd name="connsiteX5-121" fmla="*/ 912064 w 4673016"/>
                      <a:gd name="connsiteY5-122" fmla="*/ 457200 h 1049866"/>
                      <a:gd name="connsiteX6-123" fmla="*/ 624198 w 4673016"/>
                      <a:gd name="connsiteY6-124" fmla="*/ 541866 h 1049866"/>
                      <a:gd name="connsiteX7-125" fmla="*/ 0 w 4673016"/>
                      <a:gd name="connsiteY7-126" fmla="*/ 275021 h 1049866"/>
                      <a:gd name="connsiteX8-127" fmla="*/ 912064 w 4673016"/>
                      <a:gd name="connsiteY8-128" fmla="*/ 16933 h 1049866"/>
                      <a:gd name="connsiteX9-129" fmla="*/ 2323954 w 4673016"/>
                      <a:gd name="connsiteY9-130" fmla="*/ 616023 h 1049866"/>
                      <a:gd name="connsiteX10-131" fmla="*/ 3756864 w 4673016"/>
                      <a:gd name="connsiteY10-132" fmla="*/ 0 h 1049866"/>
                      <a:gd name="connsiteX0-133" fmla="*/ 3756864 w 4673016"/>
                      <a:gd name="connsiteY0-134" fmla="*/ 0 h 1049866"/>
                      <a:gd name="connsiteX1-135" fmla="*/ 4673016 w 4673016"/>
                      <a:gd name="connsiteY1-136" fmla="*/ 239402 h 1049866"/>
                      <a:gd name="connsiteX2-137" fmla="*/ 3993931 w 4673016"/>
                      <a:gd name="connsiteY2-138" fmla="*/ 541866 h 1049866"/>
                      <a:gd name="connsiteX3-139" fmla="*/ 3815839 w 4673016"/>
                      <a:gd name="connsiteY3-140" fmla="*/ 467710 h 1049866"/>
                      <a:gd name="connsiteX4-141" fmla="*/ 2300598 w 4673016"/>
                      <a:gd name="connsiteY4-142" fmla="*/ 1049866 h 1049866"/>
                      <a:gd name="connsiteX5-143" fmla="*/ 912064 w 4673016"/>
                      <a:gd name="connsiteY5-144" fmla="*/ 457200 h 1049866"/>
                      <a:gd name="connsiteX6-145" fmla="*/ 624198 w 4673016"/>
                      <a:gd name="connsiteY6-146" fmla="*/ 541866 h 1049866"/>
                      <a:gd name="connsiteX7-147" fmla="*/ 0 w 4673016"/>
                      <a:gd name="connsiteY7-148" fmla="*/ 275021 h 1049866"/>
                      <a:gd name="connsiteX8-149" fmla="*/ 912064 w 4673016"/>
                      <a:gd name="connsiteY8-150" fmla="*/ 16933 h 1049866"/>
                      <a:gd name="connsiteX9-151" fmla="*/ 2323954 w 4673016"/>
                      <a:gd name="connsiteY9-152" fmla="*/ 616023 h 1049866"/>
                      <a:gd name="connsiteX10-153" fmla="*/ 3756864 w 4673016"/>
                      <a:gd name="connsiteY10-154" fmla="*/ 0 h 104986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2" name="Freeform 411"/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3" name="Freeform 412"/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4" name="Freeform 413"/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-1" fmla="*/ 168165 w 3731172"/>
                      <a:gd name="connsiteY0-2" fmla="*/ 73572 h 1418896"/>
                      <a:gd name="connsiteX1-3" fmla="*/ 451945 w 3731172"/>
                      <a:gd name="connsiteY1-4" fmla="*/ 0 h 1418896"/>
                      <a:gd name="connsiteX2-5" fmla="*/ 1881352 w 3731172"/>
                      <a:gd name="connsiteY2-6" fmla="*/ 599089 h 1418896"/>
                      <a:gd name="connsiteX3-7" fmla="*/ 3363310 w 3731172"/>
                      <a:gd name="connsiteY3-8" fmla="*/ 0 h 1418896"/>
                      <a:gd name="connsiteX4-9" fmla="*/ 3584027 w 3731172"/>
                      <a:gd name="connsiteY4-10" fmla="*/ 73572 h 1418896"/>
                      <a:gd name="connsiteX5-11" fmla="*/ 2627586 w 3731172"/>
                      <a:gd name="connsiteY5-12" fmla="*/ 441434 h 1418896"/>
                      <a:gd name="connsiteX6-13" fmla="*/ 2596055 w 3731172"/>
                      <a:gd name="connsiteY6-14" fmla="*/ 914400 h 1418896"/>
                      <a:gd name="connsiteX7-15" fmla="*/ 3731172 w 3731172"/>
                      <a:gd name="connsiteY7-16" fmla="*/ 1345324 h 1418896"/>
                      <a:gd name="connsiteX8-17" fmla="*/ 3447393 w 3731172"/>
                      <a:gd name="connsiteY8-18" fmla="*/ 1408386 h 1418896"/>
                      <a:gd name="connsiteX9-19" fmla="*/ 1870841 w 3731172"/>
                      <a:gd name="connsiteY9-20" fmla="*/ 746234 h 1418896"/>
                      <a:gd name="connsiteX10-21" fmla="*/ 262758 w 3731172"/>
                      <a:gd name="connsiteY10-22" fmla="*/ 1418896 h 1418896"/>
                      <a:gd name="connsiteX11-23" fmla="*/ 0 w 3731172"/>
                      <a:gd name="connsiteY11-24" fmla="*/ 1324303 h 1418896"/>
                      <a:gd name="connsiteX12-25" fmla="*/ 1145627 w 3731172"/>
                      <a:gd name="connsiteY12-26" fmla="*/ 882869 h 1418896"/>
                      <a:gd name="connsiteX13-27" fmla="*/ 1114096 w 3731172"/>
                      <a:gd name="connsiteY13-28" fmla="*/ 409903 h 1418896"/>
                      <a:gd name="connsiteX14-29" fmla="*/ 441434 w 3731172"/>
                      <a:gd name="connsiteY14-30" fmla="*/ 10510 h 1418896"/>
                      <a:gd name="connsiteX15-31" fmla="*/ 441434 w 3731172"/>
                      <a:gd name="connsiteY15-32" fmla="*/ 10510 h 1418896"/>
                      <a:gd name="connsiteX0-33" fmla="*/ 168165 w 3731172"/>
                      <a:gd name="connsiteY0-34" fmla="*/ 73572 h 1418896"/>
                      <a:gd name="connsiteX1-35" fmla="*/ 451945 w 3731172"/>
                      <a:gd name="connsiteY1-36" fmla="*/ 0 h 1418896"/>
                      <a:gd name="connsiteX2-37" fmla="*/ 1881352 w 3731172"/>
                      <a:gd name="connsiteY2-38" fmla="*/ 599089 h 1418896"/>
                      <a:gd name="connsiteX3-39" fmla="*/ 3363310 w 3731172"/>
                      <a:gd name="connsiteY3-40" fmla="*/ 0 h 1418896"/>
                      <a:gd name="connsiteX4-41" fmla="*/ 3584027 w 3731172"/>
                      <a:gd name="connsiteY4-42" fmla="*/ 73572 h 1418896"/>
                      <a:gd name="connsiteX5-43" fmla="*/ 2627586 w 3731172"/>
                      <a:gd name="connsiteY5-44" fmla="*/ 441434 h 1418896"/>
                      <a:gd name="connsiteX6-45" fmla="*/ 2596055 w 3731172"/>
                      <a:gd name="connsiteY6-46" fmla="*/ 914400 h 1418896"/>
                      <a:gd name="connsiteX7-47" fmla="*/ 3731172 w 3731172"/>
                      <a:gd name="connsiteY7-48" fmla="*/ 1345324 h 1418896"/>
                      <a:gd name="connsiteX8-49" fmla="*/ 3447393 w 3731172"/>
                      <a:gd name="connsiteY8-50" fmla="*/ 1408386 h 1418896"/>
                      <a:gd name="connsiteX9-51" fmla="*/ 1870841 w 3731172"/>
                      <a:gd name="connsiteY9-52" fmla="*/ 746234 h 1418896"/>
                      <a:gd name="connsiteX10-53" fmla="*/ 262758 w 3731172"/>
                      <a:gd name="connsiteY10-54" fmla="*/ 1418896 h 1418896"/>
                      <a:gd name="connsiteX11-55" fmla="*/ 0 w 3731172"/>
                      <a:gd name="connsiteY11-56" fmla="*/ 1324303 h 1418896"/>
                      <a:gd name="connsiteX12-57" fmla="*/ 1145627 w 3731172"/>
                      <a:gd name="connsiteY12-58" fmla="*/ 882869 h 1418896"/>
                      <a:gd name="connsiteX13-59" fmla="*/ 1114096 w 3731172"/>
                      <a:gd name="connsiteY13-60" fmla="*/ 409903 h 1418896"/>
                      <a:gd name="connsiteX14-61" fmla="*/ 441434 w 3731172"/>
                      <a:gd name="connsiteY14-62" fmla="*/ 10510 h 1418896"/>
                      <a:gd name="connsiteX0-63" fmla="*/ 168165 w 3731172"/>
                      <a:gd name="connsiteY0-64" fmla="*/ 73572 h 1418896"/>
                      <a:gd name="connsiteX1-65" fmla="*/ 451945 w 3731172"/>
                      <a:gd name="connsiteY1-66" fmla="*/ 0 h 1418896"/>
                      <a:gd name="connsiteX2-67" fmla="*/ 1881352 w 3731172"/>
                      <a:gd name="connsiteY2-68" fmla="*/ 599089 h 1418896"/>
                      <a:gd name="connsiteX3-69" fmla="*/ 3363310 w 3731172"/>
                      <a:gd name="connsiteY3-70" fmla="*/ 0 h 1418896"/>
                      <a:gd name="connsiteX4-71" fmla="*/ 3584027 w 3731172"/>
                      <a:gd name="connsiteY4-72" fmla="*/ 73572 h 1418896"/>
                      <a:gd name="connsiteX5-73" fmla="*/ 2627586 w 3731172"/>
                      <a:gd name="connsiteY5-74" fmla="*/ 441434 h 1418896"/>
                      <a:gd name="connsiteX6-75" fmla="*/ 2596055 w 3731172"/>
                      <a:gd name="connsiteY6-76" fmla="*/ 914400 h 1418896"/>
                      <a:gd name="connsiteX7-77" fmla="*/ 3731172 w 3731172"/>
                      <a:gd name="connsiteY7-78" fmla="*/ 1345324 h 1418896"/>
                      <a:gd name="connsiteX8-79" fmla="*/ 3447393 w 3731172"/>
                      <a:gd name="connsiteY8-80" fmla="*/ 1408386 h 1418896"/>
                      <a:gd name="connsiteX9-81" fmla="*/ 1870841 w 3731172"/>
                      <a:gd name="connsiteY9-82" fmla="*/ 746234 h 1418896"/>
                      <a:gd name="connsiteX10-83" fmla="*/ 262758 w 3731172"/>
                      <a:gd name="connsiteY10-84" fmla="*/ 1418896 h 1418896"/>
                      <a:gd name="connsiteX11-85" fmla="*/ 0 w 3731172"/>
                      <a:gd name="connsiteY11-86" fmla="*/ 1324303 h 1418896"/>
                      <a:gd name="connsiteX12-87" fmla="*/ 1145627 w 3731172"/>
                      <a:gd name="connsiteY12-88" fmla="*/ 882869 h 1418896"/>
                      <a:gd name="connsiteX13-89" fmla="*/ 1114096 w 3731172"/>
                      <a:gd name="connsiteY13-90" fmla="*/ 409903 h 1418896"/>
                      <a:gd name="connsiteX14-91" fmla="*/ 357351 w 3731172"/>
                      <a:gd name="connsiteY14-92" fmla="*/ 115613 h 1418896"/>
                      <a:gd name="connsiteX0-93" fmla="*/ 168165 w 3731172"/>
                      <a:gd name="connsiteY0-94" fmla="*/ 73572 h 1418896"/>
                      <a:gd name="connsiteX1-95" fmla="*/ 451945 w 3731172"/>
                      <a:gd name="connsiteY1-96" fmla="*/ 0 h 1418896"/>
                      <a:gd name="connsiteX2-97" fmla="*/ 1881352 w 3731172"/>
                      <a:gd name="connsiteY2-98" fmla="*/ 599089 h 1418896"/>
                      <a:gd name="connsiteX3-99" fmla="*/ 3363310 w 3731172"/>
                      <a:gd name="connsiteY3-100" fmla="*/ 0 h 1418896"/>
                      <a:gd name="connsiteX4-101" fmla="*/ 3584027 w 3731172"/>
                      <a:gd name="connsiteY4-102" fmla="*/ 73572 h 1418896"/>
                      <a:gd name="connsiteX5-103" fmla="*/ 2627586 w 3731172"/>
                      <a:gd name="connsiteY5-104" fmla="*/ 441434 h 1418896"/>
                      <a:gd name="connsiteX6-105" fmla="*/ 2596055 w 3731172"/>
                      <a:gd name="connsiteY6-106" fmla="*/ 914400 h 1418896"/>
                      <a:gd name="connsiteX7-107" fmla="*/ 3731172 w 3731172"/>
                      <a:gd name="connsiteY7-108" fmla="*/ 1345324 h 1418896"/>
                      <a:gd name="connsiteX8-109" fmla="*/ 3447393 w 3731172"/>
                      <a:gd name="connsiteY8-110" fmla="*/ 1408386 h 1418896"/>
                      <a:gd name="connsiteX9-111" fmla="*/ 1870841 w 3731172"/>
                      <a:gd name="connsiteY9-112" fmla="*/ 746234 h 1418896"/>
                      <a:gd name="connsiteX10-113" fmla="*/ 262758 w 3731172"/>
                      <a:gd name="connsiteY10-114" fmla="*/ 1418896 h 1418896"/>
                      <a:gd name="connsiteX11-115" fmla="*/ 0 w 3731172"/>
                      <a:gd name="connsiteY11-116" fmla="*/ 1324303 h 1418896"/>
                      <a:gd name="connsiteX12-117" fmla="*/ 1145627 w 3731172"/>
                      <a:gd name="connsiteY12-118" fmla="*/ 882869 h 1418896"/>
                      <a:gd name="connsiteX13-119" fmla="*/ 1114096 w 3731172"/>
                      <a:gd name="connsiteY13-120" fmla="*/ 409903 h 1418896"/>
                      <a:gd name="connsiteX14-121" fmla="*/ 147144 w 3731172"/>
                      <a:gd name="connsiteY14-122" fmla="*/ 63061 h 1418896"/>
                      <a:gd name="connsiteX0-123" fmla="*/ 168165 w 3731172"/>
                      <a:gd name="connsiteY0-124" fmla="*/ 73572 h 1418896"/>
                      <a:gd name="connsiteX1-125" fmla="*/ 451945 w 3731172"/>
                      <a:gd name="connsiteY1-126" fmla="*/ 0 h 1418896"/>
                      <a:gd name="connsiteX2-127" fmla="*/ 1881352 w 3731172"/>
                      <a:gd name="connsiteY2-128" fmla="*/ 599089 h 1418896"/>
                      <a:gd name="connsiteX3-129" fmla="*/ 3363310 w 3731172"/>
                      <a:gd name="connsiteY3-130" fmla="*/ 0 h 1418896"/>
                      <a:gd name="connsiteX4-131" fmla="*/ 3584027 w 3731172"/>
                      <a:gd name="connsiteY4-132" fmla="*/ 73572 h 1418896"/>
                      <a:gd name="connsiteX5-133" fmla="*/ 2627586 w 3731172"/>
                      <a:gd name="connsiteY5-134" fmla="*/ 441434 h 1418896"/>
                      <a:gd name="connsiteX6-135" fmla="*/ 2596055 w 3731172"/>
                      <a:gd name="connsiteY6-136" fmla="*/ 914400 h 1418896"/>
                      <a:gd name="connsiteX7-137" fmla="*/ 3731172 w 3731172"/>
                      <a:gd name="connsiteY7-138" fmla="*/ 1345324 h 1418896"/>
                      <a:gd name="connsiteX8-139" fmla="*/ 3447393 w 3731172"/>
                      <a:gd name="connsiteY8-140" fmla="*/ 1408386 h 1418896"/>
                      <a:gd name="connsiteX9-141" fmla="*/ 1870841 w 3731172"/>
                      <a:gd name="connsiteY9-142" fmla="*/ 746234 h 1418896"/>
                      <a:gd name="connsiteX10-143" fmla="*/ 262758 w 3731172"/>
                      <a:gd name="connsiteY10-144" fmla="*/ 1418896 h 1418896"/>
                      <a:gd name="connsiteX11-145" fmla="*/ 0 w 3731172"/>
                      <a:gd name="connsiteY11-146" fmla="*/ 1324303 h 1418896"/>
                      <a:gd name="connsiteX12-147" fmla="*/ 1145627 w 3731172"/>
                      <a:gd name="connsiteY12-148" fmla="*/ 882869 h 1418896"/>
                      <a:gd name="connsiteX13-149" fmla="*/ 1114096 w 3731172"/>
                      <a:gd name="connsiteY13-150" fmla="*/ 420413 h 1418896"/>
                      <a:gd name="connsiteX14-151" fmla="*/ 147144 w 3731172"/>
                      <a:gd name="connsiteY14-152" fmla="*/ 63061 h 1418896"/>
                      <a:gd name="connsiteX0-153" fmla="*/ 168165 w 3731172"/>
                      <a:gd name="connsiteY0-154" fmla="*/ 73572 h 1418896"/>
                      <a:gd name="connsiteX1-155" fmla="*/ 451945 w 3731172"/>
                      <a:gd name="connsiteY1-156" fmla="*/ 0 h 1418896"/>
                      <a:gd name="connsiteX2-157" fmla="*/ 1881352 w 3731172"/>
                      <a:gd name="connsiteY2-158" fmla="*/ 599089 h 1418896"/>
                      <a:gd name="connsiteX3-159" fmla="*/ 3363310 w 3731172"/>
                      <a:gd name="connsiteY3-160" fmla="*/ 0 h 1418896"/>
                      <a:gd name="connsiteX4-161" fmla="*/ 3584027 w 3731172"/>
                      <a:gd name="connsiteY4-162" fmla="*/ 73572 h 1418896"/>
                      <a:gd name="connsiteX5-163" fmla="*/ 2627586 w 3731172"/>
                      <a:gd name="connsiteY5-164" fmla="*/ 441434 h 1418896"/>
                      <a:gd name="connsiteX6-165" fmla="*/ 2596055 w 3731172"/>
                      <a:gd name="connsiteY6-166" fmla="*/ 914400 h 1418896"/>
                      <a:gd name="connsiteX7-167" fmla="*/ 3731172 w 3731172"/>
                      <a:gd name="connsiteY7-168" fmla="*/ 1345324 h 1418896"/>
                      <a:gd name="connsiteX8-169" fmla="*/ 3447393 w 3731172"/>
                      <a:gd name="connsiteY8-170" fmla="*/ 1408386 h 1418896"/>
                      <a:gd name="connsiteX9-171" fmla="*/ 1870841 w 3731172"/>
                      <a:gd name="connsiteY9-172" fmla="*/ 746234 h 1418896"/>
                      <a:gd name="connsiteX10-173" fmla="*/ 262758 w 3731172"/>
                      <a:gd name="connsiteY10-174" fmla="*/ 1418896 h 1418896"/>
                      <a:gd name="connsiteX11-175" fmla="*/ 0 w 3731172"/>
                      <a:gd name="connsiteY11-176" fmla="*/ 1324303 h 1418896"/>
                      <a:gd name="connsiteX12-177" fmla="*/ 1145627 w 3731172"/>
                      <a:gd name="connsiteY12-178" fmla="*/ 882869 h 1418896"/>
                      <a:gd name="connsiteX13-179" fmla="*/ 1114096 w 3731172"/>
                      <a:gd name="connsiteY13-180" fmla="*/ 420413 h 1418896"/>
                      <a:gd name="connsiteX14-181" fmla="*/ 189185 w 3731172"/>
                      <a:gd name="connsiteY14-182" fmla="*/ 84081 h 1418896"/>
                      <a:gd name="connsiteX0-183" fmla="*/ 168165 w 3731172"/>
                      <a:gd name="connsiteY0-184" fmla="*/ 73572 h 1418896"/>
                      <a:gd name="connsiteX1-185" fmla="*/ 451945 w 3731172"/>
                      <a:gd name="connsiteY1-186" fmla="*/ 0 h 1418896"/>
                      <a:gd name="connsiteX2-187" fmla="*/ 1881352 w 3731172"/>
                      <a:gd name="connsiteY2-188" fmla="*/ 599089 h 1418896"/>
                      <a:gd name="connsiteX3-189" fmla="*/ 3363310 w 3731172"/>
                      <a:gd name="connsiteY3-190" fmla="*/ 0 h 1418896"/>
                      <a:gd name="connsiteX4-191" fmla="*/ 3584027 w 3731172"/>
                      <a:gd name="connsiteY4-192" fmla="*/ 73572 h 1418896"/>
                      <a:gd name="connsiteX5-193" fmla="*/ 2627586 w 3731172"/>
                      <a:gd name="connsiteY5-194" fmla="*/ 441434 h 1418896"/>
                      <a:gd name="connsiteX6-195" fmla="*/ 2596055 w 3731172"/>
                      <a:gd name="connsiteY6-196" fmla="*/ 914400 h 1418896"/>
                      <a:gd name="connsiteX7-197" fmla="*/ 3731172 w 3731172"/>
                      <a:gd name="connsiteY7-198" fmla="*/ 1345324 h 1418896"/>
                      <a:gd name="connsiteX8-199" fmla="*/ 3447393 w 3731172"/>
                      <a:gd name="connsiteY8-200" fmla="*/ 1408386 h 1418896"/>
                      <a:gd name="connsiteX9-201" fmla="*/ 1870841 w 3731172"/>
                      <a:gd name="connsiteY9-202" fmla="*/ 746234 h 1418896"/>
                      <a:gd name="connsiteX10-203" fmla="*/ 262758 w 3731172"/>
                      <a:gd name="connsiteY10-204" fmla="*/ 1418896 h 1418896"/>
                      <a:gd name="connsiteX11-205" fmla="*/ 0 w 3731172"/>
                      <a:gd name="connsiteY11-206" fmla="*/ 1324303 h 1418896"/>
                      <a:gd name="connsiteX12-207" fmla="*/ 1145627 w 3731172"/>
                      <a:gd name="connsiteY12-208" fmla="*/ 882869 h 1418896"/>
                      <a:gd name="connsiteX13-209" fmla="*/ 1114096 w 3731172"/>
                      <a:gd name="connsiteY13-210" fmla="*/ 420413 h 1418896"/>
                      <a:gd name="connsiteX14-211" fmla="*/ 189185 w 3731172"/>
                      <a:gd name="connsiteY14-212" fmla="*/ 84081 h 1418896"/>
                      <a:gd name="connsiteX15-213" fmla="*/ 168165 w 3731172"/>
                      <a:gd name="connsiteY15-214" fmla="*/ 73572 h 1418896"/>
                      <a:gd name="connsiteX0-215" fmla="*/ 168165 w 3731172"/>
                      <a:gd name="connsiteY0-216" fmla="*/ 73572 h 1418896"/>
                      <a:gd name="connsiteX1-217" fmla="*/ 451945 w 3731172"/>
                      <a:gd name="connsiteY1-218" fmla="*/ 0 h 1418896"/>
                      <a:gd name="connsiteX2-219" fmla="*/ 1881352 w 3731172"/>
                      <a:gd name="connsiteY2-220" fmla="*/ 599089 h 1418896"/>
                      <a:gd name="connsiteX3-221" fmla="*/ 3363310 w 3731172"/>
                      <a:gd name="connsiteY3-222" fmla="*/ 0 h 1418896"/>
                      <a:gd name="connsiteX4-223" fmla="*/ 3584027 w 3731172"/>
                      <a:gd name="connsiteY4-224" fmla="*/ 73572 h 1418896"/>
                      <a:gd name="connsiteX5-225" fmla="*/ 2627586 w 3731172"/>
                      <a:gd name="connsiteY5-226" fmla="*/ 441434 h 1418896"/>
                      <a:gd name="connsiteX6-227" fmla="*/ 2596055 w 3731172"/>
                      <a:gd name="connsiteY6-228" fmla="*/ 914400 h 1418896"/>
                      <a:gd name="connsiteX7-229" fmla="*/ 3731172 w 3731172"/>
                      <a:gd name="connsiteY7-230" fmla="*/ 1345324 h 1418896"/>
                      <a:gd name="connsiteX8-231" fmla="*/ 3447393 w 3731172"/>
                      <a:gd name="connsiteY8-232" fmla="*/ 1408386 h 1418896"/>
                      <a:gd name="connsiteX9-233" fmla="*/ 1870841 w 3731172"/>
                      <a:gd name="connsiteY9-234" fmla="*/ 746234 h 1418896"/>
                      <a:gd name="connsiteX10-235" fmla="*/ 262758 w 3731172"/>
                      <a:gd name="connsiteY10-236" fmla="*/ 1418896 h 1418896"/>
                      <a:gd name="connsiteX11-237" fmla="*/ 0 w 3731172"/>
                      <a:gd name="connsiteY11-238" fmla="*/ 1324303 h 1418896"/>
                      <a:gd name="connsiteX12-239" fmla="*/ 1145627 w 3731172"/>
                      <a:gd name="connsiteY12-240" fmla="*/ 882869 h 1418896"/>
                      <a:gd name="connsiteX13-241" fmla="*/ 1156137 w 3731172"/>
                      <a:gd name="connsiteY13-242" fmla="*/ 441434 h 1418896"/>
                      <a:gd name="connsiteX14-243" fmla="*/ 189185 w 3731172"/>
                      <a:gd name="connsiteY14-244" fmla="*/ 84081 h 1418896"/>
                      <a:gd name="connsiteX15-245" fmla="*/ 168165 w 3731172"/>
                      <a:gd name="connsiteY15-246" fmla="*/ 73572 h 1418896"/>
                      <a:gd name="connsiteX0-247" fmla="*/ 168165 w 3731172"/>
                      <a:gd name="connsiteY0-248" fmla="*/ 73572 h 1418896"/>
                      <a:gd name="connsiteX1-249" fmla="*/ 451945 w 3731172"/>
                      <a:gd name="connsiteY1-250" fmla="*/ 0 h 1418896"/>
                      <a:gd name="connsiteX2-251" fmla="*/ 1881352 w 3731172"/>
                      <a:gd name="connsiteY2-252" fmla="*/ 599089 h 1418896"/>
                      <a:gd name="connsiteX3-253" fmla="*/ 3363310 w 3731172"/>
                      <a:gd name="connsiteY3-254" fmla="*/ 0 h 1418896"/>
                      <a:gd name="connsiteX4-255" fmla="*/ 3584027 w 3731172"/>
                      <a:gd name="connsiteY4-256" fmla="*/ 73572 h 1418896"/>
                      <a:gd name="connsiteX5-257" fmla="*/ 2627586 w 3731172"/>
                      <a:gd name="connsiteY5-258" fmla="*/ 441434 h 1418896"/>
                      <a:gd name="connsiteX6-259" fmla="*/ 2596055 w 3731172"/>
                      <a:gd name="connsiteY6-260" fmla="*/ 914400 h 1418896"/>
                      <a:gd name="connsiteX7-261" fmla="*/ 3731172 w 3731172"/>
                      <a:gd name="connsiteY7-262" fmla="*/ 1345324 h 1418896"/>
                      <a:gd name="connsiteX8-263" fmla="*/ 3447393 w 3731172"/>
                      <a:gd name="connsiteY8-264" fmla="*/ 1408386 h 1418896"/>
                      <a:gd name="connsiteX9-265" fmla="*/ 1870841 w 3731172"/>
                      <a:gd name="connsiteY9-266" fmla="*/ 746234 h 1418896"/>
                      <a:gd name="connsiteX10-267" fmla="*/ 262758 w 3731172"/>
                      <a:gd name="connsiteY10-268" fmla="*/ 1418896 h 1418896"/>
                      <a:gd name="connsiteX11-269" fmla="*/ 0 w 3731172"/>
                      <a:gd name="connsiteY11-270" fmla="*/ 1324303 h 1418896"/>
                      <a:gd name="connsiteX12-271" fmla="*/ 1145627 w 3731172"/>
                      <a:gd name="connsiteY12-272" fmla="*/ 882869 h 1418896"/>
                      <a:gd name="connsiteX13-273" fmla="*/ 1145626 w 3731172"/>
                      <a:gd name="connsiteY13-274" fmla="*/ 451945 h 1418896"/>
                      <a:gd name="connsiteX14-275" fmla="*/ 189185 w 3731172"/>
                      <a:gd name="connsiteY14-276" fmla="*/ 84081 h 1418896"/>
                      <a:gd name="connsiteX15-277" fmla="*/ 168165 w 3731172"/>
                      <a:gd name="connsiteY15-278" fmla="*/ 73572 h 1418896"/>
                      <a:gd name="connsiteX0-279" fmla="*/ 168165 w 3731172"/>
                      <a:gd name="connsiteY0-280" fmla="*/ 73572 h 1418896"/>
                      <a:gd name="connsiteX1-281" fmla="*/ 451945 w 3731172"/>
                      <a:gd name="connsiteY1-282" fmla="*/ 0 h 1418896"/>
                      <a:gd name="connsiteX2-283" fmla="*/ 1881352 w 3731172"/>
                      <a:gd name="connsiteY2-284" fmla="*/ 599089 h 1418896"/>
                      <a:gd name="connsiteX3-285" fmla="*/ 3363310 w 3731172"/>
                      <a:gd name="connsiteY3-286" fmla="*/ 0 h 1418896"/>
                      <a:gd name="connsiteX4-287" fmla="*/ 3584027 w 3731172"/>
                      <a:gd name="connsiteY4-288" fmla="*/ 73572 h 1418896"/>
                      <a:gd name="connsiteX5-289" fmla="*/ 2627586 w 3731172"/>
                      <a:gd name="connsiteY5-290" fmla="*/ 441434 h 1418896"/>
                      <a:gd name="connsiteX6-291" fmla="*/ 2596055 w 3731172"/>
                      <a:gd name="connsiteY6-292" fmla="*/ 914400 h 1418896"/>
                      <a:gd name="connsiteX7-293" fmla="*/ 3731172 w 3731172"/>
                      <a:gd name="connsiteY7-294" fmla="*/ 1345324 h 1418896"/>
                      <a:gd name="connsiteX8-295" fmla="*/ 3447393 w 3731172"/>
                      <a:gd name="connsiteY8-296" fmla="*/ 1408386 h 1418896"/>
                      <a:gd name="connsiteX9-297" fmla="*/ 1870841 w 3731172"/>
                      <a:gd name="connsiteY9-298" fmla="*/ 746234 h 1418896"/>
                      <a:gd name="connsiteX10-299" fmla="*/ 262758 w 3731172"/>
                      <a:gd name="connsiteY10-300" fmla="*/ 1418896 h 1418896"/>
                      <a:gd name="connsiteX11-301" fmla="*/ 0 w 3731172"/>
                      <a:gd name="connsiteY11-302" fmla="*/ 1324303 h 1418896"/>
                      <a:gd name="connsiteX12-303" fmla="*/ 1145627 w 3731172"/>
                      <a:gd name="connsiteY12-304" fmla="*/ 903890 h 1418896"/>
                      <a:gd name="connsiteX13-305" fmla="*/ 1145626 w 3731172"/>
                      <a:gd name="connsiteY13-306" fmla="*/ 451945 h 1418896"/>
                      <a:gd name="connsiteX14-307" fmla="*/ 189185 w 3731172"/>
                      <a:gd name="connsiteY14-308" fmla="*/ 84081 h 1418896"/>
                      <a:gd name="connsiteX15-309" fmla="*/ 168165 w 3731172"/>
                      <a:gd name="connsiteY15-310" fmla="*/ 73572 h 1418896"/>
                      <a:gd name="connsiteX0-311" fmla="*/ 147144 w 3710151"/>
                      <a:gd name="connsiteY0-312" fmla="*/ 73572 h 1418896"/>
                      <a:gd name="connsiteX1-313" fmla="*/ 430924 w 3710151"/>
                      <a:gd name="connsiteY1-314" fmla="*/ 0 h 1418896"/>
                      <a:gd name="connsiteX2-315" fmla="*/ 1860331 w 3710151"/>
                      <a:gd name="connsiteY2-316" fmla="*/ 599089 h 1418896"/>
                      <a:gd name="connsiteX3-317" fmla="*/ 3342289 w 3710151"/>
                      <a:gd name="connsiteY3-318" fmla="*/ 0 h 1418896"/>
                      <a:gd name="connsiteX4-319" fmla="*/ 3563006 w 3710151"/>
                      <a:gd name="connsiteY4-320" fmla="*/ 73572 h 1418896"/>
                      <a:gd name="connsiteX5-321" fmla="*/ 2606565 w 3710151"/>
                      <a:gd name="connsiteY5-322" fmla="*/ 441434 h 1418896"/>
                      <a:gd name="connsiteX6-323" fmla="*/ 2575034 w 3710151"/>
                      <a:gd name="connsiteY6-324" fmla="*/ 914400 h 1418896"/>
                      <a:gd name="connsiteX7-325" fmla="*/ 3710151 w 3710151"/>
                      <a:gd name="connsiteY7-326" fmla="*/ 1345324 h 1418896"/>
                      <a:gd name="connsiteX8-327" fmla="*/ 3426372 w 3710151"/>
                      <a:gd name="connsiteY8-328" fmla="*/ 1408386 h 1418896"/>
                      <a:gd name="connsiteX9-329" fmla="*/ 1849820 w 3710151"/>
                      <a:gd name="connsiteY9-330" fmla="*/ 746234 h 1418896"/>
                      <a:gd name="connsiteX10-331" fmla="*/ 241737 w 3710151"/>
                      <a:gd name="connsiteY10-332" fmla="*/ 1418896 h 1418896"/>
                      <a:gd name="connsiteX11-333" fmla="*/ 0 w 3710151"/>
                      <a:gd name="connsiteY11-334" fmla="*/ 1334814 h 1418896"/>
                      <a:gd name="connsiteX12-335" fmla="*/ 1124606 w 3710151"/>
                      <a:gd name="connsiteY12-336" fmla="*/ 903890 h 1418896"/>
                      <a:gd name="connsiteX13-337" fmla="*/ 1124605 w 3710151"/>
                      <a:gd name="connsiteY13-338" fmla="*/ 451945 h 1418896"/>
                      <a:gd name="connsiteX14-339" fmla="*/ 168164 w 3710151"/>
                      <a:gd name="connsiteY14-340" fmla="*/ 84081 h 1418896"/>
                      <a:gd name="connsiteX15-341" fmla="*/ 147144 w 3710151"/>
                      <a:gd name="connsiteY15-342" fmla="*/ 73572 h 1418896"/>
                      <a:gd name="connsiteX0-343" fmla="*/ 147144 w 3710151"/>
                      <a:gd name="connsiteY0-344" fmla="*/ 73572 h 1418896"/>
                      <a:gd name="connsiteX1-345" fmla="*/ 430924 w 3710151"/>
                      <a:gd name="connsiteY1-346" fmla="*/ 0 h 1418896"/>
                      <a:gd name="connsiteX2-347" fmla="*/ 1860331 w 3710151"/>
                      <a:gd name="connsiteY2-348" fmla="*/ 599089 h 1418896"/>
                      <a:gd name="connsiteX3-349" fmla="*/ 3342289 w 3710151"/>
                      <a:gd name="connsiteY3-350" fmla="*/ 0 h 1418896"/>
                      <a:gd name="connsiteX4-351" fmla="*/ 3563006 w 3710151"/>
                      <a:gd name="connsiteY4-352" fmla="*/ 73572 h 1418896"/>
                      <a:gd name="connsiteX5-353" fmla="*/ 2606565 w 3710151"/>
                      <a:gd name="connsiteY5-354" fmla="*/ 441434 h 1418896"/>
                      <a:gd name="connsiteX6-355" fmla="*/ 2606565 w 3710151"/>
                      <a:gd name="connsiteY6-356" fmla="*/ 924910 h 1418896"/>
                      <a:gd name="connsiteX7-357" fmla="*/ 3710151 w 3710151"/>
                      <a:gd name="connsiteY7-358" fmla="*/ 1345324 h 1418896"/>
                      <a:gd name="connsiteX8-359" fmla="*/ 3426372 w 3710151"/>
                      <a:gd name="connsiteY8-360" fmla="*/ 1408386 h 1418896"/>
                      <a:gd name="connsiteX9-361" fmla="*/ 1849820 w 3710151"/>
                      <a:gd name="connsiteY9-362" fmla="*/ 746234 h 1418896"/>
                      <a:gd name="connsiteX10-363" fmla="*/ 241737 w 3710151"/>
                      <a:gd name="connsiteY10-364" fmla="*/ 1418896 h 1418896"/>
                      <a:gd name="connsiteX11-365" fmla="*/ 0 w 3710151"/>
                      <a:gd name="connsiteY11-366" fmla="*/ 1334814 h 1418896"/>
                      <a:gd name="connsiteX12-367" fmla="*/ 1124606 w 3710151"/>
                      <a:gd name="connsiteY12-368" fmla="*/ 903890 h 1418896"/>
                      <a:gd name="connsiteX13-369" fmla="*/ 1124605 w 3710151"/>
                      <a:gd name="connsiteY13-370" fmla="*/ 451945 h 1418896"/>
                      <a:gd name="connsiteX14-371" fmla="*/ 168164 w 3710151"/>
                      <a:gd name="connsiteY14-372" fmla="*/ 84081 h 1418896"/>
                      <a:gd name="connsiteX15-373" fmla="*/ 147144 w 3710151"/>
                      <a:gd name="connsiteY15-374" fmla="*/ 73572 h 1418896"/>
                      <a:gd name="connsiteX0-375" fmla="*/ 147144 w 3710151"/>
                      <a:gd name="connsiteY0-376" fmla="*/ 73572 h 1418896"/>
                      <a:gd name="connsiteX1-377" fmla="*/ 430924 w 3710151"/>
                      <a:gd name="connsiteY1-378" fmla="*/ 0 h 1418896"/>
                      <a:gd name="connsiteX2-379" fmla="*/ 1860331 w 3710151"/>
                      <a:gd name="connsiteY2-380" fmla="*/ 599089 h 1418896"/>
                      <a:gd name="connsiteX3-381" fmla="*/ 3342289 w 3710151"/>
                      <a:gd name="connsiteY3-382" fmla="*/ 0 h 1418896"/>
                      <a:gd name="connsiteX4-383" fmla="*/ 3563006 w 3710151"/>
                      <a:gd name="connsiteY4-384" fmla="*/ 73572 h 1418896"/>
                      <a:gd name="connsiteX5-385" fmla="*/ 2606565 w 3710151"/>
                      <a:gd name="connsiteY5-386" fmla="*/ 441434 h 1418896"/>
                      <a:gd name="connsiteX6-387" fmla="*/ 2610282 w 3710151"/>
                      <a:gd name="connsiteY6-388" fmla="*/ 902607 h 1418896"/>
                      <a:gd name="connsiteX7-389" fmla="*/ 3710151 w 3710151"/>
                      <a:gd name="connsiteY7-390" fmla="*/ 1345324 h 1418896"/>
                      <a:gd name="connsiteX8-391" fmla="*/ 3426372 w 3710151"/>
                      <a:gd name="connsiteY8-392" fmla="*/ 1408386 h 1418896"/>
                      <a:gd name="connsiteX9-393" fmla="*/ 1849820 w 3710151"/>
                      <a:gd name="connsiteY9-394" fmla="*/ 746234 h 1418896"/>
                      <a:gd name="connsiteX10-395" fmla="*/ 241737 w 3710151"/>
                      <a:gd name="connsiteY10-396" fmla="*/ 1418896 h 1418896"/>
                      <a:gd name="connsiteX11-397" fmla="*/ 0 w 3710151"/>
                      <a:gd name="connsiteY11-398" fmla="*/ 1334814 h 1418896"/>
                      <a:gd name="connsiteX12-399" fmla="*/ 1124606 w 3710151"/>
                      <a:gd name="connsiteY12-400" fmla="*/ 903890 h 1418896"/>
                      <a:gd name="connsiteX13-401" fmla="*/ 1124605 w 3710151"/>
                      <a:gd name="connsiteY13-402" fmla="*/ 451945 h 1418896"/>
                      <a:gd name="connsiteX14-403" fmla="*/ 168164 w 3710151"/>
                      <a:gd name="connsiteY14-404" fmla="*/ 84081 h 1418896"/>
                      <a:gd name="connsiteX15-405" fmla="*/ 147144 w 3710151"/>
                      <a:gd name="connsiteY15-406" fmla="*/ 73572 h 1418896"/>
                      <a:gd name="connsiteX0-407" fmla="*/ 147144 w 3710151"/>
                      <a:gd name="connsiteY0-408" fmla="*/ 73572 h 1418896"/>
                      <a:gd name="connsiteX1-409" fmla="*/ 430924 w 3710151"/>
                      <a:gd name="connsiteY1-410" fmla="*/ 0 h 1418896"/>
                      <a:gd name="connsiteX2-411" fmla="*/ 1860331 w 3710151"/>
                      <a:gd name="connsiteY2-412" fmla="*/ 599089 h 1418896"/>
                      <a:gd name="connsiteX3-413" fmla="*/ 3342289 w 3710151"/>
                      <a:gd name="connsiteY3-414" fmla="*/ 0 h 1418896"/>
                      <a:gd name="connsiteX4-415" fmla="*/ 3563006 w 3710151"/>
                      <a:gd name="connsiteY4-416" fmla="*/ 73572 h 1418896"/>
                      <a:gd name="connsiteX5-417" fmla="*/ 2617717 w 3710151"/>
                      <a:gd name="connsiteY5-418" fmla="*/ 445151 h 1418896"/>
                      <a:gd name="connsiteX6-419" fmla="*/ 2610282 w 3710151"/>
                      <a:gd name="connsiteY6-420" fmla="*/ 902607 h 1418896"/>
                      <a:gd name="connsiteX7-421" fmla="*/ 3710151 w 3710151"/>
                      <a:gd name="connsiteY7-422" fmla="*/ 1345324 h 1418896"/>
                      <a:gd name="connsiteX8-423" fmla="*/ 3426372 w 3710151"/>
                      <a:gd name="connsiteY8-424" fmla="*/ 1408386 h 1418896"/>
                      <a:gd name="connsiteX9-425" fmla="*/ 1849820 w 3710151"/>
                      <a:gd name="connsiteY9-426" fmla="*/ 746234 h 1418896"/>
                      <a:gd name="connsiteX10-427" fmla="*/ 241737 w 3710151"/>
                      <a:gd name="connsiteY10-428" fmla="*/ 1418896 h 1418896"/>
                      <a:gd name="connsiteX11-429" fmla="*/ 0 w 3710151"/>
                      <a:gd name="connsiteY11-430" fmla="*/ 1334814 h 1418896"/>
                      <a:gd name="connsiteX12-431" fmla="*/ 1124606 w 3710151"/>
                      <a:gd name="connsiteY12-432" fmla="*/ 903890 h 1418896"/>
                      <a:gd name="connsiteX13-433" fmla="*/ 1124605 w 3710151"/>
                      <a:gd name="connsiteY13-434" fmla="*/ 451945 h 1418896"/>
                      <a:gd name="connsiteX14-435" fmla="*/ 168164 w 3710151"/>
                      <a:gd name="connsiteY14-436" fmla="*/ 84081 h 1418896"/>
                      <a:gd name="connsiteX15-437" fmla="*/ 147144 w 3710151"/>
                      <a:gd name="connsiteY15-438" fmla="*/ 73572 h 1418896"/>
                      <a:gd name="connsiteX0-439" fmla="*/ 147144 w 3710151"/>
                      <a:gd name="connsiteY0-440" fmla="*/ 73572 h 1418896"/>
                      <a:gd name="connsiteX1-441" fmla="*/ 430924 w 3710151"/>
                      <a:gd name="connsiteY1-442" fmla="*/ 0 h 1418896"/>
                      <a:gd name="connsiteX2-443" fmla="*/ 1860331 w 3710151"/>
                      <a:gd name="connsiteY2-444" fmla="*/ 599089 h 1418896"/>
                      <a:gd name="connsiteX3-445" fmla="*/ 3342289 w 3710151"/>
                      <a:gd name="connsiteY3-446" fmla="*/ 0 h 1418896"/>
                      <a:gd name="connsiteX4-447" fmla="*/ 3563006 w 3710151"/>
                      <a:gd name="connsiteY4-448" fmla="*/ 73572 h 1418896"/>
                      <a:gd name="connsiteX5-449" fmla="*/ 2617717 w 3710151"/>
                      <a:gd name="connsiteY5-450" fmla="*/ 448868 h 1418896"/>
                      <a:gd name="connsiteX6-451" fmla="*/ 2610282 w 3710151"/>
                      <a:gd name="connsiteY6-452" fmla="*/ 902607 h 1418896"/>
                      <a:gd name="connsiteX7-453" fmla="*/ 3710151 w 3710151"/>
                      <a:gd name="connsiteY7-454" fmla="*/ 1345324 h 1418896"/>
                      <a:gd name="connsiteX8-455" fmla="*/ 3426372 w 3710151"/>
                      <a:gd name="connsiteY8-456" fmla="*/ 1408386 h 1418896"/>
                      <a:gd name="connsiteX9-457" fmla="*/ 1849820 w 3710151"/>
                      <a:gd name="connsiteY9-458" fmla="*/ 746234 h 1418896"/>
                      <a:gd name="connsiteX10-459" fmla="*/ 241737 w 3710151"/>
                      <a:gd name="connsiteY10-460" fmla="*/ 1418896 h 1418896"/>
                      <a:gd name="connsiteX11-461" fmla="*/ 0 w 3710151"/>
                      <a:gd name="connsiteY11-462" fmla="*/ 1334814 h 1418896"/>
                      <a:gd name="connsiteX12-463" fmla="*/ 1124606 w 3710151"/>
                      <a:gd name="connsiteY12-464" fmla="*/ 903890 h 1418896"/>
                      <a:gd name="connsiteX13-465" fmla="*/ 1124605 w 3710151"/>
                      <a:gd name="connsiteY13-466" fmla="*/ 451945 h 1418896"/>
                      <a:gd name="connsiteX14-467" fmla="*/ 168164 w 3710151"/>
                      <a:gd name="connsiteY14-468" fmla="*/ 84081 h 1418896"/>
                      <a:gd name="connsiteX15-469" fmla="*/ 147144 w 3710151"/>
                      <a:gd name="connsiteY15-470" fmla="*/ 73572 h 1418896"/>
                      <a:gd name="connsiteX0-471" fmla="*/ 147144 w 3710151"/>
                      <a:gd name="connsiteY0-472" fmla="*/ 73572 h 1418896"/>
                      <a:gd name="connsiteX1-473" fmla="*/ 430924 w 3710151"/>
                      <a:gd name="connsiteY1-474" fmla="*/ 0 h 1418896"/>
                      <a:gd name="connsiteX2-475" fmla="*/ 1838028 w 3710151"/>
                      <a:gd name="connsiteY2-476" fmla="*/ 591655 h 1418896"/>
                      <a:gd name="connsiteX3-477" fmla="*/ 3342289 w 3710151"/>
                      <a:gd name="connsiteY3-478" fmla="*/ 0 h 1418896"/>
                      <a:gd name="connsiteX4-479" fmla="*/ 3563006 w 3710151"/>
                      <a:gd name="connsiteY4-480" fmla="*/ 73572 h 1418896"/>
                      <a:gd name="connsiteX5-481" fmla="*/ 2617717 w 3710151"/>
                      <a:gd name="connsiteY5-482" fmla="*/ 448868 h 1418896"/>
                      <a:gd name="connsiteX6-483" fmla="*/ 2610282 w 3710151"/>
                      <a:gd name="connsiteY6-484" fmla="*/ 902607 h 1418896"/>
                      <a:gd name="connsiteX7-485" fmla="*/ 3710151 w 3710151"/>
                      <a:gd name="connsiteY7-486" fmla="*/ 1345324 h 1418896"/>
                      <a:gd name="connsiteX8-487" fmla="*/ 3426372 w 3710151"/>
                      <a:gd name="connsiteY8-488" fmla="*/ 1408386 h 1418896"/>
                      <a:gd name="connsiteX9-489" fmla="*/ 1849820 w 3710151"/>
                      <a:gd name="connsiteY9-490" fmla="*/ 746234 h 1418896"/>
                      <a:gd name="connsiteX10-491" fmla="*/ 241737 w 3710151"/>
                      <a:gd name="connsiteY10-492" fmla="*/ 1418896 h 1418896"/>
                      <a:gd name="connsiteX11-493" fmla="*/ 0 w 3710151"/>
                      <a:gd name="connsiteY11-494" fmla="*/ 1334814 h 1418896"/>
                      <a:gd name="connsiteX12-495" fmla="*/ 1124606 w 3710151"/>
                      <a:gd name="connsiteY12-496" fmla="*/ 903890 h 1418896"/>
                      <a:gd name="connsiteX13-497" fmla="*/ 1124605 w 3710151"/>
                      <a:gd name="connsiteY13-498" fmla="*/ 451945 h 1418896"/>
                      <a:gd name="connsiteX14-499" fmla="*/ 168164 w 3710151"/>
                      <a:gd name="connsiteY14-500" fmla="*/ 84081 h 1418896"/>
                      <a:gd name="connsiteX15-501" fmla="*/ 147144 w 3710151"/>
                      <a:gd name="connsiteY15-502" fmla="*/ 73572 h 1418896"/>
                      <a:gd name="connsiteX0-503" fmla="*/ 147144 w 3710151"/>
                      <a:gd name="connsiteY0-504" fmla="*/ 73572 h 1418896"/>
                      <a:gd name="connsiteX1-505" fmla="*/ 430924 w 3710151"/>
                      <a:gd name="connsiteY1-506" fmla="*/ 0 h 1418896"/>
                      <a:gd name="connsiteX2-507" fmla="*/ 1838028 w 3710151"/>
                      <a:gd name="connsiteY2-508" fmla="*/ 591655 h 1418896"/>
                      <a:gd name="connsiteX3-509" fmla="*/ 3342289 w 3710151"/>
                      <a:gd name="connsiteY3-510" fmla="*/ 0 h 1418896"/>
                      <a:gd name="connsiteX4-511" fmla="*/ 3563006 w 3710151"/>
                      <a:gd name="connsiteY4-512" fmla="*/ 73572 h 1418896"/>
                      <a:gd name="connsiteX5-513" fmla="*/ 2617717 w 3710151"/>
                      <a:gd name="connsiteY5-514" fmla="*/ 448868 h 1418896"/>
                      <a:gd name="connsiteX6-515" fmla="*/ 2610282 w 3710151"/>
                      <a:gd name="connsiteY6-516" fmla="*/ 902607 h 1418896"/>
                      <a:gd name="connsiteX7-517" fmla="*/ 3710151 w 3710151"/>
                      <a:gd name="connsiteY7-518" fmla="*/ 1345324 h 1418896"/>
                      <a:gd name="connsiteX8-519" fmla="*/ 3426372 w 3710151"/>
                      <a:gd name="connsiteY8-520" fmla="*/ 1408386 h 1418896"/>
                      <a:gd name="connsiteX9-521" fmla="*/ 1849820 w 3710151"/>
                      <a:gd name="connsiteY9-522" fmla="*/ 746234 h 1418896"/>
                      <a:gd name="connsiteX10-523" fmla="*/ 241737 w 3710151"/>
                      <a:gd name="connsiteY10-524" fmla="*/ 1418896 h 1418896"/>
                      <a:gd name="connsiteX11-525" fmla="*/ 0 w 3710151"/>
                      <a:gd name="connsiteY11-526" fmla="*/ 1334814 h 1418896"/>
                      <a:gd name="connsiteX12-527" fmla="*/ 1124606 w 3710151"/>
                      <a:gd name="connsiteY12-528" fmla="*/ 903890 h 1418896"/>
                      <a:gd name="connsiteX13-529" fmla="*/ 1087434 w 3710151"/>
                      <a:gd name="connsiteY13-530" fmla="*/ 451945 h 1418896"/>
                      <a:gd name="connsiteX14-531" fmla="*/ 168164 w 3710151"/>
                      <a:gd name="connsiteY14-532" fmla="*/ 84081 h 1418896"/>
                      <a:gd name="connsiteX15-533" fmla="*/ 147144 w 3710151"/>
                      <a:gd name="connsiteY15-534" fmla="*/ 73572 h 1418896"/>
                      <a:gd name="connsiteX0-535" fmla="*/ 147144 w 3710151"/>
                      <a:gd name="connsiteY0-536" fmla="*/ 73572 h 1418896"/>
                      <a:gd name="connsiteX1-537" fmla="*/ 430924 w 3710151"/>
                      <a:gd name="connsiteY1-538" fmla="*/ 0 h 1418896"/>
                      <a:gd name="connsiteX2-539" fmla="*/ 1838028 w 3710151"/>
                      <a:gd name="connsiteY2-540" fmla="*/ 591655 h 1418896"/>
                      <a:gd name="connsiteX3-541" fmla="*/ 3342289 w 3710151"/>
                      <a:gd name="connsiteY3-542" fmla="*/ 0 h 1418896"/>
                      <a:gd name="connsiteX4-543" fmla="*/ 3563006 w 3710151"/>
                      <a:gd name="connsiteY4-544" fmla="*/ 73572 h 1418896"/>
                      <a:gd name="connsiteX5-545" fmla="*/ 2617717 w 3710151"/>
                      <a:gd name="connsiteY5-546" fmla="*/ 448868 h 1418896"/>
                      <a:gd name="connsiteX6-547" fmla="*/ 2610282 w 3710151"/>
                      <a:gd name="connsiteY6-548" fmla="*/ 902607 h 1418896"/>
                      <a:gd name="connsiteX7-549" fmla="*/ 3710151 w 3710151"/>
                      <a:gd name="connsiteY7-550" fmla="*/ 1345324 h 1418896"/>
                      <a:gd name="connsiteX8-551" fmla="*/ 3426372 w 3710151"/>
                      <a:gd name="connsiteY8-552" fmla="*/ 1408386 h 1418896"/>
                      <a:gd name="connsiteX9-553" fmla="*/ 1849820 w 3710151"/>
                      <a:gd name="connsiteY9-554" fmla="*/ 746234 h 1418896"/>
                      <a:gd name="connsiteX10-555" fmla="*/ 241737 w 3710151"/>
                      <a:gd name="connsiteY10-556" fmla="*/ 1418896 h 1418896"/>
                      <a:gd name="connsiteX11-557" fmla="*/ 0 w 3710151"/>
                      <a:gd name="connsiteY11-558" fmla="*/ 1334814 h 1418896"/>
                      <a:gd name="connsiteX12-559" fmla="*/ 1098586 w 3710151"/>
                      <a:gd name="connsiteY12-560" fmla="*/ 903890 h 1418896"/>
                      <a:gd name="connsiteX13-561" fmla="*/ 1087434 w 3710151"/>
                      <a:gd name="connsiteY13-562" fmla="*/ 451945 h 1418896"/>
                      <a:gd name="connsiteX14-563" fmla="*/ 168164 w 3710151"/>
                      <a:gd name="connsiteY14-564" fmla="*/ 84081 h 1418896"/>
                      <a:gd name="connsiteX15-565" fmla="*/ 147144 w 3710151"/>
                      <a:gd name="connsiteY15-566" fmla="*/ 73572 h 1418896"/>
                      <a:gd name="connsiteX0-567" fmla="*/ 162012 w 3725019"/>
                      <a:gd name="connsiteY0-568" fmla="*/ 73572 h 1418896"/>
                      <a:gd name="connsiteX1-569" fmla="*/ 445792 w 3725019"/>
                      <a:gd name="connsiteY1-570" fmla="*/ 0 h 1418896"/>
                      <a:gd name="connsiteX2-571" fmla="*/ 1852896 w 3725019"/>
                      <a:gd name="connsiteY2-572" fmla="*/ 591655 h 1418896"/>
                      <a:gd name="connsiteX3-573" fmla="*/ 3357157 w 3725019"/>
                      <a:gd name="connsiteY3-574" fmla="*/ 0 h 1418896"/>
                      <a:gd name="connsiteX4-575" fmla="*/ 3577874 w 3725019"/>
                      <a:gd name="connsiteY4-576" fmla="*/ 73572 h 1418896"/>
                      <a:gd name="connsiteX5-577" fmla="*/ 2632585 w 3725019"/>
                      <a:gd name="connsiteY5-578" fmla="*/ 448868 h 1418896"/>
                      <a:gd name="connsiteX6-579" fmla="*/ 2625150 w 3725019"/>
                      <a:gd name="connsiteY6-580" fmla="*/ 902607 h 1418896"/>
                      <a:gd name="connsiteX7-581" fmla="*/ 3725019 w 3725019"/>
                      <a:gd name="connsiteY7-582" fmla="*/ 1345324 h 1418896"/>
                      <a:gd name="connsiteX8-583" fmla="*/ 3441240 w 3725019"/>
                      <a:gd name="connsiteY8-584" fmla="*/ 1408386 h 1418896"/>
                      <a:gd name="connsiteX9-585" fmla="*/ 1864688 w 3725019"/>
                      <a:gd name="connsiteY9-586" fmla="*/ 746234 h 1418896"/>
                      <a:gd name="connsiteX10-587" fmla="*/ 256605 w 3725019"/>
                      <a:gd name="connsiteY10-588" fmla="*/ 1418896 h 1418896"/>
                      <a:gd name="connsiteX11-589" fmla="*/ 0 w 3725019"/>
                      <a:gd name="connsiteY11-590" fmla="*/ 1331097 h 1418896"/>
                      <a:gd name="connsiteX12-591" fmla="*/ 1113454 w 3725019"/>
                      <a:gd name="connsiteY12-592" fmla="*/ 903890 h 1418896"/>
                      <a:gd name="connsiteX13-593" fmla="*/ 1102302 w 3725019"/>
                      <a:gd name="connsiteY13-594" fmla="*/ 451945 h 1418896"/>
                      <a:gd name="connsiteX14-595" fmla="*/ 183032 w 3725019"/>
                      <a:gd name="connsiteY14-596" fmla="*/ 84081 h 1418896"/>
                      <a:gd name="connsiteX15-597" fmla="*/ 162012 w 3725019"/>
                      <a:gd name="connsiteY15-598" fmla="*/ 73572 h 141889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  <a:cxn ang="0">
                        <a:pos x="connsiteX11-23" y="connsiteY11-24"/>
                      </a:cxn>
                      <a:cxn ang="0">
                        <a:pos x="connsiteX12-25" y="connsiteY12-26"/>
                      </a:cxn>
                      <a:cxn ang="0">
                        <a:pos x="connsiteX13-27" y="connsiteY13-28"/>
                      </a:cxn>
                      <a:cxn ang="0">
                        <a:pos x="connsiteX14-29" y="connsiteY14-30"/>
                      </a:cxn>
                      <a:cxn ang="0">
                        <a:pos x="connsiteX15-31" y="connsiteY15-32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pic>
            <p:nvPicPr>
              <p:cNvPr id="360" name="Picture 654" descr="antenna_radiation_stylized"/>
              <p:cNvPicPr>
                <a:picLocks noChangeAspect="1" noChangeArrowheads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50224" y="1859725"/>
                <a:ext cx="415925" cy="8877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3" name="Picture 1017" descr="antenna_stylized"/>
              <p:cNvPicPr>
                <a:picLocks noChangeAspect="1" noChangeArrowheads="1"/>
              </p:cNvPicPr>
              <p:nvPr/>
            </p:nvPicPr>
            <p:blipFill>
              <a:blip r:embed="rId1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39074" y="2356613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1" name="Picture 1017" descr="antenna_stylized"/>
              <p:cNvPicPr>
                <a:picLocks noChangeAspect="1" noChangeArrowheads="1"/>
              </p:cNvPicPr>
              <p:nvPr/>
            </p:nvPicPr>
            <p:blipFill>
              <a:blip r:embed="rId1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37781" y="2319727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2" name="Picture 1017" descr="antenna_stylized"/>
              <p:cNvPicPr>
                <a:picLocks noChangeAspect="1" noChangeArrowheads="1"/>
              </p:cNvPicPr>
              <p:nvPr/>
            </p:nvPicPr>
            <p:blipFill>
              <a:blip r:embed="rId1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11019" y="2059124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2" name="Group 11"/>
            <p:cNvGrpSpPr/>
            <p:nvPr/>
          </p:nvGrpSpPr>
          <p:grpSpPr>
            <a:xfrm>
              <a:off x="7493518" y="3325424"/>
              <a:ext cx="911538" cy="843226"/>
              <a:chOff x="7493518" y="3325424"/>
              <a:chExt cx="911538" cy="843226"/>
            </a:xfrm>
          </p:grpSpPr>
          <p:pic>
            <p:nvPicPr>
              <p:cNvPr id="261" name="Picture 777" descr="access_point_stylized_small"/>
              <p:cNvPicPr>
                <a:picLocks noChangeAspect="1" noChangeArrowheads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13882" y="3861899"/>
                <a:ext cx="370169" cy="3067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11" name="Group 10"/>
              <p:cNvGrpSpPr/>
              <p:nvPr/>
            </p:nvGrpSpPr>
            <p:grpSpPr>
              <a:xfrm>
                <a:off x="7493518" y="3325424"/>
                <a:ext cx="911538" cy="816238"/>
                <a:chOff x="7493518" y="3325424"/>
                <a:chExt cx="911538" cy="816238"/>
              </a:xfrm>
            </p:grpSpPr>
            <p:sp>
              <p:nvSpPr>
                <p:cNvPr id="33" name="Line 443"/>
                <p:cNvSpPr>
                  <a:spLocks noChangeShapeType="1"/>
                </p:cNvSpPr>
                <p:nvPr/>
              </p:nvSpPr>
              <p:spPr bwMode="auto">
                <a:xfrm>
                  <a:off x="8247778" y="3829970"/>
                  <a:ext cx="0" cy="13176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9" name="Line 449"/>
                <p:cNvSpPr>
                  <a:spLocks noChangeShapeType="1"/>
                </p:cNvSpPr>
                <p:nvPr/>
              </p:nvSpPr>
              <p:spPr bwMode="auto">
                <a:xfrm flipV="1">
                  <a:off x="7857253" y="4041107"/>
                  <a:ext cx="168275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262" name="Picture 778" descr="antenna_radiation_stylized"/>
                <p:cNvPicPr>
                  <a:picLocks noChangeAspect="1" noChangeArrowheads="1"/>
                </p:cNvPicPr>
                <p:nvPr/>
              </p:nvPicPr>
              <p:blipFill>
                <a:blip r:embed="rId17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62238" y="3813930"/>
                  <a:ext cx="506412" cy="10600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415" name="Group 414"/>
                <p:cNvGrpSpPr/>
                <p:nvPr/>
              </p:nvGrpSpPr>
              <p:grpSpPr>
                <a:xfrm>
                  <a:off x="8050070" y="3965994"/>
                  <a:ext cx="354986" cy="175668"/>
                  <a:chOff x="7493876" y="2774731"/>
                  <a:chExt cx="1481958" cy="894622"/>
                </a:xfrm>
              </p:grpSpPr>
              <p:sp>
                <p:nvSpPr>
                  <p:cNvPr id="416" name="Freeform 415"/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-1" fmla="*/ 8187558 w 8187558"/>
                      <a:gd name="connsiteY0-2" fmla="*/ 0 h 2617076"/>
                      <a:gd name="connsiteX1-3" fmla="*/ 8187558 w 8187558"/>
                      <a:gd name="connsiteY1-4" fmla="*/ 1271752 h 2617076"/>
                      <a:gd name="connsiteX2-5" fmla="*/ 4025462 w 8187558"/>
                      <a:gd name="connsiteY2-6" fmla="*/ 2617076 h 2617076"/>
                      <a:gd name="connsiteX3-7" fmla="*/ 0 w 8187558"/>
                      <a:gd name="connsiteY3-8" fmla="*/ 1229711 h 2617076"/>
                      <a:gd name="connsiteX4-9" fmla="*/ 31531 w 8187558"/>
                      <a:gd name="connsiteY4-10" fmla="*/ 147145 h 2617076"/>
                      <a:gd name="connsiteX5-11" fmla="*/ 4046482 w 8187558"/>
                      <a:gd name="connsiteY5-12" fmla="*/ 1576552 h 2617076"/>
                      <a:gd name="connsiteX6-13" fmla="*/ 8187558 w 8187558"/>
                      <a:gd name="connsiteY6-14" fmla="*/ 0 h 2617076"/>
                      <a:gd name="connsiteX0-15" fmla="*/ 8187558 w 8187558"/>
                      <a:gd name="connsiteY0-16" fmla="*/ 0 h 2617076"/>
                      <a:gd name="connsiteX1-17" fmla="*/ 8187558 w 8187558"/>
                      <a:gd name="connsiteY1-18" fmla="*/ 1271752 h 2617076"/>
                      <a:gd name="connsiteX2-19" fmla="*/ 4025462 w 8187558"/>
                      <a:gd name="connsiteY2-20" fmla="*/ 2617076 h 2617076"/>
                      <a:gd name="connsiteX3-21" fmla="*/ 0 w 8187558"/>
                      <a:gd name="connsiteY3-22" fmla="*/ 1229711 h 2617076"/>
                      <a:gd name="connsiteX4-23" fmla="*/ 31531 w 8187558"/>
                      <a:gd name="connsiteY4-24" fmla="*/ 147145 h 2617076"/>
                      <a:gd name="connsiteX5-25" fmla="*/ 4046482 w 8187558"/>
                      <a:gd name="connsiteY5-26" fmla="*/ 1576552 h 2617076"/>
                      <a:gd name="connsiteX6-27" fmla="*/ 8187558 w 8187558"/>
                      <a:gd name="connsiteY6-28" fmla="*/ 0 h 2617076"/>
                      <a:gd name="connsiteX0-29" fmla="*/ 8187558 w 8187558"/>
                      <a:gd name="connsiteY0-30" fmla="*/ 0 h 2617076"/>
                      <a:gd name="connsiteX1-31" fmla="*/ 8187558 w 8187558"/>
                      <a:gd name="connsiteY1-32" fmla="*/ 1271752 h 2617076"/>
                      <a:gd name="connsiteX2-33" fmla="*/ 4025462 w 8187558"/>
                      <a:gd name="connsiteY2-34" fmla="*/ 2617076 h 2617076"/>
                      <a:gd name="connsiteX3-35" fmla="*/ 0 w 8187558"/>
                      <a:gd name="connsiteY3-36" fmla="*/ 1229711 h 2617076"/>
                      <a:gd name="connsiteX4-37" fmla="*/ 31531 w 8187558"/>
                      <a:gd name="connsiteY4-38" fmla="*/ 147145 h 2617076"/>
                      <a:gd name="connsiteX5-39" fmla="*/ 4046482 w 8187558"/>
                      <a:gd name="connsiteY5-40" fmla="*/ 1576552 h 2617076"/>
                      <a:gd name="connsiteX6-41" fmla="*/ 8187558 w 8187558"/>
                      <a:gd name="connsiteY6-42" fmla="*/ 0 h 2617076"/>
                      <a:gd name="connsiteX0-43" fmla="*/ 8187558 w 8187558"/>
                      <a:gd name="connsiteY0-44" fmla="*/ 0 h 2617076"/>
                      <a:gd name="connsiteX1-45" fmla="*/ 8187558 w 8187558"/>
                      <a:gd name="connsiteY1-46" fmla="*/ 1271752 h 2617076"/>
                      <a:gd name="connsiteX2-47" fmla="*/ 4025462 w 8187558"/>
                      <a:gd name="connsiteY2-48" fmla="*/ 2617076 h 2617076"/>
                      <a:gd name="connsiteX3-49" fmla="*/ 0 w 8187558"/>
                      <a:gd name="connsiteY3-50" fmla="*/ 1229711 h 2617076"/>
                      <a:gd name="connsiteX4-51" fmla="*/ 31531 w 8187558"/>
                      <a:gd name="connsiteY4-52" fmla="*/ 147145 h 2617076"/>
                      <a:gd name="connsiteX5-53" fmla="*/ 4046482 w 8187558"/>
                      <a:gd name="connsiteY5-54" fmla="*/ 1576552 h 2617076"/>
                      <a:gd name="connsiteX6-55" fmla="*/ 8187558 w 8187558"/>
                      <a:gd name="connsiteY6-56" fmla="*/ 0 h 2617076"/>
                      <a:gd name="connsiteX0-57" fmla="*/ 8187558 w 8187558"/>
                      <a:gd name="connsiteY0-58" fmla="*/ 0 h 2617076"/>
                      <a:gd name="connsiteX1-59" fmla="*/ 8187558 w 8187558"/>
                      <a:gd name="connsiteY1-60" fmla="*/ 1271752 h 2617076"/>
                      <a:gd name="connsiteX2-61" fmla="*/ 4025462 w 8187558"/>
                      <a:gd name="connsiteY2-62" fmla="*/ 2617076 h 2617076"/>
                      <a:gd name="connsiteX3-63" fmla="*/ 0 w 8187558"/>
                      <a:gd name="connsiteY3-64" fmla="*/ 1229711 h 2617076"/>
                      <a:gd name="connsiteX4-65" fmla="*/ 31531 w 8187558"/>
                      <a:gd name="connsiteY4-66" fmla="*/ 147145 h 2617076"/>
                      <a:gd name="connsiteX5-67" fmla="*/ 4046482 w 8187558"/>
                      <a:gd name="connsiteY5-68" fmla="*/ 1576552 h 2617076"/>
                      <a:gd name="connsiteX6-69" fmla="*/ 8187558 w 8187558"/>
                      <a:gd name="connsiteY6-70" fmla="*/ 0 h 2617076"/>
                      <a:gd name="connsiteX0-71" fmla="*/ 8187558 w 8187558"/>
                      <a:gd name="connsiteY0-72" fmla="*/ 0 h 2617076"/>
                      <a:gd name="connsiteX1-73" fmla="*/ 8187558 w 8187558"/>
                      <a:gd name="connsiteY1-74" fmla="*/ 1271752 h 2617076"/>
                      <a:gd name="connsiteX2-75" fmla="*/ 4025462 w 8187558"/>
                      <a:gd name="connsiteY2-76" fmla="*/ 2617076 h 2617076"/>
                      <a:gd name="connsiteX3-77" fmla="*/ 0 w 8187558"/>
                      <a:gd name="connsiteY3-78" fmla="*/ 1229711 h 2617076"/>
                      <a:gd name="connsiteX4-79" fmla="*/ 31531 w 8187558"/>
                      <a:gd name="connsiteY4-80" fmla="*/ 147145 h 2617076"/>
                      <a:gd name="connsiteX5-81" fmla="*/ 4046482 w 8187558"/>
                      <a:gd name="connsiteY5-82" fmla="*/ 1576552 h 2617076"/>
                      <a:gd name="connsiteX6-83" fmla="*/ 8187558 w 8187558"/>
                      <a:gd name="connsiteY6-84" fmla="*/ 0 h 2617076"/>
                      <a:gd name="connsiteX0-85" fmla="*/ 8187558 w 8187558"/>
                      <a:gd name="connsiteY0-86" fmla="*/ 0 h 2638097"/>
                      <a:gd name="connsiteX1-87" fmla="*/ 8187558 w 8187558"/>
                      <a:gd name="connsiteY1-88" fmla="*/ 1271752 h 2638097"/>
                      <a:gd name="connsiteX2-89" fmla="*/ 4099035 w 8187558"/>
                      <a:gd name="connsiteY2-90" fmla="*/ 2638097 h 2638097"/>
                      <a:gd name="connsiteX3-91" fmla="*/ 0 w 8187558"/>
                      <a:gd name="connsiteY3-92" fmla="*/ 1229711 h 2638097"/>
                      <a:gd name="connsiteX4-93" fmla="*/ 31531 w 8187558"/>
                      <a:gd name="connsiteY4-94" fmla="*/ 147145 h 2638097"/>
                      <a:gd name="connsiteX5-95" fmla="*/ 4046482 w 8187558"/>
                      <a:gd name="connsiteY5-96" fmla="*/ 1576552 h 2638097"/>
                      <a:gd name="connsiteX6-97" fmla="*/ 8187558 w 8187558"/>
                      <a:gd name="connsiteY6-98" fmla="*/ 0 h 2638097"/>
                      <a:gd name="connsiteX0-99" fmla="*/ 8187558 w 8187558"/>
                      <a:gd name="connsiteY0-100" fmla="*/ 0 h 2638097"/>
                      <a:gd name="connsiteX1-101" fmla="*/ 8187558 w 8187558"/>
                      <a:gd name="connsiteY1-102" fmla="*/ 1271752 h 2638097"/>
                      <a:gd name="connsiteX2-103" fmla="*/ 4099035 w 8187558"/>
                      <a:gd name="connsiteY2-104" fmla="*/ 2638097 h 2638097"/>
                      <a:gd name="connsiteX3-105" fmla="*/ 0 w 8187558"/>
                      <a:gd name="connsiteY3-106" fmla="*/ 1229711 h 2638097"/>
                      <a:gd name="connsiteX4-107" fmla="*/ 31531 w 8187558"/>
                      <a:gd name="connsiteY4-108" fmla="*/ 147145 h 2638097"/>
                      <a:gd name="connsiteX5-109" fmla="*/ 4046482 w 8187558"/>
                      <a:gd name="connsiteY5-110" fmla="*/ 1576552 h 2638097"/>
                      <a:gd name="connsiteX6-111" fmla="*/ 8187558 w 8187558"/>
                      <a:gd name="connsiteY6-112" fmla="*/ 0 h 2638097"/>
                      <a:gd name="connsiteX0-113" fmla="*/ 8187558 w 8187558"/>
                      <a:gd name="connsiteY0-114" fmla="*/ 0 h 2638097"/>
                      <a:gd name="connsiteX1-115" fmla="*/ 8187558 w 8187558"/>
                      <a:gd name="connsiteY1-116" fmla="*/ 1271752 h 2638097"/>
                      <a:gd name="connsiteX2-117" fmla="*/ 4099035 w 8187558"/>
                      <a:gd name="connsiteY2-118" fmla="*/ 2638097 h 2638097"/>
                      <a:gd name="connsiteX3-119" fmla="*/ 0 w 8187558"/>
                      <a:gd name="connsiteY3-120" fmla="*/ 1229711 h 2638097"/>
                      <a:gd name="connsiteX4-121" fmla="*/ 31531 w 8187558"/>
                      <a:gd name="connsiteY4-122" fmla="*/ 147145 h 2638097"/>
                      <a:gd name="connsiteX5-123" fmla="*/ 4046482 w 8187558"/>
                      <a:gd name="connsiteY5-124" fmla="*/ 1576552 h 2638097"/>
                      <a:gd name="connsiteX6-125" fmla="*/ 8187558 w 8187558"/>
                      <a:gd name="connsiteY6-126" fmla="*/ 0 h 2638097"/>
                      <a:gd name="connsiteX0-127" fmla="*/ 8187558 w 8187558"/>
                      <a:gd name="connsiteY0-128" fmla="*/ 0 h 2638097"/>
                      <a:gd name="connsiteX1-129" fmla="*/ 8187558 w 8187558"/>
                      <a:gd name="connsiteY1-130" fmla="*/ 1271752 h 2638097"/>
                      <a:gd name="connsiteX2-131" fmla="*/ 4099035 w 8187558"/>
                      <a:gd name="connsiteY2-132" fmla="*/ 2638097 h 2638097"/>
                      <a:gd name="connsiteX3-133" fmla="*/ 0 w 8187558"/>
                      <a:gd name="connsiteY3-134" fmla="*/ 1229711 h 2638097"/>
                      <a:gd name="connsiteX4-135" fmla="*/ 31531 w 8187558"/>
                      <a:gd name="connsiteY4-136" fmla="*/ 147145 h 2638097"/>
                      <a:gd name="connsiteX5-137" fmla="*/ 4046482 w 8187558"/>
                      <a:gd name="connsiteY5-138" fmla="*/ 1576552 h 2638097"/>
                      <a:gd name="connsiteX6-139" fmla="*/ 8187558 w 8187558"/>
                      <a:gd name="connsiteY6-140" fmla="*/ 0 h 2638097"/>
                      <a:gd name="connsiteX0-141" fmla="*/ 8187558 w 8187558"/>
                      <a:gd name="connsiteY0-142" fmla="*/ 0 h 2638097"/>
                      <a:gd name="connsiteX1-143" fmla="*/ 8187558 w 8187558"/>
                      <a:gd name="connsiteY1-144" fmla="*/ 1271752 h 2638097"/>
                      <a:gd name="connsiteX2-145" fmla="*/ 4099035 w 8187558"/>
                      <a:gd name="connsiteY2-146" fmla="*/ 2638097 h 2638097"/>
                      <a:gd name="connsiteX3-147" fmla="*/ 0 w 8187558"/>
                      <a:gd name="connsiteY3-148" fmla="*/ 1229711 h 2638097"/>
                      <a:gd name="connsiteX4-149" fmla="*/ 31531 w 8187558"/>
                      <a:gd name="connsiteY4-150" fmla="*/ 147145 h 2638097"/>
                      <a:gd name="connsiteX5-151" fmla="*/ 4088524 w 8187558"/>
                      <a:gd name="connsiteY5-152" fmla="*/ 1597573 h 2638097"/>
                      <a:gd name="connsiteX6-153" fmla="*/ 8187558 w 8187558"/>
                      <a:gd name="connsiteY6-154" fmla="*/ 0 h 2638097"/>
                      <a:gd name="connsiteX0-155" fmla="*/ 8187558 w 8187558"/>
                      <a:gd name="connsiteY0-156" fmla="*/ 0 h 2638097"/>
                      <a:gd name="connsiteX1-157" fmla="*/ 8187558 w 8187558"/>
                      <a:gd name="connsiteY1-158" fmla="*/ 1271752 h 2638097"/>
                      <a:gd name="connsiteX2-159" fmla="*/ 4099035 w 8187558"/>
                      <a:gd name="connsiteY2-160" fmla="*/ 2638097 h 2638097"/>
                      <a:gd name="connsiteX3-161" fmla="*/ 0 w 8187558"/>
                      <a:gd name="connsiteY3-162" fmla="*/ 1229711 h 2638097"/>
                      <a:gd name="connsiteX4-163" fmla="*/ 31531 w 8187558"/>
                      <a:gd name="connsiteY4-164" fmla="*/ 147145 h 2638097"/>
                      <a:gd name="connsiteX5-165" fmla="*/ 4088524 w 8187558"/>
                      <a:gd name="connsiteY5-166" fmla="*/ 1597573 h 2638097"/>
                      <a:gd name="connsiteX6-167" fmla="*/ 8187558 w 8187558"/>
                      <a:gd name="connsiteY6-168" fmla="*/ 0 h 2638097"/>
                      <a:gd name="connsiteX0-169" fmla="*/ 8187558 w 8187558"/>
                      <a:gd name="connsiteY0-170" fmla="*/ 0 h 2638097"/>
                      <a:gd name="connsiteX1-171" fmla="*/ 8187558 w 8187558"/>
                      <a:gd name="connsiteY1-172" fmla="*/ 1271752 h 2638097"/>
                      <a:gd name="connsiteX2-173" fmla="*/ 4099035 w 8187558"/>
                      <a:gd name="connsiteY2-174" fmla="*/ 2638097 h 2638097"/>
                      <a:gd name="connsiteX3-175" fmla="*/ 0 w 8187558"/>
                      <a:gd name="connsiteY3-176" fmla="*/ 1229711 h 2638097"/>
                      <a:gd name="connsiteX4-177" fmla="*/ 31531 w 8187558"/>
                      <a:gd name="connsiteY4-178" fmla="*/ 147145 h 2638097"/>
                      <a:gd name="connsiteX5-179" fmla="*/ 4099035 w 8187558"/>
                      <a:gd name="connsiteY5-180" fmla="*/ 1566042 h 2638097"/>
                      <a:gd name="connsiteX6-181" fmla="*/ 8187558 w 8187558"/>
                      <a:gd name="connsiteY6-182" fmla="*/ 0 h 2638097"/>
                      <a:gd name="connsiteX0-183" fmla="*/ 8187558 w 8187558"/>
                      <a:gd name="connsiteY0-184" fmla="*/ 0 h 2638097"/>
                      <a:gd name="connsiteX1-185" fmla="*/ 8187558 w 8187558"/>
                      <a:gd name="connsiteY1-186" fmla="*/ 1271752 h 2638097"/>
                      <a:gd name="connsiteX2-187" fmla="*/ 4099035 w 8187558"/>
                      <a:gd name="connsiteY2-188" fmla="*/ 2638097 h 2638097"/>
                      <a:gd name="connsiteX3-189" fmla="*/ 0 w 8187558"/>
                      <a:gd name="connsiteY3-190" fmla="*/ 1229711 h 2638097"/>
                      <a:gd name="connsiteX4-191" fmla="*/ 31531 w 8187558"/>
                      <a:gd name="connsiteY4-192" fmla="*/ 147145 h 2638097"/>
                      <a:gd name="connsiteX5-193" fmla="*/ 4099035 w 8187558"/>
                      <a:gd name="connsiteY5-194" fmla="*/ 1566042 h 2638097"/>
                      <a:gd name="connsiteX6-195" fmla="*/ 8187558 w 8187558"/>
                      <a:gd name="connsiteY6-196" fmla="*/ 0 h 2638097"/>
                      <a:gd name="connsiteX0-197" fmla="*/ 8187558 w 8187558"/>
                      <a:gd name="connsiteY0-198" fmla="*/ 0 h 2638097"/>
                      <a:gd name="connsiteX1-199" fmla="*/ 8187558 w 8187558"/>
                      <a:gd name="connsiteY1-200" fmla="*/ 1271752 h 2638097"/>
                      <a:gd name="connsiteX2-201" fmla="*/ 4099035 w 8187558"/>
                      <a:gd name="connsiteY2-202" fmla="*/ 2638097 h 2638097"/>
                      <a:gd name="connsiteX3-203" fmla="*/ 0 w 8187558"/>
                      <a:gd name="connsiteY3-204" fmla="*/ 1229711 h 2638097"/>
                      <a:gd name="connsiteX4-205" fmla="*/ 31531 w 8187558"/>
                      <a:gd name="connsiteY4-206" fmla="*/ 147145 h 2638097"/>
                      <a:gd name="connsiteX5-207" fmla="*/ 4099035 w 8187558"/>
                      <a:gd name="connsiteY5-208" fmla="*/ 1566042 h 2638097"/>
                      <a:gd name="connsiteX6-209" fmla="*/ 8187558 w 8187558"/>
                      <a:gd name="connsiteY6-210" fmla="*/ 0 h 2638097"/>
                      <a:gd name="connsiteX0-211" fmla="*/ 8187558 w 8187558"/>
                      <a:gd name="connsiteY0-212" fmla="*/ 0 h 2638097"/>
                      <a:gd name="connsiteX1-213" fmla="*/ 8187558 w 8187558"/>
                      <a:gd name="connsiteY1-214" fmla="*/ 1271752 h 2638097"/>
                      <a:gd name="connsiteX2-215" fmla="*/ 4099035 w 8187558"/>
                      <a:gd name="connsiteY2-216" fmla="*/ 2638097 h 2638097"/>
                      <a:gd name="connsiteX3-217" fmla="*/ 0 w 8187558"/>
                      <a:gd name="connsiteY3-218" fmla="*/ 1229711 h 2638097"/>
                      <a:gd name="connsiteX4-219" fmla="*/ 31531 w 8187558"/>
                      <a:gd name="connsiteY4-220" fmla="*/ 147145 h 2638097"/>
                      <a:gd name="connsiteX5-221" fmla="*/ 4099035 w 8187558"/>
                      <a:gd name="connsiteY5-222" fmla="*/ 1566042 h 2638097"/>
                      <a:gd name="connsiteX6-223" fmla="*/ 8187558 w 8187558"/>
                      <a:gd name="connsiteY6-224" fmla="*/ 0 h 2638097"/>
                      <a:gd name="connsiteX0-225" fmla="*/ 8187558 w 8187558"/>
                      <a:gd name="connsiteY0-226" fmla="*/ 0 h 2638097"/>
                      <a:gd name="connsiteX1-227" fmla="*/ 8187558 w 8187558"/>
                      <a:gd name="connsiteY1-228" fmla="*/ 1271752 h 2638097"/>
                      <a:gd name="connsiteX2-229" fmla="*/ 4099035 w 8187558"/>
                      <a:gd name="connsiteY2-230" fmla="*/ 2638097 h 2638097"/>
                      <a:gd name="connsiteX3-231" fmla="*/ 0 w 8187558"/>
                      <a:gd name="connsiteY3-232" fmla="*/ 1229711 h 2638097"/>
                      <a:gd name="connsiteX4-233" fmla="*/ 31531 w 8187558"/>
                      <a:gd name="connsiteY4-234" fmla="*/ 147145 h 2638097"/>
                      <a:gd name="connsiteX5-235" fmla="*/ 4099035 w 8187558"/>
                      <a:gd name="connsiteY5-236" fmla="*/ 1566042 h 2638097"/>
                      <a:gd name="connsiteX6-237" fmla="*/ 8187558 w 8187558"/>
                      <a:gd name="connsiteY6-238" fmla="*/ 0 h 2638097"/>
                      <a:gd name="connsiteX0-239" fmla="*/ 8187558 w 8187558"/>
                      <a:gd name="connsiteY0-240" fmla="*/ 0 h 2638097"/>
                      <a:gd name="connsiteX1-241" fmla="*/ 8187558 w 8187558"/>
                      <a:gd name="connsiteY1-242" fmla="*/ 1271752 h 2638097"/>
                      <a:gd name="connsiteX2-243" fmla="*/ 4099035 w 8187558"/>
                      <a:gd name="connsiteY2-244" fmla="*/ 2638097 h 2638097"/>
                      <a:gd name="connsiteX3-245" fmla="*/ 0 w 8187558"/>
                      <a:gd name="connsiteY3-246" fmla="*/ 1229711 h 2638097"/>
                      <a:gd name="connsiteX4-247" fmla="*/ 31531 w 8187558"/>
                      <a:gd name="connsiteY4-248" fmla="*/ 147145 h 2638097"/>
                      <a:gd name="connsiteX5-249" fmla="*/ 4099035 w 8187558"/>
                      <a:gd name="connsiteY5-250" fmla="*/ 1566042 h 2638097"/>
                      <a:gd name="connsiteX6-251" fmla="*/ 8187558 w 8187558"/>
                      <a:gd name="connsiteY6-252" fmla="*/ 0 h 2638097"/>
                      <a:gd name="connsiteX0-253" fmla="*/ 8187558 w 8187558"/>
                      <a:gd name="connsiteY0-254" fmla="*/ 0 h 2638097"/>
                      <a:gd name="connsiteX1-255" fmla="*/ 8187558 w 8187558"/>
                      <a:gd name="connsiteY1-256" fmla="*/ 1271752 h 2638097"/>
                      <a:gd name="connsiteX2-257" fmla="*/ 4099035 w 8187558"/>
                      <a:gd name="connsiteY2-258" fmla="*/ 2638097 h 2638097"/>
                      <a:gd name="connsiteX3-259" fmla="*/ 0 w 8187558"/>
                      <a:gd name="connsiteY3-260" fmla="*/ 1229711 h 2638097"/>
                      <a:gd name="connsiteX4-261" fmla="*/ 31531 w 8187558"/>
                      <a:gd name="connsiteY4-262" fmla="*/ 147145 h 2638097"/>
                      <a:gd name="connsiteX5-263" fmla="*/ 4099035 w 8187558"/>
                      <a:gd name="connsiteY5-264" fmla="*/ 1566042 h 2638097"/>
                      <a:gd name="connsiteX6-265" fmla="*/ 8187558 w 8187558"/>
                      <a:gd name="connsiteY6-266" fmla="*/ 0 h 2638097"/>
                      <a:gd name="connsiteX0-267" fmla="*/ 8187558 w 8187558"/>
                      <a:gd name="connsiteY0-268" fmla="*/ 0 h 2638097"/>
                      <a:gd name="connsiteX1-269" fmla="*/ 8187558 w 8187558"/>
                      <a:gd name="connsiteY1-270" fmla="*/ 1271752 h 2638097"/>
                      <a:gd name="connsiteX2-271" fmla="*/ 4099035 w 8187558"/>
                      <a:gd name="connsiteY2-272" fmla="*/ 2638097 h 2638097"/>
                      <a:gd name="connsiteX3-273" fmla="*/ 0 w 8187558"/>
                      <a:gd name="connsiteY3-274" fmla="*/ 1229711 h 2638097"/>
                      <a:gd name="connsiteX4-275" fmla="*/ 31531 w 8187558"/>
                      <a:gd name="connsiteY4-276" fmla="*/ 147145 h 2638097"/>
                      <a:gd name="connsiteX5-277" fmla="*/ 4099035 w 8187558"/>
                      <a:gd name="connsiteY5-278" fmla="*/ 1566042 h 2638097"/>
                      <a:gd name="connsiteX6-279" fmla="*/ 8187558 w 8187558"/>
                      <a:gd name="connsiteY6-280" fmla="*/ 0 h 2638097"/>
                      <a:gd name="connsiteX0-281" fmla="*/ 8187558 w 8187558"/>
                      <a:gd name="connsiteY0-282" fmla="*/ 0 h 2638097"/>
                      <a:gd name="connsiteX1-283" fmla="*/ 8187558 w 8187558"/>
                      <a:gd name="connsiteY1-284" fmla="*/ 1271752 h 2638097"/>
                      <a:gd name="connsiteX2-285" fmla="*/ 4099035 w 8187558"/>
                      <a:gd name="connsiteY2-286" fmla="*/ 2638097 h 2638097"/>
                      <a:gd name="connsiteX3-287" fmla="*/ 0 w 8187558"/>
                      <a:gd name="connsiteY3-288" fmla="*/ 1229711 h 2638097"/>
                      <a:gd name="connsiteX4-289" fmla="*/ 31531 w 8187558"/>
                      <a:gd name="connsiteY4-290" fmla="*/ 147145 h 2638097"/>
                      <a:gd name="connsiteX5-291" fmla="*/ 4099035 w 8187558"/>
                      <a:gd name="connsiteY5-292" fmla="*/ 1566042 h 2638097"/>
                      <a:gd name="connsiteX6-293" fmla="*/ 8187558 w 8187558"/>
                      <a:gd name="connsiteY6-294" fmla="*/ 0 h 2638097"/>
                      <a:gd name="connsiteX0-295" fmla="*/ 8176538 w 8176538"/>
                      <a:gd name="connsiteY0-296" fmla="*/ 0 h 2638097"/>
                      <a:gd name="connsiteX1-297" fmla="*/ 8176538 w 8176538"/>
                      <a:gd name="connsiteY1-298" fmla="*/ 1271752 h 2638097"/>
                      <a:gd name="connsiteX2-299" fmla="*/ 4088015 w 8176538"/>
                      <a:gd name="connsiteY2-300" fmla="*/ 2638097 h 2638097"/>
                      <a:gd name="connsiteX3-301" fmla="*/ 0 w 8176538"/>
                      <a:gd name="connsiteY3-302" fmla="*/ 1269888 h 2638097"/>
                      <a:gd name="connsiteX4-303" fmla="*/ 20511 w 8176538"/>
                      <a:gd name="connsiteY4-304" fmla="*/ 147145 h 2638097"/>
                      <a:gd name="connsiteX5-305" fmla="*/ 4088015 w 8176538"/>
                      <a:gd name="connsiteY5-306" fmla="*/ 1566042 h 2638097"/>
                      <a:gd name="connsiteX6-307" fmla="*/ 8176538 w 8176538"/>
                      <a:gd name="connsiteY6-308" fmla="*/ 0 h 2638097"/>
                      <a:gd name="connsiteX0-309" fmla="*/ 8176538 w 8176538"/>
                      <a:gd name="connsiteY0-310" fmla="*/ 0 h 2772020"/>
                      <a:gd name="connsiteX1-311" fmla="*/ 8176538 w 8176538"/>
                      <a:gd name="connsiteY1-312" fmla="*/ 1271752 h 2772020"/>
                      <a:gd name="connsiteX2-313" fmla="*/ 4099034 w 8176538"/>
                      <a:gd name="connsiteY2-314" fmla="*/ 2772020 h 2772020"/>
                      <a:gd name="connsiteX3-315" fmla="*/ 0 w 8176538"/>
                      <a:gd name="connsiteY3-316" fmla="*/ 1269888 h 2772020"/>
                      <a:gd name="connsiteX4-317" fmla="*/ 20511 w 8176538"/>
                      <a:gd name="connsiteY4-318" fmla="*/ 147145 h 2772020"/>
                      <a:gd name="connsiteX5-319" fmla="*/ 4088015 w 8176538"/>
                      <a:gd name="connsiteY5-320" fmla="*/ 1566042 h 2772020"/>
                      <a:gd name="connsiteX6-321" fmla="*/ 8176538 w 8176538"/>
                      <a:gd name="connsiteY6-322" fmla="*/ 0 h 2772020"/>
                      <a:gd name="connsiteX0-323" fmla="*/ 8176538 w 8176538"/>
                      <a:gd name="connsiteY0-324" fmla="*/ 0 h 2772339"/>
                      <a:gd name="connsiteX1-325" fmla="*/ 8176538 w 8176538"/>
                      <a:gd name="connsiteY1-326" fmla="*/ 1378890 h 2772339"/>
                      <a:gd name="connsiteX2-327" fmla="*/ 4099034 w 8176538"/>
                      <a:gd name="connsiteY2-328" fmla="*/ 2772020 h 2772339"/>
                      <a:gd name="connsiteX3-329" fmla="*/ 0 w 8176538"/>
                      <a:gd name="connsiteY3-330" fmla="*/ 1269888 h 2772339"/>
                      <a:gd name="connsiteX4-331" fmla="*/ 20511 w 8176538"/>
                      <a:gd name="connsiteY4-332" fmla="*/ 147145 h 2772339"/>
                      <a:gd name="connsiteX5-333" fmla="*/ 4088015 w 8176538"/>
                      <a:gd name="connsiteY5-334" fmla="*/ 1566042 h 2772339"/>
                      <a:gd name="connsiteX6-335" fmla="*/ 8176538 w 8176538"/>
                      <a:gd name="connsiteY6-336" fmla="*/ 0 h 2772339"/>
                      <a:gd name="connsiteX0-337" fmla="*/ 8176538 w 8176538"/>
                      <a:gd name="connsiteY0-338" fmla="*/ 0 h 2825888"/>
                      <a:gd name="connsiteX1-339" fmla="*/ 8176538 w 8176538"/>
                      <a:gd name="connsiteY1-340" fmla="*/ 1378890 h 2825888"/>
                      <a:gd name="connsiteX2-341" fmla="*/ 4099034 w 8176538"/>
                      <a:gd name="connsiteY2-342" fmla="*/ 2825590 h 2825888"/>
                      <a:gd name="connsiteX3-343" fmla="*/ 0 w 8176538"/>
                      <a:gd name="connsiteY3-344" fmla="*/ 1269888 h 2825888"/>
                      <a:gd name="connsiteX4-345" fmla="*/ 20511 w 8176538"/>
                      <a:gd name="connsiteY4-346" fmla="*/ 147145 h 2825888"/>
                      <a:gd name="connsiteX5-347" fmla="*/ 4088015 w 8176538"/>
                      <a:gd name="connsiteY5-348" fmla="*/ 1566042 h 2825888"/>
                      <a:gd name="connsiteX6-349" fmla="*/ 8176538 w 8176538"/>
                      <a:gd name="connsiteY6-350" fmla="*/ 0 h 2825888"/>
                      <a:gd name="connsiteX0-351" fmla="*/ 8165518 w 8165518"/>
                      <a:gd name="connsiteY0-352" fmla="*/ 0 h 2825606"/>
                      <a:gd name="connsiteX1-353" fmla="*/ 8165518 w 8165518"/>
                      <a:gd name="connsiteY1-354" fmla="*/ 1378890 h 2825606"/>
                      <a:gd name="connsiteX2-355" fmla="*/ 4088014 w 8165518"/>
                      <a:gd name="connsiteY2-356" fmla="*/ 2825590 h 2825606"/>
                      <a:gd name="connsiteX3-357" fmla="*/ 0 w 8165518"/>
                      <a:gd name="connsiteY3-358" fmla="*/ 1403811 h 2825606"/>
                      <a:gd name="connsiteX4-359" fmla="*/ 9491 w 8165518"/>
                      <a:gd name="connsiteY4-360" fmla="*/ 147145 h 2825606"/>
                      <a:gd name="connsiteX5-361" fmla="*/ 4076995 w 8165518"/>
                      <a:gd name="connsiteY5-362" fmla="*/ 1566042 h 2825606"/>
                      <a:gd name="connsiteX6-363" fmla="*/ 8165518 w 8165518"/>
                      <a:gd name="connsiteY6-364" fmla="*/ 0 h 2825606"/>
                      <a:gd name="connsiteX0-365" fmla="*/ 8165518 w 8165518"/>
                      <a:gd name="connsiteY0-366" fmla="*/ 0 h 2879174"/>
                      <a:gd name="connsiteX1-367" fmla="*/ 8165518 w 8165518"/>
                      <a:gd name="connsiteY1-368" fmla="*/ 1378890 h 2879174"/>
                      <a:gd name="connsiteX2-369" fmla="*/ 4132092 w 8165518"/>
                      <a:gd name="connsiteY2-370" fmla="*/ 2879159 h 2879174"/>
                      <a:gd name="connsiteX3-371" fmla="*/ 0 w 8165518"/>
                      <a:gd name="connsiteY3-372" fmla="*/ 1403811 h 2879174"/>
                      <a:gd name="connsiteX4-373" fmla="*/ 9491 w 8165518"/>
                      <a:gd name="connsiteY4-374" fmla="*/ 147145 h 2879174"/>
                      <a:gd name="connsiteX5-375" fmla="*/ 4076995 w 8165518"/>
                      <a:gd name="connsiteY5-376" fmla="*/ 1566042 h 2879174"/>
                      <a:gd name="connsiteX6-377" fmla="*/ 8165518 w 8165518"/>
                      <a:gd name="connsiteY6-378" fmla="*/ 0 h 2879174"/>
                      <a:gd name="connsiteX0-379" fmla="*/ 8165518 w 8176537"/>
                      <a:gd name="connsiteY0-380" fmla="*/ 0 h 2879410"/>
                      <a:gd name="connsiteX1-381" fmla="*/ 8176537 w 8176537"/>
                      <a:gd name="connsiteY1-382" fmla="*/ 1499420 h 2879410"/>
                      <a:gd name="connsiteX2-383" fmla="*/ 4132092 w 8176537"/>
                      <a:gd name="connsiteY2-384" fmla="*/ 2879159 h 2879410"/>
                      <a:gd name="connsiteX3-385" fmla="*/ 0 w 8176537"/>
                      <a:gd name="connsiteY3-386" fmla="*/ 1403811 h 2879410"/>
                      <a:gd name="connsiteX4-387" fmla="*/ 9491 w 8176537"/>
                      <a:gd name="connsiteY4-388" fmla="*/ 147145 h 2879410"/>
                      <a:gd name="connsiteX5-389" fmla="*/ 4076995 w 8176537"/>
                      <a:gd name="connsiteY5-390" fmla="*/ 1566042 h 2879410"/>
                      <a:gd name="connsiteX6-391" fmla="*/ 8165518 w 8176537"/>
                      <a:gd name="connsiteY6-392" fmla="*/ 0 h 2879410"/>
                      <a:gd name="connsiteX0-393" fmla="*/ 8165518 w 8176537"/>
                      <a:gd name="connsiteY0-394" fmla="*/ 0 h 2879262"/>
                      <a:gd name="connsiteX1-395" fmla="*/ 8176537 w 8176537"/>
                      <a:gd name="connsiteY1-396" fmla="*/ 1499420 h 2879262"/>
                      <a:gd name="connsiteX2-397" fmla="*/ 4132092 w 8176537"/>
                      <a:gd name="connsiteY2-398" fmla="*/ 2879159 h 2879262"/>
                      <a:gd name="connsiteX3-399" fmla="*/ 0 w 8176537"/>
                      <a:gd name="connsiteY3-400" fmla="*/ 1403811 h 2879262"/>
                      <a:gd name="connsiteX4-401" fmla="*/ 9491 w 8176537"/>
                      <a:gd name="connsiteY4-402" fmla="*/ 147145 h 2879262"/>
                      <a:gd name="connsiteX5-403" fmla="*/ 4076995 w 8176537"/>
                      <a:gd name="connsiteY5-404" fmla="*/ 1566042 h 2879262"/>
                      <a:gd name="connsiteX6-405" fmla="*/ 8165518 w 8176537"/>
                      <a:gd name="connsiteY6-406" fmla="*/ 0 h 2879262"/>
                      <a:gd name="connsiteX0-407" fmla="*/ 8165518 w 8176537"/>
                      <a:gd name="connsiteY0-408" fmla="*/ 0 h 2879163"/>
                      <a:gd name="connsiteX1-409" fmla="*/ 8176537 w 8176537"/>
                      <a:gd name="connsiteY1-410" fmla="*/ 1499420 h 2879163"/>
                      <a:gd name="connsiteX2-411" fmla="*/ 4132092 w 8176537"/>
                      <a:gd name="connsiteY2-412" fmla="*/ 2879159 h 2879163"/>
                      <a:gd name="connsiteX3-413" fmla="*/ 0 w 8176537"/>
                      <a:gd name="connsiteY3-414" fmla="*/ 1510948 h 2879163"/>
                      <a:gd name="connsiteX4-415" fmla="*/ 9491 w 8176537"/>
                      <a:gd name="connsiteY4-416" fmla="*/ 147145 h 2879163"/>
                      <a:gd name="connsiteX5-417" fmla="*/ 4076995 w 8176537"/>
                      <a:gd name="connsiteY5-418" fmla="*/ 1566042 h 2879163"/>
                      <a:gd name="connsiteX6-419" fmla="*/ 8165518 w 8176537"/>
                      <a:gd name="connsiteY6-420" fmla="*/ 0 h 2879163"/>
                      <a:gd name="connsiteX0-421" fmla="*/ 8165518 w 8198577"/>
                      <a:gd name="connsiteY0-422" fmla="*/ 0 h 2879451"/>
                      <a:gd name="connsiteX1-423" fmla="*/ 8198577 w 8198577"/>
                      <a:gd name="connsiteY1-424" fmla="*/ 1606558 h 2879451"/>
                      <a:gd name="connsiteX2-425" fmla="*/ 4132092 w 8198577"/>
                      <a:gd name="connsiteY2-426" fmla="*/ 2879159 h 2879451"/>
                      <a:gd name="connsiteX3-427" fmla="*/ 0 w 8198577"/>
                      <a:gd name="connsiteY3-428" fmla="*/ 1510948 h 2879451"/>
                      <a:gd name="connsiteX4-429" fmla="*/ 9491 w 8198577"/>
                      <a:gd name="connsiteY4-430" fmla="*/ 147145 h 2879451"/>
                      <a:gd name="connsiteX5-431" fmla="*/ 4076995 w 8198577"/>
                      <a:gd name="connsiteY5-432" fmla="*/ 1566042 h 2879451"/>
                      <a:gd name="connsiteX6-433" fmla="*/ 8165518 w 8198577"/>
                      <a:gd name="connsiteY6-434" fmla="*/ 0 h 2879451"/>
                      <a:gd name="connsiteX0-435" fmla="*/ 8165518 w 8165518"/>
                      <a:gd name="connsiteY0-436" fmla="*/ 0 h 2880066"/>
                      <a:gd name="connsiteX1-437" fmla="*/ 8165518 w 8165518"/>
                      <a:gd name="connsiteY1-438" fmla="*/ 1673520 h 2880066"/>
                      <a:gd name="connsiteX2-439" fmla="*/ 4132092 w 8165518"/>
                      <a:gd name="connsiteY2-440" fmla="*/ 2879159 h 2880066"/>
                      <a:gd name="connsiteX3-441" fmla="*/ 0 w 8165518"/>
                      <a:gd name="connsiteY3-442" fmla="*/ 1510948 h 2880066"/>
                      <a:gd name="connsiteX4-443" fmla="*/ 9491 w 8165518"/>
                      <a:gd name="connsiteY4-444" fmla="*/ 147145 h 2880066"/>
                      <a:gd name="connsiteX5-445" fmla="*/ 4076995 w 8165518"/>
                      <a:gd name="connsiteY5-446" fmla="*/ 1566042 h 2880066"/>
                      <a:gd name="connsiteX6-447" fmla="*/ 8165518 w 8165518"/>
                      <a:gd name="connsiteY6-448" fmla="*/ 0 h 2880066"/>
                      <a:gd name="connsiteX0-449" fmla="*/ 8156794 w 8156794"/>
                      <a:gd name="connsiteY0-450" fmla="*/ 0 h 2879270"/>
                      <a:gd name="connsiteX1-451" fmla="*/ 8156794 w 8156794"/>
                      <a:gd name="connsiteY1-452" fmla="*/ 1673520 h 2879270"/>
                      <a:gd name="connsiteX2-453" fmla="*/ 4123368 w 8156794"/>
                      <a:gd name="connsiteY2-454" fmla="*/ 2879159 h 2879270"/>
                      <a:gd name="connsiteX3-455" fmla="*/ 2295 w 8156794"/>
                      <a:gd name="connsiteY3-456" fmla="*/ 1618086 h 2879270"/>
                      <a:gd name="connsiteX4-457" fmla="*/ 767 w 8156794"/>
                      <a:gd name="connsiteY4-458" fmla="*/ 147145 h 2879270"/>
                      <a:gd name="connsiteX5-459" fmla="*/ 4068271 w 8156794"/>
                      <a:gd name="connsiteY5-460" fmla="*/ 1566042 h 2879270"/>
                      <a:gd name="connsiteX6-461" fmla="*/ 8156794 w 8156794"/>
                      <a:gd name="connsiteY6-462" fmla="*/ 0 h 2879270"/>
                      <a:gd name="connsiteX0-463" fmla="*/ 8156794 w 8156794"/>
                      <a:gd name="connsiteY0-464" fmla="*/ 0 h 2973000"/>
                      <a:gd name="connsiteX1-465" fmla="*/ 8156794 w 8156794"/>
                      <a:gd name="connsiteY1-466" fmla="*/ 1673520 h 2973000"/>
                      <a:gd name="connsiteX2-467" fmla="*/ 4134388 w 8156794"/>
                      <a:gd name="connsiteY2-468" fmla="*/ 2972904 h 2973000"/>
                      <a:gd name="connsiteX3-469" fmla="*/ 2295 w 8156794"/>
                      <a:gd name="connsiteY3-470" fmla="*/ 1618086 h 2973000"/>
                      <a:gd name="connsiteX4-471" fmla="*/ 767 w 8156794"/>
                      <a:gd name="connsiteY4-472" fmla="*/ 147145 h 2973000"/>
                      <a:gd name="connsiteX5-473" fmla="*/ 4068271 w 8156794"/>
                      <a:gd name="connsiteY5-474" fmla="*/ 1566042 h 2973000"/>
                      <a:gd name="connsiteX6-475" fmla="*/ 8156794 w 8156794"/>
                      <a:gd name="connsiteY6-476" fmla="*/ 0 h 2973000"/>
                      <a:gd name="connsiteX0-477" fmla="*/ 8156794 w 8156794"/>
                      <a:gd name="connsiteY0-478" fmla="*/ 0 h 2973000"/>
                      <a:gd name="connsiteX1-479" fmla="*/ 8156794 w 8156794"/>
                      <a:gd name="connsiteY1-480" fmla="*/ 1673520 h 2973000"/>
                      <a:gd name="connsiteX2-481" fmla="*/ 4134388 w 8156794"/>
                      <a:gd name="connsiteY2-482" fmla="*/ 2972904 h 2973000"/>
                      <a:gd name="connsiteX3-483" fmla="*/ 2295 w 8156794"/>
                      <a:gd name="connsiteY3-484" fmla="*/ 1618086 h 2973000"/>
                      <a:gd name="connsiteX4-485" fmla="*/ 767 w 8156794"/>
                      <a:gd name="connsiteY4-486" fmla="*/ 147145 h 2973000"/>
                      <a:gd name="connsiteX5-487" fmla="*/ 4068271 w 8156794"/>
                      <a:gd name="connsiteY5-488" fmla="*/ 1566042 h 2973000"/>
                      <a:gd name="connsiteX6-489" fmla="*/ 8156794 w 8156794"/>
                      <a:gd name="connsiteY6-490" fmla="*/ 0 h 2973000"/>
                      <a:gd name="connsiteX0-491" fmla="*/ 8156794 w 8156794"/>
                      <a:gd name="connsiteY0-492" fmla="*/ 0 h 2973000"/>
                      <a:gd name="connsiteX1-493" fmla="*/ 8156794 w 8156794"/>
                      <a:gd name="connsiteY1-494" fmla="*/ 1673520 h 2973000"/>
                      <a:gd name="connsiteX2-495" fmla="*/ 4134388 w 8156794"/>
                      <a:gd name="connsiteY2-496" fmla="*/ 2972904 h 2973000"/>
                      <a:gd name="connsiteX3-497" fmla="*/ 2295 w 8156794"/>
                      <a:gd name="connsiteY3-498" fmla="*/ 1618086 h 2973000"/>
                      <a:gd name="connsiteX4-499" fmla="*/ 767 w 8156794"/>
                      <a:gd name="connsiteY4-500" fmla="*/ 147145 h 2973000"/>
                      <a:gd name="connsiteX5-501" fmla="*/ 4068271 w 8156794"/>
                      <a:gd name="connsiteY5-502" fmla="*/ 1566042 h 2973000"/>
                      <a:gd name="connsiteX6-503" fmla="*/ 8156794 w 8156794"/>
                      <a:gd name="connsiteY6-504" fmla="*/ 0 h 2973000"/>
                      <a:gd name="connsiteX0-505" fmla="*/ 8156794 w 8156794"/>
                      <a:gd name="connsiteY0-506" fmla="*/ 0 h 2973020"/>
                      <a:gd name="connsiteX1-507" fmla="*/ 8156794 w 8156794"/>
                      <a:gd name="connsiteY1-508" fmla="*/ 1673520 h 2973020"/>
                      <a:gd name="connsiteX2-509" fmla="*/ 4134388 w 8156794"/>
                      <a:gd name="connsiteY2-510" fmla="*/ 2972904 h 2973020"/>
                      <a:gd name="connsiteX3-511" fmla="*/ 2295 w 8156794"/>
                      <a:gd name="connsiteY3-512" fmla="*/ 1618086 h 2973020"/>
                      <a:gd name="connsiteX4-513" fmla="*/ 767 w 8156794"/>
                      <a:gd name="connsiteY4-514" fmla="*/ 147145 h 2973020"/>
                      <a:gd name="connsiteX5-515" fmla="*/ 4068271 w 8156794"/>
                      <a:gd name="connsiteY5-516" fmla="*/ 1566042 h 2973020"/>
                      <a:gd name="connsiteX6-517" fmla="*/ 8156794 w 8156794"/>
                      <a:gd name="connsiteY6-518" fmla="*/ 0 h 2973020"/>
                      <a:gd name="connsiteX0-519" fmla="*/ 8156794 w 8156794"/>
                      <a:gd name="connsiteY0-520" fmla="*/ 0 h 2973021"/>
                      <a:gd name="connsiteX1-521" fmla="*/ 8156794 w 8156794"/>
                      <a:gd name="connsiteY1-522" fmla="*/ 1673520 h 2973021"/>
                      <a:gd name="connsiteX2-523" fmla="*/ 4134388 w 8156794"/>
                      <a:gd name="connsiteY2-524" fmla="*/ 2972904 h 2973021"/>
                      <a:gd name="connsiteX3-525" fmla="*/ 2295 w 8156794"/>
                      <a:gd name="connsiteY3-526" fmla="*/ 1618086 h 2973021"/>
                      <a:gd name="connsiteX4-527" fmla="*/ 767 w 8156794"/>
                      <a:gd name="connsiteY4-528" fmla="*/ 147145 h 2973021"/>
                      <a:gd name="connsiteX5-529" fmla="*/ 4068271 w 8156794"/>
                      <a:gd name="connsiteY5-530" fmla="*/ 1566042 h 2973021"/>
                      <a:gd name="connsiteX6-531" fmla="*/ 8156794 w 8156794"/>
                      <a:gd name="connsiteY6-532" fmla="*/ 0 h 2973021"/>
                      <a:gd name="connsiteX0-533" fmla="*/ 8156794 w 8156794"/>
                      <a:gd name="connsiteY0-534" fmla="*/ 0 h 2973021"/>
                      <a:gd name="connsiteX1-535" fmla="*/ 8156794 w 8156794"/>
                      <a:gd name="connsiteY1-536" fmla="*/ 1673520 h 2973021"/>
                      <a:gd name="connsiteX2-537" fmla="*/ 4134388 w 8156794"/>
                      <a:gd name="connsiteY2-538" fmla="*/ 2972904 h 2973021"/>
                      <a:gd name="connsiteX3-539" fmla="*/ 2295 w 8156794"/>
                      <a:gd name="connsiteY3-540" fmla="*/ 1618086 h 2973021"/>
                      <a:gd name="connsiteX4-541" fmla="*/ 767 w 8156794"/>
                      <a:gd name="connsiteY4-542" fmla="*/ 147145 h 2973021"/>
                      <a:gd name="connsiteX5-543" fmla="*/ 4068271 w 8156794"/>
                      <a:gd name="connsiteY5-544" fmla="*/ 1566042 h 2973021"/>
                      <a:gd name="connsiteX6-545" fmla="*/ 8156794 w 8156794"/>
                      <a:gd name="connsiteY6-546" fmla="*/ 0 h 2973021"/>
                      <a:gd name="connsiteX0-547" fmla="*/ 8156794 w 8156794"/>
                      <a:gd name="connsiteY0-548" fmla="*/ 0 h 2973021"/>
                      <a:gd name="connsiteX1-549" fmla="*/ 8156794 w 8156794"/>
                      <a:gd name="connsiteY1-550" fmla="*/ 1673520 h 2973021"/>
                      <a:gd name="connsiteX2-551" fmla="*/ 4134388 w 8156794"/>
                      <a:gd name="connsiteY2-552" fmla="*/ 2972904 h 2973021"/>
                      <a:gd name="connsiteX3-553" fmla="*/ 2295 w 8156794"/>
                      <a:gd name="connsiteY3-554" fmla="*/ 1618086 h 2973021"/>
                      <a:gd name="connsiteX4-555" fmla="*/ 767 w 8156794"/>
                      <a:gd name="connsiteY4-556" fmla="*/ 147145 h 2973021"/>
                      <a:gd name="connsiteX5-557" fmla="*/ 4068271 w 8156794"/>
                      <a:gd name="connsiteY5-558" fmla="*/ 1566042 h 2973021"/>
                      <a:gd name="connsiteX6-559" fmla="*/ 8156794 w 8156794"/>
                      <a:gd name="connsiteY6-560" fmla="*/ 0 h 2973021"/>
                      <a:gd name="connsiteX0-561" fmla="*/ 8156794 w 8156794"/>
                      <a:gd name="connsiteY0-562" fmla="*/ 0 h 2973021"/>
                      <a:gd name="connsiteX1-563" fmla="*/ 8156794 w 8156794"/>
                      <a:gd name="connsiteY1-564" fmla="*/ 1673520 h 2973021"/>
                      <a:gd name="connsiteX2-565" fmla="*/ 4134388 w 8156794"/>
                      <a:gd name="connsiteY2-566" fmla="*/ 2972904 h 2973021"/>
                      <a:gd name="connsiteX3-567" fmla="*/ 2295 w 8156794"/>
                      <a:gd name="connsiteY3-568" fmla="*/ 1618086 h 2973021"/>
                      <a:gd name="connsiteX4-569" fmla="*/ 767 w 8156794"/>
                      <a:gd name="connsiteY4-570" fmla="*/ 147145 h 2973021"/>
                      <a:gd name="connsiteX5-571" fmla="*/ 4068271 w 8156794"/>
                      <a:gd name="connsiteY5-572" fmla="*/ 1566042 h 2973021"/>
                      <a:gd name="connsiteX6-573" fmla="*/ 8156794 w 8156794"/>
                      <a:gd name="connsiteY6-574" fmla="*/ 0 h 2973021"/>
                      <a:gd name="connsiteX0-575" fmla="*/ 8156794 w 8156794"/>
                      <a:gd name="connsiteY0-576" fmla="*/ 0 h 2973141"/>
                      <a:gd name="connsiteX1-577" fmla="*/ 8156794 w 8156794"/>
                      <a:gd name="connsiteY1-578" fmla="*/ 1673520 h 2973141"/>
                      <a:gd name="connsiteX2-579" fmla="*/ 4134388 w 8156794"/>
                      <a:gd name="connsiteY2-580" fmla="*/ 2972904 h 2973141"/>
                      <a:gd name="connsiteX3-581" fmla="*/ 2295 w 8156794"/>
                      <a:gd name="connsiteY3-582" fmla="*/ 1618086 h 2973141"/>
                      <a:gd name="connsiteX4-583" fmla="*/ 767 w 8156794"/>
                      <a:gd name="connsiteY4-584" fmla="*/ 147145 h 2973141"/>
                      <a:gd name="connsiteX5-585" fmla="*/ 4068271 w 8156794"/>
                      <a:gd name="connsiteY5-586" fmla="*/ 1566042 h 2973141"/>
                      <a:gd name="connsiteX6-587" fmla="*/ 8156794 w 8156794"/>
                      <a:gd name="connsiteY6-588" fmla="*/ 0 h 2973141"/>
                      <a:gd name="connsiteX0-589" fmla="*/ 8156794 w 8156794"/>
                      <a:gd name="connsiteY0-590" fmla="*/ 0 h 3066827"/>
                      <a:gd name="connsiteX1-591" fmla="*/ 8156794 w 8156794"/>
                      <a:gd name="connsiteY1-592" fmla="*/ 1673520 h 3066827"/>
                      <a:gd name="connsiteX2-593" fmla="*/ 4123353 w 8156794"/>
                      <a:gd name="connsiteY2-594" fmla="*/ 3066650 h 3066827"/>
                      <a:gd name="connsiteX3-595" fmla="*/ 2295 w 8156794"/>
                      <a:gd name="connsiteY3-596" fmla="*/ 1618086 h 3066827"/>
                      <a:gd name="connsiteX4-597" fmla="*/ 767 w 8156794"/>
                      <a:gd name="connsiteY4-598" fmla="*/ 147145 h 3066827"/>
                      <a:gd name="connsiteX5-599" fmla="*/ 4068271 w 8156794"/>
                      <a:gd name="connsiteY5-600" fmla="*/ 1566042 h 3066827"/>
                      <a:gd name="connsiteX6-601" fmla="*/ 8156794 w 8156794"/>
                      <a:gd name="connsiteY6-602" fmla="*/ 0 h 3066827"/>
                      <a:gd name="connsiteX0-603" fmla="*/ 8123689 w 8156794"/>
                      <a:gd name="connsiteY0-604" fmla="*/ 0 h 2999866"/>
                      <a:gd name="connsiteX1-605" fmla="*/ 8156794 w 8156794"/>
                      <a:gd name="connsiteY1-606" fmla="*/ 1606559 h 2999866"/>
                      <a:gd name="connsiteX2-607" fmla="*/ 4123353 w 8156794"/>
                      <a:gd name="connsiteY2-608" fmla="*/ 2999689 h 2999866"/>
                      <a:gd name="connsiteX3-609" fmla="*/ 2295 w 8156794"/>
                      <a:gd name="connsiteY3-610" fmla="*/ 1551125 h 2999866"/>
                      <a:gd name="connsiteX4-611" fmla="*/ 767 w 8156794"/>
                      <a:gd name="connsiteY4-612" fmla="*/ 80184 h 2999866"/>
                      <a:gd name="connsiteX5-613" fmla="*/ 4068271 w 8156794"/>
                      <a:gd name="connsiteY5-614" fmla="*/ 1499081 h 2999866"/>
                      <a:gd name="connsiteX6-615" fmla="*/ 8123689 w 8156794"/>
                      <a:gd name="connsiteY6-616" fmla="*/ 0 h 2999866"/>
                      <a:gd name="connsiteX0-617" fmla="*/ 8167828 w 8167828"/>
                      <a:gd name="connsiteY0-618" fmla="*/ 0 h 3026651"/>
                      <a:gd name="connsiteX1-619" fmla="*/ 8156794 w 8167828"/>
                      <a:gd name="connsiteY1-620" fmla="*/ 1633344 h 3026651"/>
                      <a:gd name="connsiteX2-621" fmla="*/ 4123353 w 8167828"/>
                      <a:gd name="connsiteY2-622" fmla="*/ 3026474 h 3026651"/>
                      <a:gd name="connsiteX3-623" fmla="*/ 2295 w 8167828"/>
                      <a:gd name="connsiteY3-624" fmla="*/ 1577910 h 3026651"/>
                      <a:gd name="connsiteX4-625" fmla="*/ 767 w 8167828"/>
                      <a:gd name="connsiteY4-626" fmla="*/ 106969 h 3026651"/>
                      <a:gd name="connsiteX5-627" fmla="*/ 4068271 w 8167828"/>
                      <a:gd name="connsiteY5-628" fmla="*/ 1525866 h 3026651"/>
                      <a:gd name="connsiteX6-629" fmla="*/ 8167828 w 8167828"/>
                      <a:gd name="connsiteY6-630" fmla="*/ 0 h 3026651"/>
                      <a:gd name="connsiteX0-631" fmla="*/ 8167828 w 8167828"/>
                      <a:gd name="connsiteY0-632" fmla="*/ 0 h 3027228"/>
                      <a:gd name="connsiteX1-633" fmla="*/ 8145760 w 8167828"/>
                      <a:gd name="connsiteY1-634" fmla="*/ 1686913 h 3027228"/>
                      <a:gd name="connsiteX2-635" fmla="*/ 4123353 w 8167828"/>
                      <a:gd name="connsiteY2-636" fmla="*/ 3026474 h 3027228"/>
                      <a:gd name="connsiteX3-637" fmla="*/ 2295 w 8167828"/>
                      <a:gd name="connsiteY3-638" fmla="*/ 1577910 h 3027228"/>
                      <a:gd name="connsiteX4-639" fmla="*/ 767 w 8167828"/>
                      <a:gd name="connsiteY4-640" fmla="*/ 106969 h 3027228"/>
                      <a:gd name="connsiteX5-641" fmla="*/ 4068271 w 8167828"/>
                      <a:gd name="connsiteY5-642" fmla="*/ 1525866 h 3027228"/>
                      <a:gd name="connsiteX6-643" fmla="*/ 8167828 w 8167828"/>
                      <a:gd name="connsiteY6-644" fmla="*/ 0 h 3027228"/>
                      <a:gd name="connsiteX0-645" fmla="*/ 8156794 w 8156794"/>
                      <a:gd name="connsiteY0-646" fmla="*/ 0 h 2933483"/>
                      <a:gd name="connsiteX1-647" fmla="*/ 8145760 w 8156794"/>
                      <a:gd name="connsiteY1-648" fmla="*/ 1593168 h 2933483"/>
                      <a:gd name="connsiteX2-649" fmla="*/ 4123353 w 8156794"/>
                      <a:gd name="connsiteY2-650" fmla="*/ 2932729 h 2933483"/>
                      <a:gd name="connsiteX3-651" fmla="*/ 2295 w 8156794"/>
                      <a:gd name="connsiteY3-652" fmla="*/ 1484165 h 2933483"/>
                      <a:gd name="connsiteX4-653" fmla="*/ 767 w 8156794"/>
                      <a:gd name="connsiteY4-654" fmla="*/ 13224 h 2933483"/>
                      <a:gd name="connsiteX5-655" fmla="*/ 4068271 w 8156794"/>
                      <a:gd name="connsiteY5-656" fmla="*/ 1432121 h 2933483"/>
                      <a:gd name="connsiteX6-657" fmla="*/ 8156794 w 8156794"/>
                      <a:gd name="connsiteY6-658" fmla="*/ 0 h 2933483"/>
                      <a:gd name="connsiteX0-659" fmla="*/ 8156794 w 8156794"/>
                      <a:gd name="connsiteY0-660" fmla="*/ 0 h 2933483"/>
                      <a:gd name="connsiteX1-661" fmla="*/ 8145760 w 8156794"/>
                      <a:gd name="connsiteY1-662" fmla="*/ 1593168 h 2933483"/>
                      <a:gd name="connsiteX2-663" fmla="*/ 4123353 w 8156794"/>
                      <a:gd name="connsiteY2-664" fmla="*/ 2932729 h 2933483"/>
                      <a:gd name="connsiteX3-665" fmla="*/ 2295 w 8156794"/>
                      <a:gd name="connsiteY3-666" fmla="*/ 1484165 h 2933483"/>
                      <a:gd name="connsiteX4-667" fmla="*/ 767 w 8156794"/>
                      <a:gd name="connsiteY4-668" fmla="*/ 13224 h 2933483"/>
                      <a:gd name="connsiteX5-669" fmla="*/ 4068271 w 8156794"/>
                      <a:gd name="connsiteY5-670" fmla="*/ 1432121 h 2933483"/>
                      <a:gd name="connsiteX6-671" fmla="*/ 8156794 w 8156794"/>
                      <a:gd name="connsiteY6-672" fmla="*/ 0 h 2933483"/>
                      <a:gd name="connsiteX0-673" fmla="*/ 8123689 w 8145760"/>
                      <a:gd name="connsiteY0-674" fmla="*/ 13560 h 2920259"/>
                      <a:gd name="connsiteX1-675" fmla="*/ 8145760 w 8145760"/>
                      <a:gd name="connsiteY1-676" fmla="*/ 1579944 h 2920259"/>
                      <a:gd name="connsiteX2-677" fmla="*/ 4123353 w 8145760"/>
                      <a:gd name="connsiteY2-678" fmla="*/ 2919505 h 2920259"/>
                      <a:gd name="connsiteX3-679" fmla="*/ 2295 w 8145760"/>
                      <a:gd name="connsiteY3-680" fmla="*/ 1470941 h 2920259"/>
                      <a:gd name="connsiteX4-681" fmla="*/ 767 w 8145760"/>
                      <a:gd name="connsiteY4-682" fmla="*/ 0 h 2920259"/>
                      <a:gd name="connsiteX5-683" fmla="*/ 4068271 w 8145760"/>
                      <a:gd name="connsiteY5-684" fmla="*/ 1418897 h 2920259"/>
                      <a:gd name="connsiteX6-685" fmla="*/ 8123689 w 8145760"/>
                      <a:gd name="connsiteY6-686" fmla="*/ 13560 h 2920259"/>
                      <a:gd name="connsiteX0-687" fmla="*/ 8178863 w 8178863"/>
                      <a:gd name="connsiteY0-688" fmla="*/ 26952 h 2920259"/>
                      <a:gd name="connsiteX1-689" fmla="*/ 8145760 w 8178863"/>
                      <a:gd name="connsiteY1-690" fmla="*/ 1579944 h 2920259"/>
                      <a:gd name="connsiteX2-691" fmla="*/ 4123353 w 8178863"/>
                      <a:gd name="connsiteY2-692" fmla="*/ 2919505 h 2920259"/>
                      <a:gd name="connsiteX3-693" fmla="*/ 2295 w 8178863"/>
                      <a:gd name="connsiteY3-694" fmla="*/ 1470941 h 2920259"/>
                      <a:gd name="connsiteX4-695" fmla="*/ 767 w 8178863"/>
                      <a:gd name="connsiteY4-696" fmla="*/ 0 h 2920259"/>
                      <a:gd name="connsiteX5-697" fmla="*/ 4068271 w 8178863"/>
                      <a:gd name="connsiteY5-698" fmla="*/ 1418897 h 2920259"/>
                      <a:gd name="connsiteX6-699" fmla="*/ 8178863 w 8178863"/>
                      <a:gd name="connsiteY6-700" fmla="*/ 26952 h 2920259"/>
                      <a:gd name="connsiteX0-701" fmla="*/ 8167827 w 8167827"/>
                      <a:gd name="connsiteY0-702" fmla="*/ 40343 h 2920259"/>
                      <a:gd name="connsiteX1-703" fmla="*/ 8145760 w 8167827"/>
                      <a:gd name="connsiteY1-704" fmla="*/ 1579944 h 2920259"/>
                      <a:gd name="connsiteX2-705" fmla="*/ 4123353 w 8167827"/>
                      <a:gd name="connsiteY2-706" fmla="*/ 2919505 h 2920259"/>
                      <a:gd name="connsiteX3-707" fmla="*/ 2295 w 8167827"/>
                      <a:gd name="connsiteY3-708" fmla="*/ 1470941 h 2920259"/>
                      <a:gd name="connsiteX4-709" fmla="*/ 767 w 8167827"/>
                      <a:gd name="connsiteY4-710" fmla="*/ 0 h 2920259"/>
                      <a:gd name="connsiteX5-711" fmla="*/ 4068271 w 8167827"/>
                      <a:gd name="connsiteY5-712" fmla="*/ 1418897 h 2920259"/>
                      <a:gd name="connsiteX6-713" fmla="*/ 8167827 w 8167827"/>
                      <a:gd name="connsiteY6-714" fmla="*/ 40343 h 2920259"/>
                      <a:gd name="connsiteX0-715" fmla="*/ 8123687 w 8145760"/>
                      <a:gd name="connsiteY0-716" fmla="*/ 53735 h 2920259"/>
                      <a:gd name="connsiteX1-717" fmla="*/ 8145760 w 8145760"/>
                      <a:gd name="connsiteY1-718" fmla="*/ 1579944 h 2920259"/>
                      <a:gd name="connsiteX2-719" fmla="*/ 4123353 w 8145760"/>
                      <a:gd name="connsiteY2-720" fmla="*/ 2919505 h 2920259"/>
                      <a:gd name="connsiteX3-721" fmla="*/ 2295 w 8145760"/>
                      <a:gd name="connsiteY3-722" fmla="*/ 1470941 h 2920259"/>
                      <a:gd name="connsiteX4-723" fmla="*/ 767 w 8145760"/>
                      <a:gd name="connsiteY4-724" fmla="*/ 0 h 2920259"/>
                      <a:gd name="connsiteX5-725" fmla="*/ 4068271 w 8145760"/>
                      <a:gd name="connsiteY5-726" fmla="*/ 1418897 h 2920259"/>
                      <a:gd name="connsiteX6-727" fmla="*/ 8123687 w 8145760"/>
                      <a:gd name="connsiteY6-728" fmla="*/ 53735 h 2920259"/>
                      <a:gd name="connsiteX0-729" fmla="*/ 8161918 w 8161918"/>
                      <a:gd name="connsiteY0-730" fmla="*/ 0 h 2943855"/>
                      <a:gd name="connsiteX1-731" fmla="*/ 8145760 w 8161918"/>
                      <a:gd name="connsiteY1-732" fmla="*/ 1603540 h 2943855"/>
                      <a:gd name="connsiteX2-733" fmla="*/ 4123353 w 8161918"/>
                      <a:gd name="connsiteY2-734" fmla="*/ 2943101 h 2943855"/>
                      <a:gd name="connsiteX3-735" fmla="*/ 2295 w 8161918"/>
                      <a:gd name="connsiteY3-736" fmla="*/ 1494537 h 2943855"/>
                      <a:gd name="connsiteX4-737" fmla="*/ 767 w 8161918"/>
                      <a:gd name="connsiteY4-738" fmla="*/ 23596 h 2943855"/>
                      <a:gd name="connsiteX5-739" fmla="*/ 4068271 w 8161918"/>
                      <a:gd name="connsiteY5-740" fmla="*/ 1442493 h 2943855"/>
                      <a:gd name="connsiteX6-741" fmla="*/ 8161918 w 8161918"/>
                      <a:gd name="connsiteY6-742" fmla="*/ 0 h 2943855"/>
                      <a:gd name="connsiteX0-743" fmla="*/ 8144926 w 8145760"/>
                      <a:gd name="connsiteY0-744" fmla="*/ 43424 h 2920259"/>
                      <a:gd name="connsiteX1-745" fmla="*/ 8145760 w 8145760"/>
                      <a:gd name="connsiteY1-746" fmla="*/ 1579944 h 2920259"/>
                      <a:gd name="connsiteX2-747" fmla="*/ 4123353 w 8145760"/>
                      <a:gd name="connsiteY2-748" fmla="*/ 2919505 h 2920259"/>
                      <a:gd name="connsiteX3-749" fmla="*/ 2295 w 8145760"/>
                      <a:gd name="connsiteY3-750" fmla="*/ 1470941 h 2920259"/>
                      <a:gd name="connsiteX4-751" fmla="*/ 767 w 8145760"/>
                      <a:gd name="connsiteY4-752" fmla="*/ 0 h 2920259"/>
                      <a:gd name="connsiteX5-753" fmla="*/ 4068271 w 8145760"/>
                      <a:gd name="connsiteY5-754" fmla="*/ 1418897 h 2920259"/>
                      <a:gd name="connsiteX6-755" fmla="*/ 8144926 w 8145760"/>
                      <a:gd name="connsiteY6-756" fmla="*/ 43424 h 2920259"/>
                      <a:gd name="connsiteX0-757" fmla="*/ 8161918 w 8161918"/>
                      <a:gd name="connsiteY0-758" fmla="*/ 0 h 2959321"/>
                      <a:gd name="connsiteX1-759" fmla="*/ 8145760 w 8161918"/>
                      <a:gd name="connsiteY1-760" fmla="*/ 1619006 h 2959321"/>
                      <a:gd name="connsiteX2-761" fmla="*/ 4123353 w 8161918"/>
                      <a:gd name="connsiteY2-762" fmla="*/ 2958567 h 2959321"/>
                      <a:gd name="connsiteX3-763" fmla="*/ 2295 w 8161918"/>
                      <a:gd name="connsiteY3-764" fmla="*/ 1510003 h 2959321"/>
                      <a:gd name="connsiteX4-765" fmla="*/ 767 w 8161918"/>
                      <a:gd name="connsiteY4-766" fmla="*/ 39062 h 2959321"/>
                      <a:gd name="connsiteX5-767" fmla="*/ 4068271 w 8161918"/>
                      <a:gd name="connsiteY5-768" fmla="*/ 1457959 h 2959321"/>
                      <a:gd name="connsiteX6-769" fmla="*/ 8161918 w 8161918"/>
                      <a:gd name="connsiteY6-770" fmla="*/ 0 h 2959321"/>
                      <a:gd name="connsiteX0-771" fmla="*/ 8161918 w 8162752"/>
                      <a:gd name="connsiteY0-772" fmla="*/ 0 h 2959488"/>
                      <a:gd name="connsiteX1-773" fmla="*/ 8162752 w 8162752"/>
                      <a:gd name="connsiteY1-774" fmla="*/ 1629317 h 2959488"/>
                      <a:gd name="connsiteX2-775" fmla="*/ 4123353 w 8162752"/>
                      <a:gd name="connsiteY2-776" fmla="*/ 2958567 h 2959488"/>
                      <a:gd name="connsiteX3-777" fmla="*/ 2295 w 8162752"/>
                      <a:gd name="connsiteY3-778" fmla="*/ 1510003 h 2959488"/>
                      <a:gd name="connsiteX4-779" fmla="*/ 767 w 8162752"/>
                      <a:gd name="connsiteY4-780" fmla="*/ 39062 h 2959488"/>
                      <a:gd name="connsiteX5-781" fmla="*/ 4068271 w 8162752"/>
                      <a:gd name="connsiteY5-782" fmla="*/ 1457959 h 2959488"/>
                      <a:gd name="connsiteX6-783" fmla="*/ 8161918 w 8162752"/>
                      <a:gd name="connsiteY6-784" fmla="*/ 0 h 2959488"/>
                      <a:gd name="connsiteX0-785" fmla="*/ 8165930 w 8166764"/>
                      <a:gd name="connsiteY0-786" fmla="*/ 7337 h 2966825"/>
                      <a:gd name="connsiteX1-787" fmla="*/ 8166764 w 8166764"/>
                      <a:gd name="connsiteY1-788" fmla="*/ 1636654 h 2966825"/>
                      <a:gd name="connsiteX2-789" fmla="*/ 4127365 w 8166764"/>
                      <a:gd name="connsiteY2-790" fmla="*/ 2965904 h 2966825"/>
                      <a:gd name="connsiteX3-791" fmla="*/ 6307 w 8166764"/>
                      <a:gd name="connsiteY3-792" fmla="*/ 1517340 h 2966825"/>
                      <a:gd name="connsiteX4-793" fmla="*/ 532 w 8166764"/>
                      <a:gd name="connsiteY4-794" fmla="*/ 0 h 2966825"/>
                      <a:gd name="connsiteX5-795" fmla="*/ 4072283 w 8166764"/>
                      <a:gd name="connsiteY5-796" fmla="*/ 1465296 h 2966825"/>
                      <a:gd name="connsiteX6-797" fmla="*/ 8165930 w 8166764"/>
                      <a:gd name="connsiteY6-798" fmla="*/ 7337 h 2966825"/>
                      <a:gd name="connsiteX0-799" fmla="*/ 8168119 w 8168953"/>
                      <a:gd name="connsiteY0-800" fmla="*/ 7337 h 2966682"/>
                      <a:gd name="connsiteX1-801" fmla="*/ 8168953 w 8168953"/>
                      <a:gd name="connsiteY1-802" fmla="*/ 1636654 h 2966682"/>
                      <a:gd name="connsiteX2-803" fmla="*/ 4129554 w 8168953"/>
                      <a:gd name="connsiteY2-804" fmla="*/ 2965904 h 2966682"/>
                      <a:gd name="connsiteX3-805" fmla="*/ 0 w 8168953"/>
                      <a:gd name="connsiteY3-806" fmla="*/ 1527651 h 2966682"/>
                      <a:gd name="connsiteX4-807" fmla="*/ 2721 w 8168953"/>
                      <a:gd name="connsiteY4-808" fmla="*/ 0 h 2966682"/>
                      <a:gd name="connsiteX5-809" fmla="*/ 4074472 w 8168953"/>
                      <a:gd name="connsiteY5-810" fmla="*/ 1465296 h 2966682"/>
                      <a:gd name="connsiteX6-811" fmla="*/ 8168119 w 8168953"/>
                      <a:gd name="connsiteY6-812" fmla="*/ 7337 h 2966682"/>
                      <a:gd name="connsiteX0-813" fmla="*/ 8168119 w 8168953"/>
                      <a:gd name="connsiteY0-814" fmla="*/ 7337 h 3100377"/>
                      <a:gd name="connsiteX1-815" fmla="*/ 8168953 w 8168953"/>
                      <a:gd name="connsiteY1-816" fmla="*/ 1636654 h 3100377"/>
                      <a:gd name="connsiteX2-817" fmla="*/ 4118520 w 8168953"/>
                      <a:gd name="connsiteY2-818" fmla="*/ 3099826 h 3100377"/>
                      <a:gd name="connsiteX3-819" fmla="*/ 0 w 8168953"/>
                      <a:gd name="connsiteY3-820" fmla="*/ 1527651 h 3100377"/>
                      <a:gd name="connsiteX4-821" fmla="*/ 2721 w 8168953"/>
                      <a:gd name="connsiteY4-822" fmla="*/ 0 h 3100377"/>
                      <a:gd name="connsiteX5-823" fmla="*/ 4074472 w 8168953"/>
                      <a:gd name="connsiteY5-824" fmla="*/ 1465296 h 3100377"/>
                      <a:gd name="connsiteX6-825" fmla="*/ 8168119 w 8168953"/>
                      <a:gd name="connsiteY6-826" fmla="*/ 7337 h 3100377"/>
                      <a:gd name="connsiteX0-827" fmla="*/ 8168119 w 8168953"/>
                      <a:gd name="connsiteY0-828" fmla="*/ 7337 h 3100429"/>
                      <a:gd name="connsiteX1-829" fmla="*/ 8168953 w 8168953"/>
                      <a:gd name="connsiteY1-830" fmla="*/ 1636654 h 3100429"/>
                      <a:gd name="connsiteX2-831" fmla="*/ 4118520 w 8168953"/>
                      <a:gd name="connsiteY2-832" fmla="*/ 3099826 h 3100429"/>
                      <a:gd name="connsiteX3-833" fmla="*/ 0 w 8168953"/>
                      <a:gd name="connsiteY3-834" fmla="*/ 1527651 h 3100429"/>
                      <a:gd name="connsiteX4-835" fmla="*/ 2721 w 8168953"/>
                      <a:gd name="connsiteY4-836" fmla="*/ 0 h 3100429"/>
                      <a:gd name="connsiteX5-837" fmla="*/ 4074472 w 8168953"/>
                      <a:gd name="connsiteY5-838" fmla="*/ 1465296 h 3100429"/>
                      <a:gd name="connsiteX6-839" fmla="*/ 8168119 w 8168953"/>
                      <a:gd name="connsiteY6-840" fmla="*/ 7337 h 3100429"/>
                      <a:gd name="connsiteX0-841" fmla="*/ 8165849 w 8166683"/>
                      <a:gd name="connsiteY0-842" fmla="*/ 7337 h 3099826"/>
                      <a:gd name="connsiteX1-843" fmla="*/ 8166683 w 8166683"/>
                      <a:gd name="connsiteY1-844" fmla="*/ 1636654 h 3099826"/>
                      <a:gd name="connsiteX2-845" fmla="*/ 4116250 w 8166683"/>
                      <a:gd name="connsiteY2-846" fmla="*/ 3099826 h 3099826"/>
                      <a:gd name="connsiteX3-847" fmla="*/ 8764 w 8166683"/>
                      <a:gd name="connsiteY3-848" fmla="*/ 1634789 h 3099826"/>
                      <a:gd name="connsiteX4-849" fmla="*/ 451 w 8166683"/>
                      <a:gd name="connsiteY4-850" fmla="*/ 0 h 3099826"/>
                      <a:gd name="connsiteX5-851" fmla="*/ 4072202 w 8166683"/>
                      <a:gd name="connsiteY5-852" fmla="*/ 1465296 h 3099826"/>
                      <a:gd name="connsiteX6-853" fmla="*/ 8165849 w 8166683"/>
                      <a:gd name="connsiteY6-854" fmla="*/ 7337 h 3099826"/>
                      <a:gd name="connsiteX0-855" fmla="*/ 8165849 w 8166683"/>
                      <a:gd name="connsiteY0-856" fmla="*/ 7337 h 3099826"/>
                      <a:gd name="connsiteX1-857" fmla="*/ 8166683 w 8166683"/>
                      <a:gd name="connsiteY1-858" fmla="*/ 1636654 h 3099826"/>
                      <a:gd name="connsiteX2-859" fmla="*/ 4116250 w 8166683"/>
                      <a:gd name="connsiteY2-860" fmla="*/ 3099826 h 3099826"/>
                      <a:gd name="connsiteX3-861" fmla="*/ 8764 w 8166683"/>
                      <a:gd name="connsiteY3-862" fmla="*/ 1634789 h 3099826"/>
                      <a:gd name="connsiteX4-863" fmla="*/ 451 w 8166683"/>
                      <a:gd name="connsiteY4-864" fmla="*/ 0 h 3099826"/>
                      <a:gd name="connsiteX5-865" fmla="*/ 4072202 w 8166683"/>
                      <a:gd name="connsiteY5-866" fmla="*/ 1465296 h 3099826"/>
                      <a:gd name="connsiteX6-867" fmla="*/ 8165849 w 8166683"/>
                      <a:gd name="connsiteY6-868" fmla="*/ 7337 h 3099826"/>
                      <a:gd name="connsiteX0-869" fmla="*/ 8165849 w 8166683"/>
                      <a:gd name="connsiteY0-870" fmla="*/ 7337 h 3099826"/>
                      <a:gd name="connsiteX1-871" fmla="*/ 8166683 w 8166683"/>
                      <a:gd name="connsiteY1-872" fmla="*/ 1636654 h 3099826"/>
                      <a:gd name="connsiteX2-873" fmla="*/ 4116250 w 8166683"/>
                      <a:gd name="connsiteY2-874" fmla="*/ 3099826 h 3099826"/>
                      <a:gd name="connsiteX3-875" fmla="*/ 8764 w 8166683"/>
                      <a:gd name="connsiteY3-876" fmla="*/ 1634789 h 3099826"/>
                      <a:gd name="connsiteX4-877" fmla="*/ 451 w 8166683"/>
                      <a:gd name="connsiteY4-878" fmla="*/ 0 h 3099826"/>
                      <a:gd name="connsiteX5-879" fmla="*/ 4061168 w 8166683"/>
                      <a:gd name="connsiteY5-880" fmla="*/ 1438511 h 3099826"/>
                      <a:gd name="connsiteX6-881" fmla="*/ 8165849 w 8166683"/>
                      <a:gd name="connsiteY6-882" fmla="*/ 7337 h 3099826"/>
                      <a:gd name="connsiteX0-883" fmla="*/ 8165849 w 8166683"/>
                      <a:gd name="connsiteY0-884" fmla="*/ 7337 h 3099826"/>
                      <a:gd name="connsiteX1-885" fmla="*/ 8166683 w 8166683"/>
                      <a:gd name="connsiteY1-886" fmla="*/ 1636654 h 3099826"/>
                      <a:gd name="connsiteX2-887" fmla="*/ 4116250 w 8166683"/>
                      <a:gd name="connsiteY2-888" fmla="*/ 3099826 h 3099826"/>
                      <a:gd name="connsiteX3-889" fmla="*/ 8764 w 8166683"/>
                      <a:gd name="connsiteY3-890" fmla="*/ 1634789 h 3099826"/>
                      <a:gd name="connsiteX4-891" fmla="*/ 451 w 8166683"/>
                      <a:gd name="connsiteY4-892" fmla="*/ 0 h 3099826"/>
                      <a:gd name="connsiteX5-893" fmla="*/ 4061168 w 8166683"/>
                      <a:gd name="connsiteY5-894" fmla="*/ 1438511 h 3099826"/>
                      <a:gd name="connsiteX6-895" fmla="*/ 8165849 w 8166683"/>
                      <a:gd name="connsiteY6-896" fmla="*/ 7337 h 309982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7" name="Oval 416"/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418" name="Group 417"/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19" name="Freeform 418"/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-1" fmla="*/ 3725333 w 4641485"/>
                        <a:gd name="connsiteY0-2" fmla="*/ 0 h 1049866"/>
                        <a:gd name="connsiteX1-3" fmla="*/ 4641485 w 4641485"/>
                        <a:gd name="connsiteY1-4" fmla="*/ 239402 h 1049866"/>
                        <a:gd name="connsiteX2-5" fmla="*/ 3962400 w 4641485"/>
                        <a:gd name="connsiteY2-6" fmla="*/ 541866 h 1049866"/>
                        <a:gd name="connsiteX3-7" fmla="*/ 3742267 w 4641485"/>
                        <a:gd name="connsiteY3-8" fmla="*/ 457200 h 1049866"/>
                        <a:gd name="connsiteX4-9" fmla="*/ 2269067 w 4641485"/>
                        <a:gd name="connsiteY4-10" fmla="*/ 1049866 h 1049866"/>
                        <a:gd name="connsiteX5-11" fmla="*/ 880533 w 4641485"/>
                        <a:gd name="connsiteY5-12" fmla="*/ 457200 h 1049866"/>
                        <a:gd name="connsiteX6-13" fmla="*/ 592667 w 4641485"/>
                        <a:gd name="connsiteY6-14" fmla="*/ 541866 h 1049866"/>
                        <a:gd name="connsiteX7-15" fmla="*/ 0 w 4641485"/>
                        <a:gd name="connsiteY7-16" fmla="*/ 254000 h 1049866"/>
                        <a:gd name="connsiteX8-17" fmla="*/ 880533 w 4641485"/>
                        <a:gd name="connsiteY8-18" fmla="*/ 16933 h 1049866"/>
                        <a:gd name="connsiteX9-19" fmla="*/ 2302933 w 4641485"/>
                        <a:gd name="connsiteY9-20" fmla="*/ 626533 h 1049866"/>
                        <a:gd name="connsiteX10-21" fmla="*/ 3725333 w 4641485"/>
                        <a:gd name="connsiteY10-22" fmla="*/ 0 h 1049866"/>
                        <a:gd name="connsiteX0-23" fmla="*/ 3756864 w 4673016"/>
                        <a:gd name="connsiteY0-24" fmla="*/ 0 h 1049866"/>
                        <a:gd name="connsiteX1-25" fmla="*/ 4673016 w 4673016"/>
                        <a:gd name="connsiteY1-26" fmla="*/ 239402 h 1049866"/>
                        <a:gd name="connsiteX2-27" fmla="*/ 3993931 w 4673016"/>
                        <a:gd name="connsiteY2-28" fmla="*/ 541866 h 1049866"/>
                        <a:gd name="connsiteX3-29" fmla="*/ 3773798 w 4673016"/>
                        <a:gd name="connsiteY3-30" fmla="*/ 457200 h 1049866"/>
                        <a:gd name="connsiteX4-31" fmla="*/ 2300598 w 4673016"/>
                        <a:gd name="connsiteY4-32" fmla="*/ 1049866 h 1049866"/>
                        <a:gd name="connsiteX5-33" fmla="*/ 912064 w 4673016"/>
                        <a:gd name="connsiteY5-34" fmla="*/ 457200 h 1049866"/>
                        <a:gd name="connsiteX6-35" fmla="*/ 624198 w 4673016"/>
                        <a:gd name="connsiteY6-36" fmla="*/ 541866 h 1049866"/>
                        <a:gd name="connsiteX7-37" fmla="*/ 0 w 4673016"/>
                        <a:gd name="connsiteY7-38" fmla="*/ 232979 h 1049866"/>
                        <a:gd name="connsiteX8-39" fmla="*/ 912064 w 4673016"/>
                        <a:gd name="connsiteY8-40" fmla="*/ 16933 h 1049866"/>
                        <a:gd name="connsiteX9-41" fmla="*/ 2334464 w 4673016"/>
                        <a:gd name="connsiteY9-42" fmla="*/ 626533 h 1049866"/>
                        <a:gd name="connsiteX10-43" fmla="*/ 3756864 w 4673016"/>
                        <a:gd name="connsiteY10-44" fmla="*/ 0 h 1049866"/>
                        <a:gd name="connsiteX0-45" fmla="*/ 3756864 w 4673016"/>
                        <a:gd name="connsiteY0-46" fmla="*/ 0 h 1049866"/>
                        <a:gd name="connsiteX1-47" fmla="*/ 4673016 w 4673016"/>
                        <a:gd name="connsiteY1-48" fmla="*/ 239402 h 1049866"/>
                        <a:gd name="connsiteX2-49" fmla="*/ 3993931 w 4673016"/>
                        <a:gd name="connsiteY2-50" fmla="*/ 541866 h 1049866"/>
                        <a:gd name="connsiteX3-51" fmla="*/ 3784308 w 4673016"/>
                        <a:gd name="connsiteY3-52" fmla="*/ 404648 h 1049866"/>
                        <a:gd name="connsiteX4-53" fmla="*/ 2300598 w 4673016"/>
                        <a:gd name="connsiteY4-54" fmla="*/ 1049866 h 1049866"/>
                        <a:gd name="connsiteX5-55" fmla="*/ 912064 w 4673016"/>
                        <a:gd name="connsiteY5-56" fmla="*/ 457200 h 1049866"/>
                        <a:gd name="connsiteX6-57" fmla="*/ 624198 w 4673016"/>
                        <a:gd name="connsiteY6-58" fmla="*/ 541866 h 1049866"/>
                        <a:gd name="connsiteX7-59" fmla="*/ 0 w 4673016"/>
                        <a:gd name="connsiteY7-60" fmla="*/ 232979 h 1049866"/>
                        <a:gd name="connsiteX8-61" fmla="*/ 912064 w 4673016"/>
                        <a:gd name="connsiteY8-62" fmla="*/ 16933 h 1049866"/>
                        <a:gd name="connsiteX9-63" fmla="*/ 2334464 w 4673016"/>
                        <a:gd name="connsiteY9-64" fmla="*/ 626533 h 1049866"/>
                        <a:gd name="connsiteX10-65" fmla="*/ 3756864 w 4673016"/>
                        <a:gd name="connsiteY10-66" fmla="*/ 0 h 1049866"/>
                        <a:gd name="connsiteX0-67" fmla="*/ 3756864 w 4673016"/>
                        <a:gd name="connsiteY0-68" fmla="*/ 0 h 1049866"/>
                        <a:gd name="connsiteX1-69" fmla="*/ 4673016 w 4673016"/>
                        <a:gd name="connsiteY1-70" fmla="*/ 239402 h 1049866"/>
                        <a:gd name="connsiteX2-71" fmla="*/ 3993931 w 4673016"/>
                        <a:gd name="connsiteY2-72" fmla="*/ 541866 h 1049866"/>
                        <a:gd name="connsiteX3-73" fmla="*/ 3794818 w 4673016"/>
                        <a:gd name="connsiteY3-74" fmla="*/ 436179 h 1049866"/>
                        <a:gd name="connsiteX4-75" fmla="*/ 2300598 w 4673016"/>
                        <a:gd name="connsiteY4-76" fmla="*/ 1049866 h 1049866"/>
                        <a:gd name="connsiteX5-77" fmla="*/ 912064 w 4673016"/>
                        <a:gd name="connsiteY5-78" fmla="*/ 457200 h 1049866"/>
                        <a:gd name="connsiteX6-79" fmla="*/ 624198 w 4673016"/>
                        <a:gd name="connsiteY6-80" fmla="*/ 541866 h 1049866"/>
                        <a:gd name="connsiteX7-81" fmla="*/ 0 w 4673016"/>
                        <a:gd name="connsiteY7-82" fmla="*/ 232979 h 1049866"/>
                        <a:gd name="connsiteX8-83" fmla="*/ 912064 w 4673016"/>
                        <a:gd name="connsiteY8-84" fmla="*/ 16933 h 1049866"/>
                        <a:gd name="connsiteX9-85" fmla="*/ 2334464 w 4673016"/>
                        <a:gd name="connsiteY9-86" fmla="*/ 626533 h 1049866"/>
                        <a:gd name="connsiteX10-87" fmla="*/ 3756864 w 4673016"/>
                        <a:gd name="connsiteY10-88" fmla="*/ 0 h 1049866"/>
                        <a:gd name="connsiteX0-89" fmla="*/ 3756864 w 4673016"/>
                        <a:gd name="connsiteY0-90" fmla="*/ 0 h 1049866"/>
                        <a:gd name="connsiteX1-91" fmla="*/ 4673016 w 4673016"/>
                        <a:gd name="connsiteY1-92" fmla="*/ 239402 h 1049866"/>
                        <a:gd name="connsiteX2-93" fmla="*/ 3993931 w 4673016"/>
                        <a:gd name="connsiteY2-94" fmla="*/ 541866 h 1049866"/>
                        <a:gd name="connsiteX3-95" fmla="*/ 3794818 w 4673016"/>
                        <a:gd name="connsiteY3-96" fmla="*/ 436179 h 1049866"/>
                        <a:gd name="connsiteX4-97" fmla="*/ 2300598 w 4673016"/>
                        <a:gd name="connsiteY4-98" fmla="*/ 1049866 h 1049866"/>
                        <a:gd name="connsiteX5-99" fmla="*/ 912064 w 4673016"/>
                        <a:gd name="connsiteY5-100" fmla="*/ 457200 h 1049866"/>
                        <a:gd name="connsiteX6-101" fmla="*/ 624198 w 4673016"/>
                        <a:gd name="connsiteY6-102" fmla="*/ 541866 h 1049866"/>
                        <a:gd name="connsiteX7-103" fmla="*/ 0 w 4673016"/>
                        <a:gd name="connsiteY7-104" fmla="*/ 232979 h 1049866"/>
                        <a:gd name="connsiteX8-105" fmla="*/ 912064 w 4673016"/>
                        <a:gd name="connsiteY8-106" fmla="*/ 16933 h 1049866"/>
                        <a:gd name="connsiteX9-107" fmla="*/ 2323954 w 4673016"/>
                        <a:gd name="connsiteY9-108" fmla="*/ 616023 h 1049866"/>
                        <a:gd name="connsiteX10-109" fmla="*/ 3756864 w 4673016"/>
                        <a:gd name="connsiteY10-110" fmla="*/ 0 h 1049866"/>
                        <a:gd name="connsiteX0-111" fmla="*/ 3756864 w 4673016"/>
                        <a:gd name="connsiteY0-112" fmla="*/ 0 h 1049866"/>
                        <a:gd name="connsiteX1-113" fmla="*/ 4673016 w 4673016"/>
                        <a:gd name="connsiteY1-114" fmla="*/ 239402 h 1049866"/>
                        <a:gd name="connsiteX2-115" fmla="*/ 3993931 w 4673016"/>
                        <a:gd name="connsiteY2-116" fmla="*/ 541866 h 1049866"/>
                        <a:gd name="connsiteX3-117" fmla="*/ 3794818 w 4673016"/>
                        <a:gd name="connsiteY3-118" fmla="*/ 436179 h 1049866"/>
                        <a:gd name="connsiteX4-119" fmla="*/ 2300598 w 4673016"/>
                        <a:gd name="connsiteY4-120" fmla="*/ 1049866 h 1049866"/>
                        <a:gd name="connsiteX5-121" fmla="*/ 912064 w 4673016"/>
                        <a:gd name="connsiteY5-122" fmla="*/ 457200 h 1049866"/>
                        <a:gd name="connsiteX6-123" fmla="*/ 624198 w 4673016"/>
                        <a:gd name="connsiteY6-124" fmla="*/ 541866 h 1049866"/>
                        <a:gd name="connsiteX7-125" fmla="*/ 0 w 4673016"/>
                        <a:gd name="connsiteY7-126" fmla="*/ 275021 h 1049866"/>
                        <a:gd name="connsiteX8-127" fmla="*/ 912064 w 4673016"/>
                        <a:gd name="connsiteY8-128" fmla="*/ 16933 h 1049866"/>
                        <a:gd name="connsiteX9-129" fmla="*/ 2323954 w 4673016"/>
                        <a:gd name="connsiteY9-130" fmla="*/ 616023 h 1049866"/>
                        <a:gd name="connsiteX10-131" fmla="*/ 3756864 w 4673016"/>
                        <a:gd name="connsiteY10-132" fmla="*/ 0 h 1049866"/>
                        <a:gd name="connsiteX0-133" fmla="*/ 3756864 w 4673016"/>
                        <a:gd name="connsiteY0-134" fmla="*/ 0 h 1049866"/>
                        <a:gd name="connsiteX1-135" fmla="*/ 4673016 w 4673016"/>
                        <a:gd name="connsiteY1-136" fmla="*/ 239402 h 1049866"/>
                        <a:gd name="connsiteX2-137" fmla="*/ 3993931 w 4673016"/>
                        <a:gd name="connsiteY2-138" fmla="*/ 541866 h 1049866"/>
                        <a:gd name="connsiteX3-139" fmla="*/ 3815839 w 4673016"/>
                        <a:gd name="connsiteY3-140" fmla="*/ 467710 h 1049866"/>
                        <a:gd name="connsiteX4-141" fmla="*/ 2300598 w 4673016"/>
                        <a:gd name="connsiteY4-142" fmla="*/ 1049866 h 1049866"/>
                        <a:gd name="connsiteX5-143" fmla="*/ 912064 w 4673016"/>
                        <a:gd name="connsiteY5-144" fmla="*/ 457200 h 1049866"/>
                        <a:gd name="connsiteX6-145" fmla="*/ 624198 w 4673016"/>
                        <a:gd name="connsiteY6-146" fmla="*/ 541866 h 1049866"/>
                        <a:gd name="connsiteX7-147" fmla="*/ 0 w 4673016"/>
                        <a:gd name="connsiteY7-148" fmla="*/ 275021 h 1049866"/>
                        <a:gd name="connsiteX8-149" fmla="*/ 912064 w 4673016"/>
                        <a:gd name="connsiteY8-150" fmla="*/ 16933 h 1049866"/>
                        <a:gd name="connsiteX9-151" fmla="*/ 2323954 w 4673016"/>
                        <a:gd name="connsiteY9-152" fmla="*/ 616023 h 1049866"/>
                        <a:gd name="connsiteX10-153" fmla="*/ 3756864 w 4673016"/>
                        <a:gd name="connsiteY10-154" fmla="*/ 0 h 104986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0" name="Freeform 419"/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1" name="Freeform 420"/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2" name="Freeform 421"/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-1" fmla="*/ 168165 w 3731172"/>
                        <a:gd name="connsiteY0-2" fmla="*/ 73572 h 1418896"/>
                        <a:gd name="connsiteX1-3" fmla="*/ 451945 w 3731172"/>
                        <a:gd name="connsiteY1-4" fmla="*/ 0 h 1418896"/>
                        <a:gd name="connsiteX2-5" fmla="*/ 1881352 w 3731172"/>
                        <a:gd name="connsiteY2-6" fmla="*/ 599089 h 1418896"/>
                        <a:gd name="connsiteX3-7" fmla="*/ 3363310 w 3731172"/>
                        <a:gd name="connsiteY3-8" fmla="*/ 0 h 1418896"/>
                        <a:gd name="connsiteX4-9" fmla="*/ 3584027 w 3731172"/>
                        <a:gd name="connsiteY4-10" fmla="*/ 73572 h 1418896"/>
                        <a:gd name="connsiteX5-11" fmla="*/ 2627586 w 3731172"/>
                        <a:gd name="connsiteY5-12" fmla="*/ 441434 h 1418896"/>
                        <a:gd name="connsiteX6-13" fmla="*/ 2596055 w 3731172"/>
                        <a:gd name="connsiteY6-14" fmla="*/ 914400 h 1418896"/>
                        <a:gd name="connsiteX7-15" fmla="*/ 3731172 w 3731172"/>
                        <a:gd name="connsiteY7-16" fmla="*/ 1345324 h 1418896"/>
                        <a:gd name="connsiteX8-17" fmla="*/ 3447393 w 3731172"/>
                        <a:gd name="connsiteY8-18" fmla="*/ 1408386 h 1418896"/>
                        <a:gd name="connsiteX9-19" fmla="*/ 1870841 w 3731172"/>
                        <a:gd name="connsiteY9-20" fmla="*/ 746234 h 1418896"/>
                        <a:gd name="connsiteX10-21" fmla="*/ 262758 w 3731172"/>
                        <a:gd name="connsiteY10-22" fmla="*/ 1418896 h 1418896"/>
                        <a:gd name="connsiteX11-23" fmla="*/ 0 w 3731172"/>
                        <a:gd name="connsiteY11-24" fmla="*/ 1324303 h 1418896"/>
                        <a:gd name="connsiteX12-25" fmla="*/ 1145627 w 3731172"/>
                        <a:gd name="connsiteY12-26" fmla="*/ 882869 h 1418896"/>
                        <a:gd name="connsiteX13-27" fmla="*/ 1114096 w 3731172"/>
                        <a:gd name="connsiteY13-28" fmla="*/ 409903 h 1418896"/>
                        <a:gd name="connsiteX14-29" fmla="*/ 441434 w 3731172"/>
                        <a:gd name="connsiteY14-30" fmla="*/ 10510 h 1418896"/>
                        <a:gd name="connsiteX15-31" fmla="*/ 441434 w 3731172"/>
                        <a:gd name="connsiteY15-32" fmla="*/ 10510 h 1418896"/>
                        <a:gd name="connsiteX0-33" fmla="*/ 168165 w 3731172"/>
                        <a:gd name="connsiteY0-34" fmla="*/ 73572 h 1418896"/>
                        <a:gd name="connsiteX1-35" fmla="*/ 451945 w 3731172"/>
                        <a:gd name="connsiteY1-36" fmla="*/ 0 h 1418896"/>
                        <a:gd name="connsiteX2-37" fmla="*/ 1881352 w 3731172"/>
                        <a:gd name="connsiteY2-38" fmla="*/ 599089 h 1418896"/>
                        <a:gd name="connsiteX3-39" fmla="*/ 3363310 w 3731172"/>
                        <a:gd name="connsiteY3-40" fmla="*/ 0 h 1418896"/>
                        <a:gd name="connsiteX4-41" fmla="*/ 3584027 w 3731172"/>
                        <a:gd name="connsiteY4-42" fmla="*/ 73572 h 1418896"/>
                        <a:gd name="connsiteX5-43" fmla="*/ 2627586 w 3731172"/>
                        <a:gd name="connsiteY5-44" fmla="*/ 441434 h 1418896"/>
                        <a:gd name="connsiteX6-45" fmla="*/ 2596055 w 3731172"/>
                        <a:gd name="connsiteY6-46" fmla="*/ 914400 h 1418896"/>
                        <a:gd name="connsiteX7-47" fmla="*/ 3731172 w 3731172"/>
                        <a:gd name="connsiteY7-48" fmla="*/ 1345324 h 1418896"/>
                        <a:gd name="connsiteX8-49" fmla="*/ 3447393 w 3731172"/>
                        <a:gd name="connsiteY8-50" fmla="*/ 1408386 h 1418896"/>
                        <a:gd name="connsiteX9-51" fmla="*/ 1870841 w 3731172"/>
                        <a:gd name="connsiteY9-52" fmla="*/ 746234 h 1418896"/>
                        <a:gd name="connsiteX10-53" fmla="*/ 262758 w 3731172"/>
                        <a:gd name="connsiteY10-54" fmla="*/ 1418896 h 1418896"/>
                        <a:gd name="connsiteX11-55" fmla="*/ 0 w 3731172"/>
                        <a:gd name="connsiteY11-56" fmla="*/ 1324303 h 1418896"/>
                        <a:gd name="connsiteX12-57" fmla="*/ 1145627 w 3731172"/>
                        <a:gd name="connsiteY12-58" fmla="*/ 882869 h 1418896"/>
                        <a:gd name="connsiteX13-59" fmla="*/ 1114096 w 3731172"/>
                        <a:gd name="connsiteY13-60" fmla="*/ 409903 h 1418896"/>
                        <a:gd name="connsiteX14-61" fmla="*/ 441434 w 3731172"/>
                        <a:gd name="connsiteY14-62" fmla="*/ 10510 h 1418896"/>
                        <a:gd name="connsiteX0-63" fmla="*/ 168165 w 3731172"/>
                        <a:gd name="connsiteY0-64" fmla="*/ 73572 h 1418896"/>
                        <a:gd name="connsiteX1-65" fmla="*/ 451945 w 3731172"/>
                        <a:gd name="connsiteY1-66" fmla="*/ 0 h 1418896"/>
                        <a:gd name="connsiteX2-67" fmla="*/ 1881352 w 3731172"/>
                        <a:gd name="connsiteY2-68" fmla="*/ 599089 h 1418896"/>
                        <a:gd name="connsiteX3-69" fmla="*/ 3363310 w 3731172"/>
                        <a:gd name="connsiteY3-70" fmla="*/ 0 h 1418896"/>
                        <a:gd name="connsiteX4-71" fmla="*/ 3584027 w 3731172"/>
                        <a:gd name="connsiteY4-72" fmla="*/ 73572 h 1418896"/>
                        <a:gd name="connsiteX5-73" fmla="*/ 2627586 w 3731172"/>
                        <a:gd name="connsiteY5-74" fmla="*/ 441434 h 1418896"/>
                        <a:gd name="connsiteX6-75" fmla="*/ 2596055 w 3731172"/>
                        <a:gd name="connsiteY6-76" fmla="*/ 914400 h 1418896"/>
                        <a:gd name="connsiteX7-77" fmla="*/ 3731172 w 3731172"/>
                        <a:gd name="connsiteY7-78" fmla="*/ 1345324 h 1418896"/>
                        <a:gd name="connsiteX8-79" fmla="*/ 3447393 w 3731172"/>
                        <a:gd name="connsiteY8-80" fmla="*/ 1408386 h 1418896"/>
                        <a:gd name="connsiteX9-81" fmla="*/ 1870841 w 3731172"/>
                        <a:gd name="connsiteY9-82" fmla="*/ 746234 h 1418896"/>
                        <a:gd name="connsiteX10-83" fmla="*/ 262758 w 3731172"/>
                        <a:gd name="connsiteY10-84" fmla="*/ 1418896 h 1418896"/>
                        <a:gd name="connsiteX11-85" fmla="*/ 0 w 3731172"/>
                        <a:gd name="connsiteY11-86" fmla="*/ 1324303 h 1418896"/>
                        <a:gd name="connsiteX12-87" fmla="*/ 1145627 w 3731172"/>
                        <a:gd name="connsiteY12-88" fmla="*/ 882869 h 1418896"/>
                        <a:gd name="connsiteX13-89" fmla="*/ 1114096 w 3731172"/>
                        <a:gd name="connsiteY13-90" fmla="*/ 409903 h 1418896"/>
                        <a:gd name="connsiteX14-91" fmla="*/ 357351 w 3731172"/>
                        <a:gd name="connsiteY14-92" fmla="*/ 115613 h 1418896"/>
                        <a:gd name="connsiteX0-93" fmla="*/ 168165 w 3731172"/>
                        <a:gd name="connsiteY0-94" fmla="*/ 73572 h 1418896"/>
                        <a:gd name="connsiteX1-95" fmla="*/ 451945 w 3731172"/>
                        <a:gd name="connsiteY1-96" fmla="*/ 0 h 1418896"/>
                        <a:gd name="connsiteX2-97" fmla="*/ 1881352 w 3731172"/>
                        <a:gd name="connsiteY2-98" fmla="*/ 599089 h 1418896"/>
                        <a:gd name="connsiteX3-99" fmla="*/ 3363310 w 3731172"/>
                        <a:gd name="connsiteY3-100" fmla="*/ 0 h 1418896"/>
                        <a:gd name="connsiteX4-101" fmla="*/ 3584027 w 3731172"/>
                        <a:gd name="connsiteY4-102" fmla="*/ 73572 h 1418896"/>
                        <a:gd name="connsiteX5-103" fmla="*/ 2627586 w 3731172"/>
                        <a:gd name="connsiteY5-104" fmla="*/ 441434 h 1418896"/>
                        <a:gd name="connsiteX6-105" fmla="*/ 2596055 w 3731172"/>
                        <a:gd name="connsiteY6-106" fmla="*/ 914400 h 1418896"/>
                        <a:gd name="connsiteX7-107" fmla="*/ 3731172 w 3731172"/>
                        <a:gd name="connsiteY7-108" fmla="*/ 1345324 h 1418896"/>
                        <a:gd name="connsiteX8-109" fmla="*/ 3447393 w 3731172"/>
                        <a:gd name="connsiteY8-110" fmla="*/ 1408386 h 1418896"/>
                        <a:gd name="connsiteX9-111" fmla="*/ 1870841 w 3731172"/>
                        <a:gd name="connsiteY9-112" fmla="*/ 746234 h 1418896"/>
                        <a:gd name="connsiteX10-113" fmla="*/ 262758 w 3731172"/>
                        <a:gd name="connsiteY10-114" fmla="*/ 1418896 h 1418896"/>
                        <a:gd name="connsiteX11-115" fmla="*/ 0 w 3731172"/>
                        <a:gd name="connsiteY11-116" fmla="*/ 1324303 h 1418896"/>
                        <a:gd name="connsiteX12-117" fmla="*/ 1145627 w 3731172"/>
                        <a:gd name="connsiteY12-118" fmla="*/ 882869 h 1418896"/>
                        <a:gd name="connsiteX13-119" fmla="*/ 1114096 w 3731172"/>
                        <a:gd name="connsiteY13-120" fmla="*/ 409903 h 1418896"/>
                        <a:gd name="connsiteX14-121" fmla="*/ 147144 w 3731172"/>
                        <a:gd name="connsiteY14-122" fmla="*/ 63061 h 1418896"/>
                        <a:gd name="connsiteX0-123" fmla="*/ 168165 w 3731172"/>
                        <a:gd name="connsiteY0-124" fmla="*/ 73572 h 1418896"/>
                        <a:gd name="connsiteX1-125" fmla="*/ 451945 w 3731172"/>
                        <a:gd name="connsiteY1-126" fmla="*/ 0 h 1418896"/>
                        <a:gd name="connsiteX2-127" fmla="*/ 1881352 w 3731172"/>
                        <a:gd name="connsiteY2-128" fmla="*/ 599089 h 1418896"/>
                        <a:gd name="connsiteX3-129" fmla="*/ 3363310 w 3731172"/>
                        <a:gd name="connsiteY3-130" fmla="*/ 0 h 1418896"/>
                        <a:gd name="connsiteX4-131" fmla="*/ 3584027 w 3731172"/>
                        <a:gd name="connsiteY4-132" fmla="*/ 73572 h 1418896"/>
                        <a:gd name="connsiteX5-133" fmla="*/ 2627586 w 3731172"/>
                        <a:gd name="connsiteY5-134" fmla="*/ 441434 h 1418896"/>
                        <a:gd name="connsiteX6-135" fmla="*/ 2596055 w 3731172"/>
                        <a:gd name="connsiteY6-136" fmla="*/ 914400 h 1418896"/>
                        <a:gd name="connsiteX7-137" fmla="*/ 3731172 w 3731172"/>
                        <a:gd name="connsiteY7-138" fmla="*/ 1345324 h 1418896"/>
                        <a:gd name="connsiteX8-139" fmla="*/ 3447393 w 3731172"/>
                        <a:gd name="connsiteY8-140" fmla="*/ 1408386 h 1418896"/>
                        <a:gd name="connsiteX9-141" fmla="*/ 1870841 w 3731172"/>
                        <a:gd name="connsiteY9-142" fmla="*/ 746234 h 1418896"/>
                        <a:gd name="connsiteX10-143" fmla="*/ 262758 w 3731172"/>
                        <a:gd name="connsiteY10-144" fmla="*/ 1418896 h 1418896"/>
                        <a:gd name="connsiteX11-145" fmla="*/ 0 w 3731172"/>
                        <a:gd name="connsiteY11-146" fmla="*/ 1324303 h 1418896"/>
                        <a:gd name="connsiteX12-147" fmla="*/ 1145627 w 3731172"/>
                        <a:gd name="connsiteY12-148" fmla="*/ 882869 h 1418896"/>
                        <a:gd name="connsiteX13-149" fmla="*/ 1114096 w 3731172"/>
                        <a:gd name="connsiteY13-150" fmla="*/ 420413 h 1418896"/>
                        <a:gd name="connsiteX14-151" fmla="*/ 147144 w 3731172"/>
                        <a:gd name="connsiteY14-152" fmla="*/ 63061 h 1418896"/>
                        <a:gd name="connsiteX0-153" fmla="*/ 168165 w 3731172"/>
                        <a:gd name="connsiteY0-154" fmla="*/ 73572 h 1418896"/>
                        <a:gd name="connsiteX1-155" fmla="*/ 451945 w 3731172"/>
                        <a:gd name="connsiteY1-156" fmla="*/ 0 h 1418896"/>
                        <a:gd name="connsiteX2-157" fmla="*/ 1881352 w 3731172"/>
                        <a:gd name="connsiteY2-158" fmla="*/ 599089 h 1418896"/>
                        <a:gd name="connsiteX3-159" fmla="*/ 3363310 w 3731172"/>
                        <a:gd name="connsiteY3-160" fmla="*/ 0 h 1418896"/>
                        <a:gd name="connsiteX4-161" fmla="*/ 3584027 w 3731172"/>
                        <a:gd name="connsiteY4-162" fmla="*/ 73572 h 1418896"/>
                        <a:gd name="connsiteX5-163" fmla="*/ 2627586 w 3731172"/>
                        <a:gd name="connsiteY5-164" fmla="*/ 441434 h 1418896"/>
                        <a:gd name="connsiteX6-165" fmla="*/ 2596055 w 3731172"/>
                        <a:gd name="connsiteY6-166" fmla="*/ 914400 h 1418896"/>
                        <a:gd name="connsiteX7-167" fmla="*/ 3731172 w 3731172"/>
                        <a:gd name="connsiteY7-168" fmla="*/ 1345324 h 1418896"/>
                        <a:gd name="connsiteX8-169" fmla="*/ 3447393 w 3731172"/>
                        <a:gd name="connsiteY8-170" fmla="*/ 1408386 h 1418896"/>
                        <a:gd name="connsiteX9-171" fmla="*/ 1870841 w 3731172"/>
                        <a:gd name="connsiteY9-172" fmla="*/ 746234 h 1418896"/>
                        <a:gd name="connsiteX10-173" fmla="*/ 262758 w 3731172"/>
                        <a:gd name="connsiteY10-174" fmla="*/ 1418896 h 1418896"/>
                        <a:gd name="connsiteX11-175" fmla="*/ 0 w 3731172"/>
                        <a:gd name="connsiteY11-176" fmla="*/ 1324303 h 1418896"/>
                        <a:gd name="connsiteX12-177" fmla="*/ 1145627 w 3731172"/>
                        <a:gd name="connsiteY12-178" fmla="*/ 882869 h 1418896"/>
                        <a:gd name="connsiteX13-179" fmla="*/ 1114096 w 3731172"/>
                        <a:gd name="connsiteY13-180" fmla="*/ 420413 h 1418896"/>
                        <a:gd name="connsiteX14-181" fmla="*/ 189185 w 3731172"/>
                        <a:gd name="connsiteY14-182" fmla="*/ 84081 h 1418896"/>
                        <a:gd name="connsiteX0-183" fmla="*/ 168165 w 3731172"/>
                        <a:gd name="connsiteY0-184" fmla="*/ 73572 h 1418896"/>
                        <a:gd name="connsiteX1-185" fmla="*/ 451945 w 3731172"/>
                        <a:gd name="connsiteY1-186" fmla="*/ 0 h 1418896"/>
                        <a:gd name="connsiteX2-187" fmla="*/ 1881352 w 3731172"/>
                        <a:gd name="connsiteY2-188" fmla="*/ 599089 h 1418896"/>
                        <a:gd name="connsiteX3-189" fmla="*/ 3363310 w 3731172"/>
                        <a:gd name="connsiteY3-190" fmla="*/ 0 h 1418896"/>
                        <a:gd name="connsiteX4-191" fmla="*/ 3584027 w 3731172"/>
                        <a:gd name="connsiteY4-192" fmla="*/ 73572 h 1418896"/>
                        <a:gd name="connsiteX5-193" fmla="*/ 2627586 w 3731172"/>
                        <a:gd name="connsiteY5-194" fmla="*/ 441434 h 1418896"/>
                        <a:gd name="connsiteX6-195" fmla="*/ 2596055 w 3731172"/>
                        <a:gd name="connsiteY6-196" fmla="*/ 914400 h 1418896"/>
                        <a:gd name="connsiteX7-197" fmla="*/ 3731172 w 3731172"/>
                        <a:gd name="connsiteY7-198" fmla="*/ 1345324 h 1418896"/>
                        <a:gd name="connsiteX8-199" fmla="*/ 3447393 w 3731172"/>
                        <a:gd name="connsiteY8-200" fmla="*/ 1408386 h 1418896"/>
                        <a:gd name="connsiteX9-201" fmla="*/ 1870841 w 3731172"/>
                        <a:gd name="connsiteY9-202" fmla="*/ 746234 h 1418896"/>
                        <a:gd name="connsiteX10-203" fmla="*/ 262758 w 3731172"/>
                        <a:gd name="connsiteY10-204" fmla="*/ 1418896 h 1418896"/>
                        <a:gd name="connsiteX11-205" fmla="*/ 0 w 3731172"/>
                        <a:gd name="connsiteY11-206" fmla="*/ 1324303 h 1418896"/>
                        <a:gd name="connsiteX12-207" fmla="*/ 1145627 w 3731172"/>
                        <a:gd name="connsiteY12-208" fmla="*/ 882869 h 1418896"/>
                        <a:gd name="connsiteX13-209" fmla="*/ 1114096 w 3731172"/>
                        <a:gd name="connsiteY13-210" fmla="*/ 420413 h 1418896"/>
                        <a:gd name="connsiteX14-211" fmla="*/ 189185 w 3731172"/>
                        <a:gd name="connsiteY14-212" fmla="*/ 84081 h 1418896"/>
                        <a:gd name="connsiteX15-213" fmla="*/ 168165 w 3731172"/>
                        <a:gd name="connsiteY15-214" fmla="*/ 73572 h 1418896"/>
                        <a:gd name="connsiteX0-215" fmla="*/ 168165 w 3731172"/>
                        <a:gd name="connsiteY0-216" fmla="*/ 73572 h 1418896"/>
                        <a:gd name="connsiteX1-217" fmla="*/ 451945 w 3731172"/>
                        <a:gd name="connsiteY1-218" fmla="*/ 0 h 1418896"/>
                        <a:gd name="connsiteX2-219" fmla="*/ 1881352 w 3731172"/>
                        <a:gd name="connsiteY2-220" fmla="*/ 599089 h 1418896"/>
                        <a:gd name="connsiteX3-221" fmla="*/ 3363310 w 3731172"/>
                        <a:gd name="connsiteY3-222" fmla="*/ 0 h 1418896"/>
                        <a:gd name="connsiteX4-223" fmla="*/ 3584027 w 3731172"/>
                        <a:gd name="connsiteY4-224" fmla="*/ 73572 h 1418896"/>
                        <a:gd name="connsiteX5-225" fmla="*/ 2627586 w 3731172"/>
                        <a:gd name="connsiteY5-226" fmla="*/ 441434 h 1418896"/>
                        <a:gd name="connsiteX6-227" fmla="*/ 2596055 w 3731172"/>
                        <a:gd name="connsiteY6-228" fmla="*/ 914400 h 1418896"/>
                        <a:gd name="connsiteX7-229" fmla="*/ 3731172 w 3731172"/>
                        <a:gd name="connsiteY7-230" fmla="*/ 1345324 h 1418896"/>
                        <a:gd name="connsiteX8-231" fmla="*/ 3447393 w 3731172"/>
                        <a:gd name="connsiteY8-232" fmla="*/ 1408386 h 1418896"/>
                        <a:gd name="connsiteX9-233" fmla="*/ 1870841 w 3731172"/>
                        <a:gd name="connsiteY9-234" fmla="*/ 746234 h 1418896"/>
                        <a:gd name="connsiteX10-235" fmla="*/ 262758 w 3731172"/>
                        <a:gd name="connsiteY10-236" fmla="*/ 1418896 h 1418896"/>
                        <a:gd name="connsiteX11-237" fmla="*/ 0 w 3731172"/>
                        <a:gd name="connsiteY11-238" fmla="*/ 1324303 h 1418896"/>
                        <a:gd name="connsiteX12-239" fmla="*/ 1145627 w 3731172"/>
                        <a:gd name="connsiteY12-240" fmla="*/ 882869 h 1418896"/>
                        <a:gd name="connsiteX13-241" fmla="*/ 1156137 w 3731172"/>
                        <a:gd name="connsiteY13-242" fmla="*/ 441434 h 1418896"/>
                        <a:gd name="connsiteX14-243" fmla="*/ 189185 w 3731172"/>
                        <a:gd name="connsiteY14-244" fmla="*/ 84081 h 1418896"/>
                        <a:gd name="connsiteX15-245" fmla="*/ 168165 w 3731172"/>
                        <a:gd name="connsiteY15-246" fmla="*/ 73572 h 1418896"/>
                        <a:gd name="connsiteX0-247" fmla="*/ 168165 w 3731172"/>
                        <a:gd name="connsiteY0-248" fmla="*/ 73572 h 1418896"/>
                        <a:gd name="connsiteX1-249" fmla="*/ 451945 w 3731172"/>
                        <a:gd name="connsiteY1-250" fmla="*/ 0 h 1418896"/>
                        <a:gd name="connsiteX2-251" fmla="*/ 1881352 w 3731172"/>
                        <a:gd name="connsiteY2-252" fmla="*/ 599089 h 1418896"/>
                        <a:gd name="connsiteX3-253" fmla="*/ 3363310 w 3731172"/>
                        <a:gd name="connsiteY3-254" fmla="*/ 0 h 1418896"/>
                        <a:gd name="connsiteX4-255" fmla="*/ 3584027 w 3731172"/>
                        <a:gd name="connsiteY4-256" fmla="*/ 73572 h 1418896"/>
                        <a:gd name="connsiteX5-257" fmla="*/ 2627586 w 3731172"/>
                        <a:gd name="connsiteY5-258" fmla="*/ 441434 h 1418896"/>
                        <a:gd name="connsiteX6-259" fmla="*/ 2596055 w 3731172"/>
                        <a:gd name="connsiteY6-260" fmla="*/ 914400 h 1418896"/>
                        <a:gd name="connsiteX7-261" fmla="*/ 3731172 w 3731172"/>
                        <a:gd name="connsiteY7-262" fmla="*/ 1345324 h 1418896"/>
                        <a:gd name="connsiteX8-263" fmla="*/ 3447393 w 3731172"/>
                        <a:gd name="connsiteY8-264" fmla="*/ 1408386 h 1418896"/>
                        <a:gd name="connsiteX9-265" fmla="*/ 1870841 w 3731172"/>
                        <a:gd name="connsiteY9-266" fmla="*/ 746234 h 1418896"/>
                        <a:gd name="connsiteX10-267" fmla="*/ 262758 w 3731172"/>
                        <a:gd name="connsiteY10-268" fmla="*/ 1418896 h 1418896"/>
                        <a:gd name="connsiteX11-269" fmla="*/ 0 w 3731172"/>
                        <a:gd name="connsiteY11-270" fmla="*/ 1324303 h 1418896"/>
                        <a:gd name="connsiteX12-271" fmla="*/ 1145627 w 3731172"/>
                        <a:gd name="connsiteY12-272" fmla="*/ 882869 h 1418896"/>
                        <a:gd name="connsiteX13-273" fmla="*/ 1145626 w 3731172"/>
                        <a:gd name="connsiteY13-274" fmla="*/ 451945 h 1418896"/>
                        <a:gd name="connsiteX14-275" fmla="*/ 189185 w 3731172"/>
                        <a:gd name="connsiteY14-276" fmla="*/ 84081 h 1418896"/>
                        <a:gd name="connsiteX15-277" fmla="*/ 168165 w 3731172"/>
                        <a:gd name="connsiteY15-278" fmla="*/ 73572 h 1418896"/>
                        <a:gd name="connsiteX0-279" fmla="*/ 168165 w 3731172"/>
                        <a:gd name="connsiteY0-280" fmla="*/ 73572 h 1418896"/>
                        <a:gd name="connsiteX1-281" fmla="*/ 451945 w 3731172"/>
                        <a:gd name="connsiteY1-282" fmla="*/ 0 h 1418896"/>
                        <a:gd name="connsiteX2-283" fmla="*/ 1881352 w 3731172"/>
                        <a:gd name="connsiteY2-284" fmla="*/ 599089 h 1418896"/>
                        <a:gd name="connsiteX3-285" fmla="*/ 3363310 w 3731172"/>
                        <a:gd name="connsiteY3-286" fmla="*/ 0 h 1418896"/>
                        <a:gd name="connsiteX4-287" fmla="*/ 3584027 w 3731172"/>
                        <a:gd name="connsiteY4-288" fmla="*/ 73572 h 1418896"/>
                        <a:gd name="connsiteX5-289" fmla="*/ 2627586 w 3731172"/>
                        <a:gd name="connsiteY5-290" fmla="*/ 441434 h 1418896"/>
                        <a:gd name="connsiteX6-291" fmla="*/ 2596055 w 3731172"/>
                        <a:gd name="connsiteY6-292" fmla="*/ 914400 h 1418896"/>
                        <a:gd name="connsiteX7-293" fmla="*/ 3731172 w 3731172"/>
                        <a:gd name="connsiteY7-294" fmla="*/ 1345324 h 1418896"/>
                        <a:gd name="connsiteX8-295" fmla="*/ 3447393 w 3731172"/>
                        <a:gd name="connsiteY8-296" fmla="*/ 1408386 h 1418896"/>
                        <a:gd name="connsiteX9-297" fmla="*/ 1870841 w 3731172"/>
                        <a:gd name="connsiteY9-298" fmla="*/ 746234 h 1418896"/>
                        <a:gd name="connsiteX10-299" fmla="*/ 262758 w 3731172"/>
                        <a:gd name="connsiteY10-300" fmla="*/ 1418896 h 1418896"/>
                        <a:gd name="connsiteX11-301" fmla="*/ 0 w 3731172"/>
                        <a:gd name="connsiteY11-302" fmla="*/ 1324303 h 1418896"/>
                        <a:gd name="connsiteX12-303" fmla="*/ 1145627 w 3731172"/>
                        <a:gd name="connsiteY12-304" fmla="*/ 903890 h 1418896"/>
                        <a:gd name="connsiteX13-305" fmla="*/ 1145626 w 3731172"/>
                        <a:gd name="connsiteY13-306" fmla="*/ 451945 h 1418896"/>
                        <a:gd name="connsiteX14-307" fmla="*/ 189185 w 3731172"/>
                        <a:gd name="connsiteY14-308" fmla="*/ 84081 h 1418896"/>
                        <a:gd name="connsiteX15-309" fmla="*/ 168165 w 3731172"/>
                        <a:gd name="connsiteY15-310" fmla="*/ 73572 h 1418896"/>
                        <a:gd name="connsiteX0-311" fmla="*/ 147144 w 3710151"/>
                        <a:gd name="connsiteY0-312" fmla="*/ 73572 h 1418896"/>
                        <a:gd name="connsiteX1-313" fmla="*/ 430924 w 3710151"/>
                        <a:gd name="connsiteY1-314" fmla="*/ 0 h 1418896"/>
                        <a:gd name="connsiteX2-315" fmla="*/ 1860331 w 3710151"/>
                        <a:gd name="connsiteY2-316" fmla="*/ 599089 h 1418896"/>
                        <a:gd name="connsiteX3-317" fmla="*/ 3342289 w 3710151"/>
                        <a:gd name="connsiteY3-318" fmla="*/ 0 h 1418896"/>
                        <a:gd name="connsiteX4-319" fmla="*/ 3563006 w 3710151"/>
                        <a:gd name="connsiteY4-320" fmla="*/ 73572 h 1418896"/>
                        <a:gd name="connsiteX5-321" fmla="*/ 2606565 w 3710151"/>
                        <a:gd name="connsiteY5-322" fmla="*/ 441434 h 1418896"/>
                        <a:gd name="connsiteX6-323" fmla="*/ 2575034 w 3710151"/>
                        <a:gd name="connsiteY6-324" fmla="*/ 914400 h 1418896"/>
                        <a:gd name="connsiteX7-325" fmla="*/ 3710151 w 3710151"/>
                        <a:gd name="connsiteY7-326" fmla="*/ 1345324 h 1418896"/>
                        <a:gd name="connsiteX8-327" fmla="*/ 3426372 w 3710151"/>
                        <a:gd name="connsiteY8-328" fmla="*/ 1408386 h 1418896"/>
                        <a:gd name="connsiteX9-329" fmla="*/ 1849820 w 3710151"/>
                        <a:gd name="connsiteY9-330" fmla="*/ 746234 h 1418896"/>
                        <a:gd name="connsiteX10-331" fmla="*/ 241737 w 3710151"/>
                        <a:gd name="connsiteY10-332" fmla="*/ 1418896 h 1418896"/>
                        <a:gd name="connsiteX11-333" fmla="*/ 0 w 3710151"/>
                        <a:gd name="connsiteY11-334" fmla="*/ 1334814 h 1418896"/>
                        <a:gd name="connsiteX12-335" fmla="*/ 1124606 w 3710151"/>
                        <a:gd name="connsiteY12-336" fmla="*/ 903890 h 1418896"/>
                        <a:gd name="connsiteX13-337" fmla="*/ 1124605 w 3710151"/>
                        <a:gd name="connsiteY13-338" fmla="*/ 451945 h 1418896"/>
                        <a:gd name="connsiteX14-339" fmla="*/ 168164 w 3710151"/>
                        <a:gd name="connsiteY14-340" fmla="*/ 84081 h 1418896"/>
                        <a:gd name="connsiteX15-341" fmla="*/ 147144 w 3710151"/>
                        <a:gd name="connsiteY15-342" fmla="*/ 73572 h 1418896"/>
                        <a:gd name="connsiteX0-343" fmla="*/ 147144 w 3710151"/>
                        <a:gd name="connsiteY0-344" fmla="*/ 73572 h 1418896"/>
                        <a:gd name="connsiteX1-345" fmla="*/ 430924 w 3710151"/>
                        <a:gd name="connsiteY1-346" fmla="*/ 0 h 1418896"/>
                        <a:gd name="connsiteX2-347" fmla="*/ 1860331 w 3710151"/>
                        <a:gd name="connsiteY2-348" fmla="*/ 599089 h 1418896"/>
                        <a:gd name="connsiteX3-349" fmla="*/ 3342289 w 3710151"/>
                        <a:gd name="connsiteY3-350" fmla="*/ 0 h 1418896"/>
                        <a:gd name="connsiteX4-351" fmla="*/ 3563006 w 3710151"/>
                        <a:gd name="connsiteY4-352" fmla="*/ 73572 h 1418896"/>
                        <a:gd name="connsiteX5-353" fmla="*/ 2606565 w 3710151"/>
                        <a:gd name="connsiteY5-354" fmla="*/ 441434 h 1418896"/>
                        <a:gd name="connsiteX6-355" fmla="*/ 2606565 w 3710151"/>
                        <a:gd name="connsiteY6-356" fmla="*/ 924910 h 1418896"/>
                        <a:gd name="connsiteX7-357" fmla="*/ 3710151 w 3710151"/>
                        <a:gd name="connsiteY7-358" fmla="*/ 1345324 h 1418896"/>
                        <a:gd name="connsiteX8-359" fmla="*/ 3426372 w 3710151"/>
                        <a:gd name="connsiteY8-360" fmla="*/ 1408386 h 1418896"/>
                        <a:gd name="connsiteX9-361" fmla="*/ 1849820 w 3710151"/>
                        <a:gd name="connsiteY9-362" fmla="*/ 746234 h 1418896"/>
                        <a:gd name="connsiteX10-363" fmla="*/ 241737 w 3710151"/>
                        <a:gd name="connsiteY10-364" fmla="*/ 1418896 h 1418896"/>
                        <a:gd name="connsiteX11-365" fmla="*/ 0 w 3710151"/>
                        <a:gd name="connsiteY11-366" fmla="*/ 1334814 h 1418896"/>
                        <a:gd name="connsiteX12-367" fmla="*/ 1124606 w 3710151"/>
                        <a:gd name="connsiteY12-368" fmla="*/ 903890 h 1418896"/>
                        <a:gd name="connsiteX13-369" fmla="*/ 1124605 w 3710151"/>
                        <a:gd name="connsiteY13-370" fmla="*/ 451945 h 1418896"/>
                        <a:gd name="connsiteX14-371" fmla="*/ 168164 w 3710151"/>
                        <a:gd name="connsiteY14-372" fmla="*/ 84081 h 1418896"/>
                        <a:gd name="connsiteX15-373" fmla="*/ 147144 w 3710151"/>
                        <a:gd name="connsiteY15-374" fmla="*/ 73572 h 1418896"/>
                        <a:gd name="connsiteX0-375" fmla="*/ 147144 w 3710151"/>
                        <a:gd name="connsiteY0-376" fmla="*/ 73572 h 1418896"/>
                        <a:gd name="connsiteX1-377" fmla="*/ 430924 w 3710151"/>
                        <a:gd name="connsiteY1-378" fmla="*/ 0 h 1418896"/>
                        <a:gd name="connsiteX2-379" fmla="*/ 1860331 w 3710151"/>
                        <a:gd name="connsiteY2-380" fmla="*/ 599089 h 1418896"/>
                        <a:gd name="connsiteX3-381" fmla="*/ 3342289 w 3710151"/>
                        <a:gd name="connsiteY3-382" fmla="*/ 0 h 1418896"/>
                        <a:gd name="connsiteX4-383" fmla="*/ 3563006 w 3710151"/>
                        <a:gd name="connsiteY4-384" fmla="*/ 73572 h 1418896"/>
                        <a:gd name="connsiteX5-385" fmla="*/ 2606565 w 3710151"/>
                        <a:gd name="connsiteY5-386" fmla="*/ 441434 h 1418896"/>
                        <a:gd name="connsiteX6-387" fmla="*/ 2610282 w 3710151"/>
                        <a:gd name="connsiteY6-388" fmla="*/ 902607 h 1418896"/>
                        <a:gd name="connsiteX7-389" fmla="*/ 3710151 w 3710151"/>
                        <a:gd name="connsiteY7-390" fmla="*/ 1345324 h 1418896"/>
                        <a:gd name="connsiteX8-391" fmla="*/ 3426372 w 3710151"/>
                        <a:gd name="connsiteY8-392" fmla="*/ 1408386 h 1418896"/>
                        <a:gd name="connsiteX9-393" fmla="*/ 1849820 w 3710151"/>
                        <a:gd name="connsiteY9-394" fmla="*/ 746234 h 1418896"/>
                        <a:gd name="connsiteX10-395" fmla="*/ 241737 w 3710151"/>
                        <a:gd name="connsiteY10-396" fmla="*/ 1418896 h 1418896"/>
                        <a:gd name="connsiteX11-397" fmla="*/ 0 w 3710151"/>
                        <a:gd name="connsiteY11-398" fmla="*/ 1334814 h 1418896"/>
                        <a:gd name="connsiteX12-399" fmla="*/ 1124606 w 3710151"/>
                        <a:gd name="connsiteY12-400" fmla="*/ 903890 h 1418896"/>
                        <a:gd name="connsiteX13-401" fmla="*/ 1124605 w 3710151"/>
                        <a:gd name="connsiteY13-402" fmla="*/ 451945 h 1418896"/>
                        <a:gd name="connsiteX14-403" fmla="*/ 168164 w 3710151"/>
                        <a:gd name="connsiteY14-404" fmla="*/ 84081 h 1418896"/>
                        <a:gd name="connsiteX15-405" fmla="*/ 147144 w 3710151"/>
                        <a:gd name="connsiteY15-406" fmla="*/ 73572 h 1418896"/>
                        <a:gd name="connsiteX0-407" fmla="*/ 147144 w 3710151"/>
                        <a:gd name="connsiteY0-408" fmla="*/ 73572 h 1418896"/>
                        <a:gd name="connsiteX1-409" fmla="*/ 430924 w 3710151"/>
                        <a:gd name="connsiteY1-410" fmla="*/ 0 h 1418896"/>
                        <a:gd name="connsiteX2-411" fmla="*/ 1860331 w 3710151"/>
                        <a:gd name="connsiteY2-412" fmla="*/ 599089 h 1418896"/>
                        <a:gd name="connsiteX3-413" fmla="*/ 3342289 w 3710151"/>
                        <a:gd name="connsiteY3-414" fmla="*/ 0 h 1418896"/>
                        <a:gd name="connsiteX4-415" fmla="*/ 3563006 w 3710151"/>
                        <a:gd name="connsiteY4-416" fmla="*/ 73572 h 1418896"/>
                        <a:gd name="connsiteX5-417" fmla="*/ 2617717 w 3710151"/>
                        <a:gd name="connsiteY5-418" fmla="*/ 445151 h 1418896"/>
                        <a:gd name="connsiteX6-419" fmla="*/ 2610282 w 3710151"/>
                        <a:gd name="connsiteY6-420" fmla="*/ 902607 h 1418896"/>
                        <a:gd name="connsiteX7-421" fmla="*/ 3710151 w 3710151"/>
                        <a:gd name="connsiteY7-422" fmla="*/ 1345324 h 1418896"/>
                        <a:gd name="connsiteX8-423" fmla="*/ 3426372 w 3710151"/>
                        <a:gd name="connsiteY8-424" fmla="*/ 1408386 h 1418896"/>
                        <a:gd name="connsiteX9-425" fmla="*/ 1849820 w 3710151"/>
                        <a:gd name="connsiteY9-426" fmla="*/ 746234 h 1418896"/>
                        <a:gd name="connsiteX10-427" fmla="*/ 241737 w 3710151"/>
                        <a:gd name="connsiteY10-428" fmla="*/ 1418896 h 1418896"/>
                        <a:gd name="connsiteX11-429" fmla="*/ 0 w 3710151"/>
                        <a:gd name="connsiteY11-430" fmla="*/ 1334814 h 1418896"/>
                        <a:gd name="connsiteX12-431" fmla="*/ 1124606 w 3710151"/>
                        <a:gd name="connsiteY12-432" fmla="*/ 903890 h 1418896"/>
                        <a:gd name="connsiteX13-433" fmla="*/ 1124605 w 3710151"/>
                        <a:gd name="connsiteY13-434" fmla="*/ 451945 h 1418896"/>
                        <a:gd name="connsiteX14-435" fmla="*/ 168164 w 3710151"/>
                        <a:gd name="connsiteY14-436" fmla="*/ 84081 h 1418896"/>
                        <a:gd name="connsiteX15-437" fmla="*/ 147144 w 3710151"/>
                        <a:gd name="connsiteY15-438" fmla="*/ 73572 h 1418896"/>
                        <a:gd name="connsiteX0-439" fmla="*/ 147144 w 3710151"/>
                        <a:gd name="connsiteY0-440" fmla="*/ 73572 h 1418896"/>
                        <a:gd name="connsiteX1-441" fmla="*/ 430924 w 3710151"/>
                        <a:gd name="connsiteY1-442" fmla="*/ 0 h 1418896"/>
                        <a:gd name="connsiteX2-443" fmla="*/ 1860331 w 3710151"/>
                        <a:gd name="connsiteY2-444" fmla="*/ 599089 h 1418896"/>
                        <a:gd name="connsiteX3-445" fmla="*/ 3342289 w 3710151"/>
                        <a:gd name="connsiteY3-446" fmla="*/ 0 h 1418896"/>
                        <a:gd name="connsiteX4-447" fmla="*/ 3563006 w 3710151"/>
                        <a:gd name="connsiteY4-448" fmla="*/ 73572 h 1418896"/>
                        <a:gd name="connsiteX5-449" fmla="*/ 2617717 w 3710151"/>
                        <a:gd name="connsiteY5-450" fmla="*/ 448868 h 1418896"/>
                        <a:gd name="connsiteX6-451" fmla="*/ 2610282 w 3710151"/>
                        <a:gd name="connsiteY6-452" fmla="*/ 902607 h 1418896"/>
                        <a:gd name="connsiteX7-453" fmla="*/ 3710151 w 3710151"/>
                        <a:gd name="connsiteY7-454" fmla="*/ 1345324 h 1418896"/>
                        <a:gd name="connsiteX8-455" fmla="*/ 3426372 w 3710151"/>
                        <a:gd name="connsiteY8-456" fmla="*/ 1408386 h 1418896"/>
                        <a:gd name="connsiteX9-457" fmla="*/ 1849820 w 3710151"/>
                        <a:gd name="connsiteY9-458" fmla="*/ 746234 h 1418896"/>
                        <a:gd name="connsiteX10-459" fmla="*/ 241737 w 3710151"/>
                        <a:gd name="connsiteY10-460" fmla="*/ 1418896 h 1418896"/>
                        <a:gd name="connsiteX11-461" fmla="*/ 0 w 3710151"/>
                        <a:gd name="connsiteY11-462" fmla="*/ 1334814 h 1418896"/>
                        <a:gd name="connsiteX12-463" fmla="*/ 1124606 w 3710151"/>
                        <a:gd name="connsiteY12-464" fmla="*/ 903890 h 1418896"/>
                        <a:gd name="connsiteX13-465" fmla="*/ 1124605 w 3710151"/>
                        <a:gd name="connsiteY13-466" fmla="*/ 451945 h 1418896"/>
                        <a:gd name="connsiteX14-467" fmla="*/ 168164 w 3710151"/>
                        <a:gd name="connsiteY14-468" fmla="*/ 84081 h 1418896"/>
                        <a:gd name="connsiteX15-469" fmla="*/ 147144 w 3710151"/>
                        <a:gd name="connsiteY15-470" fmla="*/ 73572 h 1418896"/>
                        <a:gd name="connsiteX0-471" fmla="*/ 147144 w 3710151"/>
                        <a:gd name="connsiteY0-472" fmla="*/ 73572 h 1418896"/>
                        <a:gd name="connsiteX1-473" fmla="*/ 430924 w 3710151"/>
                        <a:gd name="connsiteY1-474" fmla="*/ 0 h 1418896"/>
                        <a:gd name="connsiteX2-475" fmla="*/ 1838028 w 3710151"/>
                        <a:gd name="connsiteY2-476" fmla="*/ 591655 h 1418896"/>
                        <a:gd name="connsiteX3-477" fmla="*/ 3342289 w 3710151"/>
                        <a:gd name="connsiteY3-478" fmla="*/ 0 h 1418896"/>
                        <a:gd name="connsiteX4-479" fmla="*/ 3563006 w 3710151"/>
                        <a:gd name="connsiteY4-480" fmla="*/ 73572 h 1418896"/>
                        <a:gd name="connsiteX5-481" fmla="*/ 2617717 w 3710151"/>
                        <a:gd name="connsiteY5-482" fmla="*/ 448868 h 1418896"/>
                        <a:gd name="connsiteX6-483" fmla="*/ 2610282 w 3710151"/>
                        <a:gd name="connsiteY6-484" fmla="*/ 902607 h 1418896"/>
                        <a:gd name="connsiteX7-485" fmla="*/ 3710151 w 3710151"/>
                        <a:gd name="connsiteY7-486" fmla="*/ 1345324 h 1418896"/>
                        <a:gd name="connsiteX8-487" fmla="*/ 3426372 w 3710151"/>
                        <a:gd name="connsiteY8-488" fmla="*/ 1408386 h 1418896"/>
                        <a:gd name="connsiteX9-489" fmla="*/ 1849820 w 3710151"/>
                        <a:gd name="connsiteY9-490" fmla="*/ 746234 h 1418896"/>
                        <a:gd name="connsiteX10-491" fmla="*/ 241737 w 3710151"/>
                        <a:gd name="connsiteY10-492" fmla="*/ 1418896 h 1418896"/>
                        <a:gd name="connsiteX11-493" fmla="*/ 0 w 3710151"/>
                        <a:gd name="connsiteY11-494" fmla="*/ 1334814 h 1418896"/>
                        <a:gd name="connsiteX12-495" fmla="*/ 1124606 w 3710151"/>
                        <a:gd name="connsiteY12-496" fmla="*/ 903890 h 1418896"/>
                        <a:gd name="connsiteX13-497" fmla="*/ 1124605 w 3710151"/>
                        <a:gd name="connsiteY13-498" fmla="*/ 451945 h 1418896"/>
                        <a:gd name="connsiteX14-499" fmla="*/ 168164 w 3710151"/>
                        <a:gd name="connsiteY14-500" fmla="*/ 84081 h 1418896"/>
                        <a:gd name="connsiteX15-501" fmla="*/ 147144 w 3710151"/>
                        <a:gd name="connsiteY15-502" fmla="*/ 73572 h 1418896"/>
                        <a:gd name="connsiteX0-503" fmla="*/ 147144 w 3710151"/>
                        <a:gd name="connsiteY0-504" fmla="*/ 73572 h 1418896"/>
                        <a:gd name="connsiteX1-505" fmla="*/ 430924 w 3710151"/>
                        <a:gd name="connsiteY1-506" fmla="*/ 0 h 1418896"/>
                        <a:gd name="connsiteX2-507" fmla="*/ 1838028 w 3710151"/>
                        <a:gd name="connsiteY2-508" fmla="*/ 591655 h 1418896"/>
                        <a:gd name="connsiteX3-509" fmla="*/ 3342289 w 3710151"/>
                        <a:gd name="connsiteY3-510" fmla="*/ 0 h 1418896"/>
                        <a:gd name="connsiteX4-511" fmla="*/ 3563006 w 3710151"/>
                        <a:gd name="connsiteY4-512" fmla="*/ 73572 h 1418896"/>
                        <a:gd name="connsiteX5-513" fmla="*/ 2617717 w 3710151"/>
                        <a:gd name="connsiteY5-514" fmla="*/ 448868 h 1418896"/>
                        <a:gd name="connsiteX6-515" fmla="*/ 2610282 w 3710151"/>
                        <a:gd name="connsiteY6-516" fmla="*/ 902607 h 1418896"/>
                        <a:gd name="connsiteX7-517" fmla="*/ 3710151 w 3710151"/>
                        <a:gd name="connsiteY7-518" fmla="*/ 1345324 h 1418896"/>
                        <a:gd name="connsiteX8-519" fmla="*/ 3426372 w 3710151"/>
                        <a:gd name="connsiteY8-520" fmla="*/ 1408386 h 1418896"/>
                        <a:gd name="connsiteX9-521" fmla="*/ 1849820 w 3710151"/>
                        <a:gd name="connsiteY9-522" fmla="*/ 746234 h 1418896"/>
                        <a:gd name="connsiteX10-523" fmla="*/ 241737 w 3710151"/>
                        <a:gd name="connsiteY10-524" fmla="*/ 1418896 h 1418896"/>
                        <a:gd name="connsiteX11-525" fmla="*/ 0 w 3710151"/>
                        <a:gd name="connsiteY11-526" fmla="*/ 1334814 h 1418896"/>
                        <a:gd name="connsiteX12-527" fmla="*/ 1124606 w 3710151"/>
                        <a:gd name="connsiteY12-528" fmla="*/ 903890 h 1418896"/>
                        <a:gd name="connsiteX13-529" fmla="*/ 1087434 w 3710151"/>
                        <a:gd name="connsiteY13-530" fmla="*/ 451945 h 1418896"/>
                        <a:gd name="connsiteX14-531" fmla="*/ 168164 w 3710151"/>
                        <a:gd name="connsiteY14-532" fmla="*/ 84081 h 1418896"/>
                        <a:gd name="connsiteX15-533" fmla="*/ 147144 w 3710151"/>
                        <a:gd name="connsiteY15-534" fmla="*/ 73572 h 1418896"/>
                        <a:gd name="connsiteX0-535" fmla="*/ 147144 w 3710151"/>
                        <a:gd name="connsiteY0-536" fmla="*/ 73572 h 1418896"/>
                        <a:gd name="connsiteX1-537" fmla="*/ 430924 w 3710151"/>
                        <a:gd name="connsiteY1-538" fmla="*/ 0 h 1418896"/>
                        <a:gd name="connsiteX2-539" fmla="*/ 1838028 w 3710151"/>
                        <a:gd name="connsiteY2-540" fmla="*/ 591655 h 1418896"/>
                        <a:gd name="connsiteX3-541" fmla="*/ 3342289 w 3710151"/>
                        <a:gd name="connsiteY3-542" fmla="*/ 0 h 1418896"/>
                        <a:gd name="connsiteX4-543" fmla="*/ 3563006 w 3710151"/>
                        <a:gd name="connsiteY4-544" fmla="*/ 73572 h 1418896"/>
                        <a:gd name="connsiteX5-545" fmla="*/ 2617717 w 3710151"/>
                        <a:gd name="connsiteY5-546" fmla="*/ 448868 h 1418896"/>
                        <a:gd name="connsiteX6-547" fmla="*/ 2610282 w 3710151"/>
                        <a:gd name="connsiteY6-548" fmla="*/ 902607 h 1418896"/>
                        <a:gd name="connsiteX7-549" fmla="*/ 3710151 w 3710151"/>
                        <a:gd name="connsiteY7-550" fmla="*/ 1345324 h 1418896"/>
                        <a:gd name="connsiteX8-551" fmla="*/ 3426372 w 3710151"/>
                        <a:gd name="connsiteY8-552" fmla="*/ 1408386 h 1418896"/>
                        <a:gd name="connsiteX9-553" fmla="*/ 1849820 w 3710151"/>
                        <a:gd name="connsiteY9-554" fmla="*/ 746234 h 1418896"/>
                        <a:gd name="connsiteX10-555" fmla="*/ 241737 w 3710151"/>
                        <a:gd name="connsiteY10-556" fmla="*/ 1418896 h 1418896"/>
                        <a:gd name="connsiteX11-557" fmla="*/ 0 w 3710151"/>
                        <a:gd name="connsiteY11-558" fmla="*/ 1334814 h 1418896"/>
                        <a:gd name="connsiteX12-559" fmla="*/ 1098586 w 3710151"/>
                        <a:gd name="connsiteY12-560" fmla="*/ 903890 h 1418896"/>
                        <a:gd name="connsiteX13-561" fmla="*/ 1087434 w 3710151"/>
                        <a:gd name="connsiteY13-562" fmla="*/ 451945 h 1418896"/>
                        <a:gd name="connsiteX14-563" fmla="*/ 168164 w 3710151"/>
                        <a:gd name="connsiteY14-564" fmla="*/ 84081 h 1418896"/>
                        <a:gd name="connsiteX15-565" fmla="*/ 147144 w 3710151"/>
                        <a:gd name="connsiteY15-566" fmla="*/ 73572 h 1418896"/>
                        <a:gd name="connsiteX0-567" fmla="*/ 162012 w 3725019"/>
                        <a:gd name="connsiteY0-568" fmla="*/ 73572 h 1418896"/>
                        <a:gd name="connsiteX1-569" fmla="*/ 445792 w 3725019"/>
                        <a:gd name="connsiteY1-570" fmla="*/ 0 h 1418896"/>
                        <a:gd name="connsiteX2-571" fmla="*/ 1852896 w 3725019"/>
                        <a:gd name="connsiteY2-572" fmla="*/ 591655 h 1418896"/>
                        <a:gd name="connsiteX3-573" fmla="*/ 3357157 w 3725019"/>
                        <a:gd name="connsiteY3-574" fmla="*/ 0 h 1418896"/>
                        <a:gd name="connsiteX4-575" fmla="*/ 3577874 w 3725019"/>
                        <a:gd name="connsiteY4-576" fmla="*/ 73572 h 1418896"/>
                        <a:gd name="connsiteX5-577" fmla="*/ 2632585 w 3725019"/>
                        <a:gd name="connsiteY5-578" fmla="*/ 448868 h 1418896"/>
                        <a:gd name="connsiteX6-579" fmla="*/ 2625150 w 3725019"/>
                        <a:gd name="connsiteY6-580" fmla="*/ 902607 h 1418896"/>
                        <a:gd name="connsiteX7-581" fmla="*/ 3725019 w 3725019"/>
                        <a:gd name="connsiteY7-582" fmla="*/ 1345324 h 1418896"/>
                        <a:gd name="connsiteX8-583" fmla="*/ 3441240 w 3725019"/>
                        <a:gd name="connsiteY8-584" fmla="*/ 1408386 h 1418896"/>
                        <a:gd name="connsiteX9-585" fmla="*/ 1864688 w 3725019"/>
                        <a:gd name="connsiteY9-586" fmla="*/ 746234 h 1418896"/>
                        <a:gd name="connsiteX10-587" fmla="*/ 256605 w 3725019"/>
                        <a:gd name="connsiteY10-588" fmla="*/ 1418896 h 1418896"/>
                        <a:gd name="connsiteX11-589" fmla="*/ 0 w 3725019"/>
                        <a:gd name="connsiteY11-590" fmla="*/ 1331097 h 1418896"/>
                        <a:gd name="connsiteX12-591" fmla="*/ 1113454 w 3725019"/>
                        <a:gd name="connsiteY12-592" fmla="*/ 903890 h 1418896"/>
                        <a:gd name="connsiteX13-593" fmla="*/ 1102302 w 3725019"/>
                        <a:gd name="connsiteY13-594" fmla="*/ 451945 h 1418896"/>
                        <a:gd name="connsiteX14-595" fmla="*/ 183032 w 3725019"/>
                        <a:gd name="connsiteY14-596" fmla="*/ 84081 h 1418896"/>
                        <a:gd name="connsiteX15-597" fmla="*/ 162012 w 3725019"/>
                        <a:gd name="connsiteY15-598" fmla="*/ 73572 h 141889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  <a:cxn ang="0">
                          <a:pos x="connsiteX11-23" y="connsiteY11-24"/>
                        </a:cxn>
                        <a:cxn ang="0">
                          <a:pos x="connsiteX12-25" y="connsiteY12-26"/>
                        </a:cxn>
                        <a:cxn ang="0">
                          <a:pos x="connsiteX13-27" y="connsiteY13-28"/>
                        </a:cxn>
                        <a:cxn ang="0">
                          <a:pos x="connsiteX14-29" y="connsiteY14-30"/>
                        </a:cxn>
                        <a:cxn ang="0">
                          <a:pos x="connsiteX15-31" y="connsiteY15-32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pic>
              <p:nvPicPr>
                <p:cNvPr id="91" name="Picture 1115" descr="antenna_stylized"/>
                <p:cNvPicPr>
                  <a:picLocks noChangeAspect="1" noChangeArrowheads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3518" y="3419140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4" name="Picture 1115" descr="antenna_stylized"/>
                <p:cNvPicPr>
                  <a:picLocks noChangeAspect="1" noChangeArrowheads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3435" y="3325424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16" name="Group 15"/>
            <p:cNvGrpSpPr/>
            <p:nvPr/>
          </p:nvGrpSpPr>
          <p:grpSpPr>
            <a:xfrm>
              <a:off x="10884085" y="3428485"/>
              <a:ext cx="604586" cy="405973"/>
              <a:chOff x="10884085" y="3428485"/>
              <a:chExt cx="604586" cy="405973"/>
            </a:xfrm>
          </p:grpSpPr>
          <p:grpSp>
            <p:nvGrpSpPr>
              <p:cNvPr id="455" name="Group 454"/>
              <p:cNvGrpSpPr/>
              <p:nvPr/>
            </p:nvGrpSpPr>
            <p:grpSpPr>
              <a:xfrm>
                <a:off x="10884085" y="3601365"/>
                <a:ext cx="170989" cy="97052"/>
                <a:chOff x="7493876" y="2774731"/>
                <a:chExt cx="1481958" cy="894622"/>
              </a:xfrm>
            </p:grpSpPr>
            <p:sp>
              <p:nvSpPr>
                <p:cNvPr id="456" name="Freeform 455"/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-1" fmla="*/ 8187558 w 8187558"/>
                    <a:gd name="connsiteY0-2" fmla="*/ 0 h 2617076"/>
                    <a:gd name="connsiteX1-3" fmla="*/ 8187558 w 8187558"/>
                    <a:gd name="connsiteY1-4" fmla="*/ 1271752 h 2617076"/>
                    <a:gd name="connsiteX2-5" fmla="*/ 4025462 w 8187558"/>
                    <a:gd name="connsiteY2-6" fmla="*/ 2617076 h 2617076"/>
                    <a:gd name="connsiteX3-7" fmla="*/ 0 w 8187558"/>
                    <a:gd name="connsiteY3-8" fmla="*/ 1229711 h 2617076"/>
                    <a:gd name="connsiteX4-9" fmla="*/ 31531 w 8187558"/>
                    <a:gd name="connsiteY4-10" fmla="*/ 147145 h 2617076"/>
                    <a:gd name="connsiteX5-11" fmla="*/ 4046482 w 8187558"/>
                    <a:gd name="connsiteY5-12" fmla="*/ 1576552 h 2617076"/>
                    <a:gd name="connsiteX6-13" fmla="*/ 8187558 w 8187558"/>
                    <a:gd name="connsiteY6-14" fmla="*/ 0 h 2617076"/>
                    <a:gd name="connsiteX0-15" fmla="*/ 8187558 w 8187558"/>
                    <a:gd name="connsiteY0-16" fmla="*/ 0 h 2617076"/>
                    <a:gd name="connsiteX1-17" fmla="*/ 8187558 w 8187558"/>
                    <a:gd name="connsiteY1-18" fmla="*/ 1271752 h 2617076"/>
                    <a:gd name="connsiteX2-19" fmla="*/ 4025462 w 8187558"/>
                    <a:gd name="connsiteY2-20" fmla="*/ 2617076 h 2617076"/>
                    <a:gd name="connsiteX3-21" fmla="*/ 0 w 8187558"/>
                    <a:gd name="connsiteY3-22" fmla="*/ 1229711 h 2617076"/>
                    <a:gd name="connsiteX4-23" fmla="*/ 31531 w 8187558"/>
                    <a:gd name="connsiteY4-24" fmla="*/ 147145 h 2617076"/>
                    <a:gd name="connsiteX5-25" fmla="*/ 4046482 w 8187558"/>
                    <a:gd name="connsiteY5-26" fmla="*/ 1576552 h 2617076"/>
                    <a:gd name="connsiteX6-27" fmla="*/ 8187558 w 8187558"/>
                    <a:gd name="connsiteY6-28" fmla="*/ 0 h 2617076"/>
                    <a:gd name="connsiteX0-29" fmla="*/ 8187558 w 8187558"/>
                    <a:gd name="connsiteY0-30" fmla="*/ 0 h 2617076"/>
                    <a:gd name="connsiteX1-31" fmla="*/ 8187558 w 8187558"/>
                    <a:gd name="connsiteY1-32" fmla="*/ 1271752 h 2617076"/>
                    <a:gd name="connsiteX2-33" fmla="*/ 4025462 w 8187558"/>
                    <a:gd name="connsiteY2-34" fmla="*/ 2617076 h 2617076"/>
                    <a:gd name="connsiteX3-35" fmla="*/ 0 w 8187558"/>
                    <a:gd name="connsiteY3-36" fmla="*/ 1229711 h 2617076"/>
                    <a:gd name="connsiteX4-37" fmla="*/ 31531 w 8187558"/>
                    <a:gd name="connsiteY4-38" fmla="*/ 147145 h 2617076"/>
                    <a:gd name="connsiteX5-39" fmla="*/ 4046482 w 8187558"/>
                    <a:gd name="connsiteY5-40" fmla="*/ 1576552 h 2617076"/>
                    <a:gd name="connsiteX6-41" fmla="*/ 8187558 w 8187558"/>
                    <a:gd name="connsiteY6-42" fmla="*/ 0 h 2617076"/>
                    <a:gd name="connsiteX0-43" fmla="*/ 8187558 w 8187558"/>
                    <a:gd name="connsiteY0-44" fmla="*/ 0 h 2617076"/>
                    <a:gd name="connsiteX1-45" fmla="*/ 8187558 w 8187558"/>
                    <a:gd name="connsiteY1-46" fmla="*/ 1271752 h 2617076"/>
                    <a:gd name="connsiteX2-47" fmla="*/ 4025462 w 8187558"/>
                    <a:gd name="connsiteY2-48" fmla="*/ 2617076 h 2617076"/>
                    <a:gd name="connsiteX3-49" fmla="*/ 0 w 8187558"/>
                    <a:gd name="connsiteY3-50" fmla="*/ 1229711 h 2617076"/>
                    <a:gd name="connsiteX4-51" fmla="*/ 31531 w 8187558"/>
                    <a:gd name="connsiteY4-52" fmla="*/ 147145 h 2617076"/>
                    <a:gd name="connsiteX5-53" fmla="*/ 4046482 w 8187558"/>
                    <a:gd name="connsiteY5-54" fmla="*/ 1576552 h 2617076"/>
                    <a:gd name="connsiteX6-55" fmla="*/ 8187558 w 8187558"/>
                    <a:gd name="connsiteY6-56" fmla="*/ 0 h 2617076"/>
                    <a:gd name="connsiteX0-57" fmla="*/ 8187558 w 8187558"/>
                    <a:gd name="connsiteY0-58" fmla="*/ 0 h 2617076"/>
                    <a:gd name="connsiteX1-59" fmla="*/ 8187558 w 8187558"/>
                    <a:gd name="connsiteY1-60" fmla="*/ 1271752 h 2617076"/>
                    <a:gd name="connsiteX2-61" fmla="*/ 4025462 w 8187558"/>
                    <a:gd name="connsiteY2-62" fmla="*/ 2617076 h 2617076"/>
                    <a:gd name="connsiteX3-63" fmla="*/ 0 w 8187558"/>
                    <a:gd name="connsiteY3-64" fmla="*/ 1229711 h 2617076"/>
                    <a:gd name="connsiteX4-65" fmla="*/ 31531 w 8187558"/>
                    <a:gd name="connsiteY4-66" fmla="*/ 147145 h 2617076"/>
                    <a:gd name="connsiteX5-67" fmla="*/ 4046482 w 8187558"/>
                    <a:gd name="connsiteY5-68" fmla="*/ 1576552 h 2617076"/>
                    <a:gd name="connsiteX6-69" fmla="*/ 8187558 w 8187558"/>
                    <a:gd name="connsiteY6-70" fmla="*/ 0 h 2617076"/>
                    <a:gd name="connsiteX0-71" fmla="*/ 8187558 w 8187558"/>
                    <a:gd name="connsiteY0-72" fmla="*/ 0 h 2617076"/>
                    <a:gd name="connsiteX1-73" fmla="*/ 8187558 w 8187558"/>
                    <a:gd name="connsiteY1-74" fmla="*/ 1271752 h 2617076"/>
                    <a:gd name="connsiteX2-75" fmla="*/ 4025462 w 8187558"/>
                    <a:gd name="connsiteY2-76" fmla="*/ 2617076 h 2617076"/>
                    <a:gd name="connsiteX3-77" fmla="*/ 0 w 8187558"/>
                    <a:gd name="connsiteY3-78" fmla="*/ 1229711 h 2617076"/>
                    <a:gd name="connsiteX4-79" fmla="*/ 31531 w 8187558"/>
                    <a:gd name="connsiteY4-80" fmla="*/ 147145 h 2617076"/>
                    <a:gd name="connsiteX5-81" fmla="*/ 4046482 w 8187558"/>
                    <a:gd name="connsiteY5-82" fmla="*/ 1576552 h 2617076"/>
                    <a:gd name="connsiteX6-83" fmla="*/ 8187558 w 8187558"/>
                    <a:gd name="connsiteY6-84" fmla="*/ 0 h 2617076"/>
                    <a:gd name="connsiteX0-85" fmla="*/ 8187558 w 8187558"/>
                    <a:gd name="connsiteY0-86" fmla="*/ 0 h 2638097"/>
                    <a:gd name="connsiteX1-87" fmla="*/ 8187558 w 8187558"/>
                    <a:gd name="connsiteY1-88" fmla="*/ 1271752 h 2638097"/>
                    <a:gd name="connsiteX2-89" fmla="*/ 4099035 w 8187558"/>
                    <a:gd name="connsiteY2-90" fmla="*/ 2638097 h 2638097"/>
                    <a:gd name="connsiteX3-91" fmla="*/ 0 w 8187558"/>
                    <a:gd name="connsiteY3-92" fmla="*/ 1229711 h 2638097"/>
                    <a:gd name="connsiteX4-93" fmla="*/ 31531 w 8187558"/>
                    <a:gd name="connsiteY4-94" fmla="*/ 147145 h 2638097"/>
                    <a:gd name="connsiteX5-95" fmla="*/ 4046482 w 8187558"/>
                    <a:gd name="connsiteY5-96" fmla="*/ 1576552 h 2638097"/>
                    <a:gd name="connsiteX6-97" fmla="*/ 8187558 w 8187558"/>
                    <a:gd name="connsiteY6-98" fmla="*/ 0 h 2638097"/>
                    <a:gd name="connsiteX0-99" fmla="*/ 8187558 w 8187558"/>
                    <a:gd name="connsiteY0-100" fmla="*/ 0 h 2638097"/>
                    <a:gd name="connsiteX1-101" fmla="*/ 8187558 w 8187558"/>
                    <a:gd name="connsiteY1-102" fmla="*/ 1271752 h 2638097"/>
                    <a:gd name="connsiteX2-103" fmla="*/ 4099035 w 8187558"/>
                    <a:gd name="connsiteY2-104" fmla="*/ 2638097 h 2638097"/>
                    <a:gd name="connsiteX3-105" fmla="*/ 0 w 8187558"/>
                    <a:gd name="connsiteY3-106" fmla="*/ 1229711 h 2638097"/>
                    <a:gd name="connsiteX4-107" fmla="*/ 31531 w 8187558"/>
                    <a:gd name="connsiteY4-108" fmla="*/ 147145 h 2638097"/>
                    <a:gd name="connsiteX5-109" fmla="*/ 4046482 w 8187558"/>
                    <a:gd name="connsiteY5-110" fmla="*/ 1576552 h 2638097"/>
                    <a:gd name="connsiteX6-111" fmla="*/ 8187558 w 8187558"/>
                    <a:gd name="connsiteY6-112" fmla="*/ 0 h 2638097"/>
                    <a:gd name="connsiteX0-113" fmla="*/ 8187558 w 8187558"/>
                    <a:gd name="connsiteY0-114" fmla="*/ 0 h 2638097"/>
                    <a:gd name="connsiteX1-115" fmla="*/ 8187558 w 8187558"/>
                    <a:gd name="connsiteY1-116" fmla="*/ 1271752 h 2638097"/>
                    <a:gd name="connsiteX2-117" fmla="*/ 4099035 w 8187558"/>
                    <a:gd name="connsiteY2-118" fmla="*/ 2638097 h 2638097"/>
                    <a:gd name="connsiteX3-119" fmla="*/ 0 w 8187558"/>
                    <a:gd name="connsiteY3-120" fmla="*/ 1229711 h 2638097"/>
                    <a:gd name="connsiteX4-121" fmla="*/ 31531 w 8187558"/>
                    <a:gd name="connsiteY4-122" fmla="*/ 147145 h 2638097"/>
                    <a:gd name="connsiteX5-123" fmla="*/ 4046482 w 8187558"/>
                    <a:gd name="connsiteY5-124" fmla="*/ 1576552 h 2638097"/>
                    <a:gd name="connsiteX6-125" fmla="*/ 8187558 w 8187558"/>
                    <a:gd name="connsiteY6-126" fmla="*/ 0 h 2638097"/>
                    <a:gd name="connsiteX0-127" fmla="*/ 8187558 w 8187558"/>
                    <a:gd name="connsiteY0-128" fmla="*/ 0 h 2638097"/>
                    <a:gd name="connsiteX1-129" fmla="*/ 8187558 w 8187558"/>
                    <a:gd name="connsiteY1-130" fmla="*/ 1271752 h 2638097"/>
                    <a:gd name="connsiteX2-131" fmla="*/ 4099035 w 8187558"/>
                    <a:gd name="connsiteY2-132" fmla="*/ 2638097 h 2638097"/>
                    <a:gd name="connsiteX3-133" fmla="*/ 0 w 8187558"/>
                    <a:gd name="connsiteY3-134" fmla="*/ 1229711 h 2638097"/>
                    <a:gd name="connsiteX4-135" fmla="*/ 31531 w 8187558"/>
                    <a:gd name="connsiteY4-136" fmla="*/ 147145 h 2638097"/>
                    <a:gd name="connsiteX5-137" fmla="*/ 4046482 w 8187558"/>
                    <a:gd name="connsiteY5-138" fmla="*/ 1576552 h 2638097"/>
                    <a:gd name="connsiteX6-139" fmla="*/ 8187558 w 8187558"/>
                    <a:gd name="connsiteY6-140" fmla="*/ 0 h 2638097"/>
                    <a:gd name="connsiteX0-141" fmla="*/ 8187558 w 8187558"/>
                    <a:gd name="connsiteY0-142" fmla="*/ 0 h 2638097"/>
                    <a:gd name="connsiteX1-143" fmla="*/ 8187558 w 8187558"/>
                    <a:gd name="connsiteY1-144" fmla="*/ 1271752 h 2638097"/>
                    <a:gd name="connsiteX2-145" fmla="*/ 4099035 w 8187558"/>
                    <a:gd name="connsiteY2-146" fmla="*/ 2638097 h 2638097"/>
                    <a:gd name="connsiteX3-147" fmla="*/ 0 w 8187558"/>
                    <a:gd name="connsiteY3-148" fmla="*/ 1229711 h 2638097"/>
                    <a:gd name="connsiteX4-149" fmla="*/ 31531 w 8187558"/>
                    <a:gd name="connsiteY4-150" fmla="*/ 147145 h 2638097"/>
                    <a:gd name="connsiteX5-151" fmla="*/ 4088524 w 8187558"/>
                    <a:gd name="connsiteY5-152" fmla="*/ 1597573 h 2638097"/>
                    <a:gd name="connsiteX6-153" fmla="*/ 8187558 w 8187558"/>
                    <a:gd name="connsiteY6-154" fmla="*/ 0 h 2638097"/>
                    <a:gd name="connsiteX0-155" fmla="*/ 8187558 w 8187558"/>
                    <a:gd name="connsiteY0-156" fmla="*/ 0 h 2638097"/>
                    <a:gd name="connsiteX1-157" fmla="*/ 8187558 w 8187558"/>
                    <a:gd name="connsiteY1-158" fmla="*/ 1271752 h 2638097"/>
                    <a:gd name="connsiteX2-159" fmla="*/ 4099035 w 8187558"/>
                    <a:gd name="connsiteY2-160" fmla="*/ 2638097 h 2638097"/>
                    <a:gd name="connsiteX3-161" fmla="*/ 0 w 8187558"/>
                    <a:gd name="connsiteY3-162" fmla="*/ 1229711 h 2638097"/>
                    <a:gd name="connsiteX4-163" fmla="*/ 31531 w 8187558"/>
                    <a:gd name="connsiteY4-164" fmla="*/ 147145 h 2638097"/>
                    <a:gd name="connsiteX5-165" fmla="*/ 4088524 w 8187558"/>
                    <a:gd name="connsiteY5-166" fmla="*/ 1597573 h 2638097"/>
                    <a:gd name="connsiteX6-167" fmla="*/ 8187558 w 8187558"/>
                    <a:gd name="connsiteY6-168" fmla="*/ 0 h 2638097"/>
                    <a:gd name="connsiteX0-169" fmla="*/ 8187558 w 8187558"/>
                    <a:gd name="connsiteY0-170" fmla="*/ 0 h 2638097"/>
                    <a:gd name="connsiteX1-171" fmla="*/ 8187558 w 8187558"/>
                    <a:gd name="connsiteY1-172" fmla="*/ 1271752 h 2638097"/>
                    <a:gd name="connsiteX2-173" fmla="*/ 4099035 w 8187558"/>
                    <a:gd name="connsiteY2-174" fmla="*/ 2638097 h 2638097"/>
                    <a:gd name="connsiteX3-175" fmla="*/ 0 w 8187558"/>
                    <a:gd name="connsiteY3-176" fmla="*/ 1229711 h 2638097"/>
                    <a:gd name="connsiteX4-177" fmla="*/ 31531 w 8187558"/>
                    <a:gd name="connsiteY4-178" fmla="*/ 147145 h 2638097"/>
                    <a:gd name="connsiteX5-179" fmla="*/ 4099035 w 8187558"/>
                    <a:gd name="connsiteY5-180" fmla="*/ 1566042 h 2638097"/>
                    <a:gd name="connsiteX6-181" fmla="*/ 8187558 w 8187558"/>
                    <a:gd name="connsiteY6-182" fmla="*/ 0 h 2638097"/>
                    <a:gd name="connsiteX0-183" fmla="*/ 8187558 w 8187558"/>
                    <a:gd name="connsiteY0-184" fmla="*/ 0 h 2638097"/>
                    <a:gd name="connsiteX1-185" fmla="*/ 8187558 w 8187558"/>
                    <a:gd name="connsiteY1-186" fmla="*/ 1271752 h 2638097"/>
                    <a:gd name="connsiteX2-187" fmla="*/ 4099035 w 8187558"/>
                    <a:gd name="connsiteY2-188" fmla="*/ 2638097 h 2638097"/>
                    <a:gd name="connsiteX3-189" fmla="*/ 0 w 8187558"/>
                    <a:gd name="connsiteY3-190" fmla="*/ 1229711 h 2638097"/>
                    <a:gd name="connsiteX4-191" fmla="*/ 31531 w 8187558"/>
                    <a:gd name="connsiteY4-192" fmla="*/ 147145 h 2638097"/>
                    <a:gd name="connsiteX5-193" fmla="*/ 4099035 w 8187558"/>
                    <a:gd name="connsiteY5-194" fmla="*/ 1566042 h 2638097"/>
                    <a:gd name="connsiteX6-195" fmla="*/ 8187558 w 8187558"/>
                    <a:gd name="connsiteY6-196" fmla="*/ 0 h 2638097"/>
                    <a:gd name="connsiteX0-197" fmla="*/ 8187558 w 8187558"/>
                    <a:gd name="connsiteY0-198" fmla="*/ 0 h 2638097"/>
                    <a:gd name="connsiteX1-199" fmla="*/ 8187558 w 8187558"/>
                    <a:gd name="connsiteY1-200" fmla="*/ 1271752 h 2638097"/>
                    <a:gd name="connsiteX2-201" fmla="*/ 4099035 w 8187558"/>
                    <a:gd name="connsiteY2-202" fmla="*/ 2638097 h 2638097"/>
                    <a:gd name="connsiteX3-203" fmla="*/ 0 w 8187558"/>
                    <a:gd name="connsiteY3-204" fmla="*/ 1229711 h 2638097"/>
                    <a:gd name="connsiteX4-205" fmla="*/ 31531 w 8187558"/>
                    <a:gd name="connsiteY4-206" fmla="*/ 147145 h 2638097"/>
                    <a:gd name="connsiteX5-207" fmla="*/ 4099035 w 8187558"/>
                    <a:gd name="connsiteY5-208" fmla="*/ 1566042 h 2638097"/>
                    <a:gd name="connsiteX6-209" fmla="*/ 8187558 w 8187558"/>
                    <a:gd name="connsiteY6-210" fmla="*/ 0 h 2638097"/>
                    <a:gd name="connsiteX0-211" fmla="*/ 8187558 w 8187558"/>
                    <a:gd name="connsiteY0-212" fmla="*/ 0 h 2638097"/>
                    <a:gd name="connsiteX1-213" fmla="*/ 8187558 w 8187558"/>
                    <a:gd name="connsiteY1-214" fmla="*/ 1271752 h 2638097"/>
                    <a:gd name="connsiteX2-215" fmla="*/ 4099035 w 8187558"/>
                    <a:gd name="connsiteY2-216" fmla="*/ 2638097 h 2638097"/>
                    <a:gd name="connsiteX3-217" fmla="*/ 0 w 8187558"/>
                    <a:gd name="connsiteY3-218" fmla="*/ 1229711 h 2638097"/>
                    <a:gd name="connsiteX4-219" fmla="*/ 31531 w 8187558"/>
                    <a:gd name="connsiteY4-220" fmla="*/ 147145 h 2638097"/>
                    <a:gd name="connsiteX5-221" fmla="*/ 4099035 w 8187558"/>
                    <a:gd name="connsiteY5-222" fmla="*/ 1566042 h 2638097"/>
                    <a:gd name="connsiteX6-223" fmla="*/ 8187558 w 8187558"/>
                    <a:gd name="connsiteY6-224" fmla="*/ 0 h 2638097"/>
                    <a:gd name="connsiteX0-225" fmla="*/ 8187558 w 8187558"/>
                    <a:gd name="connsiteY0-226" fmla="*/ 0 h 2638097"/>
                    <a:gd name="connsiteX1-227" fmla="*/ 8187558 w 8187558"/>
                    <a:gd name="connsiteY1-228" fmla="*/ 1271752 h 2638097"/>
                    <a:gd name="connsiteX2-229" fmla="*/ 4099035 w 8187558"/>
                    <a:gd name="connsiteY2-230" fmla="*/ 2638097 h 2638097"/>
                    <a:gd name="connsiteX3-231" fmla="*/ 0 w 8187558"/>
                    <a:gd name="connsiteY3-232" fmla="*/ 1229711 h 2638097"/>
                    <a:gd name="connsiteX4-233" fmla="*/ 31531 w 8187558"/>
                    <a:gd name="connsiteY4-234" fmla="*/ 147145 h 2638097"/>
                    <a:gd name="connsiteX5-235" fmla="*/ 4099035 w 8187558"/>
                    <a:gd name="connsiteY5-236" fmla="*/ 1566042 h 2638097"/>
                    <a:gd name="connsiteX6-237" fmla="*/ 8187558 w 8187558"/>
                    <a:gd name="connsiteY6-238" fmla="*/ 0 h 2638097"/>
                    <a:gd name="connsiteX0-239" fmla="*/ 8187558 w 8187558"/>
                    <a:gd name="connsiteY0-240" fmla="*/ 0 h 2638097"/>
                    <a:gd name="connsiteX1-241" fmla="*/ 8187558 w 8187558"/>
                    <a:gd name="connsiteY1-242" fmla="*/ 1271752 h 2638097"/>
                    <a:gd name="connsiteX2-243" fmla="*/ 4099035 w 8187558"/>
                    <a:gd name="connsiteY2-244" fmla="*/ 2638097 h 2638097"/>
                    <a:gd name="connsiteX3-245" fmla="*/ 0 w 8187558"/>
                    <a:gd name="connsiteY3-246" fmla="*/ 1229711 h 2638097"/>
                    <a:gd name="connsiteX4-247" fmla="*/ 31531 w 8187558"/>
                    <a:gd name="connsiteY4-248" fmla="*/ 147145 h 2638097"/>
                    <a:gd name="connsiteX5-249" fmla="*/ 4099035 w 8187558"/>
                    <a:gd name="connsiteY5-250" fmla="*/ 1566042 h 2638097"/>
                    <a:gd name="connsiteX6-251" fmla="*/ 8187558 w 8187558"/>
                    <a:gd name="connsiteY6-252" fmla="*/ 0 h 2638097"/>
                    <a:gd name="connsiteX0-253" fmla="*/ 8187558 w 8187558"/>
                    <a:gd name="connsiteY0-254" fmla="*/ 0 h 2638097"/>
                    <a:gd name="connsiteX1-255" fmla="*/ 8187558 w 8187558"/>
                    <a:gd name="connsiteY1-256" fmla="*/ 1271752 h 2638097"/>
                    <a:gd name="connsiteX2-257" fmla="*/ 4099035 w 8187558"/>
                    <a:gd name="connsiteY2-258" fmla="*/ 2638097 h 2638097"/>
                    <a:gd name="connsiteX3-259" fmla="*/ 0 w 8187558"/>
                    <a:gd name="connsiteY3-260" fmla="*/ 1229711 h 2638097"/>
                    <a:gd name="connsiteX4-261" fmla="*/ 31531 w 8187558"/>
                    <a:gd name="connsiteY4-262" fmla="*/ 147145 h 2638097"/>
                    <a:gd name="connsiteX5-263" fmla="*/ 4099035 w 8187558"/>
                    <a:gd name="connsiteY5-264" fmla="*/ 1566042 h 2638097"/>
                    <a:gd name="connsiteX6-265" fmla="*/ 8187558 w 8187558"/>
                    <a:gd name="connsiteY6-266" fmla="*/ 0 h 2638097"/>
                    <a:gd name="connsiteX0-267" fmla="*/ 8187558 w 8187558"/>
                    <a:gd name="connsiteY0-268" fmla="*/ 0 h 2638097"/>
                    <a:gd name="connsiteX1-269" fmla="*/ 8187558 w 8187558"/>
                    <a:gd name="connsiteY1-270" fmla="*/ 1271752 h 2638097"/>
                    <a:gd name="connsiteX2-271" fmla="*/ 4099035 w 8187558"/>
                    <a:gd name="connsiteY2-272" fmla="*/ 2638097 h 2638097"/>
                    <a:gd name="connsiteX3-273" fmla="*/ 0 w 8187558"/>
                    <a:gd name="connsiteY3-274" fmla="*/ 1229711 h 2638097"/>
                    <a:gd name="connsiteX4-275" fmla="*/ 31531 w 8187558"/>
                    <a:gd name="connsiteY4-276" fmla="*/ 147145 h 2638097"/>
                    <a:gd name="connsiteX5-277" fmla="*/ 4099035 w 8187558"/>
                    <a:gd name="connsiteY5-278" fmla="*/ 1566042 h 2638097"/>
                    <a:gd name="connsiteX6-279" fmla="*/ 8187558 w 8187558"/>
                    <a:gd name="connsiteY6-280" fmla="*/ 0 h 2638097"/>
                    <a:gd name="connsiteX0-281" fmla="*/ 8187558 w 8187558"/>
                    <a:gd name="connsiteY0-282" fmla="*/ 0 h 2638097"/>
                    <a:gd name="connsiteX1-283" fmla="*/ 8187558 w 8187558"/>
                    <a:gd name="connsiteY1-284" fmla="*/ 1271752 h 2638097"/>
                    <a:gd name="connsiteX2-285" fmla="*/ 4099035 w 8187558"/>
                    <a:gd name="connsiteY2-286" fmla="*/ 2638097 h 2638097"/>
                    <a:gd name="connsiteX3-287" fmla="*/ 0 w 8187558"/>
                    <a:gd name="connsiteY3-288" fmla="*/ 1229711 h 2638097"/>
                    <a:gd name="connsiteX4-289" fmla="*/ 31531 w 8187558"/>
                    <a:gd name="connsiteY4-290" fmla="*/ 147145 h 2638097"/>
                    <a:gd name="connsiteX5-291" fmla="*/ 4099035 w 8187558"/>
                    <a:gd name="connsiteY5-292" fmla="*/ 1566042 h 2638097"/>
                    <a:gd name="connsiteX6-293" fmla="*/ 8187558 w 8187558"/>
                    <a:gd name="connsiteY6-294" fmla="*/ 0 h 2638097"/>
                    <a:gd name="connsiteX0-295" fmla="*/ 8176538 w 8176538"/>
                    <a:gd name="connsiteY0-296" fmla="*/ 0 h 2638097"/>
                    <a:gd name="connsiteX1-297" fmla="*/ 8176538 w 8176538"/>
                    <a:gd name="connsiteY1-298" fmla="*/ 1271752 h 2638097"/>
                    <a:gd name="connsiteX2-299" fmla="*/ 4088015 w 8176538"/>
                    <a:gd name="connsiteY2-300" fmla="*/ 2638097 h 2638097"/>
                    <a:gd name="connsiteX3-301" fmla="*/ 0 w 8176538"/>
                    <a:gd name="connsiteY3-302" fmla="*/ 1269888 h 2638097"/>
                    <a:gd name="connsiteX4-303" fmla="*/ 20511 w 8176538"/>
                    <a:gd name="connsiteY4-304" fmla="*/ 147145 h 2638097"/>
                    <a:gd name="connsiteX5-305" fmla="*/ 4088015 w 8176538"/>
                    <a:gd name="connsiteY5-306" fmla="*/ 1566042 h 2638097"/>
                    <a:gd name="connsiteX6-307" fmla="*/ 8176538 w 8176538"/>
                    <a:gd name="connsiteY6-308" fmla="*/ 0 h 2638097"/>
                    <a:gd name="connsiteX0-309" fmla="*/ 8176538 w 8176538"/>
                    <a:gd name="connsiteY0-310" fmla="*/ 0 h 2772020"/>
                    <a:gd name="connsiteX1-311" fmla="*/ 8176538 w 8176538"/>
                    <a:gd name="connsiteY1-312" fmla="*/ 1271752 h 2772020"/>
                    <a:gd name="connsiteX2-313" fmla="*/ 4099034 w 8176538"/>
                    <a:gd name="connsiteY2-314" fmla="*/ 2772020 h 2772020"/>
                    <a:gd name="connsiteX3-315" fmla="*/ 0 w 8176538"/>
                    <a:gd name="connsiteY3-316" fmla="*/ 1269888 h 2772020"/>
                    <a:gd name="connsiteX4-317" fmla="*/ 20511 w 8176538"/>
                    <a:gd name="connsiteY4-318" fmla="*/ 147145 h 2772020"/>
                    <a:gd name="connsiteX5-319" fmla="*/ 4088015 w 8176538"/>
                    <a:gd name="connsiteY5-320" fmla="*/ 1566042 h 2772020"/>
                    <a:gd name="connsiteX6-321" fmla="*/ 8176538 w 8176538"/>
                    <a:gd name="connsiteY6-322" fmla="*/ 0 h 2772020"/>
                    <a:gd name="connsiteX0-323" fmla="*/ 8176538 w 8176538"/>
                    <a:gd name="connsiteY0-324" fmla="*/ 0 h 2772339"/>
                    <a:gd name="connsiteX1-325" fmla="*/ 8176538 w 8176538"/>
                    <a:gd name="connsiteY1-326" fmla="*/ 1378890 h 2772339"/>
                    <a:gd name="connsiteX2-327" fmla="*/ 4099034 w 8176538"/>
                    <a:gd name="connsiteY2-328" fmla="*/ 2772020 h 2772339"/>
                    <a:gd name="connsiteX3-329" fmla="*/ 0 w 8176538"/>
                    <a:gd name="connsiteY3-330" fmla="*/ 1269888 h 2772339"/>
                    <a:gd name="connsiteX4-331" fmla="*/ 20511 w 8176538"/>
                    <a:gd name="connsiteY4-332" fmla="*/ 147145 h 2772339"/>
                    <a:gd name="connsiteX5-333" fmla="*/ 4088015 w 8176538"/>
                    <a:gd name="connsiteY5-334" fmla="*/ 1566042 h 2772339"/>
                    <a:gd name="connsiteX6-335" fmla="*/ 8176538 w 8176538"/>
                    <a:gd name="connsiteY6-336" fmla="*/ 0 h 2772339"/>
                    <a:gd name="connsiteX0-337" fmla="*/ 8176538 w 8176538"/>
                    <a:gd name="connsiteY0-338" fmla="*/ 0 h 2825888"/>
                    <a:gd name="connsiteX1-339" fmla="*/ 8176538 w 8176538"/>
                    <a:gd name="connsiteY1-340" fmla="*/ 1378890 h 2825888"/>
                    <a:gd name="connsiteX2-341" fmla="*/ 4099034 w 8176538"/>
                    <a:gd name="connsiteY2-342" fmla="*/ 2825590 h 2825888"/>
                    <a:gd name="connsiteX3-343" fmla="*/ 0 w 8176538"/>
                    <a:gd name="connsiteY3-344" fmla="*/ 1269888 h 2825888"/>
                    <a:gd name="connsiteX4-345" fmla="*/ 20511 w 8176538"/>
                    <a:gd name="connsiteY4-346" fmla="*/ 147145 h 2825888"/>
                    <a:gd name="connsiteX5-347" fmla="*/ 4088015 w 8176538"/>
                    <a:gd name="connsiteY5-348" fmla="*/ 1566042 h 2825888"/>
                    <a:gd name="connsiteX6-349" fmla="*/ 8176538 w 8176538"/>
                    <a:gd name="connsiteY6-350" fmla="*/ 0 h 2825888"/>
                    <a:gd name="connsiteX0-351" fmla="*/ 8165518 w 8165518"/>
                    <a:gd name="connsiteY0-352" fmla="*/ 0 h 2825606"/>
                    <a:gd name="connsiteX1-353" fmla="*/ 8165518 w 8165518"/>
                    <a:gd name="connsiteY1-354" fmla="*/ 1378890 h 2825606"/>
                    <a:gd name="connsiteX2-355" fmla="*/ 4088014 w 8165518"/>
                    <a:gd name="connsiteY2-356" fmla="*/ 2825590 h 2825606"/>
                    <a:gd name="connsiteX3-357" fmla="*/ 0 w 8165518"/>
                    <a:gd name="connsiteY3-358" fmla="*/ 1403811 h 2825606"/>
                    <a:gd name="connsiteX4-359" fmla="*/ 9491 w 8165518"/>
                    <a:gd name="connsiteY4-360" fmla="*/ 147145 h 2825606"/>
                    <a:gd name="connsiteX5-361" fmla="*/ 4076995 w 8165518"/>
                    <a:gd name="connsiteY5-362" fmla="*/ 1566042 h 2825606"/>
                    <a:gd name="connsiteX6-363" fmla="*/ 8165518 w 8165518"/>
                    <a:gd name="connsiteY6-364" fmla="*/ 0 h 2825606"/>
                    <a:gd name="connsiteX0-365" fmla="*/ 8165518 w 8165518"/>
                    <a:gd name="connsiteY0-366" fmla="*/ 0 h 2879174"/>
                    <a:gd name="connsiteX1-367" fmla="*/ 8165518 w 8165518"/>
                    <a:gd name="connsiteY1-368" fmla="*/ 1378890 h 2879174"/>
                    <a:gd name="connsiteX2-369" fmla="*/ 4132092 w 8165518"/>
                    <a:gd name="connsiteY2-370" fmla="*/ 2879159 h 2879174"/>
                    <a:gd name="connsiteX3-371" fmla="*/ 0 w 8165518"/>
                    <a:gd name="connsiteY3-372" fmla="*/ 1403811 h 2879174"/>
                    <a:gd name="connsiteX4-373" fmla="*/ 9491 w 8165518"/>
                    <a:gd name="connsiteY4-374" fmla="*/ 147145 h 2879174"/>
                    <a:gd name="connsiteX5-375" fmla="*/ 4076995 w 8165518"/>
                    <a:gd name="connsiteY5-376" fmla="*/ 1566042 h 2879174"/>
                    <a:gd name="connsiteX6-377" fmla="*/ 8165518 w 8165518"/>
                    <a:gd name="connsiteY6-378" fmla="*/ 0 h 2879174"/>
                    <a:gd name="connsiteX0-379" fmla="*/ 8165518 w 8176537"/>
                    <a:gd name="connsiteY0-380" fmla="*/ 0 h 2879410"/>
                    <a:gd name="connsiteX1-381" fmla="*/ 8176537 w 8176537"/>
                    <a:gd name="connsiteY1-382" fmla="*/ 1499420 h 2879410"/>
                    <a:gd name="connsiteX2-383" fmla="*/ 4132092 w 8176537"/>
                    <a:gd name="connsiteY2-384" fmla="*/ 2879159 h 2879410"/>
                    <a:gd name="connsiteX3-385" fmla="*/ 0 w 8176537"/>
                    <a:gd name="connsiteY3-386" fmla="*/ 1403811 h 2879410"/>
                    <a:gd name="connsiteX4-387" fmla="*/ 9491 w 8176537"/>
                    <a:gd name="connsiteY4-388" fmla="*/ 147145 h 2879410"/>
                    <a:gd name="connsiteX5-389" fmla="*/ 4076995 w 8176537"/>
                    <a:gd name="connsiteY5-390" fmla="*/ 1566042 h 2879410"/>
                    <a:gd name="connsiteX6-391" fmla="*/ 8165518 w 8176537"/>
                    <a:gd name="connsiteY6-392" fmla="*/ 0 h 2879410"/>
                    <a:gd name="connsiteX0-393" fmla="*/ 8165518 w 8176537"/>
                    <a:gd name="connsiteY0-394" fmla="*/ 0 h 2879262"/>
                    <a:gd name="connsiteX1-395" fmla="*/ 8176537 w 8176537"/>
                    <a:gd name="connsiteY1-396" fmla="*/ 1499420 h 2879262"/>
                    <a:gd name="connsiteX2-397" fmla="*/ 4132092 w 8176537"/>
                    <a:gd name="connsiteY2-398" fmla="*/ 2879159 h 2879262"/>
                    <a:gd name="connsiteX3-399" fmla="*/ 0 w 8176537"/>
                    <a:gd name="connsiteY3-400" fmla="*/ 1403811 h 2879262"/>
                    <a:gd name="connsiteX4-401" fmla="*/ 9491 w 8176537"/>
                    <a:gd name="connsiteY4-402" fmla="*/ 147145 h 2879262"/>
                    <a:gd name="connsiteX5-403" fmla="*/ 4076995 w 8176537"/>
                    <a:gd name="connsiteY5-404" fmla="*/ 1566042 h 2879262"/>
                    <a:gd name="connsiteX6-405" fmla="*/ 8165518 w 8176537"/>
                    <a:gd name="connsiteY6-406" fmla="*/ 0 h 2879262"/>
                    <a:gd name="connsiteX0-407" fmla="*/ 8165518 w 8176537"/>
                    <a:gd name="connsiteY0-408" fmla="*/ 0 h 2879163"/>
                    <a:gd name="connsiteX1-409" fmla="*/ 8176537 w 8176537"/>
                    <a:gd name="connsiteY1-410" fmla="*/ 1499420 h 2879163"/>
                    <a:gd name="connsiteX2-411" fmla="*/ 4132092 w 8176537"/>
                    <a:gd name="connsiteY2-412" fmla="*/ 2879159 h 2879163"/>
                    <a:gd name="connsiteX3-413" fmla="*/ 0 w 8176537"/>
                    <a:gd name="connsiteY3-414" fmla="*/ 1510948 h 2879163"/>
                    <a:gd name="connsiteX4-415" fmla="*/ 9491 w 8176537"/>
                    <a:gd name="connsiteY4-416" fmla="*/ 147145 h 2879163"/>
                    <a:gd name="connsiteX5-417" fmla="*/ 4076995 w 8176537"/>
                    <a:gd name="connsiteY5-418" fmla="*/ 1566042 h 2879163"/>
                    <a:gd name="connsiteX6-419" fmla="*/ 8165518 w 8176537"/>
                    <a:gd name="connsiteY6-420" fmla="*/ 0 h 2879163"/>
                    <a:gd name="connsiteX0-421" fmla="*/ 8165518 w 8198577"/>
                    <a:gd name="connsiteY0-422" fmla="*/ 0 h 2879451"/>
                    <a:gd name="connsiteX1-423" fmla="*/ 8198577 w 8198577"/>
                    <a:gd name="connsiteY1-424" fmla="*/ 1606558 h 2879451"/>
                    <a:gd name="connsiteX2-425" fmla="*/ 4132092 w 8198577"/>
                    <a:gd name="connsiteY2-426" fmla="*/ 2879159 h 2879451"/>
                    <a:gd name="connsiteX3-427" fmla="*/ 0 w 8198577"/>
                    <a:gd name="connsiteY3-428" fmla="*/ 1510948 h 2879451"/>
                    <a:gd name="connsiteX4-429" fmla="*/ 9491 w 8198577"/>
                    <a:gd name="connsiteY4-430" fmla="*/ 147145 h 2879451"/>
                    <a:gd name="connsiteX5-431" fmla="*/ 4076995 w 8198577"/>
                    <a:gd name="connsiteY5-432" fmla="*/ 1566042 h 2879451"/>
                    <a:gd name="connsiteX6-433" fmla="*/ 8165518 w 8198577"/>
                    <a:gd name="connsiteY6-434" fmla="*/ 0 h 2879451"/>
                    <a:gd name="connsiteX0-435" fmla="*/ 8165518 w 8165518"/>
                    <a:gd name="connsiteY0-436" fmla="*/ 0 h 2880066"/>
                    <a:gd name="connsiteX1-437" fmla="*/ 8165518 w 8165518"/>
                    <a:gd name="connsiteY1-438" fmla="*/ 1673520 h 2880066"/>
                    <a:gd name="connsiteX2-439" fmla="*/ 4132092 w 8165518"/>
                    <a:gd name="connsiteY2-440" fmla="*/ 2879159 h 2880066"/>
                    <a:gd name="connsiteX3-441" fmla="*/ 0 w 8165518"/>
                    <a:gd name="connsiteY3-442" fmla="*/ 1510948 h 2880066"/>
                    <a:gd name="connsiteX4-443" fmla="*/ 9491 w 8165518"/>
                    <a:gd name="connsiteY4-444" fmla="*/ 147145 h 2880066"/>
                    <a:gd name="connsiteX5-445" fmla="*/ 4076995 w 8165518"/>
                    <a:gd name="connsiteY5-446" fmla="*/ 1566042 h 2880066"/>
                    <a:gd name="connsiteX6-447" fmla="*/ 8165518 w 8165518"/>
                    <a:gd name="connsiteY6-448" fmla="*/ 0 h 2880066"/>
                    <a:gd name="connsiteX0-449" fmla="*/ 8156794 w 8156794"/>
                    <a:gd name="connsiteY0-450" fmla="*/ 0 h 2879270"/>
                    <a:gd name="connsiteX1-451" fmla="*/ 8156794 w 8156794"/>
                    <a:gd name="connsiteY1-452" fmla="*/ 1673520 h 2879270"/>
                    <a:gd name="connsiteX2-453" fmla="*/ 4123368 w 8156794"/>
                    <a:gd name="connsiteY2-454" fmla="*/ 2879159 h 2879270"/>
                    <a:gd name="connsiteX3-455" fmla="*/ 2295 w 8156794"/>
                    <a:gd name="connsiteY3-456" fmla="*/ 1618086 h 2879270"/>
                    <a:gd name="connsiteX4-457" fmla="*/ 767 w 8156794"/>
                    <a:gd name="connsiteY4-458" fmla="*/ 147145 h 2879270"/>
                    <a:gd name="connsiteX5-459" fmla="*/ 4068271 w 8156794"/>
                    <a:gd name="connsiteY5-460" fmla="*/ 1566042 h 2879270"/>
                    <a:gd name="connsiteX6-461" fmla="*/ 8156794 w 8156794"/>
                    <a:gd name="connsiteY6-462" fmla="*/ 0 h 2879270"/>
                    <a:gd name="connsiteX0-463" fmla="*/ 8156794 w 8156794"/>
                    <a:gd name="connsiteY0-464" fmla="*/ 0 h 2973000"/>
                    <a:gd name="connsiteX1-465" fmla="*/ 8156794 w 8156794"/>
                    <a:gd name="connsiteY1-466" fmla="*/ 1673520 h 2973000"/>
                    <a:gd name="connsiteX2-467" fmla="*/ 4134388 w 8156794"/>
                    <a:gd name="connsiteY2-468" fmla="*/ 2972904 h 2973000"/>
                    <a:gd name="connsiteX3-469" fmla="*/ 2295 w 8156794"/>
                    <a:gd name="connsiteY3-470" fmla="*/ 1618086 h 2973000"/>
                    <a:gd name="connsiteX4-471" fmla="*/ 767 w 8156794"/>
                    <a:gd name="connsiteY4-472" fmla="*/ 147145 h 2973000"/>
                    <a:gd name="connsiteX5-473" fmla="*/ 4068271 w 8156794"/>
                    <a:gd name="connsiteY5-474" fmla="*/ 1566042 h 2973000"/>
                    <a:gd name="connsiteX6-475" fmla="*/ 8156794 w 8156794"/>
                    <a:gd name="connsiteY6-476" fmla="*/ 0 h 2973000"/>
                    <a:gd name="connsiteX0-477" fmla="*/ 8156794 w 8156794"/>
                    <a:gd name="connsiteY0-478" fmla="*/ 0 h 2973000"/>
                    <a:gd name="connsiteX1-479" fmla="*/ 8156794 w 8156794"/>
                    <a:gd name="connsiteY1-480" fmla="*/ 1673520 h 2973000"/>
                    <a:gd name="connsiteX2-481" fmla="*/ 4134388 w 8156794"/>
                    <a:gd name="connsiteY2-482" fmla="*/ 2972904 h 2973000"/>
                    <a:gd name="connsiteX3-483" fmla="*/ 2295 w 8156794"/>
                    <a:gd name="connsiteY3-484" fmla="*/ 1618086 h 2973000"/>
                    <a:gd name="connsiteX4-485" fmla="*/ 767 w 8156794"/>
                    <a:gd name="connsiteY4-486" fmla="*/ 147145 h 2973000"/>
                    <a:gd name="connsiteX5-487" fmla="*/ 4068271 w 8156794"/>
                    <a:gd name="connsiteY5-488" fmla="*/ 1566042 h 2973000"/>
                    <a:gd name="connsiteX6-489" fmla="*/ 8156794 w 8156794"/>
                    <a:gd name="connsiteY6-490" fmla="*/ 0 h 2973000"/>
                    <a:gd name="connsiteX0-491" fmla="*/ 8156794 w 8156794"/>
                    <a:gd name="connsiteY0-492" fmla="*/ 0 h 2973000"/>
                    <a:gd name="connsiteX1-493" fmla="*/ 8156794 w 8156794"/>
                    <a:gd name="connsiteY1-494" fmla="*/ 1673520 h 2973000"/>
                    <a:gd name="connsiteX2-495" fmla="*/ 4134388 w 8156794"/>
                    <a:gd name="connsiteY2-496" fmla="*/ 2972904 h 2973000"/>
                    <a:gd name="connsiteX3-497" fmla="*/ 2295 w 8156794"/>
                    <a:gd name="connsiteY3-498" fmla="*/ 1618086 h 2973000"/>
                    <a:gd name="connsiteX4-499" fmla="*/ 767 w 8156794"/>
                    <a:gd name="connsiteY4-500" fmla="*/ 147145 h 2973000"/>
                    <a:gd name="connsiteX5-501" fmla="*/ 4068271 w 8156794"/>
                    <a:gd name="connsiteY5-502" fmla="*/ 1566042 h 2973000"/>
                    <a:gd name="connsiteX6-503" fmla="*/ 8156794 w 8156794"/>
                    <a:gd name="connsiteY6-504" fmla="*/ 0 h 2973000"/>
                    <a:gd name="connsiteX0-505" fmla="*/ 8156794 w 8156794"/>
                    <a:gd name="connsiteY0-506" fmla="*/ 0 h 2973020"/>
                    <a:gd name="connsiteX1-507" fmla="*/ 8156794 w 8156794"/>
                    <a:gd name="connsiteY1-508" fmla="*/ 1673520 h 2973020"/>
                    <a:gd name="connsiteX2-509" fmla="*/ 4134388 w 8156794"/>
                    <a:gd name="connsiteY2-510" fmla="*/ 2972904 h 2973020"/>
                    <a:gd name="connsiteX3-511" fmla="*/ 2295 w 8156794"/>
                    <a:gd name="connsiteY3-512" fmla="*/ 1618086 h 2973020"/>
                    <a:gd name="connsiteX4-513" fmla="*/ 767 w 8156794"/>
                    <a:gd name="connsiteY4-514" fmla="*/ 147145 h 2973020"/>
                    <a:gd name="connsiteX5-515" fmla="*/ 4068271 w 8156794"/>
                    <a:gd name="connsiteY5-516" fmla="*/ 1566042 h 2973020"/>
                    <a:gd name="connsiteX6-517" fmla="*/ 8156794 w 8156794"/>
                    <a:gd name="connsiteY6-518" fmla="*/ 0 h 2973020"/>
                    <a:gd name="connsiteX0-519" fmla="*/ 8156794 w 8156794"/>
                    <a:gd name="connsiteY0-520" fmla="*/ 0 h 2973021"/>
                    <a:gd name="connsiteX1-521" fmla="*/ 8156794 w 8156794"/>
                    <a:gd name="connsiteY1-522" fmla="*/ 1673520 h 2973021"/>
                    <a:gd name="connsiteX2-523" fmla="*/ 4134388 w 8156794"/>
                    <a:gd name="connsiteY2-524" fmla="*/ 2972904 h 2973021"/>
                    <a:gd name="connsiteX3-525" fmla="*/ 2295 w 8156794"/>
                    <a:gd name="connsiteY3-526" fmla="*/ 1618086 h 2973021"/>
                    <a:gd name="connsiteX4-527" fmla="*/ 767 w 8156794"/>
                    <a:gd name="connsiteY4-528" fmla="*/ 147145 h 2973021"/>
                    <a:gd name="connsiteX5-529" fmla="*/ 4068271 w 8156794"/>
                    <a:gd name="connsiteY5-530" fmla="*/ 1566042 h 2973021"/>
                    <a:gd name="connsiteX6-531" fmla="*/ 8156794 w 8156794"/>
                    <a:gd name="connsiteY6-532" fmla="*/ 0 h 2973021"/>
                    <a:gd name="connsiteX0-533" fmla="*/ 8156794 w 8156794"/>
                    <a:gd name="connsiteY0-534" fmla="*/ 0 h 2973021"/>
                    <a:gd name="connsiteX1-535" fmla="*/ 8156794 w 8156794"/>
                    <a:gd name="connsiteY1-536" fmla="*/ 1673520 h 2973021"/>
                    <a:gd name="connsiteX2-537" fmla="*/ 4134388 w 8156794"/>
                    <a:gd name="connsiteY2-538" fmla="*/ 2972904 h 2973021"/>
                    <a:gd name="connsiteX3-539" fmla="*/ 2295 w 8156794"/>
                    <a:gd name="connsiteY3-540" fmla="*/ 1618086 h 2973021"/>
                    <a:gd name="connsiteX4-541" fmla="*/ 767 w 8156794"/>
                    <a:gd name="connsiteY4-542" fmla="*/ 147145 h 2973021"/>
                    <a:gd name="connsiteX5-543" fmla="*/ 4068271 w 8156794"/>
                    <a:gd name="connsiteY5-544" fmla="*/ 1566042 h 2973021"/>
                    <a:gd name="connsiteX6-545" fmla="*/ 8156794 w 8156794"/>
                    <a:gd name="connsiteY6-546" fmla="*/ 0 h 2973021"/>
                    <a:gd name="connsiteX0-547" fmla="*/ 8156794 w 8156794"/>
                    <a:gd name="connsiteY0-548" fmla="*/ 0 h 2973021"/>
                    <a:gd name="connsiteX1-549" fmla="*/ 8156794 w 8156794"/>
                    <a:gd name="connsiteY1-550" fmla="*/ 1673520 h 2973021"/>
                    <a:gd name="connsiteX2-551" fmla="*/ 4134388 w 8156794"/>
                    <a:gd name="connsiteY2-552" fmla="*/ 2972904 h 2973021"/>
                    <a:gd name="connsiteX3-553" fmla="*/ 2295 w 8156794"/>
                    <a:gd name="connsiteY3-554" fmla="*/ 1618086 h 2973021"/>
                    <a:gd name="connsiteX4-555" fmla="*/ 767 w 8156794"/>
                    <a:gd name="connsiteY4-556" fmla="*/ 147145 h 2973021"/>
                    <a:gd name="connsiteX5-557" fmla="*/ 4068271 w 8156794"/>
                    <a:gd name="connsiteY5-558" fmla="*/ 1566042 h 2973021"/>
                    <a:gd name="connsiteX6-559" fmla="*/ 8156794 w 8156794"/>
                    <a:gd name="connsiteY6-560" fmla="*/ 0 h 2973021"/>
                    <a:gd name="connsiteX0-561" fmla="*/ 8156794 w 8156794"/>
                    <a:gd name="connsiteY0-562" fmla="*/ 0 h 2973021"/>
                    <a:gd name="connsiteX1-563" fmla="*/ 8156794 w 8156794"/>
                    <a:gd name="connsiteY1-564" fmla="*/ 1673520 h 2973021"/>
                    <a:gd name="connsiteX2-565" fmla="*/ 4134388 w 8156794"/>
                    <a:gd name="connsiteY2-566" fmla="*/ 2972904 h 2973021"/>
                    <a:gd name="connsiteX3-567" fmla="*/ 2295 w 8156794"/>
                    <a:gd name="connsiteY3-568" fmla="*/ 1618086 h 2973021"/>
                    <a:gd name="connsiteX4-569" fmla="*/ 767 w 8156794"/>
                    <a:gd name="connsiteY4-570" fmla="*/ 147145 h 2973021"/>
                    <a:gd name="connsiteX5-571" fmla="*/ 4068271 w 8156794"/>
                    <a:gd name="connsiteY5-572" fmla="*/ 1566042 h 2973021"/>
                    <a:gd name="connsiteX6-573" fmla="*/ 8156794 w 8156794"/>
                    <a:gd name="connsiteY6-574" fmla="*/ 0 h 2973021"/>
                    <a:gd name="connsiteX0-575" fmla="*/ 8156794 w 8156794"/>
                    <a:gd name="connsiteY0-576" fmla="*/ 0 h 2973141"/>
                    <a:gd name="connsiteX1-577" fmla="*/ 8156794 w 8156794"/>
                    <a:gd name="connsiteY1-578" fmla="*/ 1673520 h 2973141"/>
                    <a:gd name="connsiteX2-579" fmla="*/ 4134388 w 8156794"/>
                    <a:gd name="connsiteY2-580" fmla="*/ 2972904 h 2973141"/>
                    <a:gd name="connsiteX3-581" fmla="*/ 2295 w 8156794"/>
                    <a:gd name="connsiteY3-582" fmla="*/ 1618086 h 2973141"/>
                    <a:gd name="connsiteX4-583" fmla="*/ 767 w 8156794"/>
                    <a:gd name="connsiteY4-584" fmla="*/ 147145 h 2973141"/>
                    <a:gd name="connsiteX5-585" fmla="*/ 4068271 w 8156794"/>
                    <a:gd name="connsiteY5-586" fmla="*/ 1566042 h 2973141"/>
                    <a:gd name="connsiteX6-587" fmla="*/ 8156794 w 8156794"/>
                    <a:gd name="connsiteY6-588" fmla="*/ 0 h 2973141"/>
                    <a:gd name="connsiteX0-589" fmla="*/ 8156794 w 8156794"/>
                    <a:gd name="connsiteY0-590" fmla="*/ 0 h 3066827"/>
                    <a:gd name="connsiteX1-591" fmla="*/ 8156794 w 8156794"/>
                    <a:gd name="connsiteY1-592" fmla="*/ 1673520 h 3066827"/>
                    <a:gd name="connsiteX2-593" fmla="*/ 4123353 w 8156794"/>
                    <a:gd name="connsiteY2-594" fmla="*/ 3066650 h 3066827"/>
                    <a:gd name="connsiteX3-595" fmla="*/ 2295 w 8156794"/>
                    <a:gd name="connsiteY3-596" fmla="*/ 1618086 h 3066827"/>
                    <a:gd name="connsiteX4-597" fmla="*/ 767 w 8156794"/>
                    <a:gd name="connsiteY4-598" fmla="*/ 147145 h 3066827"/>
                    <a:gd name="connsiteX5-599" fmla="*/ 4068271 w 8156794"/>
                    <a:gd name="connsiteY5-600" fmla="*/ 1566042 h 3066827"/>
                    <a:gd name="connsiteX6-601" fmla="*/ 8156794 w 8156794"/>
                    <a:gd name="connsiteY6-602" fmla="*/ 0 h 3066827"/>
                    <a:gd name="connsiteX0-603" fmla="*/ 8123689 w 8156794"/>
                    <a:gd name="connsiteY0-604" fmla="*/ 0 h 2999866"/>
                    <a:gd name="connsiteX1-605" fmla="*/ 8156794 w 8156794"/>
                    <a:gd name="connsiteY1-606" fmla="*/ 1606559 h 2999866"/>
                    <a:gd name="connsiteX2-607" fmla="*/ 4123353 w 8156794"/>
                    <a:gd name="connsiteY2-608" fmla="*/ 2999689 h 2999866"/>
                    <a:gd name="connsiteX3-609" fmla="*/ 2295 w 8156794"/>
                    <a:gd name="connsiteY3-610" fmla="*/ 1551125 h 2999866"/>
                    <a:gd name="connsiteX4-611" fmla="*/ 767 w 8156794"/>
                    <a:gd name="connsiteY4-612" fmla="*/ 80184 h 2999866"/>
                    <a:gd name="connsiteX5-613" fmla="*/ 4068271 w 8156794"/>
                    <a:gd name="connsiteY5-614" fmla="*/ 1499081 h 2999866"/>
                    <a:gd name="connsiteX6-615" fmla="*/ 8123689 w 8156794"/>
                    <a:gd name="connsiteY6-616" fmla="*/ 0 h 2999866"/>
                    <a:gd name="connsiteX0-617" fmla="*/ 8167828 w 8167828"/>
                    <a:gd name="connsiteY0-618" fmla="*/ 0 h 3026651"/>
                    <a:gd name="connsiteX1-619" fmla="*/ 8156794 w 8167828"/>
                    <a:gd name="connsiteY1-620" fmla="*/ 1633344 h 3026651"/>
                    <a:gd name="connsiteX2-621" fmla="*/ 4123353 w 8167828"/>
                    <a:gd name="connsiteY2-622" fmla="*/ 3026474 h 3026651"/>
                    <a:gd name="connsiteX3-623" fmla="*/ 2295 w 8167828"/>
                    <a:gd name="connsiteY3-624" fmla="*/ 1577910 h 3026651"/>
                    <a:gd name="connsiteX4-625" fmla="*/ 767 w 8167828"/>
                    <a:gd name="connsiteY4-626" fmla="*/ 106969 h 3026651"/>
                    <a:gd name="connsiteX5-627" fmla="*/ 4068271 w 8167828"/>
                    <a:gd name="connsiteY5-628" fmla="*/ 1525866 h 3026651"/>
                    <a:gd name="connsiteX6-629" fmla="*/ 8167828 w 8167828"/>
                    <a:gd name="connsiteY6-630" fmla="*/ 0 h 3026651"/>
                    <a:gd name="connsiteX0-631" fmla="*/ 8167828 w 8167828"/>
                    <a:gd name="connsiteY0-632" fmla="*/ 0 h 3027228"/>
                    <a:gd name="connsiteX1-633" fmla="*/ 8145760 w 8167828"/>
                    <a:gd name="connsiteY1-634" fmla="*/ 1686913 h 3027228"/>
                    <a:gd name="connsiteX2-635" fmla="*/ 4123353 w 8167828"/>
                    <a:gd name="connsiteY2-636" fmla="*/ 3026474 h 3027228"/>
                    <a:gd name="connsiteX3-637" fmla="*/ 2295 w 8167828"/>
                    <a:gd name="connsiteY3-638" fmla="*/ 1577910 h 3027228"/>
                    <a:gd name="connsiteX4-639" fmla="*/ 767 w 8167828"/>
                    <a:gd name="connsiteY4-640" fmla="*/ 106969 h 3027228"/>
                    <a:gd name="connsiteX5-641" fmla="*/ 4068271 w 8167828"/>
                    <a:gd name="connsiteY5-642" fmla="*/ 1525866 h 3027228"/>
                    <a:gd name="connsiteX6-643" fmla="*/ 8167828 w 8167828"/>
                    <a:gd name="connsiteY6-644" fmla="*/ 0 h 3027228"/>
                    <a:gd name="connsiteX0-645" fmla="*/ 8156794 w 8156794"/>
                    <a:gd name="connsiteY0-646" fmla="*/ 0 h 2933483"/>
                    <a:gd name="connsiteX1-647" fmla="*/ 8145760 w 8156794"/>
                    <a:gd name="connsiteY1-648" fmla="*/ 1593168 h 2933483"/>
                    <a:gd name="connsiteX2-649" fmla="*/ 4123353 w 8156794"/>
                    <a:gd name="connsiteY2-650" fmla="*/ 2932729 h 2933483"/>
                    <a:gd name="connsiteX3-651" fmla="*/ 2295 w 8156794"/>
                    <a:gd name="connsiteY3-652" fmla="*/ 1484165 h 2933483"/>
                    <a:gd name="connsiteX4-653" fmla="*/ 767 w 8156794"/>
                    <a:gd name="connsiteY4-654" fmla="*/ 13224 h 2933483"/>
                    <a:gd name="connsiteX5-655" fmla="*/ 4068271 w 8156794"/>
                    <a:gd name="connsiteY5-656" fmla="*/ 1432121 h 2933483"/>
                    <a:gd name="connsiteX6-657" fmla="*/ 8156794 w 8156794"/>
                    <a:gd name="connsiteY6-658" fmla="*/ 0 h 2933483"/>
                    <a:gd name="connsiteX0-659" fmla="*/ 8156794 w 8156794"/>
                    <a:gd name="connsiteY0-660" fmla="*/ 0 h 2933483"/>
                    <a:gd name="connsiteX1-661" fmla="*/ 8145760 w 8156794"/>
                    <a:gd name="connsiteY1-662" fmla="*/ 1593168 h 2933483"/>
                    <a:gd name="connsiteX2-663" fmla="*/ 4123353 w 8156794"/>
                    <a:gd name="connsiteY2-664" fmla="*/ 2932729 h 2933483"/>
                    <a:gd name="connsiteX3-665" fmla="*/ 2295 w 8156794"/>
                    <a:gd name="connsiteY3-666" fmla="*/ 1484165 h 2933483"/>
                    <a:gd name="connsiteX4-667" fmla="*/ 767 w 8156794"/>
                    <a:gd name="connsiteY4-668" fmla="*/ 13224 h 2933483"/>
                    <a:gd name="connsiteX5-669" fmla="*/ 4068271 w 8156794"/>
                    <a:gd name="connsiteY5-670" fmla="*/ 1432121 h 2933483"/>
                    <a:gd name="connsiteX6-671" fmla="*/ 8156794 w 8156794"/>
                    <a:gd name="connsiteY6-672" fmla="*/ 0 h 2933483"/>
                    <a:gd name="connsiteX0-673" fmla="*/ 8123689 w 8145760"/>
                    <a:gd name="connsiteY0-674" fmla="*/ 13560 h 2920259"/>
                    <a:gd name="connsiteX1-675" fmla="*/ 8145760 w 8145760"/>
                    <a:gd name="connsiteY1-676" fmla="*/ 1579944 h 2920259"/>
                    <a:gd name="connsiteX2-677" fmla="*/ 4123353 w 8145760"/>
                    <a:gd name="connsiteY2-678" fmla="*/ 2919505 h 2920259"/>
                    <a:gd name="connsiteX3-679" fmla="*/ 2295 w 8145760"/>
                    <a:gd name="connsiteY3-680" fmla="*/ 1470941 h 2920259"/>
                    <a:gd name="connsiteX4-681" fmla="*/ 767 w 8145760"/>
                    <a:gd name="connsiteY4-682" fmla="*/ 0 h 2920259"/>
                    <a:gd name="connsiteX5-683" fmla="*/ 4068271 w 8145760"/>
                    <a:gd name="connsiteY5-684" fmla="*/ 1418897 h 2920259"/>
                    <a:gd name="connsiteX6-685" fmla="*/ 8123689 w 8145760"/>
                    <a:gd name="connsiteY6-686" fmla="*/ 13560 h 2920259"/>
                    <a:gd name="connsiteX0-687" fmla="*/ 8178863 w 8178863"/>
                    <a:gd name="connsiteY0-688" fmla="*/ 26952 h 2920259"/>
                    <a:gd name="connsiteX1-689" fmla="*/ 8145760 w 8178863"/>
                    <a:gd name="connsiteY1-690" fmla="*/ 1579944 h 2920259"/>
                    <a:gd name="connsiteX2-691" fmla="*/ 4123353 w 8178863"/>
                    <a:gd name="connsiteY2-692" fmla="*/ 2919505 h 2920259"/>
                    <a:gd name="connsiteX3-693" fmla="*/ 2295 w 8178863"/>
                    <a:gd name="connsiteY3-694" fmla="*/ 1470941 h 2920259"/>
                    <a:gd name="connsiteX4-695" fmla="*/ 767 w 8178863"/>
                    <a:gd name="connsiteY4-696" fmla="*/ 0 h 2920259"/>
                    <a:gd name="connsiteX5-697" fmla="*/ 4068271 w 8178863"/>
                    <a:gd name="connsiteY5-698" fmla="*/ 1418897 h 2920259"/>
                    <a:gd name="connsiteX6-699" fmla="*/ 8178863 w 8178863"/>
                    <a:gd name="connsiteY6-700" fmla="*/ 26952 h 2920259"/>
                    <a:gd name="connsiteX0-701" fmla="*/ 8167827 w 8167827"/>
                    <a:gd name="connsiteY0-702" fmla="*/ 40343 h 2920259"/>
                    <a:gd name="connsiteX1-703" fmla="*/ 8145760 w 8167827"/>
                    <a:gd name="connsiteY1-704" fmla="*/ 1579944 h 2920259"/>
                    <a:gd name="connsiteX2-705" fmla="*/ 4123353 w 8167827"/>
                    <a:gd name="connsiteY2-706" fmla="*/ 2919505 h 2920259"/>
                    <a:gd name="connsiteX3-707" fmla="*/ 2295 w 8167827"/>
                    <a:gd name="connsiteY3-708" fmla="*/ 1470941 h 2920259"/>
                    <a:gd name="connsiteX4-709" fmla="*/ 767 w 8167827"/>
                    <a:gd name="connsiteY4-710" fmla="*/ 0 h 2920259"/>
                    <a:gd name="connsiteX5-711" fmla="*/ 4068271 w 8167827"/>
                    <a:gd name="connsiteY5-712" fmla="*/ 1418897 h 2920259"/>
                    <a:gd name="connsiteX6-713" fmla="*/ 8167827 w 8167827"/>
                    <a:gd name="connsiteY6-714" fmla="*/ 40343 h 2920259"/>
                    <a:gd name="connsiteX0-715" fmla="*/ 8123687 w 8145760"/>
                    <a:gd name="connsiteY0-716" fmla="*/ 53735 h 2920259"/>
                    <a:gd name="connsiteX1-717" fmla="*/ 8145760 w 8145760"/>
                    <a:gd name="connsiteY1-718" fmla="*/ 1579944 h 2920259"/>
                    <a:gd name="connsiteX2-719" fmla="*/ 4123353 w 8145760"/>
                    <a:gd name="connsiteY2-720" fmla="*/ 2919505 h 2920259"/>
                    <a:gd name="connsiteX3-721" fmla="*/ 2295 w 8145760"/>
                    <a:gd name="connsiteY3-722" fmla="*/ 1470941 h 2920259"/>
                    <a:gd name="connsiteX4-723" fmla="*/ 767 w 8145760"/>
                    <a:gd name="connsiteY4-724" fmla="*/ 0 h 2920259"/>
                    <a:gd name="connsiteX5-725" fmla="*/ 4068271 w 8145760"/>
                    <a:gd name="connsiteY5-726" fmla="*/ 1418897 h 2920259"/>
                    <a:gd name="connsiteX6-727" fmla="*/ 8123687 w 8145760"/>
                    <a:gd name="connsiteY6-728" fmla="*/ 53735 h 2920259"/>
                    <a:gd name="connsiteX0-729" fmla="*/ 8161918 w 8161918"/>
                    <a:gd name="connsiteY0-730" fmla="*/ 0 h 2943855"/>
                    <a:gd name="connsiteX1-731" fmla="*/ 8145760 w 8161918"/>
                    <a:gd name="connsiteY1-732" fmla="*/ 1603540 h 2943855"/>
                    <a:gd name="connsiteX2-733" fmla="*/ 4123353 w 8161918"/>
                    <a:gd name="connsiteY2-734" fmla="*/ 2943101 h 2943855"/>
                    <a:gd name="connsiteX3-735" fmla="*/ 2295 w 8161918"/>
                    <a:gd name="connsiteY3-736" fmla="*/ 1494537 h 2943855"/>
                    <a:gd name="connsiteX4-737" fmla="*/ 767 w 8161918"/>
                    <a:gd name="connsiteY4-738" fmla="*/ 23596 h 2943855"/>
                    <a:gd name="connsiteX5-739" fmla="*/ 4068271 w 8161918"/>
                    <a:gd name="connsiteY5-740" fmla="*/ 1442493 h 2943855"/>
                    <a:gd name="connsiteX6-741" fmla="*/ 8161918 w 8161918"/>
                    <a:gd name="connsiteY6-742" fmla="*/ 0 h 2943855"/>
                    <a:gd name="connsiteX0-743" fmla="*/ 8144926 w 8145760"/>
                    <a:gd name="connsiteY0-744" fmla="*/ 43424 h 2920259"/>
                    <a:gd name="connsiteX1-745" fmla="*/ 8145760 w 8145760"/>
                    <a:gd name="connsiteY1-746" fmla="*/ 1579944 h 2920259"/>
                    <a:gd name="connsiteX2-747" fmla="*/ 4123353 w 8145760"/>
                    <a:gd name="connsiteY2-748" fmla="*/ 2919505 h 2920259"/>
                    <a:gd name="connsiteX3-749" fmla="*/ 2295 w 8145760"/>
                    <a:gd name="connsiteY3-750" fmla="*/ 1470941 h 2920259"/>
                    <a:gd name="connsiteX4-751" fmla="*/ 767 w 8145760"/>
                    <a:gd name="connsiteY4-752" fmla="*/ 0 h 2920259"/>
                    <a:gd name="connsiteX5-753" fmla="*/ 4068271 w 8145760"/>
                    <a:gd name="connsiteY5-754" fmla="*/ 1418897 h 2920259"/>
                    <a:gd name="connsiteX6-755" fmla="*/ 8144926 w 8145760"/>
                    <a:gd name="connsiteY6-756" fmla="*/ 43424 h 2920259"/>
                    <a:gd name="connsiteX0-757" fmla="*/ 8161918 w 8161918"/>
                    <a:gd name="connsiteY0-758" fmla="*/ 0 h 2959321"/>
                    <a:gd name="connsiteX1-759" fmla="*/ 8145760 w 8161918"/>
                    <a:gd name="connsiteY1-760" fmla="*/ 1619006 h 2959321"/>
                    <a:gd name="connsiteX2-761" fmla="*/ 4123353 w 8161918"/>
                    <a:gd name="connsiteY2-762" fmla="*/ 2958567 h 2959321"/>
                    <a:gd name="connsiteX3-763" fmla="*/ 2295 w 8161918"/>
                    <a:gd name="connsiteY3-764" fmla="*/ 1510003 h 2959321"/>
                    <a:gd name="connsiteX4-765" fmla="*/ 767 w 8161918"/>
                    <a:gd name="connsiteY4-766" fmla="*/ 39062 h 2959321"/>
                    <a:gd name="connsiteX5-767" fmla="*/ 4068271 w 8161918"/>
                    <a:gd name="connsiteY5-768" fmla="*/ 1457959 h 2959321"/>
                    <a:gd name="connsiteX6-769" fmla="*/ 8161918 w 8161918"/>
                    <a:gd name="connsiteY6-770" fmla="*/ 0 h 2959321"/>
                    <a:gd name="connsiteX0-771" fmla="*/ 8161918 w 8162752"/>
                    <a:gd name="connsiteY0-772" fmla="*/ 0 h 2959488"/>
                    <a:gd name="connsiteX1-773" fmla="*/ 8162752 w 8162752"/>
                    <a:gd name="connsiteY1-774" fmla="*/ 1629317 h 2959488"/>
                    <a:gd name="connsiteX2-775" fmla="*/ 4123353 w 8162752"/>
                    <a:gd name="connsiteY2-776" fmla="*/ 2958567 h 2959488"/>
                    <a:gd name="connsiteX3-777" fmla="*/ 2295 w 8162752"/>
                    <a:gd name="connsiteY3-778" fmla="*/ 1510003 h 2959488"/>
                    <a:gd name="connsiteX4-779" fmla="*/ 767 w 8162752"/>
                    <a:gd name="connsiteY4-780" fmla="*/ 39062 h 2959488"/>
                    <a:gd name="connsiteX5-781" fmla="*/ 4068271 w 8162752"/>
                    <a:gd name="connsiteY5-782" fmla="*/ 1457959 h 2959488"/>
                    <a:gd name="connsiteX6-783" fmla="*/ 8161918 w 8162752"/>
                    <a:gd name="connsiteY6-784" fmla="*/ 0 h 2959488"/>
                    <a:gd name="connsiteX0-785" fmla="*/ 8165930 w 8166764"/>
                    <a:gd name="connsiteY0-786" fmla="*/ 7337 h 2966825"/>
                    <a:gd name="connsiteX1-787" fmla="*/ 8166764 w 8166764"/>
                    <a:gd name="connsiteY1-788" fmla="*/ 1636654 h 2966825"/>
                    <a:gd name="connsiteX2-789" fmla="*/ 4127365 w 8166764"/>
                    <a:gd name="connsiteY2-790" fmla="*/ 2965904 h 2966825"/>
                    <a:gd name="connsiteX3-791" fmla="*/ 6307 w 8166764"/>
                    <a:gd name="connsiteY3-792" fmla="*/ 1517340 h 2966825"/>
                    <a:gd name="connsiteX4-793" fmla="*/ 532 w 8166764"/>
                    <a:gd name="connsiteY4-794" fmla="*/ 0 h 2966825"/>
                    <a:gd name="connsiteX5-795" fmla="*/ 4072283 w 8166764"/>
                    <a:gd name="connsiteY5-796" fmla="*/ 1465296 h 2966825"/>
                    <a:gd name="connsiteX6-797" fmla="*/ 8165930 w 8166764"/>
                    <a:gd name="connsiteY6-798" fmla="*/ 7337 h 2966825"/>
                    <a:gd name="connsiteX0-799" fmla="*/ 8168119 w 8168953"/>
                    <a:gd name="connsiteY0-800" fmla="*/ 7337 h 2966682"/>
                    <a:gd name="connsiteX1-801" fmla="*/ 8168953 w 8168953"/>
                    <a:gd name="connsiteY1-802" fmla="*/ 1636654 h 2966682"/>
                    <a:gd name="connsiteX2-803" fmla="*/ 4129554 w 8168953"/>
                    <a:gd name="connsiteY2-804" fmla="*/ 2965904 h 2966682"/>
                    <a:gd name="connsiteX3-805" fmla="*/ 0 w 8168953"/>
                    <a:gd name="connsiteY3-806" fmla="*/ 1527651 h 2966682"/>
                    <a:gd name="connsiteX4-807" fmla="*/ 2721 w 8168953"/>
                    <a:gd name="connsiteY4-808" fmla="*/ 0 h 2966682"/>
                    <a:gd name="connsiteX5-809" fmla="*/ 4074472 w 8168953"/>
                    <a:gd name="connsiteY5-810" fmla="*/ 1465296 h 2966682"/>
                    <a:gd name="connsiteX6-811" fmla="*/ 8168119 w 8168953"/>
                    <a:gd name="connsiteY6-812" fmla="*/ 7337 h 2966682"/>
                    <a:gd name="connsiteX0-813" fmla="*/ 8168119 w 8168953"/>
                    <a:gd name="connsiteY0-814" fmla="*/ 7337 h 3100377"/>
                    <a:gd name="connsiteX1-815" fmla="*/ 8168953 w 8168953"/>
                    <a:gd name="connsiteY1-816" fmla="*/ 1636654 h 3100377"/>
                    <a:gd name="connsiteX2-817" fmla="*/ 4118520 w 8168953"/>
                    <a:gd name="connsiteY2-818" fmla="*/ 3099826 h 3100377"/>
                    <a:gd name="connsiteX3-819" fmla="*/ 0 w 8168953"/>
                    <a:gd name="connsiteY3-820" fmla="*/ 1527651 h 3100377"/>
                    <a:gd name="connsiteX4-821" fmla="*/ 2721 w 8168953"/>
                    <a:gd name="connsiteY4-822" fmla="*/ 0 h 3100377"/>
                    <a:gd name="connsiteX5-823" fmla="*/ 4074472 w 8168953"/>
                    <a:gd name="connsiteY5-824" fmla="*/ 1465296 h 3100377"/>
                    <a:gd name="connsiteX6-825" fmla="*/ 8168119 w 8168953"/>
                    <a:gd name="connsiteY6-826" fmla="*/ 7337 h 3100377"/>
                    <a:gd name="connsiteX0-827" fmla="*/ 8168119 w 8168953"/>
                    <a:gd name="connsiteY0-828" fmla="*/ 7337 h 3100429"/>
                    <a:gd name="connsiteX1-829" fmla="*/ 8168953 w 8168953"/>
                    <a:gd name="connsiteY1-830" fmla="*/ 1636654 h 3100429"/>
                    <a:gd name="connsiteX2-831" fmla="*/ 4118520 w 8168953"/>
                    <a:gd name="connsiteY2-832" fmla="*/ 3099826 h 3100429"/>
                    <a:gd name="connsiteX3-833" fmla="*/ 0 w 8168953"/>
                    <a:gd name="connsiteY3-834" fmla="*/ 1527651 h 3100429"/>
                    <a:gd name="connsiteX4-835" fmla="*/ 2721 w 8168953"/>
                    <a:gd name="connsiteY4-836" fmla="*/ 0 h 3100429"/>
                    <a:gd name="connsiteX5-837" fmla="*/ 4074472 w 8168953"/>
                    <a:gd name="connsiteY5-838" fmla="*/ 1465296 h 3100429"/>
                    <a:gd name="connsiteX6-839" fmla="*/ 8168119 w 8168953"/>
                    <a:gd name="connsiteY6-840" fmla="*/ 7337 h 3100429"/>
                    <a:gd name="connsiteX0-841" fmla="*/ 8165849 w 8166683"/>
                    <a:gd name="connsiteY0-842" fmla="*/ 7337 h 3099826"/>
                    <a:gd name="connsiteX1-843" fmla="*/ 8166683 w 8166683"/>
                    <a:gd name="connsiteY1-844" fmla="*/ 1636654 h 3099826"/>
                    <a:gd name="connsiteX2-845" fmla="*/ 4116250 w 8166683"/>
                    <a:gd name="connsiteY2-846" fmla="*/ 3099826 h 3099826"/>
                    <a:gd name="connsiteX3-847" fmla="*/ 8764 w 8166683"/>
                    <a:gd name="connsiteY3-848" fmla="*/ 1634789 h 3099826"/>
                    <a:gd name="connsiteX4-849" fmla="*/ 451 w 8166683"/>
                    <a:gd name="connsiteY4-850" fmla="*/ 0 h 3099826"/>
                    <a:gd name="connsiteX5-851" fmla="*/ 4072202 w 8166683"/>
                    <a:gd name="connsiteY5-852" fmla="*/ 1465296 h 3099826"/>
                    <a:gd name="connsiteX6-853" fmla="*/ 8165849 w 8166683"/>
                    <a:gd name="connsiteY6-854" fmla="*/ 7337 h 3099826"/>
                    <a:gd name="connsiteX0-855" fmla="*/ 8165849 w 8166683"/>
                    <a:gd name="connsiteY0-856" fmla="*/ 7337 h 3099826"/>
                    <a:gd name="connsiteX1-857" fmla="*/ 8166683 w 8166683"/>
                    <a:gd name="connsiteY1-858" fmla="*/ 1636654 h 3099826"/>
                    <a:gd name="connsiteX2-859" fmla="*/ 4116250 w 8166683"/>
                    <a:gd name="connsiteY2-860" fmla="*/ 3099826 h 3099826"/>
                    <a:gd name="connsiteX3-861" fmla="*/ 8764 w 8166683"/>
                    <a:gd name="connsiteY3-862" fmla="*/ 1634789 h 3099826"/>
                    <a:gd name="connsiteX4-863" fmla="*/ 451 w 8166683"/>
                    <a:gd name="connsiteY4-864" fmla="*/ 0 h 3099826"/>
                    <a:gd name="connsiteX5-865" fmla="*/ 4072202 w 8166683"/>
                    <a:gd name="connsiteY5-866" fmla="*/ 1465296 h 3099826"/>
                    <a:gd name="connsiteX6-867" fmla="*/ 8165849 w 8166683"/>
                    <a:gd name="connsiteY6-868" fmla="*/ 7337 h 3099826"/>
                    <a:gd name="connsiteX0-869" fmla="*/ 8165849 w 8166683"/>
                    <a:gd name="connsiteY0-870" fmla="*/ 7337 h 3099826"/>
                    <a:gd name="connsiteX1-871" fmla="*/ 8166683 w 8166683"/>
                    <a:gd name="connsiteY1-872" fmla="*/ 1636654 h 3099826"/>
                    <a:gd name="connsiteX2-873" fmla="*/ 4116250 w 8166683"/>
                    <a:gd name="connsiteY2-874" fmla="*/ 3099826 h 3099826"/>
                    <a:gd name="connsiteX3-875" fmla="*/ 8764 w 8166683"/>
                    <a:gd name="connsiteY3-876" fmla="*/ 1634789 h 3099826"/>
                    <a:gd name="connsiteX4-877" fmla="*/ 451 w 8166683"/>
                    <a:gd name="connsiteY4-878" fmla="*/ 0 h 3099826"/>
                    <a:gd name="connsiteX5-879" fmla="*/ 4061168 w 8166683"/>
                    <a:gd name="connsiteY5-880" fmla="*/ 1438511 h 3099826"/>
                    <a:gd name="connsiteX6-881" fmla="*/ 8165849 w 8166683"/>
                    <a:gd name="connsiteY6-882" fmla="*/ 7337 h 3099826"/>
                    <a:gd name="connsiteX0-883" fmla="*/ 8165849 w 8166683"/>
                    <a:gd name="connsiteY0-884" fmla="*/ 7337 h 3099826"/>
                    <a:gd name="connsiteX1-885" fmla="*/ 8166683 w 8166683"/>
                    <a:gd name="connsiteY1-886" fmla="*/ 1636654 h 3099826"/>
                    <a:gd name="connsiteX2-887" fmla="*/ 4116250 w 8166683"/>
                    <a:gd name="connsiteY2-888" fmla="*/ 3099826 h 3099826"/>
                    <a:gd name="connsiteX3-889" fmla="*/ 8764 w 8166683"/>
                    <a:gd name="connsiteY3-890" fmla="*/ 1634789 h 3099826"/>
                    <a:gd name="connsiteX4-891" fmla="*/ 451 w 8166683"/>
                    <a:gd name="connsiteY4-892" fmla="*/ 0 h 3099826"/>
                    <a:gd name="connsiteX5-893" fmla="*/ 4061168 w 8166683"/>
                    <a:gd name="connsiteY5-894" fmla="*/ 1438511 h 3099826"/>
                    <a:gd name="connsiteX6-895" fmla="*/ 8165849 w 8166683"/>
                    <a:gd name="connsiteY6-896" fmla="*/ 7337 h 309982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57" name="Oval 456"/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458" name="Group 457"/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59" name="Freeform 458"/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-1" fmla="*/ 3725333 w 4641485"/>
                      <a:gd name="connsiteY0-2" fmla="*/ 0 h 1049866"/>
                      <a:gd name="connsiteX1-3" fmla="*/ 4641485 w 4641485"/>
                      <a:gd name="connsiteY1-4" fmla="*/ 239402 h 1049866"/>
                      <a:gd name="connsiteX2-5" fmla="*/ 3962400 w 4641485"/>
                      <a:gd name="connsiteY2-6" fmla="*/ 541866 h 1049866"/>
                      <a:gd name="connsiteX3-7" fmla="*/ 3742267 w 4641485"/>
                      <a:gd name="connsiteY3-8" fmla="*/ 457200 h 1049866"/>
                      <a:gd name="connsiteX4-9" fmla="*/ 2269067 w 4641485"/>
                      <a:gd name="connsiteY4-10" fmla="*/ 1049866 h 1049866"/>
                      <a:gd name="connsiteX5-11" fmla="*/ 880533 w 4641485"/>
                      <a:gd name="connsiteY5-12" fmla="*/ 457200 h 1049866"/>
                      <a:gd name="connsiteX6-13" fmla="*/ 592667 w 4641485"/>
                      <a:gd name="connsiteY6-14" fmla="*/ 541866 h 1049866"/>
                      <a:gd name="connsiteX7-15" fmla="*/ 0 w 4641485"/>
                      <a:gd name="connsiteY7-16" fmla="*/ 254000 h 1049866"/>
                      <a:gd name="connsiteX8-17" fmla="*/ 880533 w 4641485"/>
                      <a:gd name="connsiteY8-18" fmla="*/ 16933 h 1049866"/>
                      <a:gd name="connsiteX9-19" fmla="*/ 2302933 w 4641485"/>
                      <a:gd name="connsiteY9-20" fmla="*/ 626533 h 1049866"/>
                      <a:gd name="connsiteX10-21" fmla="*/ 3725333 w 4641485"/>
                      <a:gd name="connsiteY10-22" fmla="*/ 0 h 1049866"/>
                      <a:gd name="connsiteX0-23" fmla="*/ 3756864 w 4673016"/>
                      <a:gd name="connsiteY0-24" fmla="*/ 0 h 1049866"/>
                      <a:gd name="connsiteX1-25" fmla="*/ 4673016 w 4673016"/>
                      <a:gd name="connsiteY1-26" fmla="*/ 239402 h 1049866"/>
                      <a:gd name="connsiteX2-27" fmla="*/ 3993931 w 4673016"/>
                      <a:gd name="connsiteY2-28" fmla="*/ 541866 h 1049866"/>
                      <a:gd name="connsiteX3-29" fmla="*/ 3773798 w 4673016"/>
                      <a:gd name="connsiteY3-30" fmla="*/ 457200 h 1049866"/>
                      <a:gd name="connsiteX4-31" fmla="*/ 2300598 w 4673016"/>
                      <a:gd name="connsiteY4-32" fmla="*/ 1049866 h 1049866"/>
                      <a:gd name="connsiteX5-33" fmla="*/ 912064 w 4673016"/>
                      <a:gd name="connsiteY5-34" fmla="*/ 457200 h 1049866"/>
                      <a:gd name="connsiteX6-35" fmla="*/ 624198 w 4673016"/>
                      <a:gd name="connsiteY6-36" fmla="*/ 541866 h 1049866"/>
                      <a:gd name="connsiteX7-37" fmla="*/ 0 w 4673016"/>
                      <a:gd name="connsiteY7-38" fmla="*/ 232979 h 1049866"/>
                      <a:gd name="connsiteX8-39" fmla="*/ 912064 w 4673016"/>
                      <a:gd name="connsiteY8-40" fmla="*/ 16933 h 1049866"/>
                      <a:gd name="connsiteX9-41" fmla="*/ 2334464 w 4673016"/>
                      <a:gd name="connsiteY9-42" fmla="*/ 626533 h 1049866"/>
                      <a:gd name="connsiteX10-43" fmla="*/ 3756864 w 4673016"/>
                      <a:gd name="connsiteY10-44" fmla="*/ 0 h 1049866"/>
                      <a:gd name="connsiteX0-45" fmla="*/ 3756864 w 4673016"/>
                      <a:gd name="connsiteY0-46" fmla="*/ 0 h 1049866"/>
                      <a:gd name="connsiteX1-47" fmla="*/ 4673016 w 4673016"/>
                      <a:gd name="connsiteY1-48" fmla="*/ 239402 h 1049866"/>
                      <a:gd name="connsiteX2-49" fmla="*/ 3993931 w 4673016"/>
                      <a:gd name="connsiteY2-50" fmla="*/ 541866 h 1049866"/>
                      <a:gd name="connsiteX3-51" fmla="*/ 3784308 w 4673016"/>
                      <a:gd name="connsiteY3-52" fmla="*/ 404648 h 1049866"/>
                      <a:gd name="connsiteX4-53" fmla="*/ 2300598 w 4673016"/>
                      <a:gd name="connsiteY4-54" fmla="*/ 1049866 h 1049866"/>
                      <a:gd name="connsiteX5-55" fmla="*/ 912064 w 4673016"/>
                      <a:gd name="connsiteY5-56" fmla="*/ 457200 h 1049866"/>
                      <a:gd name="connsiteX6-57" fmla="*/ 624198 w 4673016"/>
                      <a:gd name="connsiteY6-58" fmla="*/ 541866 h 1049866"/>
                      <a:gd name="connsiteX7-59" fmla="*/ 0 w 4673016"/>
                      <a:gd name="connsiteY7-60" fmla="*/ 232979 h 1049866"/>
                      <a:gd name="connsiteX8-61" fmla="*/ 912064 w 4673016"/>
                      <a:gd name="connsiteY8-62" fmla="*/ 16933 h 1049866"/>
                      <a:gd name="connsiteX9-63" fmla="*/ 2334464 w 4673016"/>
                      <a:gd name="connsiteY9-64" fmla="*/ 626533 h 1049866"/>
                      <a:gd name="connsiteX10-65" fmla="*/ 3756864 w 4673016"/>
                      <a:gd name="connsiteY10-66" fmla="*/ 0 h 1049866"/>
                      <a:gd name="connsiteX0-67" fmla="*/ 3756864 w 4673016"/>
                      <a:gd name="connsiteY0-68" fmla="*/ 0 h 1049866"/>
                      <a:gd name="connsiteX1-69" fmla="*/ 4673016 w 4673016"/>
                      <a:gd name="connsiteY1-70" fmla="*/ 239402 h 1049866"/>
                      <a:gd name="connsiteX2-71" fmla="*/ 3993931 w 4673016"/>
                      <a:gd name="connsiteY2-72" fmla="*/ 541866 h 1049866"/>
                      <a:gd name="connsiteX3-73" fmla="*/ 3794818 w 4673016"/>
                      <a:gd name="connsiteY3-74" fmla="*/ 436179 h 1049866"/>
                      <a:gd name="connsiteX4-75" fmla="*/ 2300598 w 4673016"/>
                      <a:gd name="connsiteY4-76" fmla="*/ 1049866 h 1049866"/>
                      <a:gd name="connsiteX5-77" fmla="*/ 912064 w 4673016"/>
                      <a:gd name="connsiteY5-78" fmla="*/ 457200 h 1049866"/>
                      <a:gd name="connsiteX6-79" fmla="*/ 624198 w 4673016"/>
                      <a:gd name="connsiteY6-80" fmla="*/ 541866 h 1049866"/>
                      <a:gd name="connsiteX7-81" fmla="*/ 0 w 4673016"/>
                      <a:gd name="connsiteY7-82" fmla="*/ 232979 h 1049866"/>
                      <a:gd name="connsiteX8-83" fmla="*/ 912064 w 4673016"/>
                      <a:gd name="connsiteY8-84" fmla="*/ 16933 h 1049866"/>
                      <a:gd name="connsiteX9-85" fmla="*/ 2334464 w 4673016"/>
                      <a:gd name="connsiteY9-86" fmla="*/ 626533 h 1049866"/>
                      <a:gd name="connsiteX10-87" fmla="*/ 3756864 w 4673016"/>
                      <a:gd name="connsiteY10-88" fmla="*/ 0 h 1049866"/>
                      <a:gd name="connsiteX0-89" fmla="*/ 3756864 w 4673016"/>
                      <a:gd name="connsiteY0-90" fmla="*/ 0 h 1049866"/>
                      <a:gd name="connsiteX1-91" fmla="*/ 4673016 w 4673016"/>
                      <a:gd name="connsiteY1-92" fmla="*/ 239402 h 1049866"/>
                      <a:gd name="connsiteX2-93" fmla="*/ 3993931 w 4673016"/>
                      <a:gd name="connsiteY2-94" fmla="*/ 541866 h 1049866"/>
                      <a:gd name="connsiteX3-95" fmla="*/ 3794818 w 4673016"/>
                      <a:gd name="connsiteY3-96" fmla="*/ 436179 h 1049866"/>
                      <a:gd name="connsiteX4-97" fmla="*/ 2300598 w 4673016"/>
                      <a:gd name="connsiteY4-98" fmla="*/ 1049866 h 1049866"/>
                      <a:gd name="connsiteX5-99" fmla="*/ 912064 w 4673016"/>
                      <a:gd name="connsiteY5-100" fmla="*/ 457200 h 1049866"/>
                      <a:gd name="connsiteX6-101" fmla="*/ 624198 w 4673016"/>
                      <a:gd name="connsiteY6-102" fmla="*/ 541866 h 1049866"/>
                      <a:gd name="connsiteX7-103" fmla="*/ 0 w 4673016"/>
                      <a:gd name="connsiteY7-104" fmla="*/ 232979 h 1049866"/>
                      <a:gd name="connsiteX8-105" fmla="*/ 912064 w 4673016"/>
                      <a:gd name="connsiteY8-106" fmla="*/ 16933 h 1049866"/>
                      <a:gd name="connsiteX9-107" fmla="*/ 2323954 w 4673016"/>
                      <a:gd name="connsiteY9-108" fmla="*/ 616023 h 1049866"/>
                      <a:gd name="connsiteX10-109" fmla="*/ 3756864 w 4673016"/>
                      <a:gd name="connsiteY10-110" fmla="*/ 0 h 1049866"/>
                      <a:gd name="connsiteX0-111" fmla="*/ 3756864 w 4673016"/>
                      <a:gd name="connsiteY0-112" fmla="*/ 0 h 1049866"/>
                      <a:gd name="connsiteX1-113" fmla="*/ 4673016 w 4673016"/>
                      <a:gd name="connsiteY1-114" fmla="*/ 239402 h 1049866"/>
                      <a:gd name="connsiteX2-115" fmla="*/ 3993931 w 4673016"/>
                      <a:gd name="connsiteY2-116" fmla="*/ 541866 h 1049866"/>
                      <a:gd name="connsiteX3-117" fmla="*/ 3794818 w 4673016"/>
                      <a:gd name="connsiteY3-118" fmla="*/ 436179 h 1049866"/>
                      <a:gd name="connsiteX4-119" fmla="*/ 2300598 w 4673016"/>
                      <a:gd name="connsiteY4-120" fmla="*/ 1049866 h 1049866"/>
                      <a:gd name="connsiteX5-121" fmla="*/ 912064 w 4673016"/>
                      <a:gd name="connsiteY5-122" fmla="*/ 457200 h 1049866"/>
                      <a:gd name="connsiteX6-123" fmla="*/ 624198 w 4673016"/>
                      <a:gd name="connsiteY6-124" fmla="*/ 541866 h 1049866"/>
                      <a:gd name="connsiteX7-125" fmla="*/ 0 w 4673016"/>
                      <a:gd name="connsiteY7-126" fmla="*/ 275021 h 1049866"/>
                      <a:gd name="connsiteX8-127" fmla="*/ 912064 w 4673016"/>
                      <a:gd name="connsiteY8-128" fmla="*/ 16933 h 1049866"/>
                      <a:gd name="connsiteX9-129" fmla="*/ 2323954 w 4673016"/>
                      <a:gd name="connsiteY9-130" fmla="*/ 616023 h 1049866"/>
                      <a:gd name="connsiteX10-131" fmla="*/ 3756864 w 4673016"/>
                      <a:gd name="connsiteY10-132" fmla="*/ 0 h 1049866"/>
                      <a:gd name="connsiteX0-133" fmla="*/ 3756864 w 4673016"/>
                      <a:gd name="connsiteY0-134" fmla="*/ 0 h 1049866"/>
                      <a:gd name="connsiteX1-135" fmla="*/ 4673016 w 4673016"/>
                      <a:gd name="connsiteY1-136" fmla="*/ 239402 h 1049866"/>
                      <a:gd name="connsiteX2-137" fmla="*/ 3993931 w 4673016"/>
                      <a:gd name="connsiteY2-138" fmla="*/ 541866 h 1049866"/>
                      <a:gd name="connsiteX3-139" fmla="*/ 3815839 w 4673016"/>
                      <a:gd name="connsiteY3-140" fmla="*/ 467710 h 1049866"/>
                      <a:gd name="connsiteX4-141" fmla="*/ 2300598 w 4673016"/>
                      <a:gd name="connsiteY4-142" fmla="*/ 1049866 h 1049866"/>
                      <a:gd name="connsiteX5-143" fmla="*/ 912064 w 4673016"/>
                      <a:gd name="connsiteY5-144" fmla="*/ 457200 h 1049866"/>
                      <a:gd name="connsiteX6-145" fmla="*/ 624198 w 4673016"/>
                      <a:gd name="connsiteY6-146" fmla="*/ 541866 h 1049866"/>
                      <a:gd name="connsiteX7-147" fmla="*/ 0 w 4673016"/>
                      <a:gd name="connsiteY7-148" fmla="*/ 275021 h 1049866"/>
                      <a:gd name="connsiteX8-149" fmla="*/ 912064 w 4673016"/>
                      <a:gd name="connsiteY8-150" fmla="*/ 16933 h 1049866"/>
                      <a:gd name="connsiteX9-151" fmla="*/ 2323954 w 4673016"/>
                      <a:gd name="connsiteY9-152" fmla="*/ 616023 h 1049866"/>
                      <a:gd name="connsiteX10-153" fmla="*/ 3756864 w 4673016"/>
                      <a:gd name="connsiteY10-154" fmla="*/ 0 h 104986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0" name="Freeform 459"/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1" name="Freeform 460"/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2" name="Freeform 461"/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-1" fmla="*/ 168165 w 3731172"/>
                      <a:gd name="connsiteY0-2" fmla="*/ 73572 h 1418896"/>
                      <a:gd name="connsiteX1-3" fmla="*/ 451945 w 3731172"/>
                      <a:gd name="connsiteY1-4" fmla="*/ 0 h 1418896"/>
                      <a:gd name="connsiteX2-5" fmla="*/ 1881352 w 3731172"/>
                      <a:gd name="connsiteY2-6" fmla="*/ 599089 h 1418896"/>
                      <a:gd name="connsiteX3-7" fmla="*/ 3363310 w 3731172"/>
                      <a:gd name="connsiteY3-8" fmla="*/ 0 h 1418896"/>
                      <a:gd name="connsiteX4-9" fmla="*/ 3584027 w 3731172"/>
                      <a:gd name="connsiteY4-10" fmla="*/ 73572 h 1418896"/>
                      <a:gd name="connsiteX5-11" fmla="*/ 2627586 w 3731172"/>
                      <a:gd name="connsiteY5-12" fmla="*/ 441434 h 1418896"/>
                      <a:gd name="connsiteX6-13" fmla="*/ 2596055 w 3731172"/>
                      <a:gd name="connsiteY6-14" fmla="*/ 914400 h 1418896"/>
                      <a:gd name="connsiteX7-15" fmla="*/ 3731172 w 3731172"/>
                      <a:gd name="connsiteY7-16" fmla="*/ 1345324 h 1418896"/>
                      <a:gd name="connsiteX8-17" fmla="*/ 3447393 w 3731172"/>
                      <a:gd name="connsiteY8-18" fmla="*/ 1408386 h 1418896"/>
                      <a:gd name="connsiteX9-19" fmla="*/ 1870841 w 3731172"/>
                      <a:gd name="connsiteY9-20" fmla="*/ 746234 h 1418896"/>
                      <a:gd name="connsiteX10-21" fmla="*/ 262758 w 3731172"/>
                      <a:gd name="connsiteY10-22" fmla="*/ 1418896 h 1418896"/>
                      <a:gd name="connsiteX11-23" fmla="*/ 0 w 3731172"/>
                      <a:gd name="connsiteY11-24" fmla="*/ 1324303 h 1418896"/>
                      <a:gd name="connsiteX12-25" fmla="*/ 1145627 w 3731172"/>
                      <a:gd name="connsiteY12-26" fmla="*/ 882869 h 1418896"/>
                      <a:gd name="connsiteX13-27" fmla="*/ 1114096 w 3731172"/>
                      <a:gd name="connsiteY13-28" fmla="*/ 409903 h 1418896"/>
                      <a:gd name="connsiteX14-29" fmla="*/ 441434 w 3731172"/>
                      <a:gd name="connsiteY14-30" fmla="*/ 10510 h 1418896"/>
                      <a:gd name="connsiteX15-31" fmla="*/ 441434 w 3731172"/>
                      <a:gd name="connsiteY15-32" fmla="*/ 10510 h 1418896"/>
                      <a:gd name="connsiteX0-33" fmla="*/ 168165 w 3731172"/>
                      <a:gd name="connsiteY0-34" fmla="*/ 73572 h 1418896"/>
                      <a:gd name="connsiteX1-35" fmla="*/ 451945 w 3731172"/>
                      <a:gd name="connsiteY1-36" fmla="*/ 0 h 1418896"/>
                      <a:gd name="connsiteX2-37" fmla="*/ 1881352 w 3731172"/>
                      <a:gd name="connsiteY2-38" fmla="*/ 599089 h 1418896"/>
                      <a:gd name="connsiteX3-39" fmla="*/ 3363310 w 3731172"/>
                      <a:gd name="connsiteY3-40" fmla="*/ 0 h 1418896"/>
                      <a:gd name="connsiteX4-41" fmla="*/ 3584027 w 3731172"/>
                      <a:gd name="connsiteY4-42" fmla="*/ 73572 h 1418896"/>
                      <a:gd name="connsiteX5-43" fmla="*/ 2627586 w 3731172"/>
                      <a:gd name="connsiteY5-44" fmla="*/ 441434 h 1418896"/>
                      <a:gd name="connsiteX6-45" fmla="*/ 2596055 w 3731172"/>
                      <a:gd name="connsiteY6-46" fmla="*/ 914400 h 1418896"/>
                      <a:gd name="connsiteX7-47" fmla="*/ 3731172 w 3731172"/>
                      <a:gd name="connsiteY7-48" fmla="*/ 1345324 h 1418896"/>
                      <a:gd name="connsiteX8-49" fmla="*/ 3447393 w 3731172"/>
                      <a:gd name="connsiteY8-50" fmla="*/ 1408386 h 1418896"/>
                      <a:gd name="connsiteX9-51" fmla="*/ 1870841 w 3731172"/>
                      <a:gd name="connsiteY9-52" fmla="*/ 746234 h 1418896"/>
                      <a:gd name="connsiteX10-53" fmla="*/ 262758 w 3731172"/>
                      <a:gd name="connsiteY10-54" fmla="*/ 1418896 h 1418896"/>
                      <a:gd name="connsiteX11-55" fmla="*/ 0 w 3731172"/>
                      <a:gd name="connsiteY11-56" fmla="*/ 1324303 h 1418896"/>
                      <a:gd name="connsiteX12-57" fmla="*/ 1145627 w 3731172"/>
                      <a:gd name="connsiteY12-58" fmla="*/ 882869 h 1418896"/>
                      <a:gd name="connsiteX13-59" fmla="*/ 1114096 w 3731172"/>
                      <a:gd name="connsiteY13-60" fmla="*/ 409903 h 1418896"/>
                      <a:gd name="connsiteX14-61" fmla="*/ 441434 w 3731172"/>
                      <a:gd name="connsiteY14-62" fmla="*/ 10510 h 1418896"/>
                      <a:gd name="connsiteX0-63" fmla="*/ 168165 w 3731172"/>
                      <a:gd name="connsiteY0-64" fmla="*/ 73572 h 1418896"/>
                      <a:gd name="connsiteX1-65" fmla="*/ 451945 w 3731172"/>
                      <a:gd name="connsiteY1-66" fmla="*/ 0 h 1418896"/>
                      <a:gd name="connsiteX2-67" fmla="*/ 1881352 w 3731172"/>
                      <a:gd name="connsiteY2-68" fmla="*/ 599089 h 1418896"/>
                      <a:gd name="connsiteX3-69" fmla="*/ 3363310 w 3731172"/>
                      <a:gd name="connsiteY3-70" fmla="*/ 0 h 1418896"/>
                      <a:gd name="connsiteX4-71" fmla="*/ 3584027 w 3731172"/>
                      <a:gd name="connsiteY4-72" fmla="*/ 73572 h 1418896"/>
                      <a:gd name="connsiteX5-73" fmla="*/ 2627586 w 3731172"/>
                      <a:gd name="connsiteY5-74" fmla="*/ 441434 h 1418896"/>
                      <a:gd name="connsiteX6-75" fmla="*/ 2596055 w 3731172"/>
                      <a:gd name="connsiteY6-76" fmla="*/ 914400 h 1418896"/>
                      <a:gd name="connsiteX7-77" fmla="*/ 3731172 w 3731172"/>
                      <a:gd name="connsiteY7-78" fmla="*/ 1345324 h 1418896"/>
                      <a:gd name="connsiteX8-79" fmla="*/ 3447393 w 3731172"/>
                      <a:gd name="connsiteY8-80" fmla="*/ 1408386 h 1418896"/>
                      <a:gd name="connsiteX9-81" fmla="*/ 1870841 w 3731172"/>
                      <a:gd name="connsiteY9-82" fmla="*/ 746234 h 1418896"/>
                      <a:gd name="connsiteX10-83" fmla="*/ 262758 w 3731172"/>
                      <a:gd name="connsiteY10-84" fmla="*/ 1418896 h 1418896"/>
                      <a:gd name="connsiteX11-85" fmla="*/ 0 w 3731172"/>
                      <a:gd name="connsiteY11-86" fmla="*/ 1324303 h 1418896"/>
                      <a:gd name="connsiteX12-87" fmla="*/ 1145627 w 3731172"/>
                      <a:gd name="connsiteY12-88" fmla="*/ 882869 h 1418896"/>
                      <a:gd name="connsiteX13-89" fmla="*/ 1114096 w 3731172"/>
                      <a:gd name="connsiteY13-90" fmla="*/ 409903 h 1418896"/>
                      <a:gd name="connsiteX14-91" fmla="*/ 357351 w 3731172"/>
                      <a:gd name="connsiteY14-92" fmla="*/ 115613 h 1418896"/>
                      <a:gd name="connsiteX0-93" fmla="*/ 168165 w 3731172"/>
                      <a:gd name="connsiteY0-94" fmla="*/ 73572 h 1418896"/>
                      <a:gd name="connsiteX1-95" fmla="*/ 451945 w 3731172"/>
                      <a:gd name="connsiteY1-96" fmla="*/ 0 h 1418896"/>
                      <a:gd name="connsiteX2-97" fmla="*/ 1881352 w 3731172"/>
                      <a:gd name="connsiteY2-98" fmla="*/ 599089 h 1418896"/>
                      <a:gd name="connsiteX3-99" fmla="*/ 3363310 w 3731172"/>
                      <a:gd name="connsiteY3-100" fmla="*/ 0 h 1418896"/>
                      <a:gd name="connsiteX4-101" fmla="*/ 3584027 w 3731172"/>
                      <a:gd name="connsiteY4-102" fmla="*/ 73572 h 1418896"/>
                      <a:gd name="connsiteX5-103" fmla="*/ 2627586 w 3731172"/>
                      <a:gd name="connsiteY5-104" fmla="*/ 441434 h 1418896"/>
                      <a:gd name="connsiteX6-105" fmla="*/ 2596055 w 3731172"/>
                      <a:gd name="connsiteY6-106" fmla="*/ 914400 h 1418896"/>
                      <a:gd name="connsiteX7-107" fmla="*/ 3731172 w 3731172"/>
                      <a:gd name="connsiteY7-108" fmla="*/ 1345324 h 1418896"/>
                      <a:gd name="connsiteX8-109" fmla="*/ 3447393 w 3731172"/>
                      <a:gd name="connsiteY8-110" fmla="*/ 1408386 h 1418896"/>
                      <a:gd name="connsiteX9-111" fmla="*/ 1870841 w 3731172"/>
                      <a:gd name="connsiteY9-112" fmla="*/ 746234 h 1418896"/>
                      <a:gd name="connsiteX10-113" fmla="*/ 262758 w 3731172"/>
                      <a:gd name="connsiteY10-114" fmla="*/ 1418896 h 1418896"/>
                      <a:gd name="connsiteX11-115" fmla="*/ 0 w 3731172"/>
                      <a:gd name="connsiteY11-116" fmla="*/ 1324303 h 1418896"/>
                      <a:gd name="connsiteX12-117" fmla="*/ 1145627 w 3731172"/>
                      <a:gd name="connsiteY12-118" fmla="*/ 882869 h 1418896"/>
                      <a:gd name="connsiteX13-119" fmla="*/ 1114096 w 3731172"/>
                      <a:gd name="connsiteY13-120" fmla="*/ 409903 h 1418896"/>
                      <a:gd name="connsiteX14-121" fmla="*/ 147144 w 3731172"/>
                      <a:gd name="connsiteY14-122" fmla="*/ 63061 h 1418896"/>
                      <a:gd name="connsiteX0-123" fmla="*/ 168165 w 3731172"/>
                      <a:gd name="connsiteY0-124" fmla="*/ 73572 h 1418896"/>
                      <a:gd name="connsiteX1-125" fmla="*/ 451945 w 3731172"/>
                      <a:gd name="connsiteY1-126" fmla="*/ 0 h 1418896"/>
                      <a:gd name="connsiteX2-127" fmla="*/ 1881352 w 3731172"/>
                      <a:gd name="connsiteY2-128" fmla="*/ 599089 h 1418896"/>
                      <a:gd name="connsiteX3-129" fmla="*/ 3363310 w 3731172"/>
                      <a:gd name="connsiteY3-130" fmla="*/ 0 h 1418896"/>
                      <a:gd name="connsiteX4-131" fmla="*/ 3584027 w 3731172"/>
                      <a:gd name="connsiteY4-132" fmla="*/ 73572 h 1418896"/>
                      <a:gd name="connsiteX5-133" fmla="*/ 2627586 w 3731172"/>
                      <a:gd name="connsiteY5-134" fmla="*/ 441434 h 1418896"/>
                      <a:gd name="connsiteX6-135" fmla="*/ 2596055 w 3731172"/>
                      <a:gd name="connsiteY6-136" fmla="*/ 914400 h 1418896"/>
                      <a:gd name="connsiteX7-137" fmla="*/ 3731172 w 3731172"/>
                      <a:gd name="connsiteY7-138" fmla="*/ 1345324 h 1418896"/>
                      <a:gd name="connsiteX8-139" fmla="*/ 3447393 w 3731172"/>
                      <a:gd name="connsiteY8-140" fmla="*/ 1408386 h 1418896"/>
                      <a:gd name="connsiteX9-141" fmla="*/ 1870841 w 3731172"/>
                      <a:gd name="connsiteY9-142" fmla="*/ 746234 h 1418896"/>
                      <a:gd name="connsiteX10-143" fmla="*/ 262758 w 3731172"/>
                      <a:gd name="connsiteY10-144" fmla="*/ 1418896 h 1418896"/>
                      <a:gd name="connsiteX11-145" fmla="*/ 0 w 3731172"/>
                      <a:gd name="connsiteY11-146" fmla="*/ 1324303 h 1418896"/>
                      <a:gd name="connsiteX12-147" fmla="*/ 1145627 w 3731172"/>
                      <a:gd name="connsiteY12-148" fmla="*/ 882869 h 1418896"/>
                      <a:gd name="connsiteX13-149" fmla="*/ 1114096 w 3731172"/>
                      <a:gd name="connsiteY13-150" fmla="*/ 420413 h 1418896"/>
                      <a:gd name="connsiteX14-151" fmla="*/ 147144 w 3731172"/>
                      <a:gd name="connsiteY14-152" fmla="*/ 63061 h 1418896"/>
                      <a:gd name="connsiteX0-153" fmla="*/ 168165 w 3731172"/>
                      <a:gd name="connsiteY0-154" fmla="*/ 73572 h 1418896"/>
                      <a:gd name="connsiteX1-155" fmla="*/ 451945 w 3731172"/>
                      <a:gd name="connsiteY1-156" fmla="*/ 0 h 1418896"/>
                      <a:gd name="connsiteX2-157" fmla="*/ 1881352 w 3731172"/>
                      <a:gd name="connsiteY2-158" fmla="*/ 599089 h 1418896"/>
                      <a:gd name="connsiteX3-159" fmla="*/ 3363310 w 3731172"/>
                      <a:gd name="connsiteY3-160" fmla="*/ 0 h 1418896"/>
                      <a:gd name="connsiteX4-161" fmla="*/ 3584027 w 3731172"/>
                      <a:gd name="connsiteY4-162" fmla="*/ 73572 h 1418896"/>
                      <a:gd name="connsiteX5-163" fmla="*/ 2627586 w 3731172"/>
                      <a:gd name="connsiteY5-164" fmla="*/ 441434 h 1418896"/>
                      <a:gd name="connsiteX6-165" fmla="*/ 2596055 w 3731172"/>
                      <a:gd name="connsiteY6-166" fmla="*/ 914400 h 1418896"/>
                      <a:gd name="connsiteX7-167" fmla="*/ 3731172 w 3731172"/>
                      <a:gd name="connsiteY7-168" fmla="*/ 1345324 h 1418896"/>
                      <a:gd name="connsiteX8-169" fmla="*/ 3447393 w 3731172"/>
                      <a:gd name="connsiteY8-170" fmla="*/ 1408386 h 1418896"/>
                      <a:gd name="connsiteX9-171" fmla="*/ 1870841 w 3731172"/>
                      <a:gd name="connsiteY9-172" fmla="*/ 746234 h 1418896"/>
                      <a:gd name="connsiteX10-173" fmla="*/ 262758 w 3731172"/>
                      <a:gd name="connsiteY10-174" fmla="*/ 1418896 h 1418896"/>
                      <a:gd name="connsiteX11-175" fmla="*/ 0 w 3731172"/>
                      <a:gd name="connsiteY11-176" fmla="*/ 1324303 h 1418896"/>
                      <a:gd name="connsiteX12-177" fmla="*/ 1145627 w 3731172"/>
                      <a:gd name="connsiteY12-178" fmla="*/ 882869 h 1418896"/>
                      <a:gd name="connsiteX13-179" fmla="*/ 1114096 w 3731172"/>
                      <a:gd name="connsiteY13-180" fmla="*/ 420413 h 1418896"/>
                      <a:gd name="connsiteX14-181" fmla="*/ 189185 w 3731172"/>
                      <a:gd name="connsiteY14-182" fmla="*/ 84081 h 1418896"/>
                      <a:gd name="connsiteX0-183" fmla="*/ 168165 w 3731172"/>
                      <a:gd name="connsiteY0-184" fmla="*/ 73572 h 1418896"/>
                      <a:gd name="connsiteX1-185" fmla="*/ 451945 w 3731172"/>
                      <a:gd name="connsiteY1-186" fmla="*/ 0 h 1418896"/>
                      <a:gd name="connsiteX2-187" fmla="*/ 1881352 w 3731172"/>
                      <a:gd name="connsiteY2-188" fmla="*/ 599089 h 1418896"/>
                      <a:gd name="connsiteX3-189" fmla="*/ 3363310 w 3731172"/>
                      <a:gd name="connsiteY3-190" fmla="*/ 0 h 1418896"/>
                      <a:gd name="connsiteX4-191" fmla="*/ 3584027 w 3731172"/>
                      <a:gd name="connsiteY4-192" fmla="*/ 73572 h 1418896"/>
                      <a:gd name="connsiteX5-193" fmla="*/ 2627586 w 3731172"/>
                      <a:gd name="connsiteY5-194" fmla="*/ 441434 h 1418896"/>
                      <a:gd name="connsiteX6-195" fmla="*/ 2596055 w 3731172"/>
                      <a:gd name="connsiteY6-196" fmla="*/ 914400 h 1418896"/>
                      <a:gd name="connsiteX7-197" fmla="*/ 3731172 w 3731172"/>
                      <a:gd name="connsiteY7-198" fmla="*/ 1345324 h 1418896"/>
                      <a:gd name="connsiteX8-199" fmla="*/ 3447393 w 3731172"/>
                      <a:gd name="connsiteY8-200" fmla="*/ 1408386 h 1418896"/>
                      <a:gd name="connsiteX9-201" fmla="*/ 1870841 w 3731172"/>
                      <a:gd name="connsiteY9-202" fmla="*/ 746234 h 1418896"/>
                      <a:gd name="connsiteX10-203" fmla="*/ 262758 w 3731172"/>
                      <a:gd name="connsiteY10-204" fmla="*/ 1418896 h 1418896"/>
                      <a:gd name="connsiteX11-205" fmla="*/ 0 w 3731172"/>
                      <a:gd name="connsiteY11-206" fmla="*/ 1324303 h 1418896"/>
                      <a:gd name="connsiteX12-207" fmla="*/ 1145627 w 3731172"/>
                      <a:gd name="connsiteY12-208" fmla="*/ 882869 h 1418896"/>
                      <a:gd name="connsiteX13-209" fmla="*/ 1114096 w 3731172"/>
                      <a:gd name="connsiteY13-210" fmla="*/ 420413 h 1418896"/>
                      <a:gd name="connsiteX14-211" fmla="*/ 189185 w 3731172"/>
                      <a:gd name="connsiteY14-212" fmla="*/ 84081 h 1418896"/>
                      <a:gd name="connsiteX15-213" fmla="*/ 168165 w 3731172"/>
                      <a:gd name="connsiteY15-214" fmla="*/ 73572 h 1418896"/>
                      <a:gd name="connsiteX0-215" fmla="*/ 168165 w 3731172"/>
                      <a:gd name="connsiteY0-216" fmla="*/ 73572 h 1418896"/>
                      <a:gd name="connsiteX1-217" fmla="*/ 451945 w 3731172"/>
                      <a:gd name="connsiteY1-218" fmla="*/ 0 h 1418896"/>
                      <a:gd name="connsiteX2-219" fmla="*/ 1881352 w 3731172"/>
                      <a:gd name="connsiteY2-220" fmla="*/ 599089 h 1418896"/>
                      <a:gd name="connsiteX3-221" fmla="*/ 3363310 w 3731172"/>
                      <a:gd name="connsiteY3-222" fmla="*/ 0 h 1418896"/>
                      <a:gd name="connsiteX4-223" fmla="*/ 3584027 w 3731172"/>
                      <a:gd name="connsiteY4-224" fmla="*/ 73572 h 1418896"/>
                      <a:gd name="connsiteX5-225" fmla="*/ 2627586 w 3731172"/>
                      <a:gd name="connsiteY5-226" fmla="*/ 441434 h 1418896"/>
                      <a:gd name="connsiteX6-227" fmla="*/ 2596055 w 3731172"/>
                      <a:gd name="connsiteY6-228" fmla="*/ 914400 h 1418896"/>
                      <a:gd name="connsiteX7-229" fmla="*/ 3731172 w 3731172"/>
                      <a:gd name="connsiteY7-230" fmla="*/ 1345324 h 1418896"/>
                      <a:gd name="connsiteX8-231" fmla="*/ 3447393 w 3731172"/>
                      <a:gd name="connsiteY8-232" fmla="*/ 1408386 h 1418896"/>
                      <a:gd name="connsiteX9-233" fmla="*/ 1870841 w 3731172"/>
                      <a:gd name="connsiteY9-234" fmla="*/ 746234 h 1418896"/>
                      <a:gd name="connsiteX10-235" fmla="*/ 262758 w 3731172"/>
                      <a:gd name="connsiteY10-236" fmla="*/ 1418896 h 1418896"/>
                      <a:gd name="connsiteX11-237" fmla="*/ 0 w 3731172"/>
                      <a:gd name="connsiteY11-238" fmla="*/ 1324303 h 1418896"/>
                      <a:gd name="connsiteX12-239" fmla="*/ 1145627 w 3731172"/>
                      <a:gd name="connsiteY12-240" fmla="*/ 882869 h 1418896"/>
                      <a:gd name="connsiteX13-241" fmla="*/ 1156137 w 3731172"/>
                      <a:gd name="connsiteY13-242" fmla="*/ 441434 h 1418896"/>
                      <a:gd name="connsiteX14-243" fmla="*/ 189185 w 3731172"/>
                      <a:gd name="connsiteY14-244" fmla="*/ 84081 h 1418896"/>
                      <a:gd name="connsiteX15-245" fmla="*/ 168165 w 3731172"/>
                      <a:gd name="connsiteY15-246" fmla="*/ 73572 h 1418896"/>
                      <a:gd name="connsiteX0-247" fmla="*/ 168165 w 3731172"/>
                      <a:gd name="connsiteY0-248" fmla="*/ 73572 h 1418896"/>
                      <a:gd name="connsiteX1-249" fmla="*/ 451945 w 3731172"/>
                      <a:gd name="connsiteY1-250" fmla="*/ 0 h 1418896"/>
                      <a:gd name="connsiteX2-251" fmla="*/ 1881352 w 3731172"/>
                      <a:gd name="connsiteY2-252" fmla="*/ 599089 h 1418896"/>
                      <a:gd name="connsiteX3-253" fmla="*/ 3363310 w 3731172"/>
                      <a:gd name="connsiteY3-254" fmla="*/ 0 h 1418896"/>
                      <a:gd name="connsiteX4-255" fmla="*/ 3584027 w 3731172"/>
                      <a:gd name="connsiteY4-256" fmla="*/ 73572 h 1418896"/>
                      <a:gd name="connsiteX5-257" fmla="*/ 2627586 w 3731172"/>
                      <a:gd name="connsiteY5-258" fmla="*/ 441434 h 1418896"/>
                      <a:gd name="connsiteX6-259" fmla="*/ 2596055 w 3731172"/>
                      <a:gd name="connsiteY6-260" fmla="*/ 914400 h 1418896"/>
                      <a:gd name="connsiteX7-261" fmla="*/ 3731172 w 3731172"/>
                      <a:gd name="connsiteY7-262" fmla="*/ 1345324 h 1418896"/>
                      <a:gd name="connsiteX8-263" fmla="*/ 3447393 w 3731172"/>
                      <a:gd name="connsiteY8-264" fmla="*/ 1408386 h 1418896"/>
                      <a:gd name="connsiteX9-265" fmla="*/ 1870841 w 3731172"/>
                      <a:gd name="connsiteY9-266" fmla="*/ 746234 h 1418896"/>
                      <a:gd name="connsiteX10-267" fmla="*/ 262758 w 3731172"/>
                      <a:gd name="connsiteY10-268" fmla="*/ 1418896 h 1418896"/>
                      <a:gd name="connsiteX11-269" fmla="*/ 0 w 3731172"/>
                      <a:gd name="connsiteY11-270" fmla="*/ 1324303 h 1418896"/>
                      <a:gd name="connsiteX12-271" fmla="*/ 1145627 w 3731172"/>
                      <a:gd name="connsiteY12-272" fmla="*/ 882869 h 1418896"/>
                      <a:gd name="connsiteX13-273" fmla="*/ 1145626 w 3731172"/>
                      <a:gd name="connsiteY13-274" fmla="*/ 451945 h 1418896"/>
                      <a:gd name="connsiteX14-275" fmla="*/ 189185 w 3731172"/>
                      <a:gd name="connsiteY14-276" fmla="*/ 84081 h 1418896"/>
                      <a:gd name="connsiteX15-277" fmla="*/ 168165 w 3731172"/>
                      <a:gd name="connsiteY15-278" fmla="*/ 73572 h 1418896"/>
                      <a:gd name="connsiteX0-279" fmla="*/ 168165 w 3731172"/>
                      <a:gd name="connsiteY0-280" fmla="*/ 73572 h 1418896"/>
                      <a:gd name="connsiteX1-281" fmla="*/ 451945 w 3731172"/>
                      <a:gd name="connsiteY1-282" fmla="*/ 0 h 1418896"/>
                      <a:gd name="connsiteX2-283" fmla="*/ 1881352 w 3731172"/>
                      <a:gd name="connsiteY2-284" fmla="*/ 599089 h 1418896"/>
                      <a:gd name="connsiteX3-285" fmla="*/ 3363310 w 3731172"/>
                      <a:gd name="connsiteY3-286" fmla="*/ 0 h 1418896"/>
                      <a:gd name="connsiteX4-287" fmla="*/ 3584027 w 3731172"/>
                      <a:gd name="connsiteY4-288" fmla="*/ 73572 h 1418896"/>
                      <a:gd name="connsiteX5-289" fmla="*/ 2627586 w 3731172"/>
                      <a:gd name="connsiteY5-290" fmla="*/ 441434 h 1418896"/>
                      <a:gd name="connsiteX6-291" fmla="*/ 2596055 w 3731172"/>
                      <a:gd name="connsiteY6-292" fmla="*/ 914400 h 1418896"/>
                      <a:gd name="connsiteX7-293" fmla="*/ 3731172 w 3731172"/>
                      <a:gd name="connsiteY7-294" fmla="*/ 1345324 h 1418896"/>
                      <a:gd name="connsiteX8-295" fmla="*/ 3447393 w 3731172"/>
                      <a:gd name="connsiteY8-296" fmla="*/ 1408386 h 1418896"/>
                      <a:gd name="connsiteX9-297" fmla="*/ 1870841 w 3731172"/>
                      <a:gd name="connsiteY9-298" fmla="*/ 746234 h 1418896"/>
                      <a:gd name="connsiteX10-299" fmla="*/ 262758 w 3731172"/>
                      <a:gd name="connsiteY10-300" fmla="*/ 1418896 h 1418896"/>
                      <a:gd name="connsiteX11-301" fmla="*/ 0 w 3731172"/>
                      <a:gd name="connsiteY11-302" fmla="*/ 1324303 h 1418896"/>
                      <a:gd name="connsiteX12-303" fmla="*/ 1145627 w 3731172"/>
                      <a:gd name="connsiteY12-304" fmla="*/ 903890 h 1418896"/>
                      <a:gd name="connsiteX13-305" fmla="*/ 1145626 w 3731172"/>
                      <a:gd name="connsiteY13-306" fmla="*/ 451945 h 1418896"/>
                      <a:gd name="connsiteX14-307" fmla="*/ 189185 w 3731172"/>
                      <a:gd name="connsiteY14-308" fmla="*/ 84081 h 1418896"/>
                      <a:gd name="connsiteX15-309" fmla="*/ 168165 w 3731172"/>
                      <a:gd name="connsiteY15-310" fmla="*/ 73572 h 1418896"/>
                      <a:gd name="connsiteX0-311" fmla="*/ 147144 w 3710151"/>
                      <a:gd name="connsiteY0-312" fmla="*/ 73572 h 1418896"/>
                      <a:gd name="connsiteX1-313" fmla="*/ 430924 w 3710151"/>
                      <a:gd name="connsiteY1-314" fmla="*/ 0 h 1418896"/>
                      <a:gd name="connsiteX2-315" fmla="*/ 1860331 w 3710151"/>
                      <a:gd name="connsiteY2-316" fmla="*/ 599089 h 1418896"/>
                      <a:gd name="connsiteX3-317" fmla="*/ 3342289 w 3710151"/>
                      <a:gd name="connsiteY3-318" fmla="*/ 0 h 1418896"/>
                      <a:gd name="connsiteX4-319" fmla="*/ 3563006 w 3710151"/>
                      <a:gd name="connsiteY4-320" fmla="*/ 73572 h 1418896"/>
                      <a:gd name="connsiteX5-321" fmla="*/ 2606565 w 3710151"/>
                      <a:gd name="connsiteY5-322" fmla="*/ 441434 h 1418896"/>
                      <a:gd name="connsiteX6-323" fmla="*/ 2575034 w 3710151"/>
                      <a:gd name="connsiteY6-324" fmla="*/ 914400 h 1418896"/>
                      <a:gd name="connsiteX7-325" fmla="*/ 3710151 w 3710151"/>
                      <a:gd name="connsiteY7-326" fmla="*/ 1345324 h 1418896"/>
                      <a:gd name="connsiteX8-327" fmla="*/ 3426372 w 3710151"/>
                      <a:gd name="connsiteY8-328" fmla="*/ 1408386 h 1418896"/>
                      <a:gd name="connsiteX9-329" fmla="*/ 1849820 w 3710151"/>
                      <a:gd name="connsiteY9-330" fmla="*/ 746234 h 1418896"/>
                      <a:gd name="connsiteX10-331" fmla="*/ 241737 w 3710151"/>
                      <a:gd name="connsiteY10-332" fmla="*/ 1418896 h 1418896"/>
                      <a:gd name="connsiteX11-333" fmla="*/ 0 w 3710151"/>
                      <a:gd name="connsiteY11-334" fmla="*/ 1334814 h 1418896"/>
                      <a:gd name="connsiteX12-335" fmla="*/ 1124606 w 3710151"/>
                      <a:gd name="connsiteY12-336" fmla="*/ 903890 h 1418896"/>
                      <a:gd name="connsiteX13-337" fmla="*/ 1124605 w 3710151"/>
                      <a:gd name="connsiteY13-338" fmla="*/ 451945 h 1418896"/>
                      <a:gd name="connsiteX14-339" fmla="*/ 168164 w 3710151"/>
                      <a:gd name="connsiteY14-340" fmla="*/ 84081 h 1418896"/>
                      <a:gd name="connsiteX15-341" fmla="*/ 147144 w 3710151"/>
                      <a:gd name="connsiteY15-342" fmla="*/ 73572 h 1418896"/>
                      <a:gd name="connsiteX0-343" fmla="*/ 147144 w 3710151"/>
                      <a:gd name="connsiteY0-344" fmla="*/ 73572 h 1418896"/>
                      <a:gd name="connsiteX1-345" fmla="*/ 430924 w 3710151"/>
                      <a:gd name="connsiteY1-346" fmla="*/ 0 h 1418896"/>
                      <a:gd name="connsiteX2-347" fmla="*/ 1860331 w 3710151"/>
                      <a:gd name="connsiteY2-348" fmla="*/ 599089 h 1418896"/>
                      <a:gd name="connsiteX3-349" fmla="*/ 3342289 w 3710151"/>
                      <a:gd name="connsiteY3-350" fmla="*/ 0 h 1418896"/>
                      <a:gd name="connsiteX4-351" fmla="*/ 3563006 w 3710151"/>
                      <a:gd name="connsiteY4-352" fmla="*/ 73572 h 1418896"/>
                      <a:gd name="connsiteX5-353" fmla="*/ 2606565 w 3710151"/>
                      <a:gd name="connsiteY5-354" fmla="*/ 441434 h 1418896"/>
                      <a:gd name="connsiteX6-355" fmla="*/ 2606565 w 3710151"/>
                      <a:gd name="connsiteY6-356" fmla="*/ 924910 h 1418896"/>
                      <a:gd name="connsiteX7-357" fmla="*/ 3710151 w 3710151"/>
                      <a:gd name="connsiteY7-358" fmla="*/ 1345324 h 1418896"/>
                      <a:gd name="connsiteX8-359" fmla="*/ 3426372 w 3710151"/>
                      <a:gd name="connsiteY8-360" fmla="*/ 1408386 h 1418896"/>
                      <a:gd name="connsiteX9-361" fmla="*/ 1849820 w 3710151"/>
                      <a:gd name="connsiteY9-362" fmla="*/ 746234 h 1418896"/>
                      <a:gd name="connsiteX10-363" fmla="*/ 241737 w 3710151"/>
                      <a:gd name="connsiteY10-364" fmla="*/ 1418896 h 1418896"/>
                      <a:gd name="connsiteX11-365" fmla="*/ 0 w 3710151"/>
                      <a:gd name="connsiteY11-366" fmla="*/ 1334814 h 1418896"/>
                      <a:gd name="connsiteX12-367" fmla="*/ 1124606 w 3710151"/>
                      <a:gd name="connsiteY12-368" fmla="*/ 903890 h 1418896"/>
                      <a:gd name="connsiteX13-369" fmla="*/ 1124605 w 3710151"/>
                      <a:gd name="connsiteY13-370" fmla="*/ 451945 h 1418896"/>
                      <a:gd name="connsiteX14-371" fmla="*/ 168164 w 3710151"/>
                      <a:gd name="connsiteY14-372" fmla="*/ 84081 h 1418896"/>
                      <a:gd name="connsiteX15-373" fmla="*/ 147144 w 3710151"/>
                      <a:gd name="connsiteY15-374" fmla="*/ 73572 h 1418896"/>
                      <a:gd name="connsiteX0-375" fmla="*/ 147144 w 3710151"/>
                      <a:gd name="connsiteY0-376" fmla="*/ 73572 h 1418896"/>
                      <a:gd name="connsiteX1-377" fmla="*/ 430924 w 3710151"/>
                      <a:gd name="connsiteY1-378" fmla="*/ 0 h 1418896"/>
                      <a:gd name="connsiteX2-379" fmla="*/ 1860331 w 3710151"/>
                      <a:gd name="connsiteY2-380" fmla="*/ 599089 h 1418896"/>
                      <a:gd name="connsiteX3-381" fmla="*/ 3342289 w 3710151"/>
                      <a:gd name="connsiteY3-382" fmla="*/ 0 h 1418896"/>
                      <a:gd name="connsiteX4-383" fmla="*/ 3563006 w 3710151"/>
                      <a:gd name="connsiteY4-384" fmla="*/ 73572 h 1418896"/>
                      <a:gd name="connsiteX5-385" fmla="*/ 2606565 w 3710151"/>
                      <a:gd name="connsiteY5-386" fmla="*/ 441434 h 1418896"/>
                      <a:gd name="connsiteX6-387" fmla="*/ 2610282 w 3710151"/>
                      <a:gd name="connsiteY6-388" fmla="*/ 902607 h 1418896"/>
                      <a:gd name="connsiteX7-389" fmla="*/ 3710151 w 3710151"/>
                      <a:gd name="connsiteY7-390" fmla="*/ 1345324 h 1418896"/>
                      <a:gd name="connsiteX8-391" fmla="*/ 3426372 w 3710151"/>
                      <a:gd name="connsiteY8-392" fmla="*/ 1408386 h 1418896"/>
                      <a:gd name="connsiteX9-393" fmla="*/ 1849820 w 3710151"/>
                      <a:gd name="connsiteY9-394" fmla="*/ 746234 h 1418896"/>
                      <a:gd name="connsiteX10-395" fmla="*/ 241737 w 3710151"/>
                      <a:gd name="connsiteY10-396" fmla="*/ 1418896 h 1418896"/>
                      <a:gd name="connsiteX11-397" fmla="*/ 0 w 3710151"/>
                      <a:gd name="connsiteY11-398" fmla="*/ 1334814 h 1418896"/>
                      <a:gd name="connsiteX12-399" fmla="*/ 1124606 w 3710151"/>
                      <a:gd name="connsiteY12-400" fmla="*/ 903890 h 1418896"/>
                      <a:gd name="connsiteX13-401" fmla="*/ 1124605 w 3710151"/>
                      <a:gd name="connsiteY13-402" fmla="*/ 451945 h 1418896"/>
                      <a:gd name="connsiteX14-403" fmla="*/ 168164 w 3710151"/>
                      <a:gd name="connsiteY14-404" fmla="*/ 84081 h 1418896"/>
                      <a:gd name="connsiteX15-405" fmla="*/ 147144 w 3710151"/>
                      <a:gd name="connsiteY15-406" fmla="*/ 73572 h 1418896"/>
                      <a:gd name="connsiteX0-407" fmla="*/ 147144 w 3710151"/>
                      <a:gd name="connsiteY0-408" fmla="*/ 73572 h 1418896"/>
                      <a:gd name="connsiteX1-409" fmla="*/ 430924 w 3710151"/>
                      <a:gd name="connsiteY1-410" fmla="*/ 0 h 1418896"/>
                      <a:gd name="connsiteX2-411" fmla="*/ 1860331 w 3710151"/>
                      <a:gd name="connsiteY2-412" fmla="*/ 599089 h 1418896"/>
                      <a:gd name="connsiteX3-413" fmla="*/ 3342289 w 3710151"/>
                      <a:gd name="connsiteY3-414" fmla="*/ 0 h 1418896"/>
                      <a:gd name="connsiteX4-415" fmla="*/ 3563006 w 3710151"/>
                      <a:gd name="connsiteY4-416" fmla="*/ 73572 h 1418896"/>
                      <a:gd name="connsiteX5-417" fmla="*/ 2617717 w 3710151"/>
                      <a:gd name="connsiteY5-418" fmla="*/ 445151 h 1418896"/>
                      <a:gd name="connsiteX6-419" fmla="*/ 2610282 w 3710151"/>
                      <a:gd name="connsiteY6-420" fmla="*/ 902607 h 1418896"/>
                      <a:gd name="connsiteX7-421" fmla="*/ 3710151 w 3710151"/>
                      <a:gd name="connsiteY7-422" fmla="*/ 1345324 h 1418896"/>
                      <a:gd name="connsiteX8-423" fmla="*/ 3426372 w 3710151"/>
                      <a:gd name="connsiteY8-424" fmla="*/ 1408386 h 1418896"/>
                      <a:gd name="connsiteX9-425" fmla="*/ 1849820 w 3710151"/>
                      <a:gd name="connsiteY9-426" fmla="*/ 746234 h 1418896"/>
                      <a:gd name="connsiteX10-427" fmla="*/ 241737 w 3710151"/>
                      <a:gd name="connsiteY10-428" fmla="*/ 1418896 h 1418896"/>
                      <a:gd name="connsiteX11-429" fmla="*/ 0 w 3710151"/>
                      <a:gd name="connsiteY11-430" fmla="*/ 1334814 h 1418896"/>
                      <a:gd name="connsiteX12-431" fmla="*/ 1124606 w 3710151"/>
                      <a:gd name="connsiteY12-432" fmla="*/ 903890 h 1418896"/>
                      <a:gd name="connsiteX13-433" fmla="*/ 1124605 w 3710151"/>
                      <a:gd name="connsiteY13-434" fmla="*/ 451945 h 1418896"/>
                      <a:gd name="connsiteX14-435" fmla="*/ 168164 w 3710151"/>
                      <a:gd name="connsiteY14-436" fmla="*/ 84081 h 1418896"/>
                      <a:gd name="connsiteX15-437" fmla="*/ 147144 w 3710151"/>
                      <a:gd name="connsiteY15-438" fmla="*/ 73572 h 1418896"/>
                      <a:gd name="connsiteX0-439" fmla="*/ 147144 w 3710151"/>
                      <a:gd name="connsiteY0-440" fmla="*/ 73572 h 1418896"/>
                      <a:gd name="connsiteX1-441" fmla="*/ 430924 w 3710151"/>
                      <a:gd name="connsiteY1-442" fmla="*/ 0 h 1418896"/>
                      <a:gd name="connsiteX2-443" fmla="*/ 1860331 w 3710151"/>
                      <a:gd name="connsiteY2-444" fmla="*/ 599089 h 1418896"/>
                      <a:gd name="connsiteX3-445" fmla="*/ 3342289 w 3710151"/>
                      <a:gd name="connsiteY3-446" fmla="*/ 0 h 1418896"/>
                      <a:gd name="connsiteX4-447" fmla="*/ 3563006 w 3710151"/>
                      <a:gd name="connsiteY4-448" fmla="*/ 73572 h 1418896"/>
                      <a:gd name="connsiteX5-449" fmla="*/ 2617717 w 3710151"/>
                      <a:gd name="connsiteY5-450" fmla="*/ 448868 h 1418896"/>
                      <a:gd name="connsiteX6-451" fmla="*/ 2610282 w 3710151"/>
                      <a:gd name="connsiteY6-452" fmla="*/ 902607 h 1418896"/>
                      <a:gd name="connsiteX7-453" fmla="*/ 3710151 w 3710151"/>
                      <a:gd name="connsiteY7-454" fmla="*/ 1345324 h 1418896"/>
                      <a:gd name="connsiteX8-455" fmla="*/ 3426372 w 3710151"/>
                      <a:gd name="connsiteY8-456" fmla="*/ 1408386 h 1418896"/>
                      <a:gd name="connsiteX9-457" fmla="*/ 1849820 w 3710151"/>
                      <a:gd name="connsiteY9-458" fmla="*/ 746234 h 1418896"/>
                      <a:gd name="connsiteX10-459" fmla="*/ 241737 w 3710151"/>
                      <a:gd name="connsiteY10-460" fmla="*/ 1418896 h 1418896"/>
                      <a:gd name="connsiteX11-461" fmla="*/ 0 w 3710151"/>
                      <a:gd name="connsiteY11-462" fmla="*/ 1334814 h 1418896"/>
                      <a:gd name="connsiteX12-463" fmla="*/ 1124606 w 3710151"/>
                      <a:gd name="connsiteY12-464" fmla="*/ 903890 h 1418896"/>
                      <a:gd name="connsiteX13-465" fmla="*/ 1124605 w 3710151"/>
                      <a:gd name="connsiteY13-466" fmla="*/ 451945 h 1418896"/>
                      <a:gd name="connsiteX14-467" fmla="*/ 168164 w 3710151"/>
                      <a:gd name="connsiteY14-468" fmla="*/ 84081 h 1418896"/>
                      <a:gd name="connsiteX15-469" fmla="*/ 147144 w 3710151"/>
                      <a:gd name="connsiteY15-470" fmla="*/ 73572 h 1418896"/>
                      <a:gd name="connsiteX0-471" fmla="*/ 147144 w 3710151"/>
                      <a:gd name="connsiteY0-472" fmla="*/ 73572 h 1418896"/>
                      <a:gd name="connsiteX1-473" fmla="*/ 430924 w 3710151"/>
                      <a:gd name="connsiteY1-474" fmla="*/ 0 h 1418896"/>
                      <a:gd name="connsiteX2-475" fmla="*/ 1838028 w 3710151"/>
                      <a:gd name="connsiteY2-476" fmla="*/ 591655 h 1418896"/>
                      <a:gd name="connsiteX3-477" fmla="*/ 3342289 w 3710151"/>
                      <a:gd name="connsiteY3-478" fmla="*/ 0 h 1418896"/>
                      <a:gd name="connsiteX4-479" fmla="*/ 3563006 w 3710151"/>
                      <a:gd name="connsiteY4-480" fmla="*/ 73572 h 1418896"/>
                      <a:gd name="connsiteX5-481" fmla="*/ 2617717 w 3710151"/>
                      <a:gd name="connsiteY5-482" fmla="*/ 448868 h 1418896"/>
                      <a:gd name="connsiteX6-483" fmla="*/ 2610282 w 3710151"/>
                      <a:gd name="connsiteY6-484" fmla="*/ 902607 h 1418896"/>
                      <a:gd name="connsiteX7-485" fmla="*/ 3710151 w 3710151"/>
                      <a:gd name="connsiteY7-486" fmla="*/ 1345324 h 1418896"/>
                      <a:gd name="connsiteX8-487" fmla="*/ 3426372 w 3710151"/>
                      <a:gd name="connsiteY8-488" fmla="*/ 1408386 h 1418896"/>
                      <a:gd name="connsiteX9-489" fmla="*/ 1849820 w 3710151"/>
                      <a:gd name="connsiteY9-490" fmla="*/ 746234 h 1418896"/>
                      <a:gd name="connsiteX10-491" fmla="*/ 241737 w 3710151"/>
                      <a:gd name="connsiteY10-492" fmla="*/ 1418896 h 1418896"/>
                      <a:gd name="connsiteX11-493" fmla="*/ 0 w 3710151"/>
                      <a:gd name="connsiteY11-494" fmla="*/ 1334814 h 1418896"/>
                      <a:gd name="connsiteX12-495" fmla="*/ 1124606 w 3710151"/>
                      <a:gd name="connsiteY12-496" fmla="*/ 903890 h 1418896"/>
                      <a:gd name="connsiteX13-497" fmla="*/ 1124605 w 3710151"/>
                      <a:gd name="connsiteY13-498" fmla="*/ 451945 h 1418896"/>
                      <a:gd name="connsiteX14-499" fmla="*/ 168164 w 3710151"/>
                      <a:gd name="connsiteY14-500" fmla="*/ 84081 h 1418896"/>
                      <a:gd name="connsiteX15-501" fmla="*/ 147144 w 3710151"/>
                      <a:gd name="connsiteY15-502" fmla="*/ 73572 h 1418896"/>
                      <a:gd name="connsiteX0-503" fmla="*/ 147144 w 3710151"/>
                      <a:gd name="connsiteY0-504" fmla="*/ 73572 h 1418896"/>
                      <a:gd name="connsiteX1-505" fmla="*/ 430924 w 3710151"/>
                      <a:gd name="connsiteY1-506" fmla="*/ 0 h 1418896"/>
                      <a:gd name="connsiteX2-507" fmla="*/ 1838028 w 3710151"/>
                      <a:gd name="connsiteY2-508" fmla="*/ 591655 h 1418896"/>
                      <a:gd name="connsiteX3-509" fmla="*/ 3342289 w 3710151"/>
                      <a:gd name="connsiteY3-510" fmla="*/ 0 h 1418896"/>
                      <a:gd name="connsiteX4-511" fmla="*/ 3563006 w 3710151"/>
                      <a:gd name="connsiteY4-512" fmla="*/ 73572 h 1418896"/>
                      <a:gd name="connsiteX5-513" fmla="*/ 2617717 w 3710151"/>
                      <a:gd name="connsiteY5-514" fmla="*/ 448868 h 1418896"/>
                      <a:gd name="connsiteX6-515" fmla="*/ 2610282 w 3710151"/>
                      <a:gd name="connsiteY6-516" fmla="*/ 902607 h 1418896"/>
                      <a:gd name="connsiteX7-517" fmla="*/ 3710151 w 3710151"/>
                      <a:gd name="connsiteY7-518" fmla="*/ 1345324 h 1418896"/>
                      <a:gd name="connsiteX8-519" fmla="*/ 3426372 w 3710151"/>
                      <a:gd name="connsiteY8-520" fmla="*/ 1408386 h 1418896"/>
                      <a:gd name="connsiteX9-521" fmla="*/ 1849820 w 3710151"/>
                      <a:gd name="connsiteY9-522" fmla="*/ 746234 h 1418896"/>
                      <a:gd name="connsiteX10-523" fmla="*/ 241737 w 3710151"/>
                      <a:gd name="connsiteY10-524" fmla="*/ 1418896 h 1418896"/>
                      <a:gd name="connsiteX11-525" fmla="*/ 0 w 3710151"/>
                      <a:gd name="connsiteY11-526" fmla="*/ 1334814 h 1418896"/>
                      <a:gd name="connsiteX12-527" fmla="*/ 1124606 w 3710151"/>
                      <a:gd name="connsiteY12-528" fmla="*/ 903890 h 1418896"/>
                      <a:gd name="connsiteX13-529" fmla="*/ 1087434 w 3710151"/>
                      <a:gd name="connsiteY13-530" fmla="*/ 451945 h 1418896"/>
                      <a:gd name="connsiteX14-531" fmla="*/ 168164 w 3710151"/>
                      <a:gd name="connsiteY14-532" fmla="*/ 84081 h 1418896"/>
                      <a:gd name="connsiteX15-533" fmla="*/ 147144 w 3710151"/>
                      <a:gd name="connsiteY15-534" fmla="*/ 73572 h 1418896"/>
                      <a:gd name="connsiteX0-535" fmla="*/ 147144 w 3710151"/>
                      <a:gd name="connsiteY0-536" fmla="*/ 73572 h 1418896"/>
                      <a:gd name="connsiteX1-537" fmla="*/ 430924 w 3710151"/>
                      <a:gd name="connsiteY1-538" fmla="*/ 0 h 1418896"/>
                      <a:gd name="connsiteX2-539" fmla="*/ 1838028 w 3710151"/>
                      <a:gd name="connsiteY2-540" fmla="*/ 591655 h 1418896"/>
                      <a:gd name="connsiteX3-541" fmla="*/ 3342289 w 3710151"/>
                      <a:gd name="connsiteY3-542" fmla="*/ 0 h 1418896"/>
                      <a:gd name="connsiteX4-543" fmla="*/ 3563006 w 3710151"/>
                      <a:gd name="connsiteY4-544" fmla="*/ 73572 h 1418896"/>
                      <a:gd name="connsiteX5-545" fmla="*/ 2617717 w 3710151"/>
                      <a:gd name="connsiteY5-546" fmla="*/ 448868 h 1418896"/>
                      <a:gd name="connsiteX6-547" fmla="*/ 2610282 w 3710151"/>
                      <a:gd name="connsiteY6-548" fmla="*/ 902607 h 1418896"/>
                      <a:gd name="connsiteX7-549" fmla="*/ 3710151 w 3710151"/>
                      <a:gd name="connsiteY7-550" fmla="*/ 1345324 h 1418896"/>
                      <a:gd name="connsiteX8-551" fmla="*/ 3426372 w 3710151"/>
                      <a:gd name="connsiteY8-552" fmla="*/ 1408386 h 1418896"/>
                      <a:gd name="connsiteX9-553" fmla="*/ 1849820 w 3710151"/>
                      <a:gd name="connsiteY9-554" fmla="*/ 746234 h 1418896"/>
                      <a:gd name="connsiteX10-555" fmla="*/ 241737 w 3710151"/>
                      <a:gd name="connsiteY10-556" fmla="*/ 1418896 h 1418896"/>
                      <a:gd name="connsiteX11-557" fmla="*/ 0 w 3710151"/>
                      <a:gd name="connsiteY11-558" fmla="*/ 1334814 h 1418896"/>
                      <a:gd name="connsiteX12-559" fmla="*/ 1098586 w 3710151"/>
                      <a:gd name="connsiteY12-560" fmla="*/ 903890 h 1418896"/>
                      <a:gd name="connsiteX13-561" fmla="*/ 1087434 w 3710151"/>
                      <a:gd name="connsiteY13-562" fmla="*/ 451945 h 1418896"/>
                      <a:gd name="connsiteX14-563" fmla="*/ 168164 w 3710151"/>
                      <a:gd name="connsiteY14-564" fmla="*/ 84081 h 1418896"/>
                      <a:gd name="connsiteX15-565" fmla="*/ 147144 w 3710151"/>
                      <a:gd name="connsiteY15-566" fmla="*/ 73572 h 1418896"/>
                      <a:gd name="connsiteX0-567" fmla="*/ 162012 w 3725019"/>
                      <a:gd name="connsiteY0-568" fmla="*/ 73572 h 1418896"/>
                      <a:gd name="connsiteX1-569" fmla="*/ 445792 w 3725019"/>
                      <a:gd name="connsiteY1-570" fmla="*/ 0 h 1418896"/>
                      <a:gd name="connsiteX2-571" fmla="*/ 1852896 w 3725019"/>
                      <a:gd name="connsiteY2-572" fmla="*/ 591655 h 1418896"/>
                      <a:gd name="connsiteX3-573" fmla="*/ 3357157 w 3725019"/>
                      <a:gd name="connsiteY3-574" fmla="*/ 0 h 1418896"/>
                      <a:gd name="connsiteX4-575" fmla="*/ 3577874 w 3725019"/>
                      <a:gd name="connsiteY4-576" fmla="*/ 73572 h 1418896"/>
                      <a:gd name="connsiteX5-577" fmla="*/ 2632585 w 3725019"/>
                      <a:gd name="connsiteY5-578" fmla="*/ 448868 h 1418896"/>
                      <a:gd name="connsiteX6-579" fmla="*/ 2625150 w 3725019"/>
                      <a:gd name="connsiteY6-580" fmla="*/ 902607 h 1418896"/>
                      <a:gd name="connsiteX7-581" fmla="*/ 3725019 w 3725019"/>
                      <a:gd name="connsiteY7-582" fmla="*/ 1345324 h 1418896"/>
                      <a:gd name="connsiteX8-583" fmla="*/ 3441240 w 3725019"/>
                      <a:gd name="connsiteY8-584" fmla="*/ 1408386 h 1418896"/>
                      <a:gd name="connsiteX9-585" fmla="*/ 1864688 w 3725019"/>
                      <a:gd name="connsiteY9-586" fmla="*/ 746234 h 1418896"/>
                      <a:gd name="connsiteX10-587" fmla="*/ 256605 w 3725019"/>
                      <a:gd name="connsiteY10-588" fmla="*/ 1418896 h 1418896"/>
                      <a:gd name="connsiteX11-589" fmla="*/ 0 w 3725019"/>
                      <a:gd name="connsiteY11-590" fmla="*/ 1331097 h 1418896"/>
                      <a:gd name="connsiteX12-591" fmla="*/ 1113454 w 3725019"/>
                      <a:gd name="connsiteY12-592" fmla="*/ 903890 h 1418896"/>
                      <a:gd name="connsiteX13-593" fmla="*/ 1102302 w 3725019"/>
                      <a:gd name="connsiteY13-594" fmla="*/ 451945 h 1418896"/>
                      <a:gd name="connsiteX14-595" fmla="*/ 183032 w 3725019"/>
                      <a:gd name="connsiteY14-596" fmla="*/ 84081 h 1418896"/>
                      <a:gd name="connsiteX15-597" fmla="*/ 162012 w 3725019"/>
                      <a:gd name="connsiteY15-598" fmla="*/ 73572 h 141889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  <a:cxn ang="0">
                        <a:pos x="connsiteX11-23" y="connsiteY11-24"/>
                      </a:cxn>
                      <a:cxn ang="0">
                        <a:pos x="connsiteX12-25" y="connsiteY12-26"/>
                      </a:cxn>
                      <a:cxn ang="0">
                        <a:pos x="connsiteX13-27" y="connsiteY13-28"/>
                      </a:cxn>
                      <a:cxn ang="0">
                        <a:pos x="connsiteX14-29" y="connsiteY14-30"/>
                      </a:cxn>
                      <a:cxn ang="0">
                        <a:pos x="connsiteX15-31" y="connsiteY15-32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392" name="Group 391"/>
              <p:cNvGrpSpPr/>
              <p:nvPr/>
            </p:nvGrpSpPr>
            <p:grpSpPr>
              <a:xfrm>
                <a:off x="11064947" y="3428485"/>
                <a:ext cx="423724" cy="405973"/>
                <a:chOff x="5103720" y="2693365"/>
                <a:chExt cx="611650" cy="414788"/>
              </a:xfrm>
            </p:grpSpPr>
            <p:cxnSp>
              <p:nvCxnSpPr>
                <p:cNvPr id="393" name="Straight Connector 392"/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95" name="Group 394"/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96" name="Picture 395" descr="server_rack.png"/>
                  <p:cNvPicPr>
                    <a:picLocks noChangeAspect="1"/>
                  </p:cNvPicPr>
                  <p:nvPr/>
                </p:nvPicPr>
                <p:blipFill>
                  <a:blip r:embed="rId1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7" name="Picture 396" descr="server_rack.png"/>
                  <p:cNvPicPr>
                    <a:picLocks noChangeAspect="1"/>
                  </p:cNvPicPr>
                  <p:nvPr/>
                </p:nvPicPr>
                <p:blipFill>
                  <a:blip r:embed="rId1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8" name="Picture 397" descr="server_rack.png"/>
                  <p:cNvPicPr>
                    <a:picLocks noChangeAspect="1"/>
                  </p:cNvPicPr>
                  <p:nvPr/>
                </p:nvPicPr>
                <p:blipFill>
                  <a:blip r:embed="rId1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</p:grpSp>
        <p:grpSp>
          <p:nvGrpSpPr>
            <p:cNvPr id="10" name="Group 9"/>
            <p:cNvGrpSpPr/>
            <p:nvPr/>
          </p:nvGrpSpPr>
          <p:grpSpPr>
            <a:xfrm>
              <a:off x="7975881" y="4741266"/>
              <a:ext cx="2318709" cy="1245936"/>
              <a:chOff x="7948367" y="4775686"/>
              <a:chExt cx="2318709" cy="1245936"/>
            </a:xfrm>
          </p:grpSpPr>
          <p:sp>
            <p:nvSpPr>
              <p:cNvPr id="22" name="Line 428"/>
              <p:cNvSpPr>
                <a:spLocks noChangeShapeType="1"/>
              </p:cNvSpPr>
              <p:nvPr/>
            </p:nvSpPr>
            <p:spPr bwMode="auto">
              <a:xfrm rot="16200000" flipV="1">
                <a:off x="9789609" y="5251739"/>
                <a:ext cx="388062" cy="75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" name="Line 435"/>
              <p:cNvSpPr>
                <a:spLocks noChangeShapeType="1"/>
              </p:cNvSpPr>
              <p:nvPr/>
            </p:nvSpPr>
            <p:spPr bwMode="auto">
              <a:xfrm>
                <a:off x="8210207" y="5117334"/>
                <a:ext cx="226800" cy="1270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7" name="Line 440"/>
              <p:cNvSpPr>
                <a:spLocks noChangeShapeType="1"/>
              </p:cNvSpPr>
              <p:nvPr/>
            </p:nvSpPr>
            <p:spPr bwMode="auto">
              <a:xfrm flipV="1">
                <a:off x="8459425" y="5036562"/>
                <a:ext cx="404236" cy="20777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4" name="Group 3"/>
              <p:cNvGrpSpPr/>
              <p:nvPr/>
            </p:nvGrpSpPr>
            <p:grpSpPr>
              <a:xfrm>
                <a:off x="7948367" y="4775686"/>
                <a:ext cx="2318709" cy="1245936"/>
                <a:chOff x="7948367" y="4775686"/>
                <a:chExt cx="2318709" cy="1245936"/>
              </a:xfrm>
            </p:grpSpPr>
            <p:sp>
              <p:nvSpPr>
                <p:cNvPr id="24" name="Line 430"/>
                <p:cNvSpPr>
                  <a:spLocks noChangeShapeType="1"/>
                </p:cNvSpPr>
                <p:nvPr/>
              </p:nvSpPr>
              <p:spPr bwMode="auto">
                <a:xfrm rot="16200000">
                  <a:off x="10209926" y="5405286"/>
                  <a:ext cx="0" cy="11430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" name="Line 431"/>
                <p:cNvSpPr>
                  <a:spLocks noChangeShapeType="1"/>
                </p:cNvSpPr>
                <p:nvPr/>
              </p:nvSpPr>
              <p:spPr bwMode="auto">
                <a:xfrm>
                  <a:off x="9432959" y="4838517"/>
                  <a:ext cx="524483" cy="261537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" name="Line 432"/>
                <p:cNvSpPr>
                  <a:spLocks noChangeShapeType="1"/>
                </p:cNvSpPr>
                <p:nvPr/>
              </p:nvSpPr>
              <p:spPr bwMode="auto">
                <a:xfrm flipV="1">
                  <a:off x="8850066" y="4838517"/>
                  <a:ext cx="569255" cy="24626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7" name="Line 433"/>
                <p:cNvSpPr>
                  <a:spLocks noChangeShapeType="1"/>
                </p:cNvSpPr>
                <p:nvPr/>
              </p:nvSpPr>
              <p:spPr bwMode="auto">
                <a:xfrm flipV="1">
                  <a:off x="8821744" y="5108876"/>
                  <a:ext cx="1030502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9" name="Line 436"/>
                <p:cNvSpPr>
                  <a:spLocks noChangeShapeType="1"/>
                </p:cNvSpPr>
                <p:nvPr/>
              </p:nvSpPr>
              <p:spPr bwMode="auto">
                <a:xfrm flipV="1">
                  <a:off x="7948367" y="5290470"/>
                  <a:ext cx="41275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0" name="Line 439"/>
                <p:cNvSpPr>
                  <a:spLocks noChangeShapeType="1"/>
                </p:cNvSpPr>
                <p:nvPr/>
              </p:nvSpPr>
              <p:spPr bwMode="auto">
                <a:xfrm flipH="1">
                  <a:off x="8373817" y="5282252"/>
                  <a:ext cx="68080" cy="2939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1" name="Line 440"/>
                <p:cNvSpPr>
                  <a:spLocks noChangeShapeType="1"/>
                </p:cNvSpPr>
                <p:nvPr/>
              </p:nvSpPr>
              <p:spPr bwMode="auto">
                <a:xfrm flipH="1" flipV="1">
                  <a:off x="8488731" y="5307931"/>
                  <a:ext cx="280374" cy="26987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" name="Line 441"/>
                <p:cNvSpPr>
                  <a:spLocks noChangeShapeType="1"/>
                </p:cNvSpPr>
                <p:nvPr/>
              </p:nvSpPr>
              <p:spPr bwMode="auto">
                <a:xfrm>
                  <a:off x="8488731" y="5258048"/>
                  <a:ext cx="914184" cy="46862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8" name="Line 428"/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885545" y="5583471"/>
                  <a:ext cx="366793" cy="1482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260" name="Picture 781" descr="antenna_radiation_stylized"/>
                <p:cNvPicPr>
                  <a:picLocks noChangeAspect="1" noChangeArrowheads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073" y="5480938"/>
                  <a:ext cx="452014" cy="9515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9" name="Picture 780" descr="access_point_stylized_small"/>
                <p:cNvPicPr>
                  <a:picLocks noChangeAspect="1" noChangeArrowheads="1"/>
                </p:cNvPicPr>
                <p:nvPr/>
              </p:nvPicPr>
              <p:blipFill>
                <a:blip r:embed="rId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90610" y="5524232"/>
                  <a:ext cx="380935" cy="3174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471" name="Group 470"/>
                <p:cNvGrpSpPr/>
                <p:nvPr/>
              </p:nvGrpSpPr>
              <p:grpSpPr>
                <a:xfrm>
                  <a:off x="9783558" y="4989983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72" name="Freeform 471"/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-1" fmla="*/ 8187558 w 8187558"/>
                      <a:gd name="connsiteY0-2" fmla="*/ 0 h 2617076"/>
                      <a:gd name="connsiteX1-3" fmla="*/ 8187558 w 8187558"/>
                      <a:gd name="connsiteY1-4" fmla="*/ 1271752 h 2617076"/>
                      <a:gd name="connsiteX2-5" fmla="*/ 4025462 w 8187558"/>
                      <a:gd name="connsiteY2-6" fmla="*/ 2617076 h 2617076"/>
                      <a:gd name="connsiteX3-7" fmla="*/ 0 w 8187558"/>
                      <a:gd name="connsiteY3-8" fmla="*/ 1229711 h 2617076"/>
                      <a:gd name="connsiteX4-9" fmla="*/ 31531 w 8187558"/>
                      <a:gd name="connsiteY4-10" fmla="*/ 147145 h 2617076"/>
                      <a:gd name="connsiteX5-11" fmla="*/ 4046482 w 8187558"/>
                      <a:gd name="connsiteY5-12" fmla="*/ 1576552 h 2617076"/>
                      <a:gd name="connsiteX6-13" fmla="*/ 8187558 w 8187558"/>
                      <a:gd name="connsiteY6-14" fmla="*/ 0 h 2617076"/>
                      <a:gd name="connsiteX0-15" fmla="*/ 8187558 w 8187558"/>
                      <a:gd name="connsiteY0-16" fmla="*/ 0 h 2617076"/>
                      <a:gd name="connsiteX1-17" fmla="*/ 8187558 w 8187558"/>
                      <a:gd name="connsiteY1-18" fmla="*/ 1271752 h 2617076"/>
                      <a:gd name="connsiteX2-19" fmla="*/ 4025462 w 8187558"/>
                      <a:gd name="connsiteY2-20" fmla="*/ 2617076 h 2617076"/>
                      <a:gd name="connsiteX3-21" fmla="*/ 0 w 8187558"/>
                      <a:gd name="connsiteY3-22" fmla="*/ 1229711 h 2617076"/>
                      <a:gd name="connsiteX4-23" fmla="*/ 31531 w 8187558"/>
                      <a:gd name="connsiteY4-24" fmla="*/ 147145 h 2617076"/>
                      <a:gd name="connsiteX5-25" fmla="*/ 4046482 w 8187558"/>
                      <a:gd name="connsiteY5-26" fmla="*/ 1576552 h 2617076"/>
                      <a:gd name="connsiteX6-27" fmla="*/ 8187558 w 8187558"/>
                      <a:gd name="connsiteY6-28" fmla="*/ 0 h 2617076"/>
                      <a:gd name="connsiteX0-29" fmla="*/ 8187558 w 8187558"/>
                      <a:gd name="connsiteY0-30" fmla="*/ 0 h 2617076"/>
                      <a:gd name="connsiteX1-31" fmla="*/ 8187558 w 8187558"/>
                      <a:gd name="connsiteY1-32" fmla="*/ 1271752 h 2617076"/>
                      <a:gd name="connsiteX2-33" fmla="*/ 4025462 w 8187558"/>
                      <a:gd name="connsiteY2-34" fmla="*/ 2617076 h 2617076"/>
                      <a:gd name="connsiteX3-35" fmla="*/ 0 w 8187558"/>
                      <a:gd name="connsiteY3-36" fmla="*/ 1229711 h 2617076"/>
                      <a:gd name="connsiteX4-37" fmla="*/ 31531 w 8187558"/>
                      <a:gd name="connsiteY4-38" fmla="*/ 147145 h 2617076"/>
                      <a:gd name="connsiteX5-39" fmla="*/ 4046482 w 8187558"/>
                      <a:gd name="connsiteY5-40" fmla="*/ 1576552 h 2617076"/>
                      <a:gd name="connsiteX6-41" fmla="*/ 8187558 w 8187558"/>
                      <a:gd name="connsiteY6-42" fmla="*/ 0 h 2617076"/>
                      <a:gd name="connsiteX0-43" fmla="*/ 8187558 w 8187558"/>
                      <a:gd name="connsiteY0-44" fmla="*/ 0 h 2617076"/>
                      <a:gd name="connsiteX1-45" fmla="*/ 8187558 w 8187558"/>
                      <a:gd name="connsiteY1-46" fmla="*/ 1271752 h 2617076"/>
                      <a:gd name="connsiteX2-47" fmla="*/ 4025462 w 8187558"/>
                      <a:gd name="connsiteY2-48" fmla="*/ 2617076 h 2617076"/>
                      <a:gd name="connsiteX3-49" fmla="*/ 0 w 8187558"/>
                      <a:gd name="connsiteY3-50" fmla="*/ 1229711 h 2617076"/>
                      <a:gd name="connsiteX4-51" fmla="*/ 31531 w 8187558"/>
                      <a:gd name="connsiteY4-52" fmla="*/ 147145 h 2617076"/>
                      <a:gd name="connsiteX5-53" fmla="*/ 4046482 w 8187558"/>
                      <a:gd name="connsiteY5-54" fmla="*/ 1576552 h 2617076"/>
                      <a:gd name="connsiteX6-55" fmla="*/ 8187558 w 8187558"/>
                      <a:gd name="connsiteY6-56" fmla="*/ 0 h 2617076"/>
                      <a:gd name="connsiteX0-57" fmla="*/ 8187558 w 8187558"/>
                      <a:gd name="connsiteY0-58" fmla="*/ 0 h 2617076"/>
                      <a:gd name="connsiteX1-59" fmla="*/ 8187558 w 8187558"/>
                      <a:gd name="connsiteY1-60" fmla="*/ 1271752 h 2617076"/>
                      <a:gd name="connsiteX2-61" fmla="*/ 4025462 w 8187558"/>
                      <a:gd name="connsiteY2-62" fmla="*/ 2617076 h 2617076"/>
                      <a:gd name="connsiteX3-63" fmla="*/ 0 w 8187558"/>
                      <a:gd name="connsiteY3-64" fmla="*/ 1229711 h 2617076"/>
                      <a:gd name="connsiteX4-65" fmla="*/ 31531 w 8187558"/>
                      <a:gd name="connsiteY4-66" fmla="*/ 147145 h 2617076"/>
                      <a:gd name="connsiteX5-67" fmla="*/ 4046482 w 8187558"/>
                      <a:gd name="connsiteY5-68" fmla="*/ 1576552 h 2617076"/>
                      <a:gd name="connsiteX6-69" fmla="*/ 8187558 w 8187558"/>
                      <a:gd name="connsiteY6-70" fmla="*/ 0 h 2617076"/>
                      <a:gd name="connsiteX0-71" fmla="*/ 8187558 w 8187558"/>
                      <a:gd name="connsiteY0-72" fmla="*/ 0 h 2617076"/>
                      <a:gd name="connsiteX1-73" fmla="*/ 8187558 w 8187558"/>
                      <a:gd name="connsiteY1-74" fmla="*/ 1271752 h 2617076"/>
                      <a:gd name="connsiteX2-75" fmla="*/ 4025462 w 8187558"/>
                      <a:gd name="connsiteY2-76" fmla="*/ 2617076 h 2617076"/>
                      <a:gd name="connsiteX3-77" fmla="*/ 0 w 8187558"/>
                      <a:gd name="connsiteY3-78" fmla="*/ 1229711 h 2617076"/>
                      <a:gd name="connsiteX4-79" fmla="*/ 31531 w 8187558"/>
                      <a:gd name="connsiteY4-80" fmla="*/ 147145 h 2617076"/>
                      <a:gd name="connsiteX5-81" fmla="*/ 4046482 w 8187558"/>
                      <a:gd name="connsiteY5-82" fmla="*/ 1576552 h 2617076"/>
                      <a:gd name="connsiteX6-83" fmla="*/ 8187558 w 8187558"/>
                      <a:gd name="connsiteY6-84" fmla="*/ 0 h 2617076"/>
                      <a:gd name="connsiteX0-85" fmla="*/ 8187558 w 8187558"/>
                      <a:gd name="connsiteY0-86" fmla="*/ 0 h 2638097"/>
                      <a:gd name="connsiteX1-87" fmla="*/ 8187558 w 8187558"/>
                      <a:gd name="connsiteY1-88" fmla="*/ 1271752 h 2638097"/>
                      <a:gd name="connsiteX2-89" fmla="*/ 4099035 w 8187558"/>
                      <a:gd name="connsiteY2-90" fmla="*/ 2638097 h 2638097"/>
                      <a:gd name="connsiteX3-91" fmla="*/ 0 w 8187558"/>
                      <a:gd name="connsiteY3-92" fmla="*/ 1229711 h 2638097"/>
                      <a:gd name="connsiteX4-93" fmla="*/ 31531 w 8187558"/>
                      <a:gd name="connsiteY4-94" fmla="*/ 147145 h 2638097"/>
                      <a:gd name="connsiteX5-95" fmla="*/ 4046482 w 8187558"/>
                      <a:gd name="connsiteY5-96" fmla="*/ 1576552 h 2638097"/>
                      <a:gd name="connsiteX6-97" fmla="*/ 8187558 w 8187558"/>
                      <a:gd name="connsiteY6-98" fmla="*/ 0 h 2638097"/>
                      <a:gd name="connsiteX0-99" fmla="*/ 8187558 w 8187558"/>
                      <a:gd name="connsiteY0-100" fmla="*/ 0 h 2638097"/>
                      <a:gd name="connsiteX1-101" fmla="*/ 8187558 w 8187558"/>
                      <a:gd name="connsiteY1-102" fmla="*/ 1271752 h 2638097"/>
                      <a:gd name="connsiteX2-103" fmla="*/ 4099035 w 8187558"/>
                      <a:gd name="connsiteY2-104" fmla="*/ 2638097 h 2638097"/>
                      <a:gd name="connsiteX3-105" fmla="*/ 0 w 8187558"/>
                      <a:gd name="connsiteY3-106" fmla="*/ 1229711 h 2638097"/>
                      <a:gd name="connsiteX4-107" fmla="*/ 31531 w 8187558"/>
                      <a:gd name="connsiteY4-108" fmla="*/ 147145 h 2638097"/>
                      <a:gd name="connsiteX5-109" fmla="*/ 4046482 w 8187558"/>
                      <a:gd name="connsiteY5-110" fmla="*/ 1576552 h 2638097"/>
                      <a:gd name="connsiteX6-111" fmla="*/ 8187558 w 8187558"/>
                      <a:gd name="connsiteY6-112" fmla="*/ 0 h 2638097"/>
                      <a:gd name="connsiteX0-113" fmla="*/ 8187558 w 8187558"/>
                      <a:gd name="connsiteY0-114" fmla="*/ 0 h 2638097"/>
                      <a:gd name="connsiteX1-115" fmla="*/ 8187558 w 8187558"/>
                      <a:gd name="connsiteY1-116" fmla="*/ 1271752 h 2638097"/>
                      <a:gd name="connsiteX2-117" fmla="*/ 4099035 w 8187558"/>
                      <a:gd name="connsiteY2-118" fmla="*/ 2638097 h 2638097"/>
                      <a:gd name="connsiteX3-119" fmla="*/ 0 w 8187558"/>
                      <a:gd name="connsiteY3-120" fmla="*/ 1229711 h 2638097"/>
                      <a:gd name="connsiteX4-121" fmla="*/ 31531 w 8187558"/>
                      <a:gd name="connsiteY4-122" fmla="*/ 147145 h 2638097"/>
                      <a:gd name="connsiteX5-123" fmla="*/ 4046482 w 8187558"/>
                      <a:gd name="connsiteY5-124" fmla="*/ 1576552 h 2638097"/>
                      <a:gd name="connsiteX6-125" fmla="*/ 8187558 w 8187558"/>
                      <a:gd name="connsiteY6-126" fmla="*/ 0 h 2638097"/>
                      <a:gd name="connsiteX0-127" fmla="*/ 8187558 w 8187558"/>
                      <a:gd name="connsiteY0-128" fmla="*/ 0 h 2638097"/>
                      <a:gd name="connsiteX1-129" fmla="*/ 8187558 w 8187558"/>
                      <a:gd name="connsiteY1-130" fmla="*/ 1271752 h 2638097"/>
                      <a:gd name="connsiteX2-131" fmla="*/ 4099035 w 8187558"/>
                      <a:gd name="connsiteY2-132" fmla="*/ 2638097 h 2638097"/>
                      <a:gd name="connsiteX3-133" fmla="*/ 0 w 8187558"/>
                      <a:gd name="connsiteY3-134" fmla="*/ 1229711 h 2638097"/>
                      <a:gd name="connsiteX4-135" fmla="*/ 31531 w 8187558"/>
                      <a:gd name="connsiteY4-136" fmla="*/ 147145 h 2638097"/>
                      <a:gd name="connsiteX5-137" fmla="*/ 4046482 w 8187558"/>
                      <a:gd name="connsiteY5-138" fmla="*/ 1576552 h 2638097"/>
                      <a:gd name="connsiteX6-139" fmla="*/ 8187558 w 8187558"/>
                      <a:gd name="connsiteY6-140" fmla="*/ 0 h 2638097"/>
                      <a:gd name="connsiteX0-141" fmla="*/ 8187558 w 8187558"/>
                      <a:gd name="connsiteY0-142" fmla="*/ 0 h 2638097"/>
                      <a:gd name="connsiteX1-143" fmla="*/ 8187558 w 8187558"/>
                      <a:gd name="connsiteY1-144" fmla="*/ 1271752 h 2638097"/>
                      <a:gd name="connsiteX2-145" fmla="*/ 4099035 w 8187558"/>
                      <a:gd name="connsiteY2-146" fmla="*/ 2638097 h 2638097"/>
                      <a:gd name="connsiteX3-147" fmla="*/ 0 w 8187558"/>
                      <a:gd name="connsiteY3-148" fmla="*/ 1229711 h 2638097"/>
                      <a:gd name="connsiteX4-149" fmla="*/ 31531 w 8187558"/>
                      <a:gd name="connsiteY4-150" fmla="*/ 147145 h 2638097"/>
                      <a:gd name="connsiteX5-151" fmla="*/ 4088524 w 8187558"/>
                      <a:gd name="connsiteY5-152" fmla="*/ 1597573 h 2638097"/>
                      <a:gd name="connsiteX6-153" fmla="*/ 8187558 w 8187558"/>
                      <a:gd name="connsiteY6-154" fmla="*/ 0 h 2638097"/>
                      <a:gd name="connsiteX0-155" fmla="*/ 8187558 w 8187558"/>
                      <a:gd name="connsiteY0-156" fmla="*/ 0 h 2638097"/>
                      <a:gd name="connsiteX1-157" fmla="*/ 8187558 w 8187558"/>
                      <a:gd name="connsiteY1-158" fmla="*/ 1271752 h 2638097"/>
                      <a:gd name="connsiteX2-159" fmla="*/ 4099035 w 8187558"/>
                      <a:gd name="connsiteY2-160" fmla="*/ 2638097 h 2638097"/>
                      <a:gd name="connsiteX3-161" fmla="*/ 0 w 8187558"/>
                      <a:gd name="connsiteY3-162" fmla="*/ 1229711 h 2638097"/>
                      <a:gd name="connsiteX4-163" fmla="*/ 31531 w 8187558"/>
                      <a:gd name="connsiteY4-164" fmla="*/ 147145 h 2638097"/>
                      <a:gd name="connsiteX5-165" fmla="*/ 4088524 w 8187558"/>
                      <a:gd name="connsiteY5-166" fmla="*/ 1597573 h 2638097"/>
                      <a:gd name="connsiteX6-167" fmla="*/ 8187558 w 8187558"/>
                      <a:gd name="connsiteY6-168" fmla="*/ 0 h 2638097"/>
                      <a:gd name="connsiteX0-169" fmla="*/ 8187558 w 8187558"/>
                      <a:gd name="connsiteY0-170" fmla="*/ 0 h 2638097"/>
                      <a:gd name="connsiteX1-171" fmla="*/ 8187558 w 8187558"/>
                      <a:gd name="connsiteY1-172" fmla="*/ 1271752 h 2638097"/>
                      <a:gd name="connsiteX2-173" fmla="*/ 4099035 w 8187558"/>
                      <a:gd name="connsiteY2-174" fmla="*/ 2638097 h 2638097"/>
                      <a:gd name="connsiteX3-175" fmla="*/ 0 w 8187558"/>
                      <a:gd name="connsiteY3-176" fmla="*/ 1229711 h 2638097"/>
                      <a:gd name="connsiteX4-177" fmla="*/ 31531 w 8187558"/>
                      <a:gd name="connsiteY4-178" fmla="*/ 147145 h 2638097"/>
                      <a:gd name="connsiteX5-179" fmla="*/ 4099035 w 8187558"/>
                      <a:gd name="connsiteY5-180" fmla="*/ 1566042 h 2638097"/>
                      <a:gd name="connsiteX6-181" fmla="*/ 8187558 w 8187558"/>
                      <a:gd name="connsiteY6-182" fmla="*/ 0 h 2638097"/>
                      <a:gd name="connsiteX0-183" fmla="*/ 8187558 w 8187558"/>
                      <a:gd name="connsiteY0-184" fmla="*/ 0 h 2638097"/>
                      <a:gd name="connsiteX1-185" fmla="*/ 8187558 w 8187558"/>
                      <a:gd name="connsiteY1-186" fmla="*/ 1271752 h 2638097"/>
                      <a:gd name="connsiteX2-187" fmla="*/ 4099035 w 8187558"/>
                      <a:gd name="connsiteY2-188" fmla="*/ 2638097 h 2638097"/>
                      <a:gd name="connsiteX3-189" fmla="*/ 0 w 8187558"/>
                      <a:gd name="connsiteY3-190" fmla="*/ 1229711 h 2638097"/>
                      <a:gd name="connsiteX4-191" fmla="*/ 31531 w 8187558"/>
                      <a:gd name="connsiteY4-192" fmla="*/ 147145 h 2638097"/>
                      <a:gd name="connsiteX5-193" fmla="*/ 4099035 w 8187558"/>
                      <a:gd name="connsiteY5-194" fmla="*/ 1566042 h 2638097"/>
                      <a:gd name="connsiteX6-195" fmla="*/ 8187558 w 8187558"/>
                      <a:gd name="connsiteY6-196" fmla="*/ 0 h 2638097"/>
                      <a:gd name="connsiteX0-197" fmla="*/ 8187558 w 8187558"/>
                      <a:gd name="connsiteY0-198" fmla="*/ 0 h 2638097"/>
                      <a:gd name="connsiteX1-199" fmla="*/ 8187558 w 8187558"/>
                      <a:gd name="connsiteY1-200" fmla="*/ 1271752 h 2638097"/>
                      <a:gd name="connsiteX2-201" fmla="*/ 4099035 w 8187558"/>
                      <a:gd name="connsiteY2-202" fmla="*/ 2638097 h 2638097"/>
                      <a:gd name="connsiteX3-203" fmla="*/ 0 w 8187558"/>
                      <a:gd name="connsiteY3-204" fmla="*/ 1229711 h 2638097"/>
                      <a:gd name="connsiteX4-205" fmla="*/ 31531 w 8187558"/>
                      <a:gd name="connsiteY4-206" fmla="*/ 147145 h 2638097"/>
                      <a:gd name="connsiteX5-207" fmla="*/ 4099035 w 8187558"/>
                      <a:gd name="connsiteY5-208" fmla="*/ 1566042 h 2638097"/>
                      <a:gd name="connsiteX6-209" fmla="*/ 8187558 w 8187558"/>
                      <a:gd name="connsiteY6-210" fmla="*/ 0 h 2638097"/>
                      <a:gd name="connsiteX0-211" fmla="*/ 8187558 w 8187558"/>
                      <a:gd name="connsiteY0-212" fmla="*/ 0 h 2638097"/>
                      <a:gd name="connsiteX1-213" fmla="*/ 8187558 w 8187558"/>
                      <a:gd name="connsiteY1-214" fmla="*/ 1271752 h 2638097"/>
                      <a:gd name="connsiteX2-215" fmla="*/ 4099035 w 8187558"/>
                      <a:gd name="connsiteY2-216" fmla="*/ 2638097 h 2638097"/>
                      <a:gd name="connsiteX3-217" fmla="*/ 0 w 8187558"/>
                      <a:gd name="connsiteY3-218" fmla="*/ 1229711 h 2638097"/>
                      <a:gd name="connsiteX4-219" fmla="*/ 31531 w 8187558"/>
                      <a:gd name="connsiteY4-220" fmla="*/ 147145 h 2638097"/>
                      <a:gd name="connsiteX5-221" fmla="*/ 4099035 w 8187558"/>
                      <a:gd name="connsiteY5-222" fmla="*/ 1566042 h 2638097"/>
                      <a:gd name="connsiteX6-223" fmla="*/ 8187558 w 8187558"/>
                      <a:gd name="connsiteY6-224" fmla="*/ 0 h 2638097"/>
                      <a:gd name="connsiteX0-225" fmla="*/ 8187558 w 8187558"/>
                      <a:gd name="connsiteY0-226" fmla="*/ 0 h 2638097"/>
                      <a:gd name="connsiteX1-227" fmla="*/ 8187558 w 8187558"/>
                      <a:gd name="connsiteY1-228" fmla="*/ 1271752 h 2638097"/>
                      <a:gd name="connsiteX2-229" fmla="*/ 4099035 w 8187558"/>
                      <a:gd name="connsiteY2-230" fmla="*/ 2638097 h 2638097"/>
                      <a:gd name="connsiteX3-231" fmla="*/ 0 w 8187558"/>
                      <a:gd name="connsiteY3-232" fmla="*/ 1229711 h 2638097"/>
                      <a:gd name="connsiteX4-233" fmla="*/ 31531 w 8187558"/>
                      <a:gd name="connsiteY4-234" fmla="*/ 147145 h 2638097"/>
                      <a:gd name="connsiteX5-235" fmla="*/ 4099035 w 8187558"/>
                      <a:gd name="connsiteY5-236" fmla="*/ 1566042 h 2638097"/>
                      <a:gd name="connsiteX6-237" fmla="*/ 8187558 w 8187558"/>
                      <a:gd name="connsiteY6-238" fmla="*/ 0 h 2638097"/>
                      <a:gd name="connsiteX0-239" fmla="*/ 8187558 w 8187558"/>
                      <a:gd name="connsiteY0-240" fmla="*/ 0 h 2638097"/>
                      <a:gd name="connsiteX1-241" fmla="*/ 8187558 w 8187558"/>
                      <a:gd name="connsiteY1-242" fmla="*/ 1271752 h 2638097"/>
                      <a:gd name="connsiteX2-243" fmla="*/ 4099035 w 8187558"/>
                      <a:gd name="connsiteY2-244" fmla="*/ 2638097 h 2638097"/>
                      <a:gd name="connsiteX3-245" fmla="*/ 0 w 8187558"/>
                      <a:gd name="connsiteY3-246" fmla="*/ 1229711 h 2638097"/>
                      <a:gd name="connsiteX4-247" fmla="*/ 31531 w 8187558"/>
                      <a:gd name="connsiteY4-248" fmla="*/ 147145 h 2638097"/>
                      <a:gd name="connsiteX5-249" fmla="*/ 4099035 w 8187558"/>
                      <a:gd name="connsiteY5-250" fmla="*/ 1566042 h 2638097"/>
                      <a:gd name="connsiteX6-251" fmla="*/ 8187558 w 8187558"/>
                      <a:gd name="connsiteY6-252" fmla="*/ 0 h 2638097"/>
                      <a:gd name="connsiteX0-253" fmla="*/ 8187558 w 8187558"/>
                      <a:gd name="connsiteY0-254" fmla="*/ 0 h 2638097"/>
                      <a:gd name="connsiteX1-255" fmla="*/ 8187558 w 8187558"/>
                      <a:gd name="connsiteY1-256" fmla="*/ 1271752 h 2638097"/>
                      <a:gd name="connsiteX2-257" fmla="*/ 4099035 w 8187558"/>
                      <a:gd name="connsiteY2-258" fmla="*/ 2638097 h 2638097"/>
                      <a:gd name="connsiteX3-259" fmla="*/ 0 w 8187558"/>
                      <a:gd name="connsiteY3-260" fmla="*/ 1229711 h 2638097"/>
                      <a:gd name="connsiteX4-261" fmla="*/ 31531 w 8187558"/>
                      <a:gd name="connsiteY4-262" fmla="*/ 147145 h 2638097"/>
                      <a:gd name="connsiteX5-263" fmla="*/ 4099035 w 8187558"/>
                      <a:gd name="connsiteY5-264" fmla="*/ 1566042 h 2638097"/>
                      <a:gd name="connsiteX6-265" fmla="*/ 8187558 w 8187558"/>
                      <a:gd name="connsiteY6-266" fmla="*/ 0 h 2638097"/>
                      <a:gd name="connsiteX0-267" fmla="*/ 8187558 w 8187558"/>
                      <a:gd name="connsiteY0-268" fmla="*/ 0 h 2638097"/>
                      <a:gd name="connsiteX1-269" fmla="*/ 8187558 w 8187558"/>
                      <a:gd name="connsiteY1-270" fmla="*/ 1271752 h 2638097"/>
                      <a:gd name="connsiteX2-271" fmla="*/ 4099035 w 8187558"/>
                      <a:gd name="connsiteY2-272" fmla="*/ 2638097 h 2638097"/>
                      <a:gd name="connsiteX3-273" fmla="*/ 0 w 8187558"/>
                      <a:gd name="connsiteY3-274" fmla="*/ 1229711 h 2638097"/>
                      <a:gd name="connsiteX4-275" fmla="*/ 31531 w 8187558"/>
                      <a:gd name="connsiteY4-276" fmla="*/ 147145 h 2638097"/>
                      <a:gd name="connsiteX5-277" fmla="*/ 4099035 w 8187558"/>
                      <a:gd name="connsiteY5-278" fmla="*/ 1566042 h 2638097"/>
                      <a:gd name="connsiteX6-279" fmla="*/ 8187558 w 8187558"/>
                      <a:gd name="connsiteY6-280" fmla="*/ 0 h 2638097"/>
                      <a:gd name="connsiteX0-281" fmla="*/ 8187558 w 8187558"/>
                      <a:gd name="connsiteY0-282" fmla="*/ 0 h 2638097"/>
                      <a:gd name="connsiteX1-283" fmla="*/ 8187558 w 8187558"/>
                      <a:gd name="connsiteY1-284" fmla="*/ 1271752 h 2638097"/>
                      <a:gd name="connsiteX2-285" fmla="*/ 4099035 w 8187558"/>
                      <a:gd name="connsiteY2-286" fmla="*/ 2638097 h 2638097"/>
                      <a:gd name="connsiteX3-287" fmla="*/ 0 w 8187558"/>
                      <a:gd name="connsiteY3-288" fmla="*/ 1229711 h 2638097"/>
                      <a:gd name="connsiteX4-289" fmla="*/ 31531 w 8187558"/>
                      <a:gd name="connsiteY4-290" fmla="*/ 147145 h 2638097"/>
                      <a:gd name="connsiteX5-291" fmla="*/ 4099035 w 8187558"/>
                      <a:gd name="connsiteY5-292" fmla="*/ 1566042 h 2638097"/>
                      <a:gd name="connsiteX6-293" fmla="*/ 8187558 w 8187558"/>
                      <a:gd name="connsiteY6-294" fmla="*/ 0 h 2638097"/>
                      <a:gd name="connsiteX0-295" fmla="*/ 8176538 w 8176538"/>
                      <a:gd name="connsiteY0-296" fmla="*/ 0 h 2638097"/>
                      <a:gd name="connsiteX1-297" fmla="*/ 8176538 w 8176538"/>
                      <a:gd name="connsiteY1-298" fmla="*/ 1271752 h 2638097"/>
                      <a:gd name="connsiteX2-299" fmla="*/ 4088015 w 8176538"/>
                      <a:gd name="connsiteY2-300" fmla="*/ 2638097 h 2638097"/>
                      <a:gd name="connsiteX3-301" fmla="*/ 0 w 8176538"/>
                      <a:gd name="connsiteY3-302" fmla="*/ 1269888 h 2638097"/>
                      <a:gd name="connsiteX4-303" fmla="*/ 20511 w 8176538"/>
                      <a:gd name="connsiteY4-304" fmla="*/ 147145 h 2638097"/>
                      <a:gd name="connsiteX5-305" fmla="*/ 4088015 w 8176538"/>
                      <a:gd name="connsiteY5-306" fmla="*/ 1566042 h 2638097"/>
                      <a:gd name="connsiteX6-307" fmla="*/ 8176538 w 8176538"/>
                      <a:gd name="connsiteY6-308" fmla="*/ 0 h 2638097"/>
                      <a:gd name="connsiteX0-309" fmla="*/ 8176538 w 8176538"/>
                      <a:gd name="connsiteY0-310" fmla="*/ 0 h 2772020"/>
                      <a:gd name="connsiteX1-311" fmla="*/ 8176538 w 8176538"/>
                      <a:gd name="connsiteY1-312" fmla="*/ 1271752 h 2772020"/>
                      <a:gd name="connsiteX2-313" fmla="*/ 4099034 w 8176538"/>
                      <a:gd name="connsiteY2-314" fmla="*/ 2772020 h 2772020"/>
                      <a:gd name="connsiteX3-315" fmla="*/ 0 w 8176538"/>
                      <a:gd name="connsiteY3-316" fmla="*/ 1269888 h 2772020"/>
                      <a:gd name="connsiteX4-317" fmla="*/ 20511 w 8176538"/>
                      <a:gd name="connsiteY4-318" fmla="*/ 147145 h 2772020"/>
                      <a:gd name="connsiteX5-319" fmla="*/ 4088015 w 8176538"/>
                      <a:gd name="connsiteY5-320" fmla="*/ 1566042 h 2772020"/>
                      <a:gd name="connsiteX6-321" fmla="*/ 8176538 w 8176538"/>
                      <a:gd name="connsiteY6-322" fmla="*/ 0 h 2772020"/>
                      <a:gd name="connsiteX0-323" fmla="*/ 8176538 w 8176538"/>
                      <a:gd name="connsiteY0-324" fmla="*/ 0 h 2772339"/>
                      <a:gd name="connsiteX1-325" fmla="*/ 8176538 w 8176538"/>
                      <a:gd name="connsiteY1-326" fmla="*/ 1378890 h 2772339"/>
                      <a:gd name="connsiteX2-327" fmla="*/ 4099034 w 8176538"/>
                      <a:gd name="connsiteY2-328" fmla="*/ 2772020 h 2772339"/>
                      <a:gd name="connsiteX3-329" fmla="*/ 0 w 8176538"/>
                      <a:gd name="connsiteY3-330" fmla="*/ 1269888 h 2772339"/>
                      <a:gd name="connsiteX4-331" fmla="*/ 20511 w 8176538"/>
                      <a:gd name="connsiteY4-332" fmla="*/ 147145 h 2772339"/>
                      <a:gd name="connsiteX5-333" fmla="*/ 4088015 w 8176538"/>
                      <a:gd name="connsiteY5-334" fmla="*/ 1566042 h 2772339"/>
                      <a:gd name="connsiteX6-335" fmla="*/ 8176538 w 8176538"/>
                      <a:gd name="connsiteY6-336" fmla="*/ 0 h 2772339"/>
                      <a:gd name="connsiteX0-337" fmla="*/ 8176538 w 8176538"/>
                      <a:gd name="connsiteY0-338" fmla="*/ 0 h 2825888"/>
                      <a:gd name="connsiteX1-339" fmla="*/ 8176538 w 8176538"/>
                      <a:gd name="connsiteY1-340" fmla="*/ 1378890 h 2825888"/>
                      <a:gd name="connsiteX2-341" fmla="*/ 4099034 w 8176538"/>
                      <a:gd name="connsiteY2-342" fmla="*/ 2825590 h 2825888"/>
                      <a:gd name="connsiteX3-343" fmla="*/ 0 w 8176538"/>
                      <a:gd name="connsiteY3-344" fmla="*/ 1269888 h 2825888"/>
                      <a:gd name="connsiteX4-345" fmla="*/ 20511 w 8176538"/>
                      <a:gd name="connsiteY4-346" fmla="*/ 147145 h 2825888"/>
                      <a:gd name="connsiteX5-347" fmla="*/ 4088015 w 8176538"/>
                      <a:gd name="connsiteY5-348" fmla="*/ 1566042 h 2825888"/>
                      <a:gd name="connsiteX6-349" fmla="*/ 8176538 w 8176538"/>
                      <a:gd name="connsiteY6-350" fmla="*/ 0 h 2825888"/>
                      <a:gd name="connsiteX0-351" fmla="*/ 8165518 w 8165518"/>
                      <a:gd name="connsiteY0-352" fmla="*/ 0 h 2825606"/>
                      <a:gd name="connsiteX1-353" fmla="*/ 8165518 w 8165518"/>
                      <a:gd name="connsiteY1-354" fmla="*/ 1378890 h 2825606"/>
                      <a:gd name="connsiteX2-355" fmla="*/ 4088014 w 8165518"/>
                      <a:gd name="connsiteY2-356" fmla="*/ 2825590 h 2825606"/>
                      <a:gd name="connsiteX3-357" fmla="*/ 0 w 8165518"/>
                      <a:gd name="connsiteY3-358" fmla="*/ 1403811 h 2825606"/>
                      <a:gd name="connsiteX4-359" fmla="*/ 9491 w 8165518"/>
                      <a:gd name="connsiteY4-360" fmla="*/ 147145 h 2825606"/>
                      <a:gd name="connsiteX5-361" fmla="*/ 4076995 w 8165518"/>
                      <a:gd name="connsiteY5-362" fmla="*/ 1566042 h 2825606"/>
                      <a:gd name="connsiteX6-363" fmla="*/ 8165518 w 8165518"/>
                      <a:gd name="connsiteY6-364" fmla="*/ 0 h 2825606"/>
                      <a:gd name="connsiteX0-365" fmla="*/ 8165518 w 8165518"/>
                      <a:gd name="connsiteY0-366" fmla="*/ 0 h 2879174"/>
                      <a:gd name="connsiteX1-367" fmla="*/ 8165518 w 8165518"/>
                      <a:gd name="connsiteY1-368" fmla="*/ 1378890 h 2879174"/>
                      <a:gd name="connsiteX2-369" fmla="*/ 4132092 w 8165518"/>
                      <a:gd name="connsiteY2-370" fmla="*/ 2879159 h 2879174"/>
                      <a:gd name="connsiteX3-371" fmla="*/ 0 w 8165518"/>
                      <a:gd name="connsiteY3-372" fmla="*/ 1403811 h 2879174"/>
                      <a:gd name="connsiteX4-373" fmla="*/ 9491 w 8165518"/>
                      <a:gd name="connsiteY4-374" fmla="*/ 147145 h 2879174"/>
                      <a:gd name="connsiteX5-375" fmla="*/ 4076995 w 8165518"/>
                      <a:gd name="connsiteY5-376" fmla="*/ 1566042 h 2879174"/>
                      <a:gd name="connsiteX6-377" fmla="*/ 8165518 w 8165518"/>
                      <a:gd name="connsiteY6-378" fmla="*/ 0 h 2879174"/>
                      <a:gd name="connsiteX0-379" fmla="*/ 8165518 w 8176537"/>
                      <a:gd name="connsiteY0-380" fmla="*/ 0 h 2879410"/>
                      <a:gd name="connsiteX1-381" fmla="*/ 8176537 w 8176537"/>
                      <a:gd name="connsiteY1-382" fmla="*/ 1499420 h 2879410"/>
                      <a:gd name="connsiteX2-383" fmla="*/ 4132092 w 8176537"/>
                      <a:gd name="connsiteY2-384" fmla="*/ 2879159 h 2879410"/>
                      <a:gd name="connsiteX3-385" fmla="*/ 0 w 8176537"/>
                      <a:gd name="connsiteY3-386" fmla="*/ 1403811 h 2879410"/>
                      <a:gd name="connsiteX4-387" fmla="*/ 9491 w 8176537"/>
                      <a:gd name="connsiteY4-388" fmla="*/ 147145 h 2879410"/>
                      <a:gd name="connsiteX5-389" fmla="*/ 4076995 w 8176537"/>
                      <a:gd name="connsiteY5-390" fmla="*/ 1566042 h 2879410"/>
                      <a:gd name="connsiteX6-391" fmla="*/ 8165518 w 8176537"/>
                      <a:gd name="connsiteY6-392" fmla="*/ 0 h 2879410"/>
                      <a:gd name="connsiteX0-393" fmla="*/ 8165518 w 8176537"/>
                      <a:gd name="connsiteY0-394" fmla="*/ 0 h 2879262"/>
                      <a:gd name="connsiteX1-395" fmla="*/ 8176537 w 8176537"/>
                      <a:gd name="connsiteY1-396" fmla="*/ 1499420 h 2879262"/>
                      <a:gd name="connsiteX2-397" fmla="*/ 4132092 w 8176537"/>
                      <a:gd name="connsiteY2-398" fmla="*/ 2879159 h 2879262"/>
                      <a:gd name="connsiteX3-399" fmla="*/ 0 w 8176537"/>
                      <a:gd name="connsiteY3-400" fmla="*/ 1403811 h 2879262"/>
                      <a:gd name="connsiteX4-401" fmla="*/ 9491 w 8176537"/>
                      <a:gd name="connsiteY4-402" fmla="*/ 147145 h 2879262"/>
                      <a:gd name="connsiteX5-403" fmla="*/ 4076995 w 8176537"/>
                      <a:gd name="connsiteY5-404" fmla="*/ 1566042 h 2879262"/>
                      <a:gd name="connsiteX6-405" fmla="*/ 8165518 w 8176537"/>
                      <a:gd name="connsiteY6-406" fmla="*/ 0 h 2879262"/>
                      <a:gd name="connsiteX0-407" fmla="*/ 8165518 w 8176537"/>
                      <a:gd name="connsiteY0-408" fmla="*/ 0 h 2879163"/>
                      <a:gd name="connsiteX1-409" fmla="*/ 8176537 w 8176537"/>
                      <a:gd name="connsiteY1-410" fmla="*/ 1499420 h 2879163"/>
                      <a:gd name="connsiteX2-411" fmla="*/ 4132092 w 8176537"/>
                      <a:gd name="connsiteY2-412" fmla="*/ 2879159 h 2879163"/>
                      <a:gd name="connsiteX3-413" fmla="*/ 0 w 8176537"/>
                      <a:gd name="connsiteY3-414" fmla="*/ 1510948 h 2879163"/>
                      <a:gd name="connsiteX4-415" fmla="*/ 9491 w 8176537"/>
                      <a:gd name="connsiteY4-416" fmla="*/ 147145 h 2879163"/>
                      <a:gd name="connsiteX5-417" fmla="*/ 4076995 w 8176537"/>
                      <a:gd name="connsiteY5-418" fmla="*/ 1566042 h 2879163"/>
                      <a:gd name="connsiteX6-419" fmla="*/ 8165518 w 8176537"/>
                      <a:gd name="connsiteY6-420" fmla="*/ 0 h 2879163"/>
                      <a:gd name="connsiteX0-421" fmla="*/ 8165518 w 8198577"/>
                      <a:gd name="connsiteY0-422" fmla="*/ 0 h 2879451"/>
                      <a:gd name="connsiteX1-423" fmla="*/ 8198577 w 8198577"/>
                      <a:gd name="connsiteY1-424" fmla="*/ 1606558 h 2879451"/>
                      <a:gd name="connsiteX2-425" fmla="*/ 4132092 w 8198577"/>
                      <a:gd name="connsiteY2-426" fmla="*/ 2879159 h 2879451"/>
                      <a:gd name="connsiteX3-427" fmla="*/ 0 w 8198577"/>
                      <a:gd name="connsiteY3-428" fmla="*/ 1510948 h 2879451"/>
                      <a:gd name="connsiteX4-429" fmla="*/ 9491 w 8198577"/>
                      <a:gd name="connsiteY4-430" fmla="*/ 147145 h 2879451"/>
                      <a:gd name="connsiteX5-431" fmla="*/ 4076995 w 8198577"/>
                      <a:gd name="connsiteY5-432" fmla="*/ 1566042 h 2879451"/>
                      <a:gd name="connsiteX6-433" fmla="*/ 8165518 w 8198577"/>
                      <a:gd name="connsiteY6-434" fmla="*/ 0 h 2879451"/>
                      <a:gd name="connsiteX0-435" fmla="*/ 8165518 w 8165518"/>
                      <a:gd name="connsiteY0-436" fmla="*/ 0 h 2880066"/>
                      <a:gd name="connsiteX1-437" fmla="*/ 8165518 w 8165518"/>
                      <a:gd name="connsiteY1-438" fmla="*/ 1673520 h 2880066"/>
                      <a:gd name="connsiteX2-439" fmla="*/ 4132092 w 8165518"/>
                      <a:gd name="connsiteY2-440" fmla="*/ 2879159 h 2880066"/>
                      <a:gd name="connsiteX3-441" fmla="*/ 0 w 8165518"/>
                      <a:gd name="connsiteY3-442" fmla="*/ 1510948 h 2880066"/>
                      <a:gd name="connsiteX4-443" fmla="*/ 9491 w 8165518"/>
                      <a:gd name="connsiteY4-444" fmla="*/ 147145 h 2880066"/>
                      <a:gd name="connsiteX5-445" fmla="*/ 4076995 w 8165518"/>
                      <a:gd name="connsiteY5-446" fmla="*/ 1566042 h 2880066"/>
                      <a:gd name="connsiteX6-447" fmla="*/ 8165518 w 8165518"/>
                      <a:gd name="connsiteY6-448" fmla="*/ 0 h 2880066"/>
                      <a:gd name="connsiteX0-449" fmla="*/ 8156794 w 8156794"/>
                      <a:gd name="connsiteY0-450" fmla="*/ 0 h 2879270"/>
                      <a:gd name="connsiteX1-451" fmla="*/ 8156794 w 8156794"/>
                      <a:gd name="connsiteY1-452" fmla="*/ 1673520 h 2879270"/>
                      <a:gd name="connsiteX2-453" fmla="*/ 4123368 w 8156794"/>
                      <a:gd name="connsiteY2-454" fmla="*/ 2879159 h 2879270"/>
                      <a:gd name="connsiteX3-455" fmla="*/ 2295 w 8156794"/>
                      <a:gd name="connsiteY3-456" fmla="*/ 1618086 h 2879270"/>
                      <a:gd name="connsiteX4-457" fmla="*/ 767 w 8156794"/>
                      <a:gd name="connsiteY4-458" fmla="*/ 147145 h 2879270"/>
                      <a:gd name="connsiteX5-459" fmla="*/ 4068271 w 8156794"/>
                      <a:gd name="connsiteY5-460" fmla="*/ 1566042 h 2879270"/>
                      <a:gd name="connsiteX6-461" fmla="*/ 8156794 w 8156794"/>
                      <a:gd name="connsiteY6-462" fmla="*/ 0 h 2879270"/>
                      <a:gd name="connsiteX0-463" fmla="*/ 8156794 w 8156794"/>
                      <a:gd name="connsiteY0-464" fmla="*/ 0 h 2973000"/>
                      <a:gd name="connsiteX1-465" fmla="*/ 8156794 w 8156794"/>
                      <a:gd name="connsiteY1-466" fmla="*/ 1673520 h 2973000"/>
                      <a:gd name="connsiteX2-467" fmla="*/ 4134388 w 8156794"/>
                      <a:gd name="connsiteY2-468" fmla="*/ 2972904 h 2973000"/>
                      <a:gd name="connsiteX3-469" fmla="*/ 2295 w 8156794"/>
                      <a:gd name="connsiteY3-470" fmla="*/ 1618086 h 2973000"/>
                      <a:gd name="connsiteX4-471" fmla="*/ 767 w 8156794"/>
                      <a:gd name="connsiteY4-472" fmla="*/ 147145 h 2973000"/>
                      <a:gd name="connsiteX5-473" fmla="*/ 4068271 w 8156794"/>
                      <a:gd name="connsiteY5-474" fmla="*/ 1566042 h 2973000"/>
                      <a:gd name="connsiteX6-475" fmla="*/ 8156794 w 8156794"/>
                      <a:gd name="connsiteY6-476" fmla="*/ 0 h 2973000"/>
                      <a:gd name="connsiteX0-477" fmla="*/ 8156794 w 8156794"/>
                      <a:gd name="connsiteY0-478" fmla="*/ 0 h 2973000"/>
                      <a:gd name="connsiteX1-479" fmla="*/ 8156794 w 8156794"/>
                      <a:gd name="connsiteY1-480" fmla="*/ 1673520 h 2973000"/>
                      <a:gd name="connsiteX2-481" fmla="*/ 4134388 w 8156794"/>
                      <a:gd name="connsiteY2-482" fmla="*/ 2972904 h 2973000"/>
                      <a:gd name="connsiteX3-483" fmla="*/ 2295 w 8156794"/>
                      <a:gd name="connsiteY3-484" fmla="*/ 1618086 h 2973000"/>
                      <a:gd name="connsiteX4-485" fmla="*/ 767 w 8156794"/>
                      <a:gd name="connsiteY4-486" fmla="*/ 147145 h 2973000"/>
                      <a:gd name="connsiteX5-487" fmla="*/ 4068271 w 8156794"/>
                      <a:gd name="connsiteY5-488" fmla="*/ 1566042 h 2973000"/>
                      <a:gd name="connsiteX6-489" fmla="*/ 8156794 w 8156794"/>
                      <a:gd name="connsiteY6-490" fmla="*/ 0 h 2973000"/>
                      <a:gd name="connsiteX0-491" fmla="*/ 8156794 w 8156794"/>
                      <a:gd name="connsiteY0-492" fmla="*/ 0 h 2973000"/>
                      <a:gd name="connsiteX1-493" fmla="*/ 8156794 w 8156794"/>
                      <a:gd name="connsiteY1-494" fmla="*/ 1673520 h 2973000"/>
                      <a:gd name="connsiteX2-495" fmla="*/ 4134388 w 8156794"/>
                      <a:gd name="connsiteY2-496" fmla="*/ 2972904 h 2973000"/>
                      <a:gd name="connsiteX3-497" fmla="*/ 2295 w 8156794"/>
                      <a:gd name="connsiteY3-498" fmla="*/ 1618086 h 2973000"/>
                      <a:gd name="connsiteX4-499" fmla="*/ 767 w 8156794"/>
                      <a:gd name="connsiteY4-500" fmla="*/ 147145 h 2973000"/>
                      <a:gd name="connsiteX5-501" fmla="*/ 4068271 w 8156794"/>
                      <a:gd name="connsiteY5-502" fmla="*/ 1566042 h 2973000"/>
                      <a:gd name="connsiteX6-503" fmla="*/ 8156794 w 8156794"/>
                      <a:gd name="connsiteY6-504" fmla="*/ 0 h 2973000"/>
                      <a:gd name="connsiteX0-505" fmla="*/ 8156794 w 8156794"/>
                      <a:gd name="connsiteY0-506" fmla="*/ 0 h 2973020"/>
                      <a:gd name="connsiteX1-507" fmla="*/ 8156794 w 8156794"/>
                      <a:gd name="connsiteY1-508" fmla="*/ 1673520 h 2973020"/>
                      <a:gd name="connsiteX2-509" fmla="*/ 4134388 w 8156794"/>
                      <a:gd name="connsiteY2-510" fmla="*/ 2972904 h 2973020"/>
                      <a:gd name="connsiteX3-511" fmla="*/ 2295 w 8156794"/>
                      <a:gd name="connsiteY3-512" fmla="*/ 1618086 h 2973020"/>
                      <a:gd name="connsiteX4-513" fmla="*/ 767 w 8156794"/>
                      <a:gd name="connsiteY4-514" fmla="*/ 147145 h 2973020"/>
                      <a:gd name="connsiteX5-515" fmla="*/ 4068271 w 8156794"/>
                      <a:gd name="connsiteY5-516" fmla="*/ 1566042 h 2973020"/>
                      <a:gd name="connsiteX6-517" fmla="*/ 8156794 w 8156794"/>
                      <a:gd name="connsiteY6-518" fmla="*/ 0 h 2973020"/>
                      <a:gd name="connsiteX0-519" fmla="*/ 8156794 w 8156794"/>
                      <a:gd name="connsiteY0-520" fmla="*/ 0 h 2973021"/>
                      <a:gd name="connsiteX1-521" fmla="*/ 8156794 w 8156794"/>
                      <a:gd name="connsiteY1-522" fmla="*/ 1673520 h 2973021"/>
                      <a:gd name="connsiteX2-523" fmla="*/ 4134388 w 8156794"/>
                      <a:gd name="connsiteY2-524" fmla="*/ 2972904 h 2973021"/>
                      <a:gd name="connsiteX3-525" fmla="*/ 2295 w 8156794"/>
                      <a:gd name="connsiteY3-526" fmla="*/ 1618086 h 2973021"/>
                      <a:gd name="connsiteX4-527" fmla="*/ 767 w 8156794"/>
                      <a:gd name="connsiteY4-528" fmla="*/ 147145 h 2973021"/>
                      <a:gd name="connsiteX5-529" fmla="*/ 4068271 w 8156794"/>
                      <a:gd name="connsiteY5-530" fmla="*/ 1566042 h 2973021"/>
                      <a:gd name="connsiteX6-531" fmla="*/ 8156794 w 8156794"/>
                      <a:gd name="connsiteY6-532" fmla="*/ 0 h 2973021"/>
                      <a:gd name="connsiteX0-533" fmla="*/ 8156794 w 8156794"/>
                      <a:gd name="connsiteY0-534" fmla="*/ 0 h 2973021"/>
                      <a:gd name="connsiteX1-535" fmla="*/ 8156794 w 8156794"/>
                      <a:gd name="connsiteY1-536" fmla="*/ 1673520 h 2973021"/>
                      <a:gd name="connsiteX2-537" fmla="*/ 4134388 w 8156794"/>
                      <a:gd name="connsiteY2-538" fmla="*/ 2972904 h 2973021"/>
                      <a:gd name="connsiteX3-539" fmla="*/ 2295 w 8156794"/>
                      <a:gd name="connsiteY3-540" fmla="*/ 1618086 h 2973021"/>
                      <a:gd name="connsiteX4-541" fmla="*/ 767 w 8156794"/>
                      <a:gd name="connsiteY4-542" fmla="*/ 147145 h 2973021"/>
                      <a:gd name="connsiteX5-543" fmla="*/ 4068271 w 8156794"/>
                      <a:gd name="connsiteY5-544" fmla="*/ 1566042 h 2973021"/>
                      <a:gd name="connsiteX6-545" fmla="*/ 8156794 w 8156794"/>
                      <a:gd name="connsiteY6-546" fmla="*/ 0 h 2973021"/>
                      <a:gd name="connsiteX0-547" fmla="*/ 8156794 w 8156794"/>
                      <a:gd name="connsiteY0-548" fmla="*/ 0 h 2973021"/>
                      <a:gd name="connsiteX1-549" fmla="*/ 8156794 w 8156794"/>
                      <a:gd name="connsiteY1-550" fmla="*/ 1673520 h 2973021"/>
                      <a:gd name="connsiteX2-551" fmla="*/ 4134388 w 8156794"/>
                      <a:gd name="connsiteY2-552" fmla="*/ 2972904 h 2973021"/>
                      <a:gd name="connsiteX3-553" fmla="*/ 2295 w 8156794"/>
                      <a:gd name="connsiteY3-554" fmla="*/ 1618086 h 2973021"/>
                      <a:gd name="connsiteX4-555" fmla="*/ 767 w 8156794"/>
                      <a:gd name="connsiteY4-556" fmla="*/ 147145 h 2973021"/>
                      <a:gd name="connsiteX5-557" fmla="*/ 4068271 w 8156794"/>
                      <a:gd name="connsiteY5-558" fmla="*/ 1566042 h 2973021"/>
                      <a:gd name="connsiteX6-559" fmla="*/ 8156794 w 8156794"/>
                      <a:gd name="connsiteY6-560" fmla="*/ 0 h 2973021"/>
                      <a:gd name="connsiteX0-561" fmla="*/ 8156794 w 8156794"/>
                      <a:gd name="connsiteY0-562" fmla="*/ 0 h 2973021"/>
                      <a:gd name="connsiteX1-563" fmla="*/ 8156794 w 8156794"/>
                      <a:gd name="connsiteY1-564" fmla="*/ 1673520 h 2973021"/>
                      <a:gd name="connsiteX2-565" fmla="*/ 4134388 w 8156794"/>
                      <a:gd name="connsiteY2-566" fmla="*/ 2972904 h 2973021"/>
                      <a:gd name="connsiteX3-567" fmla="*/ 2295 w 8156794"/>
                      <a:gd name="connsiteY3-568" fmla="*/ 1618086 h 2973021"/>
                      <a:gd name="connsiteX4-569" fmla="*/ 767 w 8156794"/>
                      <a:gd name="connsiteY4-570" fmla="*/ 147145 h 2973021"/>
                      <a:gd name="connsiteX5-571" fmla="*/ 4068271 w 8156794"/>
                      <a:gd name="connsiteY5-572" fmla="*/ 1566042 h 2973021"/>
                      <a:gd name="connsiteX6-573" fmla="*/ 8156794 w 8156794"/>
                      <a:gd name="connsiteY6-574" fmla="*/ 0 h 2973021"/>
                      <a:gd name="connsiteX0-575" fmla="*/ 8156794 w 8156794"/>
                      <a:gd name="connsiteY0-576" fmla="*/ 0 h 2973141"/>
                      <a:gd name="connsiteX1-577" fmla="*/ 8156794 w 8156794"/>
                      <a:gd name="connsiteY1-578" fmla="*/ 1673520 h 2973141"/>
                      <a:gd name="connsiteX2-579" fmla="*/ 4134388 w 8156794"/>
                      <a:gd name="connsiteY2-580" fmla="*/ 2972904 h 2973141"/>
                      <a:gd name="connsiteX3-581" fmla="*/ 2295 w 8156794"/>
                      <a:gd name="connsiteY3-582" fmla="*/ 1618086 h 2973141"/>
                      <a:gd name="connsiteX4-583" fmla="*/ 767 w 8156794"/>
                      <a:gd name="connsiteY4-584" fmla="*/ 147145 h 2973141"/>
                      <a:gd name="connsiteX5-585" fmla="*/ 4068271 w 8156794"/>
                      <a:gd name="connsiteY5-586" fmla="*/ 1566042 h 2973141"/>
                      <a:gd name="connsiteX6-587" fmla="*/ 8156794 w 8156794"/>
                      <a:gd name="connsiteY6-588" fmla="*/ 0 h 2973141"/>
                      <a:gd name="connsiteX0-589" fmla="*/ 8156794 w 8156794"/>
                      <a:gd name="connsiteY0-590" fmla="*/ 0 h 3066827"/>
                      <a:gd name="connsiteX1-591" fmla="*/ 8156794 w 8156794"/>
                      <a:gd name="connsiteY1-592" fmla="*/ 1673520 h 3066827"/>
                      <a:gd name="connsiteX2-593" fmla="*/ 4123353 w 8156794"/>
                      <a:gd name="connsiteY2-594" fmla="*/ 3066650 h 3066827"/>
                      <a:gd name="connsiteX3-595" fmla="*/ 2295 w 8156794"/>
                      <a:gd name="connsiteY3-596" fmla="*/ 1618086 h 3066827"/>
                      <a:gd name="connsiteX4-597" fmla="*/ 767 w 8156794"/>
                      <a:gd name="connsiteY4-598" fmla="*/ 147145 h 3066827"/>
                      <a:gd name="connsiteX5-599" fmla="*/ 4068271 w 8156794"/>
                      <a:gd name="connsiteY5-600" fmla="*/ 1566042 h 3066827"/>
                      <a:gd name="connsiteX6-601" fmla="*/ 8156794 w 8156794"/>
                      <a:gd name="connsiteY6-602" fmla="*/ 0 h 3066827"/>
                      <a:gd name="connsiteX0-603" fmla="*/ 8123689 w 8156794"/>
                      <a:gd name="connsiteY0-604" fmla="*/ 0 h 2999866"/>
                      <a:gd name="connsiteX1-605" fmla="*/ 8156794 w 8156794"/>
                      <a:gd name="connsiteY1-606" fmla="*/ 1606559 h 2999866"/>
                      <a:gd name="connsiteX2-607" fmla="*/ 4123353 w 8156794"/>
                      <a:gd name="connsiteY2-608" fmla="*/ 2999689 h 2999866"/>
                      <a:gd name="connsiteX3-609" fmla="*/ 2295 w 8156794"/>
                      <a:gd name="connsiteY3-610" fmla="*/ 1551125 h 2999866"/>
                      <a:gd name="connsiteX4-611" fmla="*/ 767 w 8156794"/>
                      <a:gd name="connsiteY4-612" fmla="*/ 80184 h 2999866"/>
                      <a:gd name="connsiteX5-613" fmla="*/ 4068271 w 8156794"/>
                      <a:gd name="connsiteY5-614" fmla="*/ 1499081 h 2999866"/>
                      <a:gd name="connsiteX6-615" fmla="*/ 8123689 w 8156794"/>
                      <a:gd name="connsiteY6-616" fmla="*/ 0 h 2999866"/>
                      <a:gd name="connsiteX0-617" fmla="*/ 8167828 w 8167828"/>
                      <a:gd name="connsiteY0-618" fmla="*/ 0 h 3026651"/>
                      <a:gd name="connsiteX1-619" fmla="*/ 8156794 w 8167828"/>
                      <a:gd name="connsiteY1-620" fmla="*/ 1633344 h 3026651"/>
                      <a:gd name="connsiteX2-621" fmla="*/ 4123353 w 8167828"/>
                      <a:gd name="connsiteY2-622" fmla="*/ 3026474 h 3026651"/>
                      <a:gd name="connsiteX3-623" fmla="*/ 2295 w 8167828"/>
                      <a:gd name="connsiteY3-624" fmla="*/ 1577910 h 3026651"/>
                      <a:gd name="connsiteX4-625" fmla="*/ 767 w 8167828"/>
                      <a:gd name="connsiteY4-626" fmla="*/ 106969 h 3026651"/>
                      <a:gd name="connsiteX5-627" fmla="*/ 4068271 w 8167828"/>
                      <a:gd name="connsiteY5-628" fmla="*/ 1525866 h 3026651"/>
                      <a:gd name="connsiteX6-629" fmla="*/ 8167828 w 8167828"/>
                      <a:gd name="connsiteY6-630" fmla="*/ 0 h 3026651"/>
                      <a:gd name="connsiteX0-631" fmla="*/ 8167828 w 8167828"/>
                      <a:gd name="connsiteY0-632" fmla="*/ 0 h 3027228"/>
                      <a:gd name="connsiteX1-633" fmla="*/ 8145760 w 8167828"/>
                      <a:gd name="connsiteY1-634" fmla="*/ 1686913 h 3027228"/>
                      <a:gd name="connsiteX2-635" fmla="*/ 4123353 w 8167828"/>
                      <a:gd name="connsiteY2-636" fmla="*/ 3026474 h 3027228"/>
                      <a:gd name="connsiteX3-637" fmla="*/ 2295 w 8167828"/>
                      <a:gd name="connsiteY3-638" fmla="*/ 1577910 h 3027228"/>
                      <a:gd name="connsiteX4-639" fmla="*/ 767 w 8167828"/>
                      <a:gd name="connsiteY4-640" fmla="*/ 106969 h 3027228"/>
                      <a:gd name="connsiteX5-641" fmla="*/ 4068271 w 8167828"/>
                      <a:gd name="connsiteY5-642" fmla="*/ 1525866 h 3027228"/>
                      <a:gd name="connsiteX6-643" fmla="*/ 8167828 w 8167828"/>
                      <a:gd name="connsiteY6-644" fmla="*/ 0 h 3027228"/>
                      <a:gd name="connsiteX0-645" fmla="*/ 8156794 w 8156794"/>
                      <a:gd name="connsiteY0-646" fmla="*/ 0 h 2933483"/>
                      <a:gd name="connsiteX1-647" fmla="*/ 8145760 w 8156794"/>
                      <a:gd name="connsiteY1-648" fmla="*/ 1593168 h 2933483"/>
                      <a:gd name="connsiteX2-649" fmla="*/ 4123353 w 8156794"/>
                      <a:gd name="connsiteY2-650" fmla="*/ 2932729 h 2933483"/>
                      <a:gd name="connsiteX3-651" fmla="*/ 2295 w 8156794"/>
                      <a:gd name="connsiteY3-652" fmla="*/ 1484165 h 2933483"/>
                      <a:gd name="connsiteX4-653" fmla="*/ 767 w 8156794"/>
                      <a:gd name="connsiteY4-654" fmla="*/ 13224 h 2933483"/>
                      <a:gd name="connsiteX5-655" fmla="*/ 4068271 w 8156794"/>
                      <a:gd name="connsiteY5-656" fmla="*/ 1432121 h 2933483"/>
                      <a:gd name="connsiteX6-657" fmla="*/ 8156794 w 8156794"/>
                      <a:gd name="connsiteY6-658" fmla="*/ 0 h 2933483"/>
                      <a:gd name="connsiteX0-659" fmla="*/ 8156794 w 8156794"/>
                      <a:gd name="connsiteY0-660" fmla="*/ 0 h 2933483"/>
                      <a:gd name="connsiteX1-661" fmla="*/ 8145760 w 8156794"/>
                      <a:gd name="connsiteY1-662" fmla="*/ 1593168 h 2933483"/>
                      <a:gd name="connsiteX2-663" fmla="*/ 4123353 w 8156794"/>
                      <a:gd name="connsiteY2-664" fmla="*/ 2932729 h 2933483"/>
                      <a:gd name="connsiteX3-665" fmla="*/ 2295 w 8156794"/>
                      <a:gd name="connsiteY3-666" fmla="*/ 1484165 h 2933483"/>
                      <a:gd name="connsiteX4-667" fmla="*/ 767 w 8156794"/>
                      <a:gd name="connsiteY4-668" fmla="*/ 13224 h 2933483"/>
                      <a:gd name="connsiteX5-669" fmla="*/ 4068271 w 8156794"/>
                      <a:gd name="connsiteY5-670" fmla="*/ 1432121 h 2933483"/>
                      <a:gd name="connsiteX6-671" fmla="*/ 8156794 w 8156794"/>
                      <a:gd name="connsiteY6-672" fmla="*/ 0 h 2933483"/>
                      <a:gd name="connsiteX0-673" fmla="*/ 8123689 w 8145760"/>
                      <a:gd name="connsiteY0-674" fmla="*/ 13560 h 2920259"/>
                      <a:gd name="connsiteX1-675" fmla="*/ 8145760 w 8145760"/>
                      <a:gd name="connsiteY1-676" fmla="*/ 1579944 h 2920259"/>
                      <a:gd name="connsiteX2-677" fmla="*/ 4123353 w 8145760"/>
                      <a:gd name="connsiteY2-678" fmla="*/ 2919505 h 2920259"/>
                      <a:gd name="connsiteX3-679" fmla="*/ 2295 w 8145760"/>
                      <a:gd name="connsiteY3-680" fmla="*/ 1470941 h 2920259"/>
                      <a:gd name="connsiteX4-681" fmla="*/ 767 w 8145760"/>
                      <a:gd name="connsiteY4-682" fmla="*/ 0 h 2920259"/>
                      <a:gd name="connsiteX5-683" fmla="*/ 4068271 w 8145760"/>
                      <a:gd name="connsiteY5-684" fmla="*/ 1418897 h 2920259"/>
                      <a:gd name="connsiteX6-685" fmla="*/ 8123689 w 8145760"/>
                      <a:gd name="connsiteY6-686" fmla="*/ 13560 h 2920259"/>
                      <a:gd name="connsiteX0-687" fmla="*/ 8178863 w 8178863"/>
                      <a:gd name="connsiteY0-688" fmla="*/ 26952 h 2920259"/>
                      <a:gd name="connsiteX1-689" fmla="*/ 8145760 w 8178863"/>
                      <a:gd name="connsiteY1-690" fmla="*/ 1579944 h 2920259"/>
                      <a:gd name="connsiteX2-691" fmla="*/ 4123353 w 8178863"/>
                      <a:gd name="connsiteY2-692" fmla="*/ 2919505 h 2920259"/>
                      <a:gd name="connsiteX3-693" fmla="*/ 2295 w 8178863"/>
                      <a:gd name="connsiteY3-694" fmla="*/ 1470941 h 2920259"/>
                      <a:gd name="connsiteX4-695" fmla="*/ 767 w 8178863"/>
                      <a:gd name="connsiteY4-696" fmla="*/ 0 h 2920259"/>
                      <a:gd name="connsiteX5-697" fmla="*/ 4068271 w 8178863"/>
                      <a:gd name="connsiteY5-698" fmla="*/ 1418897 h 2920259"/>
                      <a:gd name="connsiteX6-699" fmla="*/ 8178863 w 8178863"/>
                      <a:gd name="connsiteY6-700" fmla="*/ 26952 h 2920259"/>
                      <a:gd name="connsiteX0-701" fmla="*/ 8167827 w 8167827"/>
                      <a:gd name="connsiteY0-702" fmla="*/ 40343 h 2920259"/>
                      <a:gd name="connsiteX1-703" fmla="*/ 8145760 w 8167827"/>
                      <a:gd name="connsiteY1-704" fmla="*/ 1579944 h 2920259"/>
                      <a:gd name="connsiteX2-705" fmla="*/ 4123353 w 8167827"/>
                      <a:gd name="connsiteY2-706" fmla="*/ 2919505 h 2920259"/>
                      <a:gd name="connsiteX3-707" fmla="*/ 2295 w 8167827"/>
                      <a:gd name="connsiteY3-708" fmla="*/ 1470941 h 2920259"/>
                      <a:gd name="connsiteX4-709" fmla="*/ 767 w 8167827"/>
                      <a:gd name="connsiteY4-710" fmla="*/ 0 h 2920259"/>
                      <a:gd name="connsiteX5-711" fmla="*/ 4068271 w 8167827"/>
                      <a:gd name="connsiteY5-712" fmla="*/ 1418897 h 2920259"/>
                      <a:gd name="connsiteX6-713" fmla="*/ 8167827 w 8167827"/>
                      <a:gd name="connsiteY6-714" fmla="*/ 40343 h 2920259"/>
                      <a:gd name="connsiteX0-715" fmla="*/ 8123687 w 8145760"/>
                      <a:gd name="connsiteY0-716" fmla="*/ 53735 h 2920259"/>
                      <a:gd name="connsiteX1-717" fmla="*/ 8145760 w 8145760"/>
                      <a:gd name="connsiteY1-718" fmla="*/ 1579944 h 2920259"/>
                      <a:gd name="connsiteX2-719" fmla="*/ 4123353 w 8145760"/>
                      <a:gd name="connsiteY2-720" fmla="*/ 2919505 h 2920259"/>
                      <a:gd name="connsiteX3-721" fmla="*/ 2295 w 8145760"/>
                      <a:gd name="connsiteY3-722" fmla="*/ 1470941 h 2920259"/>
                      <a:gd name="connsiteX4-723" fmla="*/ 767 w 8145760"/>
                      <a:gd name="connsiteY4-724" fmla="*/ 0 h 2920259"/>
                      <a:gd name="connsiteX5-725" fmla="*/ 4068271 w 8145760"/>
                      <a:gd name="connsiteY5-726" fmla="*/ 1418897 h 2920259"/>
                      <a:gd name="connsiteX6-727" fmla="*/ 8123687 w 8145760"/>
                      <a:gd name="connsiteY6-728" fmla="*/ 53735 h 2920259"/>
                      <a:gd name="connsiteX0-729" fmla="*/ 8161918 w 8161918"/>
                      <a:gd name="connsiteY0-730" fmla="*/ 0 h 2943855"/>
                      <a:gd name="connsiteX1-731" fmla="*/ 8145760 w 8161918"/>
                      <a:gd name="connsiteY1-732" fmla="*/ 1603540 h 2943855"/>
                      <a:gd name="connsiteX2-733" fmla="*/ 4123353 w 8161918"/>
                      <a:gd name="connsiteY2-734" fmla="*/ 2943101 h 2943855"/>
                      <a:gd name="connsiteX3-735" fmla="*/ 2295 w 8161918"/>
                      <a:gd name="connsiteY3-736" fmla="*/ 1494537 h 2943855"/>
                      <a:gd name="connsiteX4-737" fmla="*/ 767 w 8161918"/>
                      <a:gd name="connsiteY4-738" fmla="*/ 23596 h 2943855"/>
                      <a:gd name="connsiteX5-739" fmla="*/ 4068271 w 8161918"/>
                      <a:gd name="connsiteY5-740" fmla="*/ 1442493 h 2943855"/>
                      <a:gd name="connsiteX6-741" fmla="*/ 8161918 w 8161918"/>
                      <a:gd name="connsiteY6-742" fmla="*/ 0 h 2943855"/>
                      <a:gd name="connsiteX0-743" fmla="*/ 8144926 w 8145760"/>
                      <a:gd name="connsiteY0-744" fmla="*/ 43424 h 2920259"/>
                      <a:gd name="connsiteX1-745" fmla="*/ 8145760 w 8145760"/>
                      <a:gd name="connsiteY1-746" fmla="*/ 1579944 h 2920259"/>
                      <a:gd name="connsiteX2-747" fmla="*/ 4123353 w 8145760"/>
                      <a:gd name="connsiteY2-748" fmla="*/ 2919505 h 2920259"/>
                      <a:gd name="connsiteX3-749" fmla="*/ 2295 w 8145760"/>
                      <a:gd name="connsiteY3-750" fmla="*/ 1470941 h 2920259"/>
                      <a:gd name="connsiteX4-751" fmla="*/ 767 w 8145760"/>
                      <a:gd name="connsiteY4-752" fmla="*/ 0 h 2920259"/>
                      <a:gd name="connsiteX5-753" fmla="*/ 4068271 w 8145760"/>
                      <a:gd name="connsiteY5-754" fmla="*/ 1418897 h 2920259"/>
                      <a:gd name="connsiteX6-755" fmla="*/ 8144926 w 8145760"/>
                      <a:gd name="connsiteY6-756" fmla="*/ 43424 h 2920259"/>
                      <a:gd name="connsiteX0-757" fmla="*/ 8161918 w 8161918"/>
                      <a:gd name="connsiteY0-758" fmla="*/ 0 h 2959321"/>
                      <a:gd name="connsiteX1-759" fmla="*/ 8145760 w 8161918"/>
                      <a:gd name="connsiteY1-760" fmla="*/ 1619006 h 2959321"/>
                      <a:gd name="connsiteX2-761" fmla="*/ 4123353 w 8161918"/>
                      <a:gd name="connsiteY2-762" fmla="*/ 2958567 h 2959321"/>
                      <a:gd name="connsiteX3-763" fmla="*/ 2295 w 8161918"/>
                      <a:gd name="connsiteY3-764" fmla="*/ 1510003 h 2959321"/>
                      <a:gd name="connsiteX4-765" fmla="*/ 767 w 8161918"/>
                      <a:gd name="connsiteY4-766" fmla="*/ 39062 h 2959321"/>
                      <a:gd name="connsiteX5-767" fmla="*/ 4068271 w 8161918"/>
                      <a:gd name="connsiteY5-768" fmla="*/ 1457959 h 2959321"/>
                      <a:gd name="connsiteX6-769" fmla="*/ 8161918 w 8161918"/>
                      <a:gd name="connsiteY6-770" fmla="*/ 0 h 2959321"/>
                      <a:gd name="connsiteX0-771" fmla="*/ 8161918 w 8162752"/>
                      <a:gd name="connsiteY0-772" fmla="*/ 0 h 2959488"/>
                      <a:gd name="connsiteX1-773" fmla="*/ 8162752 w 8162752"/>
                      <a:gd name="connsiteY1-774" fmla="*/ 1629317 h 2959488"/>
                      <a:gd name="connsiteX2-775" fmla="*/ 4123353 w 8162752"/>
                      <a:gd name="connsiteY2-776" fmla="*/ 2958567 h 2959488"/>
                      <a:gd name="connsiteX3-777" fmla="*/ 2295 w 8162752"/>
                      <a:gd name="connsiteY3-778" fmla="*/ 1510003 h 2959488"/>
                      <a:gd name="connsiteX4-779" fmla="*/ 767 w 8162752"/>
                      <a:gd name="connsiteY4-780" fmla="*/ 39062 h 2959488"/>
                      <a:gd name="connsiteX5-781" fmla="*/ 4068271 w 8162752"/>
                      <a:gd name="connsiteY5-782" fmla="*/ 1457959 h 2959488"/>
                      <a:gd name="connsiteX6-783" fmla="*/ 8161918 w 8162752"/>
                      <a:gd name="connsiteY6-784" fmla="*/ 0 h 2959488"/>
                      <a:gd name="connsiteX0-785" fmla="*/ 8165930 w 8166764"/>
                      <a:gd name="connsiteY0-786" fmla="*/ 7337 h 2966825"/>
                      <a:gd name="connsiteX1-787" fmla="*/ 8166764 w 8166764"/>
                      <a:gd name="connsiteY1-788" fmla="*/ 1636654 h 2966825"/>
                      <a:gd name="connsiteX2-789" fmla="*/ 4127365 w 8166764"/>
                      <a:gd name="connsiteY2-790" fmla="*/ 2965904 h 2966825"/>
                      <a:gd name="connsiteX3-791" fmla="*/ 6307 w 8166764"/>
                      <a:gd name="connsiteY3-792" fmla="*/ 1517340 h 2966825"/>
                      <a:gd name="connsiteX4-793" fmla="*/ 532 w 8166764"/>
                      <a:gd name="connsiteY4-794" fmla="*/ 0 h 2966825"/>
                      <a:gd name="connsiteX5-795" fmla="*/ 4072283 w 8166764"/>
                      <a:gd name="connsiteY5-796" fmla="*/ 1465296 h 2966825"/>
                      <a:gd name="connsiteX6-797" fmla="*/ 8165930 w 8166764"/>
                      <a:gd name="connsiteY6-798" fmla="*/ 7337 h 2966825"/>
                      <a:gd name="connsiteX0-799" fmla="*/ 8168119 w 8168953"/>
                      <a:gd name="connsiteY0-800" fmla="*/ 7337 h 2966682"/>
                      <a:gd name="connsiteX1-801" fmla="*/ 8168953 w 8168953"/>
                      <a:gd name="connsiteY1-802" fmla="*/ 1636654 h 2966682"/>
                      <a:gd name="connsiteX2-803" fmla="*/ 4129554 w 8168953"/>
                      <a:gd name="connsiteY2-804" fmla="*/ 2965904 h 2966682"/>
                      <a:gd name="connsiteX3-805" fmla="*/ 0 w 8168953"/>
                      <a:gd name="connsiteY3-806" fmla="*/ 1527651 h 2966682"/>
                      <a:gd name="connsiteX4-807" fmla="*/ 2721 w 8168953"/>
                      <a:gd name="connsiteY4-808" fmla="*/ 0 h 2966682"/>
                      <a:gd name="connsiteX5-809" fmla="*/ 4074472 w 8168953"/>
                      <a:gd name="connsiteY5-810" fmla="*/ 1465296 h 2966682"/>
                      <a:gd name="connsiteX6-811" fmla="*/ 8168119 w 8168953"/>
                      <a:gd name="connsiteY6-812" fmla="*/ 7337 h 2966682"/>
                      <a:gd name="connsiteX0-813" fmla="*/ 8168119 w 8168953"/>
                      <a:gd name="connsiteY0-814" fmla="*/ 7337 h 3100377"/>
                      <a:gd name="connsiteX1-815" fmla="*/ 8168953 w 8168953"/>
                      <a:gd name="connsiteY1-816" fmla="*/ 1636654 h 3100377"/>
                      <a:gd name="connsiteX2-817" fmla="*/ 4118520 w 8168953"/>
                      <a:gd name="connsiteY2-818" fmla="*/ 3099826 h 3100377"/>
                      <a:gd name="connsiteX3-819" fmla="*/ 0 w 8168953"/>
                      <a:gd name="connsiteY3-820" fmla="*/ 1527651 h 3100377"/>
                      <a:gd name="connsiteX4-821" fmla="*/ 2721 w 8168953"/>
                      <a:gd name="connsiteY4-822" fmla="*/ 0 h 3100377"/>
                      <a:gd name="connsiteX5-823" fmla="*/ 4074472 w 8168953"/>
                      <a:gd name="connsiteY5-824" fmla="*/ 1465296 h 3100377"/>
                      <a:gd name="connsiteX6-825" fmla="*/ 8168119 w 8168953"/>
                      <a:gd name="connsiteY6-826" fmla="*/ 7337 h 3100377"/>
                      <a:gd name="connsiteX0-827" fmla="*/ 8168119 w 8168953"/>
                      <a:gd name="connsiteY0-828" fmla="*/ 7337 h 3100429"/>
                      <a:gd name="connsiteX1-829" fmla="*/ 8168953 w 8168953"/>
                      <a:gd name="connsiteY1-830" fmla="*/ 1636654 h 3100429"/>
                      <a:gd name="connsiteX2-831" fmla="*/ 4118520 w 8168953"/>
                      <a:gd name="connsiteY2-832" fmla="*/ 3099826 h 3100429"/>
                      <a:gd name="connsiteX3-833" fmla="*/ 0 w 8168953"/>
                      <a:gd name="connsiteY3-834" fmla="*/ 1527651 h 3100429"/>
                      <a:gd name="connsiteX4-835" fmla="*/ 2721 w 8168953"/>
                      <a:gd name="connsiteY4-836" fmla="*/ 0 h 3100429"/>
                      <a:gd name="connsiteX5-837" fmla="*/ 4074472 w 8168953"/>
                      <a:gd name="connsiteY5-838" fmla="*/ 1465296 h 3100429"/>
                      <a:gd name="connsiteX6-839" fmla="*/ 8168119 w 8168953"/>
                      <a:gd name="connsiteY6-840" fmla="*/ 7337 h 3100429"/>
                      <a:gd name="connsiteX0-841" fmla="*/ 8165849 w 8166683"/>
                      <a:gd name="connsiteY0-842" fmla="*/ 7337 h 3099826"/>
                      <a:gd name="connsiteX1-843" fmla="*/ 8166683 w 8166683"/>
                      <a:gd name="connsiteY1-844" fmla="*/ 1636654 h 3099826"/>
                      <a:gd name="connsiteX2-845" fmla="*/ 4116250 w 8166683"/>
                      <a:gd name="connsiteY2-846" fmla="*/ 3099826 h 3099826"/>
                      <a:gd name="connsiteX3-847" fmla="*/ 8764 w 8166683"/>
                      <a:gd name="connsiteY3-848" fmla="*/ 1634789 h 3099826"/>
                      <a:gd name="connsiteX4-849" fmla="*/ 451 w 8166683"/>
                      <a:gd name="connsiteY4-850" fmla="*/ 0 h 3099826"/>
                      <a:gd name="connsiteX5-851" fmla="*/ 4072202 w 8166683"/>
                      <a:gd name="connsiteY5-852" fmla="*/ 1465296 h 3099826"/>
                      <a:gd name="connsiteX6-853" fmla="*/ 8165849 w 8166683"/>
                      <a:gd name="connsiteY6-854" fmla="*/ 7337 h 3099826"/>
                      <a:gd name="connsiteX0-855" fmla="*/ 8165849 w 8166683"/>
                      <a:gd name="connsiteY0-856" fmla="*/ 7337 h 3099826"/>
                      <a:gd name="connsiteX1-857" fmla="*/ 8166683 w 8166683"/>
                      <a:gd name="connsiteY1-858" fmla="*/ 1636654 h 3099826"/>
                      <a:gd name="connsiteX2-859" fmla="*/ 4116250 w 8166683"/>
                      <a:gd name="connsiteY2-860" fmla="*/ 3099826 h 3099826"/>
                      <a:gd name="connsiteX3-861" fmla="*/ 8764 w 8166683"/>
                      <a:gd name="connsiteY3-862" fmla="*/ 1634789 h 3099826"/>
                      <a:gd name="connsiteX4-863" fmla="*/ 451 w 8166683"/>
                      <a:gd name="connsiteY4-864" fmla="*/ 0 h 3099826"/>
                      <a:gd name="connsiteX5-865" fmla="*/ 4072202 w 8166683"/>
                      <a:gd name="connsiteY5-866" fmla="*/ 1465296 h 3099826"/>
                      <a:gd name="connsiteX6-867" fmla="*/ 8165849 w 8166683"/>
                      <a:gd name="connsiteY6-868" fmla="*/ 7337 h 3099826"/>
                      <a:gd name="connsiteX0-869" fmla="*/ 8165849 w 8166683"/>
                      <a:gd name="connsiteY0-870" fmla="*/ 7337 h 3099826"/>
                      <a:gd name="connsiteX1-871" fmla="*/ 8166683 w 8166683"/>
                      <a:gd name="connsiteY1-872" fmla="*/ 1636654 h 3099826"/>
                      <a:gd name="connsiteX2-873" fmla="*/ 4116250 w 8166683"/>
                      <a:gd name="connsiteY2-874" fmla="*/ 3099826 h 3099826"/>
                      <a:gd name="connsiteX3-875" fmla="*/ 8764 w 8166683"/>
                      <a:gd name="connsiteY3-876" fmla="*/ 1634789 h 3099826"/>
                      <a:gd name="connsiteX4-877" fmla="*/ 451 w 8166683"/>
                      <a:gd name="connsiteY4-878" fmla="*/ 0 h 3099826"/>
                      <a:gd name="connsiteX5-879" fmla="*/ 4061168 w 8166683"/>
                      <a:gd name="connsiteY5-880" fmla="*/ 1438511 h 3099826"/>
                      <a:gd name="connsiteX6-881" fmla="*/ 8165849 w 8166683"/>
                      <a:gd name="connsiteY6-882" fmla="*/ 7337 h 3099826"/>
                      <a:gd name="connsiteX0-883" fmla="*/ 8165849 w 8166683"/>
                      <a:gd name="connsiteY0-884" fmla="*/ 7337 h 3099826"/>
                      <a:gd name="connsiteX1-885" fmla="*/ 8166683 w 8166683"/>
                      <a:gd name="connsiteY1-886" fmla="*/ 1636654 h 3099826"/>
                      <a:gd name="connsiteX2-887" fmla="*/ 4116250 w 8166683"/>
                      <a:gd name="connsiteY2-888" fmla="*/ 3099826 h 3099826"/>
                      <a:gd name="connsiteX3-889" fmla="*/ 8764 w 8166683"/>
                      <a:gd name="connsiteY3-890" fmla="*/ 1634789 h 3099826"/>
                      <a:gd name="connsiteX4-891" fmla="*/ 451 w 8166683"/>
                      <a:gd name="connsiteY4-892" fmla="*/ 0 h 3099826"/>
                      <a:gd name="connsiteX5-893" fmla="*/ 4061168 w 8166683"/>
                      <a:gd name="connsiteY5-894" fmla="*/ 1438511 h 3099826"/>
                      <a:gd name="connsiteX6-895" fmla="*/ 8165849 w 8166683"/>
                      <a:gd name="connsiteY6-896" fmla="*/ 7337 h 309982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73" name="Oval 472"/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474" name="Group 473"/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75" name="Freeform 474"/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-1" fmla="*/ 3725333 w 4641485"/>
                        <a:gd name="connsiteY0-2" fmla="*/ 0 h 1049866"/>
                        <a:gd name="connsiteX1-3" fmla="*/ 4641485 w 4641485"/>
                        <a:gd name="connsiteY1-4" fmla="*/ 239402 h 1049866"/>
                        <a:gd name="connsiteX2-5" fmla="*/ 3962400 w 4641485"/>
                        <a:gd name="connsiteY2-6" fmla="*/ 541866 h 1049866"/>
                        <a:gd name="connsiteX3-7" fmla="*/ 3742267 w 4641485"/>
                        <a:gd name="connsiteY3-8" fmla="*/ 457200 h 1049866"/>
                        <a:gd name="connsiteX4-9" fmla="*/ 2269067 w 4641485"/>
                        <a:gd name="connsiteY4-10" fmla="*/ 1049866 h 1049866"/>
                        <a:gd name="connsiteX5-11" fmla="*/ 880533 w 4641485"/>
                        <a:gd name="connsiteY5-12" fmla="*/ 457200 h 1049866"/>
                        <a:gd name="connsiteX6-13" fmla="*/ 592667 w 4641485"/>
                        <a:gd name="connsiteY6-14" fmla="*/ 541866 h 1049866"/>
                        <a:gd name="connsiteX7-15" fmla="*/ 0 w 4641485"/>
                        <a:gd name="connsiteY7-16" fmla="*/ 254000 h 1049866"/>
                        <a:gd name="connsiteX8-17" fmla="*/ 880533 w 4641485"/>
                        <a:gd name="connsiteY8-18" fmla="*/ 16933 h 1049866"/>
                        <a:gd name="connsiteX9-19" fmla="*/ 2302933 w 4641485"/>
                        <a:gd name="connsiteY9-20" fmla="*/ 626533 h 1049866"/>
                        <a:gd name="connsiteX10-21" fmla="*/ 3725333 w 4641485"/>
                        <a:gd name="connsiteY10-22" fmla="*/ 0 h 1049866"/>
                        <a:gd name="connsiteX0-23" fmla="*/ 3756864 w 4673016"/>
                        <a:gd name="connsiteY0-24" fmla="*/ 0 h 1049866"/>
                        <a:gd name="connsiteX1-25" fmla="*/ 4673016 w 4673016"/>
                        <a:gd name="connsiteY1-26" fmla="*/ 239402 h 1049866"/>
                        <a:gd name="connsiteX2-27" fmla="*/ 3993931 w 4673016"/>
                        <a:gd name="connsiteY2-28" fmla="*/ 541866 h 1049866"/>
                        <a:gd name="connsiteX3-29" fmla="*/ 3773798 w 4673016"/>
                        <a:gd name="connsiteY3-30" fmla="*/ 457200 h 1049866"/>
                        <a:gd name="connsiteX4-31" fmla="*/ 2300598 w 4673016"/>
                        <a:gd name="connsiteY4-32" fmla="*/ 1049866 h 1049866"/>
                        <a:gd name="connsiteX5-33" fmla="*/ 912064 w 4673016"/>
                        <a:gd name="connsiteY5-34" fmla="*/ 457200 h 1049866"/>
                        <a:gd name="connsiteX6-35" fmla="*/ 624198 w 4673016"/>
                        <a:gd name="connsiteY6-36" fmla="*/ 541866 h 1049866"/>
                        <a:gd name="connsiteX7-37" fmla="*/ 0 w 4673016"/>
                        <a:gd name="connsiteY7-38" fmla="*/ 232979 h 1049866"/>
                        <a:gd name="connsiteX8-39" fmla="*/ 912064 w 4673016"/>
                        <a:gd name="connsiteY8-40" fmla="*/ 16933 h 1049866"/>
                        <a:gd name="connsiteX9-41" fmla="*/ 2334464 w 4673016"/>
                        <a:gd name="connsiteY9-42" fmla="*/ 626533 h 1049866"/>
                        <a:gd name="connsiteX10-43" fmla="*/ 3756864 w 4673016"/>
                        <a:gd name="connsiteY10-44" fmla="*/ 0 h 1049866"/>
                        <a:gd name="connsiteX0-45" fmla="*/ 3756864 w 4673016"/>
                        <a:gd name="connsiteY0-46" fmla="*/ 0 h 1049866"/>
                        <a:gd name="connsiteX1-47" fmla="*/ 4673016 w 4673016"/>
                        <a:gd name="connsiteY1-48" fmla="*/ 239402 h 1049866"/>
                        <a:gd name="connsiteX2-49" fmla="*/ 3993931 w 4673016"/>
                        <a:gd name="connsiteY2-50" fmla="*/ 541866 h 1049866"/>
                        <a:gd name="connsiteX3-51" fmla="*/ 3784308 w 4673016"/>
                        <a:gd name="connsiteY3-52" fmla="*/ 404648 h 1049866"/>
                        <a:gd name="connsiteX4-53" fmla="*/ 2300598 w 4673016"/>
                        <a:gd name="connsiteY4-54" fmla="*/ 1049866 h 1049866"/>
                        <a:gd name="connsiteX5-55" fmla="*/ 912064 w 4673016"/>
                        <a:gd name="connsiteY5-56" fmla="*/ 457200 h 1049866"/>
                        <a:gd name="connsiteX6-57" fmla="*/ 624198 w 4673016"/>
                        <a:gd name="connsiteY6-58" fmla="*/ 541866 h 1049866"/>
                        <a:gd name="connsiteX7-59" fmla="*/ 0 w 4673016"/>
                        <a:gd name="connsiteY7-60" fmla="*/ 232979 h 1049866"/>
                        <a:gd name="connsiteX8-61" fmla="*/ 912064 w 4673016"/>
                        <a:gd name="connsiteY8-62" fmla="*/ 16933 h 1049866"/>
                        <a:gd name="connsiteX9-63" fmla="*/ 2334464 w 4673016"/>
                        <a:gd name="connsiteY9-64" fmla="*/ 626533 h 1049866"/>
                        <a:gd name="connsiteX10-65" fmla="*/ 3756864 w 4673016"/>
                        <a:gd name="connsiteY10-66" fmla="*/ 0 h 1049866"/>
                        <a:gd name="connsiteX0-67" fmla="*/ 3756864 w 4673016"/>
                        <a:gd name="connsiteY0-68" fmla="*/ 0 h 1049866"/>
                        <a:gd name="connsiteX1-69" fmla="*/ 4673016 w 4673016"/>
                        <a:gd name="connsiteY1-70" fmla="*/ 239402 h 1049866"/>
                        <a:gd name="connsiteX2-71" fmla="*/ 3993931 w 4673016"/>
                        <a:gd name="connsiteY2-72" fmla="*/ 541866 h 1049866"/>
                        <a:gd name="connsiteX3-73" fmla="*/ 3794818 w 4673016"/>
                        <a:gd name="connsiteY3-74" fmla="*/ 436179 h 1049866"/>
                        <a:gd name="connsiteX4-75" fmla="*/ 2300598 w 4673016"/>
                        <a:gd name="connsiteY4-76" fmla="*/ 1049866 h 1049866"/>
                        <a:gd name="connsiteX5-77" fmla="*/ 912064 w 4673016"/>
                        <a:gd name="connsiteY5-78" fmla="*/ 457200 h 1049866"/>
                        <a:gd name="connsiteX6-79" fmla="*/ 624198 w 4673016"/>
                        <a:gd name="connsiteY6-80" fmla="*/ 541866 h 1049866"/>
                        <a:gd name="connsiteX7-81" fmla="*/ 0 w 4673016"/>
                        <a:gd name="connsiteY7-82" fmla="*/ 232979 h 1049866"/>
                        <a:gd name="connsiteX8-83" fmla="*/ 912064 w 4673016"/>
                        <a:gd name="connsiteY8-84" fmla="*/ 16933 h 1049866"/>
                        <a:gd name="connsiteX9-85" fmla="*/ 2334464 w 4673016"/>
                        <a:gd name="connsiteY9-86" fmla="*/ 626533 h 1049866"/>
                        <a:gd name="connsiteX10-87" fmla="*/ 3756864 w 4673016"/>
                        <a:gd name="connsiteY10-88" fmla="*/ 0 h 1049866"/>
                        <a:gd name="connsiteX0-89" fmla="*/ 3756864 w 4673016"/>
                        <a:gd name="connsiteY0-90" fmla="*/ 0 h 1049866"/>
                        <a:gd name="connsiteX1-91" fmla="*/ 4673016 w 4673016"/>
                        <a:gd name="connsiteY1-92" fmla="*/ 239402 h 1049866"/>
                        <a:gd name="connsiteX2-93" fmla="*/ 3993931 w 4673016"/>
                        <a:gd name="connsiteY2-94" fmla="*/ 541866 h 1049866"/>
                        <a:gd name="connsiteX3-95" fmla="*/ 3794818 w 4673016"/>
                        <a:gd name="connsiteY3-96" fmla="*/ 436179 h 1049866"/>
                        <a:gd name="connsiteX4-97" fmla="*/ 2300598 w 4673016"/>
                        <a:gd name="connsiteY4-98" fmla="*/ 1049866 h 1049866"/>
                        <a:gd name="connsiteX5-99" fmla="*/ 912064 w 4673016"/>
                        <a:gd name="connsiteY5-100" fmla="*/ 457200 h 1049866"/>
                        <a:gd name="connsiteX6-101" fmla="*/ 624198 w 4673016"/>
                        <a:gd name="connsiteY6-102" fmla="*/ 541866 h 1049866"/>
                        <a:gd name="connsiteX7-103" fmla="*/ 0 w 4673016"/>
                        <a:gd name="connsiteY7-104" fmla="*/ 232979 h 1049866"/>
                        <a:gd name="connsiteX8-105" fmla="*/ 912064 w 4673016"/>
                        <a:gd name="connsiteY8-106" fmla="*/ 16933 h 1049866"/>
                        <a:gd name="connsiteX9-107" fmla="*/ 2323954 w 4673016"/>
                        <a:gd name="connsiteY9-108" fmla="*/ 616023 h 1049866"/>
                        <a:gd name="connsiteX10-109" fmla="*/ 3756864 w 4673016"/>
                        <a:gd name="connsiteY10-110" fmla="*/ 0 h 1049866"/>
                        <a:gd name="connsiteX0-111" fmla="*/ 3756864 w 4673016"/>
                        <a:gd name="connsiteY0-112" fmla="*/ 0 h 1049866"/>
                        <a:gd name="connsiteX1-113" fmla="*/ 4673016 w 4673016"/>
                        <a:gd name="connsiteY1-114" fmla="*/ 239402 h 1049866"/>
                        <a:gd name="connsiteX2-115" fmla="*/ 3993931 w 4673016"/>
                        <a:gd name="connsiteY2-116" fmla="*/ 541866 h 1049866"/>
                        <a:gd name="connsiteX3-117" fmla="*/ 3794818 w 4673016"/>
                        <a:gd name="connsiteY3-118" fmla="*/ 436179 h 1049866"/>
                        <a:gd name="connsiteX4-119" fmla="*/ 2300598 w 4673016"/>
                        <a:gd name="connsiteY4-120" fmla="*/ 1049866 h 1049866"/>
                        <a:gd name="connsiteX5-121" fmla="*/ 912064 w 4673016"/>
                        <a:gd name="connsiteY5-122" fmla="*/ 457200 h 1049866"/>
                        <a:gd name="connsiteX6-123" fmla="*/ 624198 w 4673016"/>
                        <a:gd name="connsiteY6-124" fmla="*/ 541866 h 1049866"/>
                        <a:gd name="connsiteX7-125" fmla="*/ 0 w 4673016"/>
                        <a:gd name="connsiteY7-126" fmla="*/ 275021 h 1049866"/>
                        <a:gd name="connsiteX8-127" fmla="*/ 912064 w 4673016"/>
                        <a:gd name="connsiteY8-128" fmla="*/ 16933 h 1049866"/>
                        <a:gd name="connsiteX9-129" fmla="*/ 2323954 w 4673016"/>
                        <a:gd name="connsiteY9-130" fmla="*/ 616023 h 1049866"/>
                        <a:gd name="connsiteX10-131" fmla="*/ 3756864 w 4673016"/>
                        <a:gd name="connsiteY10-132" fmla="*/ 0 h 1049866"/>
                        <a:gd name="connsiteX0-133" fmla="*/ 3756864 w 4673016"/>
                        <a:gd name="connsiteY0-134" fmla="*/ 0 h 1049866"/>
                        <a:gd name="connsiteX1-135" fmla="*/ 4673016 w 4673016"/>
                        <a:gd name="connsiteY1-136" fmla="*/ 239402 h 1049866"/>
                        <a:gd name="connsiteX2-137" fmla="*/ 3993931 w 4673016"/>
                        <a:gd name="connsiteY2-138" fmla="*/ 541866 h 1049866"/>
                        <a:gd name="connsiteX3-139" fmla="*/ 3815839 w 4673016"/>
                        <a:gd name="connsiteY3-140" fmla="*/ 467710 h 1049866"/>
                        <a:gd name="connsiteX4-141" fmla="*/ 2300598 w 4673016"/>
                        <a:gd name="connsiteY4-142" fmla="*/ 1049866 h 1049866"/>
                        <a:gd name="connsiteX5-143" fmla="*/ 912064 w 4673016"/>
                        <a:gd name="connsiteY5-144" fmla="*/ 457200 h 1049866"/>
                        <a:gd name="connsiteX6-145" fmla="*/ 624198 w 4673016"/>
                        <a:gd name="connsiteY6-146" fmla="*/ 541866 h 1049866"/>
                        <a:gd name="connsiteX7-147" fmla="*/ 0 w 4673016"/>
                        <a:gd name="connsiteY7-148" fmla="*/ 275021 h 1049866"/>
                        <a:gd name="connsiteX8-149" fmla="*/ 912064 w 4673016"/>
                        <a:gd name="connsiteY8-150" fmla="*/ 16933 h 1049866"/>
                        <a:gd name="connsiteX9-151" fmla="*/ 2323954 w 4673016"/>
                        <a:gd name="connsiteY9-152" fmla="*/ 616023 h 1049866"/>
                        <a:gd name="connsiteX10-153" fmla="*/ 3756864 w 4673016"/>
                        <a:gd name="connsiteY10-154" fmla="*/ 0 h 104986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6" name="Freeform 475"/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7" name="Freeform 476"/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8" name="Freeform 477"/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-1" fmla="*/ 168165 w 3731172"/>
                        <a:gd name="connsiteY0-2" fmla="*/ 73572 h 1418896"/>
                        <a:gd name="connsiteX1-3" fmla="*/ 451945 w 3731172"/>
                        <a:gd name="connsiteY1-4" fmla="*/ 0 h 1418896"/>
                        <a:gd name="connsiteX2-5" fmla="*/ 1881352 w 3731172"/>
                        <a:gd name="connsiteY2-6" fmla="*/ 599089 h 1418896"/>
                        <a:gd name="connsiteX3-7" fmla="*/ 3363310 w 3731172"/>
                        <a:gd name="connsiteY3-8" fmla="*/ 0 h 1418896"/>
                        <a:gd name="connsiteX4-9" fmla="*/ 3584027 w 3731172"/>
                        <a:gd name="connsiteY4-10" fmla="*/ 73572 h 1418896"/>
                        <a:gd name="connsiteX5-11" fmla="*/ 2627586 w 3731172"/>
                        <a:gd name="connsiteY5-12" fmla="*/ 441434 h 1418896"/>
                        <a:gd name="connsiteX6-13" fmla="*/ 2596055 w 3731172"/>
                        <a:gd name="connsiteY6-14" fmla="*/ 914400 h 1418896"/>
                        <a:gd name="connsiteX7-15" fmla="*/ 3731172 w 3731172"/>
                        <a:gd name="connsiteY7-16" fmla="*/ 1345324 h 1418896"/>
                        <a:gd name="connsiteX8-17" fmla="*/ 3447393 w 3731172"/>
                        <a:gd name="connsiteY8-18" fmla="*/ 1408386 h 1418896"/>
                        <a:gd name="connsiteX9-19" fmla="*/ 1870841 w 3731172"/>
                        <a:gd name="connsiteY9-20" fmla="*/ 746234 h 1418896"/>
                        <a:gd name="connsiteX10-21" fmla="*/ 262758 w 3731172"/>
                        <a:gd name="connsiteY10-22" fmla="*/ 1418896 h 1418896"/>
                        <a:gd name="connsiteX11-23" fmla="*/ 0 w 3731172"/>
                        <a:gd name="connsiteY11-24" fmla="*/ 1324303 h 1418896"/>
                        <a:gd name="connsiteX12-25" fmla="*/ 1145627 w 3731172"/>
                        <a:gd name="connsiteY12-26" fmla="*/ 882869 h 1418896"/>
                        <a:gd name="connsiteX13-27" fmla="*/ 1114096 w 3731172"/>
                        <a:gd name="connsiteY13-28" fmla="*/ 409903 h 1418896"/>
                        <a:gd name="connsiteX14-29" fmla="*/ 441434 w 3731172"/>
                        <a:gd name="connsiteY14-30" fmla="*/ 10510 h 1418896"/>
                        <a:gd name="connsiteX15-31" fmla="*/ 441434 w 3731172"/>
                        <a:gd name="connsiteY15-32" fmla="*/ 10510 h 1418896"/>
                        <a:gd name="connsiteX0-33" fmla="*/ 168165 w 3731172"/>
                        <a:gd name="connsiteY0-34" fmla="*/ 73572 h 1418896"/>
                        <a:gd name="connsiteX1-35" fmla="*/ 451945 w 3731172"/>
                        <a:gd name="connsiteY1-36" fmla="*/ 0 h 1418896"/>
                        <a:gd name="connsiteX2-37" fmla="*/ 1881352 w 3731172"/>
                        <a:gd name="connsiteY2-38" fmla="*/ 599089 h 1418896"/>
                        <a:gd name="connsiteX3-39" fmla="*/ 3363310 w 3731172"/>
                        <a:gd name="connsiteY3-40" fmla="*/ 0 h 1418896"/>
                        <a:gd name="connsiteX4-41" fmla="*/ 3584027 w 3731172"/>
                        <a:gd name="connsiteY4-42" fmla="*/ 73572 h 1418896"/>
                        <a:gd name="connsiteX5-43" fmla="*/ 2627586 w 3731172"/>
                        <a:gd name="connsiteY5-44" fmla="*/ 441434 h 1418896"/>
                        <a:gd name="connsiteX6-45" fmla="*/ 2596055 w 3731172"/>
                        <a:gd name="connsiteY6-46" fmla="*/ 914400 h 1418896"/>
                        <a:gd name="connsiteX7-47" fmla="*/ 3731172 w 3731172"/>
                        <a:gd name="connsiteY7-48" fmla="*/ 1345324 h 1418896"/>
                        <a:gd name="connsiteX8-49" fmla="*/ 3447393 w 3731172"/>
                        <a:gd name="connsiteY8-50" fmla="*/ 1408386 h 1418896"/>
                        <a:gd name="connsiteX9-51" fmla="*/ 1870841 w 3731172"/>
                        <a:gd name="connsiteY9-52" fmla="*/ 746234 h 1418896"/>
                        <a:gd name="connsiteX10-53" fmla="*/ 262758 w 3731172"/>
                        <a:gd name="connsiteY10-54" fmla="*/ 1418896 h 1418896"/>
                        <a:gd name="connsiteX11-55" fmla="*/ 0 w 3731172"/>
                        <a:gd name="connsiteY11-56" fmla="*/ 1324303 h 1418896"/>
                        <a:gd name="connsiteX12-57" fmla="*/ 1145627 w 3731172"/>
                        <a:gd name="connsiteY12-58" fmla="*/ 882869 h 1418896"/>
                        <a:gd name="connsiteX13-59" fmla="*/ 1114096 w 3731172"/>
                        <a:gd name="connsiteY13-60" fmla="*/ 409903 h 1418896"/>
                        <a:gd name="connsiteX14-61" fmla="*/ 441434 w 3731172"/>
                        <a:gd name="connsiteY14-62" fmla="*/ 10510 h 1418896"/>
                        <a:gd name="connsiteX0-63" fmla="*/ 168165 w 3731172"/>
                        <a:gd name="connsiteY0-64" fmla="*/ 73572 h 1418896"/>
                        <a:gd name="connsiteX1-65" fmla="*/ 451945 w 3731172"/>
                        <a:gd name="connsiteY1-66" fmla="*/ 0 h 1418896"/>
                        <a:gd name="connsiteX2-67" fmla="*/ 1881352 w 3731172"/>
                        <a:gd name="connsiteY2-68" fmla="*/ 599089 h 1418896"/>
                        <a:gd name="connsiteX3-69" fmla="*/ 3363310 w 3731172"/>
                        <a:gd name="connsiteY3-70" fmla="*/ 0 h 1418896"/>
                        <a:gd name="connsiteX4-71" fmla="*/ 3584027 w 3731172"/>
                        <a:gd name="connsiteY4-72" fmla="*/ 73572 h 1418896"/>
                        <a:gd name="connsiteX5-73" fmla="*/ 2627586 w 3731172"/>
                        <a:gd name="connsiteY5-74" fmla="*/ 441434 h 1418896"/>
                        <a:gd name="connsiteX6-75" fmla="*/ 2596055 w 3731172"/>
                        <a:gd name="connsiteY6-76" fmla="*/ 914400 h 1418896"/>
                        <a:gd name="connsiteX7-77" fmla="*/ 3731172 w 3731172"/>
                        <a:gd name="connsiteY7-78" fmla="*/ 1345324 h 1418896"/>
                        <a:gd name="connsiteX8-79" fmla="*/ 3447393 w 3731172"/>
                        <a:gd name="connsiteY8-80" fmla="*/ 1408386 h 1418896"/>
                        <a:gd name="connsiteX9-81" fmla="*/ 1870841 w 3731172"/>
                        <a:gd name="connsiteY9-82" fmla="*/ 746234 h 1418896"/>
                        <a:gd name="connsiteX10-83" fmla="*/ 262758 w 3731172"/>
                        <a:gd name="connsiteY10-84" fmla="*/ 1418896 h 1418896"/>
                        <a:gd name="connsiteX11-85" fmla="*/ 0 w 3731172"/>
                        <a:gd name="connsiteY11-86" fmla="*/ 1324303 h 1418896"/>
                        <a:gd name="connsiteX12-87" fmla="*/ 1145627 w 3731172"/>
                        <a:gd name="connsiteY12-88" fmla="*/ 882869 h 1418896"/>
                        <a:gd name="connsiteX13-89" fmla="*/ 1114096 w 3731172"/>
                        <a:gd name="connsiteY13-90" fmla="*/ 409903 h 1418896"/>
                        <a:gd name="connsiteX14-91" fmla="*/ 357351 w 3731172"/>
                        <a:gd name="connsiteY14-92" fmla="*/ 115613 h 1418896"/>
                        <a:gd name="connsiteX0-93" fmla="*/ 168165 w 3731172"/>
                        <a:gd name="connsiteY0-94" fmla="*/ 73572 h 1418896"/>
                        <a:gd name="connsiteX1-95" fmla="*/ 451945 w 3731172"/>
                        <a:gd name="connsiteY1-96" fmla="*/ 0 h 1418896"/>
                        <a:gd name="connsiteX2-97" fmla="*/ 1881352 w 3731172"/>
                        <a:gd name="connsiteY2-98" fmla="*/ 599089 h 1418896"/>
                        <a:gd name="connsiteX3-99" fmla="*/ 3363310 w 3731172"/>
                        <a:gd name="connsiteY3-100" fmla="*/ 0 h 1418896"/>
                        <a:gd name="connsiteX4-101" fmla="*/ 3584027 w 3731172"/>
                        <a:gd name="connsiteY4-102" fmla="*/ 73572 h 1418896"/>
                        <a:gd name="connsiteX5-103" fmla="*/ 2627586 w 3731172"/>
                        <a:gd name="connsiteY5-104" fmla="*/ 441434 h 1418896"/>
                        <a:gd name="connsiteX6-105" fmla="*/ 2596055 w 3731172"/>
                        <a:gd name="connsiteY6-106" fmla="*/ 914400 h 1418896"/>
                        <a:gd name="connsiteX7-107" fmla="*/ 3731172 w 3731172"/>
                        <a:gd name="connsiteY7-108" fmla="*/ 1345324 h 1418896"/>
                        <a:gd name="connsiteX8-109" fmla="*/ 3447393 w 3731172"/>
                        <a:gd name="connsiteY8-110" fmla="*/ 1408386 h 1418896"/>
                        <a:gd name="connsiteX9-111" fmla="*/ 1870841 w 3731172"/>
                        <a:gd name="connsiteY9-112" fmla="*/ 746234 h 1418896"/>
                        <a:gd name="connsiteX10-113" fmla="*/ 262758 w 3731172"/>
                        <a:gd name="connsiteY10-114" fmla="*/ 1418896 h 1418896"/>
                        <a:gd name="connsiteX11-115" fmla="*/ 0 w 3731172"/>
                        <a:gd name="connsiteY11-116" fmla="*/ 1324303 h 1418896"/>
                        <a:gd name="connsiteX12-117" fmla="*/ 1145627 w 3731172"/>
                        <a:gd name="connsiteY12-118" fmla="*/ 882869 h 1418896"/>
                        <a:gd name="connsiteX13-119" fmla="*/ 1114096 w 3731172"/>
                        <a:gd name="connsiteY13-120" fmla="*/ 409903 h 1418896"/>
                        <a:gd name="connsiteX14-121" fmla="*/ 147144 w 3731172"/>
                        <a:gd name="connsiteY14-122" fmla="*/ 63061 h 1418896"/>
                        <a:gd name="connsiteX0-123" fmla="*/ 168165 w 3731172"/>
                        <a:gd name="connsiteY0-124" fmla="*/ 73572 h 1418896"/>
                        <a:gd name="connsiteX1-125" fmla="*/ 451945 w 3731172"/>
                        <a:gd name="connsiteY1-126" fmla="*/ 0 h 1418896"/>
                        <a:gd name="connsiteX2-127" fmla="*/ 1881352 w 3731172"/>
                        <a:gd name="connsiteY2-128" fmla="*/ 599089 h 1418896"/>
                        <a:gd name="connsiteX3-129" fmla="*/ 3363310 w 3731172"/>
                        <a:gd name="connsiteY3-130" fmla="*/ 0 h 1418896"/>
                        <a:gd name="connsiteX4-131" fmla="*/ 3584027 w 3731172"/>
                        <a:gd name="connsiteY4-132" fmla="*/ 73572 h 1418896"/>
                        <a:gd name="connsiteX5-133" fmla="*/ 2627586 w 3731172"/>
                        <a:gd name="connsiteY5-134" fmla="*/ 441434 h 1418896"/>
                        <a:gd name="connsiteX6-135" fmla="*/ 2596055 w 3731172"/>
                        <a:gd name="connsiteY6-136" fmla="*/ 914400 h 1418896"/>
                        <a:gd name="connsiteX7-137" fmla="*/ 3731172 w 3731172"/>
                        <a:gd name="connsiteY7-138" fmla="*/ 1345324 h 1418896"/>
                        <a:gd name="connsiteX8-139" fmla="*/ 3447393 w 3731172"/>
                        <a:gd name="connsiteY8-140" fmla="*/ 1408386 h 1418896"/>
                        <a:gd name="connsiteX9-141" fmla="*/ 1870841 w 3731172"/>
                        <a:gd name="connsiteY9-142" fmla="*/ 746234 h 1418896"/>
                        <a:gd name="connsiteX10-143" fmla="*/ 262758 w 3731172"/>
                        <a:gd name="connsiteY10-144" fmla="*/ 1418896 h 1418896"/>
                        <a:gd name="connsiteX11-145" fmla="*/ 0 w 3731172"/>
                        <a:gd name="connsiteY11-146" fmla="*/ 1324303 h 1418896"/>
                        <a:gd name="connsiteX12-147" fmla="*/ 1145627 w 3731172"/>
                        <a:gd name="connsiteY12-148" fmla="*/ 882869 h 1418896"/>
                        <a:gd name="connsiteX13-149" fmla="*/ 1114096 w 3731172"/>
                        <a:gd name="connsiteY13-150" fmla="*/ 420413 h 1418896"/>
                        <a:gd name="connsiteX14-151" fmla="*/ 147144 w 3731172"/>
                        <a:gd name="connsiteY14-152" fmla="*/ 63061 h 1418896"/>
                        <a:gd name="connsiteX0-153" fmla="*/ 168165 w 3731172"/>
                        <a:gd name="connsiteY0-154" fmla="*/ 73572 h 1418896"/>
                        <a:gd name="connsiteX1-155" fmla="*/ 451945 w 3731172"/>
                        <a:gd name="connsiteY1-156" fmla="*/ 0 h 1418896"/>
                        <a:gd name="connsiteX2-157" fmla="*/ 1881352 w 3731172"/>
                        <a:gd name="connsiteY2-158" fmla="*/ 599089 h 1418896"/>
                        <a:gd name="connsiteX3-159" fmla="*/ 3363310 w 3731172"/>
                        <a:gd name="connsiteY3-160" fmla="*/ 0 h 1418896"/>
                        <a:gd name="connsiteX4-161" fmla="*/ 3584027 w 3731172"/>
                        <a:gd name="connsiteY4-162" fmla="*/ 73572 h 1418896"/>
                        <a:gd name="connsiteX5-163" fmla="*/ 2627586 w 3731172"/>
                        <a:gd name="connsiteY5-164" fmla="*/ 441434 h 1418896"/>
                        <a:gd name="connsiteX6-165" fmla="*/ 2596055 w 3731172"/>
                        <a:gd name="connsiteY6-166" fmla="*/ 914400 h 1418896"/>
                        <a:gd name="connsiteX7-167" fmla="*/ 3731172 w 3731172"/>
                        <a:gd name="connsiteY7-168" fmla="*/ 1345324 h 1418896"/>
                        <a:gd name="connsiteX8-169" fmla="*/ 3447393 w 3731172"/>
                        <a:gd name="connsiteY8-170" fmla="*/ 1408386 h 1418896"/>
                        <a:gd name="connsiteX9-171" fmla="*/ 1870841 w 3731172"/>
                        <a:gd name="connsiteY9-172" fmla="*/ 746234 h 1418896"/>
                        <a:gd name="connsiteX10-173" fmla="*/ 262758 w 3731172"/>
                        <a:gd name="connsiteY10-174" fmla="*/ 1418896 h 1418896"/>
                        <a:gd name="connsiteX11-175" fmla="*/ 0 w 3731172"/>
                        <a:gd name="connsiteY11-176" fmla="*/ 1324303 h 1418896"/>
                        <a:gd name="connsiteX12-177" fmla="*/ 1145627 w 3731172"/>
                        <a:gd name="connsiteY12-178" fmla="*/ 882869 h 1418896"/>
                        <a:gd name="connsiteX13-179" fmla="*/ 1114096 w 3731172"/>
                        <a:gd name="connsiteY13-180" fmla="*/ 420413 h 1418896"/>
                        <a:gd name="connsiteX14-181" fmla="*/ 189185 w 3731172"/>
                        <a:gd name="connsiteY14-182" fmla="*/ 84081 h 1418896"/>
                        <a:gd name="connsiteX0-183" fmla="*/ 168165 w 3731172"/>
                        <a:gd name="connsiteY0-184" fmla="*/ 73572 h 1418896"/>
                        <a:gd name="connsiteX1-185" fmla="*/ 451945 w 3731172"/>
                        <a:gd name="connsiteY1-186" fmla="*/ 0 h 1418896"/>
                        <a:gd name="connsiteX2-187" fmla="*/ 1881352 w 3731172"/>
                        <a:gd name="connsiteY2-188" fmla="*/ 599089 h 1418896"/>
                        <a:gd name="connsiteX3-189" fmla="*/ 3363310 w 3731172"/>
                        <a:gd name="connsiteY3-190" fmla="*/ 0 h 1418896"/>
                        <a:gd name="connsiteX4-191" fmla="*/ 3584027 w 3731172"/>
                        <a:gd name="connsiteY4-192" fmla="*/ 73572 h 1418896"/>
                        <a:gd name="connsiteX5-193" fmla="*/ 2627586 w 3731172"/>
                        <a:gd name="connsiteY5-194" fmla="*/ 441434 h 1418896"/>
                        <a:gd name="connsiteX6-195" fmla="*/ 2596055 w 3731172"/>
                        <a:gd name="connsiteY6-196" fmla="*/ 914400 h 1418896"/>
                        <a:gd name="connsiteX7-197" fmla="*/ 3731172 w 3731172"/>
                        <a:gd name="connsiteY7-198" fmla="*/ 1345324 h 1418896"/>
                        <a:gd name="connsiteX8-199" fmla="*/ 3447393 w 3731172"/>
                        <a:gd name="connsiteY8-200" fmla="*/ 1408386 h 1418896"/>
                        <a:gd name="connsiteX9-201" fmla="*/ 1870841 w 3731172"/>
                        <a:gd name="connsiteY9-202" fmla="*/ 746234 h 1418896"/>
                        <a:gd name="connsiteX10-203" fmla="*/ 262758 w 3731172"/>
                        <a:gd name="connsiteY10-204" fmla="*/ 1418896 h 1418896"/>
                        <a:gd name="connsiteX11-205" fmla="*/ 0 w 3731172"/>
                        <a:gd name="connsiteY11-206" fmla="*/ 1324303 h 1418896"/>
                        <a:gd name="connsiteX12-207" fmla="*/ 1145627 w 3731172"/>
                        <a:gd name="connsiteY12-208" fmla="*/ 882869 h 1418896"/>
                        <a:gd name="connsiteX13-209" fmla="*/ 1114096 w 3731172"/>
                        <a:gd name="connsiteY13-210" fmla="*/ 420413 h 1418896"/>
                        <a:gd name="connsiteX14-211" fmla="*/ 189185 w 3731172"/>
                        <a:gd name="connsiteY14-212" fmla="*/ 84081 h 1418896"/>
                        <a:gd name="connsiteX15-213" fmla="*/ 168165 w 3731172"/>
                        <a:gd name="connsiteY15-214" fmla="*/ 73572 h 1418896"/>
                        <a:gd name="connsiteX0-215" fmla="*/ 168165 w 3731172"/>
                        <a:gd name="connsiteY0-216" fmla="*/ 73572 h 1418896"/>
                        <a:gd name="connsiteX1-217" fmla="*/ 451945 w 3731172"/>
                        <a:gd name="connsiteY1-218" fmla="*/ 0 h 1418896"/>
                        <a:gd name="connsiteX2-219" fmla="*/ 1881352 w 3731172"/>
                        <a:gd name="connsiteY2-220" fmla="*/ 599089 h 1418896"/>
                        <a:gd name="connsiteX3-221" fmla="*/ 3363310 w 3731172"/>
                        <a:gd name="connsiteY3-222" fmla="*/ 0 h 1418896"/>
                        <a:gd name="connsiteX4-223" fmla="*/ 3584027 w 3731172"/>
                        <a:gd name="connsiteY4-224" fmla="*/ 73572 h 1418896"/>
                        <a:gd name="connsiteX5-225" fmla="*/ 2627586 w 3731172"/>
                        <a:gd name="connsiteY5-226" fmla="*/ 441434 h 1418896"/>
                        <a:gd name="connsiteX6-227" fmla="*/ 2596055 w 3731172"/>
                        <a:gd name="connsiteY6-228" fmla="*/ 914400 h 1418896"/>
                        <a:gd name="connsiteX7-229" fmla="*/ 3731172 w 3731172"/>
                        <a:gd name="connsiteY7-230" fmla="*/ 1345324 h 1418896"/>
                        <a:gd name="connsiteX8-231" fmla="*/ 3447393 w 3731172"/>
                        <a:gd name="connsiteY8-232" fmla="*/ 1408386 h 1418896"/>
                        <a:gd name="connsiteX9-233" fmla="*/ 1870841 w 3731172"/>
                        <a:gd name="connsiteY9-234" fmla="*/ 746234 h 1418896"/>
                        <a:gd name="connsiteX10-235" fmla="*/ 262758 w 3731172"/>
                        <a:gd name="connsiteY10-236" fmla="*/ 1418896 h 1418896"/>
                        <a:gd name="connsiteX11-237" fmla="*/ 0 w 3731172"/>
                        <a:gd name="connsiteY11-238" fmla="*/ 1324303 h 1418896"/>
                        <a:gd name="connsiteX12-239" fmla="*/ 1145627 w 3731172"/>
                        <a:gd name="connsiteY12-240" fmla="*/ 882869 h 1418896"/>
                        <a:gd name="connsiteX13-241" fmla="*/ 1156137 w 3731172"/>
                        <a:gd name="connsiteY13-242" fmla="*/ 441434 h 1418896"/>
                        <a:gd name="connsiteX14-243" fmla="*/ 189185 w 3731172"/>
                        <a:gd name="connsiteY14-244" fmla="*/ 84081 h 1418896"/>
                        <a:gd name="connsiteX15-245" fmla="*/ 168165 w 3731172"/>
                        <a:gd name="connsiteY15-246" fmla="*/ 73572 h 1418896"/>
                        <a:gd name="connsiteX0-247" fmla="*/ 168165 w 3731172"/>
                        <a:gd name="connsiteY0-248" fmla="*/ 73572 h 1418896"/>
                        <a:gd name="connsiteX1-249" fmla="*/ 451945 w 3731172"/>
                        <a:gd name="connsiteY1-250" fmla="*/ 0 h 1418896"/>
                        <a:gd name="connsiteX2-251" fmla="*/ 1881352 w 3731172"/>
                        <a:gd name="connsiteY2-252" fmla="*/ 599089 h 1418896"/>
                        <a:gd name="connsiteX3-253" fmla="*/ 3363310 w 3731172"/>
                        <a:gd name="connsiteY3-254" fmla="*/ 0 h 1418896"/>
                        <a:gd name="connsiteX4-255" fmla="*/ 3584027 w 3731172"/>
                        <a:gd name="connsiteY4-256" fmla="*/ 73572 h 1418896"/>
                        <a:gd name="connsiteX5-257" fmla="*/ 2627586 w 3731172"/>
                        <a:gd name="connsiteY5-258" fmla="*/ 441434 h 1418896"/>
                        <a:gd name="connsiteX6-259" fmla="*/ 2596055 w 3731172"/>
                        <a:gd name="connsiteY6-260" fmla="*/ 914400 h 1418896"/>
                        <a:gd name="connsiteX7-261" fmla="*/ 3731172 w 3731172"/>
                        <a:gd name="connsiteY7-262" fmla="*/ 1345324 h 1418896"/>
                        <a:gd name="connsiteX8-263" fmla="*/ 3447393 w 3731172"/>
                        <a:gd name="connsiteY8-264" fmla="*/ 1408386 h 1418896"/>
                        <a:gd name="connsiteX9-265" fmla="*/ 1870841 w 3731172"/>
                        <a:gd name="connsiteY9-266" fmla="*/ 746234 h 1418896"/>
                        <a:gd name="connsiteX10-267" fmla="*/ 262758 w 3731172"/>
                        <a:gd name="connsiteY10-268" fmla="*/ 1418896 h 1418896"/>
                        <a:gd name="connsiteX11-269" fmla="*/ 0 w 3731172"/>
                        <a:gd name="connsiteY11-270" fmla="*/ 1324303 h 1418896"/>
                        <a:gd name="connsiteX12-271" fmla="*/ 1145627 w 3731172"/>
                        <a:gd name="connsiteY12-272" fmla="*/ 882869 h 1418896"/>
                        <a:gd name="connsiteX13-273" fmla="*/ 1145626 w 3731172"/>
                        <a:gd name="connsiteY13-274" fmla="*/ 451945 h 1418896"/>
                        <a:gd name="connsiteX14-275" fmla="*/ 189185 w 3731172"/>
                        <a:gd name="connsiteY14-276" fmla="*/ 84081 h 1418896"/>
                        <a:gd name="connsiteX15-277" fmla="*/ 168165 w 3731172"/>
                        <a:gd name="connsiteY15-278" fmla="*/ 73572 h 1418896"/>
                        <a:gd name="connsiteX0-279" fmla="*/ 168165 w 3731172"/>
                        <a:gd name="connsiteY0-280" fmla="*/ 73572 h 1418896"/>
                        <a:gd name="connsiteX1-281" fmla="*/ 451945 w 3731172"/>
                        <a:gd name="connsiteY1-282" fmla="*/ 0 h 1418896"/>
                        <a:gd name="connsiteX2-283" fmla="*/ 1881352 w 3731172"/>
                        <a:gd name="connsiteY2-284" fmla="*/ 599089 h 1418896"/>
                        <a:gd name="connsiteX3-285" fmla="*/ 3363310 w 3731172"/>
                        <a:gd name="connsiteY3-286" fmla="*/ 0 h 1418896"/>
                        <a:gd name="connsiteX4-287" fmla="*/ 3584027 w 3731172"/>
                        <a:gd name="connsiteY4-288" fmla="*/ 73572 h 1418896"/>
                        <a:gd name="connsiteX5-289" fmla="*/ 2627586 w 3731172"/>
                        <a:gd name="connsiteY5-290" fmla="*/ 441434 h 1418896"/>
                        <a:gd name="connsiteX6-291" fmla="*/ 2596055 w 3731172"/>
                        <a:gd name="connsiteY6-292" fmla="*/ 914400 h 1418896"/>
                        <a:gd name="connsiteX7-293" fmla="*/ 3731172 w 3731172"/>
                        <a:gd name="connsiteY7-294" fmla="*/ 1345324 h 1418896"/>
                        <a:gd name="connsiteX8-295" fmla="*/ 3447393 w 3731172"/>
                        <a:gd name="connsiteY8-296" fmla="*/ 1408386 h 1418896"/>
                        <a:gd name="connsiteX9-297" fmla="*/ 1870841 w 3731172"/>
                        <a:gd name="connsiteY9-298" fmla="*/ 746234 h 1418896"/>
                        <a:gd name="connsiteX10-299" fmla="*/ 262758 w 3731172"/>
                        <a:gd name="connsiteY10-300" fmla="*/ 1418896 h 1418896"/>
                        <a:gd name="connsiteX11-301" fmla="*/ 0 w 3731172"/>
                        <a:gd name="connsiteY11-302" fmla="*/ 1324303 h 1418896"/>
                        <a:gd name="connsiteX12-303" fmla="*/ 1145627 w 3731172"/>
                        <a:gd name="connsiteY12-304" fmla="*/ 903890 h 1418896"/>
                        <a:gd name="connsiteX13-305" fmla="*/ 1145626 w 3731172"/>
                        <a:gd name="connsiteY13-306" fmla="*/ 451945 h 1418896"/>
                        <a:gd name="connsiteX14-307" fmla="*/ 189185 w 3731172"/>
                        <a:gd name="connsiteY14-308" fmla="*/ 84081 h 1418896"/>
                        <a:gd name="connsiteX15-309" fmla="*/ 168165 w 3731172"/>
                        <a:gd name="connsiteY15-310" fmla="*/ 73572 h 1418896"/>
                        <a:gd name="connsiteX0-311" fmla="*/ 147144 w 3710151"/>
                        <a:gd name="connsiteY0-312" fmla="*/ 73572 h 1418896"/>
                        <a:gd name="connsiteX1-313" fmla="*/ 430924 w 3710151"/>
                        <a:gd name="connsiteY1-314" fmla="*/ 0 h 1418896"/>
                        <a:gd name="connsiteX2-315" fmla="*/ 1860331 w 3710151"/>
                        <a:gd name="connsiteY2-316" fmla="*/ 599089 h 1418896"/>
                        <a:gd name="connsiteX3-317" fmla="*/ 3342289 w 3710151"/>
                        <a:gd name="connsiteY3-318" fmla="*/ 0 h 1418896"/>
                        <a:gd name="connsiteX4-319" fmla="*/ 3563006 w 3710151"/>
                        <a:gd name="connsiteY4-320" fmla="*/ 73572 h 1418896"/>
                        <a:gd name="connsiteX5-321" fmla="*/ 2606565 w 3710151"/>
                        <a:gd name="connsiteY5-322" fmla="*/ 441434 h 1418896"/>
                        <a:gd name="connsiteX6-323" fmla="*/ 2575034 w 3710151"/>
                        <a:gd name="connsiteY6-324" fmla="*/ 914400 h 1418896"/>
                        <a:gd name="connsiteX7-325" fmla="*/ 3710151 w 3710151"/>
                        <a:gd name="connsiteY7-326" fmla="*/ 1345324 h 1418896"/>
                        <a:gd name="connsiteX8-327" fmla="*/ 3426372 w 3710151"/>
                        <a:gd name="connsiteY8-328" fmla="*/ 1408386 h 1418896"/>
                        <a:gd name="connsiteX9-329" fmla="*/ 1849820 w 3710151"/>
                        <a:gd name="connsiteY9-330" fmla="*/ 746234 h 1418896"/>
                        <a:gd name="connsiteX10-331" fmla="*/ 241737 w 3710151"/>
                        <a:gd name="connsiteY10-332" fmla="*/ 1418896 h 1418896"/>
                        <a:gd name="connsiteX11-333" fmla="*/ 0 w 3710151"/>
                        <a:gd name="connsiteY11-334" fmla="*/ 1334814 h 1418896"/>
                        <a:gd name="connsiteX12-335" fmla="*/ 1124606 w 3710151"/>
                        <a:gd name="connsiteY12-336" fmla="*/ 903890 h 1418896"/>
                        <a:gd name="connsiteX13-337" fmla="*/ 1124605 w 3710151"/>
                        <a:gd name="connsiteY13-338" fmla="*/ 451945 h 1418896"/>
                        <a:gd name="connsiteX14-339" fmla="*/ 168164 w 3710151"/>
                        <a:gd name="connsiteY14-340" fmla="*/ 84081 h 1418896"/>
                        <a:gd name="connsiteX15-341" fmla="*/ 147144 w 3710151"/>
                        <a:gd name="connsiteY15-342" fmla="*/ 73572 h 1418896"/>
                        <a:gd name="connsiteX0-343" fmla="*/ 147144 w 3710151"/>
                        <a:gd name="connsiteY0-344" fmla="*/ 73572 h 1418896"/>
                        <a:gd name="connsiteX1-345" fmla="*/ 430924 w 3710151"/>
                        <a:gd name="connsiteY1-346" fmla="*/ 0 h 1418896"/>
                        <a:gd name="connsiteX2-347" fmla="*/ 1860331 w 3710151"/>
                        <a:gd name="connsiteY2-348" fmla="*/ 599089 h 1418896"/>
                        <a:gd name="connsiteX3-349" fmla="*/ 3342289 w 3710151"/>
                        <a:gd name="connsiteY3-350" fmla="*/ 0 h 1418896"/>
                        <a:gd name="connsiteX4-351" fmla="*/ 3563006 w 3710151"/>
                        <a:gd name="connsiteY4-352" fmla="*/ 73572 h 1418896"/>
                        <a:gd name="connsiteX5-353" fmla="*/ 2606565 w 3710151"/>
                        <a:gd name="connsiteY5-354" fmla="*/ 441434 h 1418896"/>
                        <a:gd name="connsiteX6-355" fmla="*/ 2606565 w 3710151"/>
                        <a:gd name="connsiteY6-356" fmla="*/ 924910 h 1418896"/>
                        <a:gd name="connsiteX7-357" fmla="*/ 3710151 w 3710151"/>
                        <a:gd name="connsiteY7-358" fmla="*/ 1345324 h 1418896"/>
                        <a:gd name="connsiteX8-359" fmla="*/ 3426372 w 3710151"/>
                        <a:gd name="connsiteY8-360" fmla="*/ 1408386 h 1418896"/>
                        <a:gd name="connsiteX9-361" fmla="*/ 1849820 w 3710151"/>
                        <a:gd name="connsiteY9-362" fmla="*/ 746234 h 1418896"/>
                        <a:gd name="connsiteX10-363" fmla="*/ 241737 w 3710151"/>
                        <a:gd name="connsiteY10-364" fmla="*/ 1418896 h 1418896"/>
                        <a:gd name="connsiteX11-365" fmla="*/ 0 w 3710151"/>
                        <a:gd name="connsiteY11-366" fmla="*/ 1334814 h 1418896"/>
                        <a:gd name="connsiteX12-367" fmla="*/ 1124606 w 3710151"/>
                        <a:gd name="connsiteY12-368" fmla="*/ 903890 h 1418896"/>
                        <a:gd name="connsiteX13-369" fmla="*/ 1124605 w 3710151"/>
                        <a:gd name="connsiteY13-370" fmla="*/ 451945 h 1418896"/>
                        <a:gd name="connsiteX14-371" fmla="*/ 168164 w 3710151"/>
                        <a:gd name="connsiteY14-372" fmla="*/ 84081 h 1418896"/>
                        <a:gd name="connsiteX15-373" fmla="*/ 147144 w 3710151"/>
                        <a:gd name="connsiteY15-374" fmla="*/ 73572 h 1418896"/>
                        <a:gd name="connsiteX0-375" fmla="*/ 147144 w 3710151"/>
                        <a:gd name="connsiteY0-376" fmla="*/ 73572 h 1418896"/>
                        <a:gd name="connsiteX1-377" fmla="*/ 430924 w 3710151"/>
                        <a:gd name="connsiteY1-378" fmla="*/ 0 h 1418896"/>
                        <a:gd name="connsiteX2-379" fmla="*/ 1860331 w 3710151"/>
                        <a:gd name="connsiteY2-380" fmla="*/ 599089 h 1418896"/>
                        <a:gd name="connsiteX3-381" fmla="*/ 3342289 w 3710151"/>
                        <a:gd name="connsiteY3-382" fmla="*/ 0 h 1418896"/>
                        <a:gd name="connsiteX4-383" fmla="*/ 3563006 w 3710151"/>
                        <a:gd name="connsiteY4-384" fmla="*/ 73572 h 1418896"/>
                        <a:gd name="connsiteX5-385" fmla="*/ 2606565 w 3710151"/>
                        <a:gd name="connsiteY5-386" fmla="*/ 441434 h 1418896"/>
                        <a:gd name="connsiteX6-387" fmla="*/ 2610282 w 3710151"/>
                        <a:gd name="connsiteY6-388" fmla="*/ 902607 h 1418896"/>
                        <a:gd name="connsiteX7-389" fmla="*/ 3710151 w 3710151"/>
                        <a:gd name="connsiteY7-390" fmla="*/ 1345324 h 1418896"/>
                        <a:gd name="connsiteX8-391" fmla="*/ 3426372 w 3710151"/>
                        <a:gd name="connsiteY8-392" fmla="*/ 1408386 h 1418896"/>
                        <a:gd name="connsiteX9-393" fmla="*/ 1849820 w 3710151"/>
                        <a:gd name="connsiteY9-394" fmla="*/ 746234 h 1418896"/>
                        <a:gd name="connsiteX10-395" fmla="*/ 241737 w 3710151"/>
                        <a:gd name="connsiteY10-396" fmla="*/ 1418896 h 1418896"/>
                        <a:gd name="connsiteX11-397" fmla="*/ 0 w 3710151"/>
                        <a:gd name="connsiteY11-398" fmla="*/ 1334814 h 1418896"/>
                        <a:gd name="connsiteX12-399" fmla="*/ 1124606 w 3710151"/>
                        <a:gd name="connsiteY12-400" fmla="*/ 903890 h 1418896"/>
                        <a:gd name="connsiteX13-401" fmla="*/ 1124605 w 3710151"/>
                        <a:gd name="connsiteY13-402" fmla="*/ 451945 h 1418896"/>
                        <a:gd name="connsiteX14-403" fmla="*/ 168164 w 3710151"/>
                        <a:gd name="connsiteY14-404" fmla="*/ 84081 h 1418896"/>
                        <a:gd name="connsiteX15-405" fmla="*/ 147144 w 3710151"/>
                        <a:gd name="connsiteY15-406" fmla="*/ 73572 h 1418896"/>
                        <a:gd name="connsiteX0-407" fmla="*/ 147144 w 3710151"/>
                        <a:gd name="connsiteY0-408" fmla="*/ 73572 h 1418896"/>
                        <a:gd name="connsiteX1-409" fmla="*/ 430924 w 3710151"/>
                        <a:gd name="connsiteY1-410" fmla="*/ 0 h 1418896"/>
                        <a:gd name="connsiteX2-411" fmla="*/ 1860331 w 3710151"/>
                        <a:gd name="connsiteY2-412" fmla="*/ 599089 h 1418896"/>
                        <a:gd name="connsiteX3-413" fmla="*/ 3342289 w 3710151"/>
                        <a:gd name="connsiteY3-414" fmla="*/ 0 h 1418896"/>
                        <a:gd name="connsiteX4-415" fmla="*/ 3563006 w 3710151"/>
                        <a:gd name="connsiteY4-416" fmla="*/ 73572 h 1418896"/>
                        <a:gd name="connsiteX5-417" fmla="*/ 2617717 w 3710151"/>
                        <a:gd name="connsiteY5-418" fmla="*/ 445151 h 1418896"/>
                        <a:gd name="connsiteX6-419" fmla="*/ 2610282 w 3710151"/>
                        <a:gd name="connsiteY6-420" fmla="*/ 902607 h 1418896"/>
                        <a:gd name="connsiteX7-421" fmla="*/ 3710151 w 3710151"/>
                        <a:gd name="connsiteY7-422" fmla="*/ 1345324 h 1418896"/>
                        <a:gd name="connsiteX8-423" fmla="*/ 3426372 w 3710151"/>
                        <a:gd name="connsiteY8-424" fmla="*/ 1408386 h 1418896"/>
                        <a:gd name="connsiteX9-425" fmla="*/ 1849820 w 3710151"/>
                        <a:gd name="connsiteY9-426" fmla="*/ 746234 h 1418896"/>
                        <a:gd name="connsiteX10-427" fmla="*/ 241737 w 3710151"/>
                        <a:gd name="connsiteY10-428" fmla="*/ 1418896 h 1418896"/>
                        <a:gd name="connsiteX11-429" fmla="*/ 0 w 3710151"/>
                        <a:gd name="connsiteY11-430" fmla="*/ 1334814 h 1418896"/>
                        <a:gd name="connsiteX12-431" fmla="*/ 1124606 w 3710151"/>
                        <a:gd name="connsiteY12-432" fmla="*/ 903890 h 1418896"/>
                        <a:gd name="connsiteX13-433" fmla="*/ 1124605 w 3710151"/>
                        <a:gd name="connsiteY13-434" fmla="*/ 451945 h 1418896"/>
                        <a:gd name="connsiteX14-435" fmla="*/ 168164 w 3710151"/>
                        <a:gd name="connsiteY14-436" fmla="*/ 84081 h 1418896"/>
                        <a:gd name="connsiteX15-437" fmla="*/ 147144 w 3710151"/>
                        <a:gd name="connsiteY15-438" fmla="*/ 73572 h 1418896"/>
                        <a:gd name="connsiteX0-439" fmla="*/ 147144 w 3710151"/>
                        <a:gd name="connsiteY0-440" fmla="*/ 73572 h 1418896"/>
                        <a:gd name="connsiteX1-441" fmla="*/ 430924 w 3710151"/>
                        <a:gd name="connsiteY1-442" fmla="*/ 0 h 1418896"/>
                        <a:gd name="connsiteX2-443" fmla="*/ 1860331 w 3710151"/>
                        <a:gd name="connsiteY2-444" fmla="*/ 599089 h 1418896"/>
                        <a:gd name="connsiteX3-445" fmla="*/ 3342289 w 3710151"/>
                        <a:gd name="connsiteY3-446" fmla="*/ 0 h 1418896"/>
                        <a:gd name="connsiteX4-447" fmla="*/ 3563006 w 3710151"/>
                        <a:gd name="connsiteY4-448" fmla="*/ 73572 h 1418896"/>
                        <a:gd name="connsiteX5-449" fmla="*/ 2617717 w 3710151"/>
                        <a:gd name="connsiteY5-450" fmla="*/ 448868 h 1418896"/>
                        <a:gd name="connsiteX6-451" fmla="*/ 2610282 w 3710151"/>
                        <a:gd name="connsiteY6-452" fmla="*/ 902607 h 1418896"/>
                        <a:gd name="connsiteX7-453" fmla="*/ 3710151 w 3710151"/>
                        <a:gd name="connsiteY7-454" fmla="*/ 1345324 h 1418896"/>
                        <a:gd name="connsiteX8-455" fmla="*/ 3426372 w 3710151"/>
                        <a:gd name="connsiteY8-456" fmla="*/ 1408386 h 1418896"/>
                        <a:gd name="connsiteX9-457" fmla="*/ 1849820 w 3710151"/>
                        <a:gd name="connsiteY9-458" fmla="*/ 746234 h 1418896"/>
                        <a:gd name="connsiteX10-459" fmla="*/ 241737 w 3710151"/>
                        <a:gd name="connsiteY10-460" fmla="*/ 1418896 h 1418896"/>
                        <a:gd name="connsiteX11-461" fmla="*/ 0 w 3710151"/>
                        <a:gd name="connsiteY11-462" fmla="*/ 1334814 h 1418896"/>
                        <a:gd name="connsiteX12-463" fmla="*/ 1124606 w 3710151"/>
                        <a:gd name="connsiteY12-464" fmla="*/ 903890 h 1418896"/>
                        <a:gd name="connsiteX13-465" fmla="*/ 1124605 w 3710151"/>
                        <a:gd name="connsiteY13-466" fmla="*/ 451945 h 1418896"/>
                        <a:gd name="connsiteX14-467" fmla="*/ 168164 w 3710151"/>
                        <a:gd name="connsiteY14-468" fmla="*/ 84081 h 1418896"/>
                        <a:gd name="connsiteX15-469" fmla="*/ 147144 w 3710151"/>
                        <a:gd name="connsiteY15-470" fmla="*/ 73572 h 1418896"/>
                        <a:gd name="connsiteX0-471" fmla="*/ 147144 w 3710151"/>
                        <a:gd name="connsiteY0-472" fmla="*/ 73572 h 1418896"/>
                        <a:gd name="connsiteX1-473" fmla="*/ 430924 w 3710151"/>
                        <a:gd name="connsiteY1-474" fmla="*/ 0 h 1418896"/>
                        <a:gd name="connsiteX2-475" fmla="*/ 1838028 w 3710151"/>
                        <a:gd name="connsiteY2-476" fmla="*/ 591655 h 1418896"/>
                        <a:gd name="connsiteX3-477" fmla="*/ 3342289 w 3710151"/>
                        <a:gd name="connsiteY3-478" fmla="*/ 0 h 1418896"/>
                        <a:gd name="connsiteX4-479" fmla="*/ 3563006 w 3710151"/>
                        <a:gd name="connsiteY4-480" fmla="*/ 73572 h 1418896"/>
                        <a:gd name="connsiteX5-481" fmla="*/ 2617717 w 3710151"/>
                        <a:gd name="connsiteY5-482" fmla="*/ 448868 h 1418896"/>
                        <a:gd name="connsiteX6-483" fmla="*/ 2610282 w 3710151"/>
                        <a:gd name="connsiteY6-484" fmla="*/ 902607 h 1418896"/>
                        <a:gd name="connsiteX7-485" fmla="*/ 3710151 w 3710151"/>
                        <a:gd name="connsiteY7-486" fmla="*/ 1345324 h 1418896"/>
                        <a:gd name="connsiteX8-487" fmla="*/ 3426372 w 3710151"/>
                        <a:gd name="connsiteY8-488" fmla="*/ 1408386 h 1418896"/>
                        <a:gd name="connsiteX9-489" fmla="*/ 1849820 w 3710151"/>
                        <a:gd name="connsiteY9-490" fmla="*/ 746234 h 1418896"/>
                        <a:gd name="connsiteX10-491" fmla="*/ 241737 w 3710151"/>
                        <a:gd name="connsiteY10-492" fmla="*/ 1418896 h 1418896"/>
                        <a:gd name="connsiteX11-493" fmla="*/ 0 w 3710151"/>
                        <a:gd name="connsiteY11-494" fmla="*/ 1334814 h 1418896"/>
                        <a:gd name="connsiteX12-495" fmla="*/ 1124606 w 3710151"/>
                        <a:gd name="connsiteY12-496" fmla="*/ 903890 h 1418896"/>
                        <a:gd name="connsiteX13-497" fmla="*/ 1124605 w 3710151"/>
                        <a:gd name="connsiteY13-498" fmla="*/ 451945 h 1418896"/>
                        <a:gd name="connsiteX14-499" fmla="*/ 168164 w 3710151"/>
                        <a:gd name="connsiteY14-500" fmla="*/ 84081 h 1418896"/>
                        <a:gd name="connsiteX15-501" fmla="*/ 147144 w 3710151"/>
                        <a:gd name="connsiteY15-502" fmla="*/ 73572 h 1418896"/>
                        <a:gd name="connsiteX0-503" fmla="*/ 147144 w 3710151"/>
                        <a:gd name="connsiteY0-504" fmla="*/ 73572 h 1418896"/>
                        <a:gd name="connsiteX1-505" fmla="*/ 430924 w 3710151"/>
                        <a:gd name="connsiteY1-506" fmla="*/ 0 h 1418896"/>
                        <a:gd name="connsiteX2-507" fmla="*/ 1838028 w 3710151"/>
                        <a:gd name="connsiteY2-508" fmla="*/ 591655 h 1418896"/>
                        <a:gd name="connsiteX3-509" fmla="*/ 3342289 w 3710151"/>
                        <a:gd name="connsiteY3-510" fmla="*/ 0 h 1418896"/>
                        <a:gd name="connsiteX4-511" fmla="*/ 3563006 w 3710151"/>
                        <a:gd name="connsiteY4-512" fmla="*/ 73572 h 1418896"/>
                        <a:gd name="connsiteX5-513" fmla="*/ 2617717 w 3710151"/>
                        <a:gd name="connsiteY5-514" fmla="*/ 448868 h 1418896"/>
                        <a:gd name="connsiteX6-515" fmla="*/ 2610282 w 3710151"/>
                        <a:gd name="connsiteY6-516" fmla="*/ 902607 h 1418896"/>
                        <a:gd name="connsiteX7-517" fmla="*/ 3710151 w 3710151"/>
                        <a:gd name="connsiteY7-518" fmla="*/ 1345324 h 1418896"/>
                        <a:gd name="connsiteX8-519" fmla="*/ 3426372 w 3710151"/>
                        <a:gd name="connsiteY8-520" fmla="*/ 1408386 h 1418896"/>
                        <a:gd name="connsiteX9-521" fmla="*/ 1849820 w 3710151"/>
                        <a:gd name="connsiteY9-522" fmla="*/ 746234 h 1418896"/>
                        <a:gd name="connsiteX10-523" fmla="*/ 241737 w 3710151"/>
                        <a:gd name="connsiteY10-524" fmla="*/ 1418896 h 1418896"/>
                        <a:gd name="connsiteX11-525" fmla="*/ 0 w 3710151"/>
                        <a:gd name="connsiteY11-526" fmla="*/ 1334814 h 1418896"/>
                        <a:gd name="connsiteX12-527" fmla="*/ 1124606 w 3710151"/>
                        <a:gd name="connsiteY12-528" fmla="*/ 903890 h 1418896"/>
                        <a:gd name="connsiteX13-529" fmla="*/ 1087434 w 3710151"/>
                        <a:gd name="connsiteY13-530" fmla="*/ 451945 h 1418896"/>
                        <a:gd name="connsiteX14-531" fmla="*/ 168164 w 3710151"/>
                        <a:gd name="connsiteY14-532" fmla="*/ 84081 h 1418896"/>
                        <a:gd name="connsiteX15-533" fmla="*/ 147144 w 3710151"/>
                        <a:gd name="connsiteY15-534" fmla="*/ 73572 h 1418896"/>
                        <a:gd name="connsiteX0-535" fmla="*/ 147144 w 3710151"/>
                        <a:gd name="connsiteY0-536" fmla="*/ 73572 h 1418896"/>
                        <a:gd name="connsiteX1-537" fmla="*/ 430924 w 3710151"/>
                        <a:gd name="connsiteY1-538" fmla="*/ 0 h 1418896"/>
                        <a:gd name="connsiteX2-539" fmla="*/ 1838028 w 3710151"/>
                        <a:gd name="connsiteY2-540" fmla="*/ 591655 h 1418896"/>
                        <a:gd name="connsiteX3-541" fmla="*/ 3342289 w 3710151"/>
                        <a:gd name="connsiteY3-542" fmla="*/ 0 h 1418896"/>
                        <a:gd name="connsiteX4-543" fmla="*/ 3563006 w 3710151"/>
                        <a:gd name="connsiteY4-544" fmla="*/ 73572 h 1418896"/>
                        <a:gd name="connsiteX5-545" fmla="*/ 2617717 w 3710151"/>
                        <a:gd name="connsiteY5-546" fmla="*/ 448868 h 1418896"/>
                        <a:gd name="connsiteX6-547" fmla="*/ 2610282 w 3710151"/>
                        <a:gd name="connsiteY6-548" fmla="*/ 902607 h 1418896"/>
                        <a:gd name="connsiteX7-549" fmla="*/ 3710151 w 3710151"/>
                        <a:gd name="connsiteY7-550" fmla="*/ 1345324 h 1418896"/>
                        <a:gd name="connsiteX8-551" fmla="*/ 3426372 w 3710151"/>
                        <a:gd name="connsiteY8-552" fmla="*/ 1408386 h 1418896"/>
                        <a:gd name="connsiteX9-553" fmla="*/ 1849820 w 3710151"/>
                        <a:gd name="connsiteY9-554" fmla="*/ 746234 h 1418896"/>
                        <a:gd name="connsiteX10-555" fmla="*/ 241737 w 3710151"/>
                        <a:gd name="connsiteY10-556" fmla="*/ 1418896 h 1418896"/>
                        <a:gd name="connsiteX11-557" fmla="*/ 0 w 3710151"/>
                        <a:gd name="connsiteY11-558" fmla="*/ 1334814 h 1418896"/>
                        <a:gd name="connsiteX12-559" fmla="*/ 1098586 w 3710151"/>
                        <a:gd name="connsiteY12-560" fmla="*/ 903890 h 1418896"/>
                        <a:gd name="connsiteX13-561" fmla="*/ 1087434 w 3710151"/>
                        <a:gd name="connsiteY13-562" fmla="*/ 451945 h 1418896"/>
                        <a:gd name="connsiteX14-563" fmla="*/ 168164 w 3710151"/>
                        <a:gd name="connsiteY14-564" fmla="*/ 84081 h 1418896"/>
                        <a:gd name="connsiteX15-565" fmla="*/ 147144 w 3710151"/>
                        <a:gd name="connsiteY15-566" fmla="*/ 73572 h 1418896"/>
                        <a:gd name="connsiteX0-567" fmla="*/ 162012 w 3725019"/>
                        <a:gd name="connsiteY0-568" fmla="*/ 73572 h 1418896"/>
                        <a:gd name="connsiteX1-569" fmla="*/ 445792 w 3725019"/>
                        <a:gd name="connsiteY1-570" fmla="*/ 0 h 1418896"/>
                        <a:gd name="connsiteX2-571" fmla="*/ 1852896 w 3725019"/>
                        <a:gd name="connsiteY2-572" fmla="*/ 591655 h 1418896"/>
                        <a:gd name="connsiteX3-573" fmla="*/ 3357157 w 3725019"/>
                        <a:gd name="connsiteY3-574" fmla="*/ 0 h 1418896"/>
                        <a:gd name="connsiteX4-575" fmla="*/ 3577874 w 3725019"/>
                        <a:gd name="connsiteY4-576" fmla="*/ 73572 h 1418896"/>
                        <a:gd name="connsiteX5-577" fmla="*/ 2632585 w 3725019"/>
                        <a:gd name="connsiteY5-578" fmla="*/ 448868 h 1418896"/>
                        <a:gd name="connsiteX6-579" fmla="*/ 2625150 w 3725019"/>
                        <a:gd name="connsiteY6-580" fmla="*/ 902607 h 1418896"/>
                        <a:gd name="connsiteX7-581" fmla="*/ 3725019 w 3725019"/>
                        <a:gd name="connsiteY7-582" fmla="*/ 1345324 h 1418896"/>
                        <a:gd name="connsiteX8-583" fmla="*/ 3441240 w 3725019"/>
                        <a:gd name="connsiteY8-584" fmla="*/ 1408386 h 1418896"/>
                        <a:gd name="connsiteX9-585" fmla="*/ 1864688 w 3725019"/>
                        <a:gd name="connsiteY9-586" fmla="*/ 746234 h 1418896"/>
                        <a:gd name="connsiteX10-587" fmla="*/ 256605 w 3725019"/>
                        <a:gd name="connsiteY10-588" fmla="*/ 1418896 h 1418896"/>
                        <a:gd name="connsiteX11-589" fmla="*/ 0 w 3725019"/>
                        <a:gd name="connsiteY11-590" fmla="*/ 1331097 h 1418896"/>
                        <a:gd name="connsiteX12-591" fmla="*/ 1113454 w 3725019"/>
                        <a:gd name="connsiteY12-592" fmla="*/ 903890 h 1418896"/>
                        <a:gd name="connsiteX13-593" fmla="*/ 1102302 w 3725019"/>
                        <a:gd name="connsiteY13-594" fmla="*/ 451945 h 1418896"/>
                        <a:gd name="connsiteX14-595" fmla="*/ 183032 w 3725019"/>
                        <a:gd name="connsiteY14-596" fmla="*/ 84081 h 1418896"/>
                        <a:gd name="connsiteX15-597" fmla="*/ 162012 w 3725019"/>
                        <a:gd name="connsiteY15-598" fmla="*/ 73572 h 141889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  <a:cxn ang="0">
                          <a:pos x="connsiteX11-23" y="connsiteY11-24"/>
                        </a:cxn>
                        <a:cxn ang="0">
                          <a:pos x="connsiteX12-25" y="connsiteY12-26"/>
                        </a:cxn>
                        <a:cxn ang="0">
                          <a:pos x="connsiteX13-27" y="connsiteY13-28"/>
                        </a:cxn>
                        <a:cxn ang="0">
                          <a:pos x="connsiteX14-29" y="connsiteY14-30"/>
                        </a:cxn>
                        <a:cxn ang="0">
                          <a:pos x="connsiteX15-31" y="connsiteY15-32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520" name="Group 519"/>
                <p:cNvGrpSpPr/>
                <p:nvPr/>
              </p:nvGrpSpPr>
              <p:grpSpPr>
                <a:xfrm>
                  <a:off x="9849365" y="5339037"/>
                  <a:ext cx="309740" cy="190838"/>
                  <a:chOff x="3668110" y="2448910"/>
                  <a:chExt cx="3794234" cy="2165130"/>
                </a:xfrm>
              </p:grpSpPr>
              <p:sp>
                <p:nvSpPr>
                  <p:cNvPr id="521" name="Rectangle 520"/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2" name="Freeform 521"/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523" name="Group 522"/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524" name="Freeform 523"/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-1" fmla="*/ 3725333 w 4641485"/>
                        <a:gd name="connsiteY0-2" fmla="*/ 0 h 1049866"/>
                        <a:gd name="connsiteX1-3" fmla="*/ 4641485 w 4641485"/>
                        <a:gd name="connsiteY1-4" fmla="*/ 239402 h 1049866"/>
                        <a:gd name="connsiteX2-5" fmla="*/ 3962400 w 4641485"/>
                        <a:gd name="connsiteY2-6" fmla="*/ 541866 h 1049866"/>
                        <a:gd name="connsiteX3-7" fmla="*/ 3742267 w 4641485"/>
                        <a:gd name="connsiteY3-8" fmla="*/ 457200 h 1049866"/>
                        <a:gd name="connsiteX4-9" fmla="*/ 2269067 w 4641485"/>
                        <a:gd name="connsiteY4-10" fmla="*/ 1049866 h 1049866"/>
                        <a:gd name="connsiteX5-11" fmla="*/ 880533 w 4641485"/>
                        <a:gd name="connsiteY5-12" fmla="*/ 457200 h 1049866"/>
                        <a:gd name="connsiteX6-13" fmla="*/ 592667 w 4641485"/>
                        <a:gd name="connsiteY6-14" fmla="*/ 541866 h 1049866"/>
                        <a:gd name="connsiteX7-15" fmla="*/ 0 w 4641485"/>
                        <a:gd name="connsiteY7-16" fmla="*/ 254000 h 1049866"/>
                        <a:gd name="connsiteX8-17" fmla="*/ 880533 w 4641485"/>
                        <a:gd name="connsiteY8-18" fmla="*/ 16933 h 1049866"/>
                        <a:gd name="connsiteX9-19" fmla="*/ 2302933 w 4641485"/>
                        <a:gd name="connsiteY9-20" fmla="*/ 626533 h 1049866"/>
                        <a:gd name="connsiteX10-21" fmla="*/ 3725333 w 4641485"/>
                        <a:gd name="connsiteY10-22" fmla="*/ 0 h 1049866"/>
                        <a:gd name="connsiteX0-23" fmla="*/ 3756864 w 4673016"/>
                        <a:gd name="connsiteY0-24" fmla="*/ 0 h 1049866"/>
                        <a:gd name="connsiteX1-25" fmla="*/ 4673016 w 4673016"/>
                        <a:gd name="connsiteY1-26" fmla="*/ 239402 h 1049866"/>
                        <a:gd name="connsiteX2-27" fmla="*/ 3993931 w 4673016"/>
                        <a:gd name="connsiteY2-28" fmla="*/ 541866 h 1049866"/>
                        <a:gd name="connsiteX3-29" fmla="*/ 3773798 w 4673016"/>
                        <a:gd name="connsiteY3-30" fmla="*/ 457200 h 1049866"/>
                        <a:gd name="connsiteX4-31" fmla="*/ 2300598 w 4673016"/>
                        <a:gd name="connsiteY4-32" fmla="*/ 1049866 h 1049866"/>
                        <a:gd name="connsiteX5-33" fmla="*/ 912064 w 4673016"/>
                        <a:gd name="connsiteY5-34" fmla="*/ 457200 h 1049866"/>
                        <a:gd name="connsiteX6-35" fmla="*/ 624198 w 4673016"/>
                        <a:gd name="connsiteY6-36" fmla="*/ 541866 h 1049866"/>
                        <a:gd name="connsiteX7-37" fmla="*/ 0 w 4673016"/>
                        <a:gd name="connsiteY7-38" fmla="*/ 232979 h 1049866"/>
                        <a:gd name="connsiteX8-39" fmla="*/ 912064 w 4673016"/>
                        <a:gd name="connsiteY8-40" fmla="*/ 16933 h 1049866"/>
                        <a:gd name="connsiteX9-41" fmla="*/ 2334464 w 4673016"/>
                        <a:gd name="connsiteY9-42" fmla="*/ 626533 h 1049866"/>
                        <a:gd name="connsiteX10-43" fmla="*/ 3756864 w 4673016"/>
                        <a:gd name="connsiteY10-44" fmla="*/ 0 h 1049866"/>
                        <a:gd name="connsiteX0-45" fmla="*/ 3756864 w 4673016"/>
                        <a:gd name="connsiteY0-46" fmla="*/ 0 h 1049866"/>
                        <a:gd name="connsiteX1-47" fmla="*/ 4673016 w 4673016"/>
                        <a:gd name="connsiteY1-48" fmla="*/ 239402 h 1049866"/>
                        <a:gd name="connsiteX2-49" fmla="*/ 3993931 w 4673016"/>
                        <a:gd name="connsiteY2-50" fmla="*/ 541866 h 1049866"/>
                        <a:gd name="connsiteX3-51" fmla="*/ 3784308 w 4673016"/>
                        <a:gd name="connsiteY3-52" fmla="*/ 404648 h 1049866"/>
                        <a:gd name="connsiteX4-53" fmla="*/ 2300598 w 4673016"/>
                        <a:gd name="connsiteY4-54" fmla="*/ 1049866 h 1049866"/>
                        <a:gd name="connsiteX5-55" fmla="*/ 912064 w 4673016"/>
                        <a:gd name="connsiteY5-56" fmla="*/ 457200 h 1049866"/>
                        <a:gd name="connsiteX6-57" fmla="*/ 624198 w 4673016"/>
                        <a:gd name="connsiteY6-58" fmla="*/ 541866 h 1049866"/>
                        <a:gd name="connsiteX7-59" fmla="*/ 0 w 4673016"/>
                        <a:gd name="connsiteY7-60" fmla="*/ 232979 h 1049866"/>
                        <a:gd name="connsiteX8-61" fmla="*/ 912064 w 4673016"/>
                        <a:gd name="connsiteY8-62" fmla="*/ 16933 h 1049866"/>
                        <a:gd name="connsiteX9-63" fmla="*/ 2334464 w 4673016"/>
                        <a:gd name="connsiteY9-64" fmla="*/ 626533 h 1049866"/>
                        <a:gd name="connsiteX10-65" fmla="*/ 3756864 w 4673016"/>
                        <a:gd name="connsiteY10-66" fmla="*/ 0 h 1049866"/>
                        <a:gd name="connsiteX0-67" fmla="*/ 3756864 w 4673016"/>
                        <a:gd name="connsiteY0-68" fmla="*/ 0 h 1049866"/>
                        <a:gd name="connsiteX1-69" fmla="*/ 4673016 w 4673016"/>
                        <a:gd name="connsiteY1-70" fmla="*/ 239402 h 1049866"/>
                        <a:gd name="connsiteX2-71" fmla="*/ 3993931 w 4673016"/>
                        <a:gd name="connsiteY2-72" fmla="*/ 541866 h 1049866"/>
                        <a:gd name="connsiteX3-73" fmla="*/ 3794818 w 4673016"/>
                        <a:gd name="connsiteY3-74" fmla="*/ 436179 h 1049866"/>
                        <a:gd name="connsiteX4-75" fmla="*/ 2300598 w 4673016"/>
                        <a:gd name="connsiteY4-76" fmla="*/ 1049866 h 1049866"/>
                        <a:gd name="connsiteX5-77" fmla="*/ 912064 w 4673016"/>
                        <a:gd name="connsiteY5-78" fmla="*/ 457200 h 1049866"/>
                        <a:gd name="connsiteX6-79" fmla="*/ 624198 w 4673016"/>
                        <a:gd name="connsiteY6-80" fmla="*/ 541866 h 1049866"/>
                        <a:gd name="connsiteX7-81" fmla="*/ 0 w 4673016"/>
                        <a:gd name="connsiteY7-82" fmla="*/ 232979 h 1049866"/>
                        <a:gd name="connsiteX8-83" fmla="*/ 912064 w 4673016"/>
                        <a:gd name="connsiteY8-84" fmla="*/ 16933 h 1049866"/>
                        <a:gd name="connsiteX9-85" fmla="*/ 2334464 w 4673016"/>
                        <a:gd name="connsiteY9-86" fmla="*/ 626533 h 1049866"/>
                        <a:gd name="connsiteX10-87" fmla="*/ 3756864 w 4673016"/>
                        <a:gd name="connsiteY10-88" fmla="*/ 0 h 1049866"/>
                        <a:gd name="connsiteX0-89" fmla="*/ 3756864 w 4673016"/>
                        <a:gd name="connsiteY0-90" fmla="*/ 0 h 1049866"/>
                        <a:gd name="connsiteX1-91" fmla="*/ 4673016 w 4673016"/>
                        <a:gd name="connsiteY1-92" fmla="*/ 239402 h 1049866"/>
                        <a:gd name="connsiteX2-93" fmla="*/ 3993931 w 4673016"/>
                        <a:gd name="connsiteY2-94" fmla="*/ 541866 h 1049866"/>
                        <a:gd name="connsiteX3-95" fmla="*/ 3794818 w 4673016"/>
                        <a:gd name="connsiteY3-96" fmla="*/ 436179 h 1049866"/>
                        <a:gd name="connsiteX4-97" fmla="*/ 2300598 w 4673016"/>
                        <a:gd name="connsiteY4-98" fmla="*/ 1049866 h 1049866"/>
                        <a:gd name="connsiteX5-99" fmla="*/ 912064 w 4673016"/>
                        <a:gd name="connsiteY5-100" fmla="*/ 457200 h 1049866"/>
                        <a:gd name="connsiteX6-101" fmla="*/ 624198 w 4673016"/>
                        <a:gd name="connsiteY6-102" fmla="*/ 541866 h 1049866"/>
                        <a:gd name="connsiteX7-103" fmla="*/ 0 w 4673016"/>
                        <a:gd name="connsiteY7-104" fmla="*/ 232979 h 1049866"/>
                        <a:gd name="connsiteX8-105" fmla="*/ 912064 w 4673016"/>
                        <a:gd name="connsiteY8-106" fmla="*/ 16933 h 1049866"/>
                        <a:gd name="connsiteX9-107" fmla="*/ 2323954 w 4673016"/>
                        <a:gd name="connsiteY9-108" fmla="*/ 616023 h 1049866"/>
                        <a:gd name="connsiteX10-109" fmla="*/ 3756864 w 4673016"/>
                        <a:gd name="connsiteY10-110" fmla="*/ 0 h 1049866"/>
                        <a:gd name="connsiteX0-111" fmla="*/ 3756864 w 4673016"/>
                        <a:gd name="connsiteY0-112" fmla="*/ 0 h 1049866"/>
                        <a:gd name="connsiteX1-113" fmla="*/ 4673016 w 4673016"/>
                        <a:gd name="connsiteY1-114" fmla="*/ 239402 h 1049866"/>
                        <a:gd name="connsiteX2-115" fmla="*/ 3993931 w 4673016"/>
                        <a:gd name="connsiteY2-116" fmla="*/ 541866 h 1049866"/>
                        <a:gd name="connsiteX3-117" fmla="*/ 3794818 w 4673016"/>
                        <a:gd name="connsiteY3-118" fmla="*/ 436179 h 1049866"/>
                        <a:gd name="connsiteX4-119" fmla="*/ 2300598 w 4673016"/>
                        <a:gd name="connsiteY4-120" fmla="*/ 1049866 h 1049866"/>
                        <a:gd name="connsiteX5-121" fmla="*/ 912064 w 4673016"/>
                        <a:gd name="connsiteY5-122" fmla="*/ 457200 h 1049866"/>
                        <a:gd name="connsiteX6-123" fmla="*/ 624198 w 4673016"/>
                        <a:gd name="connsiteY6-124" fmla="*/ 541866 h 1049866"/>
                        <a:gd name="connsiteX7-125" fmla="*/ 0 w 4673016"/>
                        <a:gd name="connsiteY7-126" fmla="*/ 275021 h 1049866"/>
                        <a:gd name="connsiteX8-127" fmla="*/ 912064 w 4673016"/>
                        <a:gd name="connsiteY8-128" fmla="*/ 16933 h 1049866"/>
                        <a:gd name="connsiteX9-129" fmla="*/ 2323954 w 4673016"/>
                        <a:gd name="connsiteY9-130" fmla="*/ 616023 h 1049866"/>
                        <a:gd name="connsiteX10-131" fmla="*/ 3756864 w 4673016"/>
                        <a:gd name="connsiteY10-132" fmla="*/ 0 h 1049866"/>
                        <a:gd name="connsiteX0-133" fmla="*/ 3756864 w 4673016"/>
                        <a:gd name="connsiteY0-134" fmla="*/ 0 h 1049866"/>
                        <a:gd name="connsiteX1-135" fmla="*/ 4673016 w 4673016"/>
                        <a:gd name="connsiteY1-136" fmla="*/ 239402 h 1049866"/>
                        <a:gd name="connsiteX2-137" fmla="*/ 3993931 w 4673016"/>
                        <a:gd name="connsiteY2-138" fmla="*/ 541866 h 1049866"/>
                        <a:gd name="connsiteX3-139" fmla="*/ 3815839 w 4673016"/>
                        <a:gd name="connsiteY3-140" fmla="*/ 467710 h 1049866"/>
                        <a:gd name="connsiteX4-141" fmla="*/ 2300598 w 4673016"/>
                        <a:gd name="connsiteY4-142" fmla="*/ 1049866 h 1049866"/>
                        <a:gd name="connsiteX5-143" fmla="*/ 912064 w 4673016"/>
                        <a:gd name="connsiteY5-144" fmla="*/ 457200 h 1049866"/>
                        <a:gd name="connsiteX6-145" fmla="*/ 624198 w 4673016"/>
                        <a:gd name="connsiteY6-146" fmla="*/ 541866 h 1049866"/>
                        <a:gd name="connsiteX7-147" fmla="*/ 0 w 4673016"/>
                        <a:gd name="connsiteY7-148" fmla="*/ 275021 h 1049866"/>
                        <a:gd name="connsiteX8-149" fmla="*/ 912064 w 4673016"/>
                        <a:gd name="connsiteY8-150" fmla="*/ 16933 h 1049866"/>
                        <a:gd name="connsiteX9-151" fmla="*/ 2323954 w 4673016"/>
                        <a:gd name="connsiteY9-152" fmla="*/ 616023 h 1049866"/>
                        <a:gd name="connsiteX10-153" fmla="*/ 3756864 w 4673016"/>
                        <a:gd name="connsiteY10-154" fmla="*/ 0 h 104986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5" name="Freeform 524"/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6" name="Freeform 525"/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7" name="Freeform 526"/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-1" fmla="*/ 168165 w 3731172"/>
                        <a:gd name="connsiteY0-2" fmla="*/ 73572 h 1418896"/>
                        <a:gd name="connsiteX1-3" fmla="*/ 451945 w 3731172"/>
                        <a:gd name="connsiteY1-4" fmla="*/ 0 h 1418896"/>
                        <a:gd name="connsiteX2-5" fmla="*/ 1881352 w 3731172"/>
                        <a:gd name="connsiteY2-6" fmla="*/ 599089 h 1418896"/>
                        <a:gd name="connsiteX3-7" fmla="*/ 3363310 w 3731172"/>
                        <a:gd name="connsiteY3-8" fmla="*/ 0 h 1418896"/>
                        <a:gd name="connsiteX4-9" fmla="*/ 3584027 w 3731172"/>
                        <a:gd name="connsiteY4-10" fmla="*/ 73572 h 1418896"/>
                        <a:gd name="connsiteX5-11" fmla="*/ 2627586 w 3731172"/>
                        <a:gd name="connsiteY5-12" fmla="*/ 441434 h 1418896"/>
                        <a:gd name="connsiteX6-13" fmla="*/ 2596055 w 3731172"/>
                        <a:gd name="connsiteY6-14" fmla="*/ 914400 h 1418896"/>
                        <a:gd name="connsiteX7-15" fmla="*/ 3731172 w 3731172"/>
                        <a:gd name="connsiteY7-16" fmla="*/ 1345324 h 1418896"/>
                        <a:gd name="connsiteX8-17" fmla="*/ 3447393 w 3731172"/>
                        <a:gd name="connsiteY8-18" fmla="*/ 1408386 h 1418896"/>
                        <a:gd name="connsiteX9-19" fmla="*/ 1870841 w 3731172"/>
                        <a:gd name="connsiteY9-20" fmla="*/ 746234 h 1418896"/>
                        <a:gd name="connsiteX10-21" fmla="*/ 262758 w 3731172"/>
                        <a:gd name="connsiteY10-22" fmla="*/ 1418896 h 1418896"/>
                        <a:gd name="connsiteX11-23" fmla="*/ 0 w 3731172"/>
                        <a:gd name="connsiteY11-24" fmla="*/ 1324303 h 1418896"/>
                        <a:gd name="connsiteX12-25" fmla="*/ 1145627 w 3731172"/>
                        <a:gd name="connsiteY12-26" fmla="*/ 882869 h 1418896"/>
                        <a:gd name="connsiteX13-27" fmla="*/ 1114096 w 3731172"/>
                        <a:gd name="connsiteY13-28" fmla="*/ 409903 h 1418896"/>
                        <a:gd name="connsiteX14-29" fmla="*/ 441434 w 3731172"/>
                        <a:gd name="connsiteY14-30" fmla="*/ 10510 h 1418896"/>
                        <a:gd name="connsiteX15-31" fmla="*/ 441434 w 3731172"/>
                        <a:gd name="connsiteY15-32" fmla="*/ 10510 h 1418896"/>
                        <a:gd name="connsiteX0-33" fmla="*/ 168165 w 3731172"/>
                        <a:gd name="connsiteY0-34" fmla="*/ 73572 h 1418896"/>
                        <a:gd name="connsiteX1-35" fmla="*/ 451945 w 3731172"/>
                        <a:gd name="connsiteY1-36" fmla="*/ 0 h 1418896"/>
                        <a:gd name="connsiteX2-37" fmla="*/ 1881352 w 3731172"/>
                        <a:gd name="connsiteY2-38" fmla="*/ 599089 h 1418896"/>
                        <a:gd name="connsiteX3-39" fmla="*/ 3363310 w 3731172"/>
                        <a:gd name="connsiteY3-40" fmla="*/ 0 h 1418896"/>
                        <a:gd name="connsiteX4-41" fmla="*/ 3584027 w 3731172"/>
                        <a:gd name="connsiteY4-42" fmla="*/ 73572 h 1418896"/>
                        <a:gd name="connsiteX5-43" fmla="*/ 2627586 w 3731172"/>
                        <a:gd name="connsiteY5-44" fmla="*/ 441434 h 1418896"/>
                        <a:gd name="connsiteX6-45" fmla="*/ 2596055 w 3731172"/>
                        <a:gd name="connsiteY6-46" fmla="*/ 914400 h 1418896"/>
                        <a:gd name="connsiteX7-47" fmla="*/ 3731172 w 3731172"/>
                        <a:gd name="connsiteY7-48" fmla="*/ 1345324 h 1418896"/>
                        <a:gd name="connsiteX8-49" fmla="*/ 3447393 w 3731172"/>
                        <a:gd name="connsiteY8-50" fmla="*/ 1408386 h 1418896"/>
                        <a:gd name="connsiteX9-51" fmla="*/ 1870841 w 3731172"/>
                        <a:gd name="connsiteY9-52" fmla="*/ 746234 h 1418896"/>
                        <a:gd name="connsiteX10-53" fmla="*/ 262758 w 3731172"/>
                        <a:gd name="connsiteY10-54" fmla="*/ 1418896 h 1418896"/>
                        <a:gd name="connsiteX11-55" fmla="*/ 0 w 3731172"/>
                        <a:gd name="connsiteY11-56" fmla="*/ 1324303 h 1418896"/>
                        <a:gd name="connsiteX12-57" fmla="*/ 1145627 w 3731172"/>
                        <a:gd name="connsiteY12-58" fmla="*/ 882869 h 1418896"/>
                        <a:gd name="connsiteX13-59" fmla="*/ 1114096 w 3731172"/>
                        <a:gd name="connsiteY13-60" fmla="*/ 409903 h 1418896"/>
                        <a:gd name="connsiteX14-61" fmla="*/ 441434 w 3731172"/>
                        <a:gd name="connsiteY14-62" fmla="*/ 10510 h 1418896"/>
                        <a:gd name="connsiteX0-63" fmla="*/ 168165 w 3731172"/>
                        <a:gd name="connsiteY0-64" fmla="*/ 73572 h 1418896"/>
                        <a:gd name="connsiteX1-65" fmla="*/ 451945 w 3731172"/>
                        <a:gd name="connsiteY1-66" fmla="*/ 0 h 1418896"/>
                        <a:gd name="connsiteX2-67" fmla="*/ 1881352 w 3731172"/>
                        <a:gd name="connsiteY2-68" fmla="*/ 599089 h 1418896"/>
                        <a:gd name="connsiteX3-69" fmla="*/ 3363310 w 3731172"/>
                        <a:gd name="connsiteY3-70" fmla="*/ 0 h 1418896"/>
                        <a:gd name="connsiteX4-71" fmla="*/ 3584027 w 3731172"/>
                        <a:gd name="connsiteY4-72" fmla="*/ 73572 h 1418896"/>
                        <a:gd name="connsiteX5-73" fmla="*/ 2627586 w 3731172"/>
                        <a:gd name="connsiteY5-74" fmla="*/ 441434 h 1418896"/>
                        <a:gd name="connsiteX6-75" fmla="*/ 2596055 w 3731172"/>
                        <a:gd name="connsiteY6-76" fmla="*/ 914400 h 1418896"/>
                        <a:gd name="connsiteX7-77" fmla="*/ 3731172 w 3731172"/>
                        <a:gd name="connsiteY7-78" fmla="*/ 1345324 h 1418896"/>
                        <a:gd name="connsiteX8-79" fmla="*/ 3447393 w 3731172"/>
                        <a:gd name="connsiteY8-80" fmla="*/ 1408386 h 1418896"/>
                        <a:gd name="connsiteX9-81" fmla="*/ 1870841 w 3731172"/>
                        <a:gd name="connsiteY9-82" fmla="*/ 746234 h 1418896"/>
                        <a:gd name="connsiteX10-83" fmla="*/ 262758 w 3731172"/>
                        <a:gd name="connsiteY10-84" fmla="*/ 1418896 h 1418896"/>
                        <a:gd name="connsiteX11-85" fmla="*/ 0 w 3731172"/>
                        <a:gd name="connsiteY11-86" fmla="*/ 1324303 h 1418896"/>
                        <a:gd name="connsiteX12-87" fmla="*/ 1145627 w 3731172"/>
                        <a:gd name="connsiteY12-88" fmla="*/ 882869 h 1418896"/>
                        <a:gd name="connsiteX13-89" fmla="*/ 1114096 w 3731172"/>
                        <a:gd name="connsiteY13-90" fmla="*/ 409903 h 1418896"/>
                        <a:gd name="connsiteX14-91" fmla="*/ 357351 w 3731172"/>
                        <a:gd name="connsiteY14-92" fmla="*/ 115613 h 1418896"/>
                        <a:gd name="connsiteX0-93" fmla="*/ 168165 w 3731172"/>
                        <a:gd name="connsiteY0-94" fmla="*/ 73572 h 1418896"/>
                        <a:gd name="connsiteX1-95" fmla="*/ 451945 w 3731172"/>
                        <a:gd name="connsiteY1-96" fmla="*/ 0 h 1418896"/>
                        <a:gd name="connsiteX2-97" fmla="*/ 1881352 w 3731172"/>
                        <a:gd name="connsiteY2-98" fmla="*/ 599089 h 1418896"/>
                        <a:gd name="connsiteX3-99" fmla="*/ 3363310 w 3731172"/>
                        <a:gd name="connsiteY3-100" fmla="*/ 0 h 1418896"/>
                        <a:gd name="connsiteX4-101" fmla="*/ 3584027 w 3731172"/>
                        <a:gd name="connsiteY4-102" fmla="*/ 73572 h 1418896"/>
                        <a:gd name="connsiteX5-103" fmla="*/ 2627586 w 3731172"/>
                        <a:gd name="connsiteY5-104" fmla="*/ 441434 h 1418896"/>
                        <a:gd name="connsiteX6-105" fmla="*/ 2596055 w 3731172"/>
                        <a:gd name="connsiteY6-106" fmla="*/ 914400 h 1418896"/>
                        <a:gd name="connsiteX7-107" fmla="*/ 3731172 w 3731172"/>
                        <a:gd name="connsiteY7-108" fmla="*/ 1345324 h 1418896"/>
                        <a:gd name="connsiteX8-109" fmla="*/ 3447393 w 3731172"/>
                        <a:gd name="connsiteY8-110" fmla="*/ 1408386 h 1418896"/>
                        <a:gd name="connsiteX9-111" fmla="*/ 1870841 w 3731172"/>
                        <a:gd name="connsiteY9-112" fmla="*/ 746234 h 1418896"/>
                        <a:gd name="connsiteX10-113" fmla="*/ 262758 w 3731172"/>
                        <a:gd name="connsiteY10-114" fmla="*/ 1418896 h 1418896"/>
                        <a:gd name="connsiteX11-115" fmla="*/ 0 w 3731172"/>
                        <a:gd name="connsiteY11-116" fmla="*/ 1324303 h 1418896"/>
                        <a:gd name="connsiteX12-117" fmla="*/ 1145627 w 3731172"/>
                        <a:gd name="connsiteY12-118" fmla="*/ 882869 h 1418896"/>
                        <a:gd name="connsiteX13-119" fmla="*/ 1114096 w 3731172"/>
                        <a:gd name="connsiteY13-120" fmla="*/ 409903 h 1418896"/>
                        <a:gd name="connsiteX14-121" fmla="*/ 147144 w 3731172"/>
                        <a:gd name="connsiteY14-122" fmla="*/ 63061 h 1418896"/>
                        <a:gd name="connsiteX0-123" fmla="*/ 168165 w 3731172"/>
                        <a:gd name="connsiteY0-124" fmla="*/ 73572 h 1418896"/>
                        <a:gd name="connsiteX1-125" fmla="*/ 451945 w 3731172"/>
                        <a:gd name="connsiteY1-126" fmla="*/ 0 h 1418896"/>
                        <a:gd name="connsiteX2-127" fmla="*/ 1881352 w 3731172"/>
                        <a:gd name="connsiteY2-128" fmla="*/ 599089 h 1418896"/>
                        <a:gd name="connsiteX3-129" fmla="*/ 3363310 w 3731172"/>
                        <a:gd name="connsiteY3-130" fmla="*/ 0 h 1418896"/>
                        <a:gd name="connsiteX4-131" fmla="*/ 3584027 w 3731172"/>
                        <a:gd name="connsiteY4-132" fmla="*/ 73572 h 1418896"/>
                        <a:gd name="connsiteX5-133" fmla="*/ 2627586 w 3731172"/>
                        <a:gd name="connsiteY5-134" fmla="*/ 441434 h 1418896"/>
                        <a:gd name="connsiteX6-135" fmla="*/ 2596055 w 3731172"/>
                        <a:gd name="connsiteY6-136" fmla="*/ 914400 h 1418896"/>
                        <a:gd name="connsiteX7-137" fmla="*/ 3731172 w 3731172"/>
                        <a:gd name="connsiteY7-138" fmla="*/ 1345324 h 1418896"/>
                        <a:gd name="connsiteX8-139" fmla="*/ 3447393 w 3731172"/>
                        <a:gd name="connsiteY8-140" fmla="*/ 1408386 h 1418896"/>
                        <a:gd name="connsiteX9-141" fmla="*/ 1870841 w 3731172"/>
                        <a:gd name="connsiteY9-142" fmla="*/ 746234 h 1418896"/>
                        <a:gd name="connsiteX10-143" fmla="*/ 262758 w 3731172"/>
                        <a:gd name="connsiteY10-144" fmla="*/ 1418896 h 1418896"/>
                        <a:gd name="connsiteX11-145" fmla="*/ 0 w 3731172"/>
                        <a:gd name="connsiteY11-146" fmla="*/ 1324303 h 1418896"/>
                        <a:gd name="connsiteX12-147" fmla="*/ 1145627 w 3731172"/>
                        <a:gd name="connsiteY12-148" fmla="*/ 882869 h 1418896"/>
                        <a:gd name="connsiteX13-149" fmla="*/ 1114096 w 3731172"/>
                        <a:gd name="connsiteY13-150" fmla="*/ 420413 h 1418896"/>
                        <a:gd name="connsiteX14-151" fmla="*/ 147144 w 3731172"/>
                        <a:gd name="connsiteY14-152" fmla="*/ 63061 h 1418896"/>
                        <a:gd name="connsiteX0-153" fmla="*/ 168165 w 3731172"/>
                        <a:gd name="connsiteY0-154" fmla="*/ 73572 h 1418896"/>
                        <a:gd name="connsiteX1-155" fmla="*/ 451945 w 3731172"/>
                        <a:gd name="connsiteY1-156" fmla="*/ 0 h 1418896"/>
                        <a:gd name="connsiteX2-157" fmla="*/ 1881352 w 3731172"/>
                        <a:gd name="connsiteY2-158" fmla="*/ 599089 h 1418896"/>
                        <a:gd name="connsiteX3-159" fmla="*/ 3363310 w 3731172"/>
                        <a:gd name="connsiteY3-160" fmla="*/ 0 h 1418896"/>
                        <a:gd name="connsiteX4-161" fmla="*/ 3584027 w 3731172"/>
                        <a:gd name="connsiteY4-162" fmla="*/ 73572 h 1418896"/>
                        <a:gd name="connsiteX5-163" fmla="*/ 2627586 w 3731172"/>
                        <a:gd name="connsiteY5-164" fmla="*/ 441434 h 1418896"/>
                        <a:gd name="connsiteX6-165" fmla="*/ 2596055 w 3731172"/>
                        <a:gd name="connsiteY6-166" fmla="*/ 914400 h 1418896"/>
                        <a:gd name="connsiteX7-167" fmla="*/ 3731172 w 3731172"/>
                        <a:gd name="connsiteY7-168" fmla="*/ 1345324 h 1418896"/>
                        <a:gd name="connsiteX8-169" fmla="*/ 3447393 w 3731172"/>
                        <a:gd name="connsiteY8-170" fmla="*/ 1408386 h 1418896"/>
                        <a:gd name="connsiteX9-171" fmla="*/ 1870841 w 3731172"/>
                        <a:gd name="connsiteY9-172" fmla="*/ 746234 h 1418896"/>
                        <a:gd name="connsiteX10-173" fmla="*/ 262758 w 3731172"/>
                        <a:gd name="connsiteY10-174" fmla="*/ 1418896 h 1418896"/>
                        <a:gd name="connsiteX11-175" fmla="*/ 0 w 3731172"/>
                        <a:gd name="connsiteY11-176" fmla="*/ 1324303 h 1418896"/>
                        <a:gd name="connsiteX12-177" fmla="*/ 1145627 w 3731172"/>
                        <a:gd name="connsiteY12-178" fmla="*/ 882869 h 1418896"/>
                        <a:gd name="connsiteX13-179" fmla="*/ 1114096 w 3731172"/>
                        <a:gd name="connsiteY13-180" fmla="*/ 420413 h 1418896"/>
                        <a:gd name="connsiteX14-181" fmla="*/ 189185 w 3731172"/>
                        <a:gd name="connsiteY14-182" fmla="*/ 84081 h 1418896"/>
                        <a:gd name="connsiteX0-183" fmla="*/ 168165 w 3731172"/>
                        <a:gd name="connsiteY0-184" fmla="*/ 73572 h 1418896"/>
                        <a:gd name="connsiteX1-185" fmla="*/ 451945 w 3731172"/>
                        <a:gd name="connsiteY1-186" fmla="*/ 0 h 1418896"/>
                        <a:gd name="connsiteX2-187" fmla="*/ 1881352 w 3731172"/>
                        <a:gd name="connsiteY2-188" fmla="*/ 599089 h 1418896"/>
                        <a:gd name="connsiteX3-189" fmla="*/ 3363310 w 3731172"/>
                        <a:gd name="connsiteY3-190" fmla="*/ 0 h 1418896"/>
                        <a:gd name="connsiteX4-191" fmla="*/ 3584027 w 3731172"/>
                        <a:gd name="connsiteY4-192" fmla="*/ 73572 h 1418896"/>
                        <a:gd name="connsiteX5-193" fmla="*/ 2627586 w 3731172"/>
                        <a:gd name="connsiteY5-194" fmla="*/ 441434 h 1418896"/>
                        <a:gd name="connsiteX6-195" fmla="*/ 2596055 w 3731172"/>
                        <a:gd name="connsiteY6-196" fmla="*/ 914400 h 1418896"/>
                        <a:gd name="connsiteX7-197" fmla="*/ 3731172 w 3731172"/>
                        <a:gd name="connsiteY7-198" fmla="*/ 1345324 h 1418896"/>
                        <a:gd name="connsiteX8-199" fmla="*/ 3447393 w 3731172"/>
                        <a:gd name="connsiteY8-200" fmla="*/ 1408386 h 1418896"/>
                        <a:gd name="connsiteX9-201" fmla="*/ 1870841 w 3731172"/>
                        <a:gd name="connsiteY9-202" fmla="*/ 746234 h 1418896"/>
                        <a:gd name="connsiteX10-203" fmla="*/ 262758 w 3731172"/>
                        <a:gd name="connsiteY10-204" fmla="*/ 1418896 h 1418896"/>
                        <a:gd name="connsiteX11-205" fmla="*/ 0 w 3731172"/>
                        <a:gd name="connsiteY11-206" fmla="*/ 1324303 h 1418896"/>
                        <a:gd name="connsiteX12-207" fmla="*/ 1145627 w 3731172"/>
                        <a:gd name="connsiteY12-208" fmla="*/ 882869 h 1418896"/>
                        <a:gd name="connsiteX13-209" fmla="*/ 1114096 w 3731172"/>
                        <a:gd name="connsiteY13-210" fmla="*/ 420413 h 1418896"/>
                        <a:gd name="connsiteX14-211" fmla="*/ 189185 w 3731172"/>
                        <a:gd name="connsiteY14-212" fmla="*/ 84081 h 1418896"/>
                        <a:gd name="connsiteX15-213" fmla="*/ 168165 w 3731172"/>
                        <a:gd name="connsiteY15-214" fmla="*/ 73572 h 1418896"/>
                        <a:gd name="connsiteX0-215" fmla="*/ 168165 w 3731172"/>
                        <a:gd name="connsiteY0-216" fmla="*/ 73572 h 1418896"/>
                        <a:gd name="connsiteX1-217" fmla="*/ 451945 w 3731172"/>
                        <a:gd name="connsiteY1-218" fmla="*/ 0 h 1418896"/>
                        <a:gd name="connsiteX2-219" fmla="*/ 1881352 w 3731172"/>
                        <a:gd name="connsiteY2-220" fmla="*/ 599089 h 1418896"/>
                        <a:gd name="connsiteX3-221" fmla="*/ 3363310 w 3731172"/>
                        <a:gd name="connsiteY3-222" fmla="*/ 0 h 1418896"/>
                        <a:gd name="connsiteX4-223" fmla="*/ 3584027 w 3731172"/>
                        <a:gd name="connsiteY4-224" fmla="*/ 73572 h 1418896"/>
                        <a:gd name="connsiteX5-225" fmla="*/ 2627586 w 3731172"/>
                        <a:gd name="connsiteY5-226" fmla="*/ 441434 h 1418896"/>
                        <a:gd name="connsiteX6-227" fmla="*/ 2596055 w 3731172"/>
                        <a:gd name="connsiteY6-228" fmla="*/ 914400 h 1418896"/>
                        <a:gd name="connsiteX7-229" fmla="*/ 3731172 w 3731172"/>
                        <a:gd name="connsiteY7-230" fmla="*/ 1345324 h 1418896"/>
                        <a:gd name="connsiteX8-231" fmla="*/ 3447393 w 3731172"/>
                        <a:gd name="connsiteY8-232" fmla="*/ 1408386 h 1418896"/>
                        <a:gd name="connsiteX9-233" fmla="*/ 1870841 w 3731172"/>
                        <a:gd name="connsiteY9-234" fmla="*/ 746234 h 1418896"/>
                        <a:gd name="connsiteX10-235" fmla="*/ 262758 w 3731172"/>
                        <a:gd name="connsiteY10-236" fmla="*/ 1418896 h 1418896"/>
                        <a:gd name="connsiteX11-237" fmla="*/ 0 w 3731172"/>
                        <a:gd name="connsiteY11-238" fmla="*/ 1324303 h 1418896"/>
                        <a:gd name="connsiteX12-239" fmla="*/ 1145627 w 3731172"/>
                        <a:gd name="connsiteY12-240" fmla="*/ 882869 h 1418896"/>
                        <a:gd name="connsiteX13-241" fmla="*/ 1156137 w 3731172"/>
                        <a:gd name="connsiteY13-242" fmla="*/ 441434 h 1418896"/>
                        <a:gd name="connsiteX14-243" fmla="*/ 189185 w 3731172"/>
                        <a:gd name="connsiteY14-244" fmla="*/ 84081 h 1418896"/>
                        <a:gd name="connsiteX15-245" fmla="*/ 168165 w 3731172"/>
                        <a:gd name="connsiteY15-246" fmla="*/ 73572 h 1418896"/>
                        <a:gd name="connsiteX0-247" fmla="*/ 168165 w 3731172"/>
                        <a:gd name="connsiteY0-248" fmla="*/ 73572 h 1418896"/>
                        <a:gd name="connsiteX1-249" fmla="*/ 451945 w 3731172"/>
                        <a:gd name="connsiteY1-250" fmla="*/ 0 h 1418896"/>
                        <a:gd name="connsiteX2-251" fmla="*/ 1881352 w 3731172"/>
                        <a:gd name="connsiteY2-252" fmla="*/ 599089 h 1418896"/>
                        <a:gd name="connsiteX3-253" fmla="*/ 3363310 w 3731172"/>
                        <a:gd name="connsiteY3-254" fmla="*/ 0 h 1418896"/>
                        <a:gd name="connsiteX4-255" fmla="*/ 3584027 w 3731172"/>
                        <a:gd name="connsiteY4-256" fmla="*/ 73572 h 1418896"/>
                        <a:gd name="connsiteX5-257" fmla="*/ 2627586 w 3731172"/>
                        <a:gd name="connsiteY5-258" fmla="*/ 441434 h 1418896"/>
                        <a:gd name="connsiteX6-259" fmla="*/ 2596055 w 3731172"/>
                        <a:gd name="connsiteY6-260" fmla="*/ 914400 h 1418896"/>
                        <a:gd name="connsiteX7-261" fmla="*/ 3731172 w 3731172"/>
                        <a:gd name="connsiteY7-262" fmla="*/ 1345324 h 1418896"/>
                        <a:gd name="connsiteX8-263" fmla="*/ 3447393 w 3731172"/>
                        <a:gd name="connsiteY8-264" fmla="*/ 1408386 h 1418896"/>
                        <a:gd name="connsiteX9-265" fmla="*/ 1870841 w 3731172"/>
                        <a:gd name="connsiteY9-266" fmla="*/ 746234 h 1418896"/>
                        <a:gd name="connsiteX10-267" fmla="*/ 262758 w 3731172"/>
                        <a:gd name="connsiteY10-268" fmla="*/ 1418896 h 1418896"/>
                        <a:gd name="connsiteX11-269" fmla="*/ 0 w 3731172"/>
                        <a:gd name="connsiteY11-270" fmla="*/ 1324303 h 1418896"/>
                        <a:gd name="connsiteX12-271" fmla="*/ 1145627 w 3731172"/>
                        <a:gd name="connsiteY12-272" fmla="*/ 882869 h 1418896"/>
                        <a:gd name="connsiteX13-273" fmla="*/ 1145626 w 3731172"/>
                        <a:gd name="connsiteY13-274" fmla="*/ 451945 h 1418896"/>
                        <a:gd name="connsiteX14-275" fmla="*/ 189185 w 3731172"/>
                        <a:gd name="connsiteY14-276" fmla="*/ 84081 h 1418896"/>
                        <a:gd name="connsiteX15-277" fmla="*/ 168165 w 3731172"/>
                        <a:gd name="connsiteY15-278" fmla="*/ 73572 h 1418896"/>
                        <a:gd name="connsiteX0-279" fmla="*/ 168165 w 3731172"/>
                        <a:gd name="connsiteY0-280" fmla="*/ 73572 h 1418896"/>
                        <a:gd name="connsiteX1-281" fmla="*/ 451945 w 3731172"/>
                        <a:gd name="connsiteY1-282" fmla="*/ 0 h 1418896"/>
                        <a:gd name="connsiteX2-283" fmla="*/ 1881352 w 3731172"/>
                        <a:gd name="connsiteY2-284" fmla="*/ 599089 h 1418896"/>
                        <a:gd name="connsiteX3-285" fmla="*/ 3363310 w 3731172"/>
                        <a:gd name="connsiteY3-286" fmla="*/ 0 h 1418896"/>
                        <a:gd name="connsiteX4-287" fmla="*/ 3584027 w 3731172"/>
                        <a:gd name="connsiteY4-288" fmla="*/ 73572 h 1418896"/>
                        <a:gd name="connsiteX5-289" fmla="*/ 2627586 w 3731172"/>
                        <a:gd name="connsiteY5-290" fmla="*/ 441434 h 1418896"/>
                        <a:gd name="connsiteX6-291" fmla="*/ 2596055 w 3731172"/>
                        <a:gd name="connsiteY6-292" fmla="*/ 914400 h 1418896"/>
                        <a:gd name="connsiteX7-293" fmla="*/ 3731172 w 3731172"/>
                        <a:gd name="connsiteY7-294" fmla="*/ 1345324 h 1418896"/>
                        <a:gd name="connsiteX8-295" fmla="*/ 3447393 w 3731172"/>
                        <a:gd name="connsiteY8-296" fmla="*/ 1408386 h 1418896"/>
                        <a:gd name="connsiteX9-297" fmla="*/ 1870841 w 3731172"/>
                        <a:gd name="connsiteY9-298" fmla="*/ 746234 h 1418896"/>
                        <a:gd name="connsiteX10-299" fmla="*/ 262758 w 3731172"/>
                        <a:gd name="connsiteY10-300" fmla="*/ 1418896 h 1418896"/>
                        <a:gd name="connsiteX11-301" fmla="*/ 0 w 3731172"/>
                        <a:gd name="connsiteY11-302" fmla="*/ 1324303 h 1418896"/>
                        <a:gd name="connsiteX12-303" fmla="*/ 1145627 w 3731172"/>
                        <a:gd name="connsiteY12-304" fmla="*/ 903890 h 1418896"/>
                        <a:gd name="connsiteX13-305" fmla="*/ 1145626 w 3731172"/>
                        <a:gd name="connsiteY13-306" fmla="*/ 451945 h 1418896"/>
                        <a:gd name="connsiteX14-307" fmla="*/ 189185 w 3731172"/>
                        <a:gd name="connsiteY14-308" fmla="*/ 84081 h 1418896"/>
                        <a:gd name="connsiteX15-309" fmla="*/ 168165 w 3731172"/>
                        <a:gd name="connsiteY15-310" fmla="*/ 73572 h 1418896"/>
                        <a:gd name="connsiteX0-311" fmla="*/ 147144 w 3710151"/>
                        <a:gd name="connsiteY0-312" fmla="*/ 73572 h 1418896"/>
                        <a:gd name="connsiteX1-313" fmla="*/ 430924 w 3710151"/>
                        <a:gd name="connsiteY1-314" fmla="*/ 0 h 1418896"/>
                        <a:gd name="connsiteX2-315" fmla="*/ 1860331 w 3710151"/>
                        <a:gd name="connsiteY2-316" fmla="*/ 599089 h 1418896"/>
                        <a:gd name="connsiteX3-317" fmla="*/ 3342289 w 3710151"/>
                        <a:gd name="connsiteY3-318" fmla="*/ 0 h 1418896"/>
                        <a:gd name="connsiteX4-319" fmla="*/ 3563006 w 3710151"/>
                        <a:gd name="connsiteY4-320" fmla="*/ 73572 h 1418896"/>
                        <a:gd name="connsiteX5-321" fmla="*/ 2606565 w 3710151"/>
                        <a:gd name="connsiteY5-322" fmla="*/ 441434 h 1418896"/>
                        <a:gd name="connsiteX6-323" fmla="*/ 2575034 w 3710151"/>
                        <a:gd name="connsiteY6-324" fmla="*/ 914400 h 1418896"/>
                        <a:gd name="connsiteX7-325" fmla="*/ 3710151 w 3710151"/>
                        <a:gd name="connsiteY7-326" fmla="*/ 1345324 h 1418896"/>
                        <a:gd name="connsiteX8-327" fmla="*/ 3426372 w 3710151"/>
                        <a:gd name="connsiteY8-328" fmla="*/ 1408386 h 1418896"/>
                        <a:gd name="connsiteX9-329" fmla="*/ 1849820 w 3710151"/>
                        <a:gd name="connsiteY9-330" fmla="*/ 746234 h 1418896"/>
                        <a:gd name="connsiteX10-331" fmla="*/ 241737 w 3710151"/>
                        <a:gd name="connsiteY10-332" fmla="*/ 1418896 h 1418896"/>
                        <a:gd name="connsiteX11-333" fmla="*/ 0 w 3710151"/>
                        <a:gd name="connsiteY11-334" fmla="*/ 1334814 h 1418896"/>
                        <a:gd name="connsiteX12-335" fmla="*/ 1124606 w 3710151"/>
                        <a:gd name="connsiteY12-336" fmla="*/ 903890 h 1418896"/>
                        <a:gd name="connsiteX13-337" fmla="*/ 1124605 w 3710151"/>
                        <a:gd name="connsiteY13-338" fmla="*/ 451945 h 1418896"/>
                        <a:gd name="connsiteX14-339" fmla="*/ 168164 w 3710151"/>
                        <a:gd name="connsiteY14-340" fmla="*/ 84081 h 1418896"/>
                        <a:gd name="connsiteX15-341" fmla="*/ 147144 w 3710151"/>
                        <a:gd name="connsiteY15-342" fmla="*/ 73572 h 1418896"/>
                        <a:gd name="connsiteX0-343" fmla="*/ 147144 w 3710151"/>
                        <a:gd name="connsiteY0-344" fmla="*/ 73572 h 1418896"/>
                        <a:gd name="connsiteX1-345" fmla="*/ 430924 w 3710151"/>
                        <a:gd name="connsiteY1-346" fmla="*/ 0 h 1418896"/>
                        <a:gd name="connsiteX2-347" fmla="*/ 1860331 w 3710151"/>
                        <a:gd name="connsiteY2-348" fmla="*/ 599089 h 1418896"/>
                        <a:gd name="connsiteX3-349" fmla="*/ 3342289 w 3710151"/>
                        <a:gd name="connsiteY3-350" fmla="*/ 0 h 1418896"/>
                        <a:gd name="connsiteX4-351" fmla="*/ 3563006 w 3710151"/>
                        <a:gd name="connsiteY4-352" fmla="*/ 73572 h 1418896"/>
                        <a:gd name="connsiteX5-353" fmla="*/ 2606565 w 3710151"/>
                        <a:gd name="connsiteY5-354" fmla="*/ 441434 h 1418896"/>
                        <a:gd name="connsiteX6-355" fmla="*/ 2606565 w 3710151"/>
                        <a:gd name="connsiteY6-356" fmla="*/ 924910 h 1418896"/>
                        <a:gd name="connsiteX7-357" fmla="*/ 3710151 w 3710151"/>
                        <a:gd name="connsiteY7-358" fmla="*/ 1345324 h 1418896"/>
                        <a:gd name="connsiteX8-359" fmla="*/ 3426372 w 3710151"/>
                        <a:gd name="connsiteY8-360" fmla="*/ 1408386 h 1418896"/>
                        <a:gd name="connsiteX9-361" fmla="*/ 1849820 w 3710151"/>
                        <a:gd name="connsiteY9-362" fmla="*/ 746234 h 1418896"/>
                        <a:gd name="connsiteX10-363" fmla="*/ 241737 w 3710151"/>
                        <a:gd name="connsiteY10-364" fmla="*/ 1418896 h 1418896"/>
                        <a:gd name="connsiteX11-365" fmla="*/ 0 w 3710151"/>
                        <a:gd name="connsiteY11-366" fmla="*/ 1334814 h 1418896"/>
                        <a:gd name="connsiteX12-367" fmla="*/ 1124606 w 3710151"/>
                        <a:gd name="connsiteY12-368" fmla="*/ 903890 h 1418896"/>
                        <a:gd name="connsiteX13-369" fmla="*/ 1124605 w 3710151"/>
                        <a:gd name="connsiteY13-370" fmla="*/ 451945 h 1418896"/>
                        <a:gd name="connsiteX14-371" fmla="*/ 168164 w 3710151"/>
                        <a:gd name="connsiteY14-372" fmla="*/ 84081 h 1418896"/>
                        <a:gd name="connsiteX15-373" fmla="*/ 147144 w 3710151"/>
                        <a:gd name="connsiteY15-374" fmla="*/ 73572 h 1418896"/>
                        <a:gd name="connsiteX0-375" fmla="*/ 147144 w 3710151"/>
                        <a:gd name="connsiteY0-376" fmla="*/ 73572 h 1418896"/>
                        <a:gd name="connsiteX1-377" fmla="*/ 430924 w 3710151"/>
                        <a:gd name="connsiteY1-378" fmla="*/ 0 h 1418896"/>
                        <a:gd name="connsiteX2-379" fmla="*/ 1860331 w 3710151"/>
                        <a:gd name="connsiteY2-380" fmla="*/ 599089 h 1418896"/>
                        <a:gd name="connsiteX3-381" fmla="*/ 3342289 w 3710151"/>
                        <a:gd name="connsiteY3-382" fmla="*/ 0 h 1418896"/>
                        <a:gd name="connsiteX4-383" fmla="*/ 3563006 w 3710151"/>
                        <a:gd name="connsiteY4-384" fmla="*/ 73572 h 1418896"/>
                        <a:gd name="connsiteX5-385" fmla="*/ 2606565 w 3710151"/>
                        <a:gd name="connsiteY5-386" fmla="*/ 441434 h 1418896"/>
                        <a:gd name="connsiteX6-387" fmla="*/ 2610282 w 3710151"/>
                        <a:gd name="connsiteY6-388" fmla="*/ 902607 h 1418896"/>
                        <a:gd name="connsiteX7-389" fmla="*/ 3710151 w 3710151"/>
                        <a:gd name="connsiteY7-390" fmla="*/ 1345324 h 1418896"/>
                        <a:gd name="connsiteX8-391" fmla="*/ 3426372 w 3710151"/>
                        <a:gd name="connsiteY8-392" fmla="*/ 1408386 h 1418896"/>
                        <a:gd name="connsiteX9-393" fmla="*/ 1849820 w 3710151"/>
                        <a:gd name="connsiteY9-394" fmla="*/ 746234 h 1418896"/>
                        <a:gd name="connsiteX10-395" fmla="*/ 241737 w 3710151"/>
                        <a:gd name="connsiteY10-396" fmla="*/ 1418896 h 1418896"/>
                        <a:gd name="connsiteX11-397" fmla="*/ 0 w 3710151"/>
                        <a:gd name="connsiteY11-398" fmla="*/ 1334814 h 1418896"/>
                        <a:gd name="connsiteX12-399" fmla="*/ 1124606 w 3710151"/>
                        <a:gd name="connsiteY12-400" fmla="*/ 903890 h 1418896"/>
                        <a:gd name="connsiteX13-401" fmla="*/ 1124605 w 3710151"/>
                        <a:gd name="connsiteY13-402" fmla="*/ 451945 h 1418896"/>
                        <a:gd name="connsiteX14-403" fmla="*/ 168164 w 3710151"/>
                        <a:gd name="connsiteY14-404" fmla="*/ 84081 h 1418896"/>
                        <a:gd name="connsiteX15-405" fmla="*/ 147144 w 3710151"/>
                        <a:gd name="connsiteY15-406" fmla="*/ 73572 h 1418896"/>
                        <a:gd name="connsiteX0-407" fmla="*/ 147144 w 3710151"/>
                        <a:gd name="connsiteY0-408" fmla="*/ 73572 h 1418896"/>
                        <a:gd name="connsiteX1-409" fmla="*/ 430924 w 3710151"/>
                        <a:gd name="connsiteY1-410" fmla="*/ 0 h 1418896"/>
                        <a:gd name="connsiteX2-411" fmla="*/ 1860331 w 3710151"/>
                        <a:gd name="connsiteY2-412" fmla="*/ 599089 h 1418896"/>
                        <a:gd name="connsiteX3-413" fmla="*/ 3342289 w 3710151"/>
                        <a:gd name="connsiteY3-414" fmla="*/ 0 h 1418896"/>
                        <a:gd name="connsiteX4-415" fmla="*/ 3563006 w 3710151"/>
                        <a:gd name="connsiteY4-416" fmla="*/ 73572 h 1418896"/>
                        <a:gd name="connsiteX5-417" fmla="*/ 2617717 w 3710151"/>
                        <a:gd name="connsiteY5-418" fmla="*/ 445151 h 1418896"/>
                        <a:gd name="connsiteX6-419" fmla="*/ 2610282 w 3710151"/>
                        <a:gd name="connsiteY6-420" fmla="*/ 902607 h 1418896"/>
                        <a:gd name="connsiteX7-421" fmla="*/ 3710151 w 3710151"/>
                        <a:gd name="connsiteY7-422" fmla="*/ 1345324 h 1418896"/>
                        <a:gd name="connsiteX8-423" fmla="*/ 3426372 w 3710151"/>
                        <a:gd name="connsiteY8-424" fmla="*/ 1408386 h 1418896"/>
                        <a:gd name="connsiteX9-425" fmla="*/ 1849820 w 3710151"/>
                        <a:gd name="connsiteY9-426" fmla="*/ 746234 h 1418896"/>
                        <a:gd name="connsiteX10-427" fmla="*/ 241737 w 3710151"/>
                        <a:gd name="connsiteY10-428" fmla="*/ 1418896 h 1418896"/>
                        <a:gd name="connsiteX11-429" fmla="*/ 0 w 3710151"/>
                        <a:gd name="connsiteY11-430" fmla="*/ 1334814 h 1418896"/>
                        <a:gd name="connsiteX12-431" fmla="*/ 1124606 w 3710151"/>
                        <a:gd name="connsiteY12-432" fmla="*/ 903890 h 1418896"/>
                        <a:gd name="connsiteX13-433" fmla="*/ 1124605 w 3710151"/>
                        <a:gd name="connsiteY13-434" fmla="*/ 451945 h 1418896"/>
                        <a:gd name="connsiteX14-435" fmla="*/ 168164 w 3710151"/>
                        <a:gd name="connsiteY14-436" fmla="*/ 84081 h 1418896"/>
                        <a:gd name="connsiteX15-437" fmla="*/ 147144 w 3710151"/>
                        <a:gd name="connsiteY15-438" fmla="*/ 73572 h 1418896"/>
                        <a:gd name="connsiteX0-439" fmla="*/ 147144 w 3710151"/>
                        <a:gd name="connsiteY0-440" fmla="*/ 73572 h 1418896"/>
                        <a:gd name="connsiteX1-441" fmla="*/ 430924 w 3710151"/>
                        <a:gd name="connsiteY1-442" fmla="*/ 0 h 1418896"/>
                        <a:gd name="connsiteX2-443" fmla="*/ 1860331 w 3710151"/>
                        <a:gd name="connsiteY2-444" fmla="*/ 599089 h 1418896"/>
                        <a:gd name="connsiteX3-445" fmla="*/ 3342289 w 3710151"/>
                        <a:gd name="connsiteY3-446" fmla="*/ 0 h 1418896"/>
                        <a:gd name="connsiteX4-447" fmla="*/ 3563006 w 3710151"/>
                        <a:gd name="connsiteY4-448" fmla="*/ 73572 h 1418896"/>
                        <a:gd name="connsiteX5-449" fmla="*/ 2617717 w 3710151"/>
                        <a:gd name="connsiteY5-450" fmla="*/ 448868 h 1418896"/>
                        <a:gd name="connsiteX6-451" fmla="*/ 2610282 w 3710151"/>
                        <a:gd name="connsiteY6-452" fmla="*/ 902607 h 1418896"/>
                        <a:gd name="connsiteX7-453" fmla="*/ 3710151 w 3710151"/>
                        <a:gd name="connsiteY7-454" fmla="*/ 1345324 h 1418896"/>
                        <a:gd name="connsiteX8-455" fmla="*/ 3426372 w 3710151"/>
                        <a:gd name="connsiteY8-456" fmla="*/ 1408386 h 1418896"/>
                        <a:gd name="connsiteX9-457" fmla="*/ 1849820 w 3710151"/>
                        <a:gd name="connsiteY9-458" fmla="*/ 746234 h 1418896"/>
                        <a:gd name="connsiteX10-459" fmla="*/ 241737 w 3710151"/>
                        <a:gd name="connsiteY10-460" fmla="*/ 1418896 h 1418896"/>
                        <a:gd name="connsiteX11-461" fmla="*/ 0 w 3710151"/>
                        <a:gd name="connsiteY11-462" fmla="*/ 1334814 h 1418896"/>
                        <a:gd name="connsiteX12-463" fmla="*/ 1124606 w 3710151"/>
                        <a:gd name="connsiteY12-464" fmla="*/ 903890 h 1418896"/>
                        <a:gd name="connsiteX13-465" fmla="*/ 1124605 w 3710151"/>
                        <a:gd name="connsiteY13-466" fmla="*/ 451945 h 1418896"/>
                        <a:gd name="connsiteX14-467" fmla="*/ 168164 w 3710151"/>
                        <a:gd name="connsiteY14-468" fmla="*/ 84081 h 1418896"/>
                        <a:gd name="connsiteX15-469" fmla="*/ 147144 w 3710151"/>
                        <a:gd name="connsiteY15-470" fmla="*/ 73572 h 1418896"/>
                        <a:gd name="connsiteX0-471" fmla="*/ 147144 w 3710151"/>
                        <a:gd name="connsiteY0-472" fmla="*/ 73572 h 1418896"/>
                        <a:gd name="connsiteX1-473" fmla="*/ 430924 w 3710151"/>
                        <a:gd name="connsiteY1-474" fmla="*/ 0 h 1418896"/>
                        <a:gd name="connsiteX2-475" fmla="*/ 1838028 w 3710151"/>
                        <a:gd name="connsiteY2-476" fmla="*/ 591655 h 1418896"/>
                        <a:gd name="connsiteX3-477" fmla="*/ 3342289 w 3710151"/>
                        <a:gd name="connsiteY3-478" fmla="*/ 0 h 1418896"/>
                        <a:gd name="connsiteX4-479" fmla="*/ 3563006 w 3710151"/>
                        <a:gd name="connsiteY4-480" fmla="*/ 73572 h 1418896"/>
                        <a:gd name="connsiteX5-481" fmla="*/ 2617717 w 3710151"/>
                        <a:gd name="connsiteY5-482" fmla="*/ 448868 h 1418896"/>
                        <a:gd name="connsiteX6-483" fmla="*/ 2610282 w 3710151"/>
                        <a:gd name="connsiteY6-484" fmla="*/ 902607 h 1418896"/>
                        <a:gd name="connsiteX7-485" fmla="*/ 3710151 w 3710151"/>
                        <a:gd name="connsiteY7-486" fmla="*/ 1345324 h 1418896"/>
                        <a:gd name="connsiteX8-487" fmla="*/ 3426372 w 3710151"/>
                        <a:gd name="connsiteY8-488" fmla="*/ 1408386 h 1418896"/>
                        <a:gd name="connsiteX9-489" fmla="*/ 1849820 w 3710151"/>
                        <a:gd name="connsiteY9-490" fmla="*/ 746234 h 1418896"/>
                        <a:gd name="connsiteX10-491" fmla="*/ 241737 w 3710151"/>
                        <a:gd name="connsiteY10-492" fmla="*/ 1418896 h 1418896"/>
                        <a:gd name="connsiteX11-493" fmla="*/ 0 w 3710151"/>
                        <a:gd name="connsiteY11-494" fmla="*/ 1334814 h 1418896"/>
                        <a:gd name="connsiteX12-495" fmla="*/ 1124606 w 3710151"/>
                        <a:gd name="connsiteY12-496" fmla="*/ 903890 h 1418896"/>
                        <a:gd name="connsiteX13-497" fmla="*/ 1124605 w 3710151"/>
                        <a:gd name="connsiteY13-498" fmla="*/ 451945 h 1418896"/>
                        <a:gd name="connsiteX14-499" fmla="*/ 168164 w 3710151"/>
                        <a:gd name="connsiteY14-500" fmla="*/ 84081 h 1418896"/>
                        <a:gd name="connsiteX15-501" fmla="*/ 147144 w 3710151"/>
                        <a:gd name="connsiteY15-502" fmla="*/ 73572 h 1418896"/>
                        <a:gd name="connsiteX0-503" fmla="*/ 147144 w 3710151"/>
                        <a:gd name="connsiteY0-504" fmla="*/ 73572 h 1418896"/>
                        <a:gd name="connsiteX1-505" fmla="*/ 430924 w 3710151"/>
                        <a:gd name="connsiteY1-506" fmla="*/ 0 h 1418896"/>
                        <a:gd name="connsiteX2-507" fmla="*/ 1838028 w 3710151"/>
                        <a:gd name="connsiteY2-508" fmla="*/ 591655 h 1418896"/>
                        <a:gd name="connsiteX3-509" fmla="*/ 3342289 w 3710151"/>
                        <a:gd name="connsiteY3-510" fmla="*/ 0 h 1418896"/>
                        <a:gd name="connsiteX4-511" fmla="*/ 3563006 w 3710151"/>
                        <a:gd name="connsiteY4-512" fmla="*/ 73572 h 1418896"/>
                        <a:gd name="connsiteX5-513" fmla="*/ 2617717 w 3710151"/>
                        <a:gd name="connsiteY5-514" fmla="*/ 448868 h 1418896"/>
                        <a:gd name="connsiteX6-515" fmla="*/ 2610282 w 3710151"/>
                        <a:gd name="connsiteY6-516" fmla="*/ 902607 h 1418896"/>
                        <a:gd name="connsiteX7-517" fmla="*/ 3710151 w 3710151"/>
                        <a:gd name="connsiteY7-518" fmla="*/ 1345324 h 1418896"/>
                        <a:gd name="connsiteX8-519" fmla="*/ 3426372 w 3710151"/>
                        <a:gd name="connsiteY8-520" fmla="*/ 1408386 h 1418896"/>
                        <a:gd name="connsiteX9-521" fmla="*/ 1849820 w 3710151"/>
                        <a:gd name="connsiteY9-522" fmla="*/ 746234 h 1418896"/>
                        <a:gd name="connsiteX10-523" fmla="*/ 241737 w 3710151"/>
                        <a:gd name="connsiteY10-524" fmla="*/ 1418896 h 1418896"/>
                        <a:gd name="connsiteX11-525" fmla="*/ 0 w 3710151"/>
                        <a:gd name="connsiteY11-526" fmla="*/ 1334814 h 1418896"/>
                        <a:gd name="connsiteX12-527" fmla="*/ 1124606 w 3710151"/>
                        <a:gd name="connsiteY12-528" fmla="*/ 903890 h 1418896"/>
                        <a:gd name="connsiteX13-529" fmla="*/ 1087434 w 3710151"/>
                        <a:gd name="connsiteY13-530" fmla="*/ 451945 h 1418896"/>
                        <a:gd name="connsiteX14-531" fmla="*/ 168164 w 3710151"/>
                        <a:gd name="connsiteY14-532" fmla="*/ 84081 h 1418896"/>
                        <a:gd name="connsiteX15-533" fmla="*/ 147144 w 3710151"/>
                        <a:gd name="connsiteY15-534" fmla="*/ 73572 h 1418896"/>
                        <a:gd name="connsiteX0-535" fmla="*/ 147144 w 3710151"/>
                        <a:gd name="connsiteY0-536" fmla="*/ 73572 h 1418896"/>
                        <a:gd name="connsiteX1-537" fmla="*/ 430924 w 3710151"/>
                        <a:gd name="connsiteY1-538" fmla="*/ 0 h 1418896"/>
                        <a:gd name="connsiteX2-539" fmla="*/ 1838028 w 3710151"/>
                        <a:gd name="connsiteY2-540" fmla="*/ 591655 h 1418896"/>
                        <a:gd name="connsiteX3-541" fmla="*/ 3342289 w 3710151"/>
                        <a:gd name="connsiteY3-542" fmla="*/ 0 h 1418896"/>
                        <a:gd name="connsiteX4-543" fmla="*/ 3563006 w 3710151"/>
                        <a:gd name="connsiteY4-544" fmla="*/ 73572 h 1418896"/>
                        <a:gd name="connsiteX5-545" fmla="*/ 2617717 w 3710151"/>
                        <a:gd name="connsiteY5-546" fmla="*/ 448868 h 1418896"/>
                        <a:gd name="connsiteX6-547" fmla="*/ 2610282 w 3710151"/>
                        <a:gd name="connsiteY6-548" fmla="*/ 902607 h 1418896"/>
                        <a:gd name="connsiteX7-549" fmla="*/ 3710151 w 3710151"/>
                        <a:gd name="connsiteY7-550" fmla="*/ 1345324 h 1418896"/>
                        <a:gd name="connsiteX8-551" fmla="*/ 3426372 w 3710151"/>
                        <a:gd name="connsiteY8-552" fmla="*/ 1408386 h 1418896"/>
                        <a:gd name="connsiteX9-553" fmla="*/ 1849820 w 3710151"/>
                        <a:gd name="connsiteY9-554" fmla="*/ 746234 h 1418896"/>
                        <a:gd name="connsiteX10-555" fmla="*/ 241737 w 3710151"/>
                        <a:gd name="connsiteY10-556" fmla="*/ 1418896 h 1418896"/>
                        <a:gd name="connsiteX11-557" fmla="*/ 0 w 3710151"/>
                        <a:gd name="connsiteY11-558" fmla="*/ 1334814 h 1418896"/>
                        <a:gd name="connsiteX12-559" fmla="*/ 1098586 w 3710151"/>
                        <a:gd name="connsiteY12-560" fmla="*/ 903890 h 1418896"/>
                        <a:gd name="connsiteX13-561" fmla="*/ 1087434 w 3710151"/>
                        <a:gd name="connsiteY13-562" fmla="*/ 451945 h 1418896"/>
                        <a:gd name="connsiteX14-563" fmla="*/ 168164 w 3710151"/>
                        <a:gd name="connsiteY14-564" fmla="*/ 84081 h 1418896"/>
                        <a:gd name="connsiteX15-565" fmla="*/ 147144 w 3710151"/>
                        <a:gd name="connsiteY15-566" fmla="*/ 73572 h 1418896"/>
                        <a:gd name="connsiteX0-567" fmla="*/ 162012 w 3725019"/>
                        <a:gd name="connsiteY0-568" fmla="*/ 73572 h 1418896"/>
                        <a:gd name="connsiteX1-569" fmla="*/ 445792 w 3725019"/>
                        <a:gd name="connsiteY1-570" fmla="*/ 0 h 1418896"/>
                        <a:gd name="connsiteX2-571" fmla="*/ 1852896 w 3725019"/>
                        <a:gd name="connsiteY2-572" fmla="*/ 591655 h 1418896"/>
                        <a:gd name="connsiteX3-573" fmla="*/ 3357157 w 3725019"/>
                        <a:gd name="connsiteY3-574" fmla="*/ 0 h 1418896"/>
                        <a:gd name="connsiteX4-575" fmla="*/ 3577874 w 3725019"/>
                        <a:gd name="connsiteY4-576" fmla="*/ 73572 h 1418896"/>
                        <a:gd name="connsiteX5-577" fmla="*/ 2632585 w 3725019"/>
                        <a:gd name="connsiteY5-578" fmla="*/ 448868 h 1418896"/>
                        <a:gd name="connsiteX6-579" fmla="*/ 2625150 w 3725019"/>
                        <a:gd name="connsiteY6-580" fmla="*/ 902607 h 1418896"/>
                        <a:gd name="connsiteX7-581" fmla="*/ 3725019 w 3725019"/>
                        <a:gd name="connsiteY7-582" fmla="*/ 1345324 h 1418896"/>
                        <a:gd name="connsiteX8-583" fmla="*/ 3441240 w 3725019"/>
                        <a:gd name="connsiteY8-584" fmla="*/ 1408386 h 1418896"/>
                        <a:gd name="connsiteX9-585" fmla="*/ 1864688 w 3725019"/>
                        <a:gd name="connsiteY9-586" fmla="*/ 746234 h 1418896"/>
                        <a:gd name="connsiteX10-587" fmla="*/ 256605 w 3725019"/>
                        <a:gd name="connsiteY10-588" fmla="*/ 1418896 h 1418896"/>
                        <a:gd name="connsiteX11-589" fmla="*/ 0 w 3725019"/>
                        <a:gd name="connsiteY11-590" fmla="*/ 1331097 h 1418896"/>
                        <a:gd name="connsiteX12-591" fmla="*/ 1113454 w 3725019"/>
                        <a:gd name="connsiteY12-592" fmla="*/ 903890 h 1418896"/>
                        <a:gd name="connsiteX13-593" fmla="*/ 1102302 w 3725019"/>
                        <a:gd name="connsiteY13-594" fmla="*/ 451945 h 1418896"/>
                        <a:gd name="connsiteX14-595" fmla="*/ 183032 w 3725019"/>
                        <a:gd name="connsiteY14-596" fmla="*/ 84081 h 1418896"/>
                        <a:gd name="connsiteX15-597" fmla="*/ 162012 w 3725019"/>
                        <a:gd name="connsiteY15-598" fmla="*/ 73572 h 141889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  <a:cxn ang="0">
                          <a:pos x="connsiteX11-23" y="connsiteY11-24"/>
                        </a:cxn>
                        <a:cxn ang="0">
                          <a:pos x="connsiteX12-25" y="connsiteY12-26"/>
                        </a:cxn>
                        <a:cxn ang="0">
                          <a:pos x="connsiteX13-27" y="connsiteY13-28"/>
                        </a:cxn>
                        <a:cxn ang="0">
                          <a:pos x="connsiteX14-29" y="connsiteY14-30"/>
                        </a:cxn>
                        <a:cxn ang="0">
                          <a:pos x="connsiteX15-31" y="connsiteY15-32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479" name="Group 478"/>
                <p:cNvGrpSpPr/>
                <p:nvPr/>
              </p:nvGrpSpPr>
              <p:grpSpPr>
                <a:xfrm>
                  <a:off x="8676619" y="4967420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80" name="Freeform 479"/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-1" fmla="*/ 8187558 w 8187558"/>
                      <a:gd name="connsiteY0-2" fmla="*/ 0 h 2617076"/>
                      <a:gd name="connsiteX1-3" fmla="*/ 8187558 w 8187558"/>
                      <a:gd name="connsiteY1-4" fmla="*/ 1271752 h 2617076"/>
                      <a:gd name="connsiteX2-5" fmla="*/ 4025462 w 8187558"/>
                      <a:gd name="connsiteY2-6" fmla="*/ 2617076 h 2617076"/>
                      <a:gd name="connsiteX3-7" fmla="*/ 0 w 8187558"/>
                      <a:gd name="connsiteY3-8" fmla="*/ 1229711 h 2617076"/>
                      <a:gd name="connsiteX4-9" fmla="*/ 31531 w 8187558"/>
                      <a:gd name="connsiteY4-10" fmla="*/ 147145 h 2617076"/>
                      <a:gd name="connsiteX5-11" fmla="*/ 4046482 w 8187558"/>
                      <a:gd name="connsiteY5-12" fmla="*/ 1576552 h 2617076"/>
                      <a:gd name="connsiteX6-13" fmla="*/ 8187558 w 8187558"/>
                      <a:gd name="connsiteY6-14" fmla="*/ 0 h 2617076"/>
                      <a:gd name="connsiteX0-15" fmla="*/ 8187558 w 8187558"/>
                      <a:gd name="connsiteY0-16" fmla="*/ 0 h 2617076"/>
                      <a:gd name="connsiteX1-17" fmla="*/ 8187558 w 8187558"/>
                      <a:gd name="connsiteY1-18" fmla="*/ 1271752 h 2617076"/>
                      <a:gd name="connsiteX2-19" fmla="*/ 4025462 w 8187558"/>
                      <a:gd name="connsiteY2-20" fmla="*/ 2617076 h 2617076"/>
                      <a:gd name="connsiteX3-21" fmla="*/ 0 w 8187558"/>
                      <a:gd name="connsiteY3-22" fmla="*/ 1229711 h 2617076"/>
                      <a:gd name="connsiteX4-23" fmla="*/ 31531 w 8187558"/>
                      <a:gd name="connsiteY4-24" fmla="*/ 147145 h 2617076"/>
                      <a:gd name="connsiteX5-25" fmla="*/ 4046482 w 8187558"/>
                      <a:gd name="connsiteY5-26" fmla="*/ 1576552 h 2617076"/>
                      <a:gd name="connsiteX6-27" fmla="*/ 8187558 w 8187558"/>
                      <a:gd name="connsiteY6-28" fmla="*/ 0 h 2617076"/>
                      <a:gd name="connsiteX0-29" fmla="*/ 8187558 w 8187558"/>
                      <a:gd name="connsiteY0-30" fmla="*/ 0 h 2617076"/>
                      <a:gd name="connsiteX1-31" fmla="*/ 8187558 w 8187558"/>
                      <a:gd name="connsiteY1-32" fmla="*/ 1271752 h 2617076"/>
                      <a:gd name="connsiteX2-33" fmla="*/ 4025462 w 8187558"/>
                      <a:gd name="connsiteY2-34" fmla="*/ 2617076 h 2617076"/>
                      <a:gd name="connsiteX3-35" fmla="*/ 0 w 8187558"/>
                      <a:gd name="connsiteY3-36" fmla="*/ 1229711 h 2617076"/>
                      <a:gd name="connsiteX4-37" fmla="*/ 31531 w 8187558"/>
                      <a:gd name="connsiteY4-38" fmla="*/ 147145 h 2617076"/>
                      <a:gd name="connsiteX5-39" fmla="*/ 4046482 w 8187558"/>
                      <a:gd name="connsiteY5-40" fmla="*/ 1576552 h 2617076"/>
                      <a:gd name="connsiteX6-41" fmla="*/ 8187558 w 8187558"/>
                      <a:gd name="connsiteY6-42" fmla="*/ 0 h 2617076"/>
                      <a:gd name="connsiteX0-43" fmla="*/ 8187558 w 8187558"/>
                      <a:gd name="connsiteY0-44" fmla="*/ 0 h 2617076"/>
                      <a:gd name="connsiteX1-45" fmla="*/ 8187558 w 8187558"/>
                      <a:gd name="connsiteY1-46" fmla="*/ 1271752 h 2617076"/>
                      <a:gd name="connsiteX2-47" fmla="*/ 4025462 w 8187558"/>
                      <a:gd name="connsiteY2-48" fmla="*/ 2617076 h 2617076"/>
                      <a:gd name="connsiteX3-49" fmla="*/ 0 w 8187558"/>
                      <a:gd name="connsiteY3-50" fmla="*/ 1229711 h 2617076"/>
                      <a:gd name="connsiteX4-51" fmla="*/ 31531 w 8187558"/>
                      <a:gd name="connsiteY4-52" fmla="*/ 147145 h 2617076"/>
                      <a:gd name="connsiteX5-53" fmla="*/ 4046482 w 8187558"/>
                      <a:gd name="connsiteY5-54" fmla="*/ 1576552 h 2617076"/>
                      <a:gd name="connsiteX6-55" fmla="*/ 8187558 w 8187558"/>
                      <a:gd name="connsiteY6-56" fmla="*/ 0 h 2617076"/>
                      <a:gd name="connsiteX0-57" fmla="*/ 8187558 w 8187558"/>
                      <a:gd name="connsiteY0-58" fmla="*/ 0 h 2617076"/>
                      <a:gd name="connsiteX1-59" fmla="*/ 8187558 w 8187558"/>
                      <a:gd name="connsiteY1-60" fmla="*/ 1271752 h 2617076"/>
                      <a:gd name="connsiteX2-61" fmla="*/ 4025462 w 8187558"/>
                      <a:gd name="connsiteY2-62" fmla="*/ 2617076 h 2617076"/>
                      <a:gd name="connsiteX3-63" fmla="*/ 0 w 8187558"/>
                      <a:gd name="connsiteY3-64" fmla="*/ 1229711 h 2617076"/>
                      <a:gd name="connsiteX4-65" fmla="*/ 31531 w 8187558"/>
                      <a:gd name="connsiteY4-66" fmla="*/ 147145 h 2617076"/>
                      <a:gd name="connsiteX5-67" fmla="*/ 4046482 w 8187558"/>
                      <a:gd name="connsiteY5-68" fmla="*/ 1576552 h 2617076"/>
                      <a:gd name="connsiteX6-69" fmla="*/ 8187558 w 8187558"/>
                      <a:gd name="connsiteY6-70" fmla="*/ 0 h 2617076"/>
                      <a:gd name="connsiteX0-71" fmla="*/ 8187558 w 8187558"/>
                      <a:gd name="connsiteY0-72" fmla="*/ 0 h 2617076"/>
                      <a:gd name="connsiteX1-73" fmla="*/ 8187558 w 8187558"/>
                      <a:gd name="connsiteY1-74" fmla="*/ 1271752 h 2617076"/>
                      <a:gd name="connsiteX2-75" fmla="*/ 4025462 w 8187558"/>
                      <a:gd name="connsiteY2-76" fmla="*/ 2617076 h 2617076"/>
                      <a:gd name="connsiteX3-77" fmla="*/ 0 w 8187558"/>
                      <a:gd name="connsiteY3-78" fmla="*/ 1229711 h 2617076"/>
                      <a:gd name="connsiteX4-79" fmla="*/ 31531 w 8187558"/>
                      <a:gd name="connsiteY4-80" fmla="*/ 147145 h 2617076"/>
                      <a:gd name="connsiteX5-81" fmla="*/ 4046482 w 8187558"/>
                      <a:gd name="connsiteY5-82" fmla="*/ 1576552 h 2617076"/>
                      <a:gd name="connsiteX6-83" fmla="*/ 8187558 w 8187558"/>
                      <a:gd name="connsiteY6-84" fmla="*/ 0 h 2617076"/>
                      <a:gd name="connsiteX0-85" fmla="*/ 8187558 w 8187558"/>
                      <a:gd name="connsiteY0-86" fmla="*/ 0 h 2638097"/>
                      <a:gd name="connsiteX1-87" fmla="*/ 8187558 w 8187558"/>
                      <a:gd name="connsiteY1-88" fmla="*/ 1271752 h 2638097"/>
                      <a:gd name="connsiteX2-89" fmla="*/ 4099035 w 8187558"/>
                      <a:gd name="connsiteY2-90" fmla="*/ 2638097 h 2638097"/>
                      <a:gd name="connsiteX3-91" fmla="*/ 0 w 8187558"/>
                      <a:gd name="connsiteY3-92" fmla="*/ 1229711 h 2638097"/>
                      <a:gd name="connsiteX4-93" fmla="*/ 31531 w 8187558"/>
                      <a:gd name="connsiteY4-94" fmla="*/ 147145 h 2638097"/>
                      <a:gd name="connsiteX5-95" fmla="*/ 4046482 w 8187558"/>
                      <a:gd name="connsiteY5-96" fmla="*/ 1576552 h 2638097"/>
                      <a:gd name="connsiteX6-97" fmla="*/ 8187558 w 8187558"/>
                      <a:gd name="connsiteY6-98" fmla="*/ 0 h 2638097"/>
                      <a:gd name="connsiteX0-99" fmla="*/ 8187558 w 8187558"/>
                      <a:gd name="connsiteY0-100" fmla="*/ 0 h 2638097"/>
                      <a:gd name="connsiteX1-101" fmla="*/ 8187558 w 8187558"/>
                      <a:gd name="connsiteY1-102" fmla="*/ 1271752 h 2638097"/>
                      <a:gd name="connsiteX2-103" fmla="*/ 4099035 w 8187558"/>
                      <a:gd name="connsiteY2-104" fmla="*/ 2638097 h 2638097"/>
                      <a:gd name="connsiteX3-105" fmla="*/ 0 w 8187558"/>
                      <a:gd name="connsiteY3-106" fmla="*/ 1229711 h 2638097"/>
                      <a:gd name="connsiteX4-107" fmla="*/ 31531 w 8187558"/>
                      <a:gd name="connsiteY4-108" fmla="*/ 147145 h 2638097"/>
                      <a:gd name="connsiteX5-109" fmla="*/ 4046482 w 8187558"/>
                      <a:gd name="connsiteY5-110" fmla="*/ 1576552 h 2638097"/>
                      <a:gd name="connsiteX6-111" fmla="*/ 8187558 w 8187558"/>
                      <a:gd name="connsiteY6-112" fmla="*/ 0 h 2638097"/>
                      <a:gd name="connsiteX0-113" fmla="*/ 8187558 w 8187558"/>
                      <a:gd name="connsiteY0-114" fmla="*/ 0 h 2638097"/>
                      <a:gd name="connsiteX1-115" fmla="*/ 8187558 w 8187558"/>
                      <a:gd name="connsiteY1-116" fmla="*/ 1271752 h 2638097"/>
                      <a:gd name="connsiteX2-117" fmla="*/ 4099035 w 8187558"/>
                      <a:gd name="connsiteY2-118" fmla="*/ 2638097 h 2638097"/>
                      <a:gd name="connsiteX3-119" fmla="*/ 0 w 8187558"/>
                      <a:gd name="connsiteY3-120" fmla="*/ 1229711 h 2638097"/>
                      <a:gd name="connsiteX4-121" fmla="*/ 31531 w 8187558"/>
                      <a:gd name="connsiteY4-122" fmla="*/ 147145 h 2638097"/>
                      <a:gd name="connsiteX5-123" fmla="*/ 4046482 w 8187558"/>
                      <a:gd name="connsiteY5-124" fmla="*/ 1576552 h 2638097"/>
                      <a:gd name="connsiteX6-125" fmla="*/ 8187558 w 8187558"/>
                      <a:gd name="connsiteY6-126" fmla="*/ 0 h 2638097"/>
                      <a:gd name="connsiteX0-127" fmla="*/ 8187558 w 8187558"/>
                      <a:gd name="connsiteY0-128" fmla="*/ 0 h 2638097"/>
                      <a:gd name="connsiteX1-129" fmla="*/ 8187558 w 8187558"/>
                      <a:gd name="connsiteY1-130" fmla="*/ 1271752 h 2638097"/>
                      <a:gd name="connsiteX2-131" fmla="*/ 4099035 w 8187558"/>
                      <a:gd name="connsiteY2-132" fmla="*/ 2638097 h 2638097"/>
                      <a:gd name="connsiteX3-133" fmla="*/ 0 w 8187558"/>
                      <a:gd name="connsiteY3-134" fmla="*/ 1229711 h 2638097"/>
                      <a:gd name="connsiteX4-135" fmla="*/ 31531 w 8187558"/>
                      <a:gd name="connsiteY4-136" fmla="*/ 147145 h 2638097"/>
                      <a:gd name="connsiteX5-137" fmla="*/ 4046482 w 8187558"/>
                      <a:gd name="connsiteY5-138" fmla="*/ 1576552 h 2638097"/>
                      <a:gd name="connsiteX6-139" fmla="*/ 8187558 w 8187558"/>
                      <a:gd name="connsiteY6-140" fmla="*/ 0 h 2638097"/>
                      <a:gd name="connsiteX0-141" fmla="*/ 8187558 w 8187558"/>
                      <a:gd name="connsiteY0-142" fmla="*/ 0 h 2638097"/>
                      <a:gd name="connsiteX1-143" fmla="*/ 8187558 w 8187558"/>
                      <a:gd name="connsiteY1-144" fmla="*/ 1271752 h 2638097"/>
                      <a:gd name="connsiteX2-145" fmla="*/ 4099035 w 8187558"/>
                      <a:gd name="connsiteY2-146" fmla="*/ 2638097 h 2638097"/>
                      <a:gd name="connsiteX3-147" fmla="*/ 0 w 8187558"/>
                      <a:gd name="connsiteY3-148" fmla="*/ 1229711 h 2638097"/>
                      <a:gd name="connsiteX4-149" fmla="*/ 31531 w 8187558"/>
                      <a:gd name="connsiteY4-150" fmla="*/ 147145 h 2638097"/>
                      <a:gd name="connsiteX5-151" fmla="*/ 4088524 w 8187558"/>
                      <a:gd name="connsiteY5-152" fmla="*/ 1597573 h 2638097"/>
                      <a:gd name="connsiteX6-153" fmla="*/ 8187558 w 8187558"/>
                      <a:gd name="connsiteY6-154" fmla="*/ 0 h 2638097"/>
                      <a:gd name="connsiteX0-155" fmla="*/ 8187558 w 8187558"/>
                      <a:gd name="connsiteY0-156" fmla="*/ 0 h 2638097"/>
                      <a:gd name="connsiteX1-157" fmla="*/ 8187558 w 8187558"/>
                      <a:gd name="connsiteY1-158" fmla="*/ 1271752 h 2638097"/>
                      <a:gd name="connsiteX2-159" fmla="*/ 4099035 w 8187558"/>
                      <a:gd name="connsiteY2-160" fmla="*/ 2638097 h 2638097"/>
                      <a:gd name="connsiteX3-161" fmla="*/ 0 w 8187558"/>
                      <a:gd name="connsiteY3-162" fmla="*/ 1229711 h 2638097"/>
                      <a:gd name="connsiteX4-163" fmla="*/ 31531 w 8187558"/>
                      <a:gd name="connsiteY4-164" fmla="*/ 147145 h 2638097"/>
                      <a:gd name="connsiteX5-165" fmla="*/ 4088524 w 8187558"/>
                      <a:gd name="connsiteY5-166" fmla="*/ 1597573 h 2638097"/>
                      <a:gd name="connsiteX6-167" fmla="*/ 8187558 w 8187558"/>
                      <a:gd name="connsiteY6-168" fmla="*/ 0 h 2638097"/>
                      <a:gd name="connsiteX0-169" fmla="*/ 8187558 w 8187558"/>
                      <a:gd name="connsiteY0-170" fmla="*/ 0 h 2638097"/>
                      <a:gd name="connsiteX1-171" fmla="*/ 8187558 w 8187558"/>
                      <a:gd name="connsiteY1-172" fmla="*/ 1271752 h 2638097"/>
                      <a:gd name="connsiteX2-173" fmla="*/ 4099035 w 8187558"/>
                      <a:gd name="connsiteY2-174" fmla="*/ 2638097 h 2638097"/>
                      <a:gd name="connsiteX3-175" fmla="*/ 0 w 8187558"/>
                      <a:gd name="connsiteY3-176" fmla="*/ 1229711 h 2638097"/>
                      <a:gd name="connsiteX4-177" fmla="*/ 31531 w 8187558"/>
                      <a:gd name="connsiteY4-178" fmla="*/ 147145 h 2638097"/>
                      <a:gd name="connsiteX5-179" fmla="*/ 4099035 w 8187558"/>
                      <a:gd name="connsiteY5-180" fmla="*/ 1566042 h 2638097"/>
                      <a:gd name="connsiteX6-181" fmla="*/ 8187558 w 8187558"/>
                      <a:gd name="connsiteY6-182" fmla="*/ 0 h 2638097"/>
                      <a:gd name="connsiteX0-183" fmla="*/ 8187558 w 8187558"/>
                      <a:gd name="connsiteY0-184" fmla="*/ 0 h 2638097"/>
                      <a:gd name="connsiteX1-185" fmla="*/ 8187558 w 8187558"/>
                      <a:gd name="connsiteY1-186" fmla="*/ 1271752 h 2638097"/>
                      <a:gd name="connsiteX2-187" fmla="*/ 4099035 w 8187558"/>
                      <a:gd name="connsiteY2-188" fmla="*/ 2638097 h 2638097"/>
                      <a:gd name="connsiteX3-189" fmla="*/ 0 w 8187558"/>
                      <a:gd name="connsiteY3-190" fmla="*/ 1229711 h 2638097"/>
                      <a:gd name="connsiteX4-191" fmla="*/ 31531 w 8187558"/>
                      <a:gd name="connsiteY4-192" fmla="*/ 147145 h 2638097"/>
                      <a:gd name="connsiteX5-193" fmla="*/ 4099035 w 8187558"/>
                      <a:gd name="connsiteY5-194" fmla="*/ 1566042 h 2638097"/>
                      <a:gd name="connsiteX6-195" fmla="*/ 8187558 w 8187558"/>
                      <a:gd name="connsiteY6-196" fmla="*/ 0 h 2638097"/>
                      <a:gd name="connsiteX0-197" fmla="*/ 8187558 w 8187558"/>
                      <a:gd name="connsiteY0-198" fmla="*/ 0 h 2638097"/>
                      <a:gd name="connsiteX1-199" fmla="*/ 8187558 w 8187558"/>
                      <a:gd name="connsiteY1-200" fmla="*/ 1271752 h 2638097"/>
                      <a:gd name="connsiteX2-201" fmla="*/ 4099035 w 8187558"/>
                      <a:gd name="connsiteY2-202" fmla="*/ 2638097 h 2638097"/>
                      <a:gd name="connsiteX3-203" fmla="*/ 0 w 8187558"/>
                      <a:gd name="connsiteY3-204" fmla="*/ 1229711 h 2638097"/>
                      <a:gd name="connsiteX4-205" fmla="*/ 31531 w 8187558"/>
                      <a:gd name="connsiteY4-206" fmla="*/ 147145 h 2638097"/>
                      <a:gd name="connsiteX5-207" fmla="*/ 4099035 w 8187558"/>
                      <a:gd name="connsiteY5-208" fmla="*/ 1566042 h 2638097"/>
                      <a:gd name="connsiteX6-209" fmla="*/ 8187558 w 8187558"/>
                      <a:gd name="connsiteY6-210" fmla="*/ 0 h 2638097"/>
                      <a:gd name="connsiteX0-211" fmla="*/ 8187558 w 8187558"/>
                      <a:gd name="connsiteY0-212" fmla="*/ 0 h 2638097"/>
                      <a:gd name="connsiteX1-213" fmla="*/ 8187558 w 8187558"/>
                      <a:gd name="connsiteY1-214" fmla="*/ 1271752 h 2638097"/>
                      <a:gd name="connsiteX2-215" fmla="*/ 4099035 w 8187558"/>
                      <a:gd name="connsiteY2-216" fmla="*/ 2638097 h 2638097"/>
                      <a:gd name="connsiteX3-217" fmla="*/ 0 w 8187558"/>
                      <a:gd name="connsiteY3-218" fmla="*/ 1229711 h 2638097"/>
                      <a:gd name="connsiteX4-219" fmla="*/ 31531 w 8187558"/>
                      <a:gd name="connsiteY4-220" fmla="*/ 147145 h 2638097"/>
                      <a:gd name="connsiteX5-221" fmla="*/ 4099035 w 8187558"/>
                      <a:gd name="connsiteY5-222" fmla="*/ 1566042 h 2638097"/>
                      <a:gd name="connsiteX6-223" fmla="*/ 8187558 w 8187558"/>
                      <a:gd name="connsiteY6-224" fmla="*/ 0 h 2638097"/>
                      <a:gd name="connsiteX0-225" fmla="*/ 8187558 w 8187558"/>
                      <a:gd name="connsiteY0-226" fmla="*/ 0 h 2638097"/>
                      <a:gd name="connsiteX1-227" fmla="*/ 8187558 w 8187558"/>
                      <a:gd name="connsiteY1-228" fmla="*/ 1271752 h 2638097"/>
                      <a:gd name="connsiteX2-229" fmla="*/ 4099035 w 8187558"/>
                      <a:gd name="connsiteY2-230" fmla="*/ 2638097 h 2638097"/>
                      <a:gd name="connsiteX3-231" fmla="*/ 0 w 8187558"/>
                      <a:gd name="connsiteY3-232" fmla="*/ 1229711 h 2638097"/>
                      <a:gd name="connsiteX4-233" fmla="*/ 31531 w 8187558"/>
                      <a:gd name="connsiteY4-234" fmla="*/ 147145 h 2638097"/>
                      <a:gd name="connsiteX5-235" fmla="*/ 4099035 w 8187558"/>
                      <a:gd name="connsiteY5-236" fmla="*/ 1566042 h 2638097"/>
                      <a:gd name="connsiteX6-237" fmla="*/ 8187558 w 8187558"/>
                      <a:gd name="connsiteY6-238" fmla="*/ 0 h 2638097"/>
                      <a:gd name="connsiteX0-239" fmla="*/ 8187558 w 8187558"/>
                      <a:gd name="connsiteY0-240" fmla="*/ 0 h 2638097"/>
                      <a:gd name="connsiteX1-241" fmla="*/ 8187558 w 8187558"/>
                      <a:gd name="connsiteY1-242" fmla="*/ 1271752 h 2638097"/>
                      <a:gd name="connsiteX2-243" fmla="*/ 4099035 w 8187558"/>
                      <a:gd name="connsiteY2-244" fmla="*/ 2638097 h 2638097"/>
                      <a:gd name="connsiteX3-245" fmla="*/ 0 w 8187558"/>
                      <a:gd name="connsiteY3-246" fmla="*/ 1229711 h 2638097"/>
                      <a:gd name="connsiteX4-247" fmla="*/ 31531 w 8187558"/>
                      <a:gd name="connsiteY4-248" fmla="*/ 147145 h 2638097"/>
                      <a:gd name="connsiteX5-249" fmla="*/ 4099035 w 8187558"/>
                      <a:gd name="connsiteY5-250" fmla="*/ 1566042 h 2638097"/>
                      <a:gd name="connsiteX6-251" fmla="*/ 8187558 w 8187558"/>
                      <a:gd name="connsiteY6-252" fmla="*/ 0 h 2638097"/>
                      <a:gd name="connsiteX0-253" fmla="*/ 8187558 w 8187558"/>
                      <a:gd name="connsiteY0-254" fmla="*/ 0 h 2638097"/>
                      <a:gd name="connsiteX1-255" fmla="*/ 8187558 w 8187558"/>
                      <a:gd name="connsiteY1-256" fmla="*/ 1271752 h 2638097"/>
                      <a:gd name="connsiteX2-257" fmla="*/ 4099035 w 8187558"/>
                      <a:gd name="connsiteY2-258" fmla="*/ 2638097 h 2638097"/>
                      <a:gd name="connsiteX3-259" fmla="*/ 0 w 8187558"/>
                      <a:gd name="connsiteY3-260" fmla="*/ 1229711 h 2638097"/>
                      <a:gd name="connsiteX4-261" fmla="*/ 31531 w 8187558"/>
                      <a:gd name="connsiteY4-262" fmla="*/ 147145 h 2638097"/>
                      <a:gd name="connsiteX5-263" fmla="*/ 4099035 w 8187558"/>
                      <a:gd name="connsiteY5-264" fmla="*/ 1566042 h 2638097"/>
                      <a:gd name="connsiteX6-265" fmla="*/ 8187558 w 8187558"/>
                      <a:gd name="connsiteY6-266" fmla="*/ 0 h 2638097"/>
                      <a:gd name="connsiteX0-267" fmla="*/ 8187558 w 8187558"/>
                      <a:gd name="connsiteY0-268" fmla="*/ 0 h 2638097"/>
                      <a:gd name="connsiteX1-269" fmla="*/ 8187558 w 8187558"/>
                      <a:gd name="connsiteY1-270" fmla="*/ 1271752 h 2638097"/>
                      <a:gd name="connsiteX2-271" fmla="*/ 4099035 w 8187558"/>
                      <a:gd name="connsiteY2-272" fmla="*/ 2638097 h 2638097"/>
                      <a:gd name="connsiteX3-273" fmla="*/ 0 w 8187558"/>
                      <a:gd name="connsiteY3-274" fmla="*/ 1229711 h 2638097"/>
                      <a:gd name="connsiteX4-275" fmla="*/ 31531 w 8187558"/>
                      <a:gd name="connsiteY4-276" fmla="*/ 147145 h 2638097"/>
                      <a:gd name="connsiteX5-277" fmla="*/ 4099035 w 8187558"/>
                      <a:gd name="connsiteY5-278" fmla="*/ 1566042 h 2638097"/>
                      <a:gd name="connsiteX6-279" fmla="*/ 8187558 w 8187558"/>
                      <a:gd name="connsiteY6-280" fmla="*/ 0 h 2638097"/>
                      <a:gd name="connsiteX0-281" fmla="*/ 8187558 w 8187558"/>
                      <a:gd name="connsiteY0-282" fmla="*/ 0 h 2638097"/>
                      <a:gd name="connsiteX1-283" fmla="*/ 8187558 w 8187558"/>
                      <a:gd name="connsiteY1-284" fmla="*/ 1271752 h 2638097"/>
                      <a:gd name="connsiteX2-285" fmla="*/ 4099035 w 8187558"/>
                      <a:gd name="connsiteY2-286" fmla="*/ 2638097 h 2638097"/>
                      <a:gd name="connsiteX3-287" fmla="*/ 0 w 8187558"/>
                      <a:gd name="connsiteY3-288" fmla="*/ 1229711 h 2638097"/>
                      <a:gd name="connsiteX4-289" fmla="*/ 31531 w 8187558"/>
                      <a:gd name="connsiteY4-290" fmla="*/ 147145 h 2638097"/>
                      <a:gd name="connsiteX5-291" fmla="*/ 4099035 w 8187558"/>
                      <a:gd name="connsiteY5-292" fmla="*/ 1566042 h 2638097"/>
                      <a:gd name="connsiteX6-293" fmla="*/ 8187558 w 8187558"/>
                      <a:gd name="connsiteY6-294" fmla="*/ 0 h 2638097"/>
                      <a:gd name="connsiteX0-295" fmla="*/ 8176538 w 8176538"/>
                      <a:gd name="connsiteY0-296" fmla="*/ 0 h 2638097"/>
                      <a:gd name="connsiteX1-297" fmla="*/ 8176538 w 8176538"/>
                      <a:gd name="connsiteY1-298" fmla="*/ 1271752 h 2638097"/>
                      <a:gd name="connsiteX2-299" fmla="*/ 4088015 w 8176538"/>
                      <a:gd name="connsiteY2-300" fmla="*/ 2638097 h 2638097"/>
                      <a:gd name="connsiteX3-301" fmla="*/ 0 w 8176538"/>
                      <a:gd name="connsiteY3-302" fmla="*/ 1269888 h 2638097"/>
                      <a:gd name="connsiteX4-303" fmla="*/ 20511 w 8176538"/>
                      <a:gd name="connsiteY4-304" fmla="*/ 147145 h 2638097"/>
                      <a:gd name="connsiteX5-305" fmla="*/ 4088015 w 8176538"/>
                      <a:gd name="connsiteY5-306" fmla="*/ 1566042 h 2638097"/>
                      <a:gd name="connsiteX6-307" fmla="*/ 8176538 w 8176538"/>
                      <a:gd name="connsiteY6-308" fmla="*/ 0 h 2638097"/>
                      <a:gd name="connsiteX0-309" fmla="*/ 8176538 w 8176538"/>
                      <a:gd name="connsiteY0-310" fmla="*/ 0 h 2772020"/>
                      <a:gd name="connsiteX1-311" fmla="*/ 8176538 w 8176538"/>
                      <a:gd name="connsiteY1-312" fmla="*/ 1271752 h 2772020"/>
                      <a:gd name="connsiteX2-313" fmla="*/ 4099034 w 8176538"/>
                      <a:gd name="connsiteY2-314" fmla="*/ 2772020 h 2772020"/>
                      <a:gd name="connsiteX3-315" fmla="*/ 0 w 8176538"/>
                      <a:gd name="connsiteY3-316" fmla="*/ 1269888 h 2772020"/>
                      <a:gd name="connsiteX4-317" fmla="*/ 20511 w 8176538"/>
                      <a:gd name="connsiteY4-318" fmla="*/ 147145 h 2772020"/>
                      <a:gd name="connsiteX5-319" fmla="*/ 4088015 w 8176538"/>
                      <a:gd name="connsiteY5-320" fmla="*/ 1566042 h 2772020"/>
                      <a:gd name="connsiteX6-321" fmla="*/ 8176538 w 8176538"/>
                      <a:gd name="connsiteY6-322" fmla="*/ 0 h 2772020"/>
                      <a:gd name="connsiteX0-323" fmla="*/ 8176538 w 8176538"/>
                      <a:gd name="connsiteY0-324" fmla="*/ 0 h 2772339"/>
                      <a:gd name="connsiteX1-325" fmla="*/ 8176538 w 8176538"/>
                      <a:gd name="connsiteY1-326" fmla="*/ 1378890 h 2772339"/>
                      <a:gd name="connsiteX2-327" fmla="*/ 4099034 w 8176538"/>
                      <a:gd name="connsiteY2-328" fmla="*/ 2772020 h 2772339"/>
                      <a:gd name="connsiteX3-329" fmla="*/ 0 w 8176538"/>
                      <a:gd name="connsiteY3-330" fmla="*/ 1269888 h 2772339"/>
                      <a:gd name="connsiteX4-331" fmla="*/ 20511 w 8176538"/>
                      <a:gd name="connsiteY4-332" fmla="*/ 147145 h 2772339"/>
                      <a:gd name="connsiteX5-333" fmla="*/ 4088015 w 8176538"/>
                      <a:gd name="connsiteY5-334" fmla="*/ 1566042 h 2772339"/>
                      <a:gd name="connsiteX6-335" fmla="*/ 8176538 w 8176538"/>
                      <a:gd name="connsiteY6-336" fmla="*/ 0 h 2772339"/>
                      <a:gd name="connsiteX0-337" fmla="*/ 8176538 w 8176538"/>
                      <a:gd name="connsiteY0-338" fmla="*/ 0 h 2825888"/>
                      <a:gd name="connsiteX1-339" fmla="*/ 8176538 w 8176538"/>
                      <a:gd name="connsiteY1-340" fmla="*/ 1378890 h 2825888"/>
                      <a:gd name="connsiteX2-341" fmla="*/ 4099034 w 8176538"/>
                      <a:gd name="connsiteY2-342" fmla="*/ 2825590 h 2825888"/>
                      <a:gd name="connsiteX3-343" fmla="*/ 0 w 8176538"/>
                      <a:gd name="connsiteY3-344" fmla="*/ 1269888 h 2825888"/>
                      <a:gd name="connsiteX4-345" fmla="*/ 20511 w 8176538"/>
                      <a:gd name="connsiteY4-346" fmla="*/ 147145 h 2825888"/>
                      <a:gd name="connsiteX5-347" fmla="*/ 4088015 w 8176538"/>
                      <a:gd name="connsiteY5-348" fmla="*/ 1566042 h 2825888"/>
                      <a:gd name="connsiteX6-349" fmla="*/ 8176538 w 8176538"/>
                      <a:gd name="connsiteY6-350" fmla="*/ 0 h 2825888"/>
                      <a:gd name="connsiteX0-351" fmla="*/ 8165518 w 8165518"/>
                      <a:gd name="connsiteY0-352" fmla="*/ 0 h 2825606"/>
                      <a:gd name="connsiteX1-353" fmla="*/ 8165518 w 8165518"/>
                      <a:gd name="connsiteY1-354" fmla="*/ 1378890 h 2825606"/>
                      <a:gd name="connsiteX2-355" fmla="*/ 4088014 w 8165518"/>
                      <a:gd name="connsiteY2-356" fmla="*/ 2825590 h 2825606"/>
                      <a:gd name="connsiteX3-357" fmla="*/ 0 w 8165518"/>
                      <a:gd name="connsiteY3-358" fmla="*/ 1403811 h 2825606"/>
                      <a:gd name="connsiteX4-359" fmla="*/ 9491 w 8165518"/>
                      <a:gd name="connsiteY4-360" fmla="*/ 147145 h 2825606"/>
                      <a:gd name="connsiteX5-361" fmla="*/ 4076995 w 8165518"/>
                      <a:gd name="connsiteY5-362" fmla="*/ 1566042 h 2825606"/>
                      <a:gd name="connsiteX6-363" fmla="*/ 8165518 w 8165518"/>
                      <a:gd name="connsiteY6-364" fmla="*/ 0 h 2825606"/>
                      <a:gd name="connsiteX0-365" fmla="*/ 8165518 w 8165518"/>
                      <a:gd name="connsiteY0-366" fmla="*/ 0 h 2879174"/>
                      <a:gd name="connsiteX1-367" fmla="*/ 8165518 w 8165518"/>
                      <a:gd name="connsiteY1-368" fmla="*/ 1378890 h 2879174"/>
                      <a:gd name="connsiteX2-369" fmla="*/ 4132092 w 8165518"/>
                      <a:gd name="connsiteY2-370" fmla="*/ 2879159 h 2879174"/>
                      <a:gd name="connsiteX3-371" fmla="*/ 0 w 8165518"/>
                      <a:gd name="connsiteY3-372" fmla="*/ 1403811 h 2879174"/>
                      <a:gd name="connsiteX4-373" fmla="*/ 9491 w 8165518"/>
                      <a:gd name="connsiteY4-374" fmla="*/ 147145 h 2879174"/>
                      <a:gd name="connsiteX5-375" fmla="*/ 4076995 w 8165518"/>
                      <a:gd name="connsiteY5-376" fmla="*/ 1566042 h 2879174"/>
                      <a:gd name="connsiteX6-377" fmla="*/ 8165518 w 8165518"/>
                      <a:gd name="connsiteY6-378" fmla="*/ 0 h 2879174"/>
                      <a:gd name="connsiteX0-379" fmla="*/ 8165518 w 8176537"/>
                      <a:gd name="connsiteY0-380" fmla="*/ 0 h 2879410"/>
                      <a:gd name="connsiteX1-381" fmla="*/ 8176537 w 8176537"/>
                      <a:gd name="connsiteY1-382" fmla="*/ 1499420 h 2879410"/>
                      <a:gd name="connsiteX2-383" fmla="*/ 4132092 w 8176537"/>
                      <a:gd name="connsiteY2-384" fmla="*/ 2879159 h 2879410"/>
                      <a:gd name="connsiteX3-385" fmla="*/ 0 w 8176537"/>
                      <a:gd name="connsiteY3-386" fmla="*/ 1403811 h 2879410"/>
                      <a:gd name="connsiteX4-387" fmla="*/ 9491 w 8176537"/>
                      <a:gd name="connsiteY4-388" fmla="*/ 147145 h 2879410"/>
                      <a:gd name="connsiteX5-389" fmla="*/ 4076995 w 8176537"/>
                      <a:gd name="connsiteY5-390" fmla="*/ 1566042 h 2879410"/>
                      <a:gd name="connsiteX6-391" fmla="*/ 8165518 w 8176537"/>
                      <a:gd name="connsiteY6-392" fmla="*/ 0 h 2879410"/>
                      <a:gd name="connsiteX0-393" fmla="*/ 8165518 w 8176537"/>
                      <a:gd name="connsiteY0-394" fmla="*/ 0 h 2879262"/>
                      <a:gd name="connsiteX1-395" fmla="*/ 8176537 w 8176537"/>
                      <a:gd name="connsiteY1-396" fmla="*/ 1499420 h 2879262"/>
                      <a:gd name="connsiteX2-397" fmla="*/ 4132092 w 8176537"/>
                      <a:gd name="connsiteY2-398" fmla="*/ 2879159 h 2879262"/>
                      <a:gd name="connsiteX3-399" fmla="*/ 0 w 8176537"/>
                      <a:gd name="connsiteY3-400" fmla="*/ 1403811 h 2879262"/>
                      <a:gd name="connsiteX4-401" fmla="*/ 9491 w 8176537"/>
                      <a:gd name="connsiteY4-402" fmla="*/ 147145 h 2879262"/>
                      <a:gd name="connsiteX5-403" fmla="*/ 4076995 w 8176537"/>
                      <a:gd name="connsiteY5-404" fmla="*/ 1566042 h 2879262"/>
                      <a:gd name="connsiteX6-405" fmla="*/ 8165518 w 8176537"/>
                      <a:gd name="connsiteY6-406" fmla="*/ 0 h 2879262"/>
                      <a:gd name="connsiteX0-407" fmla="*/ 8165518 w 8176537"/>
                      <a:gd name="connsiteY0-408" fmla="*/ 0 h 2879163"/>
                      <a:gd name="connsiteX1-409" fmla="*/ 8176537 w 8176537"/>
                      <a:gd name="connsiteY1-410" fmla="*/ 1499420 h 2879163"/>
                      <a:gd name="connsiteX2-411" fmla="*/ 4132092 w 8176537"/>
                      <a:gd name="connsiteY2-412" fmla="*/ 2879159 h 2879163"/>
                      <a:gd name="connsiteX3-413" fmla="*/ 0 w 8176537"/>
                      <a:gd name="connsiteY3-414" fmla="*/ 1510948 h 2879163"/>
                      <a:gd name="connsiteX4-415" fmla="*/ 9491 w 8176537"/>
                      <a:gd name="connsiteY4-416" fmla="*/ 147145 h 2879163"/>
                      <a:gd name="connsiteX5-417" fmla="*/ 4076995 w 8176537"/>
                      <a:gd name="connsiteY5-418" fmla="*/ 1566042 h 2879163"/>
                      <a:gd name="connsiteX6-419" fmla="*/ 8165518 w 8176537"/>
                      <a:gd name="connsiteY6-420" fmla="*/ 0 h 2879163"/>
                      <a:gd name="connsiteX0-421" fmla="*/ 8165518 w 8198577"/>
                      <a:gd name="connsiteY0-422" fmla="*/ 0 h 2879451"/>
                      <a:gd name="connsiteX1-423" fmla="*/ 8198577 w 8198577"/>
                      <a:gd name="connsiteY1-424" fmla="*/ 1606558 h 2879451"/>
                      <a:gd name="connsiteX2-425" fmla="*/ 4132092 w 8198577"/>
                      <a:gd name="connsiteY2-426" fmla="*/ 2879159 h 2879451"/>
                      <a:gd name="connsiteX3-427" fmla="*/ 0 w 8198577"/>
                      <a:gd name="connsiteY3-428" fmla="*/ 1510948 h 2879451"/>
                      <a:gd name="connsiteX4-429" fmla="*/ 9491 w 8198577"/>
                      <a:gd name="connsiteY4-430" fmla="*/ 147145 h 2879451"/>
                      <a:gd name="connsiteX5-431" fmla="*/ 4076995 w 8198577"/>
                      <a:gd name="connsiteY5-432" fmla="*/ 1566042 h 2879451"/>
                      <a:gd name="connsiteX6-433" fmla="*/ 8165518 w 8198577"/>
                      <a:gd name="connsiteY6-434" fmla="*/ 0 h 2879451"/>
                      <a:gd name="connsiteX0-435" fmla="*/ 8165518 w 8165518"/>
                      <a:gd name="connsiteY0-436" fmla="*/ 0 h 2880066"/>
                      <a:gd name="connsiteX1-437" fmla="*/ 8165518 w 8165518"/>
                      <a:gd name="connsiteY1-438" fmla="*/ 1673520 h 2880066"/>
                      <a:gd name="connsiteX2-439" fmla="*/ 4132092 w 8165518"/>
                      <a:gd name="connsiteY2-440" fmla="*/ 2879159 h 2880066"/>
                      <a:gd name="connsiteX3-441" fmla="*/ 0 w 8165518"/>
                      <a:gd name="connsiteY3-442" fmla="*/ 1510948 h 2880066"/>
                      <a:gd name="connsiteX4-443" fmla="*/ 9491 w 8165518"/>
                      <a:gd name="connsiteY4-444" fmla="*/ 147145 h 2880066"/>
                      <a:gd name="connsiteX5-445" fmla="*/ 4076995 w 8165518"/>
                      <a:gd name="connsiteY5-446" fmla="*/ 1566042 h 2880066"/>
                      <a:gd name="connsiteX6-447" fmla="*/ 8165518 w 8165518"/>
                      <a:gd name="connsiteY6-448" fmla="*/ 0 h 2880066"/>
                      <a:gd name="connsiteX0-449" fmla="*/ 8156794 w 8156794"/>
                      <a:gd name="connsiteY0-450" fmla="*/ 0 h 2879270"/>
                      <a:gd name="connsiteX1-451" fmla="*/ 8156794 w 8156794"/>
                      <a:gd name="connsiteY1-452" fmla="*/ 1673520 h 2879270"/>
                      <a:gd name="connsiteX2-453" fmla="*/ 4123368 w 8156794"/>
                      <a:gd name="connsiteY2-454" fmla="*/ 2879159 h 2879270"/>
                      <a:gd name="connsiteX3-455" fmla="*/ 2295 w 8156794"/>
                      <a:gd name="connsiteY3-456" fmla="*/ 1618086 h 2879270"/>
                      <a:gd name="connsiteX4-457" fmla="*/ 767 w 8156794"/>
                      <a:gd name="connsiteY4-458" fmla="*/ 147145 h 2879270"/>
                      <a:gd name="connsiteX5-459" fmla="*/ 4068271 w 8156794"/>
                      <a:gd name="connsiteY5-460" fmla="*/ 1566042 h 2879270"/>
                      <a:gd name="connsiteX6-461" fmla="*/ 8156794 w 8156794"/>
                      <a:gd name="connsiteY6-462" fmla="*/ 0 h 2879270"/>
                      <a:gd name="connsiteX0-463" fmla="*/ 8156794 w 8156794"/>
                      <a:gd name="connsiteY0-464" fmla="*/ 0 h 2973000"/>
                      <a:gd name="connsiteX1-465" fmla="*/ 8156794 w 8156794"/>
                      <a:gd name="connsiteY1-466" fmla="*/ 1673520 h 2973000"/>
                      <a:gd name="connsiteX2-467" fmla="*/ 4134388 w 8156794"/>
                      <a:gd name="connsiteY2-468" fmla="*/ 2972904 h 2973000"/>
                      <a:gd name="connsiteX3-469" fmla="*/ 2295 w 8156794"/>
                      <a:gd name="connsiteY3-470" fmla="*/ 1618086 h 2973000"/>
                      <a:gd name="connsiteX4-471" fmla="*/ 767 w 8156794"/>
                      <a:gd name="connsiteY4-472" fmla="*/ 147145 h 2973000"/>
                      <a:gd name="connsiteX5-473" fmla="*/ 4068271 w 8156794"/>
                      <a:gd name="connsiteY5-474" fmla="*/ 1566042 h 2973000"/>
                      <a:gd name="connsiteX6-475" fmla="*/ 8156794 w 8156794"/>
                      <a:gd name="connsiteY6-476" fmla="*/ 0 h 2973000"/>
                      <a:gd name="connsiteX0-477" fmla="*/ 8156794 w 8156794"/>
                      <a:gd name="connsiteY0-478" fmla="*/ 0 h 2973000"/>
                      <a:gd name="connsiteX1-479" fmla="*/ 8156794 w 8156794"/>
                      <a:gd name="connsiteY1-480" fmla="*/ 1673520 h 2973000"/>
                      <a:gd name="connsiteX2-481" fmla="*/ 4134388 w 8156794"/>
                      <a:gd name="connsiteY2-482" fmla="*/ 2972904 h 2973000"/>
                      <a:gd name="connsiteX3-483" fmla="*/ 2295 w 8156794"/>
                      <a:gd name="connsiteY3-484" fmla="*/ 1618086 h 2973000"/>
                      <a:gd name="connsiteX4-485" fmla="*/ 767 w 8156794"/>
                      <a:gd name="connsiteY4-486" fmla="*/ 147145 h 2973000"/>
                      <a:gd name="connsiteX5-487" fmla="*/ 4068271 w 8156794"/>
                      <a:gd name="connsiteY5-488" fmla="*/ 1566042 h 2973000"/>
                      <a:gd name="connsiteX6-489" fmla="*/ 8156794 w 8156794"/>
                      <a:gd name="connsiteY6-490" fmla="*/ 0 h 2973000"/>
                      <a:gd name="connsiteX0-491" fmla="*/ 8156794 w 8156794"/>
                      <a:gd name="connsiteY0-492" fmla="*/ 0 h 2973000"/>
                      <a:gd name="connsiteX1-493" fmla="*/ 8156794 w 8156794"/>
                      <a:gd name="connsiteY1-494" fmla="*/ 1673520 h 2973000"/>
                      <a:gd name="connsiteX2-495" fmla="*/ 4134388 w 8156794"/>
                      <a:gd name="connsiteY2-496" fmla="*/ 2972904 h 2973000"/>
                      <a:gd name="connsiteX3-497" fmla="*/ 2295 w 8156794"/>
                      <a:gd name="connsiteY3-498" fmla="*/ 1618086 h 2973000"/>
                      <a:gd name="connsiteX4-499" fmla="*/ 767 w 8156794"/>
                      <a:gd name="connsiteY4-500" fmla="*/ 147145 h 2973000"/>
                      <a:gd name="connsiteX5-501" fmla="*/ 4068271 w 8156794"/>
                      <a:gd name="connsiteY5-502" fmla="*/ 1566042 h 2973000"/>
                      <a:gd name="connsiteX6-503" fmla="*/ 8156794 w 8156794"/>
                      <a:gd name="connsiteY6-504" fmla="*/ 0 h 2973000"/>
                      <a:gd name="connsiteX0-505" fmla="*/ 8156794 w 8156794"/>
                      <a:gd name="connsiteY0-506" fmla="*/ 0 h 2973020"/>
                      <a:gd name="connsiteX1-507" fmla="*/ 8156794 w 8156794"/>
                      <a:gd name="connsiteY1-508" fmla="*/ 1673520 h 2973020"/>
                      <a:gd name="connsiteX2-509" fmla="*/ 4134388 w 8156794"/>
                      <a:gd name="connsiteY2-510" fmla="*/ 2972904 h 2973020"/>
                      <a:gd name="connsiteX3-511" fmla="*/ 2295 w 8156794"/>
                      <a:gd name="connsiteY3-512" fmla="*/ 1618086 h 2973020"/>
                      <a:gd name="connsiteX4-513" fmla="*/ 767 w 8156794"/>
                      <a:gd name="connsiteY4-514" fmla="*/ 147145 h 2973020"/>
                      <a:gd name="connsiteX5-515" fmla="*/ 4068271 w 8156794"/>
                      <a:gd name="connsiteY5-516" fmla="*/ 1566042 h 2973020"/>
                      <a:gd name="connsiteX6-517" fmla="*/ 8156794 w 8156794"/>
                      <a:gd name="connsiteY6-518" fmla="*/ 0 h 2973020"/>
                      <a:gd name="connsiteX0-519" fmla="*/ 8156794 w 8156794"/>
                      <a:gd name="connsiteY0-520" fmla="*/ 0 h 2973021"/>
                      <a:gd name="connsiteX1-521" fmla="*/ 8156794 w 8156794"/>
                      <a:gd name="connsiteY1-522" fmla="*/ 1673520 h 2973021"/>
                      <a:gd name="connsiteX2-523" fmla="*/ 4134388 w 8156794"/>
                      <a:gd name="connsiteY2-524" fmla="*/ 2972904 h 2973021"/>
                      <a:gd name="connsiteX3-525" fmla="*/ 2295 w 8156794"/>
                      <a:gd name="connsiteY3-526" fmla="*/ 1618086 h 2973021"/>
                      <a:gd name="connsiteX4-527" fmla="*/ 767 w 8156794"/>
                      <a:gd name="connsiteY4-528" fmla="*/ 147145 h 2973021"/>
                      <a:gd name="connsiteX5-529" fmla="*/ 4068271 w 8156794"/>
                      <a:gd name="connsiteY5-530" fmla="*/ 1566042 h 2973021"/>
                      <a:gd name="connsiteX6-531" fmla="*/ 8156794 w 8156794"/>
                      <a:gd name="connsiteY6-532" fmla="*/ 0 h 2973021"/>
                      <a:gd name="connsiteX0-533" fmla="*/ 8156794 w 8156794"/>
                      <a:gd name="connsiteY0-534" fmla="*/ 0 h 2973021"/>
                      <a:gd name="connsiteX1-535" fmla="*/ 8156794 w 8156794"/>
                      <a:gd name="connsiteY1-536" fmla="*/ 1673520 h 2973021"/>
                      <a:gd name="connsiteX2-537" fmla="*/ 4134388 w 8156794"/>
                      <a:gd name="connsiteY2-538" fmla="*/ 2972904 h 2973021"/>
                      <a:gd name="connsiteX3-539" fmla="*/ 2295 w 8156794"/>
                      <a:gd name="connsiteY3-540" fmla="*/ 1618086 h 2973021"/>
                      <a:gd name="connsiteX4-541" fmla="*/ 767 w 8156794"/>
                      <a:gd name="connsiteY4-542" fmla="*/ 147145 h 2973021"/>
                      <a:gd name="connsiteX5-543" fmla="*/ 4068271 w 8156794"/>
                      <a:gd name="connsiteY5-544" fmla="*/ 1566042 h 2973021"/>
                      <a:gd name="connsiteX6-545" fmla="*/ 8156794 w 8156794"/>
                      <a:gd name="connsiteY6-546" fmla="*/ 0 h 2973021"/>
                      <a:gd name="connsiteX0-547" fmla="*/ 8156794 w 8156794"/>
                      <a:gd name="connsiteY0-548" fmla="*/ 0 h 2973021"/>
                      <a:gd name="connsiteX1-549" fmla="*/ 8156794 w 8156794"/>
                      <a:gd name="connsiteY1-550" fmla="*/ 1673520 h 2973021"/>
                      <a:gd name="connsiteX2-551" fmla="*/ 4134388 w 8156794"/>
                      <a:gd name="connsiteY2-552" fmla="*/ 2972904 h 2973021"/>
                      <a:gd name="connsiteX3-553" fmla="*/ 2295 w 8156794"/>
                      <a:gd name="connsiteY3-554" fmla="*/ 1618086 h 2973021"/>
                      <a:gd name="connsiteX4-555" fmla="*/ 767 w 8156794"/>
                      <a:gd name="connsiteY4-556" fmla="*/ 147145 h 2973021"/>
                      <a:gd name="connsiteX5-557" fmla="*/ 4068271 w 8156794"/>
                      <a:gd name="connsiteY5-558" fmla="*/ 1566042 h 2973021"/>
                      <a:gd name="connsiteX6-559" fmla="*/ 8156794 w 8156794"/>
                      <a:gd name="connsiteY6-560" fmla="*/ 0 h 2973021"/>
                      <a:gd name="connsiteX0-561" fmla="*/ 8156794 w 8156794"/>
                      <a:gd name="connsiteY0-562" fmla="*/ 0 h 2973021"/>
                      <a:gd name="connsiteX1-563" fmla="*/ 8156794 w 8156794"/>
                      <a:gd name="connsiteY1-564" fmla="*/ 1673520 h 2973021"/>
                      <a:gd name="connsiteX2-565" fmla="*/ 4134388 w 8156794"/>
                      <a:gd name="connsiteY2-566" fmla="*/ 2972904 h 2973021"/>
                      <a:gd name="connsiteX3-567" fmla="*/ 2295 w 8156794"/>
                      <a:gd name="connsiteY3-568" fmla="*/ 1618086 h 2973021"/>
                      <a:gd name="connsiteX4-569" fmla="*/ 767 w 8156794"/>
                      <a:gd name="connsiteY4-570" fmla="*/ 147145 h 2973021"/>
                      <a:gd name="connsiteX5-571" fmla="*/ 4068271 w 8156794"/>
                      <a:gd name="connsiteY5-572" fmla="*/ 1566042 h 2973021"/>
                      <a:gd name="connsiteX6-573" fmla="*/ 8156794 w 8156794"/>
                      <a:gd name="connsiteY6-574" fmla="*/ 0 h 2973021"/>
                      <a:gd name="connsiteX0-575" fmla="*/ 8156794 w 8156794"/>
                      <a:gd name="connsiteY0-576" fmla="*/ 0 h 2973141"/>
                      <a:gd name="connsiteX1-577" fmla="*/ 8156794 w 8156794"/>
                      <a:gd name="connsiteY1-578" fmla="*/ 1673520 h 2973141"/>
                      <a:gd name="connsiteX2-579" fmla="*/ 4134388 w 8156794"/>
                      <a:gd name="connsiteY2-580" fmla="*/ 2972904 h 2973141"/>
                      <a:gd name="connsiteX3-581" fmla="*/ 2295 w 8156794"/>
                      <a:gd name="connsiteY3-582" fmla="*/ 1618086 h 2973141"/>
                      <a:gd name="connsiteX4-583" fmla="*/ 767 w 8156794"/>
                      <a:gd name="connsiteY4-584" fmla="*/ 147145 h 2973141"/>
                      <a:gd name="connsiteX5-585" fmla="*/ 4068271 w 8156794"/>
                      <a:gd name="connsiteY5-586" fmla="*/ 1566042 h 2973141"/>
                      <a:gd name="connsiteX6-587" fmla="*/ 8156794 w 8156794"/>
                      <a:gd name="connsiteY6-588" fmla="*/ 0 h 2973141"/>
                      <a:gd name="connsiteX0-589" fmla="*/ 8156794 w 8156794"/>
                      <a:gd name="connsiteY0-590" fmla="*/ 0 h 3066827"/>
                      <a:gd name="connsiteX1-591" fmla="*/ 8156794 w 8156794"/>
                      <a:gd name="connsiteY1-592" fmla="*/ 1673520 h 3066827"/>
                      <a:gd name="connsiteX2-593" fmla="*/ 4123353 w 8156794"/>
                      <a:gd name="connsiteY2-594" fmla="*/ 3066650 h 3066827"/>
                      <a:gd name="connsiteX3-595" fmla="*/ 2295 w 8156794"/>
                      <a:gd name="connsiteY3-596" fmla="*/ 1618086 h 3066827"/>
                      <a:gd name="connsiteX4-597" fmla="*/ 767 w 8156794"/>
                      <a:gd name="connsiteY4-598" fmla="*/ 147145 h 3066827"/>
                      <a:gd name="connsiteX5-599" fmla="*/ 4068271 w 8156794"/>
                      <a:gd name="connsiteY5-600" fmla="*/ 1566042 h 3066827"/>
                      <a:gd name="connsiteX6-601" fmla="*/ 8156794 w 8156794"/>
                      <a:gd name="connsiteY6-602" fmla="*/ 0 h 3066827"/>
                      <a:gd name="connsiteX0-603" fmla="*/ 8123689 w 8156794"/>
                      <a:gd name="connsiteY0-604" fmla="*/ 0 h 2999866"/>
                      <a:gd name="connsiteX1-605" fmla="*/ 8156794 w 8156794"/>
                      <a:gd name="connsiteY1-606" fmla="*/ 1606559 h 2999866"/>
                      <a:gd name="connsiteX2-607" fmla="*/ 4123353 w 8156794"/>
                      <a:gd name="connsiteY2-608" fmla="*/ 2999689 h 2999866"/>
                      <a:gd name="connsiteX3-609" fmla="*/ 2295 w 8156794"/>
                      <a:gd name="connsiteY3-610" fmla="*/ 1551125 h 2999866"/>
                      <a:gd name="connsiteX4-611" fmla="*/ 767 w 8156794"/>
                      <a:gd name="connsiteY4-612" fmla="*/ 80184 h 2999866"/>
                      <a:gd name="connsiteX5-613" fmla="*/ 4068271 w 8156794"/>
                      <a:gd name="connsiteY5-614" fmla="*/ 1499081 h 2999866"/>
                      <a:gd name="connsiteX6-615" fmla="*/ 8123689 w 8156794"/>
                      <a:gd name="connsiteY6-616" fmla="*/ 0 h 2999866"/>
                      <a:gd name="connsiteX0-617" fmla="*/ 8167828 w 8167828"/>
                      <a:gd name="connsiteY0-618" fmla="*/ 0 h 3026651"/>
                      <a:gd name="connsiteX1-619" fmla="*/ 8156794 w 8167828"/>
                      <a:gd name="connsiteY1-620" fmla="*/ 1633344 h 3026651"/>
                      <a:gd name="connsiteX2-621" fmla="*/ 4123353 w 8167828"/>
                      <a:gd name="connsiteY2-622" fmla="*/ 3026474 h 3026651"/>
                      <a:gd name="connsiteX3-623" fmla="*/ 2295 w 8167828"/>
                      <a:gd name="connsiteY3-624" fmla="*/ 1577910 h 3026651"/>
                      <a:gd name="connsiteX4-625" fmla="*/ 767 w 8167828"/>
                      <a:gd name="connsiteY4-626" fmla="*/ 106969 h 3026651"/>
                      <a:gd name="connsiteX5-627" fmla="*/ 4068271 w 8167828"/>
                      <a:gd name="connsiteY5-628" fmla="*/ 1525866 h 3026651"/>
                      <a:gd name="connsiteX6-629" fmla="*/ 8167828 w 8167828"/>
                      <a:gd name="connsiteY6-630" fmla="*/ 0 h 3026651"/>
                      <a:gd name="connsiteX0-631" fmla="*/ 8167828 w 8167828"/>
                      <a:gd name="connsiteY0-632" fmla="*/ 0 h 3027228"/>
                      <a:gd name="connsiteX1-633" fmla="*/ 8145760 w 8167828"/>
                      <a:gd name="connsiteY1-634" fmla="*/ 1686913 h 3027228"/>
                      <a:gd name="connsiteX2-635" fmla="*/ 4123353 w 8167828"/>
                      <a:gd name="connsiteY2-636" fmla="*/ 3026474 h 3027228"/>
                      <a:gd name="connsiteX3-637" fmla="*/ 2295 w 8167828"/>
                      <a:gd name="connsiteY3-638" fmla="*/ 1577910 h 3027228"/>
                      <a:gd name="connsiteX4-639" fmla="*/ 767 w 8167828"/>
                      <a:gd name="connsiteY4-640" fmla="*/ 106969 h 3027228"/>
                      <a:gd name="connsiteX5-641" fmla="*/ 4068271 w 8167828"/>
                      <a:gd name="connsiteY5-642" fmla="*/ 1525866 h 3027228"/>
                      <a:gd name="connsiteX6-643" fmla="*/ 8167828 w 8167828"/>
                      <a:gd name="connsiteY6-644" fmla="*/ 0 h 3027228"/>
                      <a:gd name="connsiteX0-645" fmla="*/ 8156794 w 8156794"/>
                      <a:gd name="connsiteY0-646" fmla="*/ 0 h 2933483"/>
                      <a:gd name="connsiteX1-647" fmla="*/ 8145760 w 8156794"/>
                      <a:gd name="connsiteY1-648" fmla="*/ 1593168 h 2933483"/>
                      <a:gd name="connsiteX2-649" fmla="*/ 4123353 w 8156794"/>
                      <a:gd name="connsiteY2-650" fmla="*/ 2932729 h 2933483"/>
                      <a:gd name="connsiteX3-651" fmla="*/ 2295 w 8156794"/>
                      <a:gd name="connsiteY3-652" fmla="*/ 1484165 h 2933483"/>
                      <a:gd name="connsiteX4-653" fmla="*/ 767 w 8156794"/>
                      <a:gd name="connsiteY4-654" fmla="*/ 13224 h 2933483"/>
                      <a:gd name="connsiteX5-655" fmla="*/ 4068271 w 8156794"/>
                      <a:gd name="connsiteY5-656" fmla="*/ 1432121 h 2933483"/>
                      <a:gd name="connsiteX6-657" fmla="*/ 8156794 w 8156794"/>
                      <a:gd name="connsiteY6-658" fmla="*/ 0 h 2933483"/>
                      <a:gd name="connsiteX0-659" fmla="*/ 8156794 w 8156794"/>
                      <a:gd name="connsiteY0-660" fmla="*/ 0 h 2933483"/>
                      <a:gd name="connsiteX1-661" fmla="*/ 8145760 w 8156794"/>
                      <a:gd name="connsiteY1-662" fmla="*/ 1593168 h 2933483"/>
                      <a:gd name="connsiteX2-663" fmla="*/ 4123353 w 8156794"/>
                      <a:gd name="connsiteY2-664" fmla="*/ 2932729 h 2933483"/>
                      <a:gd name="connsiteX3-665" fmla="*/ 2295 w 8156794"/>
                      <a:gd name="connsiteY3-666" fmla="*/ 1484165 h 2933483"/>
                      <a:gd name="connsiteX4-667" fmla="*/ 767 w 8156794"/>
                      <a:gd name="connsiteY4-668" fmla="*/ 13224 h 2933483"/>
                      <a:gd name="connsiteX5-669" fmla="*/ 4068271 w 8156794"/>
                      <a:gd name="connsiteY5-670" fmla="*/ 1432121 h 2933483"/>
                      <a:gd name="connsiteX6-671" fmla="*/ 8156794 w 8156794"/>
                      <a:gd name="connsiteY6-672" fmla="*/ 0 h 2933483"/>
                      <a:gd name="connsiteX0-673" fmla="*/ 8123689 w 8145760"/>
                      <a:gd name="connsiteY0-674" fmla="*/ 13560 h 2920259"/>
                      <a:gd name="connsiteX1-675" fmla="*/ 8145760 w 8145760"/>
                      <a:gd name="connsiteY1-676" fmla="*/ 1579944 h 2920259"/>
                      <a:gd name="connsiteX2-677" fmla="*/ 4123353 w 8145760"/>
                      <a:gd name="connsiteY2-678" fmla="*/ 2919505 h 2920259"/>
                      <a:gd name="connsiteX3-679" fmla="*/ 2295 w 8145760"/>
                      <a:gd name="connsiteY3-680" fmla="*/ 1470941 h 2920259"/>
                      <a:gd name="connsiteX4-681" fmla="*/ 767 w 8145760"/>
                      <a:gd name="connsiteY4-682" fmla="*/ 0 h 2920259"/>
                      <a:gd name="connsiteX5-683" fmla="*/ 4068271 w 8145760"/>
                      <a:gd name="connsiteY5-684" fmla="*/ 1418897 h 2920259"/>
                      <a:gd name="connsiteX6-685" fmla="*/ 8123689 w 8145760"/>
                      <a:gd name="connsiteY6-686" fmla="*/ 13560 h 2920259"/>
                      <a:gd name="connsiteX0-687" fmla="*/ 8178863 w 8178863"/>
                      <a:gd name="connsiteY0-688" fmla="*/ 26952 h 2920259"/>
                      <a:gd name="connsiteX1-689" fmla="*/ 8145760 w 8178863"/>
                      <a:gd name="connsiteY1-690" fmla="*/ 1579944 h 2920259"/>
                      <a:gd name="connsiteX2-691" fmla="*/ 4123353 w 8178863"/>
                      <a:gd name="connsiteY2-692" fmla="*/ 2919505 h 2920259"/>
                      <a:gd name="connsiteX3-693" fmla="*/ 2295 w 8178863"/>
                      <a:gd name="connsiteY3-694" fmla="*/ 1470941 h 2920259"/>
                      <a:gd name="connsiteX4-695" fmla="*/ 767 w 8178863"/>
                      <a:gd name="connsiteY4-696" fmla="*/ 0 h 2920259"/>
                      <a:gd name="connsiteX5-697" fmla="*/ 4068271 w 8178863"/>
                      <a:gd name="connsiteY5-698" fmla="*/ 1418897 h 2920259"/>
                      <a:gd name="connsiteX6-699" fmla="*/ 8178863 w 8178863"/>
                      <a:gd name="connsiteY6-700" fmla="*/ 26952 h 2920259"/>
                      <a:gd name="connsiteX0-701" fmla="*/ 8167827 w 8167827"/>
                      <a:gd name="connsiteY0-702" fmla="*/ 40343 h 2920259"/>
                      <a:gd name="connsiteX1-703" fmla="*/ 8145760 w 8167827"/>
                      <a:gd name="connsiteY1-704" fmla="*/ 1579944 h 2920259"/>
                      <a:gd name="connsiteX2-705" fmla="*/ 4123353 w 8167827"/>
                      <a:gd name="connsiteY2-706" fmla="*/ 2919505 h 2920259"/>
                      <a:gd name="connsiteX3-707" fmla="*/ 2295 w 8167827"/>
                      <a:gd name="connsiteY3-708" fmla="*/ 1470941 h 2920259"/>
                      <a:gd name="connsiteX4-709" fmla="*/ 767 w 8167827"/>
                      <a:gd name="connsiteY4-710" fmla="*/ 0 h 2920259"/>
                      <a:gd name="connsiteX5-711" fmla="*/ 4068271 w 8167827"/>
                      <a:gd name="connsiteY5-712" fmla="*/ 1418897 h 2920259"/>
                      <a:gd name="connsiteX6-713" fmla="*/ 8167827 w 8167827"/>
                      <a:gd name="connsiteY6-714" fmla="*/ 40343 h 2920259"/>
                      <a:gd name="connsiteX0-715" fmla="*/ 8123687 w 8145760"/>
                      <a:gd name="connsiteY0-716" fmla="*/ 53735 h 2920259"/>
                      <a:gd name="connsiteX1-717" fmla="*/ 8145760 w 8145760"/>
                      <a:gd name="connsiteY1-718" fmla="*/ 1579944 h 2920259"/>
                      <a:gd name="connsiteX2-719" fmla="*/ 4123353 w 8145760"/>
                      <a:gd name="connsiteY2-720" fmla="*/ 2919505 h 2920259"/>
                      <a:gd name="connsiteX3-721" fmla="*/ 2295 w 8145760"/>
                      <a:gd name="connsiteY3-722" fmla="*/ 1470941 h 2920259"/>
                      <a:gd name="connsiteX4-723" fmla="*/ 767 w 8145760"/>
                      <a:gd name="connsiteY4-724" fmla="*/ 0 h 2920259"/>
                      <a:gd name="connsiteX5-725" fmla="*/ 4068271 w 8145760"/>
                      <a:gd name="connsiteY5-726" fmla="*/ 1418897 h 2920259"/>
                      <a:gd name="connsiteX6-727" fmla="*/ 8123687 w 8145760"/>
                      <a:gd name="connsiteY6-728" fmla="*/ 53735 h 2920259"/>
                      <a:gd name="connsiteX0-729" fmla="*/ 8161918 w 8161918"/>
                      <a:gd name="connsiteY0-730" fmla="*/ 0 h 2943855"/>
                      <a:gd name="connsiteX1-731" fmla="*/ 8145760 w 8161918"/>
                      <a:gd name="connsiteY1-732" fmla="*/ 1603540 h 2943855"/>
                      <a:gd name="connsiteX2-733" fmla="*/ 4123353 w 8161918"/>
                      <a:gd name="connsiteY2-734" fmla="*/ 2943101 h 2943855"/>
                      <a:gd name="connsiteX3-735" fmla="*/ 2295 w 8161918"/>
                      <a:gd name="connsiteY3-736" fmla="*/ 1494537 h 2943855"/>
                      <a:gd name="connsiteX4-737" fmla="*/ 767 w 8161918"/>
                      <a:gd name="connsiteY4-738" fmla="*/ 23596 h 2943855"/>
                      <a:gd name="connsiteX5-739" fmla="*/ 4068271 w 8161918"/>
                      <a:gd name="connsiteY5-740" fmla="*/ 1442493 h 2943855"/>
                      <a:gd name="connsiteX6-741" fmla="*/ 8161918 w 8161918"/>
                      <a:gd name="connsiteY6-742" fmla="*/ 0 h 2943855"/>
                      <a:gd name="connsiteX0-743" fmla="*/ 8144926 w 8145760"/>
                      <a:gd name="connsiteY0-744" fmla="*/ 43424 h 2920259"/>
                      <a:gd name="connsiteX1-745" fmla="*/ 8145760 w 8145760"/>
                      <a:gd name="connsiteY1-746" fmla="*/ 1579944 h 2920259"/>
                      <a:gd name="connsiteX2-747" fmla="*/ 4123353 w 8145760"/>
                      <a:gd name="connsiteY2-748" fmla="*/ 2919505 h 2920259"/>
                      <a:gd name="connsiteX3-749" fmla="*/ 2295 w 8145760"/>
                      <a:gd name="connsiteY3-750" fmla="*/ 1470941 h 2920259"/>
                      <a:gd name="connsiteX4-751" fmla="*/ 767 w 8145760"/>
                      <a:gd name="connsiteY4-752" fmla="*/ 0 h 2920259"/>
                      <a:gd name="connsiteX5-753" fmla="*/ 4068271 w 8145760"/>
                      <a:gd name="connsiteY5-754" fmla="*/ 1418897 h 2920259"/>
                      <a:gd name="connsiteX6-755" fmla="*/ 8144926 w 8145760"/>
                      <a:gd name="connsiteY6-756" fmla="*/ 43424 h 2920259"/>
                      <a:gd name="connsiteX0-757" fmla="*/ 8161918 w 8161918"/>
                      <a:gd name="connsiteY0-758" fmla="*/ 0 h 2959321"/>
                      <a:gd name="connsiteX1-759" fmla="*/ 8145760 w 8161918"/>
                      <a:gd name="connsiteY1-760" fmla="*/ 1619006 h 2959321"/>
                      <a:gd name="connsiteX2-761" fmla="*/ 4123353 w 8161918"/>
                      <a:gd name="connsiteY2-762" fmla="*/ 2958567 h 2959321"/>
                      <a:gd name="connsiteX3-763" fmla="*/ 2295 w 8161918"/>
                      <a:gd name="connsiteY3-764" fmla="*/ 1510003 h 2959321"/>
                      <a:gd name="connsiteX4-765" fmla="*/ 767 w 8161918"/>
                      <a:gd name="connsiteY4-766" fmla="*/ 39062 h 2959321"/>
                      <a:gd name="connsiteX5-767" fmla="*/ 4068271 w 8161918"/>
                      <a:gd name="connsiteY5-768" fmla="*/ 1457959 h 2959321"/>
                      <a:gd name="connsiteX6-769" fmla="*/ 8161918 w 8161918"/>
                      <a:gd name="connsiteY6-770" fmla="*/ 0 h 2959321"/>
                      <a:gd name="connsiteX0-771" fmla="*/ 8161918 w 8162752"/>
                      <a:gd name="connsiteY0-772" fmla="*/ 0 h 2959488"/>
                      <a:gd name="connsiteX1-773" fmla="*/ 8162752 w 8162752"/>
                      <a:gd name="connsiteY1-774" fmla="*/ 1629317 h 2959488"/>
                      <a:gd name="connsiteX2-775" fmla="*/ 4123353 w 8162752"/>
                      <a:gd name="connsiteY2-776" fmla="*/ 2958567 h 2959488"/>
                      <a:gd name="connsiteX3-777" fmla="*/ 2295 w 8162752"/>
                      <a:gd name="connsiteY3-778" fmla="*/ 1510003 h 2959488"/>
                      <a:gd name="connsiteX4-779" fmla="*/ 767 w 8162752"/>
                      <a:gd name="connsiteY4-780" fmla="*/ 39062 h 2959488"/>
                      <a:gd name="connsiteX5-781" fmla="*/ 4068271 w 8162752"/>
                      <a:gd name="connsiteY5-782" fmla="*/ 1457959 h 2959488"/>
                      <a:gd name="connsiteX6-783" fmla="*/ 8161918 w 8162752"/>
                      <a:gd name="connsiteY6-784" fmla="*/ 0 h 2959488"/>
                      <a:gd name="connsiteX0-785" fmla="*/ 8165930 w 8166764"/>
                      <a:gd name="connsiteY0-786" fmla="*/ 7337 h 2966825"/>
                      <a:gd name="connsiteX1-787" fmla="*/ 8166764 w 8166764"/>
                      <a:gd name="connsiteY1-788" fmla="*/ 1636654 h 2966825"/>
                      <a:gd name="connsiteX2-789" fmla="*/ 4127365 w 8166764"/>
                      <a:gd name="connsiteY2-790" fmla="*/ 2965904 h 2966825"/>
                      <a:gd name="connsiteX3-791" fmla="*/ 6307 w 8166764"/>
                      <a:gd name="connsiteY3-792" fmla="*/ 1517340 h 2966825"/>
                      <a:gd name="connsiteX4-793" fmla="*/ 532 w 8166764"/>
                      <a:gd name="connsiteY4-794" fmla="*/ 0 h 2966825"/>
                      <a:gd name="connsiteX5-795" fmla="*/ 4072283 w 8166764"/>
                      <a:gd name="connsiteY5-796" fmla="*/ 1465296 h 2966825"/>
                      <a:gd name="connsiteX6-797" fmla="*/ 8165930 w 8166764"/>
                      <a:gd name="connsiteY6-798" fmla="*/ 7337 h 2966825"/>
                      <a:gd name="connsiteX0-799" fmla="*/ 8168119 w 8168953"/>
                      <a:gd name="connsiteY0-800" fmla="*/ 7337 h 2966682"/>
                      <a:gd name="connsiteX1-801" fmla="*/ 8168953 w 8168953"/>
                      <a:gd name="connsiteY1-802" fmla="*/ 1636654 h 2966682"/>
                      <a:gd name="connsiteX2-803" fmla="*/ 4129554 w 8168953"/>
                      <a:gd name="connsiteY2-804" fmla="*/ 2965904 h 2966682"/>
                      <a:gd name="connsiteX3-805" fmla="*/ 0 w 8168953"/>
                      <a:gd name="connsiteY3-806" fmla="*/ 1527651 h 2966682"/>
                      <a:gd name="connsiteX4-807" fmla="*/ 2721 w 8168953"/>
                      <a:gd name="connsiteY4-808" fmla="*/ 0 h 2966682"/>
                      <a:gd name="connsiteX5-809" fmla="*/ 4074472 w 8168953"/>
                      <a:gd name="connsiteY5-810" fmla="*/ 1465296 h 2966682"/>
                      <a:gd name="connsiteX6-811" fmla="*/ 8168119 w 8168953"/>
                      <a:gd name="connsiteY6-812" fmla="*/ 7337 h 2966682"/>
                      <a:gd name="connsiteX0-813" fmla="*/ 8168119 w 8168953"/>
                      <a:gd name="connsiteY0-814" fmla="*/ 7337 h 3100377"/>
                      <a:gd name="connsiteX1-815" fmla="*/ 8168953 w 8168953"/>
                      <a:gd name="connsiteY1-816" fmla="*/ 1636654 h 3100377"/>
                      <a:gd name="connsiteX2-817" fmla="*/ 4118520 w 8168953"/>
                      <a:gd name="connsiteY2-818" fmla="*/ 3099826 h 3100377"/>
                      <a:gd name="connsiteX3-819" fmla="*/ 0 w 8168953"/>
                      <a:gd name="connsiteY3-820" fmla="*/ 1527651 h 3100377"/>
                      <a:gd name="connsiteX4-821" fmla="*/ 2721 w 8168953"/>
                      <a:gd name="connsiteY4-822" fmla="*/ 0 h 3100377"/>
                      <a:gd name="connsiteX5-823" fmla="*/ 4074472 w 8168953"/>
                      <a:gd name="connsiteY5-824" fmla="*/ 1465296 h 3100377"/>
                      <a:gd name="connsiteX6-825" fmla="*/ 8168119 w 8168953"/>
                      <a:gd name="connsiteY6-826" fmla="*/ 7337 h 3100377"/>
                      <a:gd name="connsiteX0-827" fmla="*/ 8168119 w 8168953"/>
                      <a:gd name="connsiteY0-828" fmla="*/ 7337 h 3100429"/>
                      <a:gd name="connsiteX1-829" fmla="*/ 8168953 w 8168953"/>
                      <a:gd name="connsiteY1-830" fmla="*/ 1636654 h 3100429"/>
                      <a:gd name="connsiteX2-831" fmla="*/ 4118520 w 8168953"/>
                      <a:gd name="connsiteY2-832" fmla="*/ 3099826 h 3100429"/>
                      <a:gd name="connsiteX3-833" fmla="*/ 0 w 8168953"/>
                      <a:gd name="connsiteY3-834" fmla="*/ 1527651 h 3100429"/>
                      <a:gd name="connsiteX4-835" fmla="*/ 2721 w 8168953"/>
                      <a:gd name="connsiteY4-836" fmla="*/ 0 h 3100429"/>
                      <a:gd name="connsiteX5-837" fmla="*/ 4074472 w 8168953"/>
                      <a:gd name="connsiteY5-838" fmla="*/ 1465296 h 3100429"/>
                      <a:gd name="connsiteX6-839" fmla="*/ 8168119 w 8168953"/>
                      <a:gd name="connsiteY6-840" fmla="*/ 7337 h 3100429"/>
                      <a:gd name="connsiteX0-841" fmla="*/ 8165849 w 8166683"/>
                      <a:gd name="connsiteY0-842" fmla="*/ 7337 h 3099826"/>
                      <a:gd name="connsiteX1-843" fmla="*/ 8166683 w 8166683"/>
                      <a:gd name="connsiteY1-844" fmla="*/ 1636654 h 3099826"/>
                      <a:gd name="connsiteX2-845" fmla="*/ 4116250 w 8166683"/>
                      <a:gd name="connsiteY2-846" fmla="*/ 3099826 h 3099826"/>
                      <a:gd name="connsiteX3-847" fmla="*/ 8764 w 8166683"/>
                      <a:gd name="connsiteY3-848" fmla="*/ 1634789 h 3099826"/>
                      <a:gd name="connsiteX4-849" fmla="*/ 451 w 8166683"/>
                      <a:gd name="connsiteY4-850" fmla="*/ 0 h 3099826"/>
                      <a:gd name="connsiteX5-851" fmla="*/ 4072202 w 8166683"/>
                      <a:gd name="connsiteY5-852" fmla="*/ 1465296 h 3099826"/>
                      <a:gd name="connsiteX6-853" fmla="*/ 8165849 w 8166683"/>
                      <a:gd name="connsiteY6-854" fmla="*/ 7337 h 3099826"/>
                      <a:gd name="connsiteX0-855" fmla="*/ 8165849 w 8166683"/>
                      <a:gd name="connsiteY0-856" fmla="*/ 7337 h 3099826"/>
                      <a:gd name="connsiteX1-857" fmla="*/ 8166683 w 8166683"/>
                      <a:gd name="connsiteY1-858" fmla="*/ 1636654 h 3099826"/>
                      <a:gd name="connsiteX2-859" fmla="*/ 4116250 w 8166683"/>
                      <a:gd name="connsiteY2-860" fmla="*/ 3099826 h 3099826"/>
                      <a:gd name="connsiteX3-861" fmla="*/ 8764 w 8166683"/>
                      <a:gd name="connsiteY3-862" fmla="*/ 1634789 h 3099826"/>
                      <a:gd name="connsiteX4-863" fmla="*/ 451 w 8166683"/>
                      <a:gd name="connsiteY4-864" fmla="*/ 0 h 3099826"/>
                      <a:gd name="connsiteX5-865" fmla="*/ 4072202 w 8166683"/>
                      <a:gd name="connsiteY5-866" fmla="*/ 1465296 h 3099826"/>
                      <a:gd name="connsiteX6-867" fmla="*/ 8165849 w 8166683"/>
                      <a:gd name="connsiteY6-868" fmla="*/ 7337 h 3099826"/>
                      <a:gd name="connsiteX0-869" fmla="*/ 8165849 w 8166683"/>
                      <a:gd name="connsiteY0-870" fmla="*/ 7337 h 3099826"/>
                      <a:gd name="connsiteX1-871" fmla="*/ 8166683 w 8166683"/>
                      <a:gd name="connsiteY1-872" fmla="*/ 1636654 h 3099826"/>
                      <a:gd name="connsiteX2-873" fmla="*/ 4116250 w 8166683"/>
                      <a:gd name="connsiteY2-874" fmla="*/ 3099826 h 3099826"/>
                      <a:gd name="connsiteX3-875" fmla="*/ 8764 w 8166683"/>
                      <a:gd name="connsiteY3-876" fmla="*/ 1634789 h 3099826"/>
                      <a:gd name="connsiteX4-877" fmla="*/ 451 w 8166683"/>
                      <a:gd name="connsiteY4-878" fmla="*/ 0 h 3099826"/>
                      <a:gd name="connsiteX5-879" fmla="*/ 4061168 w 8166683"/>
                      <a:gd name="connsiteY5-880" fmla="*/ 1438511 h 3099826"/>
                      <a:gd name="connsiteX6-881" fmla="*/ 8165849 w 8166683"/>
                      <a:gd name="connsiteY6-882" fmla="*/ 7337 h 3099826"/>
                      <a:gd name="connsiteX0-883" fmla="*/ 8165849 w 8166683"/>
                      <a:gd name="connsiteY0-884" fmla="*/ 7337 h 3099826"/>
                      <a:gd name="connsiteX1-885" fmla="*/ 8166683 w 8166683"/>
                      <a:gd name="connsiteY1-886" fmla="*/ 1636654 h 3099826"/>
                      <a:gd name="connsiteX2-887" fmla="*/ 4116250 w 8166683"/>
                      <a:gd name="connsiteY2-888" fmla="*/ 3099826 h 3099826"/>
                      <a:gd name="connsiteX3-889" fmla="*/ 8764 w 8166683"/>
                      <a:gd name="connsiteY3-890" fmla="*/ 1634789 h 3099826"/>
                      <a:gd name="connsiteX4-891" fmla="*/ 451 w 8166683"/>
                      <a:gd name="connsiteY4-892" fmla="*/ 0 h 3099826"/>
                      <a:gd name="connsiteX5-893" fmla="*/ 4061168 w 8166683"/>
                      <a:gd name="connsiteY5-894" fmla="*/ 1438511 h 3099826"/>
                      <a:gd name="connsiteX6-895" fmla="*/ 8165849 w 8166683"/>
                      <a:gd name="connsiteY6-896" fmla="*/ 7337 h 309982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81" name="Oval 480"/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482" name="Group 481"/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83" name="Freeform 482"/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-1" fmla="*/ 3725333 w 4641485"/>
                        <a:gd name="connsiteY0-2" fmla="*/ 0 h 1049866"/>
                        <a:gd name="connsiteX1-3" fmla="*/ 4641485 w 4641485"/>
                        <a:gd name="connsiteY1-4" fmla="*/ 239402 h 1049866"/>
                        <a:gd name="connsiteX2-5" fmla="*/ 3962400 w 4641485"/>
                        <a:gd name="connsiteY2-6" fmla="*/ 541866 h 1049866"/>
                        <a:gd name="connsiteX3-7" fmla="*/ 3742267 w 4641485"/>
                        <a:gd name="connsiteY3-8" fmla="*/ 457200 h 1049866"/>
                        <a:gd name="connsiteX4-9" fmla="*/ 2269067 w 4641485"/>
                        <a:gd name="connsiteY4-10" fmla="*/ 1049866 h 1049866"/>
                        <a:gd name="connsiteX5-11" fmla="*/ 880533 w 4641485"/>
                        <a:gd name="connsiteY5-12" fmla="*/ 457200 h 1049866"/>
                        <a:gd name="connsiteX6-13" fmla="*/ 592667 w 4641485"/>
                        <a:gd name="connsiteY6-14" fmla="*/ 541866 h 1049866"/>
                        <a:gd name="connsiteX7-15" fmla="*/ 0 w 4641485"/>
                        <a:gd name="connsiteY7-16" fmla="*/ 254000 h 1049866"/>
                        <a:gd name="connsiteX8-17" fmla="*/ 880533 w 4641485"/>
                        <a:gd name="connsiteY8-18" fmla="*/ 16933 h 1049866"/>
                        <a:gd name="connsiteX9-19" fmla="*/ 2302933 w 4641485"/>
                        <a:gd name="connsiteY9-20" fmla="*/ 626533 h 1049866"/>
                        <a:gd name="connsiteX10-21" fmla="*/ 3725333 w 4641485"/>
                        <a:gd name="connsiteY10-22" fmla="*/ 0 h 1049866"/>
                        <a:gd name="connsiteX0-23" fmla="*/ 3756864 w 4673016"/>
                        <a:gd name="connsiteY0-24" fmla="*/ 0 h 1049866"/>
                        <a:gd name="connsiteX1-25" fmla="*/ 4673016 w 4673016"/>
                        <a:gd name="connsiteY1-26" fmla="*/ 239402 h 1049866"/>
                        <a:gd name="connsiteX2-27" fmla="*/ 3993931 w 4673016"/>
                        <a:gd name="connsiteY2-28" fmla="*/ 541866 h 1049866"/>
                        <a:gd name="connsiteX3-29" fmla="*/ 3773798 w 4673016"/>
                        <a:gd name="connsiteY3-30" fmla="*/ 457200 h 1049866"/>
                        <a:gd name="connsiteX4-31" fmla="*/ 2300598 w 4673016"/>
                        <a:gd name="connsiteY4-32" fmla="*/ 1049866 h 1049866"/>
                        <a:gd name="connsiteX5-33" fmla="*/ 912064 w 4673016"/>
                        <a:gd name="connsiteY5-34" fmla="*/ 457200 h 1049866"/>
                        <a:gd name="connsiteX6-35" fmla="*/ 624198 w 4673016"/>
                        <a:gd name="connsiteY6-36" fmla="*/ 541866 h 1049866"/>
                        <a:gd name="connsiteX7-37" fmla="*/ 0 w 4673016"/>
                        <a:gd name="connsiteY7-38" fmla="*/ 232979 h 1049866"/>
                        <a:gd name="connsiteX8-39" fmla="*/ 912064 w 4673016"/>
                        <a:gd name="connsiteY8-40" fmla="*/ 16933 h 1049866"/>
                        <a:gd name="connsiteX9-41" fmla="*/ 2334464 w 4673016"/>
                        <a:gd name="connsiteY9-42" fmla="*/ 626533 h 1049866"/>
                        <a:gd name="connsiteX10-43" fmla="*/ 3756864 w 4673016"/>
                        <a:gd name="connsiteY10-44" fmla="*/ 0 h 1049866"/>
                        <a:gd name="connsiteX0-45" fmla="*/ 3756864 w 4673016"/>
                        <a:gd name="connsiteY0-46" fmla="*/ 0 h 1049866"/>
                        <a:gd name="connsiteX1-47" fmla="*/ 4673016 w 4673016"/>
                        <a:gd name="connsiteY1-48" fmla="*/ 239402 h 1049866"/>
                        <a:gd name="connsiteX2-49" fmla="*/ 3993931 w 4673016"/>
                        <a:gd name="connsiteY2-50" fmla="*/ 541866 h 1049866"/>
                        <a:gd name="connsiteX3-51" fmla="*/ 3784308 w 4673016"/>
                        <a:gd name="connsiteY3-52" fmla="*/ 404648 h 1049866"/>
                        <a:gd name="connsiteX4-53" fmla="*/ 2300598 w 4673016"/>
                        <a:gd name="connsiteY4-54" fmla="*/ 1049866 h 1049866"/>
                        <a:gd name="connsiteX5-55" fmla="*/ 912064 w 4673016"/>
                        <a:gd name="connsiteY5-56" fmla="*/ 457200 h 1049866"/>
                        <a:gd name="connsiteX6-57" fmla="*/ 624198 w 4673016"/>
                        <a:gd name="connsiteY6-58" fmla="*/ 541866 h 1049866"/>
                        <a:gd name="connsiteX7-59" fmla="*/ 0 w 4673016"/>
                        <a:gd name="connsiteY7-60" fmla="*/ 232979 h 1049866"/>
                        <a:gd name="connsiteX8-61" fmla="*/ 912064 w 4673016"/>
                        <a:gd name="connsiteY8-62" fmla="*/ 16933 h 1049866"/>
                        <a:gd name="connsiteX9-63" fmla="*/ 2334464 w 4673016"/>
                        <a:gd name="connsiteY9-64" fmla="*/ 626533 h 1049866"/>
                        <a:gd name="connsiteX10-65" fmla="*/ 3756864 w 4673016"/>
                        <a:gd name="connsiteY10-66" fmla="*/ 0 h 1049866"/>
                        <a:gd name="connsiteX0-67" fmla="*/ 3756864 w 4673016"/>
                        <a:gd name="connsiteY0-68" fmla="*/ 0 h 1049866"/>
                        <a:gd name="connsiteX1-69" fmla="*/ 4673016 w 4673016"/>
                        <a:gd name="connsiteY1-70" fmla="*/ 239402 h 1049866"/>
                        <a:gd name="connsiteX2-71" fmla="*/ 3993931 w 4673016"/>
                        <a:gd name="connsiteY2-72" fmla="*/ 541866 h 1049866"/>
                        <a:gd name="connsiteX3-73" fmla="*/ 3794818 w 4673016"/>
                        <a:gd name="connsiteY3-74" fmla="*/ 436179 h 1049866"/>
                        <a:gd name="connsiteX4-75" fmla="*/ 2300598 w 4673016"/>
                        <a:gd name="connsiteY4-76" fmla="*/ 1049866 h 1049866"/>
                        <a:gd name="connsiteX5-77" fmla="*/ 912064 w 4673016"/>
                        <a:gd name="connsiteY5-78" fmla="*/ 457200 h 1049866"/>
                        <a:gd name="connsiteX6-79" fmla="*/ 624198 w 4673016"/>
                        <a:gd name="connsiteY6-80" fmla="*/ 541866 h 1049866"/>
                        <a:gd name="connsiteX7-81" fmla="*/ 0 w 4673016"/>
                        <a:gd name="connsiteY7-82" fmla="*/ 232979 h 1049866"/>
                        <a:gd name="connsiteX8-83" fmla="*/ 912064 w 4673016"/>
                        <a:gd name="connsiteY8-84" fmla="*/ 16933 h 1049866"/>
                        <a:gd name="connsiteX9-85" fmla="*/ 2334464 w 4673016"/>
                        <a:gd name="connsiteY9-86" fmla="*/ 626533 h 1049866"/>
                        <a:gd name="connsiteX10-87" fmla="*/ 3756864 w 4673016"/>
                        <a:gd name="connsiteY10-88" fmla="*/ 0 h 1049866"/>
                        <a:gd name="connsiteX0-89" fmla="*/ 3756864 w 4673016"/>
                        <a:gd name="connsiteY0-90" fmla="*/ 0 h 1049866"/>
                        <a:gd name="connsiteX1-91" fmla="*/ 4673016 w 4673016"/>
                        <a:gd name="connsiteY1-92" fmla="*/ 239402 h 1049866"/>
                        <a:gd name="connsiteX2-93" fmla="*/ 3993931 w 4673016"/>
                        <a:gd name="connsiteY2-94" fmla="*/ 541866 h 1049866"/>
                        <a:gd name="connsiteX3-95" fmla="*/ 3794818 w 4673016"/>
                        <a:gd name="connsiteY3-96" fmla="*/ 436179 h 1049866"/>
                        <a:gd name="connsiteX4-97" fmla="*/ 2300598 w 4673016"/>
                        <a:gd name="connsiteY4-98" fmla="*/ 1049866 h 1049866"/>
                        <a:gd name="connsiteX5-99" fmla="*/ 912064 w 4673016"/>
                        <a:gd name="connsiteY5-100" fmla="*/ 457200 h 1049866"/>
                        <a:gd name="connsiteX6-101" fmla="*/ 624198 w 4673016"/>
                        <a:gd name="connsiteY6-102" fmla="*/ 541866 h 1049866"/>
                        <a:gd name="connsiteX7-103" fmla="*/ 0 w 4673016"/>
                        <a:gd name="connsiteY7-104" fmla="*/ 232979 h 1049866"/>
                        <a:gd name="connsiteX8-105" fmla="*/ 912064 w 4673016"/>
                        <a:gd name="connsiteY8-106" fmla="*/ 16933 h 1049866"/>
                        <a:gd name="connsiteX9-107" fmla="*/ 2323954 w 4673016"/>
                        <a:gd name="connsiteY9-108" fmla="*/ 616023 h 1049866"/>
                        <a:gd name="connsiteX10-109" fmla="*/ 3756864 w 4673016"/>
                        <a:gd name="connsiteY10-110" fmla="*/ 0 h 1049866"/>
                        <a:gd name="connsiteX0-111" fmla="*/ 3756864 w 4673016"/>
                        <a:gd name="connsiteY0-112" fmla="*/ 0 h 1049866"/>
                        <a:gd name="connsiteX1-113" fmla="*/ 4673016 w 4673016"/>
                        <a:gd name="connsiteY1-114" fmla="*/ 239402 h 1049866"/>
                        <a:gd name="connsiteX2-115" fmla="*/ 3993931 w 4673016"/>
                        <a:gd name="connsiteY2-116" fmla="*/ 541866 h 1049866"/>
                        <a:gd name="connsiteX3-117" fmla="*/ 3794818 w 4673016"/>
                        <a:gd name="connsiteY3-118" fmla="*/ 436179 h 1049866"/>
                        <a:gd name="connsiteX4-119" fmla="*/ 2300598 w 4673016"/>
                        <a:gd name="connsiteY4-120" fmla="*/ 1049866 h 1049866"/>
                        <a:gd name="connsiteX5-121" fmla="*/ 912064 w 4673016"/>
                        <a:gd name="connsiteY5-122" fmla="*/ 457200 h 1049866"/>
                        <a:gd name="connsiteX6-123" fmla="*/ 624198 w 4673016"/>
                        <a:gd name="connsiteY6-124" fmla="*/ 541866 h 1049866"/>
                        <a:gd name="connsiteX7-125" fmla="*/ 0 w 4673016"/>
                        <a:gd name="connsiteY7-126" fmla="*/ 275021 h 1049866"/>
                        <a:gd name="connsiteX8-127" fmla="*/ 912064 w 4673016"/>
                        <a:gd name="connsiteY8-128" fmla="*/ 16933 h 1049866"/>
                        <a:gd name="connsiteX9-129" fmla="*/ 2323954 w 4673016"/>
                        <a:gd name="connsiteY9-130" fmla="*/ 616023 h 1049866"/>
                        <a:gd name="connsiteX10-131" fmla="*/ 3756864 w 4673016"/>
                        <a:gd name="connsiteY10-132" fmla="*/ 0 h 1049866"/>
                        <a:gd name="connsiteX0-133" fmla="*/ 3756864 w 4673016"/>
                        <a:gd name="connsiteY0-134" fmla="*/ 0 h 1049866"/>
                        <a:gd name="connsiteX1-135" fmla="*/ 4673016 w 4673016"/>
                        <a:gd name="connsiteY1-136" fmla="*/ 239402 h 1049866"/>
                        <a:gd name="connsiteX2-137" fmla="*/ 3993931 w 4673016"/>
                        <a:gd name="connsiteY2-138" fmla="*/ 541866 h 1049866"/>
                        <a:gd name="connsiteX3-139" fmla="*/ 3815839 w 4673016"/>
                        <a:gd name="connsiteY3-140" fmla="*/ 467710 h 1049866"/>
                        <a:gd name="connsiteX4-141" fmla="*/ 2300598 w 4673016"/>
                        <a:gd name="connsiteY4-142" fmla="*/ 1049866 h 1049866"/>
                        <a:gd name="connsiteX5-143" fmla="*/ 912064 w 4673016"/>
                        <a:gd name="connsiteY5-144" fmla="*/ 457200 h 1049866"/>
                        <a:gd name="connsiteX6-145" fmla="*/ 624198 w 4673016"/>
                        <a:gd name="connsiteY6-146" fmla="*/ 541866 h 1049866"/>
                        <a:gd name="connsiteX7-147" fmla="*/ 0 w 4673016"/>
                        <a:gd name="connsiteY7-148" fmla="*/ 275021 h 1049866"/>
                        <a:gd name="connsiteX8-149" fmla="*/ 912064 w 4673016"/>
                        <a:gd name="connsiteY8-150" fmla="*/ 16933 h 1049866"/>
                        <a:gd name="connsiteX9-151" fmla="*/ 2323954 w 4673016"/>
                        <a:gd name="connsiteY9-152" fmla="*/ 616023 h 1049866"/>
                        <a:gd name="connsiteX10-153" fmla="*/ 3756864 w 4673016"/>
                        <a:gd name="connsiteY10-154" fmla="*/ 0 h 104986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84" name="Freeform 483"/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85" name="Freeform 484"/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86" name="Freeform 485"/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-1" fmla="*/ 168165 w 3731172"/>
                        <a:gd name="connsiteY0-2" fmla="*/ 73572 h 1418896"/>
                        <a:gd name="connsiteX1-3" fmla="*/ 451945 w 3731172"/>
                        <a:gd name="connsiteY1-4" fmla="*/ 0 h 1418896"/>
                        <a:gd name="connsiteX2-5" fmla="*/ 1881352 w 3731172"/>
                        <a:gd name="connsiteY2-6" fmla="*/ 599089 h 1418896"/>
                        <a:gd name="connsiteX3-7" fmla="*/ 3363310 w 3731172"/>
                        <a:gd name="connsiteY3-8" fmla="*/ 0 h 1418896"/>
                        <a:gd name="connsiteX4-9" fmla="*/ 3584027 w 3731172"/>
                        <a:gd name="connsiteY4-10" fmla="*/ 73572 h 1418896"/>
                        <a:gd name="connsiteX5-11" fmla="*/ 2627586 w 3731172"/>
                        <a:gd name="connsiteY5-12" fmla="*/ 441434 h 1418896"/>
                        <a:gd name="connsiteX6-13" fmla="*/ 2596055 w 3731172"/>
                        <a:gd name="connsiteY6-14" fmla="*/ 914400 h 1418896"/>
                        <a:gd name="connsiteX7-15" fmla="*/ 3731172 w 3731172"/>
                        <a:gd name="connsiteY7-16" fmla="*/ 1345324 h 1418896"/>
                        <a:gd name="connsiteX8-17" fmla="*/ 3447393 w 3731172"/>
                        <a:gd name="connsiteY8-18" fmla="*/ 1408386 h 1418896"/>
                        <a:gd name="connsiteX9-19" fmla="*/ 1870841 w 3731172"/>
                        <a:gd name="connsiteY9-20" fmla="*/ 746234 h 1418896"/>
                        <a:gd name="connsiteX10-21" fmla="*/ 262758 w 3731172"/>
                        <a:gd name="connsiteY10-22" fmla="*/ 1418896 h 1418896"/>
                        <a:gd name="connsiteX11-23" fmla="*/ 0 w 3731172"/>
                        <a:gd name="connsiteY11-24" fmla="*/ 1324303 h 1418896"/>
                        <a:gd name="connsiteX12-25" fmla="*/ 1145627 w 3731172"/>
                        <a:gd name="connsiteY12-26" fmla="*/ 882869 h 1418896"/>
                        <a:gd name="connsiteX13-27" fmla="*/ 1114096 w 3731172"/>
                        <a:gd name="connsiteY13-28" fmla="*/ 409903 h 1418896"/>
                        <a:gd name="connsiteX14-29" fmla="*/ 441434 w 3731172"/>
                        <a:gd name="connsiteY14-30" fmla="*/ 10510 h 1418896"/>
                        <a:gd name="connsiteX15-31" fmla="*/ 441434 w 3731172"/>
                        <a:gd name="connsiteY15-32" fmla="*/ 10510 h 1418896"/>
                        <a:gd name="connsiteX0-33" fmla="*/ 168165 w 3731172"/>
                        <a:gd name="connsiteY0-34" fmla="*/ 73572 h 1418896"/>
                        <a:gd name="connsiteX1-35" fmla="*/ 451945 w 3731172"/>
                        <a:gd name="connsiteY1-36" fmla="*/ 0 h 1418896"/>
                        <a:gd name="connsiteX2-37" fmla="*/ 1881352 w 3731172"/>
                        <a:gd name="connsiteY2-38" fmla="*/ 599089 h 1418896"/>
                        <a:gd name="connsiteX3-39" fmla="*/ 3363310 w 3731172"/>
                        <a:gd name="connsiteY3-40" fmla="*/ 0 h 1418896"/>
                        <a:gd name="connsiteX4-41" fmla="*/ 3584027 w 3731172"/>
                        <a:gd name="connsiteY4-42" fmla="*/ 73572 h 1418896"/>
                        <a:gd name="connsiteX5-43" fmla="*/ 2627586 w 3731172"/>
                        <a:gd name="connsiteY5-44" fmla="*/ 441434 h 1418896"/>
                        <a:gd name="connsiteX6-45" fmla="*/ 2596055 w 3731172"/>
                        <a:gd name="connsiteY6-46" fmla="*/ 914400 h 1418896"/>
                        <a:gd name="connsiteX7-47" fmla="*/ 3731172 w 3731172"/>
                        <a:gd name="connsiteY7-48" fmla="*/ 1345324 h 1418896"/>
                        <a:gd name="connsiteX8-49" fmla="*/ 3447393 w 3731172"/>
                        <a:gd name="connsiteY8-50" fmla="*/ 1408386 h 1418896"/>
                        <a:gd name="connsiteX9-51" fmla="*/ 1870841 w 3731172"/>
                        <a:gd name="connsiteY9-52" fmla="*/ 746234 h 1418896"/>
                        <a:gd name="connsiteX10-53" fmla="*/ 262758 w 3731172"/>
                        <a:gd name="connsiteY10-54" fmla="*/ 1418896 h 1418896"/>
                        <a:gd name="connsiteX11-55" fmla="*/ 0 w 3731172"/>
                        <a:gd name="connsiteY11-56" fmla="*/ 1324303 h 1418896"/>
                        <a:gd name="connsiteX12-57" fmla="*/ 1145627 w 3731172"/>
                        <a:gd name="connsiteY12-58" fmla="*/ 882869 h 1418896"/>
                        <a:gd name="connsiteX13-59" fmla="*/ 1114096 w 3731172"/>
                        <a:gd name="connsiteY13-60" fmla="*/ 409903 h 1418896"/>
                        <a:gd name="connsiteX14-61" fmla="*/ 441434 w 3731172"/>
                        <a:gd name="connsiteY14-62" fmla="*/ 10510 h 1418896"/>
                        <a:gd name="connsiteX0-63" fmla="*/ 168165 w 3731172"/>
                        <a:gd name="connsiteY0-64" fmla="*/ 73572 h 1418896"/>
                        <a:gd name="connsiteX1-65" fmla="*/ 451945 w 3731172"/>
                        <a:gd name="connsiteY1-66" fmla="*/ 0 h 1418896"/>
                        <a:gd name="connsiteX2-67" fmla="*/ 1881352 w 3731172"/>
                        <a:gd name="connsiteY2-68" fmla="*/ 599089 h 1418896"/>
                        <a:gd name="connsiteX3-69" fmla="*/ 3363310 w 3731172"/>
                        <a:gd name="connsiteY3-70" fmla="*/ 0 h 1418896"/>
                        <a:gd name="connsiteX4-71" fmla="*/ 3584027 w 3731172"/>
                        <a:gd name="connsiteY4-72" fmla="*/ 73572 h 1418896"/>
                        <a:gd name="connsiteX5-73" fmla="*/ 2627586 w 3731172"/>
                        <a:gd name="connsiteY5-74" fmla="*/ 441434 h 1418896"/>
                        <a:gd name="connsiteX6-75" fmla="*/ 2596055 w 3731172"/>
                        <a:gd name="connsiteY6-76" fmla="*/ 914400 h 1418896"/>
                        <a:gd name="connsiteX7-77" fmla="*/ 3731172 w 3731172"/>
                        <a:gd name="connsiteY7-78" fmla="*/ 1345324 h 1418896"/>
                        <a:gd name="connsiteX8-79" fmla="*/ 3447393 w 3731172"/>
                        <a:gd name="connsiteY8-80" fmla="*/ 1408386 h 1418896"/>
                        <a:gd name="connsiteX9-81" fmla="*/ 1870841 w 3731172"/>
                        <a:gd name="connsiteY9-82" fmla="*/ 746234 h 1418896"/>
                        <a:gd name="connsiteX10-83" fmla="*/ 262758 w 3731172"/>
                        <a:gd name="connsiteY10-84" fmla="*/ 1418896 h 1418896"/>
                        <a:gd name="connsiteX11-85" fmla="*/ 0 w 3731172"/>
                        <a:gd name="connsiteY11-86" fmla="*/ 1324303 h 1418896"/>
                        <a:gd name="connsiteX12-87" fmla="*/ 1145627 w 3731172"/>
                        <a:gd name="connsiteY12-88" fmla="*/ 882869 h 1418896"/>
                        <a:gd name="connsiteX13-89" fmla="*/ 1114096 w 3731172"/>
                        <a:gd name="connsiteY13-90" fmla="*/ 409903 h 1418896"/>
                        <a:gd name="connsiteX14-91" fmla="*/ 357351 w 3731172"/>
                        <a:gd name="connsiteY14-92" fmla="*/ 115613 h 1418896"/>
                        <a:gd name="connsiteX0-93" fmla="*/ 168165 w 3731172"/>
                        <a:gd name="connsiteY0-94" fmla="*/ 73572 h 1418896"/>
                        <a:gd name="connsiteX1-95" fmla="*/ 451945 w 3731172"/>
                        <a:gd name="connsiteY1-96" fmla="*/ 0 h 1418896"/>
                        <a:gd name="connsiteX2-97" fmla="*/ 1881352 w 3731172"/>
                        <a:gd name="connsiteY2-98" fmla="*/ 599089 h 1418896"/>
                        <a:gd name="connsiteX3-99" fmla="*/ 3363310 w 3731172"/>
                        <a:gd name="connsiteY3-100" fmla="*/ 0 h 1418896"/>
                        <a:gd name="connsiteX4-101" fmla="*/ 3584027 w 3731172"/>
                        <a:gd name="connsiteY4-102" fmla="*/ 73572 h 1418896"/>
                        <a:gd name="connsiteX5-103" fmla="*/ 2627586 w 3731172"/>
                        <a:gd name="connsiteY5-104" fmla="*/ 441434 h 1418896"/>
                        <a:gd name="connsiteX6-105" fmla="*/ 2596055 w 3731172"/>
                        <a:gd name="connsiteY6-106" fmla="*/ 914400 h 1418896"/>
                        <a:gd name="connsiteX7-107" fmla="*/ 3731172 w 3731172"/>
                        <a:gd name="connsiteY7-108" fmla="*/ 1345324 h 1418896"/>
                        <a:gd name="connsiteX8-109" fmla="*/ 3447393 w 3731172"/>
                        <a:gd name="connsiteY8-110" fmla="*/ 1408386 h 1418896"/>
                        <a:gd name="connsiteX9-111" fmla="*/ 1870841 w 3731172"/>
                        <a:gd name="connsiteY9-112" fmla="*/ 746234 h 1418896"/>
                        <a:gd name="connsiteX10-113" fmla="*/ 262758 w 3731172"/>
                        <a:gd name="connsiteY10-114" fmla="*/ 1418896 h 1418896"/>
                        <a:gd name="connsiteX11-115" fmla="*/ 0 w 3731172"/>
                        <a:gd name="connsiteY11-116" fmla="*/ 1324303 h 1418896"/>
                        <a:gd name="connsiteX12-117" fmla="*/ 1145627 w 3731172"/>
                        <a:gd name="connsiteY12-118" fmla="*/ 882869 h 1418896"/>
                        <a:gd name="connsiteX13-119" fmla="*/ 1114096 w 3731172"/>
                        <a:gd name="connsiteY13-120" fmla="*/ 409903 h 1418896"/>
                        <a:gd name="connsiteX14-121" fmla="*/ 147144 w 3731172"/>
                        <a:gd name="connsiteY14-122" fmla="*/ 63061 h 1418896"/>
                        <a:gd name="connsiteX0-123" fmla="*/ 168165 w 3731172"/>
                        <a:gd name="connsiteY0-124" fmla="*/ 73572 h 1418896"/>
                        <a:gd name="connsiteX1-125" fmla="*/ 451945 w 3731172"/>
                        <a:gd name="connsiteY1-126" fmla="*/ 0 h 1418896"/>
                        <a:gd name="connsiteX2-127" fmla="*/ 1881352 w 3731172"/>
                        <a:gd name="connsiteY2-128" fmla="*/ 599089 h 1418896"/>
                        <a:gd name="connsiteX3-129" fmla="*/ 3363310 w 3731172"/>
                        <a:gd name="connsiteY3-130" fmla="*/ 0 h 1418896"/>
                        <a:gd name="connsiteX4-131" fmla="*/ 3584027 w 3731172"/>
                        <a:gd name="connsiteY4-132" fmla="*/ 73572 h 1418896"/>
                        <a:gd name="connsiteX5-133" fmla="*/ 2627586 w 3731172"/>
                        <a:gd name="connsiteY5-134" fmla="*/ 441434 h 1418896"/>
                        <a:gd name="connsiteX6-135" fmla="*/ 2596055 w 3731172"/>
                        <a:gd name="connsiteY6-136" fmla="*/ 914400 h 1418896"/>
                        <a:gd name="connsiteX7-137" fmla="*/ 3731172 w 3731172"/>
                        <a:gd name="connsiteY7-138" fmla="*/ 1345324 h 1418896"/>
                        <a:gd name="connsiteX8-139" fmla="*/ 3447393 w 3731172"/>
                        <a:gd name="connsiteY8-140" fmla="*/ 1408386 h 1418896"/>
                        <a:gd name="connsiteX9-141" fmla="*/ 1870841 w 3731172"/>
                        <a:gd name="connsiteY9-142" fmla="*/ 746234 h 1418896"/>
                        <a:gd name="connsiteX10-143" fmla="*/ 262758 w 3731172"/>
                        <a:gd name="connsiteY10-144" fmla="*/ 1418896 h 1418896"/>
                        <a:gd name="connsiteX11-145" fmla="*/ 0 w 3731172"/>
                        <a:gd name="connsiteY11-146" fmla="*/ 1324303 h 1418896"/>
                        <a:gd name="connsiteX12-147" fmla="*/ 1145627 w 3731172"/>
                        <a:gd name="connsiteY12-148" fmla="*/ 882869 h 1418896"/>
                        <a:gd name="connsiteX13-149" fmla="*/ 1114096 w 3731172"/>
                        <a:gd name="connsiteY13-150" fmla="*/ 420413 h 1418896"/>
                        <a:gd name="connsiteX14-151" fmla="*/ 147144 w 3731172"/>
                        <a:gd name="connsiteY14-152" fmla="*/ 63061 h 1418896"/>
                        <a:gd name="connsiteX0-153" fmla="*/ 168165 w 3731172"/>
                        <a:gd name="connsiteY0-154" fmla="*/ 73572 h 1418896"/>
                        <a:gd name="connsiteX1-155" fmla="*/ 451945 w 3731172"/>
                        <a:gd name="connsiteY1-156" fmla="*/ 0 h 1418896"/>
                        <a:gd name="connsiteX2-157" fmla="*/ 1881352 w 3731172"/>
                        <a:gd name="connsiteY2-158" fmla="*/ 599089 h 1418896"/>
                        <a:gd name="connsiteX3-159" fmla="*/ 3363310 w 3731172"/>
                        <a:gd name="connsiteY3-160" fmla="*/ 0 h 1418896"/>
                        <a:gd name="connsiteX4-161" fmla="*/ 3584027 w 3731172"/>
                        <a:gd name="connsiteY4-162" fmla="*/ 73572 h 1418896"/>
                        <a:gd name="connsiteX5-163" fmla="*/ 2627586 w 3731172"/>
                        <a:gd name="connsiteY5-164" fmla="*/ 441434 h 1418896"/>
                        <a:gd name="connsiteX6-165" fmla="*/ 2596055 w 3731172"/>
                        <a:gd name="connsiteY6-166" fmla="*/ 914400 h 1418896"/>
                        <a:gd name="connsiteX7-167" fmla="*/ 3731172 w 3731172"/>
                        <a:gd name="connsiteY7-168" fmla="*/ 1345324 h 1418896"/>
                        <a:gd name="connsiteX8-169" fmla="*/ 3447393 w 3731172"/>
                        <a:gd name="connsiteY8-170" fmla="*/ 1408386 h 1418896"/>
                        <a:gd name="connsiteX9-171" fmla="*/ 1870841 w 3731172"/>
                        <a:gd name="connsiteY9-172" fmla="*/ 746234 h 1418896"/>
                        <a:gd name="connsiteX10-173" fmla="*/ 262758 w 3731172"/>
                        <a:gd name="connsiteY10-174" fmla="*/ 1418896 h 1418896"/>
                        <a:gd name="connsiteX11-175" fmla="*/ 0 w 3731172"/>
                        <a:gd name="connsiteY11-176" fmla="*/ 1324303 h 1418896"/>
                        <a:gd name="connsiteX12-177" fmla="*/ 1145627 w 3731172"/>
                        <a:gd name="connsiteY12-178" fmla="*/ 882869 h 1418896"/>
                        <a:gd name="connsiteX13-179" fmla="*/ 1114096 w 3731172"/>
                        <a:gd name="connsiteY13-180" fmla="*/ 420413 h 1418896"/>
                        <a:gd name="connsiteX14-181" fmla="*/ 189185 w 3731172"/>
                        <a:gd name="connsiteY14-182" fmla="*/ 84081 h 1418896"/>
                        <a:gd name="connsiteX0-183" fmla="*/ 168165 w 3731172"/>
                        <a:gd name="connsiteY0-184" fmla="*/ 73572 h 1418896"/>
                        <a:gd name="connsiteX1-185" fmla="*/ 451945 w 3731172"/>
                        <a:gd name="connsiteY1-186" fmla="*/ 0 h 1418896"/>
                        <a:gd name="connsiteX2-187" fmla="*/ 1881352 w 3731172"/>
                        <a:gd name="connsiteY2-188" fmla="*/ 599089 h 1418896"/>
                        <a:gd name="connsiteX3-189" fmla="*/ 3363310 w 3731172"/>
                        <a:gd name="connsiteY3-190" fmla="*/ 0 h 1418896"/>
                        <a:gd name="connsiteX4-191" fmla="*/ 3584027 w 3731172"/>
                        <a:gd name="connsiteY4-192" fmla="*/ 73572 h 1418896"/>
                        <a:gd name="connsiteX5-193" fmla="*/ 2627586 w 3731172"/>
                        <a:gd name="connsiteY5-194" fmla="*/ 441434 h 1418896"/>
                        <a:gd name="connsiteX6-195" fmla="*/ 2596055 w 3731172"/>
                        <a:gd name="connsiteY6-196" fmla="*/ 914400 h 1418896"/>
                        <a:gd name="connsiteX7-197" fmla="*/ 3731172 w 3731172"/>
                        <a:gd name="connsiteY7-198" fmla="*/ 1345324 h 1418896"/>
                        <a:gd name="connsiteX8-199" fmla="*/ 3447393 w 3731172"/>
                        <a:gd name="connsiteY8-200" fmla="*/ 1408386 h 1418896"/>
                        <a:gd name="connsiteX9-201" fmla="*/ 1870841 w 3731172"/>
                        <a:gd name="connsiteY9-202" fmla="*/ 746234 h 1418896"/>
                        <a:gd name="connsiteX10-203" fmla="*/ 262758 w 3731172"/>
                        <a:gd name="connsiteY10-204" fmla="*/ 1418896 h 1418896"/>
                        <a:gd name="connsiteX11-205" fmla="*/ 0 w 3731172"/>
                        <a:gd name="connsiteY11-206" fmla="*/ 1324303 h 1418896"/>
                        <a:gd name="connsiteX12-207" fmla="*/ 1145627 w 3731172"/>
                        <a:gd name="connsiteY12-208" fmla="*/ 882869 h 1418896"/>
                        <a:gd name="connsiteX13-209" fmla="*/ 1114096 w 3731172"/>
                        <a:gd name="connsiteY13-210" fmla="*/ 420413 h 1418896"/>
                        <a:gd name="connsiteX14-211" fmla="*/ 189185 w 3731172"/>
                        <a:gd name="connsiteY14-212" fmla="*/ 84081 h 1418896"/>
                        <a:gd name="connsiteX15-213" fmla="*/ 168165 w 3731172"/>
                        <a:gd name="connsiteY15-214" fmla="*/ 73572 h 1418896"/>
                        <a:gd name="connsiteX0-215" fmla="*/ 168165 w 3731172"/>
                        <a:gd name="connsiteY0-216" fmla="*/ 73572 h 1418896"/>
                        <a:gd name="connsiteX1-217" fmla="*/ 451945 w 3731172"/>
                        <a:gd name="connsiteY1-218" fmla="*/ 0 h 1418896"/>
                        <a:gd name="connsiteX2-219" fmla="*/ 1881352 w 3731172"/>
                        <a:gd name="connsiteY2-220" fmla="*/ 599089 h 1418896"/>
                        <a:gd name="connsiteX3-221" fmla="*/ 3363310 w 3731172"/>
                        <a:gd name="connsiteY3-222" fmla="*/ 0 h 1418896"/>
                        <a:gd name="connsiteX4-223" fmla="*/ 3584027 w 3731172"/>
                        <a:gd name="connsiteY4-224" fmla="*/ 73572 h 1418896"/>
                        <a:gd name="connsiteX5-225" fmla="*/ 2627586 w 3731172"/>
                        <a:gd name="connsiteY5-226" fmla="*/ 441434 h 1418896"/>
                        <a:gd name="connsiteX6-227" fmla="*/ 2596055 w 3731172"/>
                        <a:gd name="connsiteY6-228" fmla="*/ 914400 h 1418896"/>
                        <a:gd name="connsiteX7-229" fmla="*/ 3731172 w 3731172"/>
                        <a:gd name="connsiteY7-230" fmla="*/ 1345324 h 1418896"/>
                        <a:gd name="connsiteX8-231" fmla="*/ 3447393 w 3731172"/>
                        <a:gd name="connsiteY8-232" fmla="*/ 1408386 h 1418896"/>
                        <a:gd name="connsiteX9-233" fmla="*/ 1870841 w 3731172"/>
                        <a:gd name="connsiteY9-234" fmla="*/ 746234 h 1418896"/>
                        <a:gd name="connsiteX10-235" fmla="*/ 262758 w 3731172"/>
                        <a:gd name="connsiteY10-236" fmla="*/ 1418896 h 1418896"/>
                        <a:gd name="connsiteX11-237" fmla="*/ 0 w 3731172"/>
                        <a:gd name="connsiteY11-238" fmla="*/ 1324303 h 1418896"/>
                        <a:gd name="connsiteX12-239" fmla="*/ 1145627 w 3731172"/>
                        <a:gd name="connsiteY12-240" fmla="*/ 882869 h 1418896"/>
                        <a:gd name="connsiteX13-241" fmla="*/ 1156137 w 3731172"/>
                        <a:gd name="connsiteY13-242" fmla="*/ 441434 h 1418896"/>
                        <a:gd name="connsiteX14-243" fmla="*/ 189185 w 3731172"/>
                        <a:gd name="connsiteY14-244" fmla="*/ 84081 h 1418896"/>
                        <a:gd name="connsiteX15-245" fmla="*/ 168165 w 3731172"/>
                        <a:gd name="connsiteY15-246" fmla="*/ 73572 h 1418896"/>
                        <a:gd name="connsiteX0-247" fmla="*/ 168165 w 3731172"/>
                        <a:gd name="connsiteY0-248" fmla="*/ 73572 h 1418896"/>
                        <a:gd name="connsiteX1-249" fmla="*/ 451945 w 3731172"/>
                        <a:gd name="connsiteY1-250" fmla="*/ 0 h 1418896"/>
                        <a:gd name="connsiteX2-251" fmla="*/ 1881352 w 3731172"/>
                        <a:gd name="connsiteY2-252" fmla="*/ 599089 h 1418896"/>
                        <a:gd name="connsiteX3-253" fmla="*/ 3363310 w 3731172"/>
                        <a:gd name="connsiteY3-254" fmla="*/ 0 h 1418896"/>
                        <a:gd name="connsiteX4-255" fmla="*/ 3584027 w 3731172"/>
                        <a:gd name="connsiteY4-256" fmla="*/ 73572 h 1418896"/>
                        <a:gd name="connsiteX5-257" fmla="*/ 2627586 w 3731172"/>
                        <a:gd name="connsiteY5-258" fmla="*/ 441434 h 1418896"/>
                        <a:gd name="connsiteX6-259" fmla="*/ 2596055 w 3731172"/>
                        <a:gd name="connsiteY6-260" fmla="*/ 914400 h 1418896"/>
                        <a:gd name="connsiteX7-261" fmla="*/ 3731172 w 3731172"/>
                        <a:gd name="connsiteY7-262" fmla="*/ 1345324 h 1418896"/>
                        <a:gd name="connsiteX8-263" fmla="*/ 3447393 w 3731172"/>
                        <a:gd name="connsiteY8-264" fmla="*/ 1408386 h 1418896"/>
                        <a:gd name="connsiteX9-265" fmla="*/ 1870841 w 3731172"/>
                        <a:gd name="connsiteY9-266" fmla="*/ 746234 h 1418896"/>
                        <a:gd name="connsiteX10-267" fmla="*/ 262758 w 3731172"/>
                        <a:gd name="connsiteY10-268" fmla="*/ 1418896 h 1418896"/>
                        <a:gd name="connsiteX11-269" fmla="*/ 0 w 3731172"/>
                        <a:gd name="connsiteY11-270" fmla="*/ 1324303 h 1418896"/>
                        <a:gd name="connsiteX12-271" fmla="*/ 1145627 w 3731172"/>
                        <a:gd name="connsiteY12-272" fmla="*/ 882869 h 1418896"/>
                        <a:gd name="connsiteX13-273" fmla="*/ 1145626 w 3731172"/>
                        <a:gd name="connsiteY13-274" fmla="*/ 451945 h 1418896"/>
                        <a:gd name="connsiteX14-275" fmla="*/ 189185 w 3731172"/>
                        <a:gd name="connsiteY14-276" fmla="*/ 84081 h 1418896"/>
                        <a:gd name="connsiteX15-277" fmla="*/ 168165 w 3731172"/>
                        <a:gd name="connsiteY15-278" fmla="*/ 73572 h 1418896"/>
                        <a:gd name="connsiteX0-279" fmla="*/ 168165 w 3731172"/>
                        <a:gd name="connsiteY0-280" fmla="*/ 73572 h 1418896"/>
                        <a:gd name="connsiteX1-281" fmla="*/ 451945 w 3731172"/>
                        <a:gd name="connsiteY1-282" fmla="*/ 0 h 1418896"/>
                        <a:gd name="connsiteX2-283" fmla="*/ 1881352 w 3731172"/>
                        <a:gd name="connsiteY2-284" fmla="*/ 599089 h 1418896"/>
                        <a:gd name="connsiteX3-285" fmla="*/ 3363310 w 3731172"/>
                        <a:gd name="connsiteY3-286" fmla="*/ 0 h 1418896"/>
                        <a:gd name="connsiteX4-287" fmla="*/ 3584027 w 3731172"/>
                        <a:gd name="connsiteY4-288" fmla="*/ 73572 h 1418896"/>
                        <a:gd name="connsiteX5-289" fmla="*/ 2627586 w 3731172"/>
                        <a:gd name="connsiteY5-290" fmla="*/ 441434 h 1418896"/>
                        <a:gd name="connsiteX6-291" fmla="*/ 2596055 w 3731172"/>
                        <a:gd name="connsiteY6-292" fmla="*/ 914400 h 1418896"/>
                        <a:gd name="connsiteX7-293" fmla="*/ 3731172 w 3731172"/>
                        <a:gd name="connsiteY7-294" fmla="*/ 1345324 h 1418896"/>
                        <a:gd name="connsiteX8-295" fmla="*/ 3447393 w 3731172"/>
                        <a:gd name="connsiteY8-296" fmla="*/ 1408386 h 1418896"/>
                        <a:gd name="connsiteX9-297" fmla="*/ 1870841 w 3731172"/>
                        <a:gd name="connsiteY9-298" fmla="*/ 746234 h 1418896"/>
                        <a:gd name="connsiteX10-299" fmla="*/ 262758 w 3731172"/>
                        <a:gd name="connsiteY10-300" fmla="*/ 1418896 h 1418896"/>
                        <a:gd name="connsiteX11-301" fmla="*/ 0 w 3731172"/>
                        <a:gd name="connsiteY11-302" fmla="*/ 1324303 h 1418896"/>
                        <a:gd name="connsiteX12-303" fmla="*/ 1145627 w 3731172"/>
                        <a:gd name="connsiteY12-304" fmla="*/ 903890 h 1418896"/>
                        <a:gd name="connsiteX13-305" fmla="*/ 1145626 w 3731172"/>
                        <a:gd name="connsiteY13-306" fmla="*/ 451945 h 1418896"/>
                        <a:gd name="connsiteX14-307" fmla="*/ 189185 w 3731172"/>
                        <a:gd name="connsiteY14-308" fmla="*/ 84081 h 1418896"/>
                        <a:gd name="connsiteX15-309" fmla="*/ 168165 w 3731172"/>
                        <a:gd name="connsiteY15-310" fmla="*/ 73572 h 1418896"/>
                        <a:gd name="connsiteX0-311" fmla="*/ 147144 w 3710151"/>
                        <a:gd name="connsiteY0-312" fmla="*/ 73572 h 1418896"/>
                        <a:gd name="connsiteX1-313" fmla="*/ 430924 w 3710151"/>
                        <a:gd name="connsiteY1-314" fmla="*/ 0 h 1418896"/>
                        <a:gd name="connsiteX2-315" fmla="*/ 1860331 w 3710151"/>
                        <a:gd name="connsiteY2-316" fmla="*/ 599089 h 1418896"/>
                        <a:gd name="connsiteX3-317" fmla="*/ 3342289 w 3710151"/>
                        <a:gd name="connsiteY3-318" fmla="*/ 0 h 1418896"/>
                        <a:gd name="connsiteX4-319" fmla="*/ 3563006 w 3710151"/>
                        <a:gd name="connsiteY4-320" fmla="*/ 73572 h 1418896"/>
                        <a:gd name="connsiteX5-321" fmla="*/ 2606565 w 3710151"/>
                        <a:gd name="connsiteY5-322" fmla="*/ 441434 h 1418896"/>
                        <a:gd name="connsiteX6-323" fmla="*/ 2575034 w 3710151"/>
                        <a:gd name="connsiteY6-324" fmla="*/ 914400 h 1418896"/>
                        <a:gd name="connsiteX7-325" fmla="*/ 3710151 w 3710151"/>
                        <a:gd name="connsiteY7-326" fmla="*/ 1345324 h 1418896"/>
                        <a:gd name="connsiteX8-327" fmla="*/ 3426372 w 3710151"/>
                        <a:gd name="connsiteY8-328" fmla="*/ 1408386 h 1418896"/>
                        <a:gd name="connsiteX9-329" fmla="*/ 1849820 w 3710151"/>
                        <a:gd name="connsiteY9-330" fmla="*/ 746234 h 1418896"/>
                        <a:gd name="connsiteX10-331" fmla="*/ 241737 w 3710151"/>
                        <a:gd name="connsiteY10-332" fmla="*/ 1418896 h 1418896"/>
                        <a:gd name="connsiteX11-333" fmla="*/ 0 w 3710151"/>
                        <a:gd name="connsiteY11-334" fmla="*/ 1334814 h 1418896"/>
                        <a:gd name="connsiteX12-335" fmla="*/ 1124606 w 3710151"/>
                        <a:gd name="connsiteY12-336" fmla="*/ 903890 h 1418896"/>
                        <a:gd name="connsiteX13-337" fmla="*/ 1124605 w 3710151"/>
                        <a:gd name="connsiteY13-338" fmla="*/ 451945 h 1418896"/>
                        <a:gd name="connsiteX14-339" fmla="*/ 168164 w 3710151"/>
                        <a:gd name="connsiteY14-340" fmla="*/ 84081 h 1418896"/>
                        <a:gd name="connsiteX15-341" fmla="*/ 147144 w 3710151"/>
                        <a:gd name="connsiteY15-342" fmla="*/ 73572 h 1418896"/>
                        <a:gd name="connsiteX0-343" fmla="*/ 147144 w 3710151"/>
                        <a:gd name="connsiteY0-344" fmla="*/ 73572 h 1418896"/>
                        <a:gd name="connsiteX1-345" fmla="*/ 430924 w 3710151"/>
                        <a:gd name="connsiteY1-346" fmla="*/ 0 h 1418896"/>
                        <a:gd name="connsiteX2-347" fmla="*/ 1860331 w 3710151"/>
                        <a:gd name="connsiteY2-348" fmla="*/ 599089 h 1418896"/>
                        <a:gd name="connsiteX3-349" fmla="*/ 3342289 w 3710151"/>
                        <a:gd name="connsiteY3-350" fmla="*/ 0 h 1418896"/>
                        <a:gd name="connsiteX4-351" fmla="*/ 3563006 w 3710151"/>
                        <a:gd name="connsiteY4-352" fmla="*/ 73572 h 1418896"/>
                        <a:gd name="connsiteX5-353" fmla="*/ 2606565 w 3710151"/>
                        <a:gd name="connsiteY5-354" fmla="*/ 441434 h 1418896"/>
                        <a:gd name="connsiteX6-355" fmla="*/ 2606565 w 3710151"/>
                        <a:gd name="connsiteY6-356" fmla="*/ 924910 h 1418896"/>
                        <a:gd name="connsiteX7-357" fmla="*/ 3710151 w 3710151"/>
                        <a:gd name="connsiteY7-358" fmla="*/ 1345324 h 1418896"/>
                        <a:gd name="connsiteX8-359" fmla="*/ 3426372 w 3710151"/>
                        <a:gd name="connsiteY8-360" fmla="*/ 1408386 h 1418896"/>
                        <a:gd name="connsiteX9-361" fmla="*/ 1849820 w 3710151"/>
                        <a:gd name="connsiteY9-362" fmla="*/ 746234 h 1418896"/>
                        <a:gd name="connsiteX10-363" fmla="*/ 241737 w 3710151"/>
                        <a:gd name="connsiteY10-364" fmla="*/ 1418896 h 1418896"/>
                        <a:gd name="connsiteX11-365" fmla="*/ 0 w 3710151"/>
                        <a:gd name="connsiteY11-366" fmla="*/ 1334814 h 1418896"/>
                        <a:gd name="connsiteX12-367" fmla="*/ 1124606 w 3710151"/>
                        <a:gd name="connsiteY12-368" fmla="*/ 903890 h 1418896"/>
                        <a:gd name="connsiteX13-369" fmla="*/ 1124605 w 3710151"/>
                        <a:gd name="connsiteY13-370" fmla="*/ 451945 h 1418896"/>
                        <a:gd name="connsiteX14-371" fmla="*/ 168164 w 3710151"/>
                        <a:gd name="connsiteY14-372" fmla="*/ 84081 h 1418896"/>
                        <a:gd name="connsiteX15-373" fmla="*/ 147144 w 3710151"/>
                        <a:gd name="connsiteY15-374" fmla="*/ 73572 h 1418896"/>
                        <a:gd name="connsiteX0-375" fmla="*/ 147144 w 3710151"/>
                        <a:gd name="connsiteY0-376" fmla="*/ 73572 h 1418896"/>
                        <a:gd name="connsiteX1-377" fmla="*/ 430924 w 3710151"/>
                        <a:gd name="connsiteY1-378" fmla="*/ 0 h 1418896"/>
                        <a:gd name="connsiteX2-379" fmla="*/ 1860331 w 3710151"/>
                        <a:gd name="connsiteY2-380" fmla="*/ 599089 h 1418896"/>
                        <a:gd name="connsiteX3-381" fmla="*/ 3342289 w 3710151"/>
                        <a:gd name="connsiteY3-382" fmla="*/ 0 h 1418896"/>
                        <a:gd name="connsiteX4-383" fmla="*/ 3563006 w 3710151"/>
                        <a:gd name="connsiteY4-384" fmla="*/ 73572 h 1418896"/>
                        <a:gd name="connsiteX5-385" fmla="*/ 2606565 w 3710151"/>
                        <a:gd name="connsiteY5-386" fmla="*/ 441434 h 1418896"/>
                        <a:gd name="connsiteX6-387" fmla="*/ 2610282 w 3710151"/>
                        <a:gd name="connsiteY6-388" fmla="*/ 902607 h 1418896"/>
                        <a:gd name="connsiteX7-389" fmla="*/ 3710151 w 3710151"/>
                        <a:gd name="connsiteY7-390" fmla="*/ 1345324 h 1418896"/>
                        <a:gd name="connsiteX8-391" fmla="*/ 3426372 w 3710151"/>
                        <a:gd name="connsiteY8-392" fmla="*/ 1408386 h 1418896"/>
                        <a:gd name="connsiteX9-393" fmla="*/ 1849820 w 3710151"/>
                        <a:gd name="connsiteY9-394" fmla="*/ 746234 h 1418896"/>
                        <a:gd name="connsiteX10-395" fmla="*/ 241737 w 3710151"/>
                        <a:gd name="connsiteY10-396" fmla="*/ 1418896 h 1418896"/>
                        <a:gd name="connsiteX11-397" fmla="*/ 0 w 3710151"/>
                        <a:gd name="connsiteY11-398" fmla="*/ 1334814 h 1418896"/>
                        <a:gd name="connsiteX12-399" fmla="*/ 1124606 w 3710151"/>
                        <a:gd name="connsiteY12-400" fmla="*/ 903890 h 1418896"/>
                        <a:gd name="connsiteX13-401" fmla="*/ 1124605 w 3710151"/>
                        <a:gd name="connsiteY13-402" fmla="*/ 451945 h 1418896"/>
                        <a:gd name="connsiteX14-403" fmla="*/ 168164 w 3710151"/>
                        <a:gd name="connsiteY14-404" fmla="*/ 84081 h 1418896"/>
                        <a:gd name="connsiteX15-405" fmla="*/ 147144 w 3710151"/>
                        <a:gd name="connsiteY15-406" fmla="*/ 73572 h 1418896"/>
                        <a:gd name="connsiteX0-407" fmla="*/ 147144 w 3710151"/>
                        <a:gd name="connsiteY0-408" fmla="*/ 73572 h 1418896"/>
                        <a:gd name="connsiteX1-409" fmla="*/ 430924 w 3710151"/>
                        <a:gd name="connsiteY1-410" fmla="*/ 0 h 1418896"/>
                        <a:gd name="connsiteX2-411" fmla="*/ 1860331 w 3710151"/>
                        <a:gd name="connsiteY2-412" fmla="*/ 599089 h 1418896"/>
                        <a:gd name="connsiteX3-413" fmla="*/ 3342289 w 3710151"/>
                        <a:gd name="connsiteY3-414" fmla="*/ 0 h 1418896"/>
                        <a:gd name="connsiteX4-415" fmla="*/ 3563006 w 3710151"/>
                        <a:gd name="connsiteY4-416" fmla="*/ 73572 h 1418896"/>
                        <a:gd name="connsiteX5-417" fmla="*/ 2617717 w 3710151"/>
                        <a:gd name="connsiteY5-418" fmla="*/ 445151 h 1418896"/>
                        <a:gd name="connsiteX6-419" fmla="*/ 2610282 w 3710151"/>
                        <a:gd name="connsiteY6-420" fmla="*/ 902607 h 1418896"/>
                        <a:gd name="connsiteX7-421" fmla="*/ 3710151 w 3710151"/>
                        <a:gd name="connsiteY7-422" fmla="*/ 1345324 h 1418896"/>
                        <a:gd name="connsiteX8-423" fmla="*/ 3426372 w 3710151"/>
                        <a:gd name="connsiteY8-424" fmla="*/ 1408386 h 1418896"/>
                        <a:gd name="connsiteX9-425" fmla="*/ 1849820 w 3710151"/>
                        <a:gd name="connsiteY9-426" fmla="*/ 746234 h 1418896"/>
                        <a:gd name="connsiteX10-427" fmla="*/ 241737 w 3710151"/>
                        <a:gd name="connsiteY10-428" fmla="*/ 1418896 h 1418896"/>
                        <a:gd name="connsiteX11-429" fmla="*/ 0 w 3710151"/>
                        <a:gd name="connsiteY11-430" fmla="*/ 1334814 h 1418896"/>
                        <a:gd name="connsiteX12-431" fmla="*/ 1124606 w 3710151"/>
                        <a:gd name="connsiteY12-432" fmla="*/ 903890 h 1418896"/>
                        <a:gd name="connsiteX13-433" fmla="*/ 1124605 w 3710151"/>
                        <a:gd name="connsiteY13-434" fmla="*/ 451945 h 1418896"/>
                        <a:gd name="connsiteX14-435" fmla="*/ 168164 w 3710151"/>
                        <a:gd name="connsiteY14-436" fmla="*/ 84081 h 1418896"/>
                        <a:gd name="connsiteX15-437" fmla="*/ 147144 w 3710151"/>
                        <a:gd name="connsiteY15-438" fmla="*/ 73572 h 1418896"/>
                        <a:gd name="connsiteX0-439" fmla="*/ 147144 w 3710151"/>
                        <a:gd name="connsiteY0-440" fmla="*/ 73572 h 1418896"/>
                        <a:gd name="connsiteX1-441" fmla="*/ 430924 w 3710151"/>
                        <a:gd name="connsiteY1-442" fmla="*/ 0 h 1418896"/>
                        <a:gd name="connsiteX2-443" fmla="*/ 1860331 w 3710151"/>
                        <a:gd name="connsiteY2-444" fmla="*/ 599089 h 1418896"/>
                        <a:gd name="connsiteX3-445" fmla="*/ 3342289 w 3710151"/>
                        <a:gd name="connsiteY3-446" fmla="*/ 0 h 1418896"/>
                        <a:gd name="connsiteX4-447" fmla="*/ 3563006 w 3710151"/>
                        <a:gd name="connsiteY4-448" fmla="*/ 73572 h 1418896"/>
                        <a:gd name="connsiteX5-449" fmla="*/ 2617717 w 3710151"/>
                        <a:gd name="connsiteY5-450" fmla="*/ 448868 h 1418896"/>
                        <a:gd name="connsiteX6-451" fmla="*/ 2610282 w 3710151"/>
                        <a:gd name="connsiteY6-452" fmla="*/ 902607 h 1418896"/>
                        <a:gd name="connsiteX7-453" fmla="*/ 3710151 w 3710151"/>
                        <a:gd name="connsiteY7-454" fmla="*/ 1345324 h 1418896"/>
                        <a:gd name="connsiteX8-455" fmla="*/ 3426372 w 3710151"/>
                        <a:gd name="connsiteY8-456" fmla="*/ 1408386 h 1418896"/>
                        <a:gd name="connsiteX9-457" fmla="*/ 1849820 w 3710151"/>
                        <a:gd name="connsiteY9-458" fmla="*/ 746234 h 1418896"/>
                        <a:gd name="connsiteX10-459" fmla="*/ 241737 w 3710151"/>
                        <a:gd name="connsiteY10-460" fmla="*/ 1418896 h 1418896"/>
                        <a:gd name="connsiteX11-461" fmla="*/ 0 w 3710151"/>
                        <a:gd name="connsiteY11-462" fmla="*/ 1334814 h 1418896"/>
                        <a:gd name="connsiteX12-463" fmla="*/ 1124606 w 3710151"/>
                        <a:gd name="connsiteY12-464" fmla="*/ 903890 h 1418896"/>
                        <a:gd name="connsiteX13-465" fmla="*/ 1124605 w 3710151"/>
                        <a:gd name="connsiteY13-466" fmla="*/ 451945 h 1418896"/>
                        <a:gd name="connsiteX14-467" fmla="*/ 168164 w 3710151"/>
                        <a:gd name="connsiteY14-468" fmla="*/ 84081 h 1418896"/>
                        <a:gd name="connsiteX15-469" fmla="*/ 147144 w 3710151"/>
                        <a:gd name="connsiteY15-470" fmla="*/ 73572 h 1418896"/>
                        <a:gd name="connsiteX0-471" fmla="*/ 147144 w 3710151"/>
                        <a:gd name="connsiteY0-472" fmla="*/ 73572 h 1418896"/>
                        <a:gd name="connsiteX1-473" fmla="*/ 430924 w 3710151"/>
                        <a:gd name="connsiteY1-474" fmla="*/ 0 h 1418896"/>
                        <a:gd name="connsiteX2-475" fmla="*/ 1838028 w 3710151"/>
                        <a:gd name="connsiteY2-476" fmla="*/ 591655 h 1418896"/>
                        <a:gd name="connsiteX3-477" fmla="*/ 3342289 w 3710151"/>
                        <a:gd name="connsiteY3-478" fmla="*/ 0 h 1418896"/>
                        <a:gd name="connsiteX4-479" fmla="*/ 3563006 w 3710151"/>
                        <a:gd name="connsiteY4-480" fmla="*/ 73572 h 1418896"/>
                        <a:gd name="connsiteX5-481" fmla="*/ 2617717 w 3710151"/>
                        <a:gd name="connsiteY5-482" fmla="*/ 448868 h 1418896"/>
                        <a:gd name="connsiteX6-483" fmla="*/ 2610282 w 3710151"/>
                        <a:gd name="connsiteY6-484" fmla="*/ 902607 h 1418896"/>
                        <a:gd name="connsiteX7-485" fmla="*/ 3710151 w 3710151"/>
                        <a:gd name="connsiteY7-486" fmla="*/ 1345324 h 1418896"/>
                        <a:gd name="connsiteX8-487" fmla="*/ 3426372 w 3710151"/>
                        <a:gd name="connsiteY8-488" fmla="*/ 1408386 h 1418896"/>
                        <a:gd name="connsiteX9-489" fmla="*/ 1849820 w 3710151"/>
                        <a:gd name="connsiteY9-490" fmla="*/ 746234 h 1418896"/>
                        <a:gd name="connsiteX10-491" fmla="*/ 241737 w 3710151"/>
                        <a:gd name="connsiteY10-492" fmla="*/ 1418896 h 1418896"/>
                        <a:gd name="connsiteX11-493" fmla="*/ 0 w 3710151"/>
                        <a:gd name="connsiteY11-494" fmla="*/ 1334814 h 1418896"/>
                        <a:gd name="connsiteX12-495" fmla="*/ 1124606 w 3710151"/>
                        <a:gd name="connsiteY12-496" fmla="*/ 903890 h 1418896"/>
                        <a:gd name="connsiteX13-497" fmla="*/ 1124605 w 3710151"/>
                        <a:gd name="connsiteY13-498" fmla="*/ 451945 h 1418896"/>
                        <a:gd name="connsiteX14-499" fmla="*/ 168164 w 3710151"/>
                        <a:gd name="connsiteY14-500" fmla="*/ 84081 h 1418896"/>
                        <a:gd name="connsiteX15-501" fmla="*/ 147144 w 3710151"/>
                        <a:gd name="connsiteY15-502" fmla="*/ 73572 h 1418896"/>
                        <a:gd name="connsiteX0-503" fmla="*/ 147144 w 3710151"/>
                        <a:gd name="connsiteY0-504" fmla="*/ 73572 h 1418896"/>
                        <a:gd name="connsiteX1-505" fmla="*/ 430924 w 3710151"/>
                        <a:gd name="connsiteY1-506" fmla="*/ 0 h 1418896"/>
                        <a:gd name="connsiteX2-507" fmla="*/ 1838028 w 3710151"/>
                        <a:gd name="connsiteY2-508" fmla="*/ 591655 h 1418896"/>
                        <a:gd name="connsiteX3-509" fmla="*/ 3342289 w 3710151"/>
                        <a:gd name="connsiteY3-510" fmla="*/ 0 h 1418896"/>
                        <a:gd name="connsiteX4-511" fmla="*/ 3563006 w 3710151"/>
                        <a:gd name="connsiteY4-512" fmla="*/ 73572 h 1418896"/>
                        <a:gd name="connsiteX5-513" fmla="*/ 2617717 w 3710151"/>
                        <a:gd name="connsiteY5-514" fmla="*/ 448868 h 1418896"/>
                        <a:gd name="connsiteX6-515" fmla="*/ 2610282 w 3710151"/>
                        <a:gd name="connsiteY6-516" fmla="*/ 902607 h 1418896"/>
                        <a:gd name="connsiteX7-517" fmla="*/ 3710151 w 3710151"/>
                        <a:gd name="connsiteY7-518" fmla="*/ 1345324 h 1418896"/>
                        <a:gd name="connsiteX8-519" fmla="*/ 3426372 w 3710151"/>
                        <a:gd name="connsiteY8-520" fmla="*/ 1408386 h 1418896"/>
                        <a:gd name="connsiteX9-521" fmla="*/ 1849820 w 3710151"/>
                        <a:gd name="connsiteY9-522" fmla="*/ 746234 h 1418896"/>
                        <a:gd name="connsiteX10-523" fmla="*/ 241737 w 3710151"/>
                        <a:gd name="connsiteY10-524" fmla="*/ 1418896 h 1418896"/>
                        <a:gd name="connsiteX11-525" fmla="*/ 0 w 3710151"/>
                        <a:gd name="connsiteY11-526" fmla="*/ 1334814 h 1418896"/>
                        <a:gd name="connsiteX12-527" fmla="*/ 1124606 w 3710151"/>
                        <a:gd name="connsiteY12-528" fmla="*/ 903890 h 1418896"/>
                        <a:gd name="connsiteX13-529" fmla="*/ 1087434 w 3710151"/>
                        <a:gd name="connsiteY13-530" fmla="*/ 451945 h 1418896"/>
                        <a:gd name="connsiteX14-531" fmla="*/ 168164 w 3710151"/>
                        <a:gd name="connsiteY14-532" fmla="*/ 84081 h 1418896"/>
                        <a:gd name="connsiteX15-533" fmla="*/ 147144 w 3710151"/>
                        <a:gd name="connsiteY15-534" fmla="*/ 73572 h 1418896"/>
                        <a:gd name="connsiteX0-535" fmla="*/ 147144 w 3710151"/>
                        <a:gd name="connsiteY0-536" fmla="*/ 73572 h 1418896"/>
                        <a:gd name="connsiteX1-537" fmla="*/ 430924 w 3710151"/>
                        <a:gd name="connsiteY1-538" fmla="*/ 0 h 1418896"/>
                        <a:gd name="connsiteX2-539" fmla="*/ 1838028 w 3710151"/>
                        <a:gd name="connsiteY2-540" fmla="*/ 591655 h 1418896"/>
                        <a:gd name="connsiteX3-541" fmla="*/ 3342289 w 3710151"/>
                        <a:gd name="connsiteY3-542" fmla="*/ 0 h 1418896"/>
                        <a:gd name="connsiteX4-543" fmla="*/ 3563006 w 3710151"/>
                        <a:gd name="connsiteY4-544" fmla="*/ 73572 h 1418896"/>
                        <a:gd name="connsiteX5-545" fmla="*/ 2617717 w 3710151"/>
                        <a:gd name="connsiteY5-546" fmla="*/ 448868 h 1418896"/>
                        <a:gd name="connsiteX6-547" fmla="*/ 2610282 w 3710151"/>
                        <a:gd name="connsiteY6-548" fmla="*/ 902607 h 1418896"/>
                        <a:gd name="connsiteX7-549" fmla="*/ 3710151 w 3710151"/>
                        <a:gd name="connsiteY7-550" fmla="*/ 1345324 h 1418896"/>
                        <a:gd name="connsiteX8-551" fmla="*/ 3426372 w 3710151"/>
                        <a:gd name="connsiteY8-552" fmla="*/ 1408386 h 1418896"/>
                        <a:gd name="connsiteX9-553" fmla="*/ 1849820 w 3710151"/>
                        <a:gd name="connsiteY9-554" fmla="*/ 746234 h 1418896"/>
                        <a:gd name="connsiteX10-555" fmla="*/ 241737 w 3710151"/>
                        <a:gd name="connsiteY10-556" fmla="*/ 1418896 h 1418896"/>
                        <a:gd name="connsiteX11-557" fmla="*/ 0 w 3710151"/>
                        <a:gd name="connsiteY11-558" fmla="*/ 1334814 h 1418896"/>
                        <a:gd name="connsiteX12-559" fmla="*/ 1098586 w 3710151"/>
                        <a:gd name="connsiteY12-560" fmla="*/ 903890 h 1418896"/>
                        <a:gd name="connsiteX13-561" fmla="*/ 1087434 w 3710151"/>
                        <a:gd name="connsiteY13-562" fmla="*/ 451945 h 1418896"/>
                        <a:gd name="connsiteX14-563" fmla="*/ 168164 w 3710151"/>
                        <a:gd name="connsiteY14-564" fmla="*/ 84081 h 1418896"/>
                        <a:gd name="connsiteX15-565" fmla="*/ 147144 w 3710151"/>
                        <a:gd name="connsiteY15-566" fmla="*/ 73572 h 1418896"/>
                        <a:gd name="connsiteX0-567" fmla="*/ 162012 w 3725019"/>
                        <a:gd name="connsiteY0-568" fmla="*/ 73572 h 1418896"/>
                        <a:gd name="connsiteX1-569" fmla="*/ 445792 w 3725019"/>
                        <a:gd name="connsiteY1-570" fmla="*/ 0 h 1418896"/>
                        <a:gd name="connsiteX2-571" fmla="*/ 1852896 w 3725019"/>
                        <a:gd name="connsiteY2-572" fmla="*/ 591655 h 1418896"/>
                        <a:gd name="connsiteX3-573" fmla="*/ 3357157 w 3725019"/>
                        <a:gd name="connsiteY3-574" fmla="*/ 0 h 1418896"/>
                        <a:gd name="connsiteX4-575" fmla="*/ 3577874 w 3725019"/>
                        <a:gd name="connsiteY4-576" fmla="*/ 73572 h 1418896"/>
                        <a:gd name="connsiteX5-577" fmla="*/ 2632585 w 3725019"/>
                        <a:gd name="connsiteY5-578" fmla="*/ 448868 h 1418896"/>
                        <a:gd name="connsiteX6-579" fmla="*/ 2625150 w 3725019"/>
                        <a:gd name="connsiteY6-580" fmla="*/ 902607 h 1418896"/>
                        <a:gd name="connsiteX7-581" fmla="*/ 3725019 w 3725019"/>
                        <a:gd name="connsiteY7-582" fmla="*/ 1345324 h 1418896"/>
                        <a:gd name="connsiteX8-583" fmla="*/ 3441240 w 3725019"/>
                        <a:gd name="connsiteY8-584" fmla="*/ 1408386 h 1418896"/>
                        <a:gd name="connsiteX9-585" fmla="*/ 1864688 w 3725019"/>
                        <a:gd name="connsiteY9-586" fmla="*/ 746234 h 1418896"/>
                        <a:gd name="connsiteX10-587" fmla="*/ 256605 w 3725019"/>
                        <a:gd name="connsiteY10-588" fmla="*/ 1418896 h 1418896"/>
                        <a:gd name="connsiteX11-589" fmla="*/ 0 w 3725019"/>
                        <a:gd name="connsiteY11-590" fmla="*/ 1331097 h 1418896"/>
                        <a:gd name="connsiteX12-591" fmla="*/ 1113454 w 3725019"/>
                        <a:gd name="connsiteY12-592" fmla="*/ 903890 h 1418896"/>
                        <a:gd name="connsiteX13-593" fmla="*/ 1102302 w 3725019"/>
                        <a:gd name="connsiteY13-594" fmla="*/ 451945 h 1418896"/>
                        <a:gd name="connsiteX14-595" fmla="*/ 183032 w 3725019"/>
                        <a:gd name="connsiteY14-596" fmla="*/ 84081 h 1418896"/>
                        <a:gd name="connsiteX15-597" fmla="*/ 162012 w 3725019"/>
                        <a:gd name="connsiteY15-598" fmla="*/ 73572 h 141889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  <a:cxn ang="0">
                          <a:pos x="connsiteX11-23" y="connsiteY11-24"/>
                        </a:cxn>
                        <a:cxn ang="0">
                          <a:pos x="connsiteX12-25" y="connsiteY12-26"/>
                        </a:cxn>
                        <a:cxn ang="0">
                          <a:pos x="connsiteX13-27" y="connsiteY13-28"/>
                        </a:cxn>
                        <a:cxn ang="0">
                          <a:pos x="connsiteX14-29" y="connsiteY14-30"/>
                        </a:cxn>
                        <a:cxn ang="0">
                          <a:pos x="connsiteX15-31" y="connsiteY15-32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529" name="Group 528"/>
                <p:cNvGrpSpPr/>
                <p:nvPr/>
              </p:nvGrpSpPr>
              <p:grpSpPr>
                <a:xfrm>
                  <a:off x="8311520" y="5194433"/>
                  <a:ext cx="309740" cy="190838"/>
                  <a:chOff x="3668110" y="2448910"/>
                  <a:chExt cx="3794234" cy="2165130"/>
                </a:xfrm>
              </p:grpSpPr>
              <p:sp>
                <p:nvSpPr>
                  <p:cNvPr id="530" name="Rectangle 529"/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1" name="Freeform 530"/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532" name="Group 531"/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533" name="Freeform 532"/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-1" fmla="*/ 3725333 w 4641485"/>
                        <a:gd name="connsiteY0-2" fmla="*/ 0 h 1049866"/>
                        <a:gd name="connsiteX1-3" fmla="*/ 4641485 w 4641485"/>
                        <a:gd name="connsiteY1-4" fmla="*/ 239402 h 1049866"/>
                        <a:gd name="connsiteX2-5" fmla="*/ 3962400 w 4641485"/>
                        <a:gd name="connsiteY2-6" fmla="*/ 541866 h 1049866"/>
                        <a:gd name="connsiteX3-7" fmla="*/ 3742267 w 4641485"/>
                        <a:gd name="connsiteY3-8" fmla="*/ 457200 h 1049866"/>
                        <a:gd name="connsiteX4-9" fmla="*/ 2269067 w 4641485"/>
                        <a:gd name="connsiteY4-10" fmla="*/ 1049866 h 1049866"/>
                        <a:gd name="connsiteX5-11" fmla="*/ 880533 w 4641485"/>
                        <a:gd name="connsiteY5-12" fmla="*/ 457200 h 1049866"/>
                        <a:gd name="connsiteX6-13" fmla="*/ 592667 w 4641485"/>
                        <a:gd name="connsiteY6-14" fmla="*/ 541866 h 1049866"/>
                        <a:gd name="connsiteX7-15" fmla="*/ 0 w 4641485"/>
                        <a:gd name="connsiteY7-16" fmla="*/ 254000 h 1049866"/>
                        <a:gd name="connsiteX8-17" fmla="*/ 880533 w 4641485"/>
                        <a:gd name="connsiteY8-18" fmla="*/ 16933 h 1049866"/>
                        <a:gd name="connsiteX9-19" fmla="*/ 2302933 w 4641485"/>
                        <a:gd name="connsiteY9-20" fmla="*/ 626533 h 1049866"/>
                        <a:gd name="connsiteX10-21" fmla="*/ 3725333 w 4641485"/>
                        <a:gd name="connsiteY10-22" fmla="*/ 0 h 1049866"/>
                        <a:gd name="connsiteX0-23" fmla="*/ 3756864 w 4673016"/>
                        <a:gd name="connsiteY0-24" fmla="*/ 0 h 1049866"/>
                        <a:gd name="connsiteX1-25" fmla="*/ 4673016 w 4673016"/>
                        <a:gd name="connsiteY1-26" fmla="*/ 239402 h 1049866"/>
                        <a:gd name="connsiteX2-27" fmla="*/ 3993931 w 4673016"/>
                        <a:gd name="connsiteY2-28" fmla="*/ 541866 h 1049866"/>
                        <a:gd name="connsiteX3-29" fmla="*/ 3773798 w 4673016"/>
                        <a:gd name="connsiteY3-30" fmla="*/ 457200 h 1049866"/>
                        <a:gd name="connsiteX4-31" fmla="*/ 2300598 w 4673016"/>
                        <a:gd name="connsiteY4-32" fmla="*/ 1049866 h 1049866"/>
                        <a:gd name="connsiteX5-33" fmla="*/ 912064 w 4673016"/>
                        <a:gd name="connsiteY5-34" fmla="*/ 457200 h 1049866"/>
                        <a:gd name="connsiteX6-35" fmla="*/ 624198 w 4673016"/>
                        <a:gd name="connsiteY6-36" fmla="*/ 541866 h 1049866"/>
                        <a:gd name="connsiteX7-37" fmla="*/ 0 w 4673016"/>
                        <a:gd name="connsiteY7-38" fmla="*/ 232979 h 1049866"/>
                        <a:gd name="connsiteX8-39" fmla="*/ 912064 w 4673016"/>
                        <a:gd name="connsiteY8-40" fmla="*/ 16933 h 1049866"/>
                        <a:gd name="connsiteX9-41" fmla="*/ 2334464 w 4673016"/>
                        <a:gd name="connsiteY9-42" fmla="*/ 626533 h 1049866"/>
                        <a:gd name="connsiteX10-43" fmla="*/ 3756864 w 4673016"/>
                        <a:gd name="connsiteY10-44" fmla="*/ 0 h 1049866"/>
                        <a:gd name="connsiteX0-45" fmla="*/ 3756864 w 4673016"/>
                        <a:gd name="connsiteY0-46" fmla="*/ 0 h 1049866"/>
                        <a:gd name="connsiteX1-47" fmla="*/ 4673016 w 4673016"/>
                        <a:gd name="connsiteY1-48" fmla="*/ 239402 h 1049866"/>
                        <a:gd name="connsiteX2-49" fmla="*/ 3993931 w 4673016"/>
                        <a:gd name="connsiteY2-50" fmla="*/ 541866 h 1049866"/>
                        <a:gd name="connsiteX3-51" fmla="*/ 3784308 w 4673016"/>
                        <a:gd name="connsiteY3-52" fmla="*/ 404648 h 1049866"/>
                        <a:gd name="connsiteX4-53" fmla="*/ 2300598 w 4673016"/>
                        <a:gd name="connsiteY4-54" fmla="*/ 1049866 h 1049866"/>
                        <a:gd name="connsiteX5-55" fmla="*/ 912064 w 4673016"/>
                        <a:gd name="connsiteY5-56" fmla="*/ 457200 h 1049866"/>
                        <a:gd name="connsiteX6-57" fmla="*/ 624198 w 4673016"/>
                        <a:gd name="connsiteY6-58" fmla="*/ 541866 h 1049866"/>
                        <a:gd name="connsiteX7-59" fmla="*/ 0 w 4673016"/>
                        <a:gd name="connsiteY7-60" fmla="*/ 232979 h 1049866"/>
                        <a:gd name="connsiteX8-61" fmla="*/ 912064 w 4673016"/>
                        <a:gd name="connsiteY8-62" fmla="*/ 16933 h 1049866"/>
                        <a:gd name="connsiteX9-63" fmla="*/ 2334464 w 4673016"/>
                        <a:gd name="connsiteY9-64" fmla="*/ 626533 h 1049866"/>
                        <a:gd name="connsiteX10-65" fmla="*/ 3756864 w 4673016"/>
                        <a:gd name="connsiteY10-66" fmla="*/ 0 h 1049866"/>
                        <a:gd name="connsiteX0-67" fmla="*/ 3756864 w 4673016"/>
                        <a:gd name="connsiteY0-68" fmla="*/ 0 h 1049866"/>
                        <a:gd name="connsiteX1-69" fmla="*/ 4673016 w 4673016"/>
                        <a:gd name="connsiteY1-70" fmla="*/ 239402 h 1049866"/>
                        <a:gd name="connsiteX2-71" fmla="*/ 3993931 w 4673016"/>
                        <a:gd name="connsiteY2-72" fmla="*/ 541866 h 1049866"/>
                        <a:gd name="connsiteX3-73" fmla="*/ 3794818 w 4673016"/>
                        <a:gd name="connsiteY3-74" fmla="*/ 436179 h 1049866"/>
                        <a:gd name="connsiteX4-75" fmla="*/ 2300598 w 4673016"/>
                        <a:gd name="connsiteY4-76" fmla="*/ 1049866 h 1049866"/>
                        <a:gd name="connsiteX5-77" fmla="*/ 912064 w 4673016"/>
                        <a:gd name="connsiteY5-78" fmla="*/ 457200 h 1049866"/>
                        <a:gd name="connsiteX6-79" fmla="*/ 624198 w 4673016"/>
                        <a:gd name="connsiteY6-80" fmla="*/ 541866 h 1049866"/>
                        <a:gd name="connsiteX7-81" fmla="*/ 0 w 4673016"/>
                        <a:gd name="connsiteY7-82" fmla="*/ 232979 h 1049866"/>
                        <a:gd name="connsiteX8-83" fmla="*/ 912064 w 4673016"/>
                        <a:gd name="connsiteY8-84" fmla="*/ 16933 h 1049866"/>
                        <a:gd name="connsiteX9-85" fmla="*/ 2334464 w 4673016"/>
                        <a:gd name="connsiteY9-86" fmla="*/ 626533 h 1049866"/>
                        <a:gd name="connsiteX10-87" fmla="*/ 3756864 w 4673016"/>
                        <a:gd name="connsiteY10-88" fmla="*/ 0 h 1049866"/>
                        <a:gd name="connsiteX0-89" fmla="*/ 3756864 w 4673016"/>
                        <a:gd name="connsiteY0-90" fmla="*/ 0 h 1049866"/>
                        <a:gd name="connsiteX1-91" fmla="*/ 4673016 w 4673016"/>
                        <a:gd name="connsiteY1-92" fmla="*/ 239402 h 1049866"/>
                        <a:gd name="connsiteX2-93" fmla="*/ 3993931 w 4673016"/>
                        <a:gd name="connsiteY2-94" fmla="*/ 541866 h 1049866"/>
                        <a:gd name="connsiteX3-95" fmla="*/ 3794818 w 4673016"/>
                        <a:gd name="connsiteY3-96" fmla="*/ 436179 h 1049866"/>
                        <a:gd name="connsiteX4-97" fmla="*/ 2300598 w 4673016"/>
                        <a:gd name="connsiteY4-98" fmla="*/ 1049866 h 1049866"/>
                        <a:gd name="connsiteX5-99" fmla="*/ 912064 w 4673016"/>
                        <a:gd name="connsiteY5-100" fmla="*/ 457200 h 1049866"/>
                        <a:gd name="connsiteX6-101" fmla="*/ 624198 w 4673016"/>
                        <a:gd name="connsiteY6-102" fmla="*/ 541866 h 1049866"/>
                        <a:gd name="connsiteX7-103" fmla="*/ 0 w 4673016"/>
                        <a:gd name="connsiteY7-104" fmla="*/ 232979 h 1049866"/>
                        <a:gd name="connsiteX8-105" fmla="*/ 912064 w 4673016"/>
                        <a:gd name="connsiteY8-106" fmla="*/ 16933 h 1049866"/>
                        <a:gd name="connsiteX9-107" fmla="*/ 2323954 w 4673016"/>
                        <a:gd name="connsiteY9-108" fmla="*/ 616023 h 1049866"/>
                        <a:gd name="connsiteX10-109" fmla="*/ 3756864 w 4673016"/>
                        <a:gd name="connsiteY10-110" fmla="*/ 0 h 1049866"/>
                        <a:gd name="connsiteX0-111" fmla="*/ 3756864 w 4673016"/>
                        <a:gd name="connsiteY0-112" fmla="*/ 0 h 1049866"/>
                        <a:gd name="connsiteX1-113" fmla="*/ 4673016 w 4673016"/>
                        <a:gd name="connsiteY1-114" fmla="*/ 239402 h 1049866"/>
                        <a:gd name="connsiteX2-115" fmla="*/ 3993931 w 4673016"/>
                        <a:gd name="connsiteY2-116" fmla="*/ 541866 h 1049866"/>
                        <a:gd name="connsiteX3-117" fmla="*/ 3794818 w 4673016"/>
                        <a:gd name="connsiteY3-118" fmla="*/ 436179 h 1049866"/>
                        <a:gd name="connsiteX4-119" fmla="*/ 2300598 w 4673016"/>
                        <a:gd name="connsiteY4-120" fmla="*/ 1049866 h 1049866"/>
                        <a:gd name="connsiteX5-121" fmla="*/ 912064 w 4673016"/>
                        <a:gd name="connsiteY5-122" fmla="*/ 457200 h 1049866"/>
                        <a:gd name="connsiteX6-123" fmla="*/ 624198 w 4673016"/>
                        <a:gd name="connsiteY6-124" fmla="*/ 541866 h 1049866"/>
                        <a:gd name="connsiteX7-125" fmla="*/ 0 w 4673016"/>
                        <a:gd name="connsiteY7-126" fmla="*/ 275021 h 1049866"/>
                        <a:gd name="connsiteX8-127" fmla="*/ 912064 w 4673016"/>
                        <a:gd name="connsiteY8-128" fmla="*/ 16933 h 1049866"/>
                        <a:gd name="connsiteX9-129" fmla="*/ 2323954 w 4673016"/>
                        <a:gd name="connsiteY9-130" fmla="*/ 616023 h 1049866"/>
                        <a:gd name="connsiteX10-131" fmla="*/ 3756864 w 4673016"/>
                        <a:gd name="connsiteY10-132" fmla="*/ 0 h 1049866"/>
                        <a:gd name="connsiteX0-133" fmla="*/ 3756864 w 4673016"/>
                        <a:gd name="connsiteY0-134" fmla="*/ 0 h 1049866"/>
                        <a:gd name="connsiteX1-135" fmla="*/ 4673016 w 4673016"/>
                        <a:gd name="connsiteY1-136" fmla="*/ 239402 h 1049866"/>
                        <a:gd name="connsiteX2-137" fmla="*/ 3993931 w 4673016"/>
                        <a:gd name="connsiteY2-138" fmla="*/ 541866 h 1049866"/>
                        <a:gd name="connsiteX3-139" fmla="*/ 3815839 w 4673016"/>
                        <a:gd name="connsiteY3-140" fmla="*/ 467710 h 1049866"/>
                        <a:gd name="connsiteX4-141" fmla="*/ 2300598 w 4673016"/>
                        <a:gd name="connsiteY4-142" fmla="*/ 1049866 h 1049866"/>
                        <a:gd name="connsiteX5-143" fmla="*/ 912064 w 4673016"/>
                        <a:gd name="connsiteY5-144" fmla="*/ 457200 h 1049866"/>
                        <a:gd name="connsiteX6-145" fmla="*/ 624198 w 4673016"/>
                        <a:gd name="connsiteY6-146" fmla="*/ 541866 h 1049866"/>
                        <a:gd name="connsiteX7-147" fmla="*/ 0 w 4673016"/>
                        <a:gd name="connsiteY7-148" fmla="*/ 275021 h 1049866"/>
                        <a:gd name="connsiteX8-149" fmla="*/ 912064 w 4673016"/>
                        <a:gd name="connsiteY8-150" fmla="*/ 16933 h 1049866"/>
                        <a:gd name="connsiteX9-151" fmla="*/ 2323954 w 4673016"/>
                        <a:gd name="connsiteY9-152" fmla="*/ 616023 h 1049866"/>
                        <a:gd name="connsiteX10-153" fmla="*/ 3756864 w 4673016"/>
                        <a:gd name="connsiteY10-154" fmla="*/ 0 h 104986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4" name="Freeform 533"/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5" name="Freeform 534"/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6" name="Freeform 535"/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-1" fmla="*/ 168165 w 3731172"/>
                        <a:gd name="connsiteY0-2" fmla="*/ 73572 h 1418896"/>
                        <a:gd name="connsiteX1-3" fmla="*/ 451945 w 3731172"/>
                        <a:gd name="connsiteY1-4" fmla="*/ 0 h 1418896"/>
                        <a:gd name="connsiteX2-5" fmla="*/ 1881352 w 3731172"/>
                        <a:gd name="connsiteY2-6" fmla="*/ 599089 h 1418896"/>
                        <a:gd name="connsiteX3-7" fmla="*/ 3363310 w 3731172"/>
                        <a:gd name="connsiteY3-8" fmla="*/ 0 h 1418896"/>
                        <a:gd name="connsiteX4-9" fmla="*/ 3584027 w 3731172"/>
                        <a:gd name="connsiteY4-10" fmla="*/ 73572 h 1418896"/>
                        <a:gd name="connsiteX5-11" fmla="*/ 2627586 w 3731172"/>
                        <a:gd name="connsiteY5-12" fmla="*/ 441434 h 1418896"/>
                        <a:gd name="connsiteX6-13" fmla="*/ 2596055 w 3731172"/>
                        <a:gd name="connsiteY6-14" fmla="*/ 914400 h 1418896"/>
                        <a:gd name="connsiteX7-15" fmla="*/ 3731172 w 3731172"/>
                        <a:gd name="connsiteY7-16" fmla="*/ 1345324 h 1418896"/>
                        <a:gd name="connsiteX8-17" fmla="*/ 3447393 w 3731172"/>
                        <a:gd name="connsiteY8-18" fmla="*/ 1408386 h 1418896"/>
                        <a:gd name="connsiteX9-19" fmla="*/ 1870841 w 3731172"/>
                        <a:gd name="connsiteY9-20" fmla="*/ 746234 h 1418896"/>
                        <a:gd name="connsiteX10-21" fmla="*/ 262758 w 3731172"/>
                        <a:gd name="connsiteY10-22" fmla="*/ 1418896 h 1418896"/>
                        <a:gd name="connsiteX11-23" fmla="*/ 0 w 3731172"/>
                        <a:gd name="connsiteY11-24" fmla="*/ 1324303 h 1418896"/>
                        <a:gd name="connsiteX12-25" fmla="*/ 1145627 w 3731172"/>
                        <a:gd name="connsiteY12-26" fmla="*/ 882869 h 1418896"/>
                        <a:gd name="connsiteX13-27" fmla="*/ 1114096 w 3731172"/>
                        <a:gd name="connsiteY13-28" fmla="*/ 409903 h 1418896"/>
                        <a:gd name="connsiteX14-29" fmla="*/ 441434 w 3731172"/>
                        <a:gd name="connsiteY14-30" fmla="*/ 10510 h 1418896"/>
                        <a:gd name="connsiteX15-31" fmla="*/ 441434 w 3731172"/>
                        <a:gd name="connsiteY15-32" fmla="*/ 10510 h 1418896"/>
                        <a:gd name="connsiteX0-33" fmla="*/ 168165 w 3731172"/>
                        <a:gd name="connsiteY0-34" fmla="*/ 73572 h 1418896"/>
                        <a:gd name="connsiteX1-35" fmla="*/ 451945 w 3731172"/>
                        <a:gd name="connsiteY1-36" fmla="*/ 0 h 1418896"/>
                        <a:gd name="connsiteX2-37" fmla="*/ 1881352 w 3731172"/>
                        <a:gd name="connsiteY2-38" fmla="*/ 599089 h 1418896"/>
                        <a:gd name="connsiteX3-39" fmla="*/ 3363310 w 3731172"/>
                        <a:gd name="connsiteY3-40" fmla="*/ 0 h 1418896"/>
                        <a:gd name="connsiteX4-41" fmla="*/ 3584027 w 3731172"/>
                        <a:gd name="connsiteY4-42" fmla="*/ 73572 h 1418896"/>
                        <a:gd name="connsiteX5-43" fmla="*/ 2627586 w 3731172"/>
                        <a:gd name="connsiteY5-44" fmla="*/ 441434 h 1418896"/>
                        <a:gd name="connsiteX6-45" fmla="*/ 2596055 w 3731172"/>
                        <a:gd name="connsiteY6-46" fmla="*/ 914400 h 1418896"/>
                        <a:gd name="connsiteX7-47" fmla="*/ 3731172 w 3731172"/>
                        <a:gd name="connsiteY7-48" fmla="*/ 1345324 h 1418896"/>
                        <a:gd name="connsiteX8-49" fmla="*/ 3447393 w 3731172"/>
                        <a:gd name="connsiteY8-50" fmla="*/ 1408386 h 1418896"/>
                        <a:gd name="connsiteX9-51" fmla="*/ 1870841 w 3731172"/>
                        <a:gd name="connsiteY9-52" fmla="*/ 746234 h 1418896"/>
                        <a:gd name="connsiteX10-53" fmla="*/ 262758 w 3731172"/>
                        <a:gd name="connsiteY10-54" fmla="*/ 1418896 h 1418896"/>
                        <a:gd name="connsiteX11-55" fmla="*/ 0 w 3731172"/>
                        <a:gd name="connsiteY11-56" fmla="*/ 1324303 h 1418896"/>
                        <a:gd name="connsiteX12-57" fmla="*/ 1145627 w 3731172"/>
                        <a:gd name="connsiteY12-58" fmla="*/ 882869 h 1418896"/>
                        <a:gd name="connsiteX13-59" fmla="*/ 1114096 w 3731172"/>
                        <a:gd name="connsiteY13-60" fmla="*/ 409903 h 1418896"/>
                        <a:gd name="connsiteX14-61" fmla="*/ 441434 w 3731172"/>
                        <a:gd name="connsiteY14-62" fmla="*/ 10510 h 1418896"/>
                        <a:gd name="connsiteX0-63" fmla="*/ 168165 w 3731172"/>
                        <a:gd name="connsiteY0-64" fmla="*/ 73572 h 1418896"/>
                        <a:gd name="connsiteX1-65" fmla="*/ 451945 w 3731172"/>
                        <a:gd name="connsiteY1-66" fmla="*/ 0 h 1418896"/>
                        <a:gd name="connsiteX2-67" fmla="*/ 1881352 w 3731172"/>
                        <a:gd name="connsiteY2-68" fmla="*/ 599089 h 1418896"/>
                        <a:gd name="connsiteX3-69" fmla="*/ 3363310 w 3731172"/>
                        <a:gd name="connsiteY3-70" fmla="*/ 0 h 1418896"/>
                        <a:gd name="connsiteX4-71" fmla="*/ 3584027 w 3731172"/>
                        <a:gd name="connsiteY4-72" fmla="*/ 73572 h 1418896"/>
                        <a:gd name="connsiteX5-73" fmla="*/ 2627586 w 3731172"/>
                        <a:gd name="connsiteY5-74" fmla="*/ 441434 h 1418896"/>
                        <a:gd name="connsiteX6-75" fmla="*/ 2596055 w 3731172"/>
                        <a:gd name="connsiteY6-76" fmla="*/ 914400 h 1418896"/>
                        <a:gd name="connsiteX7-77" fmla="*/ 3731172 w 3731172"/>
                        <a:gd name="connsiteY7-78" fmla="*/ 1345324 h 1418896"/>
                        <a:gd name="connsiteX8-79" fmla="*/ 3447393 w 3731172"/>
                        <a:gd name="connsiteY8-80" fmla="*/ 1408386 h 1418896"/>
                        <a:gd name="connsiteX9-81" fmla="*/ 1870841 w 3731172"/>
                        <a:gd name="connsiteY9-82" fmla="*/ 746234 h 1418896"/>
                        <a:gd name="connsiteX10-83" fmla="*/ 262758 w 3731172"/>
                        <a:gd name="connsiteY10-84" fmla="*/ 1418896 h 1418896"/>
                        <a:gd name="connsiteX11-85" fmla="*/ 0 w 3731172"/>
                        <a:gd name="connsiteY11-86" fmla="*/ 1324303 h 1418896"/>
                        <a:gd name="connsiteX12-87" fmla="*/ 1145627 w 3731172"/>
                        <a:gd name="connsiteY12-88" fmla="*/ 882869 h 1418896"/>
                        <a:gd name="connsiteX13-89" fmla="*/ 1114096 w 3731172"/>
                        <a:gd name="connsiteY13-90" fmla="*/ 409903 h 1418896"/>
                        <a:gd name="connsiteX14-91" fmla="*/ 357351 w 3731172"/>
                        <a:gd name="connsiteY14-92" fmla="*/ 115613 h 1418896"/>
                        <a:gd name="connsiteX0-93" fmla="*/ 168165 w 3731172"/>
                        <a:gd name="connsiteY0-94" fmla="*/ 73572 h 1418896"/>
                        <a:gd name="connsiteX1-95" fmla="*/ 451945 w 3731172"/>
                        <a:gd name="connsiteY1-96" fmla="*/ 0 h 1418896"/>
                        <a:gd name="connsiteX2-97" fmla="*/ 1881352 w 3731172"/>
                        <a:gd name="connsiteY2-98" fmla="*/ 599089 h 1418896"/>
                        <a:gd name="connsiteX3-99" fmla="*/ 3363310 w 3731172"/>
                        <a:gd name="connsiteY3-100" fmla="*/ 0 h 1418896"/>
                        <a:gd name="connsiteX4-101" fmla="*/ 3584027 w 3731172"/>
                        <a:gd name="connsiteY4-102" fmla="*/ 73572 h 1418896"/>
                        <a:gd name="connsiteX5-103" fmla="*/ 2627586 w 3731172"/>
                        <a:gd name="connsiteY5-104" fmla="*/ 441434 h 1418896"/>
                        <a:gd name="connsiteX6-105" fmla="*/ 2596055 w 3731172"/>
                        <a:gd name="connsiteY6-106" fmla="*/ 914400 h 1418896"/>
                        <a:gd name="connsiteX7-107" fmla="*/ 3731172 w 3731172"/>
                        <a:gd name="connsiteY7-108" fmla="*/ 1345324 h 1418896"/>
                        <a:gd name="connsiteX8-109" fmla="*/ 3447393 w 3731172"/>
                        <a:gd name="connsiteY8-110" fmla="*/ 1408386 h 1418896"/>
                        <a:gd name="connsiteX9-111" fmla="*/ 1870841 w 3731172"/>
                        <a:gd name="connsiteY9-112" fmla="*/ 746234 h 1418896"/>
                        <a:gd name="connsiteX10-113" fmla="*/ 262758 w 3731172"/>
                        <a:gd name="connsiteY10-114" fmla="*/ 1418896 h 1418896"/>
                        <a:gd name="connsiteX11-115" fmla="*/ 0 w 3731172"/>
                        <a:gd name="connsiteY11-116" fmla="*/ 1324303 h 1418896"/>
                        <a:gd name="connsiteX12-117" fmla="*/ 1145627 w 3731172"/>
                        <a:gd name="connsiteY12-118" fmla="*/ 882869 h 1418896"/>
                        <a:gd name="connsiteX13-119" fmla="*/ 1114096 w 3731172"/>
                        <a:gd name="connsiteY13-120" fmla="*/ 409903 h 1418896"/>
                        <a:gd name="connsiteX14-121" fmla="*/ 147144 w 3731172"/>
                        <a:gd name="connsiteY14-122" fmla="*/ 63061 h 1418896"/>
                        <a:gd name="connsiteX0-123" fmla="*/ 168165 w 3731172"/>
                        <a:gd name="connsiteY0-124" fmla="*/ 73572 h 1418896"/>
                        <a:gd name="connsiteX1-125" fmla="*/ 451945 w 3731172"/>
                        <a:gd name="connsiteY1-126" fmla="*/ 0 h 1418896"/>
                        <a:gd name="connsiteX2-127" fmla="*/ 1881352 w 3731172"/>
                        <a:gd name="connsiteY2-128" fmla="*/ 599089 h 1418896"/>
                        <a:gd name="connsiteX3-129" fmla="*/ 3363310 w 3731172"/>
                        <a:gd name="connsiteY3-130" fmla="*/ 0 h 1418896"/>
                        <a:gd name="connsiteX4-131" fmla="*/ 3584027 w 3731172"/>
                        <a:gd name="connsiteY4-132" fmla="*/ 73572 h 1418896"/>
                        <a:gd name="connsiteX5-133" fmla="*/ 2627586 w 3731172"/>
                        <a:gd name="connsiteY5-134" fmla="*/ 441434 h 1418896"/>
                        <a:gd name="connsiteX6-135" fmla="*/ 2596055 w 3731172"/>
                        <a:gd name="connsiteY6-136" fmla="*/ 914400 h 1418896"/>
                        <a:gd name="connsiteX7-137" fmla="*/ 3731172 w 3731172"/>
                        <a:gd name="connsiteY7-138" fmla="*/ 1345324 h 1418896"/>
                        <a:gd name="connsiteX8-139" fmla="*/ 3447393 w 3731172"/>
                        <a:gd name="connsiteY8-140" fmla="*/ 1408386 h 1418896"/>
                        <a:gd name="connsiteX9-141" fmla="*/ 1870841 w 3731172"/>
                        <a:gd name="connsiteY9-142" fmla="*/ 746234 h 1418896"/>
                        <a:gd name="connsiteX10-143" fmla="*/ 262758 w 3731172"/>
                        <a:gd name="connsiteY10-144" fmla="*/ 1418896 h 1418896"/>
                        <a:gd name="connsiteX11-145" fmla="*/ 0 w 3731172"/>
                        <a:gd name="connsiteY11-146" fmla="*/ 1324303 h 1418896"/>
                        <a:gd name="connsiteX12-147" fmla="*/ 1145627 w 3731172"/>
                        <a:gd name="connsiteY12-148" fmla="*/ 882869 h 1418896"/>
                        <a:gd name="connsiteX13-149" fmla="*/ 1114096 w 3731172"/>
                        <a:gd name="connsiteY13-150" fmla="*/ 420413 h 1418896"/>
                        <a:gd name="connsiteX14-151" fmla="*/ 147144 w 3731172"/>
                        <a:gd name="connsiteY14-152" fmla="*/ 63061 h 1418896"/>
                        <a:gd name="connsiteX0-153" fmla="*/ 168165 w 3731172"/>
                        <a:gd name="connsiteY0-154" fmla="*/ 73572 h 1418896"/>
                        <a:gd name="connsiteX1-155" fmla="*/ 451945 w 3731172"/>
                        <a:gd name="connsiteY1-156" fmla="*/ 0 h 1418896"/>
                        <a:gd name="connsiteX2-157" fmla="*/ 1881352 w 3731172"/>
                        <a:gd name="connsiteY2-158" fmla="*/ 599089 h 1418896"/>
                        <a:gd name="connsiteX3-159" fmla="*/ 3363310 w 3731172"/>
                        <a:gd name="connsiteY3-160" fmla="*/ 0 h 1418896"/>
                        <a:gd name="connsiteX4-161" fmla="*/ 3584027 w 3731172"/>
                        <a:gd name="connsiteY4-162" fmla="*/ 73572 h 1418896"/>
                        <a:gd name="connsiteX5-163" fmla="*/ 2627586 w 3731172"/>
                        <a:gd name="connsiteY5-164" fmla="*/ 441434 h 1418896"/>
                        <a:gd name="connsiteX6-165" fmla="*/ 2596055 w 3731172"/>
                        <a:gd name="connsiteY6-166" fmla="*/ 914400 h 1418896"/>
                        <a:gd name="connsiteX7-167" fmla="*/ 3731172 w 3731172"/>
                        <a:gd name="connsiteY7-168" fmla="*/ 1345324 h 1418896"/>
                        <a:gd name="connsiteX8-169" fmla="*/ 3447393 w 3731172"/>
                        <a:gd name="connsiteY8-170" fmla="*/ 1408386 h 1418896"/>
                        <a:gd name="connsiteX9-171" fmla="*/ 1870841 w 3731172"/>
                        <a:gd name="connsiteY9-172" fmla="*/ 746234 h 1418896"/>
                        <a:gd name="connsiteX10-173" fmla="*/ 262758 w 3731172"/>
                        <a:gd name="connsiteY10-174" fmla="*/ 1418896 h 1418896"/>
                        <a:gd name="connsiteX11-175" fmla="*/ 0 w 3731172"/>
                        <a:gd name="connsiteY11-176" fmla="*/ 1324303 h 1418896"/>
                        <a:gd name="connsiteX12-177" fmla="*/ 1145627 w 3731172"/>
                        <a:gd name="connsiteY12-178" fmla="*/ 882869 h 1418896"/>
                        <a:gd name="connsiteX13-179" fmla="*/ 1114096 w 3731172"/>
                        <a:gd name="connsiteY13-180" fmla="*/ 420413 h 1418896"/>
                        <a:gd name="connsiteX14-181" fmla="*/ 189185 w 3731172"/>
                        <a:gd name="connsiteY14-182" fmla="*/ 84081 h 1418896"/>
                        <a:gd name="connsiteX0-183" fmla="*/ 168165 w 3731172"/>
                        <a:gd name="connsiteY0-184" fmla="*/ 73572 h 1418896"/>
                        <a:gd name="connsiteX1-185" fmla="*/ 451945 w 3731172"/>
                        <a:gd name="connsiteY1-186" fmla="*/ 0 h 1418896"/>
                        <a:gd name="connsiteX2-187" fmla="*/ 1881352 w 3731172"/>
                        <a:gd name="connsiteY2-188" fmla="*/ 599089 h 1418896"/>
                        <a:gd name="connsiteX3-189" fmla="*/ 3363310 w 3731172"/>
                        <a:gd name="connsiteY3-190" fmla="*/ 0 h 1418896"/>
                        <a:gd name="connsiteX4-191" fmla="*/ 3584027 w 3731172"/>
                        <a:gd name="connsiteY4-192" fmla="*/ 73572 h 1418896"/>
                        <a:gd name="connsiteX5-193" fmla="*/ 2627586 w 3731172"/>
                        <a:gd name="connsiteY5-194" fmla="*/ 441434 h 1418896"/>
                        <a:gd name="connsiteX6-195" fmla="*/ 2596055 w 3731172"/>
                        <a:gd name="connsiteY6-196" fmla="*/ 914400 h 1418896"/>
                        <a:gd name="connsiteX7-197" fmla="*/ 3731172 w 3731172"/>
                        <a:gd name="connsiteY7-198" fmla="*/ 1345324 h 1418896"/>
                        <a:gd name="connsiteX8-199" fmla="*/ 3447393 w 3731172"/>
                        <a:gd name="connsiteY8-200" fmla="*/ 1408386 h 1418896"/>
                        <a:gd name="connsiteX9-201" fmla="*/ 1870841 w 3731172"/>
                        <a:gd name="connsiteY9-202" fmla="*/ 746234 h 1418896"/>
                        <a:gd name="connsiteX10-203" fmla="*/ 262758 w 3731172"/>
                        <a:gd name="connsiteY10-204" fmla="*/ 1418896 h 1418896"/>
                        <a:gd name="connsiteX11-205" fmla="*/ 0 w 3731172"/>
                        <a:gd name="connsiteY11-206" fmla="*/ 1324303 h 1418896"/>
                        <a:gd name="connsiteX12-207" fmla="*/ 1145627 w 3731172"/>
                        <a:gd name="connsiteY12-208" fmla="*/ 882869 h 1418896"/>
                        <a:gd name="connsiteX13-209" fmla="*/ 1114096 w 3731172"/>
                        <a:gd name="connsiteY13-210" fmla="*/ 420413 h 1418896"/>
                        <a:gd name="connsiteX14-211" fmla="*/ 189185 w 3731172"/>
                        <a:gd name="connsiteY14-212" fmla="*/ 84081 h 1418896"/>
                        <a:gd name="connsiteX15-213" fmla="*/ 168165 w 3731172"/>
                        <a:gd name="connsiteY15-214" fmla="*/ 73572 h 1418896"/>
                        <a:gd name="connsiteX0-215" fmla="*/ 168165 w 3731172"/>
                        <a:gd name="connsiteY0-216" fmla="*/ 73572 h 1418896"/>
                        <a:gd name="connsiteX1-217" fmla="*/ 451945 w 3731172"/>
                        <a:gd name="connsiteY1-218" fmla="*/ 0 h 1418896"/>
                        <a:gd name="connsiteX2-219" fmla="*/ 1881352 w 3731172"/>
                        <a:gd name="connsiteY2-220" fmla="*/ 599089 h 1418896"/>
                        <a:gd name="connsiteX3-221" fmla="*/ 3363310 w 3731172"/>
                        <a:gd name="connsiteY3-222" fmla="*/ 0 h 1418896"/>
                        <a:gd name="connsiteX4-223" fmla="*/ 3584027 w 3731172"/>
                        <a:gd name="connsiteY4-224" fmla="*/ 73572 h 1418896"/>
                        <a:gd name="connsiteX5-225" fmla="*/ 2627586 w 3731172"/>
                        <a:gd name="connsiteY5-226" fmla="*/ 441434 h 1418896"/>
                        <a:gd name="connsiteX6-227" fmla="*/ 2596055 w 3731172"/>
                        <a:gd name="connsiteY6-228" fmla="*/ 914400 h 1418896"/>
                        <a:gd name="connsiteX7-229" fmla="*/ 3731172 w 3731172"/>
                        <a:gd name="connsiteY7-230" fmla="*/ 1345324 h 1418896"/>
                        <a:gd name="connsiteX8-231" fmla="*/ 3447393 w 3731172"/>
                        <a:gd name="connsiteY8-232" fmla="*/ 1408386 h 1418896"/>
                        <a:gd name="connsiteX9-233" fmla="*/ 1870841 w 3731172"/>
                        <a:gd name="connsiteY9-234" fmla="*/ 746234 h 1418896"/>
                        <a:gd name="connsiteX10-235" fmla="*/ 262758 w 3731172"/>
                        <a:gd name="connsiteY10-236" fmla="*/ 1418896 h 1418896"/>
                        <a:gd name="connsiteX11-237" fmla="*/ 0 w 3731172"/>
                        <a:gd name="connsiteY11-238" fmla="*/ 1324303 h 1418896"/>
                        <a:gd name="connsiteX12-239" fmla="*/ 1145627 w 3731172"/>
                        <a:gd name="connsiteY12-240" fmla="*/ 882869 h 1418896"/>
                        <a:gd name="connsiteX13-241" fmla="*/ 1156137 w 3731172"/>
                        <a:gd name="connsiteY13-242" fmla="*/ 441434 h 1418896"/>
                        <a:gd name="connsiteX14-243" fmla="*/ 189185 w 3731172"/>
                        <a:gd name="connsiteY14-244" fmla="*/ 84081 h 1418896"/>
                        <a:gd name="connsiteX15-245" fmla="*/ 168165 w 3731172"/>
                        <a:gd name="connsiteY15-246" fmla="*/ 73572 h 1418896"/>
                        <a:gd name="connsiteX0-247" fmla="*/ 168165 w 3731172"/>
                        <a:gd name="connsiteY0-248" fmla="*/ 73572 h 1418896"/>
                        <a:gd name="connsiteX1-249" fmla="*/ 451945 w 3731172"/>
                        <a:gd name="connsiteY1-250" fmla="*/ 0 h 1418896"/>
                        <a:gd name="connsiteX2-251" fmla="*/ 1881352 w 3731172"/>
                        <a:gd name="connsiteY2-252" fmla="*/ 599089 h 1418896"/>
                        <a:gd name="connsiteX3-253" fmla="*/ 3363310 w 3731172"/>
                        <a:gd name="connsiteY3-254" fmla="*/ 0 h 1418896"/>
                        <a:gd name="connsiteX4-255" fmla="*/ 3584027 w 3731172"/>
                        <a:gd name="connsiteY4-256" fmla="*/ 73572 h 1418896"/>
                        <a:gd name="connsiteX5-257" fmla="*/ 2627586 w 3731172"/>
                        <a:gd name="connsiteY5-258" fmla="*/ 441434 h 1418896"/>
                        <a:gd name="connsiteX6-259" fmla="*/ 2596055 w 3731172"/>
                        <a:gd name="connsiteY6-260" fmla="*/ 914400 h 1418896"/>
                        <a:gd name="connsiteX7-261" fmla="*/ 3731172 w 3731172"/>
                        <a:gd name="connsiteY7-262" fmla="*/ 1345324 h 1418896"/>
                        <a:gd name="connsiteX8-263" fmla="*/ 3447393 w 3731172"/>
                        <a:gd name="connsiteY8-264" fmla="*/ 1408386 h 1418896"/>
                        <a:gd name="connsiteX9-265" fmla="*/ 1870841 w 3731172"/>
                        <a:gd name="connsiteY9-266" fmla="*/ 746234 h 1418896"/>
                        <a:gd name="connsiteX10-267" fmla="*/ 262758 w 3731172"/>
                        <a:gd name="connsiteY10-268" fmla="*/ 1418896 h 1418896"/>
                        <a:gd name="connsiteX11-269" fmla="*/ 0 w 3731172"/>
                        <a:gd name="connsiteY11-270" fmla="*/ 1324303 h 1418896"/>
                        <a:gd name="connsiteX12-271" fmla="*/ 1145627 w 3731172"/>
                        <a:gd name="connsiteY12-272" fmla="*/ 882869 h 1418896"/>
                        <a:gd name="connsiteX13-273" fmla="*/ 1145626 w 3731172"/>
                        <a:gd name="connsiteY13-274" fmla="*/ 451945 h 1418896"/>
                        <a:gd name="connsiteX14-275" fmla="*/ 189185 w 3731172"/>
                        <a:gd name="connsiteY14-276" fmla="*/ 84081 h 1418896"/>
                        <a:gd name="connsiteX15-277" fmla="*/ 168165 w 3731172"/>
                        <a:gd name="connsiteY15-278" fmla="*/ 73572 h 1418896"/>
                        <a:gd name="connsiteX0-279" fmla="*/ 168165 w 3731172"/>
                        <a:gd name="connsiteY0-280" fmla="*/ 73572 h 1418896"/>
                        <a:gd name="connsiteX1-281" fmla="*/ 451945 w 3731172"/>
                        <a:gd name="connsiteY1-282" fmla="*/ 0 h 1418896"/>
                        <a:gd name="connsiteX2-283" fmla="*/ 1881352 w 3731172"/>
                        <a:gd name="connsiteY2-284" fmla="*/ 599089 h 1418896"/>
                        <a:gd name="connsiteX3-285" fmla="*/ 3363310 w 3731172"/>
                        <a:gd name="connsiteY3-286" fmla="*/ 0 h 1418896"/>
                        <a:gd name="connsiteX4-287" fmla="*/ 3584027 w 3731172"/>
                        <a:gd name="connsiteY4-288" fmla="*/ 73572 h 1418896"/>
                        <a:gd name="connsiteX5-289" fmla="*/ 2627586 w 3731172"/>
                        <a:gd name="connsiteY5-290" fmla="*/ 441434 h 1418896"/>
                        <a:gd name="connsiteX6-291" fmla="*/ 2596055 w 3731172"/>
                        <a:gd name="connsiteY6-292" fmla="*/ 914400 h 1418896"/>
                        <a:gd name="connsiteX7-293" fmla="*/ 3731172 w 3731172"/>
                        <a:gd name="connsiteY7-294" fmla="*/ 1345324 h 1418896"/>
                        <a:gd name="connsiteX8-295" fmla="*/ 3447393 w 3731172"/>
                        <a:gd name="connsiteY8-296" fmla="*/ 1408386 h 1418896"/>
                        <a:gd name="connsiteX9-297" fmla="*/ 1870841 w 3731172"/>
                        <a:gd name="connsiteY9-298" fmla="*/ 746234 h 1418896"/>
                        <a:gd name="connsiteX10-299" fmla="*/ 262758 w 3731172"/>
                        <a:gd name="connsiteY10-300" fmla="*/ 1418896 h 1418896"/>
                        <a:gd name="connsiteX11-301" fmla="*/ 0 w 3731172"/>
                        <a:gd name="connsiteY11-302" fmla="*/ 1324303 h 1418896"/>
                        <a:gd name="connsiteX12-303" fmla="*/ 1145627 w 3731172"/>
                        <a:gd name="connsiteY12-304" fmla="*/ 903890 h 1418896"/>
                        <a:gd name="connsiteX13-305" fmla="*/ 1145626 w 3731172"/>
                        <a:gd name="connsiteY13-306" fmla="*/ 451945 h 1418896"/>
                        <a:gd name="connsiteX14-307" fmla="*/ 189185 w 3731172"/>
                        <a:gd name="connsiteY14-308" fmla="*/ 84081 h 1418896"/>
                        <a:gd name="connsiteX15-309" fmla="*/ 168165 w 3731172"/>
                        <a:gd name="connsiteY15-310" fmla="*/ 73572 h 1418896"/>
                        <a:gd name="connsiteX0-311" fmla="*/ 147144 w 3710151"/>
                        <a:gd name="connsiteY0-312" fmla="*/ 73572 h 1418896"/>
                        <a:gd name="connsiteX1-313" fmla="*/ 430924 w 3710151"/>
                        <a:gd name="connsiteY1-314" fmla="*/ 0 h 1418896"/>
                        <a:gd name="connsiteX2-315" fmla="*/ 1860331 w 3710151"/>
                        <a:gd name="connsiteY2-316" fmla="*/ 599089 h 1418896"/>
                        <a:gd name="connsiteX3-317" fmla="*/ 3342289 w 3710151"/>
                        <a:gd name="connsiteY3-318" fmla="*/ 0 h 1418896"/>
                        <a:gd name="connsiteX4-319" fmla="*/ 3563006 w 3710151"/>
                        <a:gd name="connsiteY4-320" fmla="*/ 73572 h 1418896"/>
                        <a:gd name="connsiteX5-321" fmla="*/ 2606565 w 3710151"/>
                        <a:gd name="connsiteY5-322" fmla="*/ 441434 h 1418896"/>
                        <a:gd name="connsiteX6-323" fmla="*/ 2575034 w 3710151"/>
                        <a:gd name="connsiteY6-324" fmla="*/ 914400 h 1418896"/>
                        <a:gd name="connsiteX7-325" fmla="*/ 3710151 w 3710151"/>
                        <a:gd name="connsiteY7-326" fmla="*/ 1345324 h 1418896"/>
                        <a:gd name="connsiteX8-327" fmla="*/ 3426372 w 3710151"/>
                        <a:gd name="connsiteY8-328" fmla="*/ 1408386 h 1418896"/>
                        <a:gd name="connsiteX9-329" fmla="*/ 1849820 w 3710151"/>
                        <a:gd name="connsiteY9-330" fmla="*/ 746234 h 1418896"/>
                        <a:gd name="connsiteX10-331" fmla="*/ 241737 w 3710151"/>
                        <a:gd name="connsiteY10-332" fmla="*/ 1418896 h 1418896"/>
                        <a:gd name="connsiteX11-333" fmla="*/ 0 w 3710151"/>
                        <a:gd name="connsiteY11-334" fmla="*/ 1334814 h 1418896"/>
                        <a:gd name="connsiteX12-335" fmla="*/ 1124606 w 3710151"/>
                        <a:gd name="connsiteY12-336" fmla="*/ 903890 h 1418896"/>
                        <a:gd name="connsiteX13-337" fmla="*/ 1124605 w 3710151"/>
                        <a:gd name="connsiteY13-338" fmla="*/ 451945 h 1418896"/>
                        <a:gd name="connsiteX14-339" fmla="*/ 168164 w 3710151"/>
                        <a:gd name="connsiteY14-340" fmla="*/ 84081 h 1418896"/>
                        <a:gd name="connsiteX15-341" fmla="*/ 147144 w 3710151"/>
                        <a:gd name="connsiteY15-342" fmla="*/ 73572 h 1418896"/>
                        <a:gd name="connsiteX0-343" fmla="*/ 147144 w 3710151"/>
                        <a:gd name="connsiteY0-344" fmla="*/ 73572 h 1418896"/>
                        <a:gd name="connsiteX1-345" fmla="*/ 430924 w 3710151"/>
                        <a:gd name="connsiteY1-346" fmla="*/ 0 h 1418896"/>
                        <a:gd name="connsiteX2-347" fmla="*/ 1860331 w 3710151"/>
                        <a:gd name="connsiteY2-348" fmla="*/ 599089 h 1418896"/>
                        <a:gd name="connsiteX3-349" fmla="*/ 3342289 w 3710151"/>
                        <a:gd name="connsiteY3-350" fmla="*/ 0 h 1418896"/>
                        <a:gd name="connsiteX4-351" fmla="*/ 3563006 w 3710151"/>
                        <a:gd name="connsiteY4-352" fmla="*/ 73572 h 1418896"/>
                        <a:gd name="connsiteX5-353" fmla="*/ 2606565 w 3710151"/>
                        <a:gd name="connsiteY5-354" fmla="*/ 441434 h 1418896"/>
                        <a:gd name="connsiteX6-355" fmla="*/ 2606565 w 3710151"/>
                        <a:gd name="connsiteY6-356" fmla="*/ 924910 h 1418896"/>
                        <a:gd name="connsiteX7-357" fmla="*/ 3710151 w 3710151"/>
                        <a:gd name="connsiteY7-358" fmla="*/ 1345324 h 1418896"/>
                        <a:gd name="connsiteX8-359" fmla="*/ 3426372 w 3710151"/>
                        <a:gd name="connsiteY8-360" fmla="*/ 1408386 h 1418896"/>
                        <a:gd name="connsiteX9-361" fmla="*/ 1849820 w 3710151"/>
                        <a:gd name="connsiteY9-362" fmla="*/ 746234 h 1418896"/>
                        <a:gd name="connsiteX10-363" fmla="*/ 241737 w 3710151"/>
                        <a:gd name="connsiteY10-364" fmla="*/ 1418896 h 1418896"/>
                        <a:gd name="connsiteX11-365" fmla="*/ 0 w 3710151"/>
                        <a:gd name="connsiteY11-366" fmla="*/ 1334814 h 1418896"/>
                        <a:gd name="connsiteX12-367" fmla="*/ 1124606 w 3710151"/>
                        <a:gd name="connsiteY12-368" fmla="*/ 903890 h 1418896"/>
                        <a:gd name="connsiteX13-369" fmla="*/ 1124605 w 3710151"/>
                        <a:gd name="connsiteY13-370" fmla="*/ 451945 h 1418896"/>
                        <a:gd name="connsiteX14-371" fmla="*/ 168164 w 3710151"/>
                        <a:gd name="connsiteY14-372" fmla="*/ 84081 h 1418896"/>
                        <a:gd name="connsiteX15-373" fmla="*/ 147144 w 3710151"/>
                        <a:gd name="connsiteY15-374" fmla="*/ 73572 h 1418896"/>
                        <a:gd name="connsiteX0-375" fmla="*/ 147144 w 3710151"/>
                        <a:gd name="connsiteY0-376" fmla="*/ 73572 h 1418896"/>
                        <a:gd name="connsiteX1-377" fmla="*/ 430924 w 3710151"/>
                        <a:gd name="connsiteY1-378" fmla="*/ 0 h 1418896"/>
                        <a:gd name="connsiteX2-379" fmla="*/ 1860331 w 3710151"/>
                        <a:gd name="connsiteY2-380" fmla="*/ 599089 h 1418896"/>
                        <a:gd name="connsiteX3-381" fmla="*/ 3342289 w 3710151"/>
                        <a:gd name="connsiteY3-382" fmla="*/ 0 h 1418896"/>
                        <a:gd name="connsiteX4-383" fmla="*/ 3563006 w 3710151"/>
                        <a:gd name="connsiteY4-384" fmla="*/ 73572 h 1418896"/>
                        <a:gd name="connsiteX5-385" fmla="*/ 2606565 w 3710151"/>
                        <a:gd name="connsiteY5-386" fmla="*/ 441434 h 1418896"/>
                        <a:gd name="connsiteX6-387" fmla="*/ 2610282 w 3710151"/>
                        <a:gd name="connsiteY6-388" fmla="*/ 902607 h 1418896"/>
                        <a:gd name="connsiteX7-389" fmla="*/ 3710151 w 3710151"/>
                        <a:gd name="connsiteY7-390" fmla="*/ 1345324 h 1418896"/>
                        <a:gd name="connsiteX8-391" fmla="*/ 3426372 w 3710151"/>
                        <a:gd name="connsiteY8-392" fmla="*/ 1408386 h 1418896"/>
                        <a:gd name="connsiteX9-393" fmla="*/ 1849820 w 3710151"/>
                        <a:gd name="connsiteY9-394" fmla="*/ 746234 h 1418896"/>
                        <a:gd name="connsiteX10-395" fmla="*/ 241737 w 3710151"/>
                        <a:gd name="connsiteY10-396" fmla="*/ 1418896 h 1418896"/>
                        <a:gd name="connsiteX11-397" fmla="*/ 0 w 3710151"/>
                        <a:gd name="connsiteY11-398" fmla="*/ 1334814 h 1418896"/>
                        <a:gd name="connsiteX12-399" fmla="*/ 1124606 w 3710151"/>
                        <a:gd name="connsiteY12-400" fmla="*/ 903890 h 1418896"/>
                        <a:gd name="connsiteX13-401" fmla="*/ 1124605 w 3710151"/>
                        <a:gd name="connsiteY13-402" fmla="*/ 451945 h 1418896"/>
                        <a:gd name="connsiteX14-403" fmla="*/ 168164 w 3710151"/>
                        <a:gd name="connsiteY14-404" fmla="*/ 84081 h 1418896"/>
                        <a:gd name="connsiteX15-405" fmla="*/ 147144 w 3710151"/>
                        <a:gd name="connsiteY15-406" fmla="*/ 73572 h 1418896"/>
                        <a:gd name="connsiteX0-407" fmla="*/ 147144 w 3710151"/>
                        <a:gd name="connsiteY0-408" fmla="*/ 73572 h 1418896"/>
                        <a:gd name="connsiteX1-409" fmla="*/ 430924 w 3710151"/>
                        <a:gd name="connsiteY1-410" fmla="*/ 0 h 1418896"/>
                        <a:gd name="connsiteX2-411" fmla="*/ 1860331 w 3710151"/>
                        <a:gd name="connsiteY2-412" fmla="*/ 599089 h 1418896"/>
                        <a:gd name="connsiteX3-413" fmla="*/ 3342289 w 3710151"/>
                        <a:gd name="connsiteY3-414" fmla="*/ 0 h 1418896"/>
                        <a:gd name="connsiteX4-415" fmla="*/ 3563006 w 3710151"/>
                        <a:gd name="connsiteY4-416" fmla="*/ 73572 h 1418896"/>
                        <a:gd name="connsiteX5-417" fmla="*/ 2617717 w 3710151"/>
                        <a:gd name="connsiteY5-418" fmla="*/ 445151 h 1418896"/>
                        <a:gd name="connsiteX6-419" fmla="*/ 2610282 w 3710151"/>
                        <a:gd name="connsiteY6-420" fmla="*/ 902607 h 1418896"/>
                        <a:gd name="connsiteX7-421" fmla="*/ 3710151 w 3710151"/>
                        <a:gd name="connsiteY7-422" fmla="*/ 1345324 h 1418896"/>
                        <a:gd name="connsiteX8-423" fmla="*/ 3426372 w 3710151"/>
                        <a:gd name="connsiteY8-424" fmla="*/ 1408386 h 1418896"/>
                        <a:gd name="connsiteX9-425" fmla="*/ 1849820 w 3710151"/>
                        <a:gd name="connsiteY9-426" fmla="*/ 746234 h 1418896"/>
                        <a:gd name="connsiteX10-427" fmla="*/ 241737 w 3710151"/>
                        <a:gd name="connsiteY10-428" fmla="*/ 1418896 h 1418896"/>
                        <a:gd name="connsiteX11-429" fmla="*/ 0 w 3710151"/>
                        <a:gd name="connsiteY11-430" fmla="*/ 1334814 h 1418896"/>
                        <a:gd name="connsiteX12-431" fmla="*/ 1124606 w 3710151"/>
                        <a:gd name="connsiteY12-432" fmla="*/ 903890 h 1418896"/>
                        <a:gd name="connsiteX13-433" fmla="*/ 1124605 w 3710151"/>
                        <a:gd name="connsiteY13-434" fmla="*/ 451945 h 1418896"/>
                        <a:gd name="connsiteX14-435" fmla="*/ 168164 w 3710151"/>
                        <a:gd name="connsiteY14-436" fmla="*/ 84081 h 1418896"/>
                        <a:gd name="connsiteX15-437" fmla="*/ 147144 w 3710151"/>
                        <a:gd name="connsiteY15-438" fmla="*/ 73572 h 1418896"/>
                        <a:gd name="connsiteX0-439" fmla="*/ 147144 w 3710151"/>
                        <a:gd name="connsiteY0-440" fmla="*/ 73572 h 1418896"/>
                        <a:gd name="connsiteX1-441" fmla="*/ 430924 w 3710151"/>
                        <a:gd name="connsiteY1-442" fmla="*/ 0 h 1418896"/>
                        <a:gd name="connsiteX2-443" fmla="*/ 1860331 w 3710151"/>
                        <a:gd name="connsiteY2-444" fmla="*/ 599089 h 1418896"/>
                        <a:gd name="connsiteX3-445" fmla="*/ 3342289 w 3710151"/>
                        <a:gd name="connsiteY3-446" fmla="*/ 0 h 1418896"/>
                        <a:gd name="connsiteX4-447" fmla="*/ 3563006 w 3710151"/>
                        <a:gd name="connsiteY4-448" fmla="*/ 73572 h 1418896"/>
                        <a:gd name="connsiteX5-449" fmla="*/ 2617717 w 3710151"/>
                        <a:gd name="connsiteY5-450" fmla="*/ 448868 h 1418896"/>
                        <a:gd name="connsiteX6-451" fmla="*/ 2610282 w 3710151"/>
                        <a:gd name="connsiteY6-452" fmla="*/ 902607 h 1418896"/>
                        <a:gd name="connsiteX7-453" fmla="*/ 3710151 w 3710151"/>
                        <a:gd name="connsiteY7-454" fmla="*/ 1345324 h 1418896"/>
                        <a:gd name="connsiteX8-455" fmla="*/ 3426372 w 3710151"/>
                        <a:gd name="connsiteY8-456" fmla="*/ 1408386 h 1418896"/>
                        <a:gd name="connsiteX9-457" fmla="*/ 1849820 w 3710151"/>
                        <a:gd name="connsiteY9-458" fmla="*/ 746234 h 1418896"/>
                        <a:gd name="connsiteX10-459" fmla="*/ 241737 w 3710151"/>
                        <a:gd name="connsiteY10-460" fmla="*/ 1418896 h 1418896"/>
                        <a:gd name="connsiteX11-461" fmla="*/ 0 w 3710151"/>
                        <a:gd name="connsiteY11-462" fmla="*/ 1334814 h 1418896"/>
                        <a:gd name="connsiteX12-463" fmla="*/ 1124606 w 3710151"/>
                        <a:gd name="connsiteY12-464" fmla="*/ 903890 h 1418896"/>
                        <a:gd name="connsiteX13-465" fmla="*/ 1124605 w 3710151"/>
                        <a:gd name="connsiteY13-466" fmla="*/ 451945 h 1418896"/>
                        <a:gd name="connsiteX14-467" fmla="*/ 168164 w 3710151"/>
                        <a:gd name="connsiteY14-468" fmla="*/ 84081 h 1418896"/>
                        <a:gd name="connsiteX15-469" fmla="*/ 147144 w 3710151"/>
                        <a:gd name="connsiteY15-470" fmla="*/ 73572 h 1418896"/>
                        <a:gd name="connsiteX0-471" fmla="*/ 147144 w 3710151"/>
                        <a:gd name="connsiteY0-472" fmla="*/ 73572 h 1418896"/>
                        <a:gd name="connsiteX1-473" fmla="*/ 430924 w 3710151"/>
                        <a:gd name="connsiteY1-474" fmla="*/ 0 h 1418896"/>
                        <a:gd name="connsiteX2-475" fmla="*/ 1838028 w 3710151"/>
                        <a:gd name="connsiteY2-476" fmla="*/ 591655 h 1418896"/>
                        <a:gd name="connsiteX3-477" fmla="*/ 3342289 w 3710151"/>
                        <a:gd name="connsiteY3-478" fmla="*/ 0 h 1418896"/>
                        <a:gd name="connsiteX4-479" fmla="*/ 3563006 w 3710151"/>
                        <a:gd name="connsiteY4-480" fmla="*/ 73572 h 1418896"/>
                        <a:gd name="connsiteX5-481" fmla="*/ 2617717 w 3710151"/>
                        <a:gd name="connsiteY5-482" fmla="*/ 448868 h 1418896"/>
                        <a:gd name="connsiteX6-483" fmla="*/ 2610282 w 3710151"/>
                        <a:gd name="connsiteY6-484" fmla="*/ 902607 h 1418896"/>
                        <a:gd name="connsiteX7-485" fmla="*/ 3710151 w 3710151"/>
                        <a:gd name="connsiteY7-486" fmla="*/ 1345324 h 1418896"/>
                        <a:gd name="connsiteX8-487" fmla="*/ 3426372 w 3710151"/>
                        <a:gd name="connsiteY8-488" fmla="*/ 1408386 h 1418896"/>
                        <a:gd name="connsiteX9-489" fmla="*/ 1849820 w 3710151"/>
                        <a:gd name="connsiteY9-490" fmla="*/ 746234 h 1418896"/>
                        <a:gd name="connsiteX10-491" fmla="*/ 241737 w 3710151"/>
                        <a:gd name="connsiteY10-492" fmla="*/ 1418896 h 1418896"/>
                        <a:gd name="connsiteX11-493" fmla="*/ 0 w 3710151"/>
                        <a:gd name="connsiteY11-494" fmla="*/ 1334814 h 1418896"/>
                        <a:gd name="connsiteX12-495" fmla="*/ 1124606 w 3710151"/>
                        <a:gd name="connsiteY12-496" fmla="*/ 903890 h 1418896"/>
                        <a:gd name="connsiteX13-497" fmla="*/ 1124605 w 3710151"/>
                        <a:gd name="connsiteY13-498" fmla="*/ 451945 h 1418896"/>
                        <a:gd name="connsiteX14-499" fmla="*/ 168164 w 3710151"/>
                        <a:gd name="connsiteY14-500" fmla="*/ 84081 h 1418896"/>
                        <a:gd name="connsiteX15-501" fmla="*/ 147144 w 3710151"/>
                        <a:gd name="connsiteY15-502" fmla="*/ 73572 h 1418896"/>
                        <a:gd name="connsiteX0-503" fmla="*/ 147144 w 3710151"/>
                        <a:gd name="connsiteY0-504" fmla="*/ 73572 h 1418896"/>
                        <a:gd name="connsiteX1-505" fmla="*/ 430924 w 3710151"/>
                        <a:gd name="connsiteY1-506" fmla="*/ 0 h 1418896"/>
                        <a:gd name="connsiteX2-507" fmla="*/ 1838028 w 3710151"/>
                        <a:gd name="connsiteY2-508" fmla="*/ 591655 h 1418896"/>
                        <a:gd name="connsiteX3-509" fmla="*/ 3342289 w 3710151"/>
                        <a:gd name="connsiteY3-510" fmla="*/ 0 h 1418896"/>
                        <a:gd name="connsiteX4-511" fmla="*/ 3563006 w 3710151"/>
                        <a:gd name="connsiteY4-512" fmla="*/ 73572 h 1418896"/>
                        <a:gd name="connsiteX5-513" fmla="*/ 2617717 w 3710151"/>
                        <a:gd name="connsiteY5-514" fmla="*/ 448868 h 1418896"/>
                        <a:gd name="connsiteX6-515" fmla="*/ 2610282 w 3710151"/>
                        <a:gd name="connsiteY6-516" fmla="*/ 902607 h 1418896"/>
                        <a:gd name="connsiteX7-517" fmla="*/ 3710151 w 3710151"/>
                        <a:gd name="connsiteY7-518" fmla="*/ 1345324 h 1418896"/>
                        <a:gd name="connsiteX8-519" fmla="*/ 3426372 w 3710151"/>
                        <a:gd name="connsiteY8-520" fmla="*/ 1408386 h 1418896"/>
                        <a:gd name="connsiteX9-521" fmla="*/ 1849820 w 3710151"/>
                        <a:gd name="connsiteY9-522" fmla="*/ 746234 h 1418896"/>
                        <a:gd name="connsiteX10-523" fmla="*/ 241737 w 3710151"/>
                        <a:gd name="connsiteY10-524" fmla="*/ 1418896 h 1418896"/>
                        <a:gd name="connsiteX11-525" fmla="*/ 0 w 3710151"/>
                        <a:gd name="connsiteY11-526" fmla="*/ 1334814 h 1418896"/>
                        <a:gd name="connsiteX12-527" fmla="*/ 1124606 w 3710151"/>
                        <a:gd name="connsiteY12-528" fmla="*/ 903890 h 1418896"/>
                        <a:gd name="connsiteX13-529" fmla="*/ 1087434 w 3710151"/>
                        <a:gd name="connsiteY13-530" fmla="*/ 451945 h 1418896"/>
                        <a:gd name="connsiteX14-531" fmla="*/ 168164 w 3710151"/>
                        <a:gd name="connsiteY14-532" fmla="*/ 84081 h 1418896"/>
                        <a:gd name="connsiteX15-533" fmla="*/ 147144 w 3710151"/>
                        <a:gd name="connsiteY15-534" fmla="*/ 73572 h 1418896"/>
                        <a:gd name="connsiteX0-535" fmla="*/ 147144 w 3710151"/>
                        <a:gd name="connsiteY0-536" fmla="*/ 73572 h 1418896"/>
                        <a:gd name="connsiteX1-537" fmla="*/ 430924 w 3710151"/>
                        <a:gd name="connsiteY1-538" fmla="*/ 0 h 1418896"/>
                        <a:gd name="connsiteX2-539" fmla="*/ 1838028 w 3710151"/>
                        <a:gd name="connsiteY2-540" fmla="*/ 591655 h 1418896"/>
                        <a:gd name="connsiteX3-541" fmla="*/ 3342289 w 3710151"/>
                        <a:gd name="connsiteY3-542" fmla="*/ 0 h 1418896"/>
                        <a:gd name="connsiteX4-543" fmla="*/ 3563006 w 3710151"/>
                        <a:gd name="connsiteY4-544" fmla="*/ 73572 h 1418896"/>
                        <a:gd name="connsiteX5-545" fmla="*/ 2617717 w 3710151"/>
                        <a:gd name="connsiteY5-546" fmla="*/ 448868 h 1418896"/>
                        <a:gd name="connsiteX6-547" fmla="*/ 2610282 w 3710151"/>
                        <a:gd name="connsiteY6-548" fmla="*/ 902607 h 1418896"/>
                        <a:gd name="connsiteX7-549" fmla="*/ 3710151 w 3710151"/>
                        <a:gd name="connsiteY7-550" fmla="*/ 1345324 h 1418896"/>
                        <a:gd name="connsiteX8-551" fmla="*/ 3426372 w 3710151"/>
                        <a:gd name="connsiteY8-552" fmla="*/ 1408386 h 1418896"/>
                        <a:gd name="connsiteX9-553" fmla="*/ 1849820 w 3710151"/>
                        <a:gd name="connsiteY9-554" fmla="*/ 746234 h 1418896"/>
                        <a:gd name="connsiteX10-555" fmla="*/ 241737 w 3710151"/>
                        <a:gd name="connsiteY10-556" fmla="*/ 1418896 h 1418896"/>
                        <a:gd name="connsiteX11-557" fmla="*/ 0 w 3710151"/>
                        <a:gd name="connsiteY11-558" fmla="*/ 1334814 h 1418896"/>
                        <a:gd name="connsiteX12-559" fmla="*/ 1098586 w 3710151"/>
                        <a:gd name="connsiteY12-560" fmla="*/ 903890 h 1418896"/>
                        <a:gd name="connsiteX13-561" fmla="*/ 1087434 w 3710151"/>
                        <a:gd name="connsiteY13-562" fmla="*/ 451945 h 1418896"/>
                        <a:gd name="connsiteX14-563" fmla="*/ 168164 w 3710151"/>
                        <a:gd name="connsiteY14-564" fmla="*/ 84081 h 1418896"/>
                        <a:gd name="connsiteX15-565" fmla="*/ 147144 w 3710151"/>
                        <a:gd name="connsiteY15-566" fmla="*/ 73572 h 1418896"/>
                        <a:gd name="connsiteX0-567" fmla="*/ 162012 w 3725019"/>
                        <a:gd name="connsiteY0-568" fmla="*/ 73572 h 1418896"/>
                        <a:gd name="connsiteX1-569" fmla="*/ 445792 w 3725019"/>
                        <a:gd name="connsiteY1-570" fmla="*/ 0 h 1418896"/>
                        <a:gd name="connsiteX2-571" fmla="*/ 1852896 w 3725019"/>
                        <a:gd name="connsiteY2-572" fmla="*/ 591655 h 1418896"/>
                        <a:gd name="connsiteX3-573" fmla="*/ 3357157 w 3725019"/>
                        <a:gd name="connsiteY3-574" fmla="*/ 0 h 1418896"/>
                        <a:gd name="connsiteX4-575" fmla="*/ 3577874 w 3725019"/>
                        <a:gd name="connsiteY4-576" fmla="*/ 73572 h 1418896"/>
                        <a:gd name="connsiteX5-577" fmla="*/ 2632585 w 3725019"/>
                        <a:gd name="connsiteY5-578" fmla="*/ 448868 h 1418896"/>
                        <a:gd name="connsiteX6-579" fmla="*/ 2625150 w 3725019"/>
                        <a:gd name="connsiteY6-580" fmla="*/ 902607 h 1418896"/>
                        <a:gd name="connsiteX7-581" fmla="*/ 3725019 w 3725019"/>
                        <a:gd name="connsiteY7-582" fmla="*/ 1345324 h 1418896"/>
                        <a:gd name="connsiteX8-583" fmla="*/ 3441240 w 3725019"/>
                        <a:gd name="connsiteY8-584" fmla="*/ 1408386 h 1418896"/>
                        <a:gd name="connsiteX9-585" fmla="*/ 1864688 w 3725019"/>
                        <a:gd name="connsiteY9-586" fmla="*/ 746234 h 1418896"/>
                        <a:gd name="connsiteX10-587" fmla="*/ 256605 w 3725019"/>
                        <a:gd name="connsiteY10-588" fmla="*/ 1418896 h 1418896"/>
                        <a:gd name="connsiteX11-589" fmla="*/ 0 w 3725019"/>
                        <a:gd name="connsiteY11-590" fmla="*/ 1331097 h 1418896"/>
                        <a:gd name="connsiteX12-591" fmla="*/ 1113454 w 3725019"/>
                        <a:gd name="connsiteY12-592" fmla="*/ 903890 h 1418896"/>
                        <a:gd name="connsiteX13-593" fmla="*/ 1102302 w 3725019"/>
                        <a:gd name="connsiteY13-594" fmla="*/ 451945 h 1418896"/>
                        <a:gd name="connsiteX14-595" fmla="*/ 183032 w 3725019"/>
                        <a:gd name="connsiteY14-596" fmla="*/ 84081 h 1418896"/>
                        <a:gd name="connsiteX15-597" fmla="*/ 162012 w 3725019"/>
                        <a:gd name="connsiteY15-598" fmla="*/ 73572 h 141889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  <a:cxn ang="0">
                          <a:pos x="connsiteX11-23" y="connsiteY11-24"/>
                        </a:cxn>
                        <a:cxn ang="0">
                          <a:pos x="connsiteX12-25" y="connsiteY12-26"/>
                        </a:cxn>
                        <a:cxn ang="0">
                          <a:pos x="connsiteX13-27" y="connsiteY13-28"/>
                        </a:cxn>
                        <a:cxn ang="0">
                          <a:pos x="connsiteX14-29" y="connsiteY14-30"/>
                        </a:cxn>
                        <a:cxn ang="0">
                          <a:pos x="connsiteX15-31" y="connsiteY15-32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463" name="Group 462"/>
                <p:cNvGrpSpPr/>
                <p:nvPr/>
              </p:nvGrpSpPr>
              <p:grpSpPr>
                <a:xfrm>
                  <a:off x="9247893" y="4775686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64" name="Freeform 463"/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-1" fmla="*/ 8187558 w 8187558"/>
                      <a:gd name="connsiteY0-2" fmla="*/ 0 h 2617076"/>
                      <a:gd name="connsiteX1-3" fmla="*/ 8187558 w 8187558"/>
                      <a:gd name="connsiteY1-4" fmla="*/ 1271752 h 2617076"/>
                      <a:gd name="connsiteX2-5" fmla="*/ 4025462 w 8187558"/>
                      <a:gd name="connsiteY2-6" fmla="*/ 2617076 h 2617076"/>
                      <a:gd name="connsiteX3-7" fmla="*/ 0 w 8187558"/>
                      <a:gd name="connsiteY3-8" fmla="*/ 1229711 h 2617076"/>
                      <a:gd name="connsiteX4-9" fmla="*/ 31531 w 8187558"/>
                      <a:gd name="connsiteY4-10" fmla="*/ 147145 h 2617076"/>
                      <a:gd name="connsiteX5-11" fmla="*/ 4046482 w 8187558"/>
                      <a:gd name="connsiteY5-12" fmla="*/ 1576552 h 2617076"/>
                      <a:gd name="connsiteX6-13" fmla="*/ 8187558 w 8187558"/>
                      <a:gd name="connsiteY6-14" fmla="*/ 0 h 2617076"/>
                      <a:gd name="connsiteX0-15" fmla="*/ 8187558 w 8187558"/>
                      <a:gd name="connsiteY0-16" fmla="*/ 0 h 2617076"/>
                      <a:gd name="connsiteX1-17" fmla="*/ 8187558 w 8187558"/>
                      <a:gd name="connsiteY1-18" fmla="*/ 1271752 h 2617076"/>
                      <a:gd name="connsiteX2-19" fmla="*/ 4025462 w 8187558"/>
                      <a:gd name="connsiteY2-20" fmla="*/ 2617076 h 2617076"/>
                      <a:gd name="connsiteX3-21" fmla="*/ 0 w 8187558"/>
                      <a:gd name="connsiteY3-22" fmla="*/ 1229711 h 2617076"/>
                      <a:gd name="connsiteX4-23" fmla="*/ 31531 w 8187558"/>
                      <a:gd name="connsiteY4-24" fmla="*/ 147145 h 2617076"/>
                      <a:gd name="connsiteX5-25" fmla="*/ 4046482 w 8187558"/>
                      <a:gd name="connsiteY5-26" fmla="*/ 1576552 h 2617076"/>
                      <a:gd name="connsiteX6-27" fmla="*/ 8187558 w 8187558"/>
                      <a:gd name="connsiteY6-28" fmla="*/ 0 h 2617076"/>
                      <a:gd name="connsiteX0-29" fmla="*/ 8187558 w 8187558"/>
                      <a:gd name="connsiteY0-30" fmla="*/ 0 h 2617076"/>
                      <a:gd name="connsiteX1-31" fmla="*/ 8187558 w 8187558"/>
                      <a:gd name="connsiteY1-32" fmla="*/ 1271752 h 2617076"/>
                      <a:gd name="connsiteX2-33" fmla="*/ 4025462 w 8187558"/>
                      <a:gd name="connsiteY2-34" fmla="*/ 2617076 h 2617076"/>
                      <a:gd name="connsiteX3-35" fmla="*/ 0 w 8187558"/>
                      <a:gd name="connsiteY3-36" fmla="*/ 1229711 h 2617076"/>
                      <a:gd name="connsiteX4-37" fmla="*/ 31531 w 8187558"/>
                      <a:gd name="connsiteY4-38" fmla="*/ 147145 h 2617076"/>
                      <a:gd name="connsiteX5-39" fmla="*/ 4046482 w 8187558"/>
                      <a:gd name="connsiteY5-40" fmla="*/ 1576552 h 2617076"/>
                      <a:gd name="connsiteX6-41" fmla="*/ 8187558 w 8187558"/>
                      <a:gd name="connsiteY6-42" fmla="*/ 0 h 2617076"/>
                      <a:gd name="connsiteX0-43" fmla="*/ 8187558 w 8187558"/>
                      <a:gd name="connsiteY0-44" fmla="*/ 0 h 2617076"/>
                      <a:gd name="connsiteX1-45" fmla="*/ 8187558 w 8187558"/>
                      <a:gd name="connsiteY1-46" fmla="*/ 1271752 h 2617076"/>
                      <a:gd name="connsiteX2-47" fmla="*/ 4025462 w 8187558"/>
                      <a:gd name="connsiteY2-48" fmla="*/ 2617076 h 2617076"/>
                      <a:gd name="connsiteX3-49" fmla="*/ 0 w 8187558"/>
                      <a:gd name="connsiteY3-50" fmla="*/ 1229711 h 2617076"/>
                      <a:gd name="connsiteX4-51" fmla="*/ 31531 w 8187558"/>
                      <a:gd name="connsiteY4-52" fmla="*/ 147145 h 2617076"/>
                      <a:gd name="connsiteX5-53" fmla="*/ 4046482 w 8187558"/>
                      <a:gd name="connsiteY5-54" fmla="*/ 1576552 h 2617076"/>
                      <a:gd name="connsiteX6-55" fmla="*/ 8187558 w 8187558"/>
                      <a:gd name="connsiteY6-56" fmla="*/ 0 h 2617076"/>
                      <a:gd name="connsiteX0-57" fmla="*/ 8187558 w 8187558"/>
                      <a:gd name="connsiteY0-58" fmla="*/ 0 h 2617076"/>
                      <a:gd name="connsiteX1-59" fmla="*/ 8187558 w 8187558"/>
                      <a:gd name="connsiteY1-60" fmla="*/ 1271752 h 2617076"/>
                      <a:gd name="connsiteX2-61" fmla="*/ 4025462 w 8187558"/>
                      <a:gd name="connsiteY2-62" fmla="*/ 2617076 h 2617076"/>
                      <a:gd name="connsiteX3-63" fmla="*/ 0 w 8187558"/>
                      <a:gd name="connsiteY3-64" fmla="*/ 1229711 h 2617076"/>
                      <a:gd name="connsiteX4-65" fmla="*/ 31531 w 8187558"/>
                      <a:gd name="connsiteY4-66" fmla="*/ 147145 h 2617076"/>
                      <a:gd name="connsiteX5-67" fmla="*/ 4046482 w 8187558"/>
                      <a:gd name="connsiteY5-68" fmla="*/ 1576552 h 2617076"/>
                      <a:gd name="connsiteX6-69" fmla="*/ 8187558 w 8187558"/>
                      <a:gd name="connsiteY6-70" fmla="*/ 0 h 2617076"/>
                      <a:gd name="connsiteX0-71" fmla="*/ 8187558 w 8187558"/>
                      <a:gd name="connsiteY0-72" fmla="*/ 0 h 2617076"/>
                      <a:gd name="connsiteX1-73" fmla="*/ 8187558 w 8187558"/>
                      <a:gd name="connsiteY1-74" fmla="*/ 1271752 h 2617076"/>
                      <a:gd name="connsiteX2-75" fmla="*/ 4025462 w 8187558"/>
                      <a:gd name="connsiteY2-76" fmla="*/ 2617076 h 2617076"/>
                      <a:gd name="connsiteX3-77" fmla="*/ 0 w 8187558"/>
                      <a:gd name="connsiteY3-78" fmla="*/ 1229711 h 2617076"/>
                      <a:gd name="connsiteX4-79" fmla="*/ 31531 w 8187558"/>
                      <a:gd name="connsiteY4-80" fmla="*/ 147145 h 2617076"/>
                      <a:gd name="connsiteX5-81" fmla="*/ 4046482 w 8187558"/>
                      <a:gd name="connsiteY5-82" fmla="*/ 1576552 h 2617076"/>
                      <a:gd name="connsiteX6-83" fmla="*/ 8187558 w 8187558"/>
                      <a:gd name="connsiteY6-84" fmla="*/ 0 h 2617076"/>
                      <a:gd name="connsiteX0-85" fmla="*/ 8187558 w 8187558"/>
                      <a:gd name="connsiteY0-86" fmla="*/ 0 h 2638097"/>
                      <a:gd name="connsiteX1-87" fmla="*/ 8187558 w 8187558"/>
                      <a:gd name="connsiteY1-88" fmla="*/ 1271752 h 2638097"/>
                      <a:gd name="connsiteX2-89" fmla="*/ 4099035 w 8187558"/>
                      <a:gd name="connsiteY2-90" fmla="*/ 2638097 h 2638097"/>
                      <a:gd name="connsiteX3-91" fmla="*/ 0 w 8187558"/>
                      <a:gd name="connsiteY3-92" fmla="*/ 1229711 h 2638097"/>
                      <a:gd name="connsiteX4-93" fmla="*/ 31531 w 8187558"/>
                      <a:gd name="connsiteY4-94" fmla="*/ 147145 h 2638097"/>
                      <a:gd name="connsiteX5-95" fmla="*/ 4046482 w 8187558"/>
                      <a:gd name="connsiteY5-96" fmla="*/ 1576552 h 2638097"/>
                      <a:gd name="connsiteX6-97" fmla="*/ 8187558 w 8187558"/>
                      <a:gd name="connsiteY6-98" fmla="*/ 0 h 2638097"/>
                      <a:gd name="connsiteX0-99" fmla="*/ 8187558 w 8187558"/>
                      <a:gd name="connsiteY0-100" fmla="*/ 0 h 2638097"/>
                      <a:gd name="connsiteX1-101" fmla="*/ 8187558 w 8187558"/>
                      <a:gd name="connsiteY1-102" fmla="*/ 1271752 h 2638097"/>
                      <a:gd name="connsiteX2-103" fmla="*/ 4099035 w 8187558"/>
                      <a:gd name="connsiteY2-104" fmla="*/ 2638097 h 2638097"/>
                      <a:gd name="connsiteX3-105" fmla="*/ 0 w 8187558"/>
                      <a:gd name="connsiteY3-106" fmla="*/ 1229711 h 2638097"/>
                      <a:gd name="connsiteX4-107" fmla="*/ 31531 w 8187558"/>
                      <a:gd name="connsiteY4-108" fmla="*/ 147145 h 2638097"/>
                      <a:gd name="connsiteX5-109" fmla="*/ 4046482 w 8187558"/>
                      <a:gd name="connsiteY5-110" fmla="*/ 1576552 h 2638097"/>
                      <a:gd name="connsiteX6-111" fmla="*/ 8187558 w 8187558"/>
                      <a:gd name="connsiteY6-112" fmla="*/ 0 h 2638097"/>
                      <a:gd name="connsiteX0-113" fmla="*/ 8187558 w 8187558"/>
                      <a:gd name="connsiteY0-114" fmla="*/ 0 h 2638097"/>
                      <a:gd name="connsiteX1-115" fmla="*/ 8187558 w 8187558"/>
                      <a:gd name="connsiteY1-116" fmla="*/ 1271752 h 2638097"/>
                      <a:gd name="connsiteX2-117" fmla="*/ 4099035 w 8187558"/>
                      <a:gd name="connsiteY2-118" fmla="*/ 2638097 h 2638097"/>
                      <a:gd name="connsiteX3-119" fmla="*/ 0 w 8187558"/>
                      <a:gd name="connsiteY3-120" fmla="*/ 1229711 h 2638097"/>
                      <a:gd name="connsiteX4-121" fmla="*/ 31531 w 8187558"/>
                      <a:gd name="connsiteY4-122" fmla="*/ 147145 h 2638097"/>
                      <a:gd name="connsiteX5-123" fmla="*/ 4046482 w 8187558"/>
                      <a:gd name="connsiteY5-124" fmla="*/ 1576552 h 2638097"/>
                      <a:gd name="connsiteX6-125" fmla="*/ 8187558 w 8187558"/>
                      <a:gd name="connsiteY6-126" fmla="*/ 0 h 2638097"/>
                      <a:gd name="connsiteX0-127" fmla="*/ 8187558 w 8187558"/>
                      <a:gd name="connsiteY0-128" fmla="*/ 0 h 2638097"/>
                      <a:gd name="connsiteX1-129" fmla="*/ 8187558 w 8187558"/>
                      <a:gd name="connsiteY1-130" fmla="*/ 1271752 h 2638097"/>
                      <a:gd name="connsiteX2-131" fmla="*/ 4099035 w 8187558"/>
                      <a:gd name="connsiteY2-132" fmla="*/ 2638097 h 2638097"/>
                      <a:gd name="connsiteX3-133" fmla="*/ 0 w 8187558"/>
                      <a:gd name="connsiteY3-134" fmla="*/ 1229711 h 2638097"/>
                      <a:gd name="connsiteX4-135" fmla="*/ 31531 w 8187558"/>
                      <a:gd name="connsiteY4-136" fmla="*/ 147145 h 2638097"/>
                      <a:gd name="connsiteX5-137" fmla="*/ 4046482 w 8187558"/>
                      <a:gd name="connsiteY5-138" fmla="*/ 1576552 h 2638097"/>
                      <a:gd name="connsiteX6-139" fmla="*/ 8187558 w 8187558"/>
                      <a:gd name="connsiteY6-140" fmla="*/ 0 h 2638097"/>
                      <a:gd name="connsiteX0-141" fmla="*/ 8187558 w 8187558"/>
                      <a:gd name="connsiteY0-142" fmla="*/ 0 h 2638097"/>
                      <a:gd name="connsiteX1-143" fmla="*/ 8187558 w 8187558"/>
                      <a:gd name="connsiteY1-144" fmla="*/ 1271752 h 2638097"/>
                      <a:gd name="connsiteX2-145" fmla="*/ 4099035 w 8187558"/>
                      <a:gd name="connsiteY2-146" fmla="*/ 2638097 h 2638097"/>
                      <a:gd name="connsiteX3-147" fmla="*/ 0 w 8187558"/>
                      <a:gd name="connsiteY3-148" fmla="*/ 1229711 h 2638097"/>
                      <a:gd name="connsiteX4-149" fmla="*/ 31531 w 8187558"/>
                      <a:gd name="connsiteY4-150" fmla="*/ 147145 h 2638097"/>
                      <a:gd name="connsiteX5-151" fmla="*/ 4088524 w 8187558"/>
                      <a:gd name="connsiteY5-152" fmla="*/ 1597573 h 2638097"/>
                      <a:gd name="connsiteX6-153" fmla="*/ 8187558 w 8187558"/>
                      <a:gd name="connsiteY6-154" fmla="*/ 0 h 2638097"/>
                      <a:gd name="connsiteX0-155" fmla="*/ 8187558 w 8187558"/>
                      <a:gd name="connsiteY0-156" fmla="*/ 0 h 2638097"/>
                      <a:gd name="connsiteX1-157" fmla="*/ 8187558 w 8187558"/>
                      <a:gd name="connsiteY1-158" fmla="*/ 1271752 h 2638097"/>
                      <a:gd name="connsiteX2-159" fmla="*/ 4099035 w 8187558"/>
                      <a:gd name="connsiteY2-160" fmla="*/ 2638097 h 2638097"/>
                      <a:gd name="connsiteX3-161" fmla="*/ 0 w 8187558"/>
                      <a:gd name="connsiteY3-162" fmla="*/ 1229711 h 2638097"/>
                      <a:gd name="connsiteX4-163" fmla="*/ 31531 w 8187558"/>
                      <a:gd name="connsiteY4-164" fmla="*/ 147145 h 2638097"/>
                      <a:gd name="connsiteX5-165" fmla="*/ 4088524 w 8187558"/>
                      <a:gd name="connsiteY5-166" fmla="*/ 1597573 h 2638097"/>
                      <a:gd name="connsiteX6-167" fmla="*/ 8187558 w 8187558"/>
                      <a:gd name="connsiteY6-168" fmla="*/ 0 h 2638097"/>
                      <a:gd name="connsiteX0-169" fmla="*/ 8187558 w 8187558"/>
                      <a:gd name="connsiteY0-170" fmla="*/ 0 h 2638097"/>
                      <a:gd name="connsiteX1-171" fmla="*/ 8187558 w 8187558"/>
                      <a:gd name="connsiteY1-172" fmla="*/ 1271752 h 2638097"/>
                      <a:gd name="connsiteX2-173" fmla="*/ 4099035 w 8187558"/>
                      <a:gd name="connsiteY2-174" fmla="*/ 2638097 h 2638097"/>
                      <a:gd name="connsiteX3-175" fmla="*/ 0 w 8187558"/>
                      <a:gd name="connsiteY3-176" fmla="*/ 1229711 h 2638097"/>
                      <a:gd name="connsiteX4-177" fmla="*/ 31531 w 8187558"/>
                      <a:gd name="connsiteY4-178" fmla="*/ 147145 h 2638097"/>
                      <a:gd name="connsiteX5-179" fmla="*/ 4099035 w 8187558"/>
                      <a:gd name="connsiteY5-180" fmla="*/ 1566042 h 2638097"/>
                      <a:gd name="connsiteX6-181" fmla="*/ 8187558 w 8187558"/>
                      <a:gd name="connsiteY6-182" fmla="*/ 0 h 2638097"/>
                      <a:gd name="connsiteX0-183" fmla="*/ 8187558 w 8187558"/>
                      <a:gd name="connsiteY0-184" fmla="*/ 0 h 2638097"/>
                      <a:gd name="connsiteX1-185" fmla="*/ 8187558 w 8187558"/>
                      <a:gd name="connsiteY1-186" fmla="*/ 1271752 h 2638097"/>
                      <a:gd name="connsiteX2-187" fmla="*/ 4099035 w 8187558"/>
                      <a:gd name="connsiteY2-188" fmla="*/ 2638097 h 2638097"/>
                      <a:gd name="connsiteX3-189" fmla="*/ 0 w 8187558"/>
                      <a:gd name="connsiteY3-190" fmla="*/ 1229711 h 2638097"/>
                      <a:gd name="connsiteX4-191" fmla="*/ 31531 w 8187558"/>
                      <a:gd name="connsiteY4-192" fmla="*/ 147145 h 2638097"/>
                      <a:gd name="connsiteX5-193" fmla="*/ 4099035 w 8187558"/>
                      <a:gd name="connsiteY5-194" fmla="*/ 1566042 h 2638097"/>
                      <a:gd name="connsiteX6-195" fmla="*/ 8187558 w 8187558"/>
                      <a:gd name="connsiteY6-196" fmla="*/ 0 h 2638097"/>
                      <a:gd name="connsiteX0-197" fmla="*/ 8187558 w 8187558"/>
                      <a:gd name="connsiteY0-198" fmla="*/ 0 h 2638097"/>
                      <a:gd name="connsiteX1-199" fmla="*/ 8187558 w 8187558"/>
                      <a:gd name="connsiteY1-200" fmla="*/ 1271752 h 2638097"/>
                      <a:gd name="connsiteX2-201" fmla="*/ 4099035 w 8187558"/>
                      <a:gd name="connsiteY2-202" fmla="*/ 2638097 h 2638097"/>
                      <a:gd name="connsiteX3-203" fmla="*/ 0 w 8187558"/>
                      <a:gd name="connsiteY3-204" fmla="*/ 1229711 h 2638097"/>
                      <a:gd name="connsiteX4-205" fmla="*/ 31531 w 8187558"/>
                      <a:gd name="connsiteY4-206" fmla="*/ 147145 h 2638097"/>
                      <a:gd name="connsiteX5-207" fmla="*/ 4099035 w 8187558"/>
                      <a:gd name="connsiteY5-208" fmla="*/ 1566042 h 2638097"/>
                      <a:gd name="connsiteX6-209" fmla="*/ 8187558 w 8187558"/>
                      <a:gd name="connsiteY6-210" fmla="*/ 0 h 2638097"/>
                      <a:gd name="connsiteX0-211" fmla="*/ 8187558 w 8187558"/>
                      <a:gd name="connsiteY0-212" fmla="*/ 0 h 2638097"/>
                      <a:gd name="connsiteX1-213" fmla="*/ 8187558 w 8187558"/>
                      <a:gd name="connsiteY1-214" fmla="*/ 1271752 h 2638097"/>
                      <a:gd name="connsiteX2-215" fmla="*/ 4099035 w 8187558"/>
                      <a:gd name="connsiteY2-216" fmla="*/ 2638097 h 2638097"/>
                      <a:gd name="connsiteX3-217" fmla="*/ 0 w 8187558"/>
                      <a:gd name="connsiteY3-218" fmla="*/ 1229711 h 2638097"/>
                      <a:gd name="connsiteX4-219" fmla="*/ 31531 w 8187558"/>
                      <a:gd name="connsiteY4-220" fmla="*/ 147145 h 2638097"/>
                      <a:gd name="connsiteX5-221" fmla="*/ 4099035 w 8187558"/>
                      <a:gd name="connsiteY5-222" fmla="*/ 1566042 h 2638097"/>
                      <a:gd name="connsiteX6-223" fmla="*/ 8187558 w 8187558"/>
                      <a:gd name="connsiteY6-224" fmla="*/ 0 h 2638097"/>
                      <a:gd name="connsiteX0-225" fmla="*/ 8187558 w 8187558"/>
                      <a:gd name="connsiteY0-226" fmla="*/ 0 h 2638097"/>
                      <a:gd name="connsiteX1-227" fmla="*/ 8187558 w 8187558"/>
                      <a:gd name="connsiteY1-228" fmla="*/ 1271752 h 2638097"/>
                      <a:gd name="connsiteX2-229" fmla="*/ 4099035 w 8187558"/>
                      <a:gd name="connsiteY2-230" fmla="*/ 2638097 h 2638097"/>
                      <a:gd name="connsiteX3-231" fmla="*/ 0 w 8187558"/>
                      <a:gd name="connsiteY3-232" fmla="*/ 1229711 h 2638097"/>
                      <a:gd name="connsiteX4-233" fmla="*/ 31531 w 8187558"/>
                      <a:gd name="connsiteY4-234" fmla="*/ 147145 h 2638097"/>
                      <a:gd name="connsiteX5-235" fmla="*/ 4099035 w 8187558"/>
                      <a:gd name="connsiteY5-236" fmla="*/ 1566042 h 2638097"/>
                      <a:gd name="connsiteX6-237" fmla="*/ 8187558 w 8187558"/>
                      <a:gd name="connsiteY6-238" fmla="*/ 0 h 2638097"/>
                      <a:gd name="connsiteX0-239" fmla="*/ 8187558 w 8187558"/>
                      <a:gd name="connsiteY0-240" fmla="*/ 0 h 2638097"/>
                      <a:gd name="connsiteX1-241" fmla="*/ 8187558 w 8187558"/>
                      <a:gd name="connsiteY1-242" fmla="*/ 1271752 h 2638097"/>
                      <a:gd name="connsiteX2-243" fmla="*/ 4099035 w 8187558"/>
                      <a:gd name="connsiteY2-244" fmla="*/ 2638097 h 2638097"/>
                      <a:gd name="connsiteX3-245" fmla="*/ 0 w 8187558"/>
                      <a:gd name="connsiteY3-246" fmla="*/ 1229711 h 2638097"/>
                      <a:gd name="connsiteX4-247" fmla="*/ 31531 w 8187558"/>
                      <a:gd name="connsiteY4-248" fmla="*/ 147145 h 2638097"/>
                      <a:gd name="connsiteX5-249" fmla="*/ 4099035 w 8187558"/>
                      <a:gd name="connsiteY5-250" fmla="*/ 1566042 h 2638097"/>
                      <a:gd name="connsiteX6-251" fmla="*/ 8187558 w 8187558"/>
                      <a:gd name="connsiteY6-252" fmla="*/ 0 h 2638097"/>
                      <a:gd name="connsiteX0-253" fmla="*/ 8187558 w 8187558"/>
                      <a:gd name="connsiteY0-254" fmla="*/ 0 h 2638097"/>
                      <a:gd name="connsiteX1-255" fmla="*/ 8187558 w 8187558"/>
                      <a:gd name="connsiteY1-256" fmla="*/ 1271752 h 2638097"/>
                      <a:gd name="connsiteX2-257" fmla="*/ 4099035 w 8187558"/>
                      <a:gd name="connsiteY2-258" fmla="*/ 2638097 h 2638097"/>
                      <a:gd name="connsiteX3-259" fmla="*/ 0 w 8187558"/>
                      <a:gd name="connsiteY3-260" fmla="*/ 1229711 h 2638097"/>
                      <a:gd name="connsiteX4-261" fmla="*/ 31531 w 8187558"/>
                      <a:gd name="connsiteY4-262" fmla="*/ 147145 h 2638097"/>
                      <a:gd name="connsiteX5-263" fmla="*/ 4099035 w 8187558"/>
                      <a:gd name="connsiteY5-264" fmla="*/ 1566042 h 2638097"/>
                      <a:gd name="connsiteX6-265" fmla="*/ 8187558 w 8187558"/>
                      <a:gd name="connsiteY6-266" fmla="*/ 0 h 2638097"/>
                      <a:gd name="connsiteX0-267" fmla="*/ 8187558 w 8187558"/>
                      <a:gd name="connsiteY0-268" fmla="*/ 0 h 2638097"/>
                      <a:gd name="connsiteX1-269" fmla="*/ 8187558 w 8187558"/>
                      <a:gd name="connsiteY1-270" fmla="*/ 1271752 h 2638097"/>
                      <a:gd name="connsiteX2-271" fmla="*/ 4099035 w 8187558"/>
                      <a:gd name="connsiteY2-272" fmla="*/ 2638097 h 2638097"/>
                      <a:gd name="connsiteX3-273" fmla="*/ 0 w 8187558"/>
                      <a:gd name="connsiteY3-274" fmla="*/ 1229711 h 2638097"/>
                      <a:gd name="connsiteX4-275" fmla="*/ 31531 w 8187558"/>
                      <a:gd name="connsiteY4-276" fmla="*/ 147145 h 2638097"/>
                      <a:gd name="connsiteX5-277" fmla="*/ 4099035 w 8187558"/>
                      <a:gd name="connsiteY5-278" fmla="*/ 1566042 h 2638097"/>
                      <a:gd name="connsiteX6-279" fmla="*/ 8187558 w 8187558"/>
                      <a:gd name="connsiteY6-280" fmla="*/ 0 h 2638097"/>
                      <a:gd name="connsiteX0-281" fmla="*/ 8187558 w 8187558"/>
                      <a:gd name="connsiteY0-282" fmla="*/ 0 h 2638097"/>
                      <a:gd name="connsiteX1-283" fmla="*/ 8187558 w 8187558"/>
                      <a:gd name="connsiteY1-284" fmla="*/ 1271752 h 2638097"/>
                      <a:gd name="connsiteX2-285" fmla="*/ 4099035 w 8187558"/>
                      <a:gd name="connsiteY2-286" fmla="*/ 2638097 h 2638097"/>
                      <a:gd name="connsiteX3-287" fmla="*/ 0 w 8187558"/>
                      <a:gd name="connsiteY3-288" fmla="*/ 1229711 h 2638097"/>
                      <a:gd name="connsiteX4-289" fmla="*/ 31531 w 8187558"/>
                      <a:gd name="connsiteY4-290" fmla="*/ 147145 h 2638097"/>
                      <a:gd name="connsiteX5-291" fmla="*/ 4099035 w 8187558"/>
                      <a:gd name="connsiteY5-292" fmla="*/ 1566042 h 2638097"/>
                      <a:gd name="connsiteX6-293" fmla="*/ 8187558 w 8187558"/>
                      <a:gd name="connsiteY6-294" fmla="*/ 0 h 2638097"/>
                      <a:gd name="connsiteX0-295" fmla="*/ 8176538 w 8176538"/>
                      <a:gd name="connsiteY0-296" fmla="*/ 0 h 2638097"/>
                      <a:gd name="connsiteX1-297" fmla="*/ 8176538 w 8176538"/>
                      <a:gd name="connsiteY1-298" fmla="*/ 1271752 h 2638097"/>
                      <a:gd name="connsiteX2-299" fmla="*/ 4088015 w 8176538"/>
                      <a:gd name="connsiteY2-300" fmla="*/ 2638097 h 2638097"/>
                      <a:gd name="connsiteX3-301" fmla="*/ 0 w 8176538"/>
                      <a:gd name="connsiteY3-302" fmla="*/ 1269888 h 2638097"/>
                      <a:gd name="connsiteX4-303" fmla="*/ 20511 w 8176538"/>
                      <a:gd name="connsiteY4-304" fmla="*/ 147145 h 2638097"/>
                      <a:gd name="connsiteX5-305" fmla="*/ 4088015 w 8176538"/>
                      <a:gd name="connsiteY5-306" fmla="*/ 1566042 h 2638097"/>
                      <a:gd name="connsiteX6-307" fmla="*/ 8176538 w 8176538"/>
                      <a:gd name="connsiteY6-308" fmla="*/ 0 h 2638097"/>
                      <a:gd name="connsiteX0-309" fmla="*/ 8176538 w 8176538"/>
                      <a:gd name="connsiteY0-310" fmla="*/ 0 h 2772020"/>
                      <a:gd name="connsiteX1-311" fmla="*/ 8176538 w 8176538"/>
                      <a:gd name="connsiteY1-312" fmla="*/ 1271752 h 2772020"/>
                      <a:gd name="connsiteX2-313" fmla="*/ 4099034 w 8176538"/>
                      <a:gd name="connsiteY2-314" fmla="*/ 2772020 h 2772020"/>
                      <a:gd name="connsiteX3-315" fmla="*/ 0 w 8176538"/>
                      <a:gd name="connsiteY3-316" fmla="*/ 1269888 h 2772020"/>
                      <a:gd name="connsiteX4-317" fmla="*/ 20511 w 8176538"/>
                      <a:gd name="connsiteY4-318" fmla="*/ 147145 h 2772020"/>
                      <a:gd name="connsiteX5-319" fmla="*/ 4088015 w 8176538"/>
                      <a:gd name="connsiteY5-320" fmla="*/ 1566042 h 2772020"/>
                      <a:gd name="connsiteX6-321" fmla="*/ 8176538 w 8176538"/>
                      <a:gd name="connsiteY6-322" fmla="*/ 0 h 2772020"/>
                      <a:gd name="connsiteX0-323" fmla="*/ 8176538 w 8176538"/>
                      <a:gd name="connsiteY0-324" fmla="*/ 0 h 2772339"/>
                      <a:gd name="connsiteX1-325" fmla="*/ 8176538 w 8176538"/>
                      <a:gd name="connsiteY1-326" fmla="*/ 1378890 h 2772339"/>
                      <a:gd name="connsiteX2-327" fmla="*/ 4099034 w 8176538"/>
                      <a:gd name="connsiteY2-328" fmla="*/ 2772020 h 2772339"/>
                      <a:gd name="connsiteX3-329" fmla="*/ 0 w 8176538"/>
                      <a:gd name="connsiteY3-330" fmla="*/ 1269888 h 2772339"/>
                      <a:gd name="connsiteX4-331" fmla="*/ 20511 w 8176538"/>
                      <a:gd name="connsiteY4-332" fmla="*/ 147145 h 2772339"/>
                      <a:gd name="connsiteX5-333" fmla="*/ 4088015 w 8176538"/>
                      <a:gd name="connsiteY5-334" fmla="*/ 1566042 h 2772339"/>
                      <a:gd name="connsiteX6-335" fmla="*/ 8176538 w 8176538"/>
                      <a:gd name="connsiteY6-336" fmla="*/ 0 h 2772339"/>
                      <a:gd name="connsiteX0-337" fmla="*/ 8176538 w 8176538"/>
                      <a:gd name="connsiteY0-338" fmla="*/ 0 h 2825888"/>
                      <a:gd name="connsiteX1-339" fmla="*/ 8176538 w 8176538"/>
                      <a:gd name="connsiteY1-340" fmla="*/ 1378890 h 2825888"/>
                      <a:gd name="connsiteX2-341" fmla="*/ 4099034 w 8176538"/>
                      <a:gd name="connsiteY2-342" fmla="*/ 2825590 h 2825888"/>
                      <a:gd name="connsiteX3-343" fmla="*/ 0 w 8176538"/>
                      <a:gd name="connsiteY3-344" fmla="*/ 1269888 h 2825888"/>
                      <a:gd name="connsiteX4-345" fmla="*/ 20511 w 8176538"/>
                      <a:gd name="connsiteY4-346" fmla="*/ 147145 h 2825888"/>
                      <a:gd name="connsiteX5-347" fmla="*/ 4088015 w 8176538"/>
                      <a:gd name="connsiteY5-348" fmla="*/ 1566042 h 2825888"/>
                      <a:gd name="connsiteX6-349" fmla="*/ 8176538 w 8176538"/>
                      <a:gd name="connsiteY6-350" fmla="*/ 0 h 2825888"/>
                      <a:gd name="connsiteX0-351" fmla="*/ 8165518 w 8165518"/>
                      <a:gd name="connsiteY0-352" fmla="*/ 0 h 2825606"/>
                      <a:gd name="connsiteX1-353" fmla="*/ 8165518 w 8165518"/>
                      <a:gd name="connsiteY1-354" fmla="*/ 1378890 h 2825606"/>
                      <a:gd name="connsiteX2-355" fmla="*/ 4088014 w 8165518"/>
                      <a:gd name="connsiteY2-356" fmla="*/ 2825590 h 2825606"/>
                      <a:gd name="connsiteX3-357" fmla="*/ 0 w 8165518"/>
                      <a:gd name="connsiteY3-358" fmla="*/ 1403811 h 2825606"/>
                      <a:gd name="connsiteX4-359" fmla="*/ 9491 w 8165518"/>
                      <a:gd name="connsiteY4-360" fmla="*/ 147145 h 2825606"/>
                      <a:gd name="connsiteX5-361" fmla="*/ 4076995 w 8165518"/>
                      <a:gd name="connsiteY5-362" fmla="*/ 1566042 h 2825606"/>
                      <a:gd name="connsiteX6-363" fmla="*/ 8165518 w 8165518"/>
                      <a:gd name="connsiteY6-364" fmla="*/ 0 h 2825606"/>
                      <a:gd name="connsiteX0-365" fmla="*/ 8165518 w 8165518"/>
                      <a:gd name="connsiteY0-366" fmla="*/ 0 h 2879174"/>
                      <a:gd name="connsiteX1-367" fmla="*/ 8165518 w 8165518"/>
                      <a:gd name="connsiteY1-368" fmla="*/ 1378890 h 2879174"/>
                      <a:gd name="connsiteX2-369" fmla="*/ 4132092 w 8165518"/>
                      <a:gd name="connsiteY2-370" fmla="*/ 2879159 h 2879174"/>
                      <a:gd name="connsiteX3-371" fmla="*/ 0 w 8165518"/>
                      <a:gd name="connsiteY3-372" fmla="*/ 1403811 h 2879174"/>
                      <a:gd name="connsiteX4-373" fmla="*/ 9491 w 8165518"/>
                      <a:gd name="connsiteY4-374" fmla="*/ 147145 h 2879174"/>
                      <a:gd name="connsiteX5-375" fmla="*/ 4076995 w 8165518"/>
                      <a:gd name="connsiteY5-376" fmla="*/ 1566042 h 2879174"/>
                      <a:gd name="connsiteX6-377" fmla="*/ 8165518 w 8165518"/>
                      <a:gd name="connsiteY6-378" fmla="*/ 0 h 2879174"/>
                      <a:gd name="connsiteX0-379" fmla="*/ 8165518 w 8176537"/>
                      <a:gd name="connsiteY0-380" fmla="*/ 0 h 2879410"/>
                      <a:gd name="connsiteX1-381" fmla="*/ 8176537 w 8176537"/>
                      <a:gd name="connsiteY1-382" fmla="*/ 1499420 h 2879410"/>
                      <a:gd name="connsiteX2-383" fmla="*/ 4132092 w 8176537"/>
                      <a:gd name="connsiteY2-384" fmla="*/ 2879159 h 2879410"/>
                      <a:gd name="connsiteX3-385" fmla="*/ 0 w 8176537"/>
                      <a:gd name="connsiteY3-386" fmla="*/ 1403811 h 2879410"/>
                      <a:gd name="connsiteX4-387" fmla="*/ 9491 w 8176537"/>
                      <a:gd name="connsiteY4-388" fmla="*/ 147145 h 2879410"/>
                      <a:gd name="connsiteX5-389" fmla="*/ 4076995 w 8176537"/>
                      <a:gd name="connsiteY5-390" fmla="*/ 1566042 h 2879410"/>
                      <a:gd name="connsiteX6-391" fmla="*/ 8165518 w 8176537"/>
                      <a:gd name="connsiteY6-392" fmla="*/ 0 h 2879410"/>
                      <a:gd name="connsiteX0-393" fmla="*/ 8165518 w 8176537"/>
                      <a:gd name="connsiteY0-394" fmla="*/ 0 h 2879262"/>
                      <a:gd name="connsiteX1-395" fmla="*/ 8176537 w 8176537"/>
                      <a:gd name="connsiteY1-396" fmla="*/ 1499420 h 2879262"/>
                      <a:gd name="connsiteX2-397" fmla="*/ 4132092 w 8176537"/>
                      <a:gd name="connsiteY2-398" fmla="*/ 2879159 h 2879262"/>
                      <a:gd name="connsiteX3-399" fmla="*/ 0 w 8176537"/>
                      <a:gd name="connsiteY3-400" fmla="*/ 1403811 h 2879262"/>
                      <a:gd name="connsiteX4-401" fmla="*/ 9491 w 8176537"/>
                      <a:gd name="connsiteY4-402" fmla="*/ 147145 h 2879262"/>
                      <a:gd name="connsiteX5-403" fmla="*/ 4076995 w 8176537"/>
                      <a:gd name="connsiteY5-404" fmla="*/ 1566042 h 2879262"/>
                      <a:gd name="connsiteX6-405" fmla="*/ 8165518 w 8176537"/>
                      <a:gd name="connsiteY6-406" fmla="*/ 0 h 2879262"/>
                      <a:gd name="connsiteX0-407" fmla="*/ 8165518 w 8176537"/>
                      <a:gd name="connsiteY0-408" fmla="*/ 0 h 2879163"/>
                      <a:gd name="connsiteX1-409" fmla="*/ 8176537 w 8176537"/>
                      <a:gd name="connsiteY1-410" fmla="*/ 1499420 h 2879163"/>
                      <a:gd name="connsiteX2-411" fmla="*/ 4132092 w 8176537"/>
                      <a:gd name="connsiteY2-412" fmla="*/ 2879159 h 2879163"/>
                      <a:gd name="connsiteX3-413" fmla="*/ 0 w 8176537"/>
                      <a:gd name="connsiteY3-414" fmla="*/ 1510948 h 2879163"/>
                      <a:gd name="connsiteX4-415" fmla="*/ 9491 w 8176537"/>
                      <a:gd name="connsiteY4-416" fmla="*/ 147145 h 2879163"/>
                      <a:gd name="connsiteX5-417" fmla="*/ 4076995 w 8176537"/>
                      <a:gd name="connsiteY5-418" fmla="*/ 1566042 h 2879163"/>
                      <a:gd name="connsiteX6-419" fmla="*/ 8165518 w 8176537"/>
                      <a:gd name="connsiteY6-420" fmla="*/ 0 h 2879163"/>
                      <a:gd name="connsiteX0-421" fmla="*/ 8165518 w 8198577"/>
                      <a:gd name="connsiteY0-422" fmla="*/ 0 h 2879451"/>
                      <a:gd name="connsiteX1-423" fmla="*/ 8198577 w 8198577"/>
                      <a:gd name="connsiteY1-424" fmla="*/ 1606558 h 2879451"/>
                      <a:gd name="connsiteX2-425" fmla="*/ 4132092 w 8198577"/>
                      <a:gd name="connsiteY2-426" fmla="*/ 2879159 h 2879451"/>
                      <a:gd name="connsiteX3-427" fmla="*/ 0 w 8198577"/>
                      <a:gd name="connsiteY3-428" fmla="*/ 1510948 h 2879451"/>
                      <a:gd name="connsiteX4-429" fmla="*/ 9491 w 8198577"/>
                      <a:gd name="connsiteY4-430" fmla="*/ 147145 h 2879451"/>
                      <a:gd name="connsiteX5-431" fmla="*/ 4076995 w 8198577"/>
                      <a:gd name="connsiteY5-432" fmla="*/ 1566042 h 2879451"/>
                      <a:gd name="connsiteX6-433" fmla="*/ 8165518 w 8198577"/>
                      <a:gd name="connsiteY6-434" fmla="*/ 0 h 2879451"/>
                      <a:gd name="connsiteX0-435" fmla="*/ 8165518 w 8165518"/>
                      <a:gd name="connsiteY0-436" fmla="*/ 0 h 2880066"/>
                      <a:gd name="connsiteX1-437" fmla="*/ 8165518 w 8165518"/>
                      <a:gd name="connsiteY1-438" fmla="*/ 1673520 h 2880066"/>
                      <a:gd name="connsiteX2-439" fmla="*/ 4132092 w 8165518"/>
                      <a:gd name="connsiteY2-440" fmla="*/ 2879159 h 2880066"/>
                      <a:gd name="connsiteX3-441" fmla="*/ 0 w 8165518"/>
                      <a:gd name="connsiteY3-442" fmla="*/ 1510948 h 2880066"/>
                      <a:gd name="connsiteX4-443" fmla="*/ 9491 w 8165518"/>
                      <a:gd name="connsiteY4-444" fmla="*/ 147145 h 2880066"/>
                      <a:gd name="connsiteX5-445" fmla="*/ 4076995 w 8165518"/>
                      <a:gd name="connsiteY5-446" fmla="*/ 1566042 h 2880066"/>
                      <a:gd name="connsiteX6-447" fmla="*/ 8165518 w 8165518"/>
                      <a:gd name="connsiteY6-448" fmla="*/ 0 h 2880066"/>
                      <a:gd name="connsiteX0-449" fmla="*/ 8156794 w 8156794"/>
                      <a:gd name="connsiteY0-450" fmla="*/ 0 h 2879270"/>
                      <a:gd name="connsiteX1-451" fmla="*/ 8156794 w 8156794"/>
                      <a:gd name="connsiteY1-452" fmla="*/ 1673520 h 2879270"/>
                      <a:gd name="connsiteX2-453" fmla="*/ 4123368 w 8156794"/>
                      <a:gd name="connsiteY2-454" fmla="*/ 2879159 h 2879270"/>
                      <a:gd name="connsiteX3-455" fmla="*/ 2295 w 8156794"/>
                      <a:gd name="connsiteY3-456" fmla="*/ 1618086 h 2879270"/>
                      <a:gd name="connsiteX4-457" fmla="*/ 767 w 8156794"/>
                      <a:gd name="connsiteY4-458" fmla="*/ 147145 h 2879270"/>
                      <a:gd name="connsiteX5-459" fmla="*/ 4068271 w 8156794"/>
                      <a:gd name="connsiteY5-460" fmla="*/ 1566042 h 2879270"/>
                      <a:gd name="connsiteX6-461" fmla="*/ 8156794 w 8156794"/>
                      <a:gd name="connsiteY6-462" fmla="*/ 0 h 2879270"/>
                      <a:gd name="connsiteX0-463" fmla="*/ 8156794 w 8156794"/>
                      <a:gd name="connsiteY0-464" fmla="*/ 0 h 2973000"/>
                      <a:gd name="connsiteX1-465" fmla="*/ 8156794 w 8156794"/>
                      <a:gd name="connsiteY1-466" fmla="*/ 1673520 h 2973000"/>
                      <a:gd name="connsiteX2-467" fmla="*/ 4134388 w 8156794"/>
                      <a:gd name="connsiteY2-468" fmla="*/ 2972904 h 2973000"/>
                      <a:gd name="connsiteX3-469" fmla="*/ 2295 w 8156794"/>
                      <a:gd name="connsiteY3-470" fmla="*/ 1618086 h 2973000"/>
                      <a:gd name="connsiteX4-471" fmla="*/ 767 w 8156794"/>
                      <a:gd name="connsiteY4-472" fmla="*/ 147145 h 2973000"/>
                      <a:gd name="connsiteX5-473" fmla="*/ 4068271 w 8156794"/>
                      <a:gd name="connsiteY5-474" fmla="*/ 1566042 h 2973000"/>
                      <a:gd name="connsiteX6-475" fmla="*/ 8156794 w 8156794"/>
                      <a:gd name="connsiteY6-476" fmla="*/ 0 h 2973000"/>
                      <a:gd name="connsiteX0-477" fmla="*/ 8156794 w 8156794"/>
                      <a:gd name="connsiteY0-478" fmla="*/ 0 h 2973000"/>
                      <a:gd name="connsiteX1-479" fmla="*/ 8156794 w 8156794"/>
                      <a:gd name="connsiteY1-480" fmla="*/ 1673520 h 2973000"/>
                      <a:gd name="connsiteX2-481" fmla="*/ 4134388 w 8156794"/>
                      <a:gd name="connsiteY2-482" fmla="*/ 2972904 h 2973000"/>
                      <a:gd name="connsiteX3-483" fmla="*/ 2295 w 8156794"/>
                      <a:gd name="connsiteY3-484" fmla="*/ 1618086 h 2973000"/>
                      <a:gd name="connsiteX4-485" fmla="*/ 767 w 8156794"/>
                      <a:gd name="connsiteY4-486" fmla="*/ 147145 h 2973000"/>
                      <a:gd name="connsiteX5-487" fmla="*/ 4068271 w 8156794"/>
                      <a:gd name="connsiteY5-488" fmla="*/ 1566042 h 2973000"/>
                      <a:gd name="connsiteX6-489" fmla="*/ 8156794 w 8156794"/>
                      <a:gd name="connsiteY6-490" fmla="*/ 0 h 2973000"/>
                      <a:gd name="connsiteX0-491" fmla="*/ 8156794 w 8156794"/>
                      <a:gd name="connsiteY0-492" fmla="*/ 0 h 2973000"/>
                      <a:gd name="connsiteX1-493" fmla="*/ 8156794 w 8156794"/>
                      <a:gd name="connsiteY1-494" fmla="*/ 1673520 h 2973000"/>
                      <a:gd name="connsiteX2-495" fmla="*/ 4134388 w 8156794"/>
                      <a:gd name="connsiteY2-496" fmla="*/ 2972904 h 2973000"/>
                      <a:gd name="connsiteX3-497" fmla="*/ 2295 w 8156794"/>
                      <a:gd name="connsiteY3-498" fmla="*/ 1618086 h 2973000"/>
                      <a:gd name="connsiteX4-499" fmla="*/ 767 w 8156794"/>
                      <a:gd name="connsiteY4-500" fmla="*/ 147145 h 2973000"/>
                      <a:gd name="connsiteX5-501" fmla="*/ 4068271 w 8156794"/>
                      <a:gd name="connsiteY5-502" fmla="*/ 1566042 h 2973000"/>
                      <a:gd name="connsiteX6-503" fmla="*/ 8156794 w 8156794"/>
                      <a:gd name="connsiteY6-504" fmla="*/ 0 h 2973000"/>
                      <a:gd name="connsiteX0-505" fmla="*/ 8156794 w 8156794"/>
                      <a:gd name="connsiteY0-506" fmla="*/ 0 h 2973020"/>
                      <a:gd name="connsiteX1-507" fmla="*/ 8156794 w 8156794"/>
                      <a:gd name="connsiteY1-508" fmla="*/ 1673520 h 2973020"/>
                      <a:gd name="connsiteX2-509" fmla="*/ 4134388 w 8156794"/>
                      <a:gd name="connsiteY2-510" fmla="*/ 2972904 h 2973020"/>
                      <a:gd name="connsiteX3-511" fmla="*/ 2295 w 8156794"/>
                      <a:gd name="connsiteY3-512" fmla="*/ 1618086 h 2973020"/>
                      <a:gd name="connsiteX4-513" fmla="*/ 767 w 8156794"/>
                      <a:gd name="connsiteY4-514" fmla="*/ 147145 h 2973020"/>
                      <a:gd name="connsiteX5-515" fmla="*/ 4068271 w 8156794"/>
                      <a:gd name="connsiteY5-516" fmla="*/ 1566042 h 2973020"/>
                      <a:gd name="connsiteX6-517" fmla="*/ 8156794 w 8156794"/>
                      <a:gd name="connsiteY6-518" fmla="*/ 0 h 2973020"/>
                      <a:gd name="connsiteX0-519" fmla="*/ 8156794 w 8156794"/>
                      <a:gd name="connsiteY0-520" fmla="*/ 0 h 2973021"/>
                      <a:gd name="connsiteX1-521" fmla="*/ 8156794 w 8156794"/>
                      <a:gd name="connsiteY1-522" fmla="*/ 1673520 h 2973021"/>
                      <a:gd name="connsiteX2-523" fmla="*/ 4134388 w 8156794"/>
                      <a:gd name="connsiteY2-524" fmla="*/ 2972904 h 2973021"/>
                      <a:gd name="connsiteX3-525" fmla="*/ 2295 w 8156794"/>
                      <a:gd name="connsiteY3-526" fmla="*/ 1618086 h 2973021"/>
                      <a:gd name="connsiteX4-527" fmla="*/ 767 w 8156794"/>
                      <a:gd name="connsiteY4-528" fmla="*/ 147145 h 2973021"/>
                      <a:gd name="connsiteX5-529" fmla="*/ 4068271 w 8156794"/>
                      <a:gd name="connsiteY5-530" fmla="*/ 1566042 h 2973021"/>
                      <a:gd name="connsiteX6-531" fmla="*/ 8156794 w 8156794"/>
                      <a:gd name="connsiteY6-532" fmla="*/ 0 h 2973021"/>
                      <a:gd name="connsiteX0-533" fmla="*/ 8156794 w 8156794"/>
                      <a:gd name="connsiteY0-534" fmla="*/ 0 h 2973021"/>
                      <a:gd name="connsiteX1-535" fmla="*/ 8156794 w 8156794"/>
                      <a:gd name="connsiteY1-536" fmla="*/ 1673520 h 2973021"/>
                      <a:gd name="connsiteX2-537" fmla="*/ 4134388 w 8156794"/>
                      <a:gd name="connsiteY2-538" fmla="*/ 2972904 h 2973021"/>
                      <a:gd name="connsiteX3-539" fmla="*/ 2295 w 8156794"/>
                      <a:gd name="connsiteY3-540" fmla="*/ 1618086 h 2973021"/>
                      <a:gd name="connsiteX4-541" fmla="*/ 767 w 8156794"/>
                      <a:gd name="connsiteY4-542" fmla="*/ 147145 h 2973021"/>
                      <a:gd name="connsiteX5-543" fmla="*/ 4068271 w 8156794"/>
                      <a:gd name="connsiteY5-544" fmla="*/ 1566042 h 2973021"/>
                      <a:gd name="connsiteX6-545" fmla="*/ 8156794 w 8156794"/>
                      <a:gd name="connsiteY6-546" fmla="*/ 0 h 2973021"/>
                      <a:gd name="connsiteX0-547" fmla="*/ 8156794 w 8156794"/>
                      <a:gd name="connsiteY0-548" fmla="*/ 0 h 2973021"/>
                      <a:gd name="connsiteX1-549" fmla="*/ 8156794 w 8156794"/>
                      <a:gd name="connsiteY1-550" fmla="*/ 1673520 h 2973021"/>
                      <a:gd name="connsiteX2-551" fmla="*/ 4134388 w 8156794"/>
                      <a:gd name="connsiteY2-552" fmla="*/ 2972904 h 2973021"/>
                      <a:gd name="connsiteX3-553" fmla="*/ 2295 w 8156794"/>
                      <a:gd name="connsiteY3-554" fmla="*/ 1618086 h 2973021"/>
                      <a:gd name="connsiteX4-555" fmla="*/ 767 w 8156794"/>
                      <a:gd name="connsiteY4-556" fmla="*/ 147145 h 2973021"/>
                      <a:gd name="connsiteX5-557" fmla="*/ 4068271 w 8156794"/>
                      <a:gd name="connsiteY5-558" fmla="*/ 1566042 h 2973021"/>
                      <a:gd name="connsiteX6-559" fmla="*/ 8156794 w 8156794"/>
                      <a:gd name="connsiteY6-560" fmla="*/ 0 h 2973021"/>
                      <a:gd name="connsiteX0-561" fmla="*/ 8156794 w 8156794"/>
                      <a:gd name="connsiteY0-562" fmla="*/ 0 h 2973021"/>
                      <a:gd name="connsiteX1-563" fmla="*/ 8156794 w 8156794"/>
                      <a:gd name="connsiteY1-564" fmla="*/ 1673520 h 2973021"/>
                      <a:gd name="connsiteX2-565" fmla="*/ 4134388 w 8156794"/>
                      <a:gd name="connsiteY2-566" fmla="*/ 2972904 h 2973021"/>
                      <a:gd name="connsiteX3-567" fmla="*/ 2295 w 8156794"/>
                      <a:gd name="connsiteY3-568" fmla="*/ 1618086 h 2973021"/>
                      <a:gd name="connsiteX4-569" fmla="*/ 767 w 8156794"/>
                      <a:gd name="connsiteY4-570" fmla="*/ 147145 h 2973021"/>
                      <a:gd name="connsiteX5-571" fmla="*/ 4068271 w 8156794"/>
                      <a:gd name="connsiteY5-572" fmla="*/ 1566042 h 2973021"/>
                      <a:gd name="connsiteX6-573" fmla="*/ 8156794 w 8156794"/>
                      <a:gd name="connsiteY6-574" fmla="*/ 0 h 2973021"/>
                      <a:gd name="connsiteX0-575" fmla="*/ 8156794 w 8156794"/>
                      <a:gd name="connsiteY0-576" fmla="*/ 0 h 2973141"/>
                      <a:gd name="connsiteX1-577" fmla="*/ 8156794 w 8156794"/>
                      <a:gd name="connsiteY1-578" fmla="*/ 1673520 h 2973141"/>
                      <a:gd name="connsiteX2-579" fmla="*/ 4134388 w 8156794"/>
                      <a:gd name="connsiteY2-580" fmla="*/ 2972904 h 2973141"/>
                      <a:gd name="connsiteX3-581" fmla="*/ 2295 w 8156794"/>
                      <a:gd name="connsiteY3-582" fmla="*/ 1618086 h 2973141"/>
                      <a:gd name="connsiteX4-583" fmla="*/ 767 w 8156794"/>
                      <a:gd name="connsiteY4-584" fmla="*/ 147145 h 2973141"/>
                      <a:gd name="connsiteX5-585" fmla="*/ 4068271 w 8156794"/>
                      <a:gd name="connsiteY5-586" fmla="*/ 1566042 h 2973141"/>
                      <a:gd name="connsiteX6-587" fmla="*/ 8156794 w 8156794"/>
                      <a:gd name="connsiteY6-588" fmla="*/ 0 h 2973141"/>
                      <a:gd name="connsiteX0-589" fmla="*/ 8156794 w 8156794"/>
                      <a:gd name="connsiteY0-590" fmla="*/ 0 h 3066827"/>
                      <a:gd name="connsiteX1-591" fmla="*/ 8156794 w 8156794"/>
                      <a:gd name="connsiteY1-592" fmla="*/ 1673520 h 3066827"/>
                      <a:gd name="connsiteX2-593" fmla="*/ 4123353 w 8156794"/>
                      <a:gd name="connsiteY2-594" fmla="*/ 3066650 h 3066827"/>
                      <a:gd name="connsiteX3-595" fmla="*/ 2295 w 8156794"/>
                      <a:gd name="connsiteY3-596" fmla="*/ 1618086 h 3066827"/>
                      <a:gd name="connsiteX4-597" fmla="*/ 767 w 8156794"/>
                      <a:gd name="connsiteY4-598" fmla="*/ 147145 h 3066827"/>
                      <a:gd name="connsiteX5-599" fmla="*/ 4068271 w 8156794"/>
                      <a:gd name="connsiteY5-600" fmla="*/ 1566042 h 3066827"/>
                      <a:gd name="connsiteX6-601" fmla="*/ 8156794 w 8156794"/>
                      <a:gd name="connsiteY6-602" fmla="*/ 0 h 3066827"/>
                      <a:gd name="connsiteX0-603" fmla="*/ 8123689 w 8156794"/>
                      <a:gd name="connsiteY0-604" fmla="*/ 0 h 2999866"/>
                      <a:gd name="connsiteX1-605" fmla="*/ 8156794 w 8156794"/>
                      <a:gd name="connsiteY1-606" fmla="*/ 1606559 h 2999866"/>
                      <a:gd name="connsiteX2-607" fmla="*/ 4123353 w 8156794"/>
                      <a:gd name="connsiteY2-608" fmla="*/ 2999689 h 2999866"/>
                      <a:gd name="connsiteX3-609" fmla="*/ 2295 w 8156794"/>
                      <a:gd name="connsiteY3-610" fmla="*/ 1551125 h 2999866"/>
                      <a:gd name="connsiteX4-611" fmla="*/ 767 w 8156794"/>
                      <a:gd name="connsiteY4-612" fmla="*/ 80184 h 2999866"/>
                      <a:gd name="connsiteX5-613" fmla="*/ 4068271 w 8156794"/>
                      <a:gd name="connsiteY5-614" fmla="*/ 1499081 h 2999866"/>
                      <a:gd name="connsiteX6-615" fmla="*/ 8123689 w 8156794"/>
                      <a:gd name="connsiteY6-616" fmla="*/ 0 h 2999866"/>
                      <a:gd name="connsiteX0-617" fmla="*/ 8167828 w 8167828"/>
                      <a:gd name="connsiteY0-618" fmla="*/ 0 h 3026651"/>
                      <a:gd name="connsiteX1-619" fmla="*/ 8156794 w 8167828"/>
                      <a:gd name="connsiteY1-620" fmla="*/ 1633344 h 3026651"/>
                      <a:gd name="connsiteX2-621" fmla="*/ 4123353 w 8167828"/>
                      <a:gd name="connsiteY2-622" fmla="*/ 3026474 h 3026651"/>
                      <a:gd name="connsiteX3-623" fmla="*/ 2295 w 8167828"/>
                      <a:gd name="connsiteY3-624" fmla="*/ 1577910 h 3026651"/>
                      <a:gd name="connsiteX4-625" fmla="*/ 767 w 8167828"/>
                      <a:gd name="connsiteY4-626" fmla="*/ 106969 h 3026651"/>
                      <a:gd name="connsiteX5-627" fmla="*/ 4068271 w 8167828"/>
                      <a:gd name="connsiteY5-628" fmla="*/ 1525866 h 3026651"/>
                      <a:gd name="connsiteX6-629" fmla="*/ 8167828 w 8167828"/>
                      <a:gd name="connsiteY6-630" fmla="*/ 0 h 3026651"/>
                      <a:gd name="connsiteX0-631" fmla="*/ 8167828 w 8167828"/>
                      <a:gd name="connsiteY0-632" fmla="*/ 0 h 3027228"/>
                      <a:gd name="connsiteX1-633" fmla="*/ 8145760 w 8167828"/>
                      <a:gd name="connsiteY1-634" fmla="*/ 1686913 h 3027228"/>
                      <a:gd name="connsiteX2-635" fmla="*/ 4123353 w 8167828"/>
                      <a:gd name="connsiteY2-636" fmla="*/ 3026474 h 3027228"/>
                      <a:gd name="connsiteX3-637" fmla="*/ 2295 w 8167828"/>
                      <a:gd name="connsiteY3-638" fmla="*/ 1577910 h 3027228"/>
                      <a:gd name="connsiteX4-639" fmla="*/ 767 w 8167828"/>
                      <a:gd name="connsiteY4-640" fmla="*/ 106969 h 3027228"/>
                      <a:gd name="connsiteX5-641" fmla="*/ 4068271 w 8167828"/>
                      <a:gd name="connsiteY5-642" fmla="*/ 1525866 h 3027228"/>
                      <a:gd name="connsiteX6-643" fmla="*/ 8167828 w 8167828"/>
                      <a:gd name="connsiteY6-644" fmla="*/ 0 h 3027228"/>
                      <a:gd name="connsiteX0-645" fmla="*/ 8156794 w 8156794"/>
                      <a:gd name="connsiteY0-646" fmla="*/ 0 h 2933483"/>
                      <a:gd name="connsiteX1-647" fmla="*/ 8145760 w 8156794"/>
                      <a:gd name="connsiteY1-648" fmla="*/ 1593168 h 2933483"/>
                      <a:gd name="connsiteX2-649" fmla="*/ 4123353 w 8156794"/>
                      <a:gd name="connsiteY2-650" fmla="*/ 2932729 h 2933483"/>
                      <a:gd name="connsiteX3-651" fmla="*/ 2295 w 8156794"/>
                      <a:gd name="connsiteY3-652" fmla="*/ 1484165 h 2933483"/>
                      <a:gd name="connsiteX4-653" fmla="*/ 767 w 8156794"/>
                      <a:gd name="connsiteY4-654" fmla="*/ 13224 h 2933483"/>
                      <a:gd name="connsiteX5-655" fmla="*/ 4068271 w 8156794"/>
                      <a:gd name="connsiteY5-656" fmla="*/ 1432121 h 2933483"/>
                      <a:gd name="connsiteX6-657" fmla="*/ 8156794 w 8156794"/>
                      <a:gd name="connsiteY6-658" fmla="*/ 0 h 2933483"/>
                      <a:gd name="connsiteX0-659" fmla="*/ 8156794 w 8156794"/>
                      <a:gd name="connsiteY0-660" fmla="*/ 0 h 2933483"/>
                      <a:gd name="connsiteX1-661" fmla="*/ 8145760 w 8156794"/>
                      <a:gd name="connsiteY1-662" fmla="*/ 1593168 h 2933483"/>
                      <a:gd name="connsiteX2-663" fmla="*/ 4123353 w 8156794"/>
                      <a:gd name="connsiteY2-664" fmla="*/ 2932729 h 2933483"/>
                      <a:gd name="connsiteX3-665" fmla="*/ 2295 w 8156794"/>
                      <a:gd name="connsiteY3-666" fmla="*/ 1484165 h 2933483"/>
                      <a:gd name="connsiteX4-667" fmla="*/ 767 w 8156794"/>
                      <a:gd name="connsiteY4-668" fmla="*/ 13224 h 2933483"/>
                      <a:gd name="connsiteX5-669" fmla="*/ 4068271 w 8156794"/>
                      <a:gd name="connsiteY5-670" fmla="*/ 1432121 h 2933483"/>
                      <a:gd name="connsiteX6-671" fmla="*/ 8156794 w 8156794"/>
                      <a:gd name="connsiteY6-672" fmla="*/ 0 h 2933483"/>
                      <a:gd name="connsiteX0-673" fmla="*/ 8123689 w 8145760"/>
                      <a:gd name="connsiteY0-674" fmla="*/ 13560 h 2920259"/>
                      <a:gd name="connsiteX1-675" fmla="*/ 8145760 w 8145760"/>
                      <a:gd name="connsiteY1-676" fmla="*/ 1579944 h 2920259"/>
                      <a:gd name="connsiteX2-677" fmla="*/ 4123353 w 8145760"/>
                      <a:gd name="connsiteY2-678" fmla="*/ 2919505 h 2920259"/>
                      <a:gd name="connsiteX3-679" fmla="*/ 2295 w 8145760"/>
                      <a:gd name="connsiteY3-680" fmla="*/ 1470941 h 2920259"/>
                      <a:gd name="connsiteX4-681" fmla="*/ 767 w 8145760"/>
                      <a:gd name="connsiteY4-682" fmla="*/ 0 h 2920259"/>
                      <a:gd name="connsiteX5-683" fmla="*/ 4068271 w 8145760"/>
                      <a:gd name="connsiteY5-684" fmla="*/ 1418897 h 2920259"/>
                      <a:gd name="connsiteX6-685" fmla="*/ 8123689 w 8145760"/>
                      <a:gd name="connsiteY6-686" fmla="*/ 13560 h 2920259"/>
                      <a:gd name="connsiteX0-687" fmla="*/ 8178863 w 8178863"/>
                      <a:gd name="connsiteY0-688" fmla="*/ 26952 h 2920259"/>
                      <a:gd name="connsiteX1-689" fmla="*/ 8145760 w 8178863"/>
                      <a:gd name="connsiteY1-690" fmla="*/ 1579944 h 2920259"/>
                      <a:gd name="connsiteX2-691" fmla="*/ 4123353 w 8178863"/>
                      <a:gd name="connsiteY2-692" fmla="*/ 2919505 h 2920259"/>
                      <a:gd name="connsiteX3-693" fmla="*/ 2295 w 8178863"/>
                      <a:gd name="connsiteY3-694" fmla="*/ 1470941 h 2920259"/>
                      <a:gd name="connsiteX4-695" fmla="*/ 767 w 8178863"/>
                      <a:gd name="connsiteY4-696" fmla="*/ 0 h 2920259"/>
                      <a:gd name="connsiteX5-697" fmla="*/ 4068271 w 8178863"/>
                      <a:gd name="connsiteY5-698" fmla="*/ 1418897 h 2920259"/>
                      <a:gd name="connsiteX6-699" fmla="*/ 8178863 w 8178863"/>
                      <a:gd name="connsiteY6-700" fmla="*/ 26952 h 2920259"/>
                      <a:gd name="connsiteX0-701" fmla="*/ 8167827 w 8167827"/>
                      <a:gd name="connsiteY0-702" fmla="*/ 40343 h 2920259"/>
                      <a:gd name="connsiteX1-703" fmla="*/ 8145760 w 8167827"/>
                      <a:gd name="connsiteY1-704" fmla="*/ 1579944 h 2920259"/>
                      <a:gd name="connsiteX2-705" fmla="*/ 4123353 w 8167827"/>
                      <a:gd name="connsiteY2-706" fmla="*/ 2919505 h 2920259"/>
                      <a:gd name="connsiteX3-707" fmla="*/ 2295 w 8167827"/>
                      <a:gd name="connsiteY3-708" fmla="*/ 1470941 h 2920259"/>
                      <a:gd name="connsiteX4-709" fmla="*/ 767 w 8167827"/>
                      <a:gd name="connsiteY4-710" fmla="*/ 0 h 2920259"/>
                      <a:gd name="connsiteX5-711" fmla="*/ 4068271 w 8167827"/>
                      <a:gd name="connsiteY5-712" fmla="*/ 1418897 h 2920259"/>
                      <a:gd name="connsiteX6-713" fmla="*/ 8167827 w 8167827"/>
                      <a:gd name="connsiteY6-714" fmla="*/ 40343 h 2920259"/>
                      <a:gd name="connsiteX0-715" fmla="*/ 8123687 w 8145760"/>
                      <a:gd name="connsiteY0-716" fmla="*/ 53735 h 2920259"/>
                      <a:gd name="connsiteX1-717" fmla="*/ 8145760 w 8145760"/>
                      <a:gd name="connsiteY1-718" fmla="*/ 1579944 h 2920259"/>
                      <a:gd name="connsiteX2-719" fmla="*/ 4123353 w 8145760"/>
                      <a:gd name="connsiteY2-720" fmla="*/ 2919505 h 2920259"/>
                      <a:gd name="connsiteX3-721" fmla="*/ 2295 w 8145760"/>
                      <a:gd name="connsiteY3-722" fmla="*/ 1470941 h 2920259"/>
                      <a:gd name="connsiteX4-723" fmla="*/ 767 w 8145760"/>
                      <a:gd name="connsiteY4-724" fmla="*/ 0 h 2920259"/>
                      <a:gd name="connsiteX5-725" fmla="*/ 4068271 w 8145760"/>
                      <a:gd name="connsiteY5-726" fmla="*/ 1418897 h 2920259"/>
                      <a:gd name="connsiteX6-727" fmla="*/ 8123687 w 8145760"/>
                      <a:gd name="connsiteY6-728" fmla="*/ 53735 h 2920259"/>
                      <a:gd name="connsiteX0-729" fmla="*/ 8161918 w 8161918"/>
                      <a:gd name="connsiteY0-730" fmla="*/ 0 h 2943855"/>
                      <a:gd name="connsiteX1-731" fmla="*/ 8145760 w 8161918"/>
                      <a:gd name="connsiteY1-732" fmla="*/ 1603540 h 2943855"/>
                      <a:gd name="connsiteX2-733" fmla="*/ 4123353 w 8161918"/>
                      <a:gd name="connsiteY2-734" fmla="*/ 2943101 h 2943855"/>
                      <a:gd name="connsiteX3-735" fmla="*/ 2295 w 8161918"/>
                      <a:gd name="connsiteY3-736" fmla="*/ 1494537 h 2943855"/>
                      <a:gd name="connsiteX4-737" fmla="*/ 767 w 8161918"/>
                      <a:gd name="connsiteY4-738" fmla="*/ 23596 h 2943855"/>
                      <a:gd name="connsiteX5-739" fmla="*/ 4068271 w 8161918"/>
                      <a:gd name="connsiteY5-740" fmla="*/ 1442493 h 2943855"/>
                      <a:gd name="connsiteX6-741" fmla="*/ 8161918 w 8161918"/>
                      <a:gd name="connsiteY6-742" fmla="*/ 0 h 2943855"/>
                      <a:gd name="connsiteX0-743" fmla="*/ 8144926 w 8145760"/>
                      <a:gd name="connsiteY0-744" fmla="*/ 43424 h 2920259"/>
                      <a:gd name="connsiteX1-745" fmla="*/ 8145760 w 8145760"/>
                      <a:gd name="connsiteY1-746" fmla="*/ 1579944 h 2920259"/>
                      <a:gd name="connsiteX2-747" fmla="*/ 4123353 w 8145760"/>
                      <a:gd name="connsiteY2-748" fmla="*/ 2919505 h 2920259"/>
                      <a:gd name="connsiteX3-749" fmla="*/ 2295 w 8145760"/>
                      <a:gd name="connsiteY3-750" fmla="*/ 1470941 h 2920259"/>
                      <a:gd name="connsiteX4-751" fmla="*/ 767 w 8145760"/>
                      <a:gd name="connsiteY4-752" fmla="*/ 0 h 2920259"/>
                      <a:gd name="connsiteX5-753" fmla="*/ 4068271 w 8145760"/>
                      <a:gd name="connsiteY5-754" fmla="*/ 1418897 h 2920259"/>
                      <a:gd name="connsiteX6-755" fmla="*/ 8144926 w 8145760"/>
                      <a:gd name="connsiteY6-756" fmla="*/ 43424 h 2920259"/>
                      <a:gd name="connsiteX0-757" fmla="*/ 8161918 w 8161918"/>
                      <a:gd name="connsiteY0-758" fmla="*/ 0 h 2959321"/>
                      <a:gd name="connsiteX1-759" fmla="*/ 8145760 w 8161918"/>
                      <a:gd name="connsiteY1-760" fmla="*/ 1619006 h 2959321"/>
                      <a:gd name="connsiteX2-761" fmla="*/ 4123353 w 8161918"/>
                      <a:gd name="connsiteY2-762" fmla="*/ 2958567 h 2959321"/>
                      <a:gd name="connsiteX3-763" fmla="*/ 2295 w 8161918"/>
                      <a:gd name="connsiteY3-764" fmla="*/ 1510003 h 2959321"/>
                      <a:gd name="connsiteX4-765" fmla="*/ 767 w 8161918"/>
                      <a:gd name="connsiteY4-766" fmla="*/ 39062 h 2959321"/>
                      <a:gd name="connsiteX5-767" fmla="*/ 4068271 w 8161918"/>
                      <a:gd name="connsiteY5-768" fmla="*/ 1457959 h 2959321"/>
                      <a:gd name="connsiteX6-769" fmla="*/ 8161918 w 8161918"/>
                      <a:gd name="connsiteY6-770" fmla="*/ 0 h 2959321"/>
                      <a:gd name="connsiteX0-771" fmla="*/ 8161918 w 8162752"/>
                      <a:gd name="connsiteY0-772" fmla="*/ 0 h 2959488"/>
                      <a:gd name="connsiteX1-773" fmla="*/ 8162752 w 8162752"/>
                      <a:gd name="connsiteY1-774" fmla="*/ 1629317 h 2959488"/>
                      <a:gd name="connsiteX2-775" fmla="*/ 4123353 w 8162752"/>
                      <a:gd name="connsiteY2-776" fmla="*/ 2958567 h 2959488"/>
                      <a:gd name="connsiteX3-777" fmla="*/ 2295 w 8162752"/>
                      <a:gd name="connsiteY3-778" fmla="*/ 1510003 h 2959488"/>
                      <a:gd name="connsiteX4-779" fmla="*/ 767 w 8162752"/>
                      <a:gd name="connsiteY4-780" fmla="*/ 39062 h 2959488"/>
                      <a:gd name="connsiteX5-781" fmla="*/ 4068271 w 8162752"/>
                      <a:gd name="connsiteY5-782" fmla="*/ 1457959 h 2959488"/>
                      <a:gd name="connsiteX6-783" fmla="*/ 8161918 w 8162752"/>
                      <a:gd name="connsiteY6-784" fmla="*/ 0 h 2959488"/>
                      <a:gd name="connsiteX0-785" fmla="*/ 8165930 w 8166764"/>
                      <a:gd name="connsiteY0-786" fmla="*/ 7337 h 2966825"/>
                      <a:gd name="connsiteX1-787" fmla="*/ 8166764 w 8166764"/>
                      <a:gd name="connsiteY1-788" fmla="*/ 1636654 h 2966825"/>
                      <a:gd name="connsiteX2-789" fmla="*/ 4127365 w 8166764"/>
                      <a:gd name="connsiteY2-790" fmla="*/ 2965904 h 2966825"/>
                      <a:gd name="connsiteX3-791" fmla="*/ 6307 w 8166764"/>
                      <a:gd name="connsiteY3-792" fmla="*/ 1517340 h 2966825"/>
                      <a:gd name="connsiteX4-793" fmla="*/ 532 w 8166764"/>
                      <a:gd name="connsiteY4-794" fmla="*/ 0 h 2966825"/>
                      <a:gd name="connsiteX5-795" fmla="*/ 4072283 w 8166764"/>
                      <a:gd name="connsiteY5-796" fmla="*/ 1465296 h 2966825"/>
                      <a:gd name="connsiteX6-797" fmla="*/ 8165930 w 8166764"/>
                      <a:gd name="connsiteY6-798" fmla="*/ 7337 h 2966825"/>
                      <a:gd name="connsiteX0-799" fmla="*/ 8168119 w 8168953"/>
                      <a:gd name="connsiteY0-800" fmla="*/ 7337 h 2966682"/>
                      <a:gd name="connsiteX1-801" fmla="*/ 8168953 w 8168953"/>
                      <a:gd name="connsiteY1-802" fmla="*/ 1636654 h 2966682"/>
                      <a:gd name="connsiteX2-803" fmla="*/ 4129554 w 8168953"/>
                      <a:gd name="connsiteY2-804" fmla="*/ 2965904 h 2966682"/>
                      <a:gd name="connsiteX3-805" fmla="*/ 0 w 8168953"/>
                      <a:gd name="connsiteY3-806" fmla="*/ 1527651 h 2966682"/>
                      <a:gd name="connsiteX4-807" fmla="*/ 2721 w 8168953"/>
                      <a:gd name="connsiteY4-808" fmla="*/ 0 h 2966682"/>
                      <a:gd name="connsiteX5-809" fmla="*/ 4074472 w 8168953"/>
                      <a:gd name="connsiteY5-810" fmla="*/ 1465296 h 2966682"/>
                      <a:gd name="connsiteX6-811" fmla="*/ 8168119 w 8168953"/>
                      <a:gd name="connsiteY6-812" fmla="*/ 7337 h 2966682"/>
                      <a:gd name="connsiteX0-813" fmla="*/ 8168119 w 8168953"/>
                      <a:gd name="connsiteY0-814" fmla="*/ 7337 h 3100377"/>
                      <a:gd name="connsiteX1-815" fmla="*/ 8168953 w 8168953"/>
                      <a:gd name="connsiteY1-816" fmla="*/ 1636654 h 3100377"/>
                      <a:gd name="connsiteX2-817" fmla="*/ 4118520 w 8168953"/>
                      <a:gd name="connsiteY2-818" fmla="*/ 3099826 h 3100377"/>
                      <a:gd name="connsiteX3-819" fmla="*/ 0 w 8168953"/>
                      <a:gd name="connsiteY3-820" fmla="*/ 1527651 h 3100377"/>
                      <a:gd name="connsiteX4-821" fmla="*/ 2721 w 8168953"/>
                      <a:gd name="connsiteY4-822" fmla="*/ 0 h 3100377"/>
                      <a:gd name="connsiteX5-823" fmla="*/ 4074472 w 8168953"/>
                      <a:gd name="connsiteY5-824" fmla="*/ 1465296 h 3100377"/>
                      <a:gd name="connsiteX6-825" fmla="*/ 8168119 w 8168953"/>
                      <a:gd name="connsiteY6-826" fmla="*/ 7337 h 3100377"/>
                      <a:gd name="connsiteX0-827" fmla="*/ 8168119 w 8168953"/>
                      <a:gd name="connsiteY0-828" fmla="*/ 7337 h 3100429"/>
                      <a:gd name="connsiteX1-829" fmla="*/ 8168953 w 8168953"/>
                      <a:gd name="connsiteY1-830" fmla="*/ 1636654 h 3100429"/>
                      <a:gd name="connsiteX2-831" fmla="*/ 4118520 w 8168953"/>
                      <a:gd name="connsiteY2-832" fmla="*/ 3099826 h 3100429"/>
                      <a:gd name="connsiteX3-833" fmla="*/ 0 w 8168953"/>
                      <a:gd name="connsiteY3-834" fmla="*/ 1527651 h 3100429"/>
                      <a:gd name="connsiteX4-835" fmla="*/ 2721 w 8168953"/>
                      <a:gd name="connsiteY4-836" fmla="*/ 0 h 3100429"/>
                      <a:gd name="connsiteX5-837" fmla="*/ 4074472 w 8168953"/>
                      <a:gd name="connsiteY5-838" fmla="*/ 1465296 h 3100429"/>
                      <a:gd name="connsiteX6-839" fmla="*/ 8168119 w 8168953"/>
                      <a:gd name="connsiteY6-840" fmla="*/ 7337 h 3100429"/>
                      <a:gd name="connsiteX0-841" fmla="*/ 8165849 w 8166683"/>
                      <a:gd name="connsiteY0-842" fmla="*/ 7337 h 3099826"/>
                      <a:gd name="connsiteX1-843" fmla="*/ 8166683 w 8166683"/>
                      <a:gd name="connsiteY1-844" fmla="*/ 1636654 h 3099826"/>
                      <a:gd name="connsiteX2-845" fmla="*/ 4116250 w 8166683"/>
                      <a:gd name="connsiteY2-846" fmla="*/ 3099826 h 3099826"/>
                      <a:gd name="connsiteX3-847" fmla="*/ 8764 w 8166683"/>
                      <a:gd name="connsiteY3-848" fmla="*/ 1634789 h 3099826"/>
                      <a:gd name="connsiteX4-849" fmla="*/ 451 w 8166683"/>
                      <a:gd name="connsiteY4-850" fmla="*/ 0 h 3099826"/>
                      <a:gd name="connsiteX5-851" fmla="*/ 4072202 w 8166683"/>
                      <a:gd name="connsiteY5-852" fmla="*/ 1465296 h 3099826"/>
                      <a:gd name="connsiteX6-853" fmla="*/ 8165849 w 8166683"/>
                      <a:gd name="connsiteY6-854" fmla="*/ 7337 h 3099826"/>
                      <a:gd name="connsiteX0-855" fmla="*/ 8165849 w 8166683"/>
                      <a:gd name="connsiteY0-856" fmla="*/ 7337 h 3099826"/>
                      <a:gd name="connsiteX1-857" fmla="*/ 8166683 w 8166683"/>
                      <a:gd name="connsiteY1-858" fmla="*/ 1636654 h 3099826"/>
                      <a:gd name="connsiteX2-859" fmla="*/ 4116250 w 8166683"/>
                      <a:gd name="connsiteY2-860" fmla="*/ 3099826 h 3099826"/>
                      <a:gd name="connsiteX3-861" fmla="*/ 8764 w 8166683"/>
                      <a:gd name="connsiteY3-862" fmla="*/ 1634789 h 3099826"/>
                      <a:gd name="connsiteX4-863" fmla="*/ 451 w 8166683"/>
                      <a:gd name="connsiteY4-864" fmla="*/ 0 h 3099826"/>
                      <a:gd name="connsiteX5-865" fmla="*/ 4072202 w 8166683"/>
                      <a:gd name="connsiteY5-866" fmla="*/ 1465296 h 3099826"/>
                      <a:gd name="connsiteX6-867" fmla="*/ 8165849 w 8166683"/>
                      <a:gd name="connsiteY6-868" fmla="*/ 7337 h 3099826"/>
                      <a:gd name="connsiteX0-869" fmla="*/ 8165849 w 8166683"/>
                      <a:gd name="connsiteY0-870" fmla="*/ 7337 h 3099826"/>
                      <a:gd name="connsiteX1-871" fmla="*/ 8166683 w 8166683"/>
                      <a:gd name="connsiteY1-872" fmla="*/ 1636654 h 3099826"/>
                      <a:gd name="connsiteX2-873" fmla="*/ 4116250 w 8166683"/>
                      <a:gd name="connsiteY2-874" fmla="*/ 3099826 h 3099826"/>
                      <a:gd name="connsiteX3-875" fmla="*/ 8764 w 8166683"/>
                      <a:gd name="connsiteY3-876" fmla="*/ 1634789 h 3099826"/>
                      <a:gd name="connsiteX4-877" fmla="*/ 451 w 8166683"/>
                      <a:gd name="connsiteY4-878" fmla="*/ 0 h 3099826"/>
                      <a:gd name="connsiteX5-879" fmla="*/ 4061168 w 8166683"/>
                      <a:gd name="connsiteY5-880" fmla="*/ 1438511 h 3099826"/>
                      <a:gd name="connsiteX6-881" fmla="*/ 8165849 w 8166683"/>
                      <a:gd name="connsiteY6-882" fmla="*/ 7337 h 3099826"/>
                      <a:gd name="connsiteX0-883" fmla="*/ 8165849 w 8166683"/>
                      <a:gd name="connsiteY0-884" fmla="*/ 7337 h 3099826"/>
                      <a:gd name="connsiteX1-885" fmla="*/ 8166683 w 8166683"/>
                      <a:gd name="connsiteY1-886" fmla="*/ 1636654 h 3099826"/>
                      <a:gd name="connsiteX2-887" fmla="*/ 4116250 w 8166683"/>
                      <a:gd name="connsiteY2-888" fmla="*/ 3099826 h 3099826"/>
                      <a:gd name="connsiteX3-889" fmla="*/ 8764 w 8166683"/>
                      <a:gd name="connsiteY3-890" fmla="*/ 1634789 h 3099826"/>
                      <a:gd name="connsiteX4-891" fmla="*/ 451 w 8166683"/>
                      <a:gd name="connsiteY4-892" fmla="*/ 0 h 3099826"/>
                      <a:gd name="connsiteX5-893" fmla="*/ 4061168 w 8166683"/>
                      <a:gd name="connsiteY5-894" fmla="*/ 1438511 h 3099826"/>
                      <a:gd name="connsiteX6-895" fmla="*/ 8165849 w 8166683"/>
                      <a:gd name="connsiteY6-896" fmla="*/ 7337 h 309982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5" name="Oval 464"/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466" name="Group 465"/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67" name="Freeform 466"/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-1" fmla="*/ 3725333 w 4641485"/>
                        <a:gd name="connsiteY0-2" fmla="*/ 0 h 1049866"/>
                        <a:gd name="connsiteX1-3" fmla="*/ 4641485 w 4641485"/>
                        <a:gd name="connsiteY1-4" fmla="*/ 239402 h 1049866"/>
                        <a:gd name="connsiteX2-5" fmla="*/ 3962400 w 4641485"/>
                        <a:gd name="connsiteY2-6" fmla="*/ 541866 h 1049866"/>
                        <a:gd name="connsiteX3-7" fmla="*/ 3742267 w 4641485"/>
                        <a:gd name="connsiteY3-8" fmla="*/ 457200 h 1049866"/>
                        <a:gd name="connsiteX4-9" fmla="*/ 2269067 w 4641485"/>
                        <a:gd name="connsiteY4-10" fmla="*/ 1049866 h 1049866"/>
                        <a:gd name="connsiteX5-11" fmla="*/ 880533 w 4641485"/>
                        <a:gd name="connsiteY5-12" fmla="*/ 457200 h 1049866"/>
                        <a:gd name="connsiteX6-13" fmla="*/ 592667 w 4641485"/>
                        <a:gd name="connsiteY6-14" fmla="*/ 541866 h 1049866"/>
                        <a:gd name="connsiteX7-15" fmla="*/ 0 w 4641485"/>
                        <a:gd name="connsiteY7-16" fmla="*/ 254000 h 1049866"/>
                        <a:gd name="connsiteX8-17" fmla="*/ 880533 w 4641485"/>
                        <a:gd name="connsiteY8-18" fmla="*/ 16933 h 1049866"/>
                        <a:gd name="connsiteX9-19" fmla="*/ 2302933 w 4641485"/>
                        <a:gd name="connsiteY9-20" fmla="*/ 626533 h 1049866"/>
                        <a:gd name="connsiteX10-21" fmla="*/ 3725333 w 4641485"/>
                        <a:gd name="connsiteY10-22" fmla="*/ 0 h 1049866"/>
                        <a:gd name="connsiteX0-23" fmla="*/ 3756864 w 4673016"/>
                        <a:gd name="connsiteY0-24" fmla="*/ 0 h 1049866"/>
                        <a:gd name="connsiteX1-25" fmla="*/ 4673016 w 4673016"/>
                        <a:gd name="connsiteY1-26" fmla="*/ 239402 h 1049866"/>
                        <a:gd name="connsiteX2-27" fmla="*/ 3993931 w 4673016"/>
                        <a:gd name="connsiteY2-28" fmla="*/ 541866 h 1049866"/>
                        <a:gd name="connsiteX3-29" fmla="*/ 3773798 w 4673016"/>
                        <a:gd name="connsiteY3-30" fmla="*/ 457200 h 1049866"/>
                        <a:gd name="connsiteX4-31" fmla="*/ 2300598 w 4673016"/>
                        <a:gd name="connsiteY4-32" fmla="*/ 1049866 h 1049866"/>
                        <a:gd name="connsiteX5-33" fmla="*/ 912064 w 4673016"/>
                        <a:gd name="connsiteY5-34" fmla="*/ 457200 h 1049866"/>
                        <a:gd name="connsiteX6-35" fmla="*/ 624198 w 4673016"/>
                        <a:gd name="connsiteY6-36" fmla="*/ 541866 h 1049866"/>
                        <a:gd name="connsiteX7-37" fmla="*/ 0 w 4673016"/>
                        <a:gd name="connsiteY7-38" fmla="*/ 232979 h 1049866"/>
                        <a:gd name="connsiteX8-39" fmla="*/ 912064 w 4673016"/>
                        <a:gd name="connsiteY8-40" fmla="*/ 16933 h 1049866"/>
                        <a:gd name="connsiteX9-41" fmla="*/ 2334464 w 4673016"/>
                        <a:gd name="connsiteY9-42" fmla="*/ 626533 h 1049866"/>
                        <a:gd name="connsiteX10-43" fmla="*/ 3756864 w 4673016"/>
                        <a:gd name="connsiteY10-44" fmla="*/ 0 h 1049866"/>
                        <a:gd name="connsiteX0-45" fmla="*/ 3756864 w 4673016"/>
                        <a:gd name="connsiteY0-46" fmla="*/ 0 h 1049866"/>
                        <a:gd name="connsiteX1-47" fmla="*/ 4673016 w 4673016"/>
                        <a:gd name="connsiteY1-48" fmla="*/ 239402 h 1049866"/>
                        <a:gd name="connsiteX2-49" fmla="*/ 3993931 w 4673016"/>
                        <a:gd name="connsiteY2-50" fmla="*/ 541866 h 1049866"/>
                        <a:gd name="connsiteX3-51" fmla="*/ 3784308 w 4673016"/>
                        <a:gd name="connsiteY3-52" fmla="*/ 404648 h 1049866"/>
                        <a:gd name="connsiteX4-53" fmla="*/ 2300598 w 4673016"/>
                        <a:gd name="connsiteY4-54" fmla="*/ 1049866 h 1049866"/>
                        <a:gd name="connsiteX5-55" fmla="*/ 912064 w 4673016"/>
                        <a:gd name="connsiteY5-56" fmla="*/ 457200 h 1049866"/>
                        <a:gd name="connsiteX6-57" fmla="*/ 624198 w 4673016"/>
                        <a:gd name="connsiteY6-58" fmla="*/ 541866 h 1049866"/>
                        <a:gd name="connsiteX7-59" fmla="*/ 0 w 4673016"/>
                        <a:gd name="connsiteY7-60" fmla="*/ 232979 h 1049866"/>
                        <a:gd name="connsiteX8-61" fmla="*/ 912064 w 4673016"/>
                        <a:gd name="connsiteY8-62" fmla="*/ 16933 h 1049866"/>
                        <a:gd name="connsiteX9-63" fmla="*/ 2334464 w 4673016"/>
                        <a:gd name="connsiteY9-64" fmla="*/ 626533 h 1049866"/>
                        <a:gd name="connsiteX10-65" fmla="*/ 3756864 w 4673016"/>
                        <a:gd name="connsiteY10-66" fmla="*/ 0 h 1049866"/>
                        <a:gd name="connsiteX0-67" fmla="*/ 3756864 w 4673016"/>
                        <a:gd name="connsiteY0-68" fmla="*/ 0 h 1049866"/>
                        <a:gd name="connsiteX1-69" fmla="*/ 4673016 w 4673016"/>
                        <a:gd name="connsiteY1-70" fmla="*/ 239402 h 1049866"/>
                        <a:gd name="connsiteX2-71" fmla="*/ 3993931 w 4673016"/>
                        <a:gd name="connsiteY2-72" fmla="*/ 541866 h 1049866"/>
                        <a:gd name="connsiteX3-73" fmla="*/ 3794818 w 4673016"/>
                        <a:gd name="connsiteY3-74" fmla="*/ 436179 h 1049866"/>
                        <a:gd name="connsiteX4-75" fmla="*/ 2300598 w 4673016"/>
                        <a:gd name="connsiteY4-76" fmla="*/ 1049866 h 1049866"/>
                        <a:gd name="connsiteX5-77" fmla="*/ 912064 w 4673016"/>
                        <a:gd name="connsiteY5-78" fmla="*/ 457200 h 1049866"/>
                        <a:gd name="connsiteX6-79" fmla="*/ 624198 w 4673016"/>
                        <a:gd name="connsiteY6-80" fmla="*/ 541866 h 1049866"/>
                        <a:gd name="connsiteX7-81" fmla="*/ 0 w 4673016"/>
                        <a:gd name="connsiteY7-82" fmla="*/ 232979 h 1049866"/>
                        <a:gd name="connsiteX8-83" fmla="*/ 912064 w 4673016"/>
                        <a:gd name="connsiteY8-84" fmla="*/ 16933 h 1049866"/>
                        <a:gd name="connsiteX9-85" fmla="*/ 2334464 w 4673016"/>
                        <a:gd name="connsiteY9-86" fmla="*/ 626533 h 1049866"/>
                        <a:gd name="connsiteX10-87" fmla="*/ 3756864 w 4673016"/>
                        <a:gd name="connsiteY10-88" fmla="*/ 0 h 1049866"/>
                        <a:gd name="connsiteX0-89" fmla="*/ 3756864 w 4673016"/>
                        <a:gd name="connsiteY0-90" fmla="*/ 0 h 1049866"/>
                        <a:gd name="connsiteX1-91" fmla="*/ 4673016 w 4673016"/>
                        <a:gd name="connsiteY1-92" fmla="*/ 239402 h 1049866"/>
                        <a:gd name="connsiteX2-93" fmla="*/ 3993931 w 4673016"/>
                        <a:gd name="connsiteY2-94" fmla="*/ 541866 h 1049866"/>
                        <a:gd name="connsiteX3-95" fmla="*/ 3794818 w 4673016"/>
                        <a:gd name="connsiteY3-96" fmla="*/ 436179 h 1049866"/>
                        <a:gd name="connsiteX4-97" fmla="*/ 2300598 w 4673016"/>
                        <a:gd name="connsiteY4-98" fmla="*/ 1049866 h 1049866"/>
                        <a:gd name="connsiteX5-99" fmla="*/ 912064 w 4673016"/>
                        <a:gd name="connsiteY5-100" fmla="*/ 457200 h 1049866"/>
                        <a:gd name="connsiteX6-101" fmla="*/ 624198 w 4673016"/>
                        <a:gd name="connsiteY6-102" fmla="*/ 541866 h 1049866"/>
                        <a:gd name="connsiteX7-103" fmla="*/ 0 w 4673016"/>
                        <a:gd name="connsiteY7-104" fmla="*/ 232979 h 1049866"/>
                        <a:gd name="connsiteX8-105" fmla="*/ 912064 w 4673016"/>
                        <a:gd name="connsiteY8-106" fmla="*/ 16933 h 1049866"/>
                        <a:gd name="connsiteX9-107" fmla="*/ 2323954 w 4673016"/>
                        <a:gd name="connsiteY9-108" fmla="*/ 616023 h 1049866"/>
                        <a:gd name="connsiteX10-109" fmla="*/ 3756864 w 4673016"/>
                        <a:gd name="connsiteY10-110" fmla="*/ 0 h 1049866"/>
                        <a:gd name="connsiteX0-111" fmla="*/ 3756864 w 4673016"/>
                        <a:gd name="connsiteY0-112" fmla="*/ 0 h 1049866"/>
                        <a:gd name="connsiteX1-113" fmla="*/ 4673016 w 4673016"/>
                        <a:gd name="connsiteY1-114" fmla="*/ 239402 h 1049866"/>
                        <a:gd name="connsiteX2-115" fmla="*/ 3993931 w 4673016"/>
                        <a:gd name="connsiteY2-116" fmla="*/ 541866 h 1049866"/>
                        <a:gd name="connsiteX3-117" fmla="*/ 3794818 w 4673016"/>
                        <a:gd name="connsiteY3-118" fmla="*/ 436179 h 1049866"/>
                        <a:gd name="connsiteX4-119" fmla="*/ 2300598 w 4673016"/>
                        <a:gd name="connsiteY4-120" fmla="*/ 1049866 h 1049866"/>
                        <a:gd name="connsiteX5-121" fmla="*/ 912064 w 4673016"/>
                        <a:gd name="connsiteY5-122" fmla="*/ 457200 h 1049866"/>
                        <a:gd name="connsiteX6-123" fmla="*/ 624198 w 4673016"/>
                        <a:gd name="connsiteY6-124" fmla="*/ 541866 h 1049866"/>
                        <a:gd name="connsiteX7-125" fmla="*/ 0 w 4673016"/>
                        <a:gd name="connsiteY7-126" fmla="*/ 275021 h 1049866"/>
                        <a:gd name="connsiteX8-127" fmla="*/ 912064 w 4673016"/>
                        <a:gd name="connsiteY8-128" fmla="*/ 16933 h 1049866"/>
                        <a:gd name="connsiteX9-129" fmla="*/ 2323954 w 4673016"/>
                        <a:gd name="connsiteY9-130" fmla="*/ 616023 h 1049866"/>
                        <a:gd name="connsiteX10-131" fmla="*/ 3756864 w 4673016"/>
                        <a:gd name="connsiteY10-132" fmla="*/ 0 h 1049866"/>
                        <a:gd name="connsiteX0-133" fmla="*/ 3756864 w 4673016"/>
                        <a:gd name="connsiteY0-134" fmla="*/ 0 h 1049866"/>
                        <a:gd name="connsiteX1-135" fmla="*/ 4673016 w 4673016"/>
                        <a:gd name="connsiteY1-136" fmla="*/ 239402 h 1049866"/>
                        <a:gd name="connsiteX2-137" fmla="*/ 3993931 w 4673016"/>
                        <a:gd name="connsiteY2-138" fmla="*/ 541866 h 1049866"/>
                        <a:gd name="connsiteX3-139" fmla="*/ 3815839 w 4673016"/>
                        <a:gd name="connsiteY3-140" fmla="*/ 467710 h 1049866"/>
                        <a:gd name="connsiteX4-141" fmla="*/ 2300598 w 4673016"/>
                        <a:gd name="connsiteY4-142" fmla="*/ 1049866 h 1049866"/>
                        <a:gd name="connsiteX5-143" fmla="*/ 912064 w 4673016"/>
                        <a:gd name="connsiteY5-144" fmla="*/ 457200 h 1049866"/>
                        <a:gd name="connsiteX6-145" fmla="*/ 624198 w 4673016"/>
                        <a:gd name="connsiteY6-146" fmla="*/ 541866 h 1049866"/>
                        <a:gd name="connsiteX7-147" fmla="*/ 0 w 4673016"/>
                        <a:gd name="connsiteY7-148" fmla="*/ 275021 h 1049866"/>
                        <a:gd name="connsiteX8-149" fmla="*/ 912064 w 4673016"/>
                        <a:gd name="connsiteY8-150" fmla="*/ 16933 h 1049866"/>
                        <a:gd name="connsiteX9-151" fmla="*/ 2323954 w 4673016"/>
                        <a:gd name="connsiteY9-152" fmla="*/ 616023 h 1049866"/>
                        <a:gd name="connsiteX10-153" fmla="*/ 3756864 w 4673016"/>
                        <a:gd name="connsiteY10-154" fmla="*/ 0 h 104986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68" name="Freeform 467"/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69" name="Freeform 468"/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0" name="Freeform 469"/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-1" fmla="*/ 168165 w 3731172"/>
                        <a:gd name="connsiteY0-2" fmla="*/ 73572 h 1418896"/>
                        <a:gd name="connsiteX1-3" fmla="*/ 451945 w 3731172"/>
                        <a:gd name="connsiteY1-4" fmla="*/ 0 h 1418896"/>
                        <a:gd name="connsiteX2-5" fmla="*/ 1881352 w 3731172"/>
                        <a:gd name="connsiteY2-6" fmla="*/ 599089 h 1418896"/>
                        <a:gd name="connsiteX3-7" fmla="*/ 3363310 w 3731172"/>
                        <a:gd name="connsiteY3-8" fmla="*/ 0 h 1418896"/>
                        <a:gd name="connsiteX4-9" fmla="*/ 3584027 w 3731172"/>
                        <a:gd name="connsiteY4-10" fmla="*/ 73572 h 1418896"/>
                        <a:gd name="connsiteX5-11" fmla="*/ 2627586 w 3731172"/>
                        <a:gd name="connsiteY5-12" fmla="*/ 441434 h 1418896"/>
                        <a:gd name="connsiteX6-13" fmla="*/ 2596055 w 3731172"/>
                        <a:gd name="connsiteY6-14" fmla="*/ 914400 h 1418896"/>
                        <a:gd name="connsiteX7-15" fmla="*/ 3731172 w 3731172"/>
                        <a:gd name="connsiteY7-16" fmla="*/ 1345324 h 1418896"/>
                        <a:gd name="connsiteX8-17" fmla="*/ 3447393 w 3731172"/>
                        <a:gd name="connsiteY8-18" fmla="*/ 1408386 h 1418896"/>
                        <a:gd name="connsiteX9-19" fmla="*/ 1870841 w 3731172"/>
                        <a:gd name="connsiteY9-20" fmla="*/ 746234 h 1418896"/>
                        <a:gd name="connsiteX10-21" fmla="*/ 262758 w 3731172"/>
                        <a:gd name="connsiteY10-22" fmla="*/ 1418896 h 1418896"/>
                        <a:gd name="connsiteX11-23" fmla="*/ 0 w 3731172"/>
                        <a:gd name="connsiteY11-24" fmla="*/ 1324303 h 1418896"/>
                        <a:gd name="connsiteX12-25" fmla="*/ 1145627 w 3731172"/>
                        <a:gd name="connsiteY12-26" fmla="*/ 882869 h 1418896"/>
                        <a:gd name="connsiteX13-27" fmla="*/ 1114096 w 3731172"/>
                        <a:gd name="connsiteY13-28" fmla="*/ 409903 h 1418896"/>
                        <a:gd name="connsiteX14-29" fmla="*/ 441434 w 3731172"/>
                        <a:gd name="connsiteY14-30" fmla="*/ 10510 h 1418896"/>
                        <a:gd name="connsiteX15-31" fmla="*/ 441434 w 3731172"/>
                        <a:gd name="connsiteY15-32" fmla="*/ 10510 h 1418896"/>
                        <a:gd name="connsiteX0-33" fmla="*/ 168165 w 3731172"/>
                        <a:gd name="connsiteY0-34" fmla="*/ 73572 h 1418896"/>
                        <a:gd name="connsiteX1-35" fmla="*/ 451945 w 3731172"/>
                        <a:gd name="connsiteY1-36" fmla="*/ 0 h 1418896"/>
                        <a:gd name="connsiteX2-37" fmla="*/ 1881352 w 3731172"/>
                        <a:gd name="connsiteY2-38" fmla="*/ 599089 h 1418896"/>
                        <a:gd name="connsiteX3-39" fmla="*/ 3363310 w 3731172"/>
                        <a:gd name="connsiteY3-40" fmla="*/ 0 h 1418896"/>
                        <a:gd name="connsiteX4-41" fmla="*/ 3584027 w 3731172"/>
                        <a:gd name="connsiteY4-42" fmla="*/ 73572 h 1418896"/>
                        <a:gd name="connsiteX5-43" fmla="*/ 2627586 w 3731172"/>
                        <a:gd name="connsiteY5-44" fmla="*/ 441434 h 1418896"/>
                        <a:gd name="connsiteX6-45" fmla="*/ 2596055 w 3731172"/>
                        <a:gd name="connsiteY6-46" fmla="*/ 914400 h 1418896"/>
                        <a:gd name="connsiteX7-47" fmla="*/ 3731172 w 3731172"/>
                        <a:gd name="connsiteY7-48" fmla="*/ 1345324 h 1418896"/>
                        <a:gd name="connsiteX8-49" fmla="*/ 3447393 w 3731172"/>
                        <a:gd name="connsiteY8-50" fmla="*/ 1408386 h 1418896"/>
                        <a:gd name="connsiteX9-51" fmla="*/ 1870841 w 3731172"/>
                        <a:gd name="connsiteY9-52" fmla="*/ 746234 h 1418896"/>
                        <a:gd name="connsiteX10-53" fmla="*/ 262758 w 3731172"/>
                        <a:gd name="connsiteY10-54" fmla="*/ 1418896 h 1418896"/>
                        <a:gd name="connsiteX11-55" fmla="*/ 0 w 3731172"/>
                        <a:gd name="connsiteY11-56" fmla="*/ 1324303 h 1418896"/>
                        <a:gd name="connsiteX12-57" fmla="*/ 1145627 w 3731172"/>
                        <a:gd name="connsiteY12-58" fmla="*/ 882869 h 1418896"/>
                        <a:gd name="connsiteX13-59" fmla="*/ 1114096 w 3731172"/>
                        <a:gd name="connsiteY13-60" fmla="*/ 409903 h 1418896"/>
                        <a:gd name="connsiteX14-61" fmla="*/ 441434 w 3731172"/>
                        <a:gd name="connsiteY14-62" fmla="*/ 10510 h 1418896"/>
                        <a:gd name="connsiteX0-63" fmla="*/ 168165 w 3731172"/>
                        <a:gd name="connsiteY0-64" fmla="*/ 73572 h 1418896"/>
                        <a:gd name="connsiteX1-65" fmla="*/ 451945 w 3731172"/>
                        <a:gd name="connsiteY1-66" fmla="*/ 0 h 1418896"/>
                        <a:gd name="connsiteX2-67" fmla="*/ 1881352 w 3731172"/>
                        <a:gd name="connsiteY2-68" fmla="*/ 599089 h 1418896"/>
                        <a:gd name="connsiteX3-69" fmla="*/ 3363310 w 3731172"/>
                        <a:gd name="connsiteY3-70" fmla="*/ 0 h 1418896"/>
                        <a:gd name="connsiteX4-71" fmla="*/ 3584027 w 3731172"/>
                        <a:gd name="connsiteY4-72" fmla="*/ 73572 h 1418896"/>
                        <a:gd name="connsiteX5-73" fmla="*/ 2627586 w 3731172"/>
                        <a:gd name="connsiteY5-74" fmla="*/ 441434 h 1418896"/>
                        <a:gd name="connsiteX6-75" fmla="*/ 2596055 w 3731172"/>
                        <a:gd name="connsiteY6-76" fmla="*/ 914400 h 1418896"/>
                        <a:gd name="connsiteX7-77" fmla="*/ 3731172 w 3731172"/>
                        <a:gd name="connsiteY7-78" fmla="*/ 1345324 h 1418896"/>
                        <a:gd name="connsiteX8-79" fmla="*/ 3447393 w 3731172"/>
                        <a:gd name="connsiteY8-80" fmla="*/ 1408386 h 1418896"/>
                        <a:gd name="connsiteX9-81" fmla="*/ 1870841 w 3731172"/>
                        <a:gd name="connsiteY9-82" fmla="*/ 746234 h 1418896"/>
                        <a:gd name="connsiteX10-83" fmla="*/ 262758 w 3731172"/>
                        <a:gd name="connsiteY10-84" fmla="*/ 1418896 h 1418896"/>
                        <a:gd name="connsiteX11-85" fmla="*/ 0 w 3731172"/>
                        <a:gd name="connsiteY11-86" fmla="*/ 1324303 h 1418896"/>
                        <a:gd name="connsiteX12-87" fmla="*/ 1145627 w 3731172"/>
                        <a:gd name="connsiteY12-88" fmla="*/ 882869 h 1418896"/>
                        <a:gd name="connsiteX13-89" fmla="*/ 1114096 w 3731172"/>
                        <a:gd name="connsiteY13-90" fmla="*/ 409903 h 1418896"/>
                        <a:gd name="connsiteX14-91" fmla="*/ 357351 w 3731172"/>
                        <a:gd name="connsiteY14-92" fmla="*/ 115613 h 1418896"/>
                        <a:gd name="connsiteX0-93" fmla="*/ 168165 w 3731172"/>
                        <a:gd name="connsiteY0-94" fmla="*/ 73572 h 1418896"/>
                        <a:gd name="connsiteX1-95" fmla="*/ 451945 w 3731172"/>
                        <a:gd name="connsiteY1-96" fmla="*/ 0 h 1418896"/>
                        <a:gd name="connsiteX2-97" fmla="*/ 1881352 w 3731172"/>
                        <a:gd name="connsiteY2-98" fmla="*/ 599089 h 1418896"/>
                        <a:gd name="connsiteX3-99" fmla="*/ 3363310 w 3731172"/>
                        <a:gd name="connsiteY3-100" fmla="*/ 0 h 1418896"/>
                        <a:gd name="connsiteX4-101" fmla="*/ 3584027 w 3731172"/>
                        <a:gd name="connsiteY4-102" fmla="*/ 73572 h 1418896"/>
                        <a:gd name="connsiteX5-103" fmla="*/ 2627586 w 3731172"/>
                        <a:gd name="connsiteY5-104" fmla="*/ 441434 h 1418896"/>
                        <a:gd name="connsiteX6-105" fmla="*/ 2596055 w 3731172"/>
                        <a:gd name="connsiteY6-106" fmla="*/ 914400 h 1418896"/>
                        <a:gd name="connsiteX7-107" fmla="*/ 3731172 w 3731172"/>
                        <a:gd name="connsiteY7-108" fmla="*/ 1345324 h 1418896"/>
                        <a:gd name="connsiteX8-109" fmla="*/ 3447393 w 3731172"/>
                        <a:gd name="connsiteY8-110" fmla="*/ 1408386 h 1418896"/>
                        <a:gd name="connsiteX9-111" fmla="*/ 1870841 w 3731172"/>
                        <a:gd name="connsiteY9-112" fmla="*/ 746234 h 1418896"/>
                        <a:gd name="connsiteX10-113" fmla="*/ 262758 w 3731172"/>
                        <a:gd name="connsiteY10-114" fmla="*/ 1418896 h 1418896"/>
                        <a:gd name="connsiteX11-115" fmla="*/ 0 w 3731172"/>
                        <a:gd name="connsiteY11-116" fmla="*/ 1324303 h 1418896"/>
                        <a:gd name="connsiteX12-117" fmla="*/ 1145627 w 3731172"/>
                        <a:gd name="connsiteY12-118" fmla="*/ 882869 h 1418896"/>
                        <a:gd name="connsiteX13-119" fmla="*/ 1114096 w 3731172"/>
                        <a:gd name="connsiteY13-120" fmla="*/ 409903 h 1418896"/>
                        <a:gd name="connsiteX14-121" fmla="*/ 147144 w 3731172"/>
                        <a:gd name="connsiteY14-122" fmla="*/ 63061 h 1418896"/>
                        <a:gd name="connsiteX0-123" fmla="*/ 168165 w 3731172"/>
                        <a:gd name="connsiteY0-124" fmla="*/ 73572 h 1418896"/>
                        <a:gd name="connsiteX1-125" fmla="*/ 451945 w 3731172"/>
                        <a:gd name="connsiteY1-126" fmla="*/ 0 h 1418896"/>
                        <a:gd name="connsiteX2-127" fmla="*/ 1881352 w 3731172"/>
                        <a:gd name="connsiteY2-128" fmla="*/ 599089 h 1418896"/>
                        <a:gd name="connsiteX3-129" fmla="*/ 3363310 w 3731172"/>
                        <a:gd name="connsiteY3-130" fmla="*/ 0 h 1418896"/>
                        <a:gd name="connsiteX4-131" fmla="*/ 3584027 w 3731172"/>
                        <a:gd name="connsiteY4-132" fmla="*/ 73572 h 1418896"/>
                        <a:gd name="connsiteX5-133" fmla="*/ 2627586 w 3731172"/>
                        <a:gd name="connsiteY5-134" fmla="*/ 441434 h 1418896"/>
                        <a:gd name="connsiteX6-135" fmla="*/ 2596055 w 3731172"/>
                        <a:gd name="connsiteY6-136" fmla="*/ 914400 h 1418896"/>
                        <a:gd name="connsiteX7-137" fmla="*/ 3731172 w 3731172"/>
                        <a:gd name="connsiteY7-138" fmla="*/ 1345324 h 1418896"/>
                        <a:gd name="connsiteX8-139" fmla="*/ 3447393 w 3731172"/>
                        <a:gd name="connsiteY8-140" fmla="*/ 1408386 h 1418896"/>
                        <a:gd name="connsiteX9-141" fmla="*/ 1870841 w 3731172"/>
                        <a:gd name="connsiteY9-142" fmla="*/ 746234 h 1418896"/>
                        <a:gd name="connsiteX10-143" fmla="*/ 262758 w 3731172"/>
                        <a:gd name="connsiteY10-144" fmla="*/ 1418896 h 1418896"/>
                        <a:gd name="connsiteX11-145" fmla="*/ 0 w 3731172"/>
                        <a:gd name="connsiteY11-146" fmla="*/ 1324303 h 1418896"/>
                        <a:gd name="connsiteX12-147" fmla="*/ 1145627 w 3731172"/>
                        <a:gd name="connsiteY12-148" fmla="*/ 882869 h 1418896"/>
                        <a:gd name="connsiteX13-149" fmla="*/ 1114096 w 3731172"/>
                        <a:gd name="connsiteY13-150" fmla="*/ 420413 h 1418896"/>
                        <a:gd name="connsiteX14-151" fmla="*/ 147144 w 3731172"/>
                        <a:gd name="connsiteY14-152" fmla="*/ 63061 h 1418896"/>
                        <a:gd name="connsiteX0-153" fmla="*/ 168165 w 3731172"/>
                        <a:gd name="connsiteY0-154" fmla="*/ 73572 h 1418896"/>
                        <a:gd name="connsiteX1-155" fmla="*/ 451945 w 3731172"/>
                        <a:gd name="connsiteY1-156" fmla="*/ 0 h 1418896"/>
                        <a:gd name="connsiteX2-157" fmla="*/ 1881352 w 3731172"/>
                        <a:gd name="connsiteY2-158" fmla="*/ 599089 h 1418896"/>
                        <a:gd name="connsiteX3-159" fmla="*/ 3363310 w 3731172"/>
                        <a:gd name="connsiteY3-160" fmla="*/ 0 h 1418896"/>
                        <a:gd name="connsiteX4-161" fmla="*/ 3584027 w 3731172"/>
                        <a:gd name="connsiteY4-162" fmla="*/ 73572 h 1418896"/>
                        <a:gd name="connsiteX5-163" fmla="*/ 2627586 w 3731172"/>
                        <a:gd name="connsiteY5-164" fmla="*/ 441434 h 1418896"/>
                        <a:gd name="connsiteX6-165" fmla="*/ 2596055 w 3731172"/>
                        <a:gd name="connsiteY6-166" fmla="*/ 914400 h 1418896"/>
                        <a:gd name="connsiteX7-167" fmla="*/ 3731172 w 3731172"/>
                        <a:gd name="connsiteY7-168" fmla="*/ 1345324 h 1418896"/>
                        <a:gd name="connsiteX8-169" fmla="*/ 3447393 w 3731172"/>
                        <a:gd name="connsiteY8-170" fmla="*/ 1408386 h 1418896"/>
                        <a:gd name="connsiteX9-171" fmla="*/ 1870841 w 3731172"/>
                        <a:gd name="connsiteY9-172" fmla="*/ 746234 h 1418896"/>
                        <a:gd name="connsiteX10-173" fmla="*/ 262758 w 3731172"/>
                        <a:gd name="connsiteY10-174" fmla="*/ 1418896 h 1418896"/>
                        <a:gd name="connsiteX11-175" fmla="*/ 0 w 3731172"/>
                        <a:gd name="connsiteY11-176" fmla="*/ 1324303 h 1418896"/>
                        <a:gd name="connsiteX12-177" fmla="*/ 1145627 w 3731172"/>
                        <a:gd name="connsiteY12-178" fmla="*/ 882869 h 1418896"/>
                        <a:gd name="connsiteX13-179" fmla="*/ 1114096 w 3731172"/>
                        <a:gd name="connsiteY13-180" fmla="*/ 420413 h 1418896"/>
                        <a:gd name="connsiteX14-181" fmla="*/ 189185 w 3731172"/>
                        <a:gd name="connsiteY14-182" fmla="*/ 84081 h 1418896"/>
                        <a:gd name="connsiteX0-183" fmla="*/ 168165 w 3731172"/>
                        <a:gd name="connsiteY0-184" fmla="*/ 73572 h 1418896"/>
                        <a:gd name="connsiteX1-185" fmla="*/ 451945 w 3731172"/>
                        <a:gd name="connsiteY1-186" fmla="*/ 0 h 1418896"/>
                        <a:gd name="connsiteX2-187" fmla="*/ 1881352 w 3731172"/>
                        <a:gd name="connsiteY2-188" fmla="*/ 599089 h 1418896"/>
                        <a:gd name="connsiteX3-189" fmla="*/ 3363310 w 3731172"/>
                        <a:gd name="connsiteY3-190" fmla="*/ 0 h 1418896"/>
                        <a:gd name="connsiteX4-191" fmla="*/ 3584027 w 3731172"/>
                        <a:gd name="connsiteY4-192" fmla="*/ 73572 h 1418896"/>
                        <a:gd name="connsiteX5-193" fmla="*/ 2627586 w 3731172"/>
                        <a:gd name="connsiteY5-194" fmla="*/ 441434 h 1418896"/>
                        <a:gd name="connsiteX6-195" fmla="*/ 2596055 w 3731172"/>
                        <a:gd name="connsiteY6-196" fmla="*/ 914400 h 1418896"/>
                        <a:gd name="connsiteX7-197" fmla="*/ 3731172 w 3731172"/>
                        <a:gd name="connsiteY7-198" fmla="*/ 1345324 h 1418896"/>
                        <a:gd name="connsiteX8-199" fmla="*/ 3447393 w 3731172"/>
                        <a:gd name="connsiteY8-200" fmla="*/ 1408386 h 1418896"/>
                        <a:gd name="connsiteX9-201" fmla="*/ 1870841 w 3731172"/>
                        <a:gd name="connsiteY9-202" fmla="*/ 746234 h 1418896"/>
                        <a:gd name="connsiteX10-203" fmla="*/ 262758 w 3731172"/>
                        <a:gd name="connsiteY10-204" fmla="*/ 1418896 h 1418896"/>
                        <a:gd name="connsiteX11-205" fmla="*/ 0 w 3731172"/>
                        <a:gd name="connsiteY11-206" fmla="*/ 1324303 h 1418896"/>
                        <a:gd name="connsiteX12-207" fmla="*/ 1145627 w 3731172"/>
                        <a:gd name="connsiteY12-208" fmla="*/ 882869 h 1418896"/>
                        <a:gd name="connsiteX13-209" fmla="*/ 1114096 w 3731172"/>
                        <a:gd name="connsiteY13-210" fmla="*/ 420413 h 1418896"/>
                        <a:gd name="connsiteX14-211" fmla="*/ 189185 w 3731172"/>
                        <a:gd name="connsiteY14-212" fmla="*/ 84081 h 1418896"/>
                        <a:gd name="connsiteX15-213" fmla="*/ 168165 w 3731172"/>
                        <a:gd name="connsiteY15-214" fmla="*/ 73572 h 1418896"/>
                        <a:gd name="connsiteX0-215" fmla="*/ 168165 w 3731172"/>
                        <a:gd name="connsiteY0-216" fmla="*/ 73572 h 1418896"/>
                        <a:gd name="connsiteX1-217" fmla="*/ 451945 w 3731172"/>
                        <a:gd name="connsiteY1-218" fmla="*/ 0 h 1418896"/>
                        <a:gd name="connsiteX2-219" fmla="*/ 1881352 w 3731172"/>
                        <a:gd name="connsiteY2-220" fmla="*/ 599089 h 1418896"/>
                        <a:gd name="connsiteX3-221" fmla="*/ 3363310 w 3731172"/>
                        <a:gd name="connsiteY3-222" fmla="*/ 0 h 1418896"/>
                        <a:gd name="connsiteX4-223" fmla="*/ 3584027 w 3731172"/>
                        <a:gd name="connsiteY4-224" fmla="*/ 73572 h 1418896"/>
                        <a:gd name="connsiteX5-225" fmla="*/ 2627586 w 3731172"/>
                        <a:gd name="connsiteY5-226" fmla="*/ 441434 h 1418896"/>
                        <a:gd name="connsiteX6-227" fmla="*/ 2596055 w 3731172"/>
                        <a:gd name="connsiteY6-228" fmla="*/ 914400 h 1418896"/>
                        <a:gd name="connsiteX7-229" fmla="*/ 3731172 w 3731172"/>
                        <a:gd name="connsiteY7-230" fmla="*/ 1345324 h 1418896"/>
                        <a:gd name="connsiteX8-231" fmla="*/ 3447393 w 3731172"/>
                        <a:gd name="connsiteY8-232" fmla="*/ 1408386 h 1418896"/>
                        <a:gd name="connsiteX9-233" fmla="*/ 1870841 w 3731172"/>
                        <a:gd name="connsiteY9-234" fmla="*/ 746234 h 1418896"/>
                        <a:gd name="connsiteX10-235" fmla="*/ 262758 w 3731172"/>
                        <a:gd name="connsiteY10-236" fmla="*/ 1418896 h 1418896"/>
                        <a:gd name="connsiteX11-237" fmla="*/ 0 w 3731172"/>
                        <a:gd name="connsiteY11-238" fmla="*/ 1324303 h 1418896"/>
                        <a:gd name="connsiteX12-239" fmla="*/ 1145627 w 3731172"/>
                        <a:gd name="connsiteY12-240" fmla="*/ 882869 h 1418896"/>
                        <a:gd name="connsiteX13-241" fmla="*/ 1156137 w 3731172"/>
                        <a:gd name="connsiteY13-242" fmla="*/ 441434 h 1418896"/>
                        <a:gd name="connsiteX14-243" fmla="*/ 189185 w 3731172"/>
                        <a:gd name="connsiteY14-244" fmla="*/ 84081 h 1418896"/>
                        <a:gd name="connsiteX15-245" fmla="*/ 168165 w 3731172"/>
                        <a:gd name="connsiteY15-246" fmla="*/ 73572 h 1418896"/>
                        <a:gd name="connsiteX0-247" fmla="*/ 168165 w 3731172"/>
                        <a:gd name="connsiteY0-248" fmla="*/ 73572 h 1418896"/>
                        <a:gd name="connsiteX1-249" fmla="*/ 451945 w 3731172"/>
                        <a:gd name="connsiteY1-250" fmla="*/ 0 h 1418896"/>
                        <a:gd name="connsiteX2-251" fmla="*/ 1881352 w 3731172"/>
                        <a:gd name="connsiteY2-252" fmla="*/ 599089 h 1418896"/>
                        <a:gd name="connsiteX3-253" fmla="*/ 3363310 w 3731172"/>
                        <a:gd name="connsiteY3-254" fmla="*/ 0 h 1418896"/>
                        <a:gd name="connsiteX4-255" fmla="*/ 3584027 w 3731172"/>
                        <a:gd name="connsiteY4-256" fmla="*/ 73572 h 1418896"/>
                        <a:gd name="connsiteX5-257" fmla="*/ 2627586 w 3731172"/>
                        <a:gd name="connsiteY5-258" fmla="*/ 441434 h 1418896"/>
                        <a:gd name="connsiteX6-259" fmla="*/ 2596055 w 3731172"/>
                        <a:gd name="connsiteY6-260" fmla="*/ 914400 h 1418896"/>
                        <a:gd name="connsiteX7-261" fmla="*/ 3731172 w 3731172"/>
                        <a:gd name="connsiteY7-262" fmla="*/ 1345324 h 1418896"/>
                        <a:gd name="connsiteX8-263" fmla="*/ 3447393 w 3731172"/>
                        <a:gd name="connsiteY8-264" fmla="*/ 1408386 h 1418896"/>
                        <a:gd name="connsiteX9-265" fmla="*/ 1870841 w 3731172"/>
                        <a:gd name="connsiteY9-266" fmla="*/ 746234 h 1418896"/>
                        <a:gd name="connsiteX10-267" fmla="*/ 262758 w 3731172"/>
                        <a:gd name="connsiteY10-268" fmla="*/ 1418896 h 1418896"/>
                        <a:gd name="connsiteX11-269" fmla="*/ 0 w 3731172"/>
                        <a:gd name="connsiteY11-270" fmla="*/ 1324303 h 1418896"/>
                        <a:gd name="connsiteX12-271" fmla="*/ 1145627 w 3731172"/>
                        <a:gd name="connsiteY12-272" fmla="*/ 882869 h 1418896"/>
                        <a:gd name="connsiteX13-273" fmla="*/ 1145626 w 3731172"/>
                        <a:gd name="connsiteY13-274" fmla="*/ 451945 h 1418896"/>
                        <a:gd name="connsiteX14-275" fmla="*/ 189185 w 3731172"/>
                        <a:gd name="connsiteY14-276" fmla="*/ 84081 h 1418896"/>
                        <a:gd name="connsiteX15-277" fmla="*/ 168165 w 3731172"/>
                        <a:gd name="connsiteY15-278" fmla="*/ 73572 h 1418896"/>
                        <a:gd name="connsiteX0-279" fmla="*/ 168165 w 3731172"/>
                        <a:gd name="connsiteY0-280" fmla="*/ 73572 h 1418896"/>
                        <a:gd name="connsiteX1-281" fmla="*/ 451945 w 3731172"/>
                        <a:gd name="connsiteY1-282" fmla="*/ 0 h 1418896"/>
                        <a:gd name="connsiteX2-283" fmla="*/ 1881352 w 3731172"/>
                        <a:gd name="connsiteY2-284" fmla="*/ 599089 h 1418896"/>
                        <a:gd name="connsiteX3-285" fmla="*/ 3363310 w 3731172"/>
                        <a:gd name="connsiteY3-286" fmla="*/ 0 h 1418896"/>
                        <a:gd name="connsiteX4-287" fmla="*/ 3584027 w 3731172"/>
                        <a:gd name="connsiteY4-288" fmla="*/ 73572 h 1418896"/>
                        <a:gd name="connsiteX5-289" fmla="*/ 2627586 w 3731172"/>
                        <a:gd name="connsiteY5-290" fmla="*/ 441434 h 1418896"/>
                        <a:gd name="connsiteX6-291" fmla="*/ 2596055 w 3731172"/>
                        <a:gd name="connsiteY6-292" fmla="*/ 914400 h 1418896"/>
                        <a:gd name="connsiteX7-293" fmla="*/ 3731172 w 3731172"/>
                        <a:gd name="connsiteY7-294" fmla="*/ 1345324 h 1418896"/>
                        <a:gd name="connsiteX8-295" fmla="*/ 3447393 w 3731172"/>
                        <a:gd name="connsiteY8-296" fmla="*/ 1408386 h 1418896"/>
                        <a:gd name="connsiteX9-297" fmla="*/ 1870841 w 3731172"/>
                        <a:gd name="connsiteY9-298" fmla="*/ 746234 h 1418896"/>
                        <a:gd name="connsiteX10-299" fmla="*/ 262758 w 3731172"/>
                        <a:gd name="connsiteY10-300" fmla="*/ 1418896 h 1418896"/>
                        <a:gd name="connsiteX11-301" fmla="*/ 0 w 3731172"/>
                        <a:gd name="connsiteY11-302" fmla="*/ 1324303 h 1418896"/>
                        <a:gd name="connsiteX12-303" fmla="*/ 1145627 w 3731172"/>
                        <a:gd name="connsiteY12-304" fmla="*/ 903890 h 1418896"/>
                        <a:gd name="connsiteX13-305" fmla="*/ 1145626 w 3731172"/>
                        <a:gd name="connsiteY13-306" fmla="*/ 451945 h 1418896"/>
                        <a:gd name="connsiteX14-307" fmla="*/ 189185 w 3731172"/>
                        <a:gd name="connsiteY14-308" fmla="*/ 84081 h 1418896"/>
                        <a:gd name="connsiteX15-309" fmla="*/ 168165 w 3731172"/>
                        <a:gd name="connsiteY15-310" fmla="*/ 73572 h 1418896"/>
                        <a:gd name="connsiteX0-311" fmla="*/ 147144 w 3710151"/>
                        <a:gd name="connsiteY0-312" fmla="*/ 73572 h 1418896"/>
                        <a:gd name="connsiteX1-313" fmla="*/ 430924 w 3710151"/>
                        <a:gd name="connsiteY1-314" fmla="*/ 0 h 1418896"/>
                        <a:gd name="connsiteX2-315" fmla="*/ 1860331 w 3710151"/>
                        <a:gd name="connsiteY2-316" fmla="*/ 599089 h 1418896"/>
                        <a:gd name="connsiteX3-317" fmla="*/ 3342289 w 3710151"/>
                        <a:gd name="connsiteY3-318" fmla="*/ 0 h 1418896"/>
                        <a:gd name="connsiteX4-319" fmla="*/ 3563006 w 3710151"/>
                        <a:gd name="connsiteY4-320" fmla="*/ 73572 h 1418896"/>
                        <a:gd name="connsiteX5-321" fmla="*/ 2606565 w 3710151"/>
                        <a:gd name="connsiteY5-322" fmla="*/ 441434 h 1418896"/>
                        <a:gd name="connsiteX6-323" fmla="*/ 2575034 w 3710151"/>
                        <a:gd name="connsiteY6-324" fmla="*/ 914400 h 1418896"/>
                        <a:gd name="connsiteX7-325" fmla="*/ 3710151 w 3710151"/>
                        <a:gd name="connsiteY7-326" fmla="*/ 1345324 h 1418896"/>
                        <a:gd name="connsiteX8-327" fmla="*/ 3426372 w 3710151"/>
                        <a:gd name="connsiteY8-328" fmla="*/ 1408386 h 1418896"/>
                        <a:gd name="connsiteX9-329" fmla="*/ 1849820 w 3710151"/>
                        <a:gd name="connsiteY9-330" fmla="*/ 746234 h 1418896"/>
                        <a:gd name="connsiteX10-331" fmla="*/ 241737 w 3710151"/>
                        <a:gd name="connsiteY10-332" fmla="*/ 1418896 h 1418896"/>
                        <a:gd name="connsiteX11-333" fmla="*/ 0 w 3710151"/>
                        <a:gd name="connsiteY11-334" fmla="*/ 1334814 h 1418896"/>
                        <a:gd name="connsiteX12-335" fmla="*/ 1124606 w 3710151"/>
                        <a:gd name="connsiteY12-336" fmla="*/ 903890 h 1418896"/>
                        <a:gd name="connsiteX13-337" fmla="*/ 1124605 w 3710151"/>
                        <a:gd name="connsiteY13-338" fmla="*/ 451945 h 1418896"/>
                        <a:gd name="connsiteX14-339" fmla="*/ 168164 w 3710151"/>
                        <a:gd name="connsiteY14-340" fmla="*/ 84081 h 1418896"/>
                        <a:gd name="connsiteX15-341" fmla="*/ 147144 w 3710151"/>
                        <a:gd name="connsiteY15-342" fmla="*/ 73572 h 1418896"/>
                        <a:gd name="connsiteX0-343" fmla="*/ 147144 w 3710151"/>
                        <a:gd name="connsiteY0-344" fmla="*/ 73572 h 1418896"/>
                        <a:gd name="connsiteX1-345" fmla="*/ 430924 w 3710151"/>
                        <a:gd name="connsiteY1-346" fmla="*/ 0 h 1418896"/>
                        <a:gd name="connsiteX2-347" fmla="*/ 1860331 w 3710151"/>
                        <a:gd name="connsiteY2-348" fmla="*/ 599089 h 1418896"/>
                        <a:gd name="connsiteX3-349" fmla="*/ 3342289 w 3710151"/>
                        <a:gd name="connsiteY3-350" fmla="*/ 0 h 1418896"/>
                        <a:gd name="connsiteX4-351" fmla="*/ 3563006 w 3710151"/>
                        <a:gd name="connsiteY4-352" fmla="*/ 73572 h 1418896"/>
                        <a:gd name="connsiteX5-353" fmla="*/ 2606565 w 3710151"/>
                        <a:gd name="connsiteY5-354" fmla="*/ 441434 h 1418896"/>
                        <a:gd name="connsiteX6-355" fmla="*/ 2606565 w 3710151"/>
                        <a:gd name="connsiteY6-356" fmla="*/ 924910 h 1418896"/>
                        <a:gd name="connsiteX7-357" fmla="*/ 3710151 w 3710151"/>
                        <a:gd name="connsiteY7-358" fmla="*/ 1345324 h 1418896"/>
                        <a:gd name="connsiteX8-359" fmla="*/ 3426372 w 3710151"/>
                        <a:gd name="connsiteY8-360" fmla="*/ 1408386 h 1418896"/>
                        <a:gd name="connsiteX9-361" fmla="*/ 1849820 w 3710151"/>
                        <a:gd name="connsiteY9-362" fmla="*/ 746234 h 1418896"/>
                        <a:gd name="connsiteX10-363" fmla="*/ 241737 w 3710151"/>
                        <a:gd name="connsiteY10-364" fmla="*/ 1418896 h 1418896"/>
                        <a:gd name="connsiteX11-365" fmla="*/ 0 w 3710151"/>
                        <a:gd name="connsiteY11-366" fmla="*/ 1334814 h 1418896"/>
                        <a:gd name="connsiteX12-367" fmla="*/ 1124606 w 3710151"/>
                        <a:gd name="connsiteY12-368" fmla="*/ 903890 h 1418896"/>
                        <a:gd name="connsiteX13-369" fmla="*/ 1124605 w 3710151"/>
                        <a:gd name="connsiteY13-370" fmla="*/ 451945 h 1418896"/>
                        <a:gd name="connsiteX14-371" fmla="*/ 168164 w 3710151"/>
                        <a:gd name="connsiteY14-372" fmla="*/ 84081 h 1418896"/>
                        <a:gd name="connsiteX15-373" fmla="*/ 147144 w 3710151"/>
                        <a:gd name="connsiteY15-374" fmla="*/ 73572 h 1418896"/>
                        <a:gd name="connsiteX0-375" fmla="*/ 147144 w 3710151"/>
                        <a:gd name="connsiteY0-376" fmla="*/ 73572 h 1418896"/>
                        <a:gd name="connsiteX1-377" fmla="*/ 430924 w 3710151"/>
                        <a:gd name="connsiteY1-378" fmla="*/ 0 h 1418896"/>
                        <a:gd name="connsiteX2-379" fmla="*/ 1860331 w 3710151"/>
                        <a:gd name="connsiteY2-380" fmla="*/ 599089 h 1418896"/>
                        <a:gd name="connsiteX3-381" fmla="*/ 3342289 w 3710151"/>
                        <a:gd name="connsiteY3-382" fmla="*/ 0 h 1418896"/>
                        <a:gd name="connsiteX4-383" fmla="*/ 3563006 w 3710151"/>
                        <a:gd name="connsiteY4-384" fmla="*/ 73572 h 1418896"/>
                        <a:gd name="connsiteX5-385" fmla="*/ 2606565 w 3710151"/>
                        <a:gd name="connsiteY5-386" fmla="*/ 441434 h 1418896"/>
                        <a:gd name="connsiteX6-387" fmla="*/ 2610282 w 3710151"/>
                        <a:gd name="connsiteY6-388" fmla="*/ 902607 h 1418896"/>
                        <a:gd name="connsiteX7-389" fmla="*/ 3710151 w 3710151"/>
                        <a:gd name="connsiteY7-390" fmla="*/ 1345324 h 1418896"/>
                        <a:gd name="connsiteX8-391" fmla="*/ 3426372 w 3710151"/>
                        <a:gd name="connsiteY8-392" fmla="*/ 1408386 h 1418896"/>
                        <a:gd name="connsiteX9-393" fmla="*/ 1849820 w 3710151"/>
                        <a:gd name="connsiteY9-394" fmla="*/ 746234 h 1418896"/>
                        <a:gd name="connsiteX10-395" fmla="*/ 241737 w 3710151"/>
                        <a:gd name="connsiteY10-396" fmla="*/ 1418896 h 1418896"/>
                        <a:gd name="connsiteX11-397" fmla="*/ 0 w 3710151"/>
                        <a:gd name="connsiteY11-398" fmla="*/ 1334814 h 1418896"/>
                        <a:gd name="connsiteX12-399" fmla="*/ 1124606 w 3710151"/>
                        <a:gd name="connsiteY12-400" fmla="*/ 903890 h 1418896"/>
                        <a:gd name="connsiteX13-401" fmla="*/ 1124605 w 3710151"/>
                        <a:gd name="connsiteY13-402" fmla="*/ 451945 h 1418896"/>
                        <a:gd name="connsiteX14-403" fmla="*/ 168164 w 3710151"/>
                        <a:gd name="connsiteY14-404" fmla="*/ 84081 h 1418896"/>
                        <a:gd name="connsiteX15-405" fmla="*/ 147144 w 3710151"/>
                        <a:gd name="connsiteY15-406" fmla="*/ 73572 h 1418896"/>
                        <a:gd name="connsiteX0-407" fmla="*/ 147144 w 3710151"/>
                        <a:gd name="connsiteY0-408" fmla="*/ 73572 h 1418896"/>
                        <a:gd name="connsiteX1-409" fmla="*/ 430924 w 3710151"/>
                        <a:gd name="connsiteY1-410" fmla="*/ 0 h 1418896"/>
                        <a:gd name="connsiteX2-411" fmla="*/ 1860331 w 3710151"/>
                        <a:gd name="connsiteY2-412" fmla="*/ 599089 h 1418896"/>
                        <a:gd name="connsiteX3-413" fmla="*/ 3342289 w 3710151"/>
                        <a:gd name="connsiteY3-414" fmla="*/ 0 h 1418896"/>
                        <a:gd name="connsiteX4-415" fmla="*/ 3563006 w 3710151"/>
                        <a:gd name="connsiteY4-416" fmla="*/ 73572 h 1418896"/>
                        <a:gd name="connsiteX5-417" fmla="*/ 2617717 w 3710151"/>
                        <a:gd name="connsiteY5-418" fmla="*/ 445151 h 1418896"/>
                        <a:gd name="connsiteX6-419" fmla="*/ 2610282 w 3710151"/>
                        <a:gd name="connsiteY6-420" fmla="*/ 902607 h 1418896"/>
                        <a:gd name="connsiteX7-421" fmla="*/ 3710151 w 3710151"/>
                        <a:gd name="connsiteY7-422" fmla="*/ 1345324 h 1418896"/>
                        <a:gd name="connsiteX8-423" fmla="*/ 3426372 w 3710151"/>
                        <a:gd name="connsiteY8-424" fmla="*/ 1408386 h 1418896"/>
                        <a:gd name="connsiteX9-425" fmla="*/ 1849820 w 3710151"/>
                        <a:gd name="connsiteY9-426" fmla="*/ 746234 h 1418896"/>
                        <a:gd name="connsiteX10-427" fmla="*/ 241737 w 3710151"/>
                        <a:gd name="connsiteY10-428" fmla="*/ 1418896 h 1418896"/>
                        <a:gd name="connsiteX11-429" fmla="*/ 0 w 3710151"/>
                        <a:gd name="connsiteY11-430" fmla="*/ 1334814 h 1418896"/>
                        <a:gd name="connsiteX12-431" fmla="*/ 1124606 w 3710151"/>
                        <a:gd name="connsiteY12-432" fmla="*/ 903890 h 1418896"/>
                        <a:gd name="connsiteX13-433" fmla="*/ 1124605 w 3710151"/>
                        <a:gd name="connsiteY13-434" fmla="*/ 451945 h 1418896"/>
                        <a:gd name="connsiteX14-435" fmla="*/ 168164 w 3710151"/>
                        <a:gd name="connsiteY14-436" fmla="*/ 84081 h 1418896"/>
                        <a:gd name="connsiteX15-437" fmla="*/ 147144 w 3710151"/>
                        <a:gd name="connsiteY15-438" fmla="*/ 73572 h 1418896"/>
                        <a:gd name="connsiteX0-439" fmla="*/ 147144 w 3710151"/>
                        <a:gd name="connsiteY0-440" fmla="*/ 73572 h 1418896"/>
                        <a:gd name="connsiteX1-441" fmla="*/ 430924 w 3710151"/>
                        <a:gd name="connsiteY1-442" fmla="*/ 0 h 1418896"/>
                        <a:gd name="connsiteX2-443" fmla="*/ 1860331 w 3710151"/>
                        <a:gd name="connsiteY2-444" fmla="*/ 599089 h 1418896"/>
                        <a:gd name="connsiteX3-445" fmla="*/ 3342289 w 3710151"/>
                        <a:gd name="connsiteY3-446" fmla="*/ 0 h 1418896"/>
                        <a:gd name="connsiteX4-447" fmla="*/ 3563006 w 3710151"/>
                        <a:gd name="connsiteY4-448" fmla="*/ 73572 h 1418896"/>
                        <a:gd name="connsiteX5-449" fmla="*/ 2617717 w 3710151"/>
                        <a:gd name="connsiteY5-450" fmla="*/ 448868 h 1418896"/>
                        <a:gd name="connsiteX6-451" fmla="*/ 2610282 w 3710151"/>
                        <a:gd name="connsiteY6-452" fmla="*/ 902607 h 1418896"/>
                        <a:gd name="connsiteX7-453" fmla="*/ 3710151 w 3710151"/>
                        <a:gd name="connsiteY7-454" fmla="*/ 1345324 h 1418896"/>
                        <a:gd name="connsiteX8-455" fmla="*/ 3426372 w 3710151"/>
                        <a:gd name="connsiteY8-456" fmla="*/ 1408386 h 1418896"/>
                        <a:gd name="connsiteX9-457" fmla="*/ 1849820 w 3710151"/>
                        <a:gd name="connsiteY9-458" fmla="*/ 746234 h 1418896"/>
                        <a:gd name="connsiteX10-459" fmla="*/ 241737 w 3710151"/>
                        <a:gd name="connsiteY10-460" fmla="*/ 1418896 h 1418896"/>
                        <a:gd name="connsiteX11-461" fmla="*/ 0 w 3710151"/>
                        <a:gd name="connsiteY11-462" fmla="*/ 1334814 h 1418896"/>
                        <a:gd name="connsiteX12-463" fmla="*/ 1124606 w 3710151"/>
                        <a:gd name="connsiteY12-464" fmla="*/ 903890 h 1418896"/>
                        <a:gd name="connsiteX13-465" fmla="*/ 1124605 w 3710151"/>
                        <a:gd name="connsiteY13-466" fmla="*/ 451945 h 1418896"/>
                        <a:gd name="connsiteX14-467" fmla="*/ 168164 w 3710151"/>
                        <a:gd name="connsiteY14-468" fmla="*/ 84081 h 1418896"/>
                        <a:gd name="connsiteX15-469" fmla="*/ 147144 w 3710151"/>
                        <a:gd name="connsiteY15-470" fmla="*/ 73572 h 1418896"/>
                        <a:gd name="connsiteX0-471" fmla="*/ 147144 w 3710151"/>
                        <a:gd name="connsiteY0-472" fmla="*/ 73572 h 1418896"/>
                        <a:gd name="connsiteX1-473" fmla="*/ 430924 w 3710151"/>
                        <a:gd name="connsiteY1-474" fmla="*/ 0 h 1418896"/>
                        <a:gd name="connsiteX2-475" fmla="*/ 1838028 w 3710151"/>
                        <a:gd name="connsiteY2-476" fmla="*/ 591655 h 1418896"/>
                        <a:gd name="connsiteX3-477" fmla="*/ 3342289 w 3710151"/>
                        <a:gd name="connsiteY3-478" fmla="*/ 0 h 1418896"/>
                        <a:gd name="connsiteX4-479" fmla="*/ 3563006 w 3710151"/>
                        <a:gd name="connsiteY4-480" fmla="*/ 73572 h 1418896"/>
                        <a:gd name="connsiteX5-481" fmla="*/ 2617717 w 3710151"/>
                        <a:gd name="connsiteY5-482" fmla="*/ 448868 h 1418896"/>
                        <a:gd name="connsiteX6-483" fmla="*/ 2610282 w 3710151"/>
                        <a:gd name="connsiteY6-484" fmla="*/ 902607 h 1418896"/>
                        <a:gd name="connsiteX7-485" fmla="*/ 3710151 w 3710151"/>
                        <a:gd name="connsiteY7-486" fmla="*/ 1345324 h 1418896"/>
                        <a:gd name="connsiteX8-487" fmla="*/ 3426372 w 3710151"/>
                        <a:gd name="connsiteY8-488" fmla="*/ 1408386 h 1418896"/>
                        <a:gd name="connsiteX9-489" fmla="*/ 1849820 w 3710151"/>
                        <a:gd name="connsiteY9-490" fmla="*/ 746234 h 1418896"/>
                        <a:gd name="connsiteX10-491" fmla="*/ 241737 w 3710151"/>
                        <a:gd name="connsiteY10-492" fmla="*/ 1418896 h 1418896"/>
                        <a:gd name="connsiteX11-493" fmla="*/ 0 w 3710151"/>
                        <a:gd name="connsiteY11-494" fmla="*/ 1334814 h 1418896"/>
                        <a:gd name="connsiteX12-495" fmla="*/ 1124606 w 3710151"/>
                        <a:gd name="connsiteY12-496" fmla="*/ 903890 h 1418896"/>
                        <a:gd name="connsiteX13-497" fmla="*/ 1124605 w 3710151"/>
                        <a:gd name="connsiteY13-498" fmla="*/ 451945 h 1418896"/>
                        <a:gd name="connsiteX14-499" fmla="*/ 168164 w 3710151"/>
                        <a:gd name="connsiteY14-500" fmla="*/ 84081 h 1418896"/>
                        <a:gd name="connsiteX15-501" fmla="*/ 147144 w 3710151"/>
                        <a:gd name="connsiteY15-502" fmla="*/ 73572 h 1418896"/>
                        <a:gd name="connsiteX0-503" fmla="*/ 147144 w 3710151"/>
                        <a:gd name="connsiteY0-504" fmla="*/ 73572 h 1418896"/>
                        <a:gd name="connsiteX1-505" fmla="*/ 430924 w 3710151"/>
                        <a:gd name="connsiteY1-506" fmla="*/ 0 h 1418896"/>
                        <a:gd name="connsiteX2-507" fmla="*/ 1838028 w 3710151"/>
                        <a:gd name="connsiteY2-508" fmla="*/ 591655 h 1418896"/>
                        <a:gd name="connsiteX3-509" fmla="*/ 3342289 w 3710151"/>
                        <a:gd name="connsiteY3-510" fmla="*/ 0 h 1418896"/>
                        <a:gd name="connsiteX4-511" fmla="*/ 3563006 w 3710151"/>
                        <a:gd name="connsiteY4-512" fmla="*/ 73572 h 1418896"/>
                        <a:gd name="connsiteX5-513" fmla="*/ 2617717 w 3710151"/>
                        <a:gd name="connsiteY5-514" fmla="*/ 448868 h 1418896"/>
                        <a:gd name="connsiteX6-515" fmla="*/ 2610282 w 3710151"/>
                        <a:gd name="connsiteY6-516" fmla="*/ 902607 h 1418896"/>
                        <a:gd name="connsiteX7-517" fmla="*/ 3710151 w 3710151"/>
                        <a:gd name="connsiteY7-518" fmla="*/ 1345324 h 1418896"/>
                        <a:gd name="connsiteX8-519" fmla="*/ 3426372 w 3710151"/>
                        <a:gd name="connsiteY8-520" fmla="*/ 1408386 h 1418896"/>
                        <a:gd name="connsiteX9-521" fmla="*/ 1849820 w 3710151"/>
                        <a:gd name="connsiteY9-522" fmla="*/ 746234 h 1418896"/>
                        <a:gd name="connsiteX10-523" fmla="*/ 241737 w 3710151"/>
                        <a:gd name="connsiteY10-524" fmla="*/ 1418896 h 1418896"/>
                        <a:gd name="connsiteX11-525" fmla="*/ 0 w 3710151"/>
                        <a:gd name="connsiteY11-526" fmla="*/ 1334814 h 1418896"/>
                        <a:gd name="connsiteX12-527" fmla="*/ 1124606 w 3710151"/>
                        <a:gd name="connsiteY12-528" fmla="*/ 903890 h 1418896"/>
                        <a:gd name="connsiteX13-529" fmla="*/ 1087434 w 3710151"/>
                        <a:gd name="connsiteY13-530" fmla="*/ 451945 h 1418896"/>
                        <a:gd name="connsiteX14-531" fmla="*/ 168164 w 3710151"/>
                        <a:gd name="connsiteY14-532" fmla="*/ 84081 h 1418896"/>
                        <a:gd name="connsiteX15-533" fmla="*/ 147144 w 3710151"/>
                        <a:gd name="connsiteY15-534" fmla="*/ 73572 h 1418896"/>
                        <a:gd name="connsiteX0-535" fmla="*/ 147144 w 3710151"/>
                        <a:gd name="connsiteY0-536" fmla="*/ 73572 h 1418896"/>
                        <a:gd name="connsiteX1-537" fmla="*/ 430924 w 3710151"/>
                        <a:gd name="connsiteY1-538" fmla="*/ 0 h 1418896"/>
                        <a:gd name="connsiteX2-539" fmla="*/ 1838028 w 3710151"/>
                        <a:gd name="connsiteY2-540" fmla="*/ 591655 h 1418896"/>
                        <a:gd name="connsiteX3-541" fmla="*/ 3342289 w 3710151"/>
                        <a:gd name="connsiteY3-542" fmla="*/ 0 h 1418896"/>
                        <a:gd name="connsiteX4-543" fmla="*/ 3563006 w 3710151"/>
                        <a:gd name="connsiteY4-544" fmla="*/ 73572 h 1418896"/>
                        <a:gd name="connsiteX5-545" fmla="*/ 2617717 w 3710151"/>
                        <a:gd name="connsiteY5-546" fmla="*/ 448868 h 1418896"/>
                        <a:gd name="connsiteX6-547" fmla="*/ 2610282 w 3710151"/>
                        <a:gd name="connsiteY6-548" fmla="*/ 902607 h 1418896"/>
                        <a:gd name="connsiteX7-549" fmla="*/ 3710151 w 3710151"/>
                        <a:gd name="connsiteY7-550" fmla="*/ 1345324 h 1418896"/>
                        <a:gd name="connsiteX8-551" fmla="*/ 3426372 w 3710151"/>
                        <a:gd name="connsiteY8-552" fmla="*/ 1408386 h 1418896"/>
                        <a:gd name="connsiteX9-553" fmla="*/ 1849820 w 3710151"/>
                        <a:gd name="connsiteY9-554" fmla="*/ 746234 h 1418896"/>
                        <a:gd name="connsiteX10-555" fmla="*/ 241737 w 3710151"/>
                        <a:gd name="connsiteY10-556" fmla="*/ 1418896 h 1418896"/>
                        <a:gd name="connsiteX11-557" fmla="*/ 0 w 3710151"/>
                        <a:gd name="connsiteY11-558" fmla="*/ 1334814 h 1418896"/>
                        <a:gd name="connsiteX12-559" fmla="*/ 1098586 w 3710151"/>
                        <a:gd name="connsiteY12-560" fmla="*/ 903890 h 1418896"/>
                        <a:gd name="connsiteX13-561" fmla="*/ 1087434 w 3710151"/>
                        <a:gd name="connsiteY13-562" fmla="*/ 451945 h 1418896"/>
                        <a:gd name="connsiteX14-563" fmla="*/ 168164 w 3710151"/>
                        <a:gd name="connsiteY14-564" fmla="*/ 84081 h 1418896"/>
                        <a:gd name="connsiteX15-565" fmla="*/ 147144 w 3710151"/>
                        <a:gd name="connsiteY15-566" fmla="*/ 73572 h 1418896"/>
                        <a:gd name="connsiteX0-567" fmla="*/ 162012 w 3725019"/>
                        <a:gd name="connsiteY0-568" fmla="*/ 73572 h 1418896"/>
                        <a:gd name="connsiteX1-569" fmla="*/ 445792 w 3725019"/>
                        <a:gd name="connsiteY1-570" fmla="*/ 0 h 1418896"/>
                        <a:gd name="connsiteX2-571" fmla="*/ 1852896 w 3725019"/>
                        <a:gd name="connsiteY2-572" fmla="*/ 591655 h 1418896"/>
                        <a:gd name="connsiteX3-573" fmla="*/ 3357157 w 3725019"/>
                        <a:gd name="connsiteY3-574" fmla="*/ 0 h 1418896"/>
                        <a:gd name="connsiteX4-575" fmla="*/ 3577874 w 3725019"/>
                        <a:gd name="connsiteY4-576" fmla="*/ 73572 h 1418896"/>
                        <a:gd name="connsiteX5-577" fmla="*/ 2632585 w 3725019"/>
                        <a:gd name="connsiteY5-578" fmla="*/ 448868 h 1418896"/>
                        <a:gd name="connsiteX6-579" fmla="*/ 2625150 w 3725019"/>
                        <a:gd name="connsiteY6-580" fmla="*/ 902607 h 1418896"/>
                        <a:gd name="connsiteX7-581" fmla="*/ 3725019 w 3725019"/>
                        <a:gd name="connsiteY7-582" fmla="*/ 1345324 h 1418896"/>
                        <a:gd name="connsiteX8-583" fmla="*/ 3441240 w 3725019"/>
                        <a:gd name="connsiteY8-584" fmla="*/ 1408386 h 1418896"/>
                        <a:gd name="connsiteX9-585" fmla="*/ 1864688 w 3725019"/>
                        <a:gd name="connsiteY9-586" fmla="*/ 746234 h 1418896"/>
                        <a:gd name="connsiteX10-587" fmla="*/ 256605 w 3725019"/>
                        <a:gd name="connsiteY10-588" fmla="*/ 1418896 h 1418896"/>
                        <a:gd name="connsiteX11-589" fmla="*/ 0 w 3725019"/>
                        <a:gd name="connsiteY11-590" fmla="*/ 1331097 h 1418896"/>
                        <a:gd name="connsiteX12-591" fmla="*/ 1113454 w 3725019"/>
                        <a:gd name="connsiteY12-592" fmla="*/ 903890 h 1418896"/>
                        <a:gd name="connsiteX13-593" fmla="*/ 1102302 w 3725019"/>
                        <a:gd name="connsiteY13-594" fmla="*/ 451945 h 1418896"/>
                        <a:gd name="connsiteX14-595" fmla="*/ 183032 w 3725019"/>
                        <a:gd name="connsiteY14-596" fmla="*/ 84081 h 1418896"/>
                        <a:gd name="connsiteX15-597" fmla="*/ 162012 w 3725019"/>
                        <a:gd name="connsiteY15-598" fmla="*/ 73572 h 141889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  <a:cxn ang="0">
                          <a:pos x="connsiteX11-23" y="connsiteY11-24"/>
                        </a:cxn>
                        <a:cxn ang="0">
                          <a:pos x="connsiteX12-25" y="connsiteY12-26"/>
                        </a:cxn>
                        <a:cxn ang="0">
                          <a:pos x="connsiteX13-27" y="connsiteY13-28"/>
                        </a:cxn>
                        <a:cxn ang="0">
                          <a:pos x="connsiteX14-29" y="connsiteY14-30"/>
                        </a:cxn>
                        <a:cxn ang="0">
                          <a:pos x="connsiteX15-31" y="connsiteY15-32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pic>
              <p:nvPicPr>
                <p:cNvPr id="146" name="Picture 1065" descr="antenna_stylized"/>
                <p:cNvPicPr>
                  <a:picLocks noChangeAspect="1" noChangeArrowheads="1"/>
                </p:cNvPicPr>
                <p:nvPr/>
              </p:nvPicPr>
              <p:blipFill>
                <a:blip r:embed="rId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01681" y="5852809"/>
                  <a:ext cx="307702" cy="1688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7" name="Picture 1065" descr="antenna_stylized"/>
                <p:cNvPicPr>
                  <a:picLocks noChangeAspect="1" noChangeArrowheads="1"/>
                </p:cNvPicPr>
                <p:nvPr/>
              </p:nvPicPr>
              <p:blipFill>
                <a:blip r:embed="rId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34746" y="5795138"/>
                  <a:ext cx="316707" cy="13896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17" name="Group 16"/>
            <p:cNvGrpSpPr/>
            <p:nvPr/>
          </p:nvGrpSpPr>
          <p:grpSpPr>
            <a:xfrm>
              <a:off x="10925982" y="4188911"/>
              <a:ext cx="657413" cy="451816"/>
              <a:chOff x="10925982" y="4188911"/>
              <a:chExt cx="657413" cy="451816"/>
            </a:xfrm>
          </p:grpSpPr>
          <p:grpSp>
            <p:nvGrpSpPr>
              <p:cNvPr id="375" name="Group 374"/>
              <p:cNvGrpSpPr/>
              <p:nvPr/>
            </p:nvGrpSpPr>
            <p:grpSpPr>
              <a:xfrm>
                <a:off x="11093556" y="4188911"/>
                <a:ext cx="489839" cy="451816"/>
                <a:chOff x="5103720" y="2693365"/>
                <a:chExt cx="611650" cy="414788"/>
              </a:xfrm>
            </p:grpSpPr>
            <p:cxnSp>
              <p:nvCxnSpPr>
                <p:cNvPr id="376" name="Straight Connector 375"/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78" name="Group 377"/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79" name="Picture 378" descr="server_rack.png"/>
                  <p:cNvPicPr>
                    <a:picLocks noChangeAspect="1"/>
                  </p:cNvPicPr>
                  <p:nvPr/>
                </p:nvPicPr>
                <p:blipFill>
                  <a:blip r:embed="rId1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0" name="Picture 379" descr="server_rack.png"/>
                  <p:cNvPicPr>
                    <a:picLocks noChangeAspect="1"/>
                  </p:cNvPicPr>
                  <p:nvPr/>
                </p:nvPicPr>
                <p:blipFill>
                  <a:blip r:embed="rId1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1" name="Picture 380" descr="server_rack.png"/>
                  <p:cNvPicPr>
                    <a:picLocks noChangeAspect="1"/>
                  </p:cNvPicPr>
                  <p:nvPr/>
                </p:nvPicPr>
                <p:blipFill>
                  <a:blip r:embed="rId1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447" name="Group 446"/>
              <p:cNvGrpSpPr/>
              <p:nvPr/>
            </p:nvGrpSpPr>
            <p:grpSpPr>
              <a:xfrm>
                <a:off x="10925982" y="4369125"/>
                <a:ext cx="228295" cy="120400"/>
                <a:chOff x="7493876" y="2774731"/>
                <a:chExt cx="1481958" cy="894622"/>
              </a:xfrm>
            </p:grpSpPr>
            <p:sp>
              <p:nvSpPr>
                <p:cNvPr id="448" name="Freeform 447"/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-1" fmla="*/ 8187558 w 8187558"/>
                    <a:gd name="connsiteY0-2" fmla="*/ 0 h 2617076"/>
                    <a:gd name="connsiteX1-3" fmla="*/ 8187558 w 8187558"/>
                    <a:gd name="connsiteY1-4" fmla="*/ 1271752 h 2617076"/>
                    <a:gd name="connsiteX2-5" fmla="*/ 4025462 w 8187558"/>
                    <a:gd name="connsiteY2-6" fmla="*/ 2617076 h 2617076"/>
                    <a:gd name="connsiteX3-7" fmla="*/ 0 w 8187558"/>
                    <a:gd name="connsiteY3-8" fmla="*/ 1229711 h 2617076"/>
                    <a:gd name="connsiteX4-9" fmla="*/ 31531 w 8187558"/>
                    <a:gd name="connsiteY4-10" fmla="*/ 147145 h 2617076"/>
                    <a:gd name="connsiteX5-11" fmla="*/ 4046482 w 8187558"/>
                    <a:gd name="connsiteY5-12" fmla="*/ 1576552 h 2617076"/>
                    <a:gd name="connsiteX6-13" fmla="*/ 8187558 w 8187558"/>
                    <a:gd name="connsiteY6-14" fmla="*/ 0 h 2617076"/>
                    <a:gd name="connsiteX0-15" fmla="*/ 8187558 w 8187558"/>
                    <a:gd name="connsiteY0-16" fmla="*/ 0 h 2617076"/>
                    <a:gd name="connsiteX1-17" fmla="*/ 8187558 w 8187558"/>
                    <a:gd name="connsiteY1-18" fmla="*/ 1271752 h 2617076"/>
                    <a:gd name="connsiteX2-19" fmla="*/ 4025462 w 8187558"/>
                    <a:gd name="connsiteY2-20" fmla="*/ 2617076 h 2617076"/>
                    <a:gd name="connsiteX3-21" fmla="*/ 0 w 8187558"/>
                    <a:gd name="connsiteY3-22" fmla="*/ 1229711 h 2617076"/>
                    <a:gd name="connsiteX4-23" fmla="*/ 31531 w 8187558"/>
                    <a:gd name="connsiteY4-24" fmla="*/ 147145 h 2617076"/>
                    <a:gd name="connsiteX5-25" fmla="*/ 4046482 w 8187558"/>
                    <a:gd name="connsiteY5-26" fmla="*/ 1576552 h 2617076"/>
                    <a:gd name="connsiteX6-27" fmla="*/ 8187558 w 8187558"/>
                    <a:gd name="connsiteY6-28" fmla="*/ 0 h 2617076"/>
                    <a:gd name="connsiteX0-29" fmla="*/ 8187558 w 8187558"/>
                    <a:gd name="connsiteY0-30" fmla="*/ 0 h 2617076"/>
                    <a:gd name="connsiteX1-31" fmla="*/ 8187558 w 8187558"/>
                    <a:gd name="connsiteY1-32" fmla="*/ 1271752 h 2617076"/>
                    <a:gd name="connsiteX2-33" fmla="*/ 4025462 w 8187558"/>
                    <a:gd name="connsiteY2-34" fmla="*/ 2617076 h 2617076"/>
                    <a:gd name="connsiteX3-35" fmla="*/ 0 w 8187558"/>
                    <a:gd name="connsiteY3-36" fmla="*/ 1229711 h 2617076"/>
                    <a:gd name="connsiteX4-37" fmla="*/ 31531 w 8187558"/>
                    <a:gd name="connsiteY4-38" fmla="*/ 147145 h 2617076"/>
                    <a:gd name="connsiteX5-39" fmla="*/ 4046482 w 8187558"/>
                    <a:gd name="connsiteY5-40" fmla="*/ 1576552 h 2617076"/>
                    <a:gd name="connsiteX6-41" fmla="*/ 8187558 w 8187558"/>
                    <a:gd name="connsiteY6-42" fmla="*/ 0 h 2617076"/>
                    <a:gd name="connsiteX0-43" fmla="*/ 8187558 w 8187558"/>
                    <a:gd name="connsiteY0-44" fmla="*/ 0 h 2617076"/>
                    <a:gd name="connsiteX1-45" fmla="*/ 8187558 w 8187558"/>
                    <a:gd name="connsiteY1-46" fmla="*/ 1271752 h 2617076"/>
                    <a:gd name="connsiteX2-47" fmla="*/ 4025462 w 8187558"/>
                    <a:gd name="connsiteY2-48" fmla="*/ 2617076 h 2617076"/>
                    <a:gd name="connsiteX3-49" fmla="*/ 0 w 8187558"/>
                    <a:gd name="connsiteY3-50" fmla="*/ 1229711 h 2617076"/>
                    <a:gd name="connsiteX4-51" fmla="*/ 31531 w 8187558"/>
                    <a:gd name="connsiteY4-52" fmla="*/ 147145 h 2617076"/>
                    <a:gd name="connsiteX5-53" fmla="*/ 4046482 w 8187558"/>
                    <a:gd name="connsiteY5-54" fmla="*/ 1576552 h 2617076"/>
                    <a:gd name="connsiteX6-55" fmla="*/ 8187558 w 8187558"/>
                    <a:gd name="connsiteY6-56" fmla="*/ 0 h 2617076"/>
                    <a:gd name="connsiteX0-57" fmla="*/ 8187558 w 8187558"/>
                    <a:gd name="connsiteY0-58" fmla="*/ 0 h 2617076"/>
                    <a:gd name="connsiteX1-59" fmla="*/ 8187558 w 8187558"/>
                    <a:gd name="connsiteY1-60" fmla="*/ 1271752 h 2617076"/>
                    <a:gd name="connsiteX2-61" fmla="*/ 4025462 w 8187558"/>
                    <a:gd name="connsiteY2-62" fmla="*/ 2617076 h 2617076"/>
                    <a:gd name="connsiteX3-63" fmla="*/ 0 w 8187558"/>
                    <a:gd name="connsiteY3-64" fmla="*/ 1229711 h 2617076"/>
                    <a:gd name="connsiteX4-65" fmla="*/ 31531 w 8187558"/>
                    <a:gd name="connsiteY4-66" fmla="*/ 147145 h 2617076"/>
                    <a:gd name="connsiteX5-67" fmla="*/ 4046482 w 8187558"/>
                    <a:gd name="connsiteY5-68" fmla="*/ 1576552 h 2617076"/>
                    <a:gd name="connsiteX6-69" fmla="*/ 8187558 w 8187558"/>
                    <a:gd name="connsiteY6-70" fmla="*/ 0 h 2617076"/>
                    <a:gd name="connsiteX0-71" fmla="*/ 8187558 w 8187558"/>
                    <a:gd name="connsiteY0-72" fmla="*/ 0 h 2617076"/>
                    <a:gd name="connsiteX1-73" fmla="*/ 8187558 w 8187558"/>
                    <a:gd name="connsiteY1-74" fmla="*/ 1271752 h 2617076"/>
                    <a:gd name="connsiteX2-75" fmla="*/ 4025462 w 8187558"/>
                    <a:gd name="connsiteY2-76" fmla="*/ 2617076 h 2617076"/>
                    <a:gd name="connsiteX3-77" fmla="*/ 0 w 8187558"/>
                    <a:gd name="connsiteY3-78" fmla="*/ 1229711 h 2617076"/>
                    <a:gd name="connsiteX4-79" fmla="*/ 31531 w 8187558"/>
                    <a:gd name="connsiteY4-80" fmla="*/ 147145 h 2617076"/>
                    <a:gd name="connsiteX5-81" fmla="*/ 4046482 w 8187558"/>
                    <a:gd name="connsiteY5-82" fmla="*/ 1576552 h 2617076"/>
                    <a:gd name="connsiteX6-83" fmla="*/ 8187558 w 8187558"/>
                    <a:gd name="connsiteY6-84" fmla="*/ 0 h 2617076"/>
                    <a:gd name="connsiteX0-85" fmla="*/ 8187558 w 8187558"/>
                    <a:gd name="connsiteY0-86" fmla="*/ 0 h 2638097"/>
                    <a:gd name="connsiteX1-87" fmla="*/ 8187558 w 8187558"/>
                    <a:gd name="connsiteY1-88" fmla="*/ 1271752 h 2638097"/>
                    <a:gd name="connsiteX2-89" fmla="*/ 4099035 w 8187558"/>
                    <a:gd name="connsiteY2-90" fmla="*/ 2638097 h 2638097"/>
                    <a:gd name="connsiteX3-91" fmla="*/ 0 w 8187558"/>
                    <a:gd name="connsiteY3-92" fmla="*/ 1229711 h 2638097"/>
                    <a:gd name="connsiteX4-93" fmla="*/ 31531 w 8187558"/>
                    <a:gd name="connsiteY4-94" fmla="*/ 147145 h 2638097"/>
                    <a:gd name="connsiteX5-95" fmla="*/ 4046482 w 8187558"/>
                    <a:gd name="connsiteY5-96" fmla="*/ 1576552 h 2638097"/>
                    <a:gd name="connsiteX6-97" fmla="*/ 8187558 w 8187558"/>
                    <a:gd name="connsiteY6-98" fmla="*/ 0 h 2638097"/>
                    <a:gd name="connsiteX0-99" fmla="*/ 8187558 w 8187558"/>
                    <a:gd name="connsiteY0-100" fmla="*/ 0 h 2638097"/>
                    <a:gd name="connsiteX1-101" fmla="*/ 8187558 w 8187558"/>
                    <a:gd name="connsiteY1-102" fmla="*/ 1271752 h 2638097"/>
                    <a:gd name="connsiteX2-103" fmla="*/ 4099035 w 8187558"/>
                    <a:gd name="connsiteY2-104" fmla="*/ 2638097 h 2638097"/>
                    <a:gd name="connsiteX3-105" fmla="*/ 0 w 8187558"/>
                    <a:gd name="connsiteY3-106" fmla="*/ 1229711 h 2638097"/>
                    <a:gd name="connsiteX4-107" fmla="*/ 31531 w 8187558"/>
                    <a:gd name="connsiteY4-108" fmla="*/ 147145 h 2638097"/>
                    <a:gd name="connsiteX5-109" fmla="*/ 4046482 w 8187558"/>
                    <a:gd name="connsiteY5-110" fmla="*/ 1576552 h 2638097"/>
                    <a:gd name="connsiteX6-111" fmla="*/ 8187558 w 8187558"/>
                    <a:gd name="connsiteY6-112" fmla="*/ 0 h 2638097"/>
                    <a:gd name="connsiteX0-113" fmla="*/ 8187558 w 8187558"/>
                    <a:gd name="connsiteY0-114" fmla="*/ 0 h 2638097"/>
                    <a:gd name="connsiteX1-115" fmla="*/ 8187558 w 8187558"/>
                    <a:gd name="connsiteY1-116" fmla="*/ 1271752 h 2638097"/>
                    <a:gd name="connsiteX2-117" fmla="*/ 4099035 w 8187558"/>
                    <a:gd name="connsiteY2-118" fmla="*/ 2638097 h 2638097"/>
                    <a:gd name="connsiteX3-119" fmla="*/ 0 w 8187558"/>
                    <a:gd name="connsiteY3-120" fmla="*/ 1229711 h 2638097"/>
                    <a:gd name="connsiteX4-121" fmla="*/ 31531 w 8187558"/>
                    <a:gd name="connsiteY4-122" fmla="*/ 147145 h 2638097"/>
                    <a:gd name="connsiteX5-123" fmla="*/ 4046482 w 8187558"/>
                    <a:gd name="connsiteY5-124" fmla="*/ 1576552 h 2638097"/>
                    <a:gd name="connsiteX6-125" fmla="*/ 8187558 w 8187558"/>
                    <a:gd name="connsiteY6-126" fmla="*/ 0 h 2638097"/>
                    <a:gd name="connsiteX0-127" fmla="*/ 8187558 w 8187558"/>
                    <a:gd name="connsiteY0-128" fmla="*/ 0 h 2638097"/>
                    <a:gd name="connsiteX1-129" fmla="*/ 8187558 w 8187558"/>
                    <a:gd name="connsiteY1-130" fmla="*/ 1271752 h 2638097"/>
                    <a:gd name="connsiteX2-131" fmla="*/ 4099035 w 8187558"/>
                    <a:gd name="connsiteY2-132" fmla="*/ 2638097 h 2638097"/>
                    <a:gd name="connsiteX3-133" fmla="*/ 0 w 8187558"/>
                    <a:gd name="connsiteY3-134" fmla="*/ 1229711 h 2638097"/>
                    <a:gd name="connsiteX4-135" fmla="*/ 31531 w 8187558"/>
                    <a:gd name="connsiteY4-136" fmla="*/ 147145 h 2638097"/>
                    <a:gd name="connsiteX5-137" fmla="*/ 4046482 w 8187558"/>
                    <a:gd name="connsiteY5-138" fmla="*/ 1576552 h 2638097"/>
                    <a:gd name="connsiteX6-139" fmla="*/ 8187558 w 8187558"/>
                    <a:gd name="connsiteY6-140" fmla="*/ 0 h 2638097"/>
                    <a:gd name="connsiteX0-141" fmla="*/ 8187558 w 8187558"/>
                    <a:gd name="connsiteY0-142" fmla="*/ 0 h 2638097"/>
                    <a:gd name="connsiteX1-143" fmla="*/ 8187558 w 8187558"/>
                    <a:gd name="connsiteY1-144" fmla="*/ 1271752 h 2638097"/>
                    <a:gd name="connsiteX2-145" fmla="*/ 4099035 w 8187558"/>
                    <a:gd name="connsiteY2-146" fmla="*/ 2638097 h 2638097"/>
                    <a:gd name="connsiteX3-147" fmla="*/ 0 w 8187558"/>
                    <a:gd name="connsiteY3-148" fmla="*/ 1229711 h 2638097"/>
                    <a:gd name="connsiteX4-149" fmla="*/ 31531 w 8187558"/>
                    <a:gd name="connsiteY4-150" fmla="*/ 147145 h 2638097"/>
                    <a:gd name="connsiteX5-151" fmla="*/ 4088524 w 8187558"/>
                    <a:gd name="connsiteY5-152" fmla="*/ 1597573 h 2638097"/>
                    <a:gd name="connsiteX6-153" fmla="*/ 8187558 w 8187558"/>
                    <a:gd name="connsiteY6-154" fmla="*/ 0 h 2638097"/>
                    <a:gd name="connsiteX0-155" fmla="*/ 8187558 w 8187558"/>
                    <a:gd name="connsiteY0-156" fmla="*/ 0 h 2638097"/>
                    <a:gd name="connsiteX1-157" fmla="*/ 8187558 w 8187558"/>
                    <a:gd name="connsiteY1-158" fmla="*/ 1271752 h 2638097"/>
                    <a:gd name="connsiteX2-159" fmla="*/ 4099035 w 8187558"/>
                    <a:gd name="connsiteY2-160" fmla="*/ 2638097 h 2638097"/>
                    <a:gd name="connsiteX3-161" fmla="*/ 0 w 8187558"/>
                    <a:gd name="connsiteY3-162" fmla="*/ 1229711 h 2638097"/>
                    <a:gd name="connsiteX4-163" fmla="*/ 31531 w 8187558"/>
                    <a:gd name="connsiteY4-164" fmla="*/ 147145 h 2638097"/>
                    <a:gd name="connsiteX5-165" fmla="*/ 4088524 w 8187558"/>
                    <a:gd name="connsiteY5-166" fmla="*/ 1597573 h 2638097"/>
                    <a:gd name="connsiteX6-167" fmla="*/ 8187558 w 8187558"/>
                    <a:gd name="connsiteY6-168" fmla="*/ 0 h 2638097"/>
                    <a:gd name="connsiteX0-169" fmla="*/ 8187558 w 8187558"/>
                    <a:gd name="connsiteY0-170" fmla="*/ 0 h 2638097"/>
                    <a:gd name="connsiteX1-171" fmla="*/ 8187558 w 8187558"/>
                    <a:gd name="connsiteY1-172" fmla="*/ 1271752 h 2638097"/>
                    <a:gd name="connsiteX2-173" fmla="*/ 4099035 w 8187558"/>
                    <a:gd name="connsiteY2-174" fmla="*/ 2638097 h 2638097"/>
                    <a:gd name="connsiteX3-175" fmla="*/ 0 w 8187558"/>
                    <a:gd name="connsiteY3-176" fmla="*/ 1229711 h 2638097"/>
                    <a:gd name="connsiteX4-177" fmla="*/ 31531 w 8187558"/>
                    <a:gd name="connsiteY4-178" fmla="*/ 147145 h 2638097"/>
                    <a:gd name="connsiteX5-179" fmla="*/ 4099035 w 8187558"/>
                    <a:gd name="connsiteY5-180" fmla="*/ 1566042 h 2638097"/>
                    <a:gd name="connsiteX6-181" fmla="*/ 8187558 w 8187558"/>
                    <a:gd name="connsiteY6-182" fmla="*/ 0 h 2638097"/>
                    <a:gd name="connsiteX0-183" fmla="*/ 8187558 w 8187558"/>
                    <a:gd name="connsiteY0-184" fmla="*/ 0 h 2638097"/>
                    <a:gd name="connsiteX1-185" fmla="*/ 8187558 w 8187558"/>
                    <a:gd name="connsiteY1-186" fmla="*/ 1271752 h 2638097"/>
                    <a:gd name="connsiteX2-187" fmla="*/ 4099035 w 8187558"/>
                    <a:gd name="connsiteY2-188" fmla="*/ 2638097 h 2638097"/>
                    <a:gd name="connsiteX3-189" fmla="*/ 0 w 8187558"/>
                    <a:gd name="connsiteY3-190" fmla="*/ 1229711 h 2638097"/>
                    <a:gd name="connsiteX4-191" fmla="*/ 31531 w 8187558"/>
                    <a:gd name="connsiteY4-192" fmla="*/ 147145 h 2638097"/>
                    <a:gd name="connsiteX5-193" fmla="*/ 4099035 w 8187558"/>
                    <a:gd name="connsiteY5-194" fmla="*/ 1566042 h 2638097"/>
                    <a:gd name="connsiteX6-195" fmla="*/ 8187558 w 8187558"/>
                    <a:gd name="connsiteY6-196" fmla="*/ 0 h 2638097"/>
                    <a:gd name="connsiteX0-197" fmla="*/ 8187558 w 8187558"/>
                    <a:gd name="connsiteY0-198" fmla="*/ 0 h 2638097"/>
                    <a:gd name="connsiteX1-199" fmla="*/ 8187558 w 8187558"/>
                    <a:gd name="connsiteY1-200" fmla="*/ 1271752 h 2638097"/>
                    <a:gd name="connsiteX2-201" fmla="*/ 4099035 w 8187558"/>
                    <a:gd name="connsiteY2-202" fmla="*/ 2638097 h 2638097"/>
                    <a:gd name="connsiteX3-203" fmla="*/ 0 w 8187558"/>
                    <a:gd name="connsiteY3-204" fmla="*/ 1229711 h 2638097"/>
                    <a:gd name="connsiteX4-205" fmla="*/ 31531 w 8187558"/>
                    <a:gd name="connsiteY4-206" fmla="*/ 147145 h 2638097"/>
                    <a:gd name="connsiteX5-207" fmla="*/ 4099035 w 8187558"/>
                    <a:gd name="connsiteY5-208" fmla="*/ 1566042 h 2638097"/>
                    <a:gd name="connsiteX6-209" fmla="*/ 8187558 w 8187558"/>
                    <a:gd name="connsiteY6-210" fmla="*/ 0 h 2638097"/>
                    <a:gd name="connsiteX0-211" fmla="*/ 8187558 w 8187558"/>
                    <a:gd name="connsiteY0-212" fmla="*/ 0 h 2638097"/>
                    <a:gd name="connsiteX1-213" fmla="*/ 8187558 w 8187558"/>
                    <a:gd name="connsiteY1-214" fmla="*/ 1271752 h 2638097"/>
                    <a:gd name="connsiteX2-215" fmla="*/ 4099035 w 8187558"/>
                    <a:gd name="connsiteY2-216" fmla="*/ 2638097 h 2638097"/>
                    <a:gd name="connsiteX3-217" fmla="*/ 0 w 8187558"/>
                    <a:gd name="connsiteY3-218" fmla="*/ 1229711 h 2638097"/>
                    <a:gd name="connsiteX4-219" fmla="*/ 31531 w 8187558"/>
                    <a:gd name="connsiteY4-220" fmla="*/ 147145 h 2638097"/>
                    <a:gd name="connsiteX5-221" fmla="*/ 4099035 w 8187558"/>
                    <a:gd name="connsiteY5-222" fmla="*/ 1566042 h 2638097"/>
                    <a:gd name="connsiteX6-223" fmla="*/ 8187558 w 8187558"/>
                    <a:gd name="connsiteY6-224" fmla="*/ 0 h 2638097"/>
                    <a:gd name="connsiteX0-225" fmla="*/ 8187558 w 8187558"/>
                    <a:gd name="connsiteY0-226" fmla="*/ 0 h 2638097"/>
                    <a:gd name="connsiteX1-227" fmla="*/ 8187558 w 8187558"/>
                    <a:gd name="connsiteY1-228" fmla="*/ 1271752 h 2638097"/>
                    <a:gd name="connsiteX2-229" fmla="*/ 4099035 w 8187558"/>
                    <a:gd name="connsiteY2-230" fmla="*/ 2638097 h 2638097"/>
                    <a:gd name="connsiteX3-231" fmla="*/ 0 w 8187558"/>
                    <a:gd name="connsiteY3-232" fmla="*/ 1229711 h 2638097"/>
                    <a:gd name="connsiteX4-233" fmla="*/ 31531 w 8187558"/>
                    <a:gd name="connsiteY4-234" fmla="*/ 147145 h 2638097"/>
                    <a:gd name="connsiteX5-235" fmla="*/ 4099035 w 8187558"/>
                    <a:gd name="connsiteY5-236" fmla="*/ 1566042 h 2638097"/>
                    <a:gd name="connsiteX6-237" fmla="*/ 8187558 w 8187558"/>
                    <a:gd name="connsiteY6-238" fmla="*/ 0 h 2638097"/>
                    <a:gd name="connsiteX0-239" fmla="*/ 8187558 w 8187558"/>
                    <a:gd name="connsiteY0-240" fmla="*/ 0 h 2638097"/>
                    <a:gd name="connsiteX1-241" fmla="*/ 8187558 w 8187558"/>
                    <a:gd name="connsiteY1-242" fmla="*/ 1271752 h 2638097"/>
                    <a:gd name="connsiteX2-243" fmla="*/ 4099035 w 8187558"/>
                    <a:gd name="connsiteY2-244" fmla="*/ 2638097 h 2638097"/>
                    <a:gd name="connsiteX3-245" fmla="*/ 0 w 8187558"/>
                    <a:gd name="connsiteY3-246" fmla="*/ 1229711 h 2638097"/>
                    <a:gd name="connsiteX4-247" fmla="*/ 31531 w 8187558"/>
                    <a:gd name="connsiteY4-248" fmla="*/ 147145 h 2638097"/>
                    <a:gd name="connsiteX5-249" fmla="*/ 4099035 w 8187558"/>
                    <a:gd name="connsiteY5-250" fmla="*/ 1566042 h 2638097"/>
                    <a:gd name="connsiteX6-251" fmla="*/ 8187558 w 8187558"/>
                    <a:gd name="connsiteY6-252" fmla="*/ 0 h 2638097"/>
                    <a:gd name="connsiteX0-253" fmla="*/ 8187558 w 8187558"/>
                    <a:gd name="connsiteY0-254" fmla="*/ 0 h 2638097"/>
                    <a:gd name="connsiteX1-255" fmla="*/ 8187558 w 8187558"/>
                    <a:gd name="connsiteY1-256" fmla="*/ 1271752 h 2638097"/>
                    <a:gd name="connsiteX2-257" fmla="*/ 4099035 w 8187558"/>
                    <a:gd name="connsiteY2-258" fmla="*/ 2638097 h 2638097"/>
                    <a:gd name="connsiteX3-259" fmla="*/ 0 w 8187558"/>
                    <a:gd name="connsiteY3-260" fmla="*/ 1229711 h 2638097"/>
                    <a:gd name="connsiteX4-261" fmla="*/ 31531 w 8187558"/>
                    <a:gd name="connsiteY4-262" fmla="*/ 147145 h 2638097"/>
                    <a:gd name="connsiteX5-263" fmla="*/ 4099035 w 8187558"/>
                    <a:gd name="connsiteY5-264" fmla="*/ 1566042 h 2638097"/>
                    <a:gd name="connsiteX6-265" fmla="*/ 8187558 w 8187558"/>
                    <a:gd name="connsiteY6-266" fmla="*/ 0 h 2638097"/>
                    <a:gd name="connsiteX0-267" fmla="*/ 8187558 w 8187558"/>
                    <a:gd name="connsiteY0-268" fmla="*/ 0 h 2638097"/>
                    <a:gd name="connsiteX1-269" fmla="*/ 8187558 w 8187558"/>
                    <a:gd name="connsiteY1-270" fmla="*/ 1271752 h 2638097"/>
                    <a:gd name="connsiteX2-271" fmla="*/ 4099035 w 8187558"/>
                    <a:gd name="connsiteY2-272" fmla="*/ 2638097 h 2638097"/>
                    <a:gd name="connsiteX3-273" fmla="*/ 0 w 8187558"/>
                    <a:gd name="connsiteY3-274" fmla="*/ 1229711 h 2638097"/>
                    <a:gd name="connsiteX4-275" fmla="*/ 31531 w 8187558"/>
                    <a:gd name="connsiteY4-276" fmla="*/ 147145 h 2638097"/>
                    <a:gd name="connsiteX5-277" fmla="*/ 4099035 w 8187558"/>
                    <a:gd name="connsiteY5-278" fmla="*/ 1566042 h 2638097"/>
                    <a:gd name="connsiteX6-279" fmla="*/ 8187558 w 8187558"/>
                    <a:gd name="connsiteY6-280" fmla="*/ 0 h 2638097"/>
                    <a:gd name="connsiteX0-281" fmla="*/ 8187558 w 8187558"/>
                    <a:gd name="connsiteY0-282" fmla="*/ 0 h 2638097"/>
                    <a:gd name="connsiteX1-283" fmla="*/ 8187558 w 8187558"/>
                    <a:gd name="connsiteY1-284" fmla="*/ 1271752 h 2638097"/>
                    <a:gd name="connsiteX2-285" fmla="*/ 4099035 w 8187558"/>
                    <a:gd name="connsiteY2-286" fmla="*/ 2638097 h 2638097"/>
                    <a:gd name="connsiteX3-287" fmla="*/ 0 w 8187558"/>
                    <a:gd name="connsiteY3-288" fmla="*/ 1229711 h 2638097"/>
                    <a:gd name="connsiteX4-289" fmla="*/ 31531 w 8187558"/>
                    <a:gd name="connsiteY4-290" fmla="*/ 147145 h 2638097"/>
                    <a:gd name="connsiteX5-291" fmla="*/ 4099035 w 8187558"/>
                    <a:gd name="connsiteY5-292" fmla="*/ 1566042 h 2638097"/>
                    <a:gd name="connsiteX6-293" fmla="*/ 8187558 w 8187558"/>
                    <a:gd name="connsiteY6-294" fmla="*/ 0 h 2638097"/>
                    <a:gd name="connsiteX0-295" fmla="*/ 8176538 w 8176538"/>
                    <a:gd name="connsiteY0-296" fmla="*/ 0 h 2638097"/>
                    <a:gd name="connsiteX1-297" fmla="*/ 8176538 w 8176538"/>
                    <a:gd name="connsiteY1-298" fmla="*/ 1271752 h 2638097"/>
                    <a:gd name="connsiteX2-299" fmla="*/ 4088015 w 8176538"/>
                    <a:gd name="connsiteY2-300" fmla="*/ 2638097 h 2638097"/>
                    <a:gd name="connsiteX3-301" fmla="*/ 0 w 8176538"/>
                    <a:gd name="connsiteY3-302" fmla="*/ 1269888 h 2638097"/>
                    <a:gd name="connsiteX4-303" fmla="*/ 20511 w 8176538"/>
                    <a:gd name="connsiteY4-304" fmla="*/ 147145 h 2638097"/>
                    <a:gd name="connsiteX5-305" fmla="*/ 4088015 w 8176538"/>
                    <a:gd name="connsiteY5-306" fmla="*/ 1566042 h 2638097"/>
                    <a:gd name="connsiteX6-307" fmla="*/ 8176538 w 8176538"/>
                    <a:gd name="connsiteY6-308" fmla="*/ 0 h 2638097"/>
                    <a:gd name="connsiteX0-309" fmla="*/ 8176538 w 8176538"/>
                    <a:gd name="connsiteY0-310" fmla="*/ 0 h 2772020"/>
                    <a:gd name="connsiteX1-311" fmla="*/ 8176538 w 8176538"/>
                    <a:gd name="connsiteY1-312" fmla="*/ 1271752 h 2772020"/>
                    <a:gd name="connsiteX2-313" fmla="*/ 4099034 w 8176538"/>
                    <a:gd name="connsiteY2-314" fmla="*/ 2772020 h 2772020"/>
                    <a:gd name="connsiteX3-315" fmla="*/ 0 w 8176538"/>
                    <a:gd name="connsiteY3-316" fmla="*/ 1269888 h 2772020"/>
                    <a:gd name="connsiteX4-317" fmla="*/ 20511 w 8176538"/>
                    <a:gd name="connsiteY4-318" fmla="*/ 147145 h 2772020"/>
                    <a:gd name="connsiteX5-319" fmla="*/ 4088015 w 8176538"/>
                    <a:gd name="connsiteY5-320" fmla="*/ 1566042 h 2772020"/>
                    <a:gd name="connsiteX6-321" fmla="*/ 8176538 w 8176538"/>
                    <a:gd name="connsiteY6-322" fmla="*/ 0 h 2772020"/>
                    <a:gd name="connsiteX0-323" fmla="*/ 8176538 w 8176538"/>
                    <a:gd name="connsiteY0-324" fmla="*/ 0 h 2772339"/>
                    <a:gd name="connsiteX1-325" fmla="*/ 8176538 w 8176538"/>
                    <a:gd name="connsiteY1-326" fmla="*/ 1378890 h 2772339"/>
                    <a:gd name="connsiteX2-327" fmla="*/ 4099034 w 8176538"/>
                    <a:gd name="connsiteY2-328" fmla="*/ 2772020 h 2772339"/>
                    <a:gd name="connsiteX3-329" fmla="*/ 0 w 8176538"/>
                    <a:gd name="connsiteY3-330" fmla="*/ 1269888 h 2772339"/>
                    <a:gd name="connsiteX4-331" fmla="*/ 20511 w 8176538"/>
                    <a:gd name="connsiteY4-332" fmla="*/ 147145 h 2772339"/>
                    <a:gd name="connsiteX5-333" fmla="*/ 4088015 w 8176538"/>
                    <a:gd name="connsiteY5-334" fmla="*/ 1566042 h 2772339"/>
                    <a:gd name="connsiteX6-335" fmla="*/ 8176538 w 8176538"/>
                    <a:gd name="connsiteY6-336" fmla="*/ 0 h 2772339"/>
                    <a:gd name="connsiteX0-337" fmla="*/ 8176538 w 8176538"/>
                    <a:gd name="connsiteY0-338" fmla="*/ 0 h 2825888"/>
                    <a:gd name="connsiteX1-339" fmla="*/ 8176538 w 8176538"/>
                    <a:gd name="connsiteY1-340" fmla="*/ 1378890 h 2825888"/>
                    <a:gd name="connsiteX2-341" fmla="*/ 4099034 w 8176538"/>
                    <a:gd name="connsiteY2-342" fmla="*/ 2825590 h 2825888"/>
                    <a:gd name="connsiteX3-343" fmla="*/ 0 w 8176538"/>
                    <a:gd name="connsiteY3-344" fmla="*/ 1269888 h 2825888"/>
                    <a:gd name="connsiteX4-345" fmla="*/ 20511 w 8176538"/>
                    <a:gd name="connsiteY4-346" fmla="*/ 147145 h 2825888"/>
                    <a:gd name="connsiteX5-347" fmla="*/ 4088015 w 8176538"/>
                    <a:gd name="connsiteY5-348" fmla="*/ 1566042 h 2825888"/>
                    <a:gd name="connsiteX6-349" fmla="*/ 8176538 w 8176538"/>
                    <a:gd name="connsiteY6-350" fmla="*/ 0 h 2825888"/>
                    <a:gd name="connsiteX0-351" fmla="*/ 8165518 w 8165518"/>
                    <a:gd name="connsiteY0-352" fmla="*/ 0 h 2825606"/>
                    <a:gd name="connsiteX1-353" fmla="*/ 8165518 w 8165518"/>
                    <a:gd name="connsiteY1-354" fmla="*/ 1378890 h 2825606"/>
                    <a:gd name="connsiteX2-355" fmla="*/ 4088014 w 8165518"/>
                    <a:gd name="connsiteY2-356" fmla="*/ 2825590 h 2825606"/>
                    <a:gd name="connsiteX3-357" fmla="*/ 0 w 8165518"/>
                    <a:gd name="connsiteY3-358" fmla="*/ 1403811 h 2825606"/>
                    <a:gd name="connsiteX4-359" fmla="*/ 9491 w 8165518"/>
                    <a:gd name="connsiteY4-360" fmla="*/ 147145 h 2825606"/>
                    <a:gd name="connsiteX5-361" fmla="*/ 4076995 w 8165518"/>
                    <a:gd name="connsiteY5-362" fmla="*/ 1566042 h 2825606"/>
                    <a:gd name="connsiteX6-363" fmla="*/ 8165518 w 8165518"/>
                    <a:gd name="connsiteY6-364" fmla="*/ 0 h 2825606"/>
                    <a:gd name="connsiteX0-365" fmla="*/ 8165518 w 8165518"/>
                    <a:gd name="connsiteY0-366" fmla="*/ 0 h 2879174"/>
                    <a:gd name="connsiteX1-367" fmla="*/ 8165518 w 8165518"/>
                    <a:gd name="connsiteY1-368" fmla="*/ 1378890 h 2879174"/>
                    <a:gd name="connsiteX2-369" fmla="*/ 4132092 w 8165518"/>
                    <a:gd name="connsiteY2-370" fmla="*/ 2879159 h 2879174"/>
                    <a:gd name="connsiteX3-371" fmla="*/ 0 w 8165518"/>
                    <a:gd name="connsiteY3-372" fmla="*/ 1403811 h 2879174"/>
                    <a:gd name="connsiteX4-373" fmla="*/ 9491 w 8165518"/>
                    <a:gd name="connsiteY4-374" fmla="*/ 147145 h 2879174"/>
                    <a:gd name="connsiteX5-375" fmla="*/ 4076995 w 8165518"/>
                    <a:gd name="connsiteY5-376" fmla="*/ 1566042 h 2879174"/>
                    <a:gd name="connsiteX6-377" fmla="*/ 8165518 w 8165518"/>
                    <a:gd name="connsiteY6-378" fmla="*/ 0 h 2879174"/>
                    <a:gd name="connsiteX0-379" fmla="*/ 8165518 w 8176537"/>
                    <a:gd name="connsiteY0-380" fmla="*/ 0 h 2879410"/>
                    <a:gd name="connsiteX1-381" fmla="*/ 8176537 w 8176537"/>
                    <a:gd name="connsiteY1-382" fmla="*/ 1499420 h 2879410"/>
                    <a:gd name="connsiteX2-383" fmla="*/ 4132092 w 8176537"/>
                    <a:gd name="connsiteY2-384" fmla="*/ 2879159 h 2879410"/>
                    <a:gd name="connsiteX3-385" fmla="*/ 0 w 8176537"/>
                    <a:gd name="connsiteY3-386" fmla="*/ 1403811 h 2879410"/>
                    <a:gd name="connsiteX4-387" fmla="*/ 9491 w 8176537"/>
                    <a:gd name="connsiteY4-388" fmla="*/ 147145 h 2879410"/>
                    <a:gd name="connsiteX5-389" fmla="*/ 4076995 w 8176537"/>
                    <a:gd name="connsiteY5-390" fmla="*/ 1566042 h 2879410"/>
                    <a:gd name="connsiteX6-391" fmla="*/ 8165518 w 8176537"/>
                    <a:gd name="connsiteY6-392" fmla="*/ 0 h 2879410"/>
                    <a:gd name="connsiteX0-393" fmla="*/ 8165518 w 8176537"/>
                    <a:gd name="connsiteY0-394" fmla="*/ 0 h 2879262"/>
                    <a:gd name="connsiteX1-395" fmla="*/ 8176537 w 8176537"/>
                    <a:gd name="connsiteY1-396" fmla="*/ 1499420 h 2879262"/>
                    <a:gd name="connsiteX2-397" fmla="*/ 4132092 w 8176537"/>
                    <a:gd name="connsiteY2-398" fmla="*/ 2879159 h 2879262"/>
                    <a:gd name="connsiteX3-399" fmla="*/ 0 w 8176537"/>
                    <a:gd name="connsiteY3-400" fmla="*/ 1403811 h 2879262"/>
                    <a:gd name="connsiteX4-401" fmla="*/ 9491 w 8176537"/>
                    <a:gd name="connsiteY4-402" fmla="*/ 147145 h 2879262"/>
                    <a:gd name="connsiteX5-403" fmla="*/ 4076995 w 8176537"/>
                    <a:gd name="connsiteY5-404" fmla="*/ 1566042 h 2879262"/>
                    <a:gd name="connsiteX6-405" fmla="*/ 8165518 w 8176537"/>
                    <a:gd name="connsiteY6-406" fmla="*/ 0 h 2879262"/>
                    <a:gd name="connsiteX0-407" fmla="*/ 8165518 w 8176537"/>
                    <a:gd name="connsiteY0-408" fmla="*/ 0 h 2879163"/>
                    <a:gd name="connsiteX1-409" fmla="*/ 8176537 w 8176537"/>
                    <a:gd name="connsiteY1-410" fmla="*/ 1499420 h 2879163"/>
                    <a:gd name="connsiteX2-411" fmla="*/ 4132092 w 8176537"/>
                    <a:gd name="connsiteY2-412" fmla="*/ 2879159 h 2879163"/>
                    <a:gd name="connsiteX3-413" fmla="*/ 0 w 8176537"/>
                    <a:gd name="connsiteY3-414" fmla="*/ 1510948 h 2879163"/>
                    <a:gd name="connsiteX4-415" fmla="*/ 9491 w 8176537"/>
                    <a:gd name="connsiteY4-416" fmla="*/ 147145 h 2879163"/>
                    <a:gd name="connsiteX5-417" fmla="*/ 4076995 w 8176537"/>
                    <a:gd name="connsiteY5-418" fmla="*/ 1566042 h 2879163"/>
                    <a:gd name="connsiteX6-419" fmla="*/ 8165518 w 8176537"/>
                    <a:gd name="connsiteY6-420" fmla="*/ 0 h 2879163"/>
                    <a:gd name="connsiteX0-421" fmla="*/ 8165518 w 8198577"/>
                    <a:gd name="connsiteY0-422" fmla="*/ 0 h 2879451"/>
                    <a:gd name="connsiteX1-423" fmla="*/ 8198577 w 8198577"/>
                    <a:gd name="connsiteY1-424" fmla="*/ 1606558 h 2879451"/>
                    <a:gd name="connsiteX2-425" fmla="*/ 4132092 w 8198577"/>
                    <a:gd name="connsiteY2-426" fmla="*/ 2879159 h 2879451"/>
                    <a:gd name="connsiteX3-427" fmla="*/ 0 w 8198577"/>
                    <a:gd name="connsiteY3-428" fmla="*/ 1510948 h 2879451"/>
                    <a:gd name="connsiteX4-429" fmla="*/ 9491 w 8198577"/>
                    <a:gd name="connsiteY4-430" fmla="*/ 147145 h 2879451"/>
                    <a:gd name="connsiteX5-431" fmla="*/ 4076995 w 8198577"/>
                    <a:gd name="connsiteY5-432" fmla="*/ 1566042 h 2879451"/>
                    <a:gd name="connsiteX6-433" fmla="*/ 8165518 w 8198577"/>
                    <a:gd name="connsiteY6-434" fmla="*/ 0 h 2879451"/>
                    <a:gd name="connsiteX0-435" fmla="*/ 8165518 w 8165518"/>
                    <a:gd name="connsiteY0-436" fmla="*/ 0 h 2880066"/>
                    <a:gd name="connsiteX1-437" fmla="*/ 8165518 w 8165518"/>
                    <a:gd name="connsiteY1-438" fmla="*/ 1673520 h 2880066"/>
                    <a:gd name="connsiteX2-439" fmla="*/ 4132092 w 8165518"/>
                    <a:gd name="connsiteY2-440" fmla="*/ 2879159 h 2880066"/>
                    <a:gd name="connsiteX3-441" fmla="*/ 0 w 8165518"/>
                    <a:gd name="connsiteY3-442" fmla="*/ 1510948 h 2880066"/>
                    <a:gd name="connsiteX4-443" fmla="*/ 9491 w 8165518"/>
                    <a:gd name="connsiteY4-444" fmla="*/ 147145 h 2880066"/>
                    <a:gd name="connsiteX5-445" fmla="*/ 4076995 w 8165518"/>
                    <a:gd name="connsiteY5-446" fmla="*/ 1566042 h 2880066"/>
                    <a:gd name="connsiteX6-447" fmla="*/ 8165518 w 8165518"/>
                    <a:gd name="connsiteY6-448" fmla="*/ 0 h 2880066"/>
                    <a:gd name="connsiteX0-449" fmla="*/ 8156794 w 8156794"/>
                    <a:gd name="connsiteY0-450" fmla="*/ 0 h 2879270"/>
                    <a:gd name="connsiteX1-451" fmla="*/ 8156794 w 8156794"/>
                    <a:gd name="connsiteY1-452" fmla="*/ 1673520 h 2879270"/>
                    <a:gd name="connsiteX2-453" fmla="*/ 4123368 w 8156794"/>
                    <a:gd name="connsiteY2-454" fmla="*/ 2879159 h 2879270"/>
                    <a:gd name="connsiteX3-455" fmla="*/ 2295 w 8156794"/>
                    <a:gd name="connsiteY3-456" fmla="*/ 1618086 h 2879270"/>
                    <a:gd name="connsiteX4-457" fmla="*/ 767 w 8156794"/>
                    <a:gd name="connsiteY4-458" fmla="*/ 147145 h 2879270"/>
                    <a:gd name="connsiteX5-459" fmla="*/ 4068271 w 8156794"/>
                    <a:gd name="connsiteY5-460" fmla="*/ 1566042 h 2879270"/>
                    <a:gd name="connsiteX6-461" fmla="*/ 8156794 w 8156794"/>
                    <a:gd name="connsiteY6-462" fmla="*/ 0 h 2879270"/>
                    <a:gd name="connsiteX0-463" fmla="*/ 8156794 w 8156794"/>
                    <a:gd name="connsiteY0-464" fmla="*/ 0 h 2973000"/>
                    <a:gd name="connsiteX1-465" fmla="*/ 8156794 w 8156794"/>
                    <a:gd name="connsiteY1-466" fmla="*/ 1673520 h 2973000"/>
                    <a:gd name="connsiteX2-467" fmla="*/ 4134388 w 8156794"/>
                    <a:gd name="connsiteY2-468" fmla="*/ 2972904 h 2973000"/>
                    <a:gd name="connsiteX3-469" fmla="*/ 2295 w 8156794"/>
                    <a:gd name="connsiteY3-470" fmla="*/ 1618086 h 2973000"/>
                    <a:gd name="connsiteX4-471" fmla="*/ 767 w 8156794"/>
                    <a:gd name="connsiteY4-472" fmla="*/ 147145 h 2973000"/>
                    <a:gd name="connsiteX5-473" fmla="*/ 4068271 w 8156794"/>
                    <a:gd name="connsiteY5-474" fmla="*/ 1566042 h 2973000"/>
                    <a:gd name="connsiteX6-475" fmla="*/ 8156794 w 8156794"/>
                    <a:gd name="connsiteY6-476" fmla="*/ 0 h 2973000"/>
                    <a:gd name="connsiteX0-477" fmla="*/ 8156794 w 8156794"/>
                    <a:gd name="connsiteY0-478" fmla="*/ 0 h 2973000"/>
                    <a:gd name="connsiteX1-479" fmla="*/ 8156794 w 8156794"/>
                    <a:gd name="connsiteY1-480" fmla="*/ 1673520 h 2973000"/>
                    <a:gd name="connsiteX2-481" fmla="*/ 4134388 w 8156794"/>
                    <a:gd name="connsiteY2-482" fmla="*/ 2972904 h 2973000"/>
                    <a:gd name="connsiteX3-483" fmla="*/ 2295 w 8156794"/>
                    <a:gd name="connsiteY3-484" fmla="*/ 1618086 h 2973000"/>
                    <a:gd name="connsiteX4-485" fmla="*/ 767 w 8156794"/>
                    <a:gd name="connsiteY4-486" fmla="*/ 147145 h 2973000"/>
                    <a:gd name="connsiteX5-487" fmla="*/ 4068271 w 8156794"/>
                    <a:gd name="connsiteY5-488" fmla="*/ 1566042 h 2973000"/>
                    <a:gd name="connsiteX6-489" fmla="*/ 8156794 w 8156794"/>
                    <a:gd name="connsiteY6-490" fmla="*/ 0 h 2973000"/>
                    <a:gd name="connsiteX0-491" fmla="*/ 8156794 w 8156794"/>
                    <a:gd name="connsiteY0-492" fmla="*/ 0 h 2973000"/>
                    <a:gd name="connsiteX1-493" fmla="*/ 8156794 w 8156794"/>
                    <a:gd name="connsiteY1-494" fmla="*/ 1673520 h 2973000"/>
                    <a:gd name="connsiteX2-495" fmla="*/ 4134388 w 8156794"/>
                    <a:gd name="connsiteY2-496" fmla="*/ 2972904 h 2973000"/>
                    <a:gd name="connsiteX3-497" fmla="*/ 2295 w 8156794"/>
                    <a:gd name="connsiteY3-498" fmla="*/ 1618086 h 2973000"/>
                    <a:gd name="connsiteX4-499" fmla="*/ 767 w 8156794"/>
                    <a:gd name="connsiteY4-500" fmla="*/ 147145 h 2973000"/>
                    <a:gd name="connsiteX5-501" fmla="*/ 4068271 w 8156794"/>
                    <a:gd name="connsiteY5-502" fmla="*/ 1566042 h 2973000"/>
                    <a:gd name="connsiteX6-503" fmla="*/ 8156794 w 8156794"/>
                    <a:gd name="connsiteY6-504" fmla="*/ 0 h 2973000"/>
                    <a:gd name="connsiteX0-505" fmla="*/ 8156794 w 8156794"/>
                    <a:gd name="connsiteY0-506" fmla="*/ 0 h 2973020"/>
                    <a:gd name="connsiteX1-507" fmla="*/ 8156794 w 8156794"/>
                    <a:gd name="connsiteY1-508" fmla="*/ 1673520 h 2973020"/>
                    <a:gd name="connsiteX2-509" fmla="*/ 4134388 w 8156794"/>
                    <a:gd name="connsiteY2-510" fmla="*/ 2972904 h 2973020"/>
                    <a:gd name="connsiteX3-511" fmla="*/ 2295 w 8156794"/>
                    <a:gd name="connsiteY3-512" fmla="*/ 1618086 h 2973020"/>
                    <a:gd name="connsiteX4-513" fmla="*/ 767 w 8156794"/>
                    <a:gd name="connsiteY4-514" fmla="*/ 147145 h 2973020"/>
                    <a:gd name="connsiteX5-515" fmla="*/ 4068271 w 8156794"/>
                    <a:gd name="connsiteY5-516" fmla="*/ 1566042 h 2973020"/>
                    <a:gd name="connsiteX6-517" fmla="*/ 8156794 w 8156794"/>
                    <a:gd name="connsiteY6-518" fmla="*/ 0 h 2973020"/>
                    <a:gd name="connsiteX0-519" fmla="*/ 8156794 w 8156794"/>
                    <a:gd name="connsiteY0-520" fmla="*/ 0 h 2973021"/>
                    <a:gd name="connsiteX1-521" fmla="*/ 8156794 w 8156794"/>
                    <a:gd name="connsiteY1-522" fmla="*/ 1673520 h 2973021"/>
                    <a:gd name="connsiteX2-523" fmla="*/ 4134388 w 8156794"/>
                    <a:gd name="connsiteY2-524" fmla="*/ 2972904 h 2973021"/>
                    <a:gd name="connsiteX3-525" fmla="*/ 2295 w 8156794"/>
                    <a:gd name="connsiteY3-526" fmla="*/ 1618086 h 2973021"/>
                    <a:gd name="connsiteX4-527" fmla="*/ 767 w 8156794"/>
                    <a:gd name="connsiteY4-528" fmla="*/ 147145 h 2973021"/>
                    <a:gd name="connsiteX5-529" fmla="*/ 4068271 w 8156794"/>
                    <a:gd name="connsiteY5-530" fmla="*/ 1566042 h 2973021"/>
                    <a:gd name="connsiteX6-531" fmla="*/ 8156794 w 8156794"/>
                    <a:gd name="connsiteY6-532" fmla="*/ 0 h 2973021"/>
                    <a:gd name="connsiteX0-533" fmla="*/ 8156794 w 8156794"/>
                    <a:gd name="connsiteY0-534" fmla="*/ 0 h 2973021"/>
                    <a:gd name="connsiteX1-535" fmla="*/ 8156794 w 8156794"/>
                    <a:gd name="connsiteY1-536" fmla="*/ 1673520 h 2973021"/>
                    <a:gd name="connsiteX2-537" fmla="*/ 4134388 w 8156794"/>
                    <a:gd name="connsiteY2-538" fmla="*/ 2972904 h 2973021"/>
                    <a:gd name="connsiteX3-539" fmla="*/ 2295 w 8156794"/>
                    <a:gd name="connsiteY3-540" fmla="*/ 1618086 h 2973021"/>
                    <a:gd name="connsiteX4-541" fmla="*/ 767 w 8156794"/>
                    <a:gd name="connsiteY4-542" fmla="*/ 147145 h 2973021"/>
                    <a:gd name="connsiteX5-543" fmla="*/ 4068271 w 8156794"/>
                    <a:gd name="connsiteY5-544" fmla="*/ 1566042 h 2973021"/>
                    <a:gd name="connsiteX6-545" fmla="*/ 8156794 w 8156794"/>
                    <a:gd name="connsiteY6-546" fmla="*/ 0 h 2973021"/>
                    <a:gd name="connsiteX0-547" fmla="*/ 8156794 w 8156794"/>
                    <a:gd name="connsiteY0-548" fmla="*/ 0 h 2973021"/>
                    <a:gd name="connsiteX1-549" fmla="*/ 8156794 w 8156794"/>
                    <a:gd name="connsiteY1-550" fmla="*/ 1673520 h 2973021"/>
                    <a:gd name="connsiteX2-551" fmla="*/ 4134388 w 8156794"/>
                    <a:gd name="connsiteY2-552" fmla="*/ 2972904 h 2973021"/>
                    <a:gd name="connsiteX3-553" fmla="*/ 2295 w 8156794"/>
                    <a:gd name="connsiteY3-554" fmla="*/ 1618086 h 2973021"/>
                    <a:gd name="connsiteX4-555" fmla="*/ 767 w 8156794"/>
                    <a:gd name="connsiteY4-556" fmla="*/ 147145 h 2973021"/>
                    <a:gd name="connsiteX5-557" fmla="*/ 4068271 w 8156794"/>
                    <a:gd name="connsiteY5-558" fmla="*/ 1566042 h 2973021"/>
                    <a:gd name="connsiteX6-559" fmla="*/ 8156794 w 8156794"/>
                    <a:gd name="connsiteY6-560" fmla="*/ 0 h 2973021"/>
                    <a:gd name="connsiteX0-561" fmla="*/ 8156794 w 8156794"/>
                    <a:gd name="connsiteY0-562" fmla="*/ 0 h 2973021"/>
                    <a:gd name="connsiteX1-563" fmla="*/ 8156794 w 8156794"/>
                    <a:gd name="connsiteY1-564" fmla="*/ 1673520 h 2973021"/>
                    <a:gd name="connsiteX2-565" fmla="*/ 4134388 w 8156794"/>
                    <a:gd name="connsiteY2-566" fmla="*/ 2972904 h 2973021"/>
                    <a:gd name="connsiteX3-567" fmla="*/ 2295 w 8156794"/>
                    <a:gd name="connsiteY3-568" fmla="*/ 1618086 h 2973021"/>
                    <a:gd name="connsiteX4-569" fmla="*/ 767 w 8156794"/>
                    <a:gd name="connsiteY4-570" fmla="*/ 147145 h 2973021"/>
                    <a:gd name="connsiteX5-571" fmla="*/ 4068271 w 8156794"/>
                    <a:gd name="connsiteY5-572" fmla="*/ 1566042 h 2973021"/>
                    <a:gd name="connsiteX6-573" fmla="*/ 8156794 w 8156794"/>
                    <a:gd name="connsiteY6-574" fmla="*/ 0 h 2973021"/>
                    <a:gd name="connsiteX0-575" fmla="*/ 8156794 w 8156794"/>
                    <a:gd name="connsiteY0-576" fmla="*/ 0 h 2973141"/>
                    <a:gd name="connsiteX1-577" fmla="*/ 8156794 w 8156794"/>
                    <a:gd name="connsiteY1-578" fmla="*/ 1673520 h 2973141"/>
                    <a:gd name="connsiteX2-579" fmla="*/ 4134388 w 8156794"/>
                    <a:gd name="connsiteY2-580" fmla="*/ 2972904 h 2973141"/>
                    <a:gd name="connsiteX3-581" fmla="*/ 2295 w 8156794"/>
                    <a:gd name="connsiteY3-582" fmla="*/ 1618086 h 2973141"/>
                    <a:gd name="connsiteX4-583" fmla="*/ 767 w 8156794"/>
                    <a:gd name="connsiteY4-584" fmla="*/ 147145 h 2973141"/>
                    <a:gd name="connsiteX5-585" fmla="*/ 4068271 w 8156794"/>
                    <a:gd name="connsiteY5-586" fmla="*/ 1566042 h 2973141"/>
                    <a:gd name="connsiteX6-587" fmla="*/ 8156794 w 8156794"/>
                    <a:gd name="connsiteY6-588" fmla="*/ 0 h 2973141"/>
                    <a:gd name="connsiteX0-589" fmla="*/ 8156794 w 8156794"/>
                    <a:gd name="connsiteY0-590" fmla="*/ 0 h 3066827"/>
                    <a:gd name="connsiteX1-591" fmla="*/ 8156794 w 8156794"/>
                    <a:gd name="connsiteY1-592" fmla="*/ 1673520 h 3066827"/>
                    <a:gd name="connsiteX2-593" fmla="*/ 4123353 w 8156794"/>
                    <a:gd name="connsiteY2-594" fmla="*/ 3066650 h 3066827"/>
                    <a:gd name="connsiteX3-595" fmla="*/ 2295 w 8156794"/>
                    <a:gd name="connsiteY3-596" fmla="*/ 1618086 h 3066827"/>
                    <a:gd name="connsiteX4-597" fmla="*/ 767 w 8156794"/>
                    <a:gd name="connsiteY4-598" fmla="*/ 147145 h 3066827"/>
                    <a:gd name="connsiteX5-599" fmla="*/ 4068271 w 8156794"/>
                    <a:gd name="connsiteY5-600" fmla="*/ 1566042 h 3066827"/>
                    <a:gd name="connsiteX6-601" fmla="*/ 8156794 w 8156794"/>
                    <a:gd name="connsiteY6-602" fmla="*/ 0 h 3066827"/>
                    <a:gd name="connsiteX0-603" fmla="*/ 8123689 w 8156794"/>
                    <a:gd name="connsiteY0-604" fmla="*/ 0 h 2999866"/>
                    <a:gd name="connsiteX1-605" fmla="*/ 8156794 w 8156794"/>
                    <a:gd name="connsiteY1-606" fmla="*/ 1606559 h 2999866"/>
                    <a:gd name="connsiteX2-607" fmla="*/ 4123353 w 8156794"/>
                    <a:gd name="connsiteY2-608" fmla="*/ 2999689 h 2999866"/>
                    <a:gd name="connsiteX3-609" fmla="*/ 2295 w 8156794"/>
                    <a:gd name="connsiteY3-610" fmla="*/ 1551125 h 2999866"/>
                    <a:gd name="connsiteX4-611" fmla="*/ 767 w 8156794"/>
                    <a:gd name="connsiteY4-612" fmla="*/ 80184 h 2999866"/>
                    <a:gd name="connsiteX5-613" fmla="*/ 4068271 w 8156794"/>
                    <a:gd name="connsiteY5-614" fmla="*/ 1499081 h 2999866"/>
                    <a:gd name="connsiteX6-615" fmla="*/ 8123689 w 8156794"/>
                    <a:gd name="connsiteY6-616" fmla="*/ 0 h 2999866"/>
                    <a:gd name="connsiteX0-617" fmla="*/ 8167828 w 8167828"/>
                    <a:gd name="connsiteY0-618" fmla="*/ 0 h 3026651"/>
                    <a:gd name="connsiteX1-619" fmla="*/ 8156794 w 8167828"/>
                    <a:gd name="connsiteY1-620" fmla="*/ 1633344 h 3026651"/>
                    <a:gd name="connsiteX2-621" fmla="*/ 4123353 w 8167828"/>
                    <a:gd name="connsiteY2-622" fmla="*/ 3026474 h 3026651"/>
                    <a:gd name="connsiteX3-623" fmla="*/ 2295 w 8167828"/>
                    <a:gd name="connsiteY3-624" fmla="*/ 1577910 h 3026651"/>
                    <a:gd name="connsiteX4-625" fmla="*/ 767 w 8167828"/>
                    <a:gd name="connsiteY4-626" fmla="*/ 106969 h 3026651"/>
                    <a:gd name="connsiteX5-627" fmla="*/ 4068271 w 8167828"/>
                    <a:gd name="connsiteY5-628" fmla="*/ 1525866 h 3026651"/>
                    <a:gd name="connsiteX6-629" fmla="*/ 8167828 w 8167828"/>
                    <a:gd name="connsiteY6-630" fmla="*/ 0 h 3026651"/>
                    <a:gd name="connsiteX0-631" fmla="*/ 8167828 w 8167828"/>
                    <a:gd name="connsiteY0-632" fmla="*/ 0 h 3027228"/>
                    <a:gd name="connsiteX1-633" fmla="*/ 8145760 w 8167828"/>
                    <a:gd name="connsiteY1-634" fmla="*/ 1686913 h 3027228"/>
                    <a:gd name="connsiteX2-635" fmla="*/ 4123353 w 8167828"/>
                    <a:gd name="connsiteY2-636" fmla="*/ 3026474 h 3027228"/>
                    <a:gd name="connsiteX3-637" fmla="*/ 2295 w 8167828"/>
                    <a:gd name="connsiteY3-638" fmla="*/ 1577910 h 3027228"/>
                    <a:gd name="connsiteX4-639" fmla="*/ 767 w 8167828"/>
                    <a:gd name="connsiteY4-640" fmla="*/ 106969 h 3027228"/>
                    <a:gd name="connsiteX5-641" fmla="*/ 4068271 w 8167828"/>
                    <a:gd name="connsiteY5-642" fmla="*/ 1525866 h 3027228"/>
                    <a:gd name="connsiteX6-643" fmla="*/ 8167828 w 8167828"/>
                    <a:gd name="connsiteY6-644" fmla="*/ 0 h 3027228"/>
                    <a:gd name="connsiteX0-645" fmla="*/ 8156794 w 8156794"/>
                    <a:gd name="connsiteY0-646" fmla="*/ 0 h 2933483"/>
                    <a:gd name="connsiteX1-647" fmla="*/ 8145760 w 8156794"/>
                    <a:gd name="connsiteY1-648" fmla="*/ 1593168 h 2933483"/>
                    <a:gd name="connsiteX2-649" fmla="*/ 4123353 w 8156794"/>
                    <a:gd name="connsiteY2-650" fmla="*/ 2932729 h 2933483"/>
                    <a:gd name="connsiteX3-651" fmla="*/ 2295 w 8156794"/>
                    <a:gd name="connsiteY3-652" fmla="*/ 1484165 h 2933483"/>
                    <a:gd name="connsiteX4-653" fmla="*/ 767 w 8156794"/>
                    <a:gd name="connsiteY4-654" fmla="*/ 13224 h 2933483"/>
                    <a:gd name="connsiteX5-655" fmla="*/ 4068271 w 8156794"/>
                    <a:gd name="connsiteY5-656" fmla="*/ 1432121 h 2933483"/>
                    <a:gd name="connsiteX6-657" fmla="*/ 8156794 w 8156794"/>
                    <a:gd name="connsiteY6-658" fmla="*/ 0 h 2933483"/>
                    <a:gd name="connsiteX0-659" fmla="*/ 8156794 w 8156794"/>
                    <a:gd name="connsiteY0-660" fmla="*/ 0 h 2933483"/>
                    <a:gd name="connsiteX1-661" fmla="*/ 8145760 w 8156794"/>
                    <a:gd name="connsiteY1-662" fmla="*/ 1593168 h 2933483"/>
                    <a:gd name="connsiteX2-663" fmla="*/ 4123353 w 8156794"/>
                    <a:gd name="connsiteY2-664" fmla="*/ 2932729 h 2933483"/>
                    <a:gd name="connsiteX3-665" fmla="*/ 2295 w 8156794"/>
                    <a:gd name="connsiteY3-666" fmla="*/ 1484165 h 2933483"/>
                    <a:gd name="connsiteX4-667" fmla="*/ 767 w 8156794"/>
                    <a:gd name="connsiteY4-668" fmla="*/ 13224 h 2933483"/>
                    <a:gd name="connsiteX5-669" fmla="*/ 4068271 w 8156794"/>
                    <a:gd name="connsiteY5-670" fmla="*/ 1432121 h 2933483"/>
                    <a:gd name="connsiteX6-671" fmla="*/ 8156794 w 8156794"/>
                    <a:gd name="connsiteY6-672" fmla="*/ 0 h 2933483"/>
                    <a:gd name="connsiteX0-673" fmla="*/ 8123689 w 8145760"/>
                    <a:gd name="connsiteY0-674" fmla="*/ 13560 h 2920259"/>
                    <a:gd name="connsiteX1-675" fmla="*/ 8145760 w 8145760"/>
                    <a:gd name="connsiteY1-676" fmla="*/ 1579944 h 2920259"/>
                    <a:gd name="connsiteX2-677" fmla="*/ 4123353 w 8145760"/>
                    <a:gd name="connsiteY2-678" fmla="*/ 2919505 h 2920259"/>
                    <a:gd name="connsiteX3-679" fmla="*/ 2295 w 8145760"/>
                    <a:gd name="connsiteY3-680" fmla="*/ 1470941 h 2920259"/>
                    <a:gd name="connsiteX4-681" fmla="*/ 767 w 8145760"/>
                    <a:gd name="connsiteY4-682" fmla="*/ 0 h 2920259"/>
                    <a:gd name="connsiteX5-683" fmla="*/ 4068271 w 8145760"/>
                    <a:gd name="connsiteY5-684" fmla="*/ 1418897 h 2920259"/>
                    <a:gd name="connsiteX6-685" fmla="*/ 8123689 w 8145760"/>
                    <a:gd name="connsiteY6-686" fmla="*/ 13560 h 2920259"/>
                    <a:gd name="connsiteX0-687" fmla="*/ 8178863 w 8178863"/>
                    <a:gd name="connsiteY0-688" fmla="*/ 26952 h 2920259"/>
                    <a:gd name="connsiteX1-689" fmla="*/ 8145760 w 8178863"/>
                    <a:gd name="connsiteY1-690" fmla="*/ 1579944 h 2920259"/>
                    <a:gd name="connsiteX2-691" fmla="*/ 4123353 w 8178863"/>
                    <a:gd name="connsiteY2-692" fmla="*/ 2919505 h 2920259"/>
                    <a:gd name="connsiteX3-693" fmla="*/ 2295 w 8178863"/>
                    <a:gd name="connsiteY3-694" fmla="*/ 1470941 h 2920259"/>
                    <a:gd name="connsiteX4-695" fmla="*/ 767 w 8178863"/>
                    <a:gd name="connsiteY4-696" fmla="*/ 0 h 2920259"/>
                    <a:gd name="connsiteX5-697" fmla="*/ 4068271 w 8178863"/>
                    <a:gd name="connsiteY5-698" fmla="*/ 1418897 h 2920259"/>
                    <a:gd name="connsiteX6-699" fmla="*/ 8178863 w 8178863"/>
                    <a:gd name="connsiteY6-700" fmla="*/ 26952 h 2920259"/>
                    <a:gd name="connsiteX0-701" fmla="*/ 8167827 w 8167827"/>
                    <a:gd name="connsiteY0-702" fmla="*/ 40343 h 2920259"/>
                    <a:gd name="connsiteX1-703" fmla="*/ 8145760 w 8167827"/>
                    <a:gd name="connsiteY1-704" fmla="*/ 1579944 h 2920259"/>
                    <a:gd name="connsiteX2-705" fmla="*/ 4123353 w 8167827"/>
                    <a:gd name="connsiteY2-706" fmla="*/ 2919505 h 2920259"/>
                    <a:gd name="connsiteX3-707" fmla="*/ 2295 w 8167827"/>
                    <a:gd name="connsiteY3-708" fmla="*/ 1470941 h 2920259"/>
                    <a:gd name="connsiteX4-709" fmla="*/ 767 w 8167827"/>
                    <a:gd name="connsiteY4-710" fmla="*/ 0 h 2920259"/>
                    <a:gd name="connsiteX5-711" fmla="*/ 4068271 w 8167827"/>
                    <a:gd name="connsiteY5-712" fmla="*/ 1418897 h 2920259"/>
                    <a:gd name="connsiteX6-713" fmla="*/ 8167827 w 8167827"/>
                    <a:gd name="connsiteY6-714" fmla="*/ 40343 h 2920259"/>
                    <a:gd name="connsiteX0-715" fmla="*/ 8123687 w 8145760"/>
                    <a:gd name="connsiteY0-716" fmla="*/ 53735 h 2920259"/>
                    <a:gd name="connsiteX1-717" fmla="*/ 8145760 w 8145760"/>
                    <a:gd name="connsiteY1-718" fmla="*/ 1579944 h 2920259"/>
                    <a:gd name="connsiteX2-719" fmla="*/ 4123353 w 8145760"/>
                    <a:gd name="connsiteY2-720" fmla="*/ 2919505 h 2920259"/>
                    <a:gd name="connsiteX3-721" fmla="*/ 2295 w 8145760"/>
                    <a:gd name="connsiteY3-722" fmla="*/ 1470941 h 2920259"/>
                    <a:gd name="connsiteX4-723" fmla="*/ 767 w 8145760"/>
                    <a:gd name="connsiteY4-724" fmla="*/ 0 h 2920259"/>
                    <a:gd name="connsiteX5-725" fmla="*/ 4068271 w 8145760"/>
                    <a:gd name="connsiteY5-726" fmla="*/ 1418897 h 2920259"/>
                    <a:gd name="connsiteX6-727" fmla="*/ 8123687 w 8145760"/>
                    <a:gd name="connsiteY6-728" fmla="*/ 53735 h 2920259"/>
                    <a:gd name="connsiteX0-729" fmla="*/ 8161918 w 8161918"/>
                    <a:gd name="connsiteY0-730" fmla="*/ 0 h 2943855"/>
                    <a:gd name="connsiteX1-731" fmla="*/ 8145760 w 8161918"/>
                    <a:gd name="connsiteY1-732" fmla="*/ 1603540 h 2943855"/>
                    <a:gd name="connsiteX2-733" fmla="*/ 4123353 w 8161918"/>
                    <a:gd name="connsiteY2-734" fmla="*/ 2943101 h 2943855"/>
                    <a:gd name="connsiteX3-735" fmla="*/ 2295 w 8161918"/>
                    <a:gd name="connsiteY3-736" fmla="*/ 1494537 h 2943855"/>
                    <a:gd name="connsiteX4-737" fmla="*/ 767 w 8161918"/>
                    <a:gd name="connsiteY4-738" fmla="*/ 23596 h 2943855"/>
                    <a:gd name="connsiteX5-739" fmla="*/ 4068271 w 8161918"/>
                    <a:gd name="connsiteY5-740" fmla="*/ 1442493 h 2943855"/>
                    <a:gd name="connsiteX6-741" fmla="*/ 8161918 w 8161918"/>
                    <a:gd name="connsiteY6-742" fmla="*/ 0 h 2943855"/>
                    <a:gd name="connsiteX0-743" fmla="*/ 8144926 w 8145760"/>
                    <a:gd name="connsiteY0-744" fmla="*/ 43424 h 2920259"/>
                    <a:gd name="connsiteX1-745" fmla="*/ 8145760 w 8145760"/>
                    <a:gd name="connsiteY1-746" fmla="*/ 1579944 h 2920259"/>
                    <a:gd name="connsiteX2-747" fmla="*/ 4123353 w 8145760"/>
                    <a:gd name="connsiteY2-748" fmla="*/ 2919505 h 2920259"/>
                    <a:gd name="connsiteX3-749" fmla="*/ 2295 w 8145760"/>
                    <a:gd name="connsiteY3-750" fmla="*/ 1470941 h 2920259"/>
                    <a:gd name="connsiteX4-751" fmla="*/ 767 w 8145760"/>
                    <a:gd name="connsiteY4-752" fmla="*/ 0 h 2920259"/>
                    <a:gd name="connsiteX5-753" fmla="*/ 4068271 w 8145760"/>
                    <a:gd name="connsiteY5-754" fmla="*/ 1418897 h 2920259"/>
                    <a:gd name="connsiteX6-755" fmla="*/ 8144926 w 8145760"/>
                    <a:gd name="connsiteY6-756" fmla="*/ 43424 h 2920259"/>
                    <a:gd name="connsiteX0-757" fmla="*/ 8161918 w 8161918"/>
                    <a:gd name="connsiteY0-758" fmla="*/ 0 h 2959321"/>
                    <a:gd name="connsiteX1-759" fmla="*/ 8145760 w 8161918"/>
                    <a:gd name="connsiteY1-760" fmla="*/ 1619006 h 2959321"/>
                    <a:gd name="connsiteX2-761" fmla="*/ 4123353 w 8161918"/>
                    <a:gd name="connsiteY2-762" fmla="*/ 2958567 h 2959321"/>
                    <a:gd name="connsiteX3-763" fmla="*/ 2295 w 8161918"/>
                    <a:gd name="connsiteY3-764" fmla="*/ 1510003 h 2959321"/>
                    <a:gd name="connsiteX4-765" fmla="*/ 767 w 8161918"/>
                    <a:gd name="connsiteY4-766" fmla="*/ 39062 h 2959321"/>
                    <a:gd name="connsiteX5-767" fmla="*/ 4068271 w 8161918"/>
                    <a:gd name="connsiteY5-768" fmla="*/ 1457959 h 2959321"/>
                    <a:gd name="connsiteX6-769" fmla="*/ 8161918 w 8161918"/>
                    <a:gd name="connsiteY6-770" fmla="*/ 0 h 2959321"/>
                    <a:gd name="connsiteX0-771" fmla="*/ 8161918 w 8162752"/>
                    <a:gd name="connsiteY0-772" fmla="*/ 0 h 2959488"/>
                    <a:gd name="connsiteX1-773" fmla="*/ 8162752 w 8162752"/>
                    <a:gd name="connsiteY1-774" fmla="*/ 1629317 h 2959488"/>
                    <a:gd name="connsiteX2-775" fmla="*/ 4123353 w 8162752"/>
                    <a:gd name="connsiteY2-776" fmla="*/ 2958567 h 2959488"/>
                    <a:gd name="connsiteX3-777" fmla="*/ 2295 w 8162752"/>
                    <a:gd name="connsiteY3-778" fmla="*/ 1510003 h 2959488"/>
                    <a:gd name="connsiteX4-779" fmla="*/ 767 w 8162752"/>
                    <a:gd name="connsiteY4-780" fmla="*/ 39062 h 2959488"/>
                    <a:gd name="connsiteX5-781" fmla="*/ 4068271 w 8162752"/>
                    <a:gd name="connsiteY5-782" fmla="*/ 1457959 h 2959488"/>
                    <a:gd name="connsiteX6-783" fmla="*/ 8161918 w 8162752"/>
                    <a:gd name="connsiteY6-784" fmla="*/ 0 h 2959488"/>
                    <a:gd name="connsiteX0-785" fmla="*/ 8165930 w 8166764"/>
                    <a:gd name="connsiteY0-786" fmla="*/ 7337 h 2966825"/>
                    <a:gd name="connsiteX1-787" fmla="*/ 8166764 w 8166764"/>
                    <a:gd name="connsiteY1-788" fmla="*/ 1636654 h 2966825"/>
                    <a:gd name="connsiteX2-789" fmla="*/ 4127365 w 8166764"/>
                    <a:gd name="connsiteY2-790" fmla="*/ 2965904 h 2966825"/>
                    <a:gd name="connsiteX3-791" fmla="*/ 6307 w 8166764"/>
                    <a:gd name="connsiteY3-792" fmla="*/ 1517340 h 2966825"/>
                    <a:gd name="connsiteX4-793" fmla="*/ 532 w 8166764"/>
                    <a:gd name="connsiteY4-794" fmla="*/ 0 h 2966825"/>
                    <a:gd name="connsiteX5-795" fmla="*/ 4072283 w 8166764"/>
                    <a:gd name="connsiteY5-796" fmla="*/ 1465296 h 2966825"/>
                    <a:gd name="connsiteX6-797" fmla="*/ 8165930 w 8166764"/>
                    <a:gd name="connsiteY6-798" fmla="*/ 7337 h 2966825"/>
                    <a:gd name="connsiteX0-799" fmla="*/ 8168119 w 8168953"/>
                    <a:gd name="connsiteY0-800" fmla="*/ 7337 h 2966682"/>
                    <a:gd name="connsiteX1-801" fmla="*/ 8168953 w 8168953"/>
                    <a:gd name="connsiteY1-802" fmla="*/ 1636654 h 2966682"/>
                    <a:gd name="connsiteX2-803" fmla="*/ 4129554 w 8168953"/>
                    <a:gd name="connsiteY2-804" fmla="*/ 2965904 h 2966682"/>
                    <a:gd name="connsiteX3-805" fmla="*/ 0 w 8168953"/>
                    <a:gd name="connsiteY3-806" fmla="*/ 1527651 h 2966682"/>
                    <a:gd name="connsiteX4-807" fmla="*/ 2721 w 8168953"/>
                    <a:gd name="connsiteY4-808" fmla="*/ 0 h 2966682"/>
                    <a:gd name="connsiteX5-809" fmla="*/ 4074472 w 8168953"/>
                    <a:gd name="connsiteY5-810" fmla="*/ 1465296 h 2966682"/>
                    <a:gd name="connsiteX6-811" fmla="*/ 8168119 w 8168953"/>
                    <a:gd name="connsiteY6-812" fmla="*/ 7337 h 2966682"/>
                    <a:gd name="connsiteX0-813" fmla="*/ 8168119 w 8168953"/>
                    <a:gd name="connsiteY0-814" fmla="*/ 7337 h 3100377"/>
                    <a:gd name="connsiteX1-815" fmla="*/ 8168953 w 8168953"/>
                    <a:gd name="connsiteY1-816" fmla="*/ 1636654 h 3100377"/>
                    <a:gd name="connsiteX2-817" fmla="*/ 4118520 w 8168953"/>
                    <a:gd name="connsiteY2-818" fmla="*/ 3099826 h 3100377"/>
                    <a:gd name="connsiteX3-819" fmla="*/ 0 w 8168953"/>
                    <a:gd name="connsiteY3-820" fmla="*/ 1527651 h 3100377"/>
                    <a:gd name="connsiteX4-821" fmla="*/ 2721 w 8168953"/>
                    <a:gd name="connsiteY4-822" fmla="*/ 0 h 3100377"/>
                    <a:gd name="connsiteX5-823" fmla="*/ 4074472 w 8168953"/>
                    <a:gd name="connsiteY5-824" fmla="*/ 1465296 h 3100377"/>
                    <a:gd name="connsiteX6-825" fmla="*/ 8168119 w 8168953"/>
                    <a:gd name="connsiteY6-826" fmla="*/ 7337 h 3100377"/>
                    <a:gd name="connsiteX0-827" fmla="*/ 8168119 w 8168953"/>
                    <a:gd name="connsiteY0-828" fmla="*/ 7337 h 3100429"/>
                    <a:gd name="connsiteX1-829" fmla="*/ 8168953 w 8168953"/>
                    <a:gd name="connsiteY1-830" fmla="*/ 1636654 h 3100429"/>
                    <a:gd name="connsiteX2-831" fmla="*/ 4118520 w 8168953"/>
                    <a:gd name="connsiteY2-832" fmla="*/ 3099826 h 3100429"/>
                    <a:gd name="connsiteX3-833" fmla="*/ 0 w 8168953"/>
                    <a:gd name="connsiteY3-834" fmla="*/ 1527651 h 3100429"/>
                    <a:gd name="connsiteX4-835" fmla="*/ 2721 w 8168953"/>
                    <a:gd name="connsiteY4-836" fmla="*/ 0 h 3100429"/>
                    <a:gd name="connsiteX5-837" fmla="*/ 4074472 w 8168953"/>
                    <a:gd name="connsiteY5-838" fmla="*/ 1465296 h 3100429"/>
                    <a:gd name="connsiteX6-839" fmla="*/ 8168119 w 8168953"/>
                    <a:gd name="connsiteY6-840" fmla="*/ 7337 h 3100429"/>
                    <a:gd name="connsiteX0-841" fmla="*/ 8165849 w 8166683"/>
                    <a:gd name="connsiteY0-842" fmla="*/ 7337 h 3099826"/>
                    <a:gd name="connsiteX1-843" fmla="*/ 8166683 w 8166683"/>
                    <a:gd name="connsiteY1-844" fmla="*/ 1636654 h 3099826"/>
                    <a:gd name="connsiteX2-845" fmla="*/ 4116250 w 8166683"/>
                    <a:gd name="connsiteY2-846" fmla="*/ 3099826 h 3099826"/>
                    <a:gd name="connsiteX3-847" fmla="*/ 8764 w 8166683"/>
                    <a:gd name="connsiteY3-848" fmla="*/ 1634789 h 3099826"/>
                    <a:gd name="connsiteX4-849" fmla="*/ 451 w 8166683"/>
                    <a:gd name="connsiteY4-850" fmla="*/ 0 h 3099826"/>
                    <a:gd name="connsiteX5-851" fmla="*/ 4072202 w 8166683"/>
                    <a:gd name="connsiteY5-852" fmla="*/ 1465296 h 3099826"/>
                    <a:gd name="connsiteX6-853" fmla="*/ 8165849 w 8166683"/>
                    <a:gd name="connsiteY6-854" fmla="*/ 7337 h 3099826"/>
                    <a:gd name="connsiteX0-855" fmla="*/ 8165849 w 8166683"/>
                    <a:gd name="connsiteY0-856" fmla="*/ 7337 h 3099826"/>
                    <a:gd name="connsiteX1-857" fmla="*/ 8166683 w 8166683"/>
                    <a:gd name="connsiteY1-858" fmla="*/ 1636654 h 3099826"/>
                    <a:gd name="connsiteX2-859" fmla="*/ 4116250 w 8166683"/>
                    <a:gd name="connsiteY2-860" fmla="*/ 3099826 h 3099826"/>
                    <a:gd name="connsiteX3-861" fmla="*/ 8764 w 8166683"/>
                    <a:gd name="connsiteY3-862" fmla="*/ 1634789 h 3099826"/>
                    <a:gd name="connsiteX4-863" fmla="*/ 451 w 8166683"/>
                    <a:gd name="connsiteY4-864" fmla="*/ 0 h 3099826"/>
                    <a:gd name="connsiteX5-865" fmla="*/ 4072202 w 8166683"/>
                    <a:gd name="connsiteY5-866" fmla="*/ 1465296 h 3099826"/>
                    <a:gd name="connsiteX6-867" fmla="*/ 8165849 w 8166683"/>
                    <a:gd name="connsiteY6-868" fmla="*/ 7337 h 3099826"/>
                    <a:gd name="connsiteX0-869" fmla="*/ 8165849 w 8166683"/>
                    <a:gd name="connsiteY0-870" fmla="*/ 7337 h 3099826"/>
                    <a:gd name="connsiteX1-871" fmla="*/ 8166683 w 8166683"/>
                    <a:gd name="connsiteY1-872" fmla="*/ 1636654 h 3099826"/>
                    <a:gd name="connsiteX2-873" fmla="*/ 4116250 w 8166683"/>
                    <a:gd name="connsiteY2-874" fmla="*/ 3099826 h 3099826"/>
                    <a:gd name="connsiteX3-875" fmla="*/ 8764 w 8166683"/>
                    <a:gd name="connsiteY3-876" fmla="*/ 1634789 h 3099826"/>
                    <a:gd name="connsiteX4-877" fmla="*/ 451 w 8166683"/>
                    <a:gd name="connsiteY4-878" fmla="*/ 0 h 3099826"/>
                    <a:gd name="connsiteX5-879" fmla="*/ 4061168 w 8166683"/>
                    <a:gd name="connsiteY5-880" fmla="*/ 1438511 h 3099826"/>
                    <a:gd name="connsiteX6-881" fmla="*/ 8165849 w 8166683"/>
                    <a:gd name="connsiteY6-882" fmla="*/ 7337 h 3099826"/>
                    <a:gd name="connsiteX0-883" fmla="*/ 8165849 w 8166683"/>
                    <a:gd name="connsiteY0-884" fmla="*/ 7337 h 3099826"/>
                    <a:gd name="connsiteX1-885" fmla="*/ 8166683 w 8166683"/>
                    <a:gd name="connsiteY1-886" fmla="*/ 1636654 h 3099826"/>
                    <a:gd name="connsiteX2-887" fmla="*/ 4116250 w 8166683"/>
                    <a:gd name="connsiteY2-888" fmla="*/ 3099826 h 3099826"/>
                    <a:gd name="connsiteX3-889" fmla="*/ 8764 w 8166683"/>
                    <a:gd name="connsiteY3-890" fmla="*/ 1634789 h 3099826"/>
                    <a:gd name="connsiteX4-891" fmla="*/ 451 w 8166683"/>
                    <a:gd name="connsiteY4-892" fmla="*/ 0 h 3099826"/>
                    <a:gd name="connsiteX5-893" fmla="*/ 4061168 w 8166683"/>
                    <a:gd name="connsiteY5-894" fmla="*/ 1438511 h 3099826"/>
                    <a:gd name="connsiteX6-895" fmla="*/ 8165849 w 8166683"/>
                    <a:gd name="connsiteY6-896" fmla="*/ 7337 h 309982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49" name="Oval 448"/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450" name="Group 449"/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51" name="Freeform 450"/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-1" fmla="*/ 3725333 w 4641485"/>
                      <a:gd name="connsiteY0-2" fmla="*/ 0 h 1049866"/>
                      <a:gd name="connsiteX1-3" fmla="*/ 4641485 w 4641485"/>
                      <a:gd name="connsiteY1-4" fmla="*/ 239402 h 1049866"/>
                      <a:gd name="connsiteX2-5" fmla="*/ 3962400 w 4641485"/>
                      <a:gd name="connsiteY2-6" fmla="*/ 541866 h 1049866"/>
                      <a:gd name="connsiteX3-7" fmla="*/ 3742267 w 4641485"/>
                      <a:gd name="connsiteY3-8" fmla="*/ 457200 h 1049866"/>
                      <a:gd name="connsiteX4-9" fmla="*/ 2269067 w 4641485"/>
                      <a:gd name="connsiteY4-10" fmla="*/ 1049866 h 1049866"/>
                      <a:gd name="connsiteX5-11" fmla="*/ 880533 w 4641485"/>
                      <a:gd name="connsiteY5-12" fmla="*/ 457200 h 1049866"/>
                      <a:gd name="connsiteX6-13" fmla="*/ 592667 w 4641485"/>
                      <a:gd name="connsiteY6-14" fmla="*/ 541866 h 1049866"/>
                      <a:gd name="connsiteX7-15" fmla="*/ 0 w 4641485"/>
                      <a:gd name="connsiteY7-16" fmla="*/ 254000 h 1049866"/>
                      <a:gd name="connsiteX8-17" fmla="*/ 880533 w 4641485"/>
                      <a:gd name="connsiteY8-18" fmla="*/ 16933 h 1049866"/>
                      <a:gd name="connsiteX9-19" fmla="*/ 2302933 w 4641485"/>
                      <a:gd name="connsiteY9-20" fmla="*/ 626533 h 1049866"/>
                      <a:gd name="connsiteX10-21" fmla="*/ 3725333 w 4641485"/>
                      <a:gd name="connsiteY10-22" fmla="*/ 0 h 1049866"/>
                      <a:gd name="connsiteX0-23" fmla="*/ 3756864 w 4673016"/>
                      <a:gd name="connsiteY0-24" fmla="*/ 0 h 1049866"/>
                      <a:gd name="connsiteX1-25" fmla="*/ 4673016 w 4673016"/>
                      <a:gd name="connsiteY1-26" fmla="*/ 239402 h 1049866"/>
                      <a:gd name="connsiteX2-27" fmla="*/ 3993931 w 4673016"/>
                      <a:gd name="connsiteY2-28" fmla="*/ 541866 h 1049866"/>
                      <a:gd name="connsiteX3-29" fmla="*/ 3773798 w 4673016"/>
                      <a:gd name="connsiteY3-30" fmla="*/ 457200 h 1049866"/>
                      <a:gd name="connsiteX4-31" fmla="*/ 2300598 w 4673016"/>
                      <a:gd name="connsiteY4-32" fmla="*/ 1049866 h 1049866"/>
                      <a:gd name="connsiteX5-33" fmla="*/ 912064 w 4673016"/>
                      <a:gd name="connsiteY5-34" fmla="*/ 457200 h 1049866"/>
                      <a:gd name="connsiteX6-35" fmla="*/ 624198 w 4673016"/>
                      <a:gd name="connsiteY6-36" fmla="*/ 541866 h 1049866"/>
                      <a:gd name="connsiteX7-37" fmla="*/ 0 w 4673016"/>
                      <a:gd name="connsiteY7-38" fmla="*/ 232979 h 1049866"/>
                      <a:gd name="connsiteX8-39" fmla="*/ 912064 w 4673016"/>
                      <a:gd name="connsiteY8-40" fmla="*/ 16933 h 1049866"/>
                      <a:gd name="connsiteX9-41" fmla="*/ 2334464 w 4673016"/>
                      <a:gd name="connsiteY9-42" fmla="*/ 626533 h 1049866"/>
                      <a:gd name="connsiteX10-43" fmla="*/ 3756864 w 4673016"/>
                      <a:gd name="connsiteY10-44" fmla="*/ 0 h 1049866"/>
                      <a:gd name="connsiteX0-45" fmla="*/ 3756864 w 4673016"/>
                      <a:gd name="connsiteY0-46" fmla="*/ 0 h 1049866"/>
                      <a:gd name="connsiteX1-47" fmla="*/ 4673016 w 4673016"/>
                      <a:gd name="connsiteY1-48" fmla="*/ 239402 h 1049866"/>
                      <a:gd name="connsiteX2-49" fmla="*/ 3993931 w 4673016"/>
                      <a:gd name="connsiteY2-50" fmla="*/ 541866 h 1049866"/>
                      <a:gd name="connsiteX3-51" fmla="*/ 3784308 w 4673016"/>
                      <a:gd name="connsiteY3-52" fmla="*/ 404648 h 1049866"/>
                      <a:gd name="connsiteX4-53" fmla="*/ 2300598 w 4673016"/>
                      <a:gd name="connsiteY4-54" fmla="*/ 1049866 h 1049866"/>
                      <a:gd name="connsiteX5-55" fmla="*/ 912064 w 4673016"/>
                      <a:gd name="connsiteY5-56" fmla="*/ 457200 h 1049866"/>
                      <a:gd name="connsiteX6-57" fmla="*/ 624198 w 4673016"/>
                      <a:gd name="connsiteY6-58" fmla="*/ 541866 h 1049866"/>
                      <a:gd name="connsiteX7-59" fmla="*/ 0 w 4673016"/>
                      <a:gd name="connsiteY7-60" fmla="*/ 232979 h 1049866"/>
                      <a:gd name="connsiteX8-61" fmla="*/ 912064 w 4673016"/>
                      <a:gd name="connsiteY8-62" fmla="*/ 16933 h 1049866"/>
                      <a:gd name="connsiteX9-63" fmla="*/ 2334464 w 4673016"/>
                      <a:gd name="connsiteY9-64" fmla="*/ 626533 h 1049866"/>
                      <a:gd name="connsiteX10-65" fmla="*/ 3756864 w 4673016"/>
                      <a:gd name="connsiteY10-66" fmla="*/ 0 h 1049866"/>
                      <a:gd name="connsiteX0-67" fmla="*/ 3756864 w 4673016"/>
                      <a:gd name="connsiteY0-68" fmla="*/ 0 h 1049866"/>
                      <a:gd name="connsiteX1-69" fmla="*/ 4673016 w 4673016"/>
                      <a:gd name="connsiteY1-70" fmla="*/ 239402 h 1049866"/>
                      <a:gd name="connsiteX2-71" fmla="*/ 3993931 w 4673016"/>
                      <a:gd name="connsiteY2-72" fmla="*/ 541866 h 1049866"/>
                      <a:gd name="connsiteX3-73" fmla="*/ 3794818 w 4673016"/>
                      <a:gd name="connsiteY3-74" fmla="*/ 436179 h 1049866"/>
                      <a:gd name="connsiteX4-75" fmla="*/ 2300598 w 4673016"/>
                      <a:gd name="connsiteY4-76" fmla="*/ 1049866 h 1049866"/>
                      <a:gd name="connsiteX5-77" fmla="*/ 912064 w 4673016"/>
                      <a:gd name="connsiteY5-78" fmla="*/ 457200 h 1049866"/>
                      <a:gd name="connsiteX6-79" fmla="*/ 624198 w 4673016"/>
                      <a:gd name="connsiteY6-80" fmla="*/ 541866 h 1049866"/>
                      <a:gd name="connsiteX7-81" fmla="*/ 0 w 4673016"/>
                      <a:gd name="connsiteY7-82" fmla="*/ 232979 h 1049866"/>
                      <a:gd name="connsiteX8-83" fmla="*/ 912064 w 4673016"/>
                      <a:gd name="connsiteY8-84" fmla="*/ 16933 h 1049866"/>
                      <a:gd name="connsiteX9-85" fmla="*/ 2334464 w 4673016"/>
                      <a:gd name="connsiteY9-86" fmla="*/ 626533 h 1049866"/>
                      <a:gd name="connsiteX10-87" fmla="*/ 3756864 w 4673016"/>
                      <a:gd name="connsiteY10-88" fmla="*/ 0 h 1049866"/>
                      <a:gd name="connsiteX0-89" fmla="*/ 3756864 w 4673016"/>
                      <a:gd name="connsiteY0-90" fmla="*/ 0 h 1049866"/>
                      <a:gd name="connsiteX1-91" fmla="*/ 4673016 w 4673016"/>
                      <a:gd name="connsiteY1-92" fmla="*/ 239402 h 1049866"/>
                      <a:gd name="connsiteX2-93" fmla="*/ 3993931 w 4673016"/>
                      <a:gd name="connsiteY2-94" fmla="*/ 541866 h 1049866"/>
                      <a:gd name="connsiteX3-95" fmla="*/ 3794818 w 4673016"/>
                      <a:gd name="connsiteY3-96" fmla="*/ 436179 h 1049866"/>
                      <a:gd name="connsiteX4-97" fmla="*/ 2300598 w 4673016"/>
                      <a:gd name="connsiteY4-98" fmla="*/ 1049866 h 1049866"/>
                      <a:gd name="connsiteX5-99" fmla="*/ 912064 w 4673016"/>
                      <a:gd name="connsiteY5-100" fmla="*/ 457200 h 1049866"/>
                      <a:gd name="connsiteX6-101" fmla="*/ 624198 w 4673016"/>
                      <a:gd name="connsiteY6-102" fmla="*/ 541866 h 1049866"/>
                      <a:gd name="connsiteX7-103" fmla="*/ 0 w 4673016"/>
                      <a:gd name="connsiteY7-104" fmla="*/ 232979 h 1049866"/>
                      <a:gd name="connsiteX8-105" fmla="*/ 912064 w 4673016"/>
                      <a:gd name="connsiteY8-106" fmla="*/ 16933 h 1049866"/>
                      <a:gd name="connsiteX9-107" fmla="*/ 2323954 w 4673016"/>
                      <a:gd name="connsiteY9-108" fmla="*/ 616023 h 1049866"/>
                      <a:gd name="connsiteX10-109" fmla="*/ 3756864 w 4673016"/>
                      <a:gd name="connsiteY10-110" fmla="*/ 0 h 1049866"/>
                      <a:gd name="connsiteX0-111" fmla="*/ 3756864 w 4673016"/>
                      <a:gd name="connsiteY0-112" fmla="*/ 0 h 1049866"/>
                      <a:gd name="connsiteX1-113" fmla="*/ 4673016 w 4673016"/>
                      <a:gd name="connsiteY1-114" fmla="*/ 239402 h 1049866"/>
                      <a:gd name="connsiteX2-115" fmla="*/ 3993931 w 4673016"/>
                      <a:gd name="connsiteY2-116" fmla="*/ 541866 h 1049866"/>
                      <a:gd name="connsiteX3-117" fmla="*/ 3794818 w 4673016"/>
                      <a:gd name="connsiteY3-118" fmla="*/ 436179 h 1049866"/>
                      <a:gd name="connsiteX4-119" fmla="*/ 2300598 w 4673016"/>
                      <a:gd name="connsiteY4-120" fmla="*/ 1049866 h 1049866"/>
                      <a:gd name="connsiteX5-121" fmla="*/ 912064 w 4673016"/>
                      <a:gd name="connsiteY5-122" fmla="*/ 457200 h 1049866"/>
                      <a:gd name="connsiteX6-123" fmla="*/ 624198 w 4673016"/>
                      <a:gd name="connsiteY6-124" fmla="*/ 541866 h 1049866"/>
                      <a:gd name="connsiteX7-125" fmla="*/ 0 w 4673016"/>
                      <a:gd name="connsiteY7-126" fmla="*/ 275021 h 1049866"/>
                      <a:gd name="connsiteX8-127" fmla="*/ 912064 w 4673016"/>
                      <a:gd name="connsiteY8-128" fmla="*/ 16933 h 1049866"/>
                      <a:gd name="connsiteX9-129" fmla="*/ 2323954 w 4673016"/>
                      <a:gd name="connsiteY9-130" fmla="*/ 616023 h 1049866"/>
                      <a:gd name="connsiteX10-131" fmla="*/ 3756864 w 4673016"/>
                      <a:gd name="connsiteY10-132" fmla="*/ 0 h 1049866"/>
                      <a:gd name="connsiteX0-133" fmla="*/ 3756864 w 4673016"/>
                      <a:gd name="connsiteY0-134" fmla="*/ 0 h 1049866"/>
                      <a:gd name="connsiteX1-135" fmla="*/ 4673016 w 4673016"/>
                      <a:gd name="connsiteY1-136" fmla="*/ 239402 h 1049866"/>
                      <a:gd name="connsiteX2-137" fmla="*/ 3993931 w 4673016"/>
                      <a:gd name="connsiteY2-138" fmla="*/ 541866 h 1049866"/>
                      <a:gd name="connsiteX3-139" fmla="*/ 3815839 w 4673016"/>
                      <a:gd name="connsiteY3-140" fmla="*/ 467710 h 1049866"/>
                      <a:gd name="connsiteX4-141" fmla="*/ 2300598 w 4673016"/>
                      <a:gd name="connsiteY4-142" fmla="*/ 1049866 h 1049866"/>
                      <a:gd name="connsiteX5-143" fmla="*/ 912064 w 4673016"/>
                      <a:gd name="connsiteY5-144" fmla="*/ 457200 h 1049866"/>
                      <a:gd name="connsiteX6-145" fmla="*/ 624198 w 4673016"/>
                      <a:gd name="connsiteY6-146" fmla="*/ 541866 h 1049866"/>
                      <a:gd name="connsiteX7-147" fmla="*/ 0 w 4673016"/>
                      <a:gd name="connsiteY7-148" fmla="*/ 275021 h 1049866"/>
                      <a:gd name="connsiteX8-149" fmla="*/ 912064 w 4673016"/>
                      <a:gd name="connsiteY8-150" fmla="*/ 16933 h 1049866"/>
                      <a:gd name="connsiteX9-151" fmla="*/ 2323954 w 4673016"/>
                      <a:gd name="connsiteY9-152" fmla="*/ 616023 h 1049866"/>
                      <a:gd name="connsiteX10-153" fmla="*/ 3756864 w 4673016"/>
                      <a:gd name="connsiteY10-154" fmla="*/ 0 h 104986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2" name="Freeform 451"/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3" name="Freeform 452"/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4" name="Freeform 453"/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-1" fmla="*/ 168165 w 3731172"/>
                      <a:gd name="connsiteY0-2" fmla="*/ 73572 h 1418896"/>
                      <a:gd name="connsiteX1-3" fmla="*/ 451945 w 3731172"/>
                      <a:gd name="connsiteY1-4" fmla="*/ 0 h 1418896"/>
                      <a:gd name="connsiteX2-5" fmla="*/ 1881352 w 3731172"/>
                      <a:gd name="connsiteY2-6" fmla="*/ 599089 h 1418896"/>
                      <a:gd name="connsiteX3-7" fmla="*/ 3363310 w 3731172"/>
                      <a:gd name="connsiteY3-8" fmla="*/ 0 h 1418896"/>
                      <a:gd name="connsiteX4-9" fmla="*/ 3584027 w 3731172"/>
                      <a:gd name="connsiteY4-10" fmla="*/ 73572 h 1418896"/>
                      <a:gd name="connsiteX5-11" fmla="*/ 2627586 w 3731172"/>
                      <a:gd name="connsiteY5-12" fmla="*/ 441434 h 1418896"/>
                      <a:gd name="connsiteX6-13" fmla="*/ 2596055 w 3731172"/>
                      <a:gd name="connsiteY6-14" fmla="*/ 914400 h 1418896"/>
                      <a:gd name="connsiteX7-15" fmla="*/ 3731172 w 3731172"/>
                      <a:gd name="connsiteY7-16" fmla="*/ 1345324 h 1418896"/>
                      <a:gd name="connsiteX8-17" fmla="*/ 3447393 w 3731172"/>
                      <a:gd name="connsiteY8-18" fmla="*/ 1408386 h 1418896"/>
                      <a:gd name="connsiteX9-19" fmla="*/ 1870841 w 3731172"/>
                      <a:gd name="connsiteY9-20" fmla="*/ 746234 h 1418896"/>
                      <a:gd name="connsiteX10-21" fmla="*/ 262758 w 3731172"/>
                      <a:gd name="connsiteY10-22" fmla="*/ 1418896 h 1418896"/>
                      <a:gd name="connsiteX11-23" fmla="*/ 0 w 3731172"/>
                      <a:gd name="connsiteY11-24" fmla="*/ 1324303 h 1418896"/>
                      <a:gd name="connsiteX12-25" fmla="*/ 1145627 w 3731172"/>
                      <a:gd name="connsiteY12-26" fmla="*/ 882869 h 1418896"/>
                      <a:gd name="connsiteX13-27" fmla="*/ 1114096 w 3731172"/>
                      <a:gd name="connsiteY13-28" fmla="*/ 409903 h 1418896"/>
                      <a:gd name="connsiteX14-29" fmla="*/ 441434 w 3731172"/>
                      <a:gd name="connsiteY14-30" fmla="*/ 10510 h 1418896"/>
                      <a:gd name="connsiteX15-31" fmla="*/ 441434 w 3731172"/>
                      <a:gd name="connsiteY15-32" fmla="*/ 10510 h 1418896"/>
                      <a:gd name="connsiteX0-33" fmla="*/ 168165 w 3731172"/>
                      <a:gd name="connsiteY0-34" fmla="*/ 73572 h 1418896"/>
                      <a:gd name="connsiteX1-35" fmla="*/ 451945 w 3731172"/>
                      <a:gd name="connsiteY1-36" fmla="*/ 0 h 1418896"/>
                      <a:gd name="connsiteX2-37" fmla="*/ 1881352 w 3731172"/>
                      <a:gd name="connsiteY2-38" fmla="*/ 599089 h 1418896"/>
                      <a:gd name="connsiteX3-39" fmla="*/ 3363310 w 3731172"/>
                      <a:gd name="connsiteY3-40" fmla="*/ 0 h 1418896"/>
                      <a:gd name="connsiteX4-41" fmla="*/ 3584027 w 3731172"/>
                      <a:gd name="connsiteY4-42" fmla="*/ 73572 h 1418896"/>
                      <a:gd name="connsiteX5-43" fmla="*/ 2627586 w 3731172"/>
                      <a:gd name="connsiteY5-44" fmla="*/ 441434 h 1418896"/>
                      <a:gd name="connsiteX6-45" fmla="*/ 2596055 w 3731172"/>
                      <a:gd name="connsiteY6-46" fmla="*/ 914400 h 1418896"/>
                      <a:gd name="connsiteX7-47" fmla="*/ 3731172 w 3731172"/>
                      <a:gd name="connsiteY7-48" fmla="*/ 1345324 h 1418896"/>
                      <a:gd name="connsiteX8-49" fmla="*/ 3447393 w 3731172"/>
                      <a:gd name="connsiteY8-50" fmla="*/ 1408386 h 1418896"/>
                      <a:gd name="connsiteX9-51" fmla="*/ 1870841 w 3731172"/>
                      <a:gd name="connsiteY9-52" fmla="*/ 746234 h 1418896"/>
                      <a:gd name="connsiteX10-53" fmla="*/ 262758 w 3731172"/>
                      <a:gd name="connsiteY10-54" fmla="*/ 1418896 h 1418896"/>
                      <a:gd name="connsiteX11-55" fmla="*/ 0 w 3731172"/>
                      <a:gd name="connsiteY11-56" fmla="*/ 1324303 h 1418896"/>
                      <a:gd name="connsiteX12-57" fmla="*/ 1145627 w 3731172"/>
                      <a:gd name="connsiteY12-58" fmla="*/ 882869 h 1418896"/>
                      <a:gd name="connsiteX13-59" fmla="*/ 1114096 w 3731172"/>
                      <a:gd name="connsiteY13-60" fmla="*/ 409903 h 1418896"/>
                      <a:gd name="connsiteX14-61" fmla="*/ 441434 w 3731172"/>
                      <a:gd name="connsiteY14-62" fmla="*/ 10510 h 1418896"/>
                      <a:gd name="connsiteX0-63" fmla="*/ 168165 w 3731172"/>
                      <a:gd name="connsiteY0-64" fmla="*/ 73572 h 1418896"/>
                      <a:gd name="connsiteX1-65" fmla="*/ 451945 w 3731172"/>
                      <a:gd name="connsiteY1-66" fmla="*/ 0 h 1418896"/>
                      <a:gd name="connsiteX2-67" fmla="*/ 1881352 w 3731172"/>
                      <a:gd name="connsiteY2-68" fmla="*/ 599089 h 1418896"/>
                      <a:gd name="connsiteX3-69" fmla="*/ 3363310 w 3731172"/>
                      <a:gd name="connsiteY3-70" fmla="*/ 0 h 1418896"/>
                      <a:gd name="connsiteX4-71" fmla="*/ 3584027 w 3731172"/>
                      <a:gd name="connsiteY4-72" fmla="*/ 73572 h 1418896"/>
                      <a:gd name="connsiteX5-73" fmla="*/ 2627586 w 3731172"/>
                      <a:gd name="connsiteY5-74" fmla="*/ 441434 h 1418896"/>
                      <a:gd name="connsiteX6-75" fmla="*/ 2596055 w 3731172"/>
                      <a:gd name="connsiteY6-76" fmla="*/ 914400 h 1418896"/>
                      <a:gd name="connsiteX7-77" fmla="*/ 3731172 w 3731172"/>
                      <a:gd name="connsiteY7-78" fmla="*/ 1345324 h 1418896"/>
                      <a:gd name="connsiteX8-79" fmla="*/ 3447393 w 3731172"/>
                      <a:gd name="connsiteY8-80" fmla="*/ 1408386 h 1418896"/>
                      <a:gd name="connsiteX9-81" fmla="*/ 1870841 w 3731172"/>
                      <a:gd name="connsiteY9-82" fmla="*/ 746234 h 1418896"/>
                      <a:gd name="connsiteX10-83" fmla="*/ 262758 w 3731172"/>
                      <a:gd name="connsiteY10-84" fmla="*/ 1418896 h 1418896"/>
                      <a:gd name="connsiteX11-85" fmla="*/ 0 w 3731172"/>
                      <a:gd name="connsiteY11-86" fmla="*/ 1324303 h 1418896"/>
                      <a:gd name="connsiteX12-87" fmla="*/ 1145627 w 3731172"/>
                      <a:gd name="connsiteY12-88" fmla="*/ 882869 h 1418896"/>
                      <a:gd name="connsiteX13-89" fmla="*/ 1114096 w 3731172"/>
                      <a:gd name="connsiteY13-90" fmla="*/ 409903 h 1418896"/>
                      <a:gd name="connsiteX14-91" fmla="*/ 357351 w 3731172"/>
                      <a:gd name="connsiteY14-92" fmla="*/ 115613 h 1418896"/>
                      <a:gd name="connsiteX0-93" fmla="*/ 168165 w 3731172"/>
                      <a:gd name="connsiteY0-94" fmla="*/ 73572 h 1418896"/>
                      <a:gd name="connsiteX1-95" fmla="*/ 451945 w 3731172"/>
                      <a:gd name="connsiteY1-96" fmla="*/ 0 h 1418896"/>
                      <a:gd name="connsiteX2-97" fmla="*/ 1881352 w 3731172"/>
                      <a:gd name="connsiteY2-98" fmla="*/ 599089 h 1418896"/>
                      <a:gd name="connsiteX3-99" fmla="*/ 3363310 w 3731172"/>
                      <a:gd name="connsiteY3-100" fmla="*/ 0 h 1418896"/>
                      <a:gd name="connsiteX4-101" fmla="*/ 3584027 w 3731172"/>
                      <a:gd name="connsiteY4-102" fmla="*/ 73572 h 1418896"/>
                      <a:gd name="connsiteX5-103" fmla="*/ 2627586 w 3731172"/>
                      <a:gd name="connsiteY5-104" fmla="*/ 441434 h 1418896"/>
                      <a:gd name="connsiteX6-105" fmla="*/ 2596055 w 3731172"/>
                      <a:gd name="connsiteY6-106" fmla="*/ 914400 h 1418896"/>
                      <a:gd name="connsiteX7-107" fmla="*/ 3731172 w 3731172"/>
                      <a:gd name="connsiteY7-108" fmla="*/ 1345324 h 1418896"/>
                      <a:gd name="connsiteX8-109" fmla="*/ 3447393 w 3731172"/>
                      <a:gd name="connsiteY8-110" fmla="*/ 1408386 h 1418896"/>
                      <a:gd name="connsiteX9-111" fmla="*/ 1870841 w 3731172"/>
                      <a:gd name="connsiteY9-112" fmla="*/ 746234 h 1418896"/>
                      <a:gd name="connsiteX10-113" fmla="*/ 262758 w 3731172"/>
                      <a:gd name="connsiteY10-114" fmla="*/ 1418896 h 1418896"/>
                      <a:gd name="connsiteX11-115" fmla="*/ 0 w 3731172"/>
                      <a:gd name="connsiteY11-116" fmla="*/ 1324303 h 1418896"/>
                      <a:gd name="connsiteX12-117" fmla="*/ 1145627 w 3731172"/>
                      <a:gd name="connsiteY12-118" fmla="*/ 882869 h 1418896"/>
                      <a:gd name="connsiteX13-119" fmla="*/ 1114096 w 3731172"/>
                      <a:gd name="connsiteY13-120" fmla="*/ 409903 h 1418896"/>
                      <a:gd name="connsiteX14-121" fmla="*/ 147144 w 3731172"/>
                      <a:gd name="connsiteY14-122" fmla="*/ 63061 h 1418896"/>
                      <a:gd name="connsiteX0-123" fmla="*/ 168165 w 3731172"/>
                      <a:gd name="connsiteY0-124" fmla="*/ 73572 h 1418896"/>
                      <a:gd name="connsiteX1-125" fmla="*/ 451945 w 3731172"/>
                      <a:gd name="connsiteY1-126" fmla="*/ 0 h 1418896"/>
                      <a:gd name="connsiteX2-127" fmla="*/ 1881352 w 3731172"/>
                      <a:gd name="connsiteY2-128" fmla="*/ 599089 h 1418896"/>
                      <a:gd name="connsiteX3-129" fmla="*/ 3363310 w 3731172"/>
                      <a:gd name="connsiteY3-130" fmla="*/ 0 h 1418896"/>
                      <a:gd name="connsiteX4-131" fmla="*/ 3584027 w 3731172"/>
                      <a:gd name="connsiteY4-132" fmla="*/ 73572 h 1418896"/>
                      <a:gd name="connsiteX5-133" fmla="*/ 2627586 w 3731172"/>
                      <a:gd name="connsiteY5-134" fmla="*/ 441434 h 1418896"/>
                      <a:gd name="connsiteX6-135" fmla="*/ 2596055 w 3731172"/>
                      <a:gd name="connsiteY6-136" fmla="*/ 914400 h 1418896"/>
                      <a:gd name="connsiteX7-137" fmla="*/ 3731172 w 3731172"/>
                      <a:gd name="connsiteY7-138" fmla="*/ 1345324 h 1418896"/>
                      <a:gd name="connsiteX8-139" fmla="*/ 3447393 w 3731172"/>
                      <a:gd name="connsiteY8-140" fmla="*/ 1408386 h 1418896"/>
                      <a:gd name="connsiteX9-141" fmla="*/ 1870841 w 3731172"/>
                      <a:gd name="connsiteY9-142" fmla="*/ 746234 h 1418896"/>
                      <a:gd name="connsiteX10-143" fmla="*/ 262758 w 3731172"/>
                      <a:gd name="connsiteY10-144" fmla="*/ 1418896 h 1418896"/>
                      <a:gd name="connsiteX11-145" fmla="*/ 0 w 3731172"/>
                      <a:gd name="connsiteY11-146" fmla="*/ 1324303 h 1418896"/>
                      <a:gd name="connsiteX12-147" fmla="*/ 1145627 w 3731172"/>
                      <a:gd name="connsiteY12-148" fmla="*/ 882869 h 1418896"/>
                      <a:gd name="connsiteX13-149" fmla="*/ 1114096 w 3731172"/>
                      <a:gd name="connsiteY13-150" fmla="*/ 420413 h 1418896"/>
                      <a:gd name="connsiteX14-151" fmla="*/ 147144 w 3731172"/>
                      <a:gd name="connsiteY14-152" fmla="*/ 63061 h 1418896"/>
                      <a:gd name="connsiteX0-153" fmla="*/ 168165 w 3731172"/>
                      <a:gd name="connsiteY0-154" fmla="*/ 73572 h 1418896"/>
                      <a:gd name="connsiteX1-155" fmla="*/ 451945 w 3731172"/>
                      <a:gd name="connsiteY1-156" fmla="*/ 0 h 1418896"/>
                      <a:gd name="connsiteX2-157" fmla="*/ 1881352 w 3731172"/>
                      <a:gd name="connsiteY2-158" fmla="*/ 599089 h 1418896"/>
                      <a:gd name="connsiteX3-159" fmla="*/ 3363310 w 3731172"/>
                      <a:gd name="connsiteY3-160" fmla="*/ 0 h 1418896"/>
                      <a:gd name="connsiteX4-161" fmla="*/ 3584027 w 3731172"/>
                      <a:gd name="connsiteY4-162" fmla="*/ 73572 h 1418896"/>
                      <a:gd name="connsiteX5-163" fmla="*/ 2627586 w 3731172"/>
                      <a:gd name="connsiteY5-164" fmla="*/ 441434 h 1418896"/>
                      <a:gd name="connsiteX6-165" fmla="*/ 2596055 w 3731172"/>
                      <a:gd name="connsiteY6-166" fmla="*/ 914400 h 1418896"/>
                      <a:gd name="connsiteX7-167" fmla="*/ 3731172 w 3731172"/>
                      <a:gd name="connsiteY7-168" fmla="*/ 1345324 h 1418896"/>
                      <a:gd name="connsiteX8-169" fmla="*/ 3447393 w 3731172"/>
                      <a:gd name="connsiteY8-170" fmla="*/ 1408386 h 1418896"/>
                      <a:gd name="connsiteX9-171" fmla="*/ 1870841 w 3731172"/>
                      <a:gd name="connsiteY9-172" fmla="*/ 746234 h 1418896"/>
                      <a:gd name="connsiteX10-173" fmla="*/ 262758 w 3731172"/>
                      <a:gd name="connsiteY10-174" fmla="*/ 1418896 h 1418896"/>
                      <a:gd name="connsiteX11-175" fmla="*/ 0 w 3731172"/>
                      <a:gd name="connsiteY11-176" fmla="*/ 1324303 h 1418896"/>
                      <a:gd name="connsiteX12-177" fmla="*/ 1145627 w 3731172"/>
                      <a:gd name="connsiteY12-178" fmla="*/ 882869 h 1418896"/>
                      <a:gd name="connsiteX13-179" fmla="*/ 1114096 w 3731172"/>
                      <a:gd name="connsiteY13-180" fmla="*/ 420413 h 1418896"/>
                      <a:gd name="connsiteX14-181" fmla="*/ 189185 w 3731172"/>
                      <a:gd name="connsiteY14-182" fmla="*/ 84081 h 1418896"/>
                      <a:gd name="connsiteX0-183" fmla="*/ 168165 w 3731172"/>
                      <a:gd name="connsiteY0-184" fmla="*/ 73572 h 1418896"/>
                      <a:gd name="connsiteX1-185" fmla="*/ 451945 w 3731172"/>
                      <a:gd name="connsiteY1-186" fmla="*/ 0 h 1418896"/>
                      <a:gd name="connsiteX2-187" fmla="*/ 1881352 w 3731172"/>
                      <a:gd name="connsiteY2-188" fmla="*/ 599089 h 1418896"/>
                      <a:gd name="connsiteX3-189" fmla="*/ 3363310 w 3731172"/>
                      <a:gd name="connsiteY3-190" fmla="*/ 0 h 1418896"/>
                      <a:gd name="connsiteX4-191" fmla="*/ 3584027 w 3731172"/>
                      <a:gd name="connsiteY4-192" fmla="*/ 73572 h 1418896"/>
                      <a:gd name="connsiteX5-193" fmla="*/ 2627586 w 3731172"/>
                      <a:gd name="connsiteY5-194" fmla="*/ 441434 h 1418896"/>
                      <a:gd name="connsiteX6-195" fmla="*/ 2596055 w 3731172"/>
                      <a:gd name="connsiteY6-196" fmla="*/ 914400 h 1418896"/>
                      <a:gd name="connsiteX7-197" fmla="*/ 3731172 w 3731172"/>
                      <a:gd name="connsiteY7-198" fmla="*/ 1345324 h 1418896"/>
                      <a:gd name="connsiteX8-199" fmla="*/ 3447393 w 3731172"/>
                      <a:gd name="connsiteY8-200" fmla="*/ 1408386 h 1418896"/>
                      <a:gd name="connsiteX9-201" fmla="*/ 1870841 w 3731172"/>
                      <a:gd name="connsiteY9-202" fmla="*/ 746234 h 1418896"/>
                      <a:gd name="connsiteX10-203" fmla="*/ 262758 w 3731172"/>
                      <a:gd name="connsiteY10-204" fmla="*/ 1418896 h 1418896"/>
                      <a:gd name="connsiteX11-205" fmla="*/ 0 w 3731172"/>
                      <a:gd name="connsiteY11-206" fmla="*/ 1324303 h 1418896"/>
                      <a:gd name="connsiteX12-207" fmla="*/ 1145627 w 3731172"/>
                      <a:gd name="connsiteY12-208" fmla="*/ 882869 h 1418896"/>
                      <a:gd name="connsiteX13-209" fmla="*/ 1114096 w 3731172"/>
                      <a:gd name="connsiteY13-210" fmla="*/ 420413 h 1418896"/>
                      <a:gd name="connsiteX14-211" fmla="*/ 189185 w 3731172"/>
                      <a:gd name="connsiteY14-212" fmla="*/ 84081 h 1418896"/>
                      <a:gd name="connsiteX15-213" fmla="*/ 168165 w 3731172"/>
                      <a:gd name="connsiteY15-214" fmla="*/ 73572 h 1418896"/>
                      <a:gd name="connsiteX0-215" fmla="*/ 168165 w 3731172"/>
                      <a:gd name="connsiteY0-216" fmla="*/ 73572 h 1418896"/>
                      <a:gd name="connsiteX1-217" fmla="*/ 451945 w 3731172"/>
                      <a:gd name="connsiteY1-218" fmla="*/ 0 h 1418896"/>
                      <a:gd name="connsiteX2-219" fmla="*/ 1881352 w 3731172"/>
                      <a:gd name="connsiteY2-220" fmla="*/ 599089 h 1418896"/>
                      <a:gd name="connsiteX3-221" fmla="*/ 3363310 w 3731172"/>
                      <a:gd name="connsiteY3-222" fmla="*/ 0 h 1418896"/>
                      <a:gd name="connsiteX4-223" fmla="*/ 3584027 w 3731172"/>
                      <a:gd name="connsiteY4-224" fmla="*/ 73572 h 1418896"/>
                      <a:gd name="connsiteX5-225" fmla="*/ 2627586 w 3731172"/>
                      <a:gd name="connsiteY5-226" fmla="*/ 441434 h 1418896"/>
                      <a:gd name="connsiteX6-227" fmla="*/ 2596055 w 3731172"/>
                      <a:gd name="connsiteY6-228" fmla="*/ 914400 h 1418896"/>
                      <a:gd name="connsiteX7-229" fmla="*/ 3731172 w 3731172"/>
                      <a:gd name="connsiteY7-230" fmla="*/ 1345324 h 1418896"/>
                      <a:gd name="connsiteX8-231" fmla="*/ 3447393 w 3731172"/>
                      <a:gd name="connsiteY8-232" fmla="*/ 1408386 h 1418896"/>
                      <a:gd name="connsiteX9-233" fmla="*/ 1870841 w 3731172"/>
                      <a:gd name="connsiteY9-234" fmla="*/ 746234 h 1418896"/>
                      <a:gd name="connsiteX10-235" fmla="*/ 262758 w 3731172"/>
                      <a:gd name="connsiteY10-236" fmla="*/ 1418896 h 1418896"/>
                      <a:gd name="connsiteX11-237" fmla="*/ 0 w 3731172"/>
                      <a:gd name="connsiteY11-238" fmla="*/ 1324303 h 1418896"/>
                      <a:gd name="connsiteX12-239" fmla="*/ 1145627 w 3731172"/>
                      <a:gd name="connsiteY12-240" fmla="*/ 882869 h 1418896"/>
                      <a:gd name="connsiteX13-241" fmla="*/ 1156137 w 3731172"/>
                      <a:gd name="connsiteY13-242" fmla="*/ 441434 h 1418896"/>
                      <a:gd name="connsiteX14-243" fmla="*/ 189185 w 3731172"/>
                      <a:gd name="connsiteY14-244" fmla="*/ 84081 h 1418896"/>
                      <a:gd name="connsiteX15-245" fmla="*/ 168165 w 3731172"/>
                      <a:gd name="connsiteY15-246" fmla="*/ 73572 h 1418896"/>
                      <a:gd name="connsiteX0-247" fmla="*/ 168165 w 3731172"/>
                      <a:gd name="connsiteY0-248" fmla="*/ 73572 h 1418896"/>
                      <a:gd name="connsiteX1-249" fmla="*/ 451945 w 3731172"/>
                      <a:gd name="connsiteY1-250" fmla="*/ 0 h 1418896"/>
                      <a:gd name="connsiteX2-251" fmla="*/ 1881352 w 3731172"/>
                      <a:gd name="connsiteY2-252" fmla="*/ 599089 h 1418896"/>
                      <a:gd name="connsiteX3-253" fmla="*/ 3363310 w 3731172"/>
                      <a:gd name="connsiteY3-254" fmla="*/ 0 h 1418896"/>
                      <a:gd name="connsiteX4-255" fmla="*/ 3584027 w 3731172"/>
                      <a:gd name="connsiteY4-256" fmla="*/ 73572 h 1418896"/>
                      <a:gd name="connsiteX5-257" fmla="*/ 2627586 w 3731172"/>
                      <a:gd name="connsiteY5-258" fmla="*/ 441434 h 1418896"/>
                      <a:gd name="connsiteX6-259" fmla="*/ 2596055 w 3731172"/>
                      <a:gd name="connsiteY6-260" fmla="*/ 914400 h 1418896"/>
                      <a:gd name="connsiteX7-261" fmla="*/ 3731172 w 3731172"/>
                      <a:gd name="connsiteY7-262" fmla="*/ 1345324 h 1418896"/>
                      <a:gd name="connsiteX8-263" fmla="*/ 3447393 w 3731172"/>
                      <a:gd name="connsiteY8-264" fmla="*/ 1408386 h 1418896"/>
                      <a:gd name="connsiteX9-265" fmla="*/ 1870841 w 3731172"/>
                      <a:gd name="connsiteY9-266" fmla="*/ 746234 h 1418896"/>
                      <a:gd name="connsiteX10-267" fmla="*/ 262758 w 3731172"/>
                      <a:gd name="connsiteY10-268" fmla="*/ 1418896 h 1418896"/>
                      <a:gd name="connsiteX11-269" fmla="*/ 0 w 3731172"/>
                      <a:gd name="connsiteY11-270" fmla="*/ 1324303 h 1418896"/>
                      <a:gd name="connsiteX12-271" fmla="*/ 1145627 w 3731172"/>
                      <a:gd name="connsiteY12-272" fmla="*/ 882869 h 1418896"/>
                      <a:gd name="connsiteX13-273" fmla="*/ 1145626 w 3731172"/>
                      <a:gd name="connsiteY13-274" fmla="*/ 451945 h 1418896"/>
                      <a:gd name="connsiteX14-275" fmla="*/ 189185 w 3731172"/>
                      <a:gd name="connsiteY14-276" fmla="*/ 84081 h 1418896"/>
                      <a:gd name="connsiteX15-277" fmla="*/ 168165 w 3731172"/>
                      <a:gd name="connsiteY15-278" fmla="*/ 73572 h 1418896"/>
                      <a:gd name="connsiteX0-279" fmla="*/ 168165 w 3731172"/>
                      <a:gd name="connsiteY0-280" fmla="*/ 73572 h 1418896"/>
                      <a:gd name="connsiteX1-281" fmla="*/ 451945 w 3731172"/>
                      <a:gd name="connsiteY1-282" fmla="*/ 0 h 1418896"/>
                      <a:gd name="connsiteX2-283" fmla="*/ 1881352 w 3731172"/>
                      <a:gd name="connsiteY2-284" fmla="*/ 599089 h 1418896"/>
                      <a:gd name="connsiteX3-285" fmla="*/ 3363310 w 3731172"/>
                      <a:gd name="connsiteY3-286" fmla="*/ 0 h 1418896"/>
                      <a:gd name="connsiteX4-287" fmla="*/ 3584027 w 3731172"/>
                      <a:gd name="connsiteY4-288" fmla="*/ 73572 h 1418896"/>
                      <a:gd name="connsiteX5-289" fmla="*/ 2627586 w 3731172"/>
                      <a:gd name="connsiteY5-290" fmla="*/ 441434 h 1418896"/>
                      <a:gd name="connsiteX6-291" fmla="*/ 2596055 w 3731172"/>
                      <a:gd name="connsiteY6-292" fmla="*/ 914400 h 1418896"/>
                      <a:gd name="connsiteX7-293" fmla="*/ 3731172 w 3731172"/>
                      <a:gd name="connsiteY7-294" fmla="*/ 1345324 h 1418896"/>
                      <a:gd name="connsiteX8-295" fmla="*/ 3447393 w 3731172"/>
                      <a:gd name="connsiteY8-296" fmla="*/ 1408386 h 1418896"/>
                      <a:gd name="connsiteX9-297" fmla="*/ 1870841 w 3731172"/>
                      <a:gd name="connsiteY9-298" fmla="*/ 746234 h 1418896"/>
                      <a:gd name="connsiteX10-299" fmla="*/ 262758 w 3731172"/>
                      <a:gd name="connsiteY10-300" fmla="*/ 1418896 h 1418896"/>
                      <a:gd name="connsiteX11-301" fmla="*/ 0 w 3731172"/>
                      <a:gd name="connsiteY11-302" fmla="*/ 1324303 h 1418896"/>
                      <a:gd name="connsiteX12-303" fmla="*/ 1145627 w 3731172"/>
                      <a:gd name="connsiteY12-304" fmla="*/ 903890 h 1418896"/>
                      <a:gd name="connsiteX13-305" fmla="*/ 1145626 w 3731172"/>
                      <a:gd name="connsiteY13-306" fmla="*/ 451945 h 1418896"/>
                      <a:gd name="connsiteX14-307" fmla="*/ 189185 w 3731172"/>
                      <a:gd name="connsiteY14-308" fmla="*/ 84081 h 1418896"/>
                      <a:gd name="connsiteX15-309" fmla="*/ 168165 w 3731172"/>
                      <a:gd name="connsiteY15-310" fmla="*/ 73572 h 1418896"/>
                      <a:gd name="connsiteX0-311" fmla="*/ 147144 w 3710151"/>
                      <a:gd name="connsiteY0-312" fmla="*/ 73572 h 1418896"/>
                      <a:gd name="connsiteX1-313" fmla="*/ 430924 w 3710151"/>
                      <a:gd name="connsiteY1-314" fmla="*/ 0 h 1418896"/>
                      <a:gd name="connsiteX2-315" fmla="*/ 1860331 w 3710151"/>
                      <a:gd name="connsiteY2-316" fmla="*/ 599089 h 1418896"/>
                      <a:gd name="connsiteX3-317" fmla="*/ 3342289 w 3710151"/>
                      <a:gd name="connsiteY3-318" fmla="*/ 0 h 1418896"/>
                      <a:gd name="connsiteX4-319" fmla="*/ 3563006 w 3710151"/>
                      <a:gd name="connsiteY4-320" fmla="*/ 73572 h 1418896"/>
                      <a:gd name="connsiteX5-321" fmla="*/ 2606565 w 3710151"/>
                      <a:gd name="connsiteY5-322" fmla="*/ 441434 h 1418896"/>
                      <a:gd name="connsiteX6-323" fmla="*/ 2575034 w 3710151"/>
                      <a:gd name="connsiteY6-324" fmla="*/ 914400 h 1418896"/>
                      <a:gd name="connsiteX7-325" fmla="*/ 3710151 w 3710151"/>
                      <a:gd name="connsiteY7-326" fmla="*/ 1345324 h 1418896"/>
                      <a:gd name="connsiteX8-327" fmla="*/ 3426372 w 3710151"/>
                      <a:gd name="connsiteY8-328" fmla="*/ 1408386 h 1418896"/>
                      <a:gd name="connsiteX9-329" fmla="*/ 1849820 w 3710151"/>
                      <a:gd name="connsiteY9-330" fmla="*/ 746234 h 1418896"/>
                      <a:gd name="connsiteX10-331" fmla="*/ 241737 w 3710151"/>
                      <a:gd name="connsiteY10-332" fmla="*/ 1418896 h 1418896"/>
                      <a:gd name="connsiteX11-333" fmla="*/ 0 w 3710151"/>
                      <a:gd name="connsiteY11-334" fmla="*/ 1334814 h 1418896"/>
                      <a:gd name="connsiteX12-335" fmla="*/ 1124606 w 3710151"/>
                      <a:gd name="connsiteY12-336" fmla="*/ 903890 h 1418896"/>
                      <a:gd name="connsiteX13-337" fmla="*/ 1124605 w 3710151"/>
                      <a:gd name="connsiteY13-338" fmla="*/ 451945 h 1418896"/>
                      <a:gd name="connsiteX14-339" fmla="*/ 168164 w 3710151"/>
                      <a:gd name="connsiteY14-340" fmla="*/ 84081 h 1418896"/>
                      <a:gd name="connsiteX15-341" fmla="*/ 147144 w 3710151"/>
                      <a:gd name="connsiteY15-342" fmla="*/ 73572 h 1418896"/>
                      <a:gd name="connsiteX0-343" fmla="*/ 147144 w 3710151"/>
                      <a:gd name="connsiteY0-344" fmla="*/ 73572 h 1418896"/>
                      <a:gd name="connsiteX1-345" fmla="*/ 430924 w 3710151"/>
                      <a:gd name="connsiteY1-346" fmla="*/ 0 h 1418896"/>
                      <a:gd name="connsiteX2-347" fmla="*/ 1860331 w 3710151"/>
                      <a:gd name="connsiteY2-348" fmla="*/ 599089 h 1418896"/>
                      <a:gd name="connsiteX3-349" fmla="*/ 3342289 w 3710151"/>
                      <a:gd name="connsiteY3-350" fmla="*/ 0 h 1418896"/>
                      <a:gd name="connsiteX4-351" fmla="*/ 3563006 w 3710151"/>
                      <a:gd name="connsiteY4-352" fmla="*/ 73572 h 1418896"/>
                      <a:gd name="connsiteX5-353" fmla="*/ 2606565 w 3710151"/>
                      <a:gd name="connsiteY5-354" fmla="*/ 441434 h 1418896"/>
                      <a:gd name="connsiteX6-355" fmla="*/ 2606565 w 3710151"/>
                      <a:gd name="connsiteY6-356" fmla="*/ 924910 h 1418896"/>
                      <a:gd name="connsiteX7-357" fmla="*/ 3710151 w 3710151"/>
                      <a:gd name="connsiteY7-358" fmla="*/ 1345324 h 1418896"/>
                      <a:gd name="connsiteX8-359" fmla="*/ 3426372 w 3710151"/>
                      <a:gd name="connsiteY8-360" fmla="*/ 1408386 h 1418896"/>
                      <a:gd name="connsiteX9-361" fmla="*/ 1849820 w 3710151"/>
                      <a:gd name="connsiteY9-362" fmla="*/ 746234 h 1418896"/>
                      <a:gd name="connsiteX10-363" fmla="*/ 241737 w 3710151"/>
                      <a:gd name="connsiteY10-364" fmla="*/ 1418896 h 1418896"/>
                      <a:gd name="connsiteX11-365" fmla="*/ 0 w 3710151"/>
                      <a:gd name="connsiteY11-366" fmla="*/ 1334814 h 1418896"/>
                      <a:gd name="connsiteX12-367" fmla="*/ 1124606 w 3710151"/>
                      <a:gd name="connsiteY12-368" fmla="*/ 903890 h 1418896"/>
                      <a:gd name="connsiteX13-369" fmla="*/ 1124605 w 3710151"/>
                      <a:gd name="connsiteY13-370" fmla="*/ 451945 h 1418896"/>
                      <a:gd name="connsiteX14-371" fmla="*/ 168164 w 3710151"/>
                      <a:gd name="connsiteY14-372" fmla="*/ 84081 h 1418896"/>
                      <a:gd name="connsiteX15-373" fmla="*/ 147144 w 3710151"/>
                      <a:gd name="connsiteY15-374" fmla="*/ 73572 h 1418896"/>
                      <a:gd name="connsiteX0-375" fmla="*/ 147144 w 3710151"/>
                      <a:gd name="connsiteY0-376" fmla="*/ 73572 h 1418896"/>
                      <a:gd name="connsiteX1-377" fmla="*/ 430924 w 3710151"/>
                      <a:gd name="connsiteY1-378" fmla="*/ 0 h 1418896"/>
                      <a:gd name="connsiteX2-379" fmla="*/ 1860331 w 3710151"/>
                      <a:gd name="connsiteY2-380" fmla="*/ 599089 h 1418896"/>
                      <a:gd name="connsiteX3-381" fmla="*/ 3342289 w 3710151"/>
                      <a:gd name="connsiteY3-382" fmla="*/ 0 h 1418896"/>
                      <a:gd name="connsiteX4-383" fmla="*/ 3563006 w 3710151"/>
                      <a:gd name="connsiteY4-384" fmla="*/ 73572 h 1418896"/>
                      <a:gd name="connsiteX5-385" fmla="*/ 2606565 w 3710151"/>
                      <a:gd name="connsiteY5-386" fmla="*/ 441434 h 1418896"/>
                      <a:gd name="connsiteX6-387" fmla="*/ 2610282 w 3710151"/>
                      <a:gd name="connsiteY6-388" fmla="*/ 902607 h 1418896"/>
                      <a:gd name="connsiteX7-389" fmla="*/ 3710151 w 3710151"/>
                      <a:gd name="connsiteY7-390" fmla="*/ 1345324 h 1418896"/>
                      <a:gd name="connsiteX8-391" fmla="*/ 3426372 w 3710151"/>
                      <a:gd name="connsiteY8-392" fmla="*/ 1408386 h 1418896"/>
                      <a:gd name="connsiteX9-393" fmla="*/ 1849820 w 3710151"/>
                      <a:gd name="connsiteY9-394" fmla="*/ 746234 h 1418896"/>
                      <a:gd name="connsiteX10-395" fmla="*/ 241737 w 3710151"/>
                      <a:gd name="connsiteY10-396" fmla="*/ 1418896 h 1418896"/>
                      <a:gd name="connsiteX11-397" fmla="*/ 0 w 3710151"/>
                      <a:gd name="connsiteY11-398" fmla="*/ 1334814 h 1418896"/>
                      <a:gd name="connsiteX12-399" fmla="*/ 1124606 w 3710151"/>
                      <a:gd name="connsiteY12-400" fmla="*/ 903890 h 1418896"/>
                      <a:gd name="connsiteX13-401" fmla="*/ 1124605 w 3710151"/>
                      <a:gd name="connsiteY13-402" fmla="*/ 451945 h 1418896"/>
                      <a:gd name="connsiteX14-403" fmla="*/ 168164 w 3710151"/>
                      <a:gd name="connsiteY14-404" fmla="*/ 84081 h 1418896"/>
                      <a:gd name="connsiteX15-405" fmla="*/ 147144 w 3710151"/>
                      <a:gd name="connsiteY15-406" fmla="*/ 73572 h 1418896"/>
                      <a:gd name="connsiteX0-407" fmla="*/ 147144 w 3710151"/>
                      <a:gd name="connsiteY0-408" fmla="*/ 73572 h 1418896"/>
                      <a:gd name="connsiteX1-409" fmla="*/ 430924 w 3710151"/>
                      <a:gd name="connsiteY1-410" fmla="*/ 0 h 1418896"/>
                      <a:gd name="connsiteX2-411" fmla="*/ 1860331 w 3710151"/>
                      <a:gd name="connsiteY2-412" fmla="*/ 599089 h 1418896"/>
                      <a:gd name="connsiteX3-413" fmla="*/ 3342289 w 3710151"/>
                      <a:gd name="connsiteY3-414" fmla="*/ 0 h 1418896"/>
                      <a:gd name="connsiteX4-415" fmla="*/ 3563006 w 3710151"/>
                      <a:gd name="connsiteY4-416" fmla="*/ 73572 h 1418896"/>
                      <a:gd name="connsiteX5-417" fmla="*/ 2617717 w 3710151"/>
                      <a:gd name="connsiteY5-418" fmla="*/ 445151 h 1418896"/>
                      <a:gd name="connsiteX6-419" fmla="*/ 2610282 w 3710151"/>
                      <a:gd name="connsiteY6-420" fmla="*/ 902607 h 1418896"/>
                      <a:gd name="connsiteX7-421" fmla="*/ 3710151 w 3710151"/>
                      <a:gd name="connsiteY7-422" fmla="*/ 1345324 h 1418896"/>
                      <a:gd name="connsiteX8-423" fmla="*/ 3426372 w 3710151"/>
                      <a:gd name="connsiteY8-424" fmla="*/ 1408386 h 1418896"/>
                      <a:gd name="connsiteX9-425" fmla="*/ 1849820 w 3710151"/>
                      <a:gd name="connsiteY9-426" fmla="*/ 746234 h 1418896"/>
                      <a:gd name="connsiteX10-427" fmla="*/ 241737 w 3710151"/>
                      <a:gd name="connsiteY10-428" fmla="*/ 1418896 h 1418896"/>
                      <a:gd name="connsiteX11-429" fmla="*/ 0 w 3710151"/>
                      <a:gd name="connsiteY11-430" fmla="*/ 1334814 h 1418896"/>
                      <a:gd name="connsiteX12-431" fmla="*/ 1124606 w 3710151"/>
                      <a:gd name="connsiteY12-432" fmla="*/ 903890 h 1418896"/>
                      <a:gd name="connsiteX13-433" fmla="*/ 1124605 w 3710151"/>
                      <a:gd name="connsiteY13-434" fmla="*/ 451945 h 1418896"/>
                      <a:gd name="connsiteX14-435" fmla="*/ 168164 w 3710151"/>
                      <a:gd name="connsiteY14-436" fmla="*/ 84081 h 1418896"/>
                      <a:gd name="connsiteX15-437" fmla="*/ 147144 w 3710151"/>
                      <a:gd name="connsiteY15-438" fmla="*/ 73572 h 1418896"/>
                      <a:gd name="connsiteX0-439" fmla="*/ 147144 w 3710151"/>
                      <a:gd name="connsiteY0-440" fmla="*/ 73572 h 1418896"/>
                      <a:gd name="connsiteX1-441" fmla="*/ 430924 w 3710151"/>
                      <a:gd name="connsiteY1-442" fmla="*/ 0 h 1418896"/>
                      <a:gd name="connsiteX2-443" fmla="*/ 1860331 w 3710151"/>
                      <a:gd name="connsiteY2-444" fmla="*/ 599089 h 1418896"/>
                      <a:gd name="connsiteX3-445" fmla="*/ 3342289 w 3710151"/>
                      <a:gd name="connsiteY3-446" fmla="*/ 0 h 1418896"/>
                      <a:gd name="connsiteX4-447" fmla="*/ 3563006 w 3710151"/>
                      <a:gd name="connsiteY4-448" fmla="*/ 73572 h 1418896"/>
                      <a:gd name="connsiteX5-449" fmla="*/ 2617717 w 3710151"/>
                      <a:gd name="connsiteY5-450" fmla="*/ 448868 h 1418896"/>
                      <a:gd name="connsiteX6-451" fmla="*/ 2610282 w 3710151"/>
                      <a:gd name="connsiteY6-452" fmla="*/ 902607 h 1418896"/>
                      <a:gd name="connsiteX7-453" fmla="*/ 3710151 w 3710151"/>
                      <a:gd name="connsiteY7-454" fmla="*/ 1345324 h 1418896"/>
                      <a:gd name="connsiteX8-455" fmla="*/ 3426372 w 3710151"/>
                      <a:gd name="connsiteY8-456" fmla="*/ 1408386 h 1418896"/>
                      <a:gd name="connsiteX9-457" fmla="*/ 1849820 w 3710151"/>
                      <a:gd name="connsiteY9-458" fmla="*/ 746234 h 1418896"/>
                      <a:gd name="connsiteX10-459" fmla="*/ 241737 w 3710151"/>
                      <a:gd name="connsiteY10-460" fmla="*/ 1418896 h 1418896"/>
                      <a:gd name="connsiteX11-461" fmla="*/ 0 w 3710151"/>
                      <a:gd name="connsiteY11-462" fmla="*/ 1334814 h 1418896"/>
                      <a:gd name="connsiteX12-463" fmla="*/ 1124606 w 3710151"/>
                      <a:gd name="connsiteY12-464" fmla="*/ 903890 h 1418896"/>
                      <a:gd name="connsiteX13-465" fmla="*/ 1124605 w 3710151"/>
                      <a:gd name="connsiteY13-466" fmla="*/ 451945 h 1418896"/>
                      <a:gd name="connsiteX14-467" fmla="*/ 168164 w 3710151"/>
                      <a:gd name="connsiteY14-468" fmla="*/ 84081 h 1418896"/>
                      <a:gd name="connsiteX15-469" fmla="*/ 147144 w 3710151"/>
                      <a:gd name="connsiteY15-470" fmla="*/ 73572 h 1418896"/>
                      <a:gd name="connsiteX0-471" fmla="*/ 147144 w 3710151"/>
                      <a:gd name="connsiteY0-472" fmla="*/ 73572 h 1418896"/>
                      <a:gd name="connsiteX1-473" fmla="*/ 430924 w 3710151"/>
                      <a:gd name="connsiteY1-474" fmla="*/ 0 h 1418896"/>
                      <a:gd name="connsiteX2-475" fmla="*/ 1838028 w 3710151"/>
                      <a:gd name="connsiteY2-476" fmla="*/ 591655 h 1418896"/>
                      <a:gd name="connsiteX3-477" fmla="*/ 3342289 w 3710151"/>
                      <a:gd name="connsiteY3-478" fmla="*/ 0 h 1418896"/>
                      <a:gd name="connsiteX4-479" fmla="*/ 3563006 w 3710151"/>
                      <a:gd name="connsiteY4-480" fmla="*/ 73572 h 1418896"/>
                      <a:gd name="connsiteX5-481" fmla="*/ 2617717 w 3710151"/>
                      <a:gd name="connsiteY5-482" fmla="*/ 448868 h 1418896"/>
                      <a:gd name="connsiteX6-483" fmla="*/ 2610282 w 3710151"/>
                      <a:gd name="connsiteY6-484" fmla="*/ 902607 h 1418896"/>
                      <a:gd name="connsiteX7-485" fmla="*/ 3710151 w 3710151"/>
                      <a:gd name="connsiteY7-486" fmla="*/ 1345324 h 1418896"/>
                      <a:gd name="connsiteX8-487" fmla="*/ 3426372 w 3710151"/>
                      <a:gd name="connsiteY8-488" fmla="*/ 1408386 h 1418896"/>
                      <a:gd name="connsiteX9-489" fmla="*/ 1849820 w 3710151"/>
                      <a:gd name="connsiteY9-490" fmla="*/ 746234 h 1418896"/>
                      <a:gd name="connsiteX10-491" fmla="*/ 241737 w 3710151"/>
                      <a:gd name="connsiteY10-492" fmla="*/ 1418896 h 1418896"/>
                      <a:gd name="connsiteX11-493" fmla="*/ 0 w 3710151"/>
                      <a:gd name="connsiteY11-494" fmla="*/ 1334814 h 1418896"/>
                      <a:gd name="connsiteX12-495" fmla="*/ 1124606 w 3710151"/>
                      <a:gd name="connsiteY12-496" fmla="*/ 903890 h 1418896"/>
                      <a:gd name="connsiteX13-497" fmla="*/ 1124605 w 3710151"/>
                      <a:gd name="connsiteY13-498" fmla="*/ 451945 h 1418896"/>
                      <a:gd name="connsiteX14-499" fmla="*/ 168164 w 3710151"/>
                      <a:gd name="connsiteY14-500" fmla="*/ 84081 h 1418896"/>
                      <a:gd name="connsiteX15-501" fmla="*/ 147144 w 3710151"/>
                      <a:gd name="connsiteY15-502" fmla="*/ 73572 h 1418896"/>
                      <a:gd name="connsiteX0-503" fmla="*/ 147144 w 3710151"/>
                      <a:gd name="connsiteY0-504" fmla="*/ 73572 h 1418896"/>
                      <a:gd name="connsiteX1-505" fmla="*/ 430924 w 3710151"/>
                      <a:gd name="connsiteY1-506" fmla="*/ 0 h 1418896"/>
                      <a:gd name="connsiteX2-507" fmla="*/ 1838028 w 3710151"/>
                      <a:gd name="connsiteY2-508" fmla="*/ 591655 h 1418896"/>
                      <a:gd name="connsiteX3-509" fmla="*/ 3342289 w 3710151"/>
                      <a:gd name="connsiteY3-510" fmla="*/ 0 h 1418896"/>
                      <a:gd name="connsiteX4-511" fmla="*/ 3563006 w 3710151"/>
                      <a:gd name="connsiteY4-512" fmla="*/ 73572 h 1418896"/>
                      <a:gd name="connsiteX5-513" fmla="*/ 2617717 w 3710151"/>
                      <a:gd name="connsiteY5-514" fmla="*/ 448868 h 1418896"/>
                      <a:gd name="connsiteX6-515" fmla="*/ 2610282 w 3710151"/>
                      <a:gd name="connsiteY6-516" fmla="*/ 902607 h 1418896"/>
                      <a:gd name="connsiteX7-517" fmla="*/ 3710151 w 3710151"/>
                      <a:gd name="connsiteY7-518" fmla="*/ 1345324 h 1418896"/>
                      <a:gd name="connsiteX8-519" fmla="*/ 3426372 w 3710151"/>
                      <a:gd name="connsiteY8-520" fmla="*/ 1408386 h 1418896"/>
                      <a:gd name="connsiteX9-521" fmla="*/ 1849820 w 3710151"/>
                      <a:gd name="connsiteY9-522" fmla="*/ 746234 h 1418896"/>
                      <a:gd name="connsiteX10-523" fmla="*/ 241737 w 3710151"/>
                      <a:gd name="connsiteY10-524" fmla="*/ 1418896 h 1418896"/>
                      <a:gd name="connsiteX11-525" fmla="*/ 0 w 3710151"/>
                      <a:gd name="connsiteY11-526" fmla="*/ 1334814 h 1418896"/>
                      <a:gd name="connsiteX12-527" fmla="*/ 1124606 w 3710151"/>
                      <a:gd name="connsiteY12-528" fmla="*/ 903890 h 1418896"/>
                      <a:gd name="connsiteX13-529" fmla="*/ 1087434 w 3710151"/>
                      <a:gd name="connsiteY13-530" fmla="*/ 451945 h 1418896"/>
                      <a:gd name="connsiteX14-531" fmla="*/ 168164 w 3710151"/>
                      <a:gd name="connsiteY14-532" fmla="*/ 84081 h 1418896"/>
                      <a:gd name="connsiteX15-533" fmla="*/ 147144 w 3710151"/>
                      <a:gd name="connsiteY15-534" fmla="*/ 73572 h 1418896"/>
                      <a:gd name="connsiteX0-535" fmla="*/ 147144 w 3710151"/>
                      <a:gd name="connsiteY0-536" fmla="*/ 73572 h 1418896"/>
                      <a:gd name="connsiteX1-537" fmla="*/ 430924 w 3710151"/>
                      <a:gd name="connsiteY1-538" fmla="*/ 0 h 1418896"/>
                      <a:gd name="connsiteX2-539" fmla="*/ 1838028 w 3710151"/>
                      <a:gd name="connsiteY2-540" fmla="*/ 591655 h 1418896"/>
                      <a:gd name="connsiteX3-541" fmla="*/ 3342289 w 3710151"/>
                      <a:gd name="connsiteY3-542" fmla="*/ 0 h 1418896"/>
                      <a:gd name="connsiteX4-543" fmla="*/ 3563006 w 3710151"/>
                      <a:gd name="connsiteY4-544" fmla="*/ 73572 h 1418896"/>
                      <a:gd name="connsiteX5-545" fmla="*/ 2617717 w 3710151"/>
                      <a:gd name="connsiteY5-546" fmla="*/ 448868 h 1418896"/>
                      <a:gd name="connsiteX6-547" fmla="*/ 2610282 w 3710151"/>
                      <a:gd name="connsiteY6-548" fmla="*/ 902607 h 1418896"/>
                      <a:gd name="connsiteX7-549" fmla="*/ 3710151 w 3710151"/>
                      <a:gd name="connsiteY7-550" fmla="*/ 1345324 h 1418896"/>
                      <a:gd name="connsiteX8-551" fmla="*/ 3426372 w 3710151"/>
                      <a:gd name="connsiteY8-552" fmla="*/ 1408386 h 1418896"/>
                      <a:gd name="connsiteX9-553" fmla="*/ 1849820 w 3710151"/>
                      <a:gd name="connsiteY9-554" fmla="*/ 746234 h 1418896"/>
                      <a:gd name="connsiteX10-555" fmla="*/ 241737 w 3710151"/>
                      <a:gd name="connsiteY10-556" fmla="*/ 1418896 h 1418896"/>
                      <a:gd name="connsiteX11-557" fmla="*/ 0 w 3710151"/>
                      <a:gd name="connsiteY11-558" fmla="*/ 1334814 h 1418896"/>
                      <a:gd name="connsiteX12-559" fmla="*/ 1098586 w 3710151"/>
                      <a:gd name="connsiteY12-560" fmla="*/ 903890 h 1418896"/>
                      <a:gd name="connsiteX13-561" fmla="*/ 1087434 w 3710151"/>
                      <a:gd name="connsiteY13-562" fmla="*/ 451945 h 1418896"/>
                      <a:gd name="connsiteX14-563" fmla="*/ 168164 w 3710151"/>
                      <a:gd name="connsiteY14-564" fmla="*/ 84081 h 1418896"/>
                      <a:gd name="connsiteX15-565" fmla="*/ 147144 w 3710151"/>
                      <a:gd name="connsiteY15-566" fmla="*/ 73572 h 1418896"/>
                      <a:gd name="connsiteX0-567" fmla="*/ 162012 w 3725019"/>
                      <a:gd name="connsiteY0-568" fmla="*/ 73572 h 1418896"/>
                      <a:gd name="connsiteX1-569" fmla="*/ 445792 w 3725019"/>
                      <a:gd name="connsiteY1-570" fmla="*/ 0 h 1418896"/>
                      <a:gd name="connsiteX2-571" fmla="*/ 1852896 w 3725019"/>
                      <a:gd name="connsiteY2-572" fmla="*/ 591655 h 1418896"/>
                      <a:gd name="connsiteX3-573" fmla="*/ 3357157 w 3725019"/>
                      <a:gd name="connsiteY3-574" fmla="*/ 0 h 1418896"/>
                      <a:gd name="connsiteX4-575" fmla="*/ 3577874 w 3725019"/>
                      <a:gd name="connsiteY4-576" fmla="*/ 73572 h 1418896"/>
                      <a:gd name="connsiteX5-577" fmla="*/ 2632585 w 3725019"/>
                      <a:gd name="connsiteY5-578" fmla="*/ 448868 h 1418896"/>
                      <a:gd name="connsiteX6-579" fmla="*/ 2625150 w 3725019"/>
                      <a:gd name="connsiteY6-580" fmla="*/ 902607 h 1418896"/>
                      <a:gd name="connsiteX7-581" fmla="*/ 3725019 w 3725019"/>
                      <a:gd name="connsiteY7-582" fmla="*/ 1345324 h 1418896"/>
                      <a:gd name="connsiteX8-583" fmla="*/ 3441240 w 3725019"/>
                      <a:gd name="connsiteY8-584" fmla="*/ 1408386 h 1418896"/>
                      <a:gd name="connsiteX9-585" fmla="*/ 1864688 w 3725019"/>
                      <a:gd name="connsiteY9-586" fmla="*/ 746234 h 1418896"/>
                      <a:gd name="connsiteX10-587" fmla="*/ 256605 w 3725019"/>
                      <a:gd name="connsiteY10-588" fmla="*/ 1418896 h 1418896"/>
                      <a:gd name="connsiteX11-589" fmla="*/ 0 w 3725019"/>
                      <a:gd name="connsiteY11-590" fmla="*/ 1331097 h 1418896"/>
                      <a:gd name="connsiteX12-591" fmla="*/ 1113454 w 3725019"/>
                      <a:gd name="connsiteY12-592" fmla="*/ 903890 h 1418896"/>
                      <a:gd name="connsiteX13-593" fmla="*/ 1102302 w 3725019"/>
                      <a:gd name="connsiteY13-594" fmla="*/ 451945 h 1418896"/>
                      <a:gd name="connsiteX14-595" fmla="*/ 183032 w 3725019"/>
                      <a:gd name="connsiteY14-596" fmla="*/ 84081 h 1418896"/>
                      <a:gd name="connsiteX15-597" fmla="*/ 162012 w 3725019"/>
                      <a:gd name="connsiteY15-598" fmla="*/ 73572 h 141889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  <a:cxn ang="0">
                        <a:pos x="connsiteX11-23" y="connsiteY11-24"/>
                      </a:cxn>
                      <a:cxn ang="0">
                        <a:pos x="connsiteX12-25" y="connsiteY12-26"/>
                      </a:cxn>
                      <a:cxn ang="0">
                        <a:pos x="connsiteX13-27" y="connsiteY13-28"/>
                      </a:cxn>
                      <a:cxn ang="0">
                        <a:pos x="connsiteX14-29" y="connsiteY14-30"/>
                      </a:cxn>
                      <a:cxn ang="0">
                        <a:pos x="connsiteX15-31" y="connsiteY15-32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</p:grpSp>
      </p:grpSp>
      <p:grpSp>
        <p:nvGrpSpPr>
          <p:cNvPr id="7" name="Group 6"/>
          <p:cNvGrpSpPr/>
          <p:nvPr/>
        </p:nvGrpSpPr>
        <p:grpSpPr>
          <a:xfrm>
            <a:off x="7380480" y="1798646"/>
            <a:ext cx="4322981" cy="3874447"/>
            <a:chOff x="11448552" y="1676017"/>
            <a:chExt cx="4322981" cy="3874447"/>
          </a:xfrm>
        </p:grpSpPr>
        <p:sp>
          <p:nvSpPr>
            <p:cNvPr id="609" name="Oval 608"/>
            <p:cNvSpPr/>
            <p:nvPr/>
          </p:nvSpPr>
          <p:spPr>
            <a:xfrm>
              <a:off x="11548524" y="3627656"/>
              <a:ext cx="1007401" cy="448210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0" name="Oval 609"/>
            <p:cNvSpPr/>
            <p:nvPr/>
          </p:nvSpPr>
          <p:spPr>
            <a:xfrm rot="1622536">
              <a:off x="12634901" y="5270789"/>
              <a:ext cx="887739" cy="161724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3" name="Oval 612"/>
            <p:cNvSpPr/>
            <p:nvPr/>
          </p:nvSpPr>
          <p:spPr>
            <a:xfrm>
              <a:off x="12775958" y="1847944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3" name="Oval 632"/>
            <p:cNvSpPr/>
            <p:nvPr/>
          </p:nvSpPr>
          <p:spPr>
            <a:xfrm>
              <a:off x="12669374" y="4563454"/>
              <a:ext cx="1698836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5" name="Oval 634"/>
            <p:cNvSpPr/>
            <p:nvPr/>
          </p:nvSpPr>
          <p:spPr>
            <a:xfrm>
              <a:off x="12239699" y="4881027"/>
              <a:ext cx="660040" cy="553827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6" name="Oval 635"/>
            <p:cNvSpPr/>
            <p:nvPr/>
          </p:nvSpPr>
          <p:spPr>
            <a:xfrm>
              <a:off x="12638017" y="2106713"/>
              <a:ext cx="503074" cy="24332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7" name="Oval 636"/>
            <p:cNvSpPr/>
            <p:nvPr/>
          </p:nvSpPr>
          <p:spPr>
            <a:xfrm>
              <a:off x="13837524" y="5040395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8" name="Oval 637"/>
            <p:cNvSpPr/>
            <p:nvPr/>
          </p:nvSpPr>
          <p:spPr>
            <a:xfrm rot="2528345">
              <a:off x="12297976" y="2504847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9" name="Oval 638"/>
            <p:cNvSpPr/>
            <p:nvPr/>
          </p:nvSpPr>
          <p:spPr>
            <a:xfrm>
              <a:off x="11972286" y="1972003"/>
              <a:ext cx="612303" cy="754264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1" name="Oval 570"/>
            <p:cNvSpPr/>
            <p:nvPr/>
          </p:nvSpPr>
          <p:spPr>
            <a:xfrm>
              <a:off x="11792971" y="1676017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2" name="Oval 571"/>
            <p:cNvSpPr/>
            <p:nvPr/>
          </p:nvSpPr>
          <p:spPr>
            <a:xfrm>
              <a:off x="11448552" y="2167072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5" name="Oval 574"/>
            <p:cNvSpPr/>
            <p:nvPr/>
          </p:nvSpPr>
          <p:spPr>
            <a:xfrm>
              <a:off x="11807613" y="3089587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6" name="Oval 575"/>
            <p:cNvSpPr/>
            <p:nvPr/>
          </p:nvSpPr>
          <p:spPr>
            <a:xfrm>
              <a:off x="11461856" y="3203435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0" name="Oval 639"/>
            <p:cNvSpPr/>
            <p:nvPr/>
          </p:nvSpPr>
          <p:spPr>
            <a:xfrm>
              <a:off x="14880961" y="3246013"/>
              <a:ext cx="81304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1" name="Oval 640"/>
            <p:cNvSpPr/>
            <p:nvPr/>
          </p:nvSpPr>
          <p:spPr>
            <a:xfrm>
              <a:off x="14958490" y="4026029"/>
              <a:ext cx="81304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42" name="Content Placeholder 2"/>
          <p:cNvSpPr>
            <a:spLocks noGrp="1"/>
          </p:cNvSpPr>
          <p:nvPr>
            <p:ph sz="half" idx="1"/>
          </p:nvPr>
        </p:nvSpPr>
        <p:spPr>
          <a:xfrm>
            <a:off x="839285" y="1424002"/>
            <a:ext cx="5823897" cy="2635217"/>
          </a:xfrm>
        </p:spPr>
        <p:txBody>
          <a:bodyPr>
            <a:normAutofit/>
          </a:bodyPr>
          <a:lstStyle/>
          <a:p>
            <a:pPr>
              <a:spcBef>
                <a:spcPts val="600"/>
              </a:spcBef>
              <a:buNone/>
            </a:pPr>
            <a:r>
              <a:rPr lang="en-US" altLang="en-US" sz="3200" i="1" dirty="0">
                <a:solidFill>
                  <a:srgbClr val="CC0000"/>
                </a:solidFill>
                <a:ea typeface="MS PGothic" panose="020B0600070205080204" pitchFamily="34" charset="-128"/>
              </a:rPr>
              <a:t>问：如何把端系统连接到边缘路由器？</a:t>
            </a:r>
            <a:endParaRPr lang="en-US" altLang="en-US" sz="3200" i="1" dirty="0">
              <a:solidFill>
                <a:srgbClr val="CC0000"/>
              </a:solidFill>
              <a:ea typeface="MS PGothic" panose="020B0600070205080204" pitchFamily="34" charset="-128"/>
            </a:endParaRPr>
          </a:p>
          <a:p>
            <a:pPr>
              <a:spcBef>
                <a:spcPts val="600"/>
              </a:spcBef>
              <a:buSzPct val="75000"/>
            </a:pPr>
            <a:r>
              <a:rPr lang="en-US" altLang="en-US" sz="2400" dirty="0">
                <a:ea typeface="MS PGothic" panose="020B0600070205080204" pitchFamily="34" charset="-128"/>
              </a:rPr>
              <a:t>住宅接入网</a:t>
            </a:r>
            <a:endParaRPr lang="en-US" altLang="en-US" sz="2400" dirty="0">
              <a:ea typeface="MS PGothic" panose="020B0600070205080204" pitchFamily="34" charset="-128"/>
            </a:endParaRPr>
          </a:p>
          <a:p>
            <a:pPr>
              <a:spcBef>
                <a:spcPts val="600"/>
              </a:spcBef>
              <a:buSzPct val="75000"/>
            </a:pPr>
            <a:r>
              <a:rPr lang="en-US" altLang="en-US" sz="2400" dirty="0">
                <a:ea typeface="MS PGothic" panose="020B0600070205080204" pitchFamily="34" charset="-128"/>
              </a:rPr>
              <a:t>机构接入网（学校、公司）</a:t>
            </a:r>
            <a:endParaRPr lang="en-US" altLang="en-US" sz="2400" dirty="0">
              <a:ea typeface="MS PGothic" panose="020B0600070205080204" pitchFamily="34" charset="-128"/>
            </a:endParaRPr>
          </a:p>
          <a:p>
            <a:pPr>
              <a:spcBef>
                <a:spcPts val="600"/>
              </a:spcBef>
              <a:spcAft>
                <a:spcPct val="30000"/>
              </a:spcAft>
              <a:buSzPct val="75000"/>
            </a:pPr>
            <a:r>
              <a:rPr lang="en-US" altLang="en-US" sz="2400" dirty="0">
                <a:ea typeface="MS PGothic" panose="020B0600070205080204" pitchFamily="34" charset="-128"/>
              </a:rPr>
              <a:t>移动接入网（WiFi、4G/5G）</a:t>
            </a:r>
            <a:endParaRPr lang="en-US" altLang="en-US" sz="2400" dirty="0">
              <a:solidFill>
                <a:srgbClr val="FF0000"/>
              </a:solidFill>
              <a:ea typeface="MS PGothic" panose="020B0600070205080204" pitchFamily="34" charset="-128"/>
            </a:endParaRPr>
          </a:p>
          <a:p>
            <a:pPr marL="174625" indent="0">
              <a:buSzPct val="75000"/>
              <a:buNone/>
            </a:pPr>
            <a:endParaRPr lang="en-US" altLang="en-US" dirty="0"/>
          </a:p>
          <a:p>
            <a:endParaRPr lang="en-US" dirty="0"/>
          </a:p>
        </p:txBody>
      </p:sp>
      <p:sp>
        <p:nvSpPr>
          <p:cNvPr id="49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引言：1-</a:t>
            </a:r>
            <a:fld id="{C4204591-24BD-A542-B9D5-F8D8A88D2FEE}" type="slidenum">
              <a:rPr lang="en-US" smtClean="0"/>
            </a:fld>
            <a:endParaRPr lang="en-US" dirty="0"/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48710" y="27314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800" b="0" dirty="0">
                <a:ea typeface="MS PGothic" panose="020B0600070205080204" pitchFamily="34" charset="-128"/>
              </a:rPr>
              <a:t>接入网：基于有线电视电缆的接入</a:t>
            </a:r>
            <a:endParaRPr lang="en-US" sz="4800" b="0" dirty="0"/>
          </a:p>
        </p:txBody>
      </p:sp>
      <p:sp>
        <p:nvSpPr>
          <p:cNvPr id="611" name="Rectangle 60"/>
          <p:cNvSpPr>
            <a:spLocks noChangeArrowheads="1"/>
          </p:cNvSpPr>
          <p:nvPr/>
        </p:nvSpPr>
        <p:spPr bwMode="auto">
          <a:xfrm>
            <a:off x="2097142" y="1686498"/>
            <a:ext cx="1793875" cy="925513"/>
          </a:xfrm>
          <a:prstGeom prst="rect">
            <a:avLst/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612" name="Line 7"/>
          <p:cNvSpPr>
            <a:spLocks noChangeShapeType="1"/>
          </p:cNvSpPr>
          <p:nvPr/>
        </p:nvSpPr>
        <p:spPr bwMode="auto">
          <a:xfrm flipV="1">
            <a:off x="2398767" y="2237361"/>
            <a:ext cx="365125" cy="1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14" name="Text Box 39"/>
          <p:cNvSpPr txBox="1">
            <a:spLocks noChangeArrowheads="1"/>
          </p:cNvSpPr>
          <p:nvPr/>
        </p:nvSpPr>
        <p:spPr bwMode="auto">
          <a:xfrm>
            <a:off x="2560692" y="2388173"/>
            <a:ext cx="774700" cy="431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电缆</a:t>
            </a:r>
            <a:endParaRPr kumimoji="0" lang="en-US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调制解调器</a:t>
            </a:r>
            <a:endParaRPr kumimoji="0" lang="en-US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631" name="Text Box 41"/>
          <p:cNvSpPr txBox="1">
            <a:spLocks noChangeArrowheads="1"/>
          </p:cNvSpPr>
          <p:nvPr/>
        </p:nvSpPr>
        <p:spPr bwMode="auto">
          <a:xfrm>
            <a:off x="3227442" y="2389761"/>
            <a:ext cx="706438" cy="261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分离器</a:t>
            </a:r>
            <a:endParaRPr kumimoji="0" lang="en-US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</p:txBody>
      </p:sp>
      <p:grpSp>
        <p:nvGrpSpPr>
          <p:cNvPr id="632" name="Group 64"/>
          <p:cNvGrpSpPr/>
          <p:nvPr/>
        </p:nvGrpSpPr>
        <p:grpSpPr bwMode="auto">
          <a:xfrm>
            <a:off x="2744842" y="2113536"/>
            <a:ext cx="614363" cy="220662"/>
            <a:chOff x="322" y="890"/>
            <a:chExt cx="872" cy="339"/>
          </a:xfrm>
        </p:grpSpPr>
        <p:sp>
          <p:nvSpPr>
            <p:cNvPr id="634" name="Rectangle 65"/>
            <p:cNvSpPr>
              <a:spLocks noChangeArrowheads="1"/>
            </p:cNvSpPr>
            <p:nvPr/>
          </p:nvSpPr>
          <p:spPr bwMode="auto">
            <a:xfrm>
              <a:off x="322" y="1005"/>
              <a:ext cx="872" cy="224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3" name="Rectangle 66"/>
            <p:cNvSpPr>
              <a:spLocks noChangeArrowheads="1"/>
            </p:cNvSpPr>
            <p:nvPr/>
          </p:nvSpPr>
          <p:spPr bwMode="auto">
            <a:xfrm>
              <a:off x="394" y="1073"/>
              <a:ext cx="54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4" name="Rectangle 67"/>
            <p:cNvSpPr>
              <a:spLocks noChangeArrowheads="1"/>
            </p:cNvSpPr>
            <p:nvPr/>
          </p:nvSpPr>
          <p:spPr bwMode="auto">
            <a:xfrm>
              <a:off x="466" y="1073"/>
              <a:ext cx="56" cy="56"/>
            </a:xfrm>
            <a:prstGeom prst="rect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5" name="Rectangle 68"/>
            <p:cNvSpPr>
              <a:spLocks noChangeArrowheads="1"/>
            </p:cNvSpPr>
            <p:nvPr/>
          </p:nvSpPr>
          <p:spPr bwMode="auto">
            <a:xfrm>
              <a:off x="541" y="1070"/>
              <a:ext cx="56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6" name="Rectangle 69"/>
            <p:cNvSpPr>
              <a:spLocks noChangeArrowheads="1"/>
            </p:cNvSpPr>
            <p:nvPr/>
          </p:nvSpPr>
          <p:spPr bwMode="auto">
            <a:xfrm>
              <a:off x="615" y="1070"/>
              <a:ext cx="56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7" name="AutoShape 70"/>
            <p:cNvSpPr>
              <a:spLocks noChangeArrowheads="1"/>
            </p:cNvSpPr>
            <p:nvPr/>
          </p:nvSpPr>
          <p:spPr bwMode="auto">
            <a:xfrm rot="10800000" flipH="1">
              <a:off x="322" y="890"/>
              <a:ext cx="859" cy="110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4501 w 21600"/>
                <a:gd name="T13" fmla="*/ 4516 h 21600"/>
                <a:gd name="T14" fmla="*/ 17099 w 21600"/>
                <a:gd name="T15" fmla="*/ 17084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0" y="0"/>
                  </a:moveTo>
                  <a:lnTo>
                    <a:pt x="5400" y="21600"/>
                  </a:lnTo>
                  <a:lnTo>
                    <a:pt x="16200" y="21600"/>
                  </a:lnTo>
                  <a:lnTo>
                    <a:pt x="216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48" name="AutoShape 72"/>
          <p:cNvSpPr>
            <a:spLocks noChangeArrowheads="1"/>
          </p:cNvSpPr>
          <p:nvPr/>
        </p:nvSpPr>
        <p:spPr bwMode="auto">
          <a:xfrm>
            <a:off x="1859017" y="1275336"/>
            <a:ext cx="2268538" cy="468312"/>
          </a:xfrm>
          <a:prstGeom prst="triangle">
            <a:avLst>
              <a:gd name="adj" fmla="val 50000"/>
            </a:avLst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649" name="Rectangle 73"/>
          <p:cNvSpPr>
            <a:spLocks noChangeArrowheads="1"/>
          </p:cNvSpPr>
          <p:nvPr/>
        </p:nvSpPr>
        <p:spPr bwMode="auto">
          <a:xfrm>
            <a:off x="3475092" y="2175448"/>
            <a:ext cx="166688" cy="144463"/>
          </a:xfrm>
          <a:prstGeom prst="rect">
            <a:avLst/>
          </a:prstGeom>
          <a:solidFill>
            <a:srgbClr val="000099"/>
          </a:solidFill>
          <a:ln w="9525">
            <a:solidFill>
              <a:schemeClr val="tx1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650" name="Freeform 74"/>
          <p:cNvSpPr/>
          <p:nvPr/>
        </p:nvSpPr>
        <p:spPr bwMode="auto">
          <a:xfrm>
            <a:off x="3084567" y="1730948"/>
            <a:ext cx="479425" cy="434975"/>
          </a:xfrm>
          <a:custGeom>
            <a:avLst/>
            <a:gdLst>
              <a:gd name="T0" fmla="*/ 2147483647 w 381"/>
              <a:gd name="T1" fmla="*/ 2147483647 h 274"/>
              <a:gd name="T2" fmla="*/ 2147483647 w 381"/>
              <a:gd name="T3" fmla="*/ 2147483647 h 274"/>
              <a:gd name="T4" fmla="*/ 0 w 381"/>
              <a:gd name="T5" fmla="*/ 0 h 274"/>
              <a:gd name="T6" fmla="*/ 0 60000 65536"/>
              <a:gd name="T7" fmla="*/ 0 60000 65536"/>
              <a:gd name="T8" fmla="*/ 0 60000 65536"/>
              <a:gd name="T9" fmla="*/ 0 w 381"/>
              <a:gd name="T10" fmla="*/ 0 h 274"/>
              <a:gd name="T11" fmla="*/ 381 w 381"/>
              <a:gd name="T12" fmla="*/ 274 h 27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81" h="274">
                <a:moveTo>
                  <a:pt x="381" y="274"/>
                </a:moveTo>
                <a:lnTo>
                  <a:pt x="381" y="130"/>
                </a:lnTo>
                <a:lnTo>
                  <a:pt x="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1" name="Line 95"/>
          <p:cNvSpPr>
            <a:spLocks noChangeShapeType="1"/>
          </p:cNvSpPr>
          <p:nvPr/>
        </p:nvSpPr>
        <p:spPr bwMode="auto">
          <a:xfrm flipH="1">
            <a:off x="3383017" y="2237361"/>
            <a:ext cx="23971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652" name="Picture 96" descr="tv"/>
          <p:cNvPicPr>
            <a:picLocks noChangeAspect="1" noChangeArrowheads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40067" y="1391223"/>
            <a:ext cx="755650" cy="6746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654" name="Group 117"/>
          <p:cNvGrpSpPr/>
          <p:nvPr/>
        </p:nvGrpSpPr>
        <p:grpSpPr bwMode="auto">
          <a:xfrm>
            <a:off x="4116442" y="1505523"/>
            <a:ext cx="850900" cy="527050"/>
            <a:chOff x="-490" y="1664"/>
            <a:chExt cx="1429" cy="842"/>
          </a:xfrm>
        </p:grpSpPr>
        <p:sp>
          <p:nvSpPr>
            <p:cNvPr id="656" name="AutoShape 111"/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grpSp>
          <p:nvGrpSpPr>
            <p:cNvPr id="659" name="Group 116"/>
            <p:cNvGrpSpPr/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660" name="Rectangle 99"/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661" name="Line 7"/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662" name="Group 103"/>
              <p:cNvGrpSpPr/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668" name="Rectangle 104"/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69" name="Rectangle 105"/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70" name="Rectangle 106"/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71" name="Rectangle 107"/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72" name="Rectangle 108"/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73" name="AutoShape 109"/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663" name="Picture 110" descr="desktop_computer_stylized_small"/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64" name="Rectangle 112"/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665" name="Freeform 113"/>
              <p:cNvSpPr/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6" name="Line 114"/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667" name="Picture 115" descr="tv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674" name="Group 118"/>
          <p:cNvGrpSpPr/>
          <p:nvPr/>
        </p:nvGrpSpPr>
        <p:grpSpPr bwMode="auto">
          <a:xfrm>
            <a:off x="5018142" y="1499173"/>
            <a:ext cx="850900" cy="527050"/>
            <a:chOff x="-490" y="1664"/>
            <a:chExt cx="1429" cy="842"/>
          </a:xfrm>
        </p:grpSpPr>
        <p:sp>
          <p:nvSpPr>
            <p:cNvPr id="675" name="AutoShape 119"/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grpSp>
          <p:nvGrpSpPr>
            <p:cNvPr id="676" name="Group 120"/>
            <p:cNvGrpSpPr/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677" name="Rectangle 121"/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678" name="Line 7"/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679" name="Group 123"/>
              <p:cNvGrpSpPr/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685" name="Rectangle 124"/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86" name="Rectangle 125"/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87" name="Rectangle 126"/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88" name="Rectangle 127"/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89" name="Rectangle 128"/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90" name="AutoShape 129"/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680" name="Picture 130" descr="desktop_computer_stylized_small"/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81" name="Rectangle 131"/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682" name="Freeform 132"/>
              <p:cNvSpPr/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83" name="Line 133"/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684" name="Picture 134" descr="tv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691" name="Group 135"/>
          <p:cNvGrpSpPr/>
          <p:nvPr/>
        </p:nvGrpSpPr>
        <p:grpSpPr bwMode="auto">
          <a:xfrm>
            <a:off x="4203755" y="2345311"/>
            <a:ext cx="850900" cy="527050"/>
            <a:chOff x="-490" y="1664"/>
            <a:chExt cx="1429" cy="842"/>
          </a:xfrm>
        </p:grpSpPr>
        <p:sp>
          <p:nvSpPr>
            <p:cNvPr id="692" name="AutoShape 136"/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grpSp>
          <p:nvGrpSpPr>
            <p:cNvPr id="693" name="Group 137"/>
            <p:cNvGrpSpPr/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694" name="Rectangle 138"/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695" name="Line 7"/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696" name="Group 140"/>
              <p:cNvGrpSpPr/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702" name="Rectangle 141"/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03" name="Rectangle 142"/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04" name="Rectangle 143"/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05" name="Rectangle 144"/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06" name="Rectangle 145"/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07" name="AutoShape 146"/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697" name="Picture 147" descr="desktop_computer_stylized_small"/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98" name="Rectangle 148"/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699" name="Freeform 149"/>
              <p:cNvSpPr/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00" name="Line 150"/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701" name="Picture 151" descr="tv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708" name="Group 152"/>
          <p:cNvGrpSpPr/>
          <p:nvPr/>
        </p:nvGrpSpPr>
        <p:grpSpPr bwMode="auto">
          <a:xfrm>
            <a:off x="5070530" y="2354836"/>
            <a:ext cx="850900" cy="527050"/>
            <a:chOff x="-490" y="1664"/>
            <a:chExt cx="1429" cy="842"/>
          </a:xfrm>
        </p:grpSpPr>
        <p:sp>
          <p:nvSpPr>
            <p:cNvPr id="709" name="AutoShape 153"/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grpSp>
          <p:nvGrpSpPr>
            <p:cNvPr id="710" name="Group 154"/>
            <p:cNvGrpSpPr/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711" name="Rectangle 155"/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712" name="Line 7"/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713" name="Group 157"/>
              <p:cNvGrpSpPr/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719" name="Rectangle 158"/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20" name="Rectangle 159"/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21" name="Rectangle 160"/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22" name="Rectangle 161"/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23" name="Rectangle 162"/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24" name="AutoShape 163"/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714" name="Picture 164" descr="desktop_computer_stylized_small"/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15" name="Rectangle 165"/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716" name="Freeform 166"/>
              <p:cNvSpPr/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17" name="Line 167"/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718" name="Picture 168" descr="tv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sp>
        <p:nvSpPr>
          <p:cNvPr id="725" name="Line 169"/>
          <p:cNvSpPr>
            <a:spLocks noChangeShapeType="1"/>
          </p:cNvSpPr>
          <p:nvPr/>
        </p:nvSpPr>
        <p:spPr bwMode="auto">
          <a:xfrm>
            <a:off x="3657655" y="2248473"/>
            <a:ext cx="3690937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726" name="Group 170"/>
          <p:cNvGrpSpPr/>
          <p:nvPr/>
        </p:nvGrpSpPr>
        <p:grpSpPr bwMode="auto">
          <a:xfrm>
            <a:off x="6159555" y="1507111"/>
            <a:ext cx="850900" cy="527050"/>
            <a:chOff x="-490" y="1664"/>
            <a:chExt cx="1429" cy="842"/>
          </a:xfrm>
        </p:grpSpPr>
        <p:sp>
          <p:nvSpPr>
            <p:cNvPr id="727" name="AutoShape 171"/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grpSp>
          <p:nvGrpSpPr>
            <p:cNvPr id="728" name="Group 172"/>
            <p:cNvGrpSpPr/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729" name="Rectangle 173"/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730" name="Line 7"/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731" name="Group 175"/>
              <p:cNvGrpSpPr/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737" name="Rectangle 176"/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38" name="Rectangle 177"/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39" name="Rectangle 178"/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40" name="Rectangle 179"/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41" name="Rectangle 180"/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42" name="AutoShape 181"/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732" name="Picture 182" descr="desktop_computer_stylized_small"/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33" name="Rectangle 183"/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734" name="Freeform 184"/>
              <p:cNvSpPr/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35" name="Line 185"/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736" name="Picture 186" descr="tv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sp>
        <p:nvSpPr>
          <p:cNvPr id="743" name="Text Box 204"/>
          <p:cNvSpPr txBox="1">
            <a:spLocks noChangeArrowheads="1"/>
          </p:cNvSpPr>
          <p:nvPr/>
        </p:nvSpPr>
        <p:spPr bwMode="auto">
          <a:xfrm>
            <a:off x="5770617" y="1576961"/>
            <a:ext cx="4889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969696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rPr>
              <a:t>…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969696"/>
              </a:solidFill>
              <a:effectLst/>
              <a:uLnTx/>
              <a:uFillTx/>
              <a:latin typeface="Times New Roman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744" name="Line 205"/>
          <p:cNvSpPr>
            <a:spLocks noChangeShapeType="1"/>
          </p:cNvSpPr>
          <p:nvPr/>
        </p:nvSpPr>
        <p:spPr bwMode="auto">
          <a:xfrm flipH="1">
            <a:off x="4751442" y="1918273"/>
            <a:ext cx="3175" cy="3333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5" name="Line 206"/>
          <p:cNvSpPr>
            <a:spLocks noChangeShapeType="1"/>
          </p:cNvSpPr>
          <p:nvPr/>
        </p:nvSpPr>
        <p:spPr bwMode="auto">
          <a:xfrm flipH="1">
            <a:off x="5656317" y="1918273"/>
            <a:ext cx="3175" cy="3333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6" name="Line 207"/>
          <p:cNvSpPr>
            <a:spLocks noChangeShapeType="1"/>
          </p:cNvSpPr>
          <p:nvPr/>
        </p:nvSpPr>
        <p:spPr bwMode="auto">
          <a:xfrm flipH="1">
            <a:off x="6792967" y="1918273"/>
            <a:ext cx="3175" cy="3333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7" name="Freeform 208"/>
          <p:cNvSpPr/>
          <p:nvPr/>
        </p:nvSpPr>
        <p:spPr bwMode="auto">
          <a:xfrm>
            <a:off x="5742042" y="2254823"/>
            <a:ext cx="127000" cy="476250"/>
          </a:xfrm>
          <a:custGeom>
            <a:avLst/>
            <a:gdLst>
              <a:gd name="T0" fmla="*/ 0 w 80"/>
              <a:gd name="T1" fmla="*/ 2147483647 h 300"/>
              <a:gd name="T2" fmla="*/ 2147483647 w 80"/>
              <a:gd name="T3" fmla="*/ 2147483647 h 300"/>
              <a:gd name="T4" fmla="*/ 2147483647 w 80"/>
              <a:gd name="T5" fmla="*/ 0 h 300"/>
              <a:gd name="T6" fmla="*/ 0 60000 65536"/>
              <a:gd name="T7" fmla="*/ 0 60000 65536"/>
              <a:gd name="T8" fmla="*/ 0 60000 65536"/>
              <a:gd name="T9" fmla="*/ 0 w 80"/>
              <a:gd name="T10" fmla="*/ 0 h 300"/>
              <a:gd name="T11" fmla="*/ 80 w 80"/>
              <a:gd name="T12" fmla="*/ 300 h 3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80" h="300">
                <a:moveTo>
                  <a:pt x="0" y="300"/>
                </a:moveTo>
                <a:lnTo>
                  <a:pt x="80" y="300"/>
                </a:lnTo>
                <a:lnTo>
                  <a:pt x="8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8" name="Freeform 209"/>
          <p:cNvSpPr/>
          <p:nvPr/>
        </p:nvSpPr>
        <p:spPr bwMode="auto">
          <a:xfrm>
            <a:off x="4875267" y="2248473"/>
            <a:ext cx="127000" cy="476250"/>
          </a:xfrm>
          <a:custGeom>
            <a:avLst/>
            <a:gdLst>
              <a:gd name="T0" fmla="*/ 0 w 80"/>
              <a:gd name="T1" fmla="*/ 2147483647 h 300"/>
              <a:gd name="T2" fmla="*/ 2147483647 w 80"/>
              <a:gd name="T3" fmla="*/ 2147483647 h 300"/>
              <a:gd name="T4" fmla="*/ 2147483647 w 80"/>
              <a:gd name="T5" fmla="*/ 0 h 300"/>
              <a:gd name="T6" fmla="*/ 0 60000 65536"/>
              <a:gd name="T7" fmla="*/ 0 60000 65536"/>
              <a:gd name="T8" fmla="*/ 0 60000 65536"/>
              <a:gd name="T9" fmla="*/ 0 w 80"/>
              <a:gd name="T10" fmla="*/ 0 h 300"/>
              <a:gd name="T11" fmla="*/ 80 w 80"/>
              <a:gd name="T12" fmla="*/ 300 h 3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80" h="300">
                <a:moveTo>
                  <a:pt x="0" y="300"/>
                </a:moveTo>
                <a:lnTo>
                  <a:pt x="80" y="300"/>
                </a:lnTo>
                <a:lnTo>
                  <a:pt x="8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9" name="Rectangle 44"/>
          <p:cNvSpPr>
            <a:spLocks noChangeArrowheads="1"/>
          </p:cNvSpPr>
          <p:nvPr/>
        </p:nvSpPr>
        <p:spPr bwMode="auto">
          <a:xfrm>
            <a:off x="7086655" y="1823023"/>
            <a:ext cx="955675" cy="700088"/>
          </a:xfrm>
          <a:prstGeom prst="rect">
            <a:avLst/>
          </a:prstGeom>
          <a:noFill/>
          <a:ln w="9525">
            <a:solidFill>
              <a:schemeClr val="tx1"/>
            </a:solidFill>
            <a:prstDash val="dashDot"/>
            <a:miter lim="800000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750" name="Text Box 45"/>
          <p:cNvSpPr txBox="1">
            <a:spLocks noChangeArrowheads="1"/>
          </p:cNvSpPr>
          <p:nvPr/>
        </p:nvSpPr>
        <p:spPr bwMode="auto">
          <a:xfrm>
            <a:off x="6597705" y="1286448"/>
            <a:ext cx="1925637" cy="2968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有线电视前端</a:t>
            </a:r>
            <a:endParaRPr kumimoji="0" lang="en-US" alt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751" name="Freeform 216"/>
          <p:cNvSpPr/>
          <p:nvPr/>
        </p:nvSpPr>
        <p:spPr bwMode="auto">
          <a:xfrm>
            <a:off x="7343830" y="2005586"/>
            <a:ext cx="330200" cy="454025"/>
          </a:xfrm>
          <a:custGeom>
            <a:avLst/>
            <a:gdLst>
              <a:gd name="T0" fmla="*/ 0 w 318"/>
              <a:gd name="T1" fmla="*/ 2147483647 h 412"/>
              <a:gd name="T2" fmla="*/ 2147483647 w 318"/>
              <a:gd name="T3" fmla="*/ 2147483647 h 412"/>
              <a:gd name="T4" fmla="*/ 2147483647 w 318"/>
              <a:gd name="T5" fmla="*/ 0 h 412"/>
              <a:gd name="T6" fmla="*/ 2147483647 w 318"/>
              <a:gd name="T7" fmla="*/ 2147483647 h 412"/>
              <a:gd name="T8" fmla="*/ 2147483647 w 318"/>
              <a:gd name="T9" fmla="*/ 2147483647 h 412"/>
              <a:gd name="T10" fmla="*/ 2147483647 w 318"/>
              <a:gd name="T11" fmla="*/ 2147483647 h 412"/>
              <a:gd name="T12" fmla="*/ 2147483647 w 318"/>
              <a:gd name="T13" fmla="*/ 2147483647 h 412"/>
              <a:gd name="T14" fmla="*/ 2147483647 w 318"/>
              <a:gd name="T15" fmla="*/ 2147483647 h 412"/>
              <a:gd name="T16" fmla="*/ 0 w 318"/>
              <a:gd name="T17" fmla="*/ 2147483647 h 412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318"/>
              <a:gd name="T28" fmla="*/ 0 h 412"/>
              <a:gd name="T29" fmla="*/ 318 w 318"/>
              <a:gd name="T30" fmla="*/ 412 h 412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318" h="412">
                <a:moveTo>
                  <a:pt x="0" y="412"/>
                </a:moveTo>
                <a:lnTo>
                  <a:pt x="3" y="1"/>
                </a:lnTo>
                <a:lnTo>
                  <a:pt x="74" y="0"/>
                </a:lnTo>
                <a:lnTo>
                  <a:pt x="254" y="111"/>
                </a:lnTo>
                <a:lnTo>
                  <a:pt x="318" y="115"/>
                </a:lnTo>
                <a:lnTo>
                  <a:pt x="318" y="308"/>
                </a:lnTo>
                <a:lnTo>
                  <a:pt x="246" y="308"/>
                </a:lnTo>
                <a:lnTo>
                  <a:pt x="74" y="412"/>
                </a:lnTo>
                <a:lnTo>
                  <a:pt x="0" y="412"/>
                </a:lnTo>
                <a:close/>
              </a:path>
            </a:pathLst>
          </a:custGeom>
          <a:gradFill rotWithShape="1">
            <a:gsLst>
              <a:gs pos="0">
                <a:schemeClr val="bg1"/>
              </a:gs>
              <a:gs pos="100000">
                <a:schemeClr val="accent1">
                  <a:lumMod val="60000"/>
                  <a:lumOff val="40000"/>
                </a:schemeClr>
              </a:gs>
            </a:gsLst>
            <a:lin ang="0" scaled="1"/>
          </a:gradFill>
          <a:ln w="9525">
            <a:solidFill>
              <a:schemeClr val="tx1"/>
            </a:solidFill>
            <a:rou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2" name="Freeform 217"/>
          <p:cNvSpPr/>
          <p:nvPr/>
        </p:nvSpPr>
        <p:spPr bwMode="auto">
          <a:xfrm>
            <a:off x="7345417" y="1940498"/>
            <a:ext cx="366713" cy="406400"/>
          </a:xfrm>
          <a:custGeom>
            <a:avLst/>
            <a:gdLst>
              <a:gd name="T0" fmla="*/ 0 w 353"/>
              <a:gd name="T1" fmla="*/ 2147483647 h 369"/>
              <a:gd name="T2" fmla="*/ 2147483647 w 353"/>
              <a:gd name="T3" fmla="*/ 0 h 369"/>
              <a:gd name="T4" fmla="*/ 2147483647 w 353"/>
              <a:gd name="T5" fmla="*/ 0 h 369"/>
              <a:gd name="T6" fmla="*/ 2147483647 w 353"/>
              <a:gd name="T7" fmla="*/ 2147483647 h 369"/>
              <a:gd name="T8" fmla="*/ 2147483647 w 353"/>
              <a:gd name="T9" fmla="*/ 2147483647 h 369"/>
              <a:gd name="T10" fmla="*/ 2147483647 w 353"/>
              <a:gd name="T11" fmla="*/ 2147483647 h 369"/>
              <a:gd name="T12" fmla="*/ 2147483647 w 353"/>
              <a:gd name="T13" fmla="*/ 2147483647 h 369"/>
              <a:gd name="T14" fmla="*/ 2147483647 w 353"/>
              <a:gd name="T15" fmla="*/ 2147483647 h 369"/>
              <a:gd name="T16" fmla="*/ 2147483647 w 353"/>
              <a:gd name="T17" fmla="*/ 2147483647 h 369"/>
              <a:gd name="T18" fmla="*/ 2147483647 w 353"/>
              <a:gd name="T19" fmla="*/ 2147483647 h 369"/>
              <a:gd name="T20" fmla="*/ 0 w 353"/>
              <a:gd name="T21" fmla="*/ 2147483647 h 369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353"/>
              <a:gd name="T34" fmla="*/ 0 h 369"/>
              <a:gd name="T35" fmla="*/ 353 w 353"/>
              <a:gd name="T36" fmla="*/ 369 h 369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353" h="369">
                <a:moveTo>
                  <a:pt x="0" y="59"/>
                </a:moveTo>
                <a:lnTo>
                  <a:pt x="32" y="0"/>
                </a:lnTo>
                <a:lnTo>
                  <a:pt x="105" y="0"/>
                </a:lnTo>
                <a:lnTo>
                  <a:pt x="276" y="113"/>
                </a:lnTo>
                <a:lnTo>
                  <a:pt x="353" y="113"/>
                </a:lnTo>
                <a:lnTo>
                  <a:pt x="353" y="315"/>
                </a:lnTo>
                <a:lnTo>
                  <a:pt x="318" y="369"/>
                </a:lnTo>
                <a:lnTo>
                  <a:pt x="315" y="173"/>
                </a:lnTo>
                <a:lnTo>
                  <a:pt x="254" y="173"/>
                </a:lnTo>
                <a:lnTo>
                  <a:pt x="75" y="60"/>
                </a:lnTo>
                <a:lnTo>
                  <a:pt x="0" y="59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 w="9525">
            <a:solidFill>
              <a:schemeClr val="tx1"/>
            </a:solidFill>
            <a:rou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3" name="Line 218"/>
          <p:cNvSpPr>
            <a:spLocks noChangeShapeType="1"/>
          </p:cNvSpPr>
          <p:nvPr/>
        </p:nvSpPr>
        <p:spPr bwMode="auto">
          <a:xfrm flipH="1">
            <a:off x="7670855" y="2064323"/>
            <a:ext cx="34925" cy="682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4" name="Line 219"/>
          <p:cNvSpPr>
            <a:spLocks noChangeShapeType="1"/>
          </p:cNvSpPr>
          <p:nvPr/>
        </p:nvSpPr>
        <p:spPr bwMode="auto">
          <a:xfrm>
            <a:off x="7372405" y="2235773"/>
            <a:ext cx="2682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5" name="Freeform 220"/>
          <p:cNvSpPr/>
          <p:nvPr/>
        </p:nvSpPr>
        <p:spPr bwMode="auto">
          <a:xfrm>
            <a:off x="7366055" y="2059561"/>
            <a:ext cx="274637" cy="115887"/>
          </a:xfrm>
          <a:custGeom>
            <a:avLst/>
            <a:gdLst>
              <a:gd name="T0" fmla="*/ 0 w 264"/>
              <a:gd name="T1" fmla="*/ 0 h 105"/>
              <a:gd name="T2" fmla="*/ 2147483647 w 264"/>
              <a:gd name="T3" fmla="*/ 0 h 105"/>
              <a:gd name="T4" fmla="*/ 2147483647 w 264"/>
              <a:gd name="T5" fmla="*/ 2147483647 h 105"/>
              <a:gd name="T6" fmla="*/ 2147483647 w 264"/>
              <a:gd name="T7" fmla="*/ 2147483647 h 105"/>
              <a:gd name="T8" fmla="*/ 0 60000 65536"/>
              <a:gd name="T9" fmla="*/ 0 60000 65536"/>
              <a:gd name="T10" fmla="*/ 0 60000 65536"/>
              <a:gd name="T11" fmla="*/ 0 60000 65536"/>
              <a:gd name="T12" fmla="*/ 0 w 264"/>
              <a:gd name="T13" fmla="*/ 0 h 105"/>
              <a:gd name="T14" fmla="*/ 264 w 264"/>
              <a:gd name="T15" fmla="*/ 105 h 105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64" h="105">
                <a:moveTo>
                  <a:pt x="0" y="0"/>
                </a:moveTo>
                <a:lnTo>
                  <a:pt x="52" y="0"/>
                </a:lnTo>
                <a:lnTo>
                  <a:pt x="207" y="105"/>
                </a:lnTo>
                <a:lnTo>
                  <a:pt x="264" y="105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6" name="Freeform 221"/>
          <p:cNvSpPr/>
          <p:nvPr/>
        </p:nvSpPr>
        <p:spPr bwMode="auto">
          <a:xfrm flipV="1">
            <a:off x="7366055" y="2296098"/>
            <a:ext cx="274637" cy="114300"/>
          </a:xfrm>
          <a:custGeom>
            <a:avLst/>
            <a:gdLst>
              <a:gd name="T0" fmla="*/ 0 w 264"/>
              <a:gd name="T1" fmla="*/ 0 h 105"/>
              <a:gd name="T2" fmla="*/ 2147483647 w 264"/>
              <a:gd name="T3" fmla="*/ 0 h 105"/>
              <a:gd name="T4" fmla="*/ 2147483647 w 264"/>
              <a:gd name="T5" fmla="*/ 2147483647 h 105"/>
              <a:gd name="T6" fmla="*/ 2147483647 w 264"/>
              <a:gd name="T7" fmla="*/ 2147483647 h 105"/>
              <a:gd name="T8" fmla="*/ 0 60000 65536"/>
              <a:gd name="T9" fmla="*/ 0 60000 65536"/>
              <a:gd name="T10" fmla="*/ 0 60000 65536"/>
              <a:gd name="T11" fmla="*/ 0 60000 65536"/>
              <a:gd name="T12" fmla="*/ 0 w 264"/>
              <a:gd name="T13" fmla="*/ 0 h 105"/>
              <a:gd name="T14" fmla="*/ 264 w 264"/>
              <a:gd name="T15" fmla="*/ 105 h 105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64" h="105">
                <a:moveTo>
                  <a:pt x="0" y="0"/>
                </a:moveTo>
                <a:lnTo>
                  <a:pt x="52" y="0"/>
                </a:lnTo>
                <a:lnTo>
                  <a:pt x="207" y="105"/>
                </a:lnTo>
                <a:lnTo>
                  <a:pt x="264" y="105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7" name="AutoShape 225"/>
          <p:cNvSpPr>
            <a:spLocks noChangeArrowheads="1"/>
          </p:cNvSpPr>
          <p:nvPr/>
        </p:nvSpPr>
        <p:spPr bwMode="auto">
          <a:xfrm>
            <a:off x="6946955" y="1559498"/>
            <a:ext cx="1206500" cy="261938"/>
          </a:xfrm>
          <a:prstGeom prst="triangle">
            <a:avLst>
              <a:gd name="adj" fmla="val 50000"/>
            </a:avLst>
          </a:prstGeom>
          <a:noFill/>
          <a:ln w="9525">
            <a:solidFill>
              <a:schemeClr val="tx1"/>
            </a:solidFill>
            <a:prstDash val="dashDot"/>
            <a:miter lim="800000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</p:txBody>
      </p:sp>
      <p:grpSp>
        <p:nvGrpSpPr>
          <p:cNvPr id="758" name="Group 37"/>
          <p:cNvGrpSpPr/>
          <p:nvPr/>
        </p:nvGrpSpPr>
        <p:grpSpPr bwMode="auto">
          <a:xfrm>
            <a:off x="4857805" y="3221611"/>
            <a:ext cx="2043112" cy="958850"/>
            <a:chOff x="2505" y="826"/>
            <a:chExt cx="1287" cy="604"/>
          </a:xfrm>
        </p:grpSpPr>
        <p:sp>
          <p:nvSpPr>
            <p:cNvPr id="759" name="Line 38"/>
            <p:cNvSpPr>
              <a:spLocks noChangeShapeType="1"/>
            </p:cNvSpPr>
            <p:nvPr/>
          </p:nvSpPr>
          <p:spPr bwMode="auto">
            <a:xfrm flipH="1">
              <a:off x="2505" y="1115"/>
              <a:ext cx="128" cy="29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60" name="Freeform 39"/>
            <p:cNvSpPr/>
            <p:nvPr/>
          </p:nvSpPr>
          <p:spPr bwMode="auto">
            <a:xfrm>
              <a:off x="2548" y="826"/>
              <a:ext cx="562" cy="266"/>
            </a:xfrm>
            <a:custGeom>
              <a:avLst/>
              <a:gdLst>
                <a:gd name="T0" fmla="*/ 4 w 562"/>
                <a:gd name="T1" fmla="*/ 264 h 266"/>
                <a:gd name="T2" fmla="*/ 52 w 562"/>
                <a:gd name="T3" fmla="*/ 6 h 266"/>
                <a:gd name="T4" fmla="*/ 108 w 562"/>
                <a:gd name="T5" fmla="*/ 266 h 266"/>
                <a:gd name="T6" fmla="*/ 174 w 562"/>
                <a:gd name="T7" fmla="*/ 0 h 266"/>
                <a:gd name="T8" fmla="*/ 228 w 562"/>
                <a:gd name="T9" fmla="*/ 264 h 266"/>
                <a:gd name="T10" fmla="*/ 288 w 562"/>
                <a:gd name="T11" fmla="*/ 8 h 266"/>
                <a:gd name="T12" fmla="*/ 354 w 562"/>
                <a:gd name="T13" fmla="*/ 266 h 266"/>
                <a:gd name="T14" fmla="*/ 402 w 562"/>
                <a:gd name="T15" fmla="*/ 8 h 266"/>
                <a:gd name="T16" fmla="*/ 464 w 562"/>
                <a:gd name="T17" fmla="*/ 264 h 266"/>
                <a:gd name="T18" fmla="*/ 506 w 562"/>
                <a:gd name="T19" fmla="*/ 6 h 266"/>
                <a:gd name="T20" fmla="*/ 556 w 562"/>
                <a:gd name="T21" fmla="*/ 266 h 2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562"/>
                <a:gd name="T34" fmla="*/ 0 h 266"/>
                <a:gd name="T35" fmla="*/ 562 w 562"/>
                <a:gd name="T36" fmla="*/ 266 h 26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562" h="266">
                  <a:moveTo>
                    <a:pt x="4" y="264"/>
                  </a:moveTo>
                  <a:cubicBezTo>
                    <a:pt x="4" y="212"/>
                    <a:pt x="0" y="4"/>
                    <a:pt x="52" y="6"/>
                  </a:cubicBezTo>
                  <a:cubicBezTo>
                    <a:pt x="106" y="4"/>
                    <a:pt x="58" y="266"/>
                    <a:pt x="108" y="266"/>
                  </a:cubicBezTo>
                  <a:cubicBezTo>
                    <a:pt x="158" y="266"/>
                    <a:pt x="126" y="0"/>
                    <a:pt x="174" y="0"/>
                  </a:cubicBezTo>
                  <a:cubicBezTo>
                    <a:pt x="222" y="0"/>
                    <a:pt x="184" y="266"/>
                    <a:pt x="228" y="264"/>
                  </a:cubicBezTo>
                  <a:cubicBezTo>
                    <a:pt x="272" y="262"/>
                    <a:pt x="244" y="8"/>
                    <a:pt x="288" y="8"/>
                  </a:cubicBezTo>
                  <a:cubicBezTo>
                    <a:pt x="332" y="8"/>
                    <a:pt x="304" y="266"/>
                    <a:pt x="354" y="266"/>
                  </a:cubicBezTo>
                  <a:cubicBezTo>
                    <a:pt x="404" y="266"/>
                    <a:pt x="336" y="8"/>
                    <a:pt x="402" y="8"/>
                  </a:cubicBezTo>
                  <a:cubicBezTo>
                    <a:pt x="468" y="8"/>
                    <a:pt x="416" y="266"/>
                    <a:pt x="464" y="264"/>
                  </a:cubicBezTo>
                  <a:cubicBezTo>
                    <a:pt x="512" y="262"/>
                    <a:pt x="450" y="4"/>
                    <a:pt x="506" y="6"/>
                  </a:cubicBezTo>
                  <a:cubicBezTo>
                    <a:pt x="562" y="8"/>
                    <a:pt x="546" y="192"/>
                    <a:pt x="556" y="266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61" name="Freeform 40"/>
            <p:cNvSpPr/>
            <p:nvPr/>
          </p:nvSpPr>
          <p:spPr bwMode="auto">
            <a:xfrm>
              <a:off x="3523" y="830"/>
              <a:ext cx="269" cy="266"/>
            </a:xfrm>
            <a:custGeom>
              <a:avLst/>
              <a:gdLst>
                <a:gd name="T0" fmla="*/ 0 w 562"/>
                <a:gd name="T1" fmla="*/ 264 h 266"/>
                <a:gd name="T2" fmla="*/ 0 w 562"/>
                <a:gd name="T3" fmla="*/ 6 h 266"/>
                <a:gd name="T4" fmla="*/ 0 w 562"/>
                <a:gd name="T5" fmla="*/ 266 h 266"/>
                <a:gd name="T6" fmla="*/ 0 w 562"/>
                <a:gd name="T7" fmla="*/ 0 h 266"/>
                <a:gd name="T8" fmla="*/ 0 w 562"/>
                <a:gd name="T9" fmla="*/ 264 h 266"/>
                <a:gd name="T10" fmla="*/ 0 w 562"/>
                <a:gd name="T11" fmla="*/ 8 h 266"/>
                <a:gd name="T12" fmla="*/ 0 w 562"/>
                <a:gd name="T13" fmla="*/ 266 h 266"/>
                <a:gd name="T14" fmla="*/ 0 w 562"/>
                <a:gd name="T15" fmla="*/ 8 h 266"/>
                <a:gd name="T16" fmla="*/ 0 w 562"/>
                <a:gd name="T17" fmla="*/ 264 h 266"/>
                <a:gd name="T18" fmla="*/ 0 w 562"/>
                <a:gd name="T19" fmla="*/ 6 h 266"/>
                <a:gd name="T20" fmla="*/ 0 w 562"/>
                <a:gd name="T21" fmla="*/ 266 h 2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562"/>
                <a:gd name="T34" fmla="*/ 0 h 266"/>
                <a:gd name="T35" fmla="*/ 562 w 562"/>
                <a:gd name="T36" fmla="*/ 266 h 26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562" h="266">
                  <a:moveTo>
                    <a:pt x="4" y="264"/>
                  </a:moveTo>
                  <a:cubicBezTo>
                    <a:pt x="4" y="212"/>
                    <a:pt x="0" y="4"/>
                    <a:pt x="52" y="6"/>
                  </a:cubicBezTo>
                  <a:cubicBezTo>
                    <a:pt x="106" y="4"/>
                    <a:pt x="58" y="266"/>
                    <a:pt x="108" y="266"/>
                  </a:cubicBezTo>
                  <a:cubicBezTo>
                    <a:pt x="158" y="266"/>
                    <a:pt x="126" y="0"/>
                    <a:pt x="174" y="0"/>
                  </a:cubicBezTo>
                  <a:cubicBezTo>
                    <a:pt x="222" y="0"/>
                    <a:pt x="184" y="266"/>
                    <a:pt x="228" y="264"/>
                  </a:cubicBezTo>
                  <a:cubicBezTo>
                    <a:pt x="272" y="262"/>
                    <a:pt x="244" y="8"/>
                    <a:pt x="288" y="8"/>
                  </a:cubicBezTo>
                  <a:cubicBezTo>
                    <a:pt x="332" y="8"/>
                    <a:pt x="304" y="266"/>
                    <a:pt x="354" y="266"/>
                  </a:cubicBezTo>
                  <a:cubicBezTo>
                    <a:pt x="404" y="266"/>
                    <a:pt x="336" y="8"/>
                    <a:pt x="402" y="8"/>
                  </a:cubicBezTo>
                  <a:cubicBezTo>
                    <a:pt x="468" y="8"/>
                    <a:pt x="416" y="266"/>
                    <a:pt x="464" y="264"/>
                  </a:cubicBezTo>
                  <a:cubicBezTo>
                    <a:pt x="512" y="262"/>
                    <a:pt x="450" y="4"/>
                    <a:pt x="506" y="6"/>
                  </a:cubicBezTo>
                  <a:cubicBezTo>
                    <a:pt x="562" y="8"/>
                    <a:pt x="546" y="192"/>
                    <a:pt x="556" y="266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62" name="Line 41"/>
            <p:cNvSpPr>
              <a:spLocks noChangeShapeType="1"/>
            </p:cNvSpPr>
            <p:nvPr/>
          </p:nvSpPr>
          <p:spPr bwMode="auto">
            <a:xfrm flipH="1">
              <a:off x="3433" y="1137"/>
              <a:ext cx="128" cy="29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763" name="Group 42"/>
          <p:cNvGrpSpPr/>
          <p:nvPr/>
        </p:nvGrpSpPr>
        <p:grpSpPr bwMode="auto">
          <a:xfrm>
            <a:off x="4148192" y="3378773"/>
            <a:ext cx="3021013" cy="2114550"/>
            <a:chOff x="2606" y="951"/>
            <a:chExt cx="1903" cy="1332"/>
          </a:xfrm>
        </p:grpSpPr>
        <p:sp>
          <p:nvSpPr>
            <p:cNvPr id="764" name="Text Box 43"/>
            <p:cNvSpPr txBox="1">
              <a:spLocks noChangeArrowheads="1"/>
            </p:cNvSpPr>
            <p:nvPr/>
          </p:nvSpPr>
          <p:spPr bwMode="auto">
            <a:xfrm>
              <a:off x="3378" y="2071"/>
              <a:ext cx="655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信道</a:t>
              </a: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65" name="Line 44"/>
            <p:cNvSpPr>
              <a:spLocks noChangeShapeType="1"/>
            </p:cNvSpPr>
            <p:nvPr/>
          </p:nvSpPr>
          <p:spPr bwMode="auto">
            <a:xfrm>
              <a:off x="2994" y="951"/>
              <a:ext cx="0" cy="97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66" name="Line 45"/>
            <p:cNvSpPr>
              <a:spLocks noChangeShapeType="1"/>
            </p:cNvSpPr>
            <p:nvPr/>
          </p:nvSpPr>
          <p:spPr bwMode="auto">
            <a:xfrm flipV="1">
              <a:off x="2988" y="1935"/>
              <a:ext cx="146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67" name="Text Box 46"/>
            <p:cNvSpPr txBox="1">
              <a:spLocks noChangeArrowheads="1"/>
            </p:cNvSpPr>
            <p:nvPr/>
          </p:nvSpPr>
          <p:spPr bwMode="auto">
            <a:xfrm>
              <a:off x="2978" y="1408"/>
              <a:ext cx="178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V</a:t>
              </a: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I</a:t>
              </a: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D</a:t>
              </a: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E</a:t>
              </a: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O</a:t>
              </a: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68" name="Line 47"/>
            <p:cNvSpPr>
              <a:spLocks noChangeShapeType="1"/>
            </p:cNvSpPr>
            <p:nvPr/>
          </p:nvSpPr>
          <p:spPr bwMode="auto">
            <a:xfrm>
              <a:off x="3150" y="1863"/>
              <a:ext cx="0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69" name="Text Box 48"/>
            <p:cNvSpPr txBox="1">
              <a:spLocks noChangeArrowheads="1"/>
            </p:cNvSpPr>
            <p:nvPr/>
          </p:nvSpPr>
          <p:spPr bwMode="auto">
            <a:xfrm>
              <a:off x="3152" y="1408"/>
              <a:ext cx="178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V</a:t>
              </a: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I</a:t>
              </a: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D</a:t>
              </a: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E</a:t>
              </a: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O</a:t>
              </a: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70" name="Text Box 49"/>
            <p:cNvSpPr txBox="1">
              <a:spLocks noChangeArrowheads="1"/>
            </p:cNvSpPr>
            <p:nvPr/>
          </p:nvSpPr>
          <p:spPr bwMode="auto">
            <a:xfrm>
              <a:off x="3338" y="1408"/>
              <a:ext cx="178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V</a:t>
              </a: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I</a:t>
              </a: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D</a:t>
              </a: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E</a:t>
              </a: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O</a:t>
              </a: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71" name="Text Box 50"/>
            <p:cNvSpPr txBox="1">
              <a:spLocks noChangeArrowheads="1"/>
            </p:cNvSpPr>
            <p:nvPr/>
          </p:nvSpPr>
          <p:spPr bwMode="auto">
            <a:xfrm>
              <a:off x="3524" y="1408"/>
              <a:ext cx="178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V</a:t>
              </a: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I</a:t>
              </a: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D</a:t>
              </a: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E</a:t>
              </a: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O</a:t>
              </a: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72" name="Text Box 51"/>
            <p:cNvSpPr txBox="1">
              <a:spLocks noChangeArrowheads="1"/>
            </p:cNvSpPr>
            <p:nvPr/>
          </p:nvSpPr>
          <p:spPr bwMode="auto">
            <a:xfrm>
              <a:off x="3710" y="1408"/>
              <a:ext cx="178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V</a:t>
              </a: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I</a:t>
              </a: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D</a:t>
              </a: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E</a:t>
              </a: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O</a:t>
              </a: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73" name="Text Box 52"/>
            <p:cNvSpPr txBox="1">
              <a:spLocks noChangeArrowheads="1"/>
            </p:cNvSpPr>
            <p:nvPr/>
          </p:nvSpPr>
          <p:spPr bwMode="auto">
            <a:xfrm>
              <a:off x="3896" y="1408"/>
              <a:ext cx="178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V</a:t>
              </a: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I</a:t>
              </a: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D</a:t>
              </a: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E</a:t>
              </a: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O</a:t>
              </a: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74" name="Text Box 53"/>
            <p:cNvSpPr txBox="1">
              <a:spLocks noChangeArrowheads="1"/>
            </p:cNvSpPr>
            <p:nvPr/>
          </p:nvSpPr>
          <p:spPr bwMode="auto">
            <a:xfrm>
              <a:off x="4058" y="1402"/>
              <a:ext cx="174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D</a:t>
              </a: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A</a:t>
              </a: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T</a:t>
              </a: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A</a:t>
              </a: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75" name="Text Box 54"/>
            <p:cNvSpPr txBox="1">
              <a:spLocks noChangeArrowheads="1"/>
            </p:cNvSpPr>
            <p:nvPr/>
          </p:nvSpPr>
          <p:spPr bwMode="auto">
            <a:xfrm>
              <a:off x="4202" y="1402"/>
              <a:ext cx="174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D</a:t>
              </a: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A</a:t>
              </a: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T</a:t>
              </a: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A</a:t>
              </a: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76" name="Text Box 55"/>
            <p:cNvSpPr txBox="1">
              <a:spLocks noChangeArrowheads="1"/>
            </p:cNvSpPr>
            <p:nvPr/>
          </p:nvSpPr>
          <p:spPr bwMode="auto">
            <a:xfrm>
              <a:off x="4330" y="1114"/>
              <a:ext cx="178" cy="82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C</a:t>
              </a: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O</a:t>
              </a: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N</a:t>
              </a: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T</a:t>
              </a: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R</a:t>
              </a: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O</a:t>
              </a: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L</a:t>
              </a: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77" name="Line 56"/>
            <p:cNvSpPr>
              <a:spLocks noChangeShapeType="1"/>
            </p:cNvSpPr>
            <p:nvPr/>
          </p:nvSpPr>
          <p:spPr bwMode="auto">
            <a:xfrm>
              <a:off x="3334" y="1863"/>
              <a:ext cx="0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78" name="Line 57"/>
            <p:cNvSpPr>
              <a:spLocks noChangeShapeType="1"/>
            </p:cNvSpPr>
            <p:nvPr/>
          </p:nvSpPr>
          <p:spPr bwMode="auto">
            <a:xfrm>
              <a:off x="3514" y="1863"/>
              <a:ext cx="0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79" name="Line 58"/>
            <p:cNvSpPr>
              <a:spLocks noChangeShapeType="1"/>
            </p:cNvSpPr>
            <p:nvPr/>
          </p:nvSpPr>
          <p:spPr bwMode="auto">
            <a:xfrm>
              <a:off x="3698" y="1863"/>
              <a:ext cx="0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80" name="Line 59"/>
            <p:cNvSpPr>
              <a:spLocks noChangeShapeType="1"/>
            </p:cNvSpPr>
            <p:nvPr/>
          </p:nvSpPr>
          <p:spPr bwMode="auto">
            <a:xfrm>
              <a:off x="3886" y="1863"/>
              <a:ext cx="0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81" name="Line 60"/>
            <p:cNvSpPr>
              <a:spLocks noChangeShapeType="1"/>
            </p:cNvSpPr>
            <p:nvPr/>
          </p:nvSpPr>
          <p:spPr bwMode="auto">
            <a:xfrm>
              <a:off x="4062" y="1871"/>
              <a:ext cx="0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82" name="Line 61"/>
            <p:cNvSpPr>
              <a:spLocks noChangeShapeType="1"/>
            </p:cNvSpPr>
            <p:nvPr/>
          </p:nvSpPr>
          <p:spPr bwMode="auto">
            <a:xfrm>
              <a:off x="4218" y="1867"/>
              <a:ext cx="0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83" name="Line 62"/>
            <p:cNvSpPr>
              <a:spLocks noChangeShapeType="1"/>
            </p:cNvSpPr>
            <p:nvPr/>
          </p:nvSpPr>
          <p:spPr bwMode="auto">
            <a:xfrm>
              <a:off x="4362" y="1859"/>
              <a:ext cx="0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84" name="Text Box 63"/>
            <p:cNvSpPr txBox="1">
              <a:spLocks noChangeArrowheads="1"/>
            </p:cNvSpPr>
            <p:nvPr/>
          </p:nvSpPr>
          <p:spPr bwMode="auto">
            <a:xfrm>
              <a:off x="2985" y="1960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1</a:t>
              </a: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85" name="Text Box 64"/>
            <p:cNvSpPr txBox="1">
              <a:spLocks noChangeArrowheads="1"/>
            </p:cNvSpPr>
            <p:nvPr/>
          </p:nvSpPr>
          <p:spPr bwMode="auto">
            <a:xfrm>
              <a:off x="3153" y="1960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2</a:t>
              </a: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86" name="Text Box 65"/>
            <p:cNvSpPr txBox="1">
              <a:spLocks noChangeArrowheads="1"/>
            </p:cNvSpPr>
            <p:nvPr/>
          </p:nvSpPr>
          <p:spPr bwMode="auto">
            <a:xfrm>
              <a:off x="3345" y="1960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3</a:t>
              </a: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87" name="Text Box 66"/>
            <p:cNvSpPr txBox="1">
              <a:spLocks noChangeArrowheads="1"/>
            </p:cNvSpPr>
            <p:nvPr/>
          </p:nvSpPr>
          <p:spPr bwMode="auto">
            <a:xfrm>
              <a:off x="3517" y="1960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4</a:t>
              </a: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88" name="Text Box 67"/>
            <p:cNvSpPr txBox="1">
              <a:spLocks noChangeArrowheads="1"/>
            </p:cNvSpPr>
            <p:nvPr/>
          </p:nvSpPr>
          <p:spPr bwMode="auto">
            <a:xfrm>
              <a:off x="3705" y="1956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5</a:t>
              </a: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89" name="Text Box 68"/>
            <p:cNvSpPr txBox="1">
              <a:spLocks noChangeArrowheads="1"/>
            </p:cNvSpPr>
            <p:nvPr/>
          </p:nvSpPr>
          <p:spPr bwMode="auto">
            <a:xfrm>
              <a:off x="3893" y="1956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6</a:t>
              </a: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0" name="Text Box 69"/>
            <p:cNvSpPr txBox="1">
              <a:spLocks noChangeArrowheads="1"/>
            </p:cNvSpPr>
            <p:nvPr/>
          </p:nvSpPr>
          <p:spPr bwMode="auto">
            <a:xfrm>
              <a:off x="4057" y="1956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7</a:t>
              </a: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1" name="Text Box 70"/>
            <p:cNvSpPr txBox="1">
              <a:spLocks noChangeArrowheads="1"/>
            </p:cNvSpPr>
            <p:nvPr/>
          </p:nvSpPr>
          <p:spPr bwMode="auto">
            <a:xfrm>
              <a:off x="4205" y="1956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8</a:t>
              </a: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2" name="Text Box 71"/>
            <p:cNvSpPr txBox="1">
              <a:spLocks noChangeArrowheads="1"/>
            </p:cNvSpPr>
            <p:nvPr/>
          </p:nvSpPr>
          <p:spPr bwMode="auto">
            <a:xfrm>
              <a:off x="4349" y="1956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9</a:t>
              </a: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93" name="Freeform 72"/>
            <p:cNvSpPr/>
            <p:nvPr/>
          </p:nvSpPr>
          <p:spPr bwMode="auto">
            <a:xfrm>
              <a:off x="2606" y="969"/>
              <a:ext cx="375" cy="969"/>
            </a:xfrm>
            <a:custGeom>
              <a:avLst/>
              <a:gdLst>
                <a:gd name="T0" fmla="*/ 375 w 375"/>
                <a:gd name="T1" fmla="*/ 0 h 969"/>
                <a:gd name="T2" fmla="*/ 0 w 375"/>
                <a:gd name="T3" fmla="*/ 485 h 969"/>
                <a:gd name="T4" fmla="*/ 375 w 375"/>
                <a:gd name="T5" fmla="*/ 969 h 969"/>
                <a:gd name="T6" fmla="*/ 375 w 375"/>
                <a:gd name="T7" fmla="*/ 0 h 96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75"/>
                <a:gd name="T13" fmla="*/ 0 h 969"/>
                <a:gd name="T14" fmla="*/ 375 w 375"/>
                <a:gd name="T15" fmla="*/ 969 h 96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75" h="969">
                  <a:moveTo>
                    <a:pt x="375" y="0"/>
                  </a:moveTo>
                  <a:lnTo>
                    <a:pt x="0" y="485"/>
                  </a:lnTo>
                  <a:lnTo>
                    <a:pt x="375" y="969"/>
                  </a:lnTo>
                  <a:lnTo>
                    <a:pt x="375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A8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794" name="Group 73"/>
          <p:cNvGrpSpPr/>
          <p:nvPr/>
        </p:nvGrpSpPr>
        <p:grpSpPr bwMode="auto">
          <a:xfrm flipV="1">
            <a:off x="2479730" y="2273873"/>
            <a:ext cx="1666875" cy="2062163"/>
            <a:chOff x="1511" y="1371"/>
            <a:chExt cx="1050" cy="1299"/>
          </a:xfrm>
        </p:grpSpPr>
        <p:grpSp>
          <p:nvGrpSpPr>
            <p:cNvPr id="795" name="Group 74"/>
            <p:cNvGrpSpPr/>
            <p:nvPr/>
          </p:nvGrpSpPr>
          <p:grpSpPr bwMode="auto">
            <a:xfrm>
              <a:off x="1511" y="1371"/>
              <a:ext cx="1050" cy="198"/>
              <a:chOff x="1614" y="1494"/>
              <a:chExt cx="1050" cy="198"/>
            </a:xfrm>
          </p:grpSpPr>
          <p:sp>
            <p:nvSpPr>
              <p:cNvPr id="797" name="Rectangle 75"/>
              <p:cNvSpPr>
                <a:spLocks noChangeArrowheads="1"/>
              </p:cNvSpPr>
              <p:nvPr/>
            </p:nvSpPr>
            <p:spPr bwMode="auto">
              <a:xfrm>
                <a:off x="2358" y="1500"/>
                <a:ext cx="168" cy="174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rot="10800000"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798" name="Freeform 76"/>
              <p:cNvSpPr/>
              <p:nvPr/>
            </p:nvSpPr>
            <p:spPr bwMode="auto">
              <a:xfrm>
                <a:off x="1614" y="1494"/>
                <a:ext cx="896" cy="198"/>
              </a:xfrm>
              <a:custGeom>
                <a:avLst/>
                <a:gdLst>
                  <a:gd name="T0" fmla="*/ 18 w 896"/>
                  <a:gd name="T1" fmla="*/ 0 h 198"/>
                  <a:gd name="T2" fmla="*/ 0 w 896"/>
                  <a:gd name="T3" fmla="*/ 96 h 198"/>
                  <a:gd name="T4" fmla="*/ 18 w 896"/>
                  <a:gd name="T5" fmla="*/ 198 h 198"/>
                  <a:gd name="T6" fmla="*/ 774 w 896"/>
                  <a:gd name="T7" fmla="*/ 198 h 198"/>
                  <a:gd name="T8" fmla="*/ 750 w 896"/>
                  <a:gd name="T9" fmla="*/ 90 h 198"/>
                  <a:gd name="T10" fmla="*/ 774 w 896"/>
                  <a:gd name="T11" fmla="*/ 0 h 198"/>
                  <a:gd name="T12" fmla="*/ 18 w 896"/>
                  <a:gd name="T13" fmla="*/ 0 h 19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96"/>
                  <a:gd name="T22" fmla="*/ 0 h 198"/>
                  <a:gd name="T23" fmla="*/ 896 w 896"/>
                  <a:gd name="T24" fmla="*/ 198 h 19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96" h="198">
                    <a:moveTo>
                      <a:pt x="18" y="0"/>
                    </a:moveTo>
                    <a:lnTo>
                      <a:pt x="0" y="96"/>
                    </a:lnTo>
                    <a:lnTo>
                      <a:pt x="18" y="198"/>
                    </a:lnTo>
                    <a:lnTo>
                      <a:pt x="774" y="198"/>
                    </a:lnTo>
                    <a:cubicBezTo>
                      <a:pt x="896" y="180"/>
                      <a:pt x="750" y="123"/>
                      <a:pt x="750" y="90"/>
                    </a:cubicBezTo>
                    <a:cubicBezTo>
                      <a:pt x="750" y="57"/>
                      <a:pt x="896" y="15"/>
                      <a:pt x="774" y="0"/>
                    </a:cubicBezTo>
                    <a:lnTo>
                      <a:pt x="18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chemeClr val="tx1"/>
                  </a:gs>
                  <a:gs pos="50000">
                    <a:schemeClr val="bg1"/>
                  </a:gs>
                  <a:gs pos="100000">
                    <a:schemeClr val="tx1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round/>
              </a:ln>
            </p:spPr>
            <p:txBody>
              <a:bodyPr rot="10800000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799" name="Oval 77"/>
              <p:cNvSpPr>
                <a:spLocks noChangeArrowheads="1"/>
              </p:cNvSpPr>
              <p:nvPr/>
            </p:nvSpPr>
            <p:spPr bwMode="auto">
              <a:xfrm>
                <a:off x="2502" y="1506"/>
                <a:ext cx="62" cy="168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 rot="10800000"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800" name="Line 78"/>
              <p:cNvSpPr>
                <a:spLocks noChangeShapeType="1"/>
              </p:cNvSpPr>
              <p:nvPr/>
            </p:nvSpPr>
            <p:spPr bwMode="auto">
              <a:xfrm>
                <a:off x="2526" y="1584"/>
                <a:ext cx="138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796" name="Freeform 79"/>
            <p:cNvSpPr/>
            <p:nvPr/>
          </p:nvSpPr>
          <p:spPr bwMode="auto">
            <a:xfrm>
              <a:off x="1536" y="1563"/>
              <a:ext cx="1015" cy="1107"/>
            </a:xfrm>
            <a:custGeom>
              <a:avLst/>
              <a:gdLst>
                <a:gd name="T0" fmla="*/ 1015 w 1015"/>
                <a:gd name="T1" fmla="*/ 1107 h 1107"/>
                <a:gd name="T2" fmla="*/ 0 w 1015"/>
                <a:gd name="T3" fmla="*/ 0 h 1107"/>
                <a:gd name="T4" fmla="*/ 905 w 1015"/>
                <a:gd name="T5" fmla="*/ 0 h 1107"/>
                <a:gd name="T6" fmla="*/ 1015 w 1015"/>
                <a:gd name="T7" fmla="*/ 1107 h 110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015"/>
                <a:gd name="T13" fmla="*/ 0 h 1107"/>
                <a:gd name="T14" fmla="*/ 1015 w 1015"/>
                <a:gd name="T15" fmla="*/ 1107 h 110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015" h="1107">
                  <a:moveTo>
                    <a:pt x="1015" y="1107"/>
                  </a:moveTo>
                  <a:lnTo>
                    <a:pt x="0" y="0"/>
                  </a:lnTo>
                  <a:lnTo>
                    <a:pt x="905" y="0"/>
                  </a:lnTo>
                  <a:lnTo>
                    <a:pt x="1015" y="1107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100000">
                  <a:srgbClr val="0000A8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rot="10800000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801" name="Text Box 324"/>
          <p:cNvSpPr txBox="1">
            <a:spLocks noChangeArrowheads="1"/>
          </p:cNvSpPr>
          <p:nvPr/>
        </p:nvSpPr>
        <p:spPr bwMode="auto">
          <a:xfrm>
            <a:off x="1551869" y="5790510"/>
            <a:ext cx="9964671" cy="7229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 pitchFamily="34" charset="0"/>
                <a:ea typeface="MS PGothic" panose="020B0600070205080204" pitchFamily="34" charset="-128"/>
                <a:cs typeface="Calibri" panose="020F0502020204030204" pitchFamily="34" charset="0"/>
              </a:rPr>
              <a:t>频分复用（FDM）：不同信道在不同频带上传输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MS PGothic" panose="020B0600070205080204" pitchFamily="34" charset="-128"/>
                <a:cs typeface="Calibri" panose="020F0502020204030204" pitchFamily="34" charset="0"/>
              </a:rPr>
              <a:t/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MS PGothic" panose="020B0600070205080204" pitchFamily="34" charset="-128"/>
              <a:cs typeface="Calibri" panose="020F0502020204030204" pitchFamily="34" charset="0"/>
            </a:endParaRPr>
          </a:p>
        </p:txBody>
      </p:sp>
      <p:grpSp>
        <p:nvGrpSpPr>
          <p:cNvPr id="802" name="Group 326"/>
          <p:cNvGrpSpPr/>
          <p:nvPr/>
        </p:nvGrpSpPr>
        <p:grpSpPr bwMode="auto">
          <a:xfrm>
            <a:off x="2000305" y="1964311"/>
            <a:ext cx="609600" cy="609600"/>
            <a:chOff x="-44" y="1473"/>
            <a:chExt cx="981" cy="1105"/>
          </a:xfrm>
        </p:grpSpPr>
        <p:pic>
          <p:nvPicPr>
            <p:cNvPr id="803" name="Picture 327" descr="desktop_computer_stylized_medium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04" name="Freeform 328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67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引言：1-</a:t>
            </a:r>
            <a:fld id="{C4204591-24BD-A542-B9D5-F8D8A88D2FEE}" type="slidenum">
              <a:rPr lang="en-US" smtClean="0"/>
            </a:fld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7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7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000"/>
                            </p:stCondLst>
                            <p:childTnLst>
                              <p:par>
                                <p:cTn id="18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8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01" grpId="0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48710" y="27314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800" b="0" dirty="0">
                <a:ea typeface="MS PGothic" panose="020B0600070205080204" pitchFamily="34" charset="-128"/>
              </a:rPr>
              <a:t>接入网：基于有线电视电缆的接入</a:t>
            </a:r>
            <a:endParaRPr lang="en-US" sz="4800" b="0" dirty="0"/>
          </a:p>
        </p:txBody>
      </p:sp>
      <p:sp>
        <p:nvSpPr>
          <p:cNvPr id="611" name="Rectangle 60"/>
          <p:cNvSpPr>
            <a:spLocks noChangeArrowheads="1"/>
          </p:cNvSpPr>
          <p:nvPr/>
        </p:nvSpPr>
        <p:spPr bwMode="auto">
          <a:xfrm>
            <a:off x="2097142" y="1686498"/>
            <a:ext cx="1793875" cy="925513"/>
          </a:xfrm>
          <a:prstGeom prst="rect">
            <a:avLst/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612" name="Line 7"/>
          <p:cNvSpPr>
            <a:spLocks noChangeShapeType="1"/>
          </p:cNvSpPr>
          <p:nvPr/>
        </p:nvSpPr>
        <p:spPr bwMode="auto">
          <a:xfrm flipV="1">
            <a:off x="2398767" y="2237361"/>
            <a:ext cx="365125" cy="1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14" name="Text Box 39"/>
          <p:cNvSpPr txBox="1">
            <a:spLocks noChangeArrowheads="1"/>
          </p:cNvSpPr>
          <p:nvPr/>
        </p:nvSpPr>
        <p:spPr bwMode="auto">
          <a:xfrm>
            <a:off x="2560692" y="2388173"/>
            <a:ext cx="774700" cy="431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电缆</a:t>
            </a:r>
            <a:endParaRPr kumimoji="0" lang="en-US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调制解调器</a:t>
            </a:r>
            <a:endParaRPr kumimoji="0" lang="en-US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631" name="Text Box 41"/>
          <p:cNvSpPr txBox="1">
            <a:spLocks noChangeArrowheads="1"/>
          </p:cNvSpPr>
          <p:nvPr/>
        </p:nvSpPr>
        <p:spPr bwMode="auto">
          <a:xfrm>
            <a:off x="3227442" y="2389761"/>
            <a:ext cx="706438" cy="261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分离器</a:t>
            </a:r>
            <a:endParaRPr kumimoji="0" lang="en-US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</p:txBody>
      </p:sp>
      <p:grpSp>
        <p:nvGrpSpPr>
          <p:cNvPr id="632" name="Group 64"/>
          <p:cNvGrpSpPr/>
          <p:nvPr/>
        </p:nvGrpSpPr>
        <p:grpSpPr bwMode="auto">
          <a:xfrm>
            <a:off x="2744842" y="2113536"/>
            <a:ext cx="614363" cy="220662"/>
            <a:chOff x="322" y="890"/>
            <a:chExt cx="872" cy="339"/>
          </a:xfrm>
        </p:grpSpPr>
        <p:sp>
          <p:nvSpPr>
            <p:cNvPr id="634" name="Rectangle 65"/>
            <p:cNvSpPr>
              <a:spLocks noChangeArrowheads="1"/>
            </p:cNvSpPr>
            <p:nvPr/>
          </p:nvSpPr>
          <p:spPr bwMode="auto">
            <a:xfrm>
              <a:off x="322" y="1005"/>
              <a:ext cx="872" cy="224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3" name="Rectangle 66"/>
            <p:cNvSpPr>
              <a:spLocks noChangeArrowheads="1"/>
            </p:cNvSpPr>
            <p:nvPr/>
          </p:nvSpPr>
          <p:spPr bwMode="auto">
            <a:xfrm>
              <a:off x="394" y="1073"/>
              <a:ext cx="54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4" name="Rectangle 67"/>
            <p:cNvSpPr>
              <a:spLocks noChangeArrowheads="1"/>
            </p:cNvSpPr>
            <p:nvPr/>
          </p:nvSpPr>
          <p:spPr bwMode="auto">
            <a:xfrm>
              <a:off x="466" y="1073"/>
              <a:ext cx="56" cy="56"/>
            </a:xfrm>
            <a:prstGeom prst="rect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5" name="Rectangle 68"/>
            <p:cNvSpPr>
              <a:spLocks noChangeArrowheads="1"/>
            </p:cNvSpPr>
            <p:nvPr/>
          </p:nvSpPr>
          <p:spPr bwMode="auto">
            <a:xfrm>
              <a:off x="541" y="1070"/>
              <a:ext cx="56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6" name="Rectangle 69"/>
            <p:cNvSpPr>
              <a:spLocks noChangeArrowheads="1"/>
            </p:cNvSpPr>
            <p:nvPr/>
          </p:nvSpPr>
          <p:spPr bwMode="auto">
            <a:xfrm>
              <a:off x="615" y="1070"/>
              <a:ext cx="56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47" name="AutoShape 70"/>
            <p:cNvSpPr>
              <a:spLocks noChangeArrowheads="1"/>
            </p:cNvSpPr>
            <p:nvPr/>
          </p:nvSpPr>
          <p:spPr bwMode="auto">
            <a:xfrm rot="10800000" flipH="1">
              <a:off x="322" y="890"/>
              <a:ext cx="859" cy="110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4501 w 21600"/>
                <a:gd name="T13" fmla="*/ 4516 h 21600"/>
                <a:gd name="T14" fmla="*/ 17099 w 21600"/>
                <a:gd name="T15" fmla="*/ 17084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0" y="0"/>
                  </a:moveTo>
                  <a:lnTo>
                    <a:pt x="5400" y="21600"/>
                  </a:lnTo>
                  <a:lnTo>
                    <a:pt x="16200" y="21600"/>
                  </a:lnTo>
                  <a:lnTo>
                    <a:pt x="216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48" name="AutoShape 72"/>
          <p:cNvSpPr>
            <a:spLocks noChangeArrowheads="1"/>
          </p:cNvSpPr>
          <p:nvPr/>
        </p:nvSpPr>
        <p:spPr bwMode="auto">
          <a:xfrm>
            <a:off x="1859017" y="1275336"/>
            <a:ext cx="2268538" cy="468312"/>
          </a:xfrm>
          <a:prstGeom prst="triangle">
            <a:avLst>
              <a:gd name="adj" fmla="val 50000"/>
            </a:avLst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649" name="Rectangle 73"/>
          <p:cNvSpPr>
            <a:spLocks noChangeArrowheads="1"/>
          </p:cNvSpPr>
          <p:nvPr/>
        </p:nvSpPr>
        <p:spPr bwMode="auto">
          <a:xfrm>
            <a:off x="3475092" y="2175448"/>
            <a:ext cx="166688" cy="144463"/>
          </a:xfrm>
          <a:prstGeom prst="rect">
            <a:avLst/>
          </a:prstGeom>
          <a:solidFill>
            <a:srgbClr val="000099"/>
          </a:solidFill>
          <a:ln w="9525">
            <a:solidFill>
              <a:schemeClr val="tx1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650" name="Freeform 74"/>
          <p:cNvSpPr/>
          <p:nvPr/>
        </p:nvSpPr>
        <p:spPr bwMode="auto">
          <a:xfrm>
            <a:off x="3084567" y="1730948"/>
            <a:ext cx="479425" cy="434975"/>
          </a:xfrm>
          <a:custGeom>
            <a:avLst/>
            <a:gdLst>
              <a:gd name="T0" fmla="*/ 2147483647 w 381"/>
              <a:gd name="T1" fmla="*/ 2147483647 h 274"/>
              <a:gd name="T2" fmla="*/ 2147483647 w 381"/>
              <a:gd name="T3" fmla="*/ 2147483647 h 274"/>
              <a:gd name="T4" fmla="*/ 0 w 381"/>
              <a:gd name="T5" fmla="*/ 0 h 274"/>
              <a:gd name="T6" fmla="*/ 0 60000 65536"/>
              <a:gd name="T7" fmla="*/ 0 60000 65536"/>
              <a:gd name="T8" fmla="*/ 0 60000 65536"/>
              <a:gd name="T9" fmla="*/ 0 w 381"/>
              <a:gd name="T10" fmla="*/ 0 h 274"/>
              <a:gd name="T11" fmla="*/ 381 w 381"/>
              <a:gd name="T12" fmla="*/ 274 h 27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81" h="274">
                <a:moveTo>
                  <a:pt x="381" y="274"/>
                </a:moveTo>
                <a:lnTo>
                  <a:pt x="381" y="130"/>
                </a:lnTo>
                <a:lnTo>
                  <a:pt x="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1" name="Line 95"/>
          <p:cNvSpPr>
            <a:spLocks noChangeShapeType="1"/>
          </p:cNvSpPr>
          <p:nvPr/>
        </p:nvSpPr>
        <p:spPr bwMode="auto">
          <a:xfrm flipH="1">
            <a:off x="3383017" y="2237361"/>
            <a:ext cx="23971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652" name="Picture 96" descr="tv"/>
          <p:cNvPicPr>
            <a:picLocks noChangeAspect="1" noChangeArrowheads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40067" y="1391223"/>
            <a:ext cx="755650" cy="6746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654" name="Group 117"/>
          <p:cNvGrpSpPr/>
          <p:nvPr/>
        </p:nvGrpSpPr>
        <p:grpSpPr bwMode="auto">
          <a:xfrm>
            <a:off x="4116442" y="1505523"/>
            <a:ext cx="850900" cy="527050"/>
            <a:chOff x="-490" y="1664"/>
            <a:chExt cx="1429" cy="842"/>
          </a:xfrm>
        </p:grpSpPr>
        <p:sp>
          <p:nvSpPr>
            <p:cNvPr id="656" name="AutoShape 111"/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grpSp>
          <p:nvGrpSpPr>
            <p:cNvPr id="659" name="Group 116"/>
            <p:cNvGrpSpPr/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660" name="Rectangle 99"/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661" name="Line 7"/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662" name="Group 103"/>
              <p:cNvGrpSpPr/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668" name="Rectangle 104"/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69" name="Rectangle 105"/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70" name="Rectangle 106"/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71" name="Rectangle 107"/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72" name="Rectangle 108"/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73" name="AutoShape 109"/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663" name="Picture 110" descr="desktop_computer_stylized_small"/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64" name="Rectangle 112"/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665" name="Freeform 113"/>
              <p:cNvSpPr/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6" name="Line 114"/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667" name="Picture 115" descr="tv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674" name="Group 118"/>
          <p:cNvGrpSpPr/>
          <p:nvPr/>
        </p:nvGrpSpPr>
        <p:grpSpPr bwMode="auto">
          <a:xfrm>
            <a:off x="5018142" y="1499173"/>
            <a:ext cx="850900" cy="527050"/>
            <a:chOff x="-490" y="1664"/>
            <a:chExt cx="1429" cy="842"/>
          </a:xfrm>
        </p:grpSpPr>
        <p:sp>
          <p:nvSpPr>
            <p:cNvPr id="675" name="AutoShape 119"/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grpSp>
          <p:nvGrpSpPr>
            <p:cNvPr id="676" name="Group 120"/>
            <p:cNvGrpSpPr/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677" name="Rectangle 121"/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678" name="Line 7"/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679" name="Group 123"/>
              <p:cNvGrpSpPr/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685" name="Rectangle 124"/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86" name="Rectangle 125"/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87" name="Rectangle 126"/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88" name="Rectangle 127"/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89" name="Rectangle 128"/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90" name="AutoShape 129"/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680" name="Picture 130" descr="desktop_computer_stylized_small"/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81" name="Rectangle 131"/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682" name="Freeform 132"/>
              <p:cNvSpPr/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83" name="Line 133"/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684" name="Picture 134" descr="tv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691" name="Group 135"/>
          <p:cNvGrpSpPr/>
          <p:nvPr/>
        </p:nvGrpSpPr>
        <p:grpSpPr bwMode="auto">
          <a:xfrm>
            <a:off x="4203755" y="2345311"/>
            <a:ext cx="850900" cy="527050"/>
            <a:chOff x="-490" y="1664"/>
            <a:chExt cx="1429" cy="842"/>
          </a:xfrm>
        </p:grpSpPr>
        <p:sp>
          <p:nvSpPr>
            <p:cNvPr id="692" name="AutoShape 136"/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grpSp>
          <p:nvGrpSpPr>
            <p:cNvPr id="693" name="Group 137"/>
            <p:cNvGrpSpPr/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694" name="Rectangle 138"/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695" name="Line 7"/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696" name="Group 140"/>
              <p:cNvGrpSpPr/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702" name="Rectangle 141"/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03" name="Rectangle 142"/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04" name="Rectangle 143"/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05" name="Rectangle 144"/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06" name="Rectangle 145"/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07" name="AutoShape 146"/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697" name="Picture 147" descr="desktop_computer_stylized_small"/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98" name="Rectangle 148"/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699" name="Freeform 149"/>
              <p:cNvSpPr/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00" name="Line 150"/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701" name="Picture 151" descr="tv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708" name="Group 152"/>
          <p:cNvGrpSpPr/>
          <p:nvPr/>
        </p:nvGrpSpPr>
        <p:grpSpPr bwMode="auto">
          <a:xfrm>
            <a:off x="5070530" y="2354836"/>
            <a:ext cx="850900" cy="527050"/>
            <a:chOff x="-490" y="1664"/>
            <a:chExt cx="1429" cy="842"/>
          </a:xfrm>
        </p:grpSpPr>
        <p:sp>
          <p:nvSpPr>
            <p:cNvPr id="709" name="AutoShape 153"/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grpSp>
          <p:nvGrpSpPr>
            <p:cNvPr id="710" name="Group 154"/>
            <p:cNvGrpSpPr/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711" name="Rectangle 155"/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712" name="Line 7"/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713" name="Group 157"/>
              <p:cNvGrpSpPr/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719" name="Rectangle 158"/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20" name="Rectangle 159"/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21" name="Rectangle 160"/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22" name="Rectangle 161"/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23" name="Rectangle 162"/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24" name="AutoShape 163"/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714" name="Picture 164" descr="desktop_computer_stylized_small"/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15" name="Rectangle 165"/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716" name="Freeform 166"/>
              <p:cNvSpPr/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17" name="Line 167"/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718" name="Picture 168" descr="tv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sp>
        <p:nvSpPr>
          <p:cNvPr id="725" name="Line 169"/>
          <p:cNvSpPr>
            <a:spLocks noChangeShapeType="1"/>
          </p:cNvSpPr>
          <p:nvPr/>
        </p:nvSpPr>
        <p:spPr bwMode="auto">
          <a:xfrm>
            <a:off x="3657655" y="2248473"/>
            <a:ext cx="3690937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726" name="Group 170"/>
          <p:cNvGrpSpPr/>
          <p:nvPr/>
        </p:nvGrpSpPr>
        <p:grpSpPr bwMode="auto">
          <a:xfrm>
            <a:off x="6159555" y="1507111"/>
            <a:ext cx="850900" cy="527050"/>
            <a:chOff x="-490" y="1664"/>
            <a:chExt cx="1429" cy="842"/>
          </a:xfrm>
        </p:grpSpPr>
        <p:sp>
          <p:nvSpPr>
            <p:cNvPr id="727" name="AutoShape 171"/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grpSp>
          <p:nvGrpSpPr>
            <p:cNvPr id="728" name="Group 172"/>
            <p:cNvGrpSpPr/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729" name="Rectangle 173"/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730" name="Line 7"/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731" name="Group 175"/>
              <p:cNvGrpSpPr/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737" name="Rectangle 176"/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38" name="Rectangle 177"/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39" name="Rectangle 178"/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40" name="Rectangle 179"/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41" name="Rectangle 180"/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42" name="AutoShape 181"/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732" name="Picture 182" descr="desktop_computer_stylized_small"/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33" name="Rectangle 183"/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734" name="Freeform 184"/>
              <p:cNvSpPr/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35" name="Line 185"/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736" name="Picture 186" descr="tv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sp>
        <p:nvSpPr>
          <p:cNvPr id="743" name="Text Box 204"/>
          <p:cNvSpPr txBox="1">
            <a:spLocks noChangeArrowheads="1"/>
          </p:cNvSpPr>
          <p:nvPr/>
        </p:nvSpPr>
        <p:spPr bwMode="auto">
          <a:xfrm>
            <a:off x="5770617" y="1576961"/>
            <a:ext cx="4889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969696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rPr>
              <a:t>…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969696"/>
              </a:solidFill>
              <a:effectLst/>
              <a:uLnTx/>
              <a:uFillTx/>
              <a:latin typeface="Times New Roman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744" name="Line 205"/>
          <p:cNvSpPr>
            <a:spLocks noChangeShapeType="1"/>
          </p:cNvSpPr>
          <p:nvPr/>
        </p:nvSpPr>
        <p:spPr bwMode="auto">
          <a:xfrm flipH="1">
            <a:off x="4751442" y="1918273"/>
            <a:ext cx="3175" cy="3333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5" name="Line 206"/>
          <p:cNvSpPr>
            <a:spLocks noChangeShapeType="1"/>
          </p:cNvSpPr>
          <p:nvPr/>
        </p:nvSpPr>
        <p:spPr bwMode="auto">
          <a:xfrm flipH="1">
            <a:off x="5656317" y="1918273"/>
            <a:ext cx="3175" cy="3333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6" name="Line 207"/>
          <p:cNvSpPr>
            <a:spLocks noChangeShapeType="1"/>
          </p:cNvSpPr>
          <p:nvPr/>
        </p:nvSpPr>
        <p:spPr bwMode="auto">
          <a:xfrm flipH="1">
            <a:off x="6792967" y="1918273"/>
            <a:ext cx="3175" cy="3333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7" name="Freeform 208"/>
          <p:cNvSpPr/>
          <p:nvPr/>
        </p:nvSpPr>
        <p:spPr bwMode="auto">
          <a:xfrm>
            <a:off x="5742042" y="2254823"/>
            <a:ext cx="127000" cy="476250"/>
          </a:xfrm>
          <a:custGeom>
            <a:avLst/>
            <a:gdLst>
              <a:gd name="T0" fmla="*/ 0 w 80"/>
              <a:gd name="T1" fmla="*/ 2147483647 h 300"/>
              <a:gd name="T2" fmla="*/ 2147483647 w 80"/>
              <a:gd name="T3" fmla="*/ 2147483647 h 300"/>
              <a:gd name="T4" fmla="*/ 2147483647 w 80"/>
              <a:gd name="T5" fmla="*/ 0 h 300"/>
              <a:gd name="T6" fmla="*/ 0 60000 65536"/>
              <a:gd name="T7" fmla="*/ 0 60000 65536"/>
              <a:gd name="T8" fmla="*/ 0 60000 65536"/>
              <a:gd name="T9" fmla="*/ 0 w 80"/>
              <a:gd name="T10" fmla="*/ 0 h 300"/>
              <a:gd name="T11" fmla="*/ 80 w 80"/>
              <a:gd name="T12" fmla="*/ 300 h 3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80" h="300">
                <a:moveTo>
                  <a:pt x="0" y="300"/>
                </a:moveTo>
                <a:lnTo>
                  <a:pt x="80" y="300"/>
                </a:lnTo>
                <a:lnTo>
                  <a:pt x="8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8" name="Freeform 209"/>
          <p:cNvSpPr/>
          <p:nvPr/>
        </p:nvSpPr>
        <p:spPr bwMode="auto">
          <a:xfrm>
            <a:off x="4875267" y="2248473"/>
            <a:ext cx="127000" cy="476250"/>
          </a:xfrm>
          <a:custGeom>
            <a:avLst/>
            <a:gdLst>
              <a:gd name="T0" fmla="*/ 0 w 80"/>
              <a:gd name="T1" fmla="*/ 2147483647 h 300"/>
              <a:gd name="T2" fmla="*/ 2147483647 w 80"/>
              <a:gd name="T3" fmla="*/ 2147483647 h 300"/>
              <a:gd name="T4" fmla="*/ 2147483647 w 80"/>
              <a:gd name="T5" fmla="*/ 0 h 300"/>
              <a:gd name="T6" fmla="*/ 0 60000 65536"/>
              <a:gd name="T7" fmla="*/ 0 60000 65536"/>
              <a:gd name="T8" fmla="*/ 0 60000 65536"/>
              <a:gd name="T9" fmla="*/ 0 w 80"/>
              <a:gd name="T10" fmla="*/ 0 h 300"/>
              <a:gd name="T11" fmla="*/ 80 w 80"/>
              <a:gd name="T12" fmla="*/ 300 h 3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80" h="300">
                <a:moveTo>
                  <a:pt x="0" y="300"/>
                </a:moveTo>
                <a:lnTo>
                  <a:pt x="80" y="300"/>
                </a:lnTo>
                <a:lnTo>
                  <a:pt x="8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9" name="Rectangle 44"/>
          <p:cNvSpPr>
            <a:spLocks noChangeArrowheads="1"/>
          </p:cNvSpPr>
          <p:nvPr/>
        </p:nvSpPr>
        <p:spPr bwMode="auto">
          <a:xfrm>
            <a:off x="7086655" y="1823023"/>
            <a:ext cx="955675" cy="700088"/>
          </a:xfrm>
          <a:prstGeom prst="rect">
            <a:avLst/>
          </a:prstGeom>
          <a:noFill/>
          <a:ln w="9525">
            <a:solidFill>
              <a:schemeClr val="tx1"/>
            </a:solidFill>
            <a:prstDash val="dashDot"/>
            <a:miter lim="800000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750" name="Text Box 45"/>
          <p:cNvSpPr txBox="1">
            <a:spLocks noChangeArrowheads="1"/>
          </p:cNvSpPr>
          <p:nvPr/>
        </p:nvSpPr>
        <p:spPr bwMode="auto">
          <a:xfrm>
            <a:off x="6597705" y="1286448"/>
            <a:ext cx="1925637" cy="2968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有线电视前端</a:t>
            </a:r>
            <a:endParaRPr kumimoji="0" lang="en-US" alt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751" name="Freeform 216"/>
          <p:cNvSpPr/>
          <p:nvPr/>
        </p:nvSpPr>
        <p:spPr bwMode="auto">
          <a:xfrm>
            <a:off x="7343830" y="2005586"/>
            <a:ext cx="330200" cy="454025"/>
          </a:xfrm>
          <a:custGeom>
            <a:avLst/>
            <a:gdLst>
              <a:gd name="T0" fmla="*/ 0 w 318"/>
              <a:gd name="T1" fmla="*/ 2147483647 h 412"/>
              <a:gd name="T2" fmla="*/ 2147483647 w 318"/>
              <a:gd name="T3" fmla="*/ 2147483647 h 412"/>
              <a:gd name="T4" fmla="*/ 2147483647 w 318"/>
              <a:gd name="T5" fmla="*/ 0 h 412"/>
              <a:gd name="T6" fmla="*/ 2147483647 w 318"/>
              <a:gd name="T7" fmla="*/ 2147483647 h 412"/>
              <a:gd name="T8" fmla="*/ 2147483647 w 318"/>
              <a:gd name="T9" fmla="*/ 2147483647 h 412"/>
              <a:gd name="T10" fmla="*/ 2147483647 w 318"/>
              <a:gd name="T11" fmla="*/ 2147483647 h 412"/>
              <a:gd name="T12" fmla="*/ 2147483647 w 318"/>
              <a:gd name="T13" fmla="*/ 2147483647 h 412"/>
              <a:gd name="T14" fmla="*/ 2147483647 w 318"/>
              <a:gd name="T15" fmla="*/ 2147483647 h 412"/>
              <a:gd name="T16" fmla="*/ 0 w 318"/>
              <a:gd name="T17" fmla="*/ 2147483647 h 412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318"/>
              <a:gd name="T28" fmla="*/ 0 h 412"/>
              <a:gd name="T29" fmla="*/ 318 w 318"/>
              <a:gd name="T30" fmla="*/ 412 h 412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318" h="412">
                <a:moveTo>
                  <a:pt x="0" y="412"/>
                </a:moveTo>
                <a:lnTo>
                  <a:pt x="3" y="1"/>
                </a:lnTo>
                <a:lnTo>
                  <a:pt x="74" y="0"/>
                </a:lnTo>
                <a:lnTo>
                  <a:pt x="254" y="111"/>
                </a:lnTo>
                <a:lnTo>
                  <a:pt x="318" y="115"/>
                </a:lnTo>
                <a:lnTo>
                  <a:pt x="318" y="308"/>
                </a:lnTo>
                <a:lnTo>
                  <a:pt x="246" y="308"/>
                </a:lnTo>
                <a:lnTo>
                  <a:pt x="74" y="412"/>
                </a:lnTo>
                <a:lnTo>
                  <a:pt x="0" y="412"/>
                </a:lnTo>
                <a:close/>
              </a:path>
            </a:pathLst>
          </a:custGeom>
          <a:gradFill rotWithShape="1">
            <a:gsLst>
              <a:gs pos="0">
                <a:schemeClr val="bg1"/>
              </a:gs>
              <a:gs pos="100000">
                <a:schemeClr val="accent1">
                  <a:lumMod val="60000"/>
                  <a:lumOff val="40000"/>
                </a:schemeClr>
              </a:gs>
            </a:gsLst>
            <a:lin ang="0" scaled="1"/>
          </a:gradFill>
          <a:ln w="9525">
            <a:solidFill>
              <a:schemeClr val="tx1"/>
            </a:solidFill>
            <a:rou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2" name="Freeform 217"/>
          <p:cNvSpPr/>
          <p:nvPr/>
        </p:nvSpPr>
        <p:spPr bwMode="auto">
          <a:xfrm>
            <a:off x="7345417" y="1940498"/>
            <a:ext cx="366713" cy="406400"/>
          </a:xfrm>
          <a:custGeom>
            <a:avLst/>
            <a:gdLst>
              <a:gd name="T0" fmla="*/ 0 w 353"/>
              <a:gd name="T1" fmla="*/ 2147483647 h 369"/>
              <a:gd name="T2" fmla="*/ 2147483647 w 353"/>
              <a:gd name="T3" fmla="*/ 0 h 369"/>
              <a:gd name="T4" fmla="*/ 2147483647 w 353"/>
              <a:gd name="T5" fmla="*/ 0 h 369"/>
              <a:gd name="T6" fmla="*/ 2147483647 w 353"/>
              <a:gd name="T7" fmla="*/ 2147483647 h 369"/>
              <a:gd name="T8" fmla="*/ 2147483647 w 353"/>
              <a:gd name="T9" fmla="*/ 2147483647 h 369"/>
              <a:gd name="T10" fmla="*/ 2147483647 w 353"/>
              <a:gd name="T11" fmla="*/ 2147483647 h 369"/>
              <a:gd name="T12" fmla="*/ 2147483647 w 353"/>
              <a:gd name="T13" fmla="*/ 2147483647 h 369"/>
              <a:gd name="T14" fmla="*/ 2147483647 w 353"/>
              <a:gd name="T15" fmla="*/ 2147483647 h 369"/>
              <a:gd name="T16" fmla="*/ 2147483647 w 353"/>
              <a:gd name="T17" fmla="*/ 2147483647 h 369"/>
              <a:gd name="T18" fmla="*/ 2147483647 w 353"/>
              <a:gd name="T19" fmla="*/ 2147483647 h 369"/>
              <a:gd name="T20" fmla="*/ 0 w 353"/>
              <a:gd name="T21" fmla="*/ 2147483647 h 369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353"/>
              <a:gd name="T34" fmla="*/ 0 h 369"/>
              <a:gd name="T35" fmla="*/ 353 w 353"/>
              <a:gd name="T36" fmla="*/ 369 h 369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353" h="369">
                <a:moveTo>
                  <a:pt x="0" y="59"/>
                </a:moveTo>
                <a:lnTo>
                  <a:pt x="32" y="0"/>
                </a:lnTo>
                <a:lnTo>
                  <a:pt x="105" y="0"/>
                </a:lnTo>
                <a:lnTo>
                  <a:pt x="276" y="113"/>
                </a:lnTo>
                <a:lnTo>
                  <a:pt x="353" y="113"/>
                </a:lnTo>
                <a:lnTo>
                  <a:pt x="353" y="315"/>
                </a:lnTo>
                <a:lnTo>
                  <a:pt x="318" y="369"/>
                </a:lnTo>
                <a:lnTo>
                  <a:pt x="315" y="173"/>
                </a:lnTo>
                <a:lnTo>
                  <a:pt x="254" y="173"/>
                </a:lnTo>
                <a:lnTo>
                  <a:pt x="75" y="60"/>
                </a:lnTo>
                <a:lnTo>
                  <a:pt x="0" y="59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 w="9525">
            <a:solidFill>
              <a:schemeClr val="tx1"/>
            </a:solidFill>
            <a:rou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3" name="Line 218"/>
          <p:cNvSpPr>
            <a:spLocks noChangeShapeType="1"/>
          </p:cNvSpPr>
          <p:nvPr/>
        </p:nvSpPr>
        <p:spPr bwMode="auto">
          <a:xfrm flipH="1">
            <a:off x="7670855" y="2064323"/>
            <a:ext cx="34925" cy="682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4" name="Line 219"/>
          <p:cNvSpPr>
            <a:spLocks noChangeShapeType="1"/>
          </p:cNvSpPr>
          <p:nvPr/>
        </p:nvSpPr>
        <p:spPr bwMode="auto">
          <a:xfrm>
            <a:off x="7372405" y="2235773"/>
            <a:ext cx="2682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5" name="Freeform 220"/>
          <p:cNvSpPr/>
          <p:nvPr/>
        </p:nvSpPr>
        <p:spPr bwMode="auto">
          <a:xfrm>
            <a:off x="7366055" y="2059561"/>
            <a:ext cx="274637" cy="115887"/>
          </a:xfrm>
          <a:custGeom>
            <a:avLst/>
            <a:gdLst>
              <a:gd name="T0" fmla="*/ 0 w 264"/>
              <a:gd name="T1" fmla="*/ 0 h 105"/>
              <a:gd name="T2" fmla="*/ 2147483647 w 264"/>
              <a:gd name="T3" fmla="*/ 0 h 105"/>
              <a:gd name="T4" fmla="*/ 2147483647 w 264"/>
              <a:gd name="T5" fmla="*/ 2147483647 h 105"/>
              <a:gd name="T6" fmla="*/ 2147483647 w 264"/>
              <a:gd name="T7" fmla="*/ 2147483647 h 105"/>
              <a:gd name="T8" fmla="*/ 0 60000 65536"/>
              <a:gd name="T9" fmla="*/ 0 60000 65536"/>
              <a:gd name="T10" fmla="*/ 0 60000 65536"/>
              <a:gd name="T11" fmla="*/ 0 60000 65536"/>
              <a:gd name="T12" fmla="*/ 0 w 264"/>
              <a:gd name="T13" fmla="*/ 0 h 105"/>
              <a:gd name="T14" fmla="*/ 264 w 264"/>
              <a:gd name="T15" fmla="*/ 105 h 105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64" h="105">
                <a:moveTo>
                  <a:pt x="0" y="0"/>
                </a:moveTo>
                <a:lnTo>
                  <a:pt x="52" y="0"/>
                </a:lnTo>
                <a:lnTo>
                  <a:pt x="207" y="105"/>
                </a:lnTo>
                <a:lnTo>
                  <a:pt x="264" y="105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6" name="Freeform 221"/>
          <p:cNvSpPr/>
          <p:nvPr/>
        </p:nvSpPr>
        <p:spPr bwMode="auto">
          <a:xfrm flipV="1">
            <a:off x="7366055" y="2296098"/>
            <a:ext cx="274637" cy="114300"/>
          </a:xfrm>
          <a:custGeom>
            <a:avLst/>
            <a:gdLst>
              <a:gd name="T0" fmla="*/ 0 w 264"/>
              <a:gd name="T1" fmla="*/ 0 h 105"/>
              <a:gd name="T2" fmla="*/ 2147483647 w 264"/>
              <a:gd name="T3" fmla="*/ 0 h 105"/>
              <a:gd name="T4" fmla="*/ 2147483647 w 264"/>
              <a:gd name="T5" fmla="*/ 2147483647 h 105"/>
              <a:gd name="T6" fmla="*/ 2147483647 w 264"/>
              <a:gd name="T7" fmla="*/ 2147483647 h 105"/>
              <a:gd name="T8" fmla="*/ 0 60000 65536"/>
              <a:gd name="T9" fmla="*/ 0 60000 65536"/>
              <a:gd name="T10" fmla="*/ 0 60000 65536"/>
              <a:gd name="T11" fmla="*/ 0 60000 65536"/>
              <a:gd name="T12" fmla="*/ 0 w 264"/>
              <a:gd name="T13" fmla="*/ 0 h 105"/>
              <a:gd name="T14" fmla="*/ 264 w 264"/>
              <a:gd name="T15" fmla="*/ 105 h 105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64" h="105">
                <a:moveTo>
                  <a:pt x="0" y="0"/>
                </a:moveTo>
                <a:lnTo>
                  <a:pt x="52" y="0"/>
                </a:lnTo>
                <a:lnTo>
                  <a:pt x="207" y="105"/>
                </a:lnTo>
                <a:lnTo>
                  <a:pt x="264" y="105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7" name="AutoShape 225"/>
          <p:cNvSpPr>
            <a:spLocks noChangeArrowheads="1"/>
          </p:cNvSpPr>
          <p:nvPr/>
        </p:nvSpPr>
        <p:spPr bwMode="auto">
          <a:xfrm>
            <a:off x="6946955" y="1559498"/>
            <a:ext cx="1206500" cy="261938"/>
          </a:xfrm>
          <a:prstGeom prst="triangle">
            <a:avLst>
              <a:gd name="adj" fmla="val 50000"/>
            </a:avLst>
          </a:prstGeom>
          <a:noFill/>
          <a:ln w="9525">
            <a:solidFill>
              <a:schemeClr val="tx1"/>
            </a:solidFill>
            <a:prstDash val="dashDot"/>
            <a:miter lim="800000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</p:txBody>
      </p:sp>
      <p:grpSp>
        <p:nvGrpSpPr>
          <p:cNvPr id="802" name="Group 326"/>
          <p:cNvGrpSpPr/>
          <p:nvPr/>
        </p:nvGrpSpPr>
        <p:grpSpPr bwMode="auto">
          <a:xfrm>
            <a:off x="2000305" y="1964311"/>
            <a:ext cx="609600" cy="609600"/>
            <a:chOff x="-44" y="1473"/>
            <a:chExt cx="981" cy="1105"/>
          </a:xfrm>
        </p:grpSpPr>
        <p:pic>
          <p:nvPicPr>
            <p:cNvPr id="803" name="Picture 327" descr="desktop_computer_stylized_medium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04" name="Freeform 328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59" name="Group 5"/>
          <p:cNvGrpSpPr/>
          <p:nvPr/>
        </p:nvGrpSpPr>
        <p:grpSpPr bwMode="auto">
          <a:xfrm>
            <a:off x="1815284" y="2250058"/>
            <a:ext cx="3092450" cy="1417637"/>
            <a:chOff x="256" y="1443"/>
            <a:chExt cx="1948" cy="893"/>
          </a:xfrm>
        </p:grpSpPr>
        <p:sp>
          <p:nvSpPr>
            <p:cNvPr id="260" name="Text Box 6"/>
            <p:cNvSpPr txBox="1">
              <a:spLocks noChangeArrowheads="1"/>
            </p:cNvSpPr>
            <p:nvPr/>
          </p:nvSpPr>
          <p:spPr bwMode="auto">
            <a:xfrm>
              <a:off x="256" y="1885"/>
              <a:ext cx="1948" cy="4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数据和电视信号在不同 </a:t>
              </a:r>
              <a:endParaRPr kumimoji="0" lang="en-US" altLang="en-US" sz="16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频率上通过共享电缆 </a:t>
              </a: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/>
              </a: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/>
              </a:r>
              <a:endParaRPr kumimoji="0" lang="en-US" altLang="en-US" sz="16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分配网络传输</a:t>
              </a:r>
              <a:endParaRPr kumimoji="0" lang="en-US" altLang="en-US" sz="16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61" name="Line 7"/>
            <p:cNvSpPr>
              <a:spLocks noChangeShapeType="1"/>
            </p:cNvSpPr>
            <p:nvPr/>
          </p:nvSpPr>
          <p:spPr bwMode="auto">
            <a:xfrm flipV="1">
              <a:off x="1452" y="1443"/>
              <a:ext cx="282" cy="476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263" name="Rectangle 3"/>
          <p:cNvSpPr>
            <a:spLocks noChangeArrowheads="1"/>
          </p:cNvSpPr>
          <p:nvPr/>
        </p:nvSpPr>
        <p:spPr bwMode="auto">
          <a:xfrm>
            <a:off x="952500" y="4196551"/>
            <a:ext cx="11503627" cy="2388300"/>
          </a:xfrm>
          <a:prstGeom prst="rect">
            <a:avLst/>
          </a:prstGeom>
          <a:noFill/>
          <a:ln>
            <a:noFill/>
          </a:ln>
        </p:spPr>
        <p:txBody>
          <a:bodyPr/>
          <a:lstStyle/>
          <a:p>
            <a:pPr marL="287655" marR="0" lvl="0" indent="-287655" algn="l" defTabSz="914400" rtl="0" eaLnBrk="1" fontAlgn="auto" latinLnBrk="0" hangingPunct="1">
              <a:lnSpc>
                <a:spcPct val="9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rPr>
              <a:t>HFC：混合光纤同轴电缆</a:t>
            </a: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MS PGothic" panose="020B0600070205080204" pitchFamily="34" charset="-128"/>
            </a:endParaRPr>
          </a:p>
          <a:p>
            <a:pPr marL="682625" marR="0" lvl="1" indent="-225425" algn="l" defTabSz="914400" rtl="0" eaLnBrk="1" fontAlgn="auto" latinLnBrk="0" hangingPunct="1">
              <a:lnSpc>
                <a:spcPct val="9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Arial" panose="020B0604020202020204"/>
              <a:buChar char="•"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rPr>
              <a:t>非对称：下行传输速率最高 40 Mbps 到 1.2 Gbps，上行传输速率 30-100 Mbps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MS PGothic" panose="020B0600070205080204" pitchFamily="34" charset="-128"/>
            </a:endParaRPr>
          </a:p>
          <a:p>
            <a:pPr marL="342900" marR="0" lvl="0" indent="-342900" algn="l" defTabSz="914400" rtl="0" eaLnBrk="1" fontAlgn="auto" latinLnBrk="0" hangingPunct="1">
              <a:lnSpc>
                <a:spcPct val="9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rPr>
              <a:t>由电缆和光纤组成的网络将家庭连接到 ISP 路由器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rPr>
              <a:t/>
            </a: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MS PGothic" panose="020B0600070205080204" pitchFamily="34" charset="-128"/>
            </a:endParaRPr>
          </a:p>
          <a:p>
            <a:pPr marL="682625" marR="0" lvl="1" indent="-225425" algn="l" defTabSz="914400" rtl="0" eaLnBrk="1" fontAlgn="auto" latinLnBrk="0" hangingPunct="1">
              <a:lnSpc>
                <a:spcPct val="9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Arial" panose="020B0604020202020204"/>
              <a:buChar char="•"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rPr>
              <a:t>家庭共享到有线电视前端的接入网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rPr>
              <a:t/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rPr>
              <a:t/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rPr>
              <a:t/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MS PGothic" panose="020B0600070205080204" pitchFamily="34" charset="-128"/>
            </a:endParaRPr>
          </a:p>
          <a:p>
            <a:pPr marL="742950" marR="0" lvl="1" indent="-28575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panose="05000000000000000000" charset="0"/>
              <a:buNone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Gill Sans MT" panose="020B0502020104020203" pitchFamily="34" charset="0"/>
              <a:ea typeface="MS PGothic" panose="020B0600070205080204" pitchFamily="34" charset="-128"/>
              <a:cs typeface="MS PGothic" panose="020B0600070205080204" pitchFamily="34" charset="-128"/>
            </a:endParaRPr>
          </a:p>
        </p:txBody>
      </p:sp>
      <p:grpSp>
        <p:nvGrpSpPr>
          <p:cNvPr id="5" name="Group 4"/>
          <p:cNvGrpSpPr/>
          <p:nvPr/>
        </p:nvGrpSpPr>
        <p:grpSpPr>
          <a:xfrm>
            <a:off x="6634372" y="2229423"/>
            <a:ext cx="3584575" cy="1858963"/>
            <a:chOff x="6634372" y="2229423"/>
            <a:chExt cx="3584575" cy="1858963"/>
          </a:xfrm>
        </p:grpSpPr>
        <p:grpSp>
          <p:nvGrpSpPr>
            <p:cNvPr id="256" name="Group 175"/>
            <p:cNvGrpSpPr/>
            <p:nvPr/>
          </p:nvGrpSpPr>
          <p:grpSpPr bwMode="auto">
            <a:xfrm>
              <a:off x="7701172" y="2391348"/>
              <a:ext cx="2517775" cy="508000"/>
              <a:chOff x="3912" y="1484"/>
              <a:chExt cx="1586" cy="320"/>
            </a:xfrm>
          </p:grpSpPr>
          <p:sp>
            <p:nvSpPr>
              <p:cNvPr id="257" name="Line 176"/>
              <p:cNvSpPr>
                <a:spLocks noChangeShapeType="1"/>
              </p:cNvSpPr>
              <p:nvPr/>
            </p:nvSpPr>
            <p:spPr bwMode="auto">
              <a:xfrm flipH="1" flipV="1">
                <a:off x="3912" y="1497"/>
                <a:ext cx="711" cy="94"/>
              </a:xfrm>
              <a:prstGeom prst="line">
                <a:avLst/>
              </a:prstGeom>
              <a:noFill/>
              <a:ln w="9525">
                <a:solidFill>
                  <a:srgbClr val="CC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8" name="Text Box 177"/>
              <p:cNvSpPr txBox="1">
                <a:spLocks noChangeArrowheads="1"/>
              </p:cNvSpPr>
              <p:nvPr/>
            </p:nvSpPr>
            <p:spPr bwMode="auto">
              <a:xfrm>
                <a:off x="4307" y="1484"/>
                <a:ext cx="1191" cy="32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85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600" b="0" i="1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电缆调制解调器</a:t>
                </a:r>
                <a:endPara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  <a:p>
                <a:pPr marL="0" marR="0" lvl="0" indent="0" algn="r" defTabSz="914400" rtl="0" eaLnBrk="1" fontAlgn="auto" latinLnBrk="0" hangingPunct="1">
                  <a:lnSpc>
                    <a:spcPct val="85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600" b="0" i="1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终端系统</a:t>
                </a:r>
                <a:endPara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62" name="Text Box 126"/>
            <p:cNvSpPr txBox="1">
              <a:spLocks noChangeArrowheads="1"/>
            </p:cNvSpPr>
            <p:nvPr/>
          </p:nvSpPr>
          <p:spPr bwMode="auto">
            <a:xfrm>
              <a:off x="7086655" y="2478661"/>
              <a:ext cx="950913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CMTS</a:t>
              </a: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55" name="Freeform 174"/>
            <p:cNvSpPr/>
            <p:nvPr/>
          </p:nvSpPr>
          <p:spPr bwMode="auto">
            <a:xfrm>
              <a:off x="7742447" y="2229423"/>
              <a:ext cx="206375" cy="927100"/>
            </a:xfrm>
            <a:custGeom>
              <a:avLst/>
              <a:gdLst>
                <a:gd name="T0" fmla="*/ 0 w 130"/>
                <a:gd name="T1" fmla="*/ 0 h 584"/>
                <a:gd name="T2" fmla="*/ 2147483647 w 130"/>
                <a:gd name="T3" fmla="*/ 0 h 584"/>
                <a:gd name="T4" fmla="*/ 2147483647 w 130"/>
                <a:gd name="T5" fmla="*/ 2147483647 h 584"/>
                <a:gd name="T6" fmla="*/ 0 60000 65536"/>
                <a:gd name="T7" fmla="*/ 0 60000 65536"/>
                <a:gd name="T8" fmla="*/ 0 60000 65536"/>
                <a:gd name="T9" fmla="*/ 0 w 130"/>
                <a:gd name="T10" fmla="*/ 0 h 584"/>
                <a:gd name="T11" fmla="*/ 130 w 130"/>
                <a:gd name="T12" fmla="*/ 584 h 58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30" h="584">
                  <a:moveTo>
                    <a:pt x="0" y="0"/>
                  </a:moveTo>
                  <a:lnTo>
                    <a:pt x="130" y="0"/>
                  </a:lnTo>
                  <a:lnTo>
                    <a:pt x="130" y="584"/>
                  </a:lnTo>
                </a:path>
              </a:pathLst>
            </a:cu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4" name="Group 3"/>
            <p:cNvGrpSpPr/>
            <p:nvPr/>
          </p:nvGrpSpPr>
          <p:grpSpPr>
            <a:xfrm>
              <a:off x="6634372" y="2940623"/>
              <a:ext cx="2178050" cy="1147763"/>
              <a:chOff x="6634372" y="2940623"/>
              <a:chExt cx="2178050" cy="1147763"/>
            </a:xfrm>
          </p:grpSpPr>
          <p:sp>
            <p:nvSpPr>
              <p:cNvPr id="210" name="Freeform 129"/>
              <p:cNvSpPr/>
              <p:nvPr/>
            </p:nvSpPr>
            <p:spPr bwMode="auto">
              <a:xfrm>
                <a:off x="6634372" y="2940623"/>
                <a:ext cx="2178050" cy="1147763"/>
              </a:xfrm>
              <a:custGeom>
                <a:avLst/>
                <a:gdLst>
                  <a:gd name="T0" fmla="*/ 1509012 w 765"/>
                  <a:gd name="T1" fmla="*/ 5729 h 459"/>
                  <a:gd name="T2" fmla="*/ 1027025 w 765"/>
                  <a:gd name="T3" fmla="*/ 40395 h 459"/>
                  <a:gd name="T4" fmla="*/ 340902 w 765"/>
                  <a:gd name="T5" fmla="*/ 58024 h 459"/>
                  <a:gd name="T6" fmla="*/ 49874 w 765"/>
                  <a:gd name="T7" fmla="*/ 194383 h 459"/>
                  <a:gd name="T8" fmla="*/ 640932 w 765"/>
                  <a:gd name="T9" fmla="*/ 256788 h 459"/>
                  <a:gd name="T10" fmla="*/ 1233656 w 765"/>
                  <a:gd name="T11" fmla="*/ 246677 h 459"/>
                  <a:gd name="T12" fmla="*/ 2079640 w 765"/>
                  <a:gd name="T13" fmla="*/ 256788 h 459"/>
                  <a:gd name="T14" fmla="*/ 2485867 w 765"/>
                  <a:gd name="T15" fmla="*/ 251149 h 459"/>
                  <a:gd name="T16" fmla="*/ 2678580 w 765"/>
                  <a:gd name="T17" fmla="*/ 215337 h 459"/>
                  <a:gd name="T18" fmla="*/ 2671282 w 765"/>
                  <a:gd name="T19" fmla="*/ 91397 h 459"/>
                  <a:gd name="T20" fmla="*/ 2357408 w 765"/>
                  <a:gd name="T21" fmla="*/ 19830 h 459"/>
                  <a:gd name="T22" fmla="*/ 1509012 w 765"/>
                  <a:gd name="T23" fmla="*/ 5729 h 45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765"/>
                  <a:gd name="T37" fmla="*/ 0 h 459"/>
                  <a:gd name="T38" fmla="*/ 765 w 765"/>
                  <a:gd name="T39" fmla="*/ 459 h 459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765" h="459">
                    <a:moveTo>
                      <a:pt x="424" y="10"/>
                    </a:moveTo>
                    <a:cubicBezTo>
                      <a:pt x="362" y="16"/>
                      <a:pt x="343" y="55"/>
                      <a:pt x="288" y="70"/>
                    </a:cubicBezTo>
                    <a:cubicBezTo>
                      <a:pt x="233" y="85"/>
                      <a:pt x="142" y="56"/>
                      <a:pt x="96" y="100"/>
                    </a:cubicBezTo>
                    <a:cubicBezTo>
                      <a:pt x="50" y="144"/>
                      <a:pt x="0" y="279"/>
                      <a:pt x="14" y="336"/>
                    </a:cubicBezTo>
                    <a:cubicBezTo>
                      <a:pt x="28" y="393"/>
                      <a:pt x="125" y="429"/>
                      <a:pt x="180" y="444"/>
                    </a:cubicBezTo>
                    <a:cubicBezTo>
                      <a:pt x="235" y="459"/>
                      <a:pt x="279" y="426"/>
                      <a:pt x="346" y="426"/>
                    </a:cubicBezTo>
                    <a:cubicBezTo>
                      <a:pt x="413" y="426"/>
                      <a:pt x="525" y="443"/>
                      <a:pt x="584" y="444"/>
                    </a:cubicBezTo>
                    <a:cubicBezTo>
                      <a:pt x="643" y="445"/>
                      <a:pt x="670" y="446"/>
                      <a:pt x="698" y="434"/>
                    </a:cubicBezTo>
                    <a:cubicBezTo>
                      <a:pt x="726" y="422"/>
                      <a:pt x="743" y="418"/>
                      <a:pt x="752" y="372"/>
                    </a:cubicBezTo>
                    <a:cubicBezTo>
                      <a:pt x="761" y="326"/>
                      <a:pt x="765" y="214"/>
                      <a:pt x="750" y="158"/>
                    </a:cubicBezTo>
                    <a:cubicBezTo>
                      <a:pt x="735" y="102"/>
                      <a:pt x="716" y="58"/>
                      <a:pt x="662" y="34"/>
                    </a:cubicBezTo>
                    <a:cubicBezTo>
                      <a:pt x="608" y="10"/>
                      <a:pt x="505" y="0"/>
                      <a:pt x="424" y="1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00CCFF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1" name="Line 130"/>
              <p:cNvSpPr>
                <a:spLocks noChangeShapeType="1"/>
              </p:cNvSpPr>
              <p:nvPr/>
            </p:nvSpPr>
            <p:spPr bwMode="auto">
              <a:xfrm flipV="1">
                <a:off x="7464635" y="3294636"/>
                <a:ext cx="168275" cy="12065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2" name="Line 131"/>
              <p:cNvSpPr>
                <a:spLocks noChangeShapeType="1"/>
              </p:cNvSpPr>
              <p:nvPr/>
            </p:nvSpPr>
            <p:spPr bwMode="auto">
              <a:xfrm>
                <a:off x="7231272" y="3534348"/>
                <a:ext cx="0" cy="1143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3" name="Line 132"/>
              <p:cNvSpPr>
                <a:spLocks noChangeShapeType="1"/>
              </p:cNvSpPr>
              <p:nvPr/>
            </p:nvSpPr>
            <p:spPr bwMode="auto">
              <a:xfrm flipV="1">
                <a:off x="7464635" y="3391473"/>
                <a:ext cx="358775" cy="40005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4" name="Line 133"/>
              <p:cNvSpPr>
                <a:spLocks noChangeShapeType="1"/>
              </p:cNvSpPr>
              <p:nvPr/>
            </p:nvSpPr>
            <p:spPr bwMode="auto">
              <a:xfrm>
                <a:off x="7961522" y="3389886"/>
                <a:ext cx="0" cy="27146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5" name="Line 134"/>
              <p:cNvSpPr>
                <a:spLocks noChangeShapeType="1"/>
              </p:cNvSpPr>
              <p:nvPr/>
            </p:nvSpPr>
            <p:spPr bwMode="auto">
              <a:xfrm>
                <a:off x="7490035" y="3813748"/>
                <a:ext cx="257175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6" name="Line 135"/>
              <p:cNvSpPr>
                <a:spLocks noChangeShapeType="1"/>
              </p:cNvSpPr>
              <p:nvPr/>
            </p:nvSpPr>
            <p:spPr bwMode="auto">
              <a:xfrm>
                <a:off x="8245685" y="3801048"/>
                <a:ext cx="24130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1" name="Line 172"/>
              <p:cNvSpPr>
                <a:spLocks noChangeShapeType="1"/>
              </p:cNvSpPr>
              <p:nvPr/>
            </p:nvSpPr>
            <p:spPr bwMode="auto">
              <a:xfrm>
                <a:off x="8510797" y="3797873"/>
                <a:ext cx="242888" cy="0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prstDash val="dash"/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2" name="Text Box 580"/>
              <p:cNvSpPr txBox="1">
                <a:spLocks noChangeArrowheads="1"/>
              </p:cNvSpPr>
              <p:nvPr/>
            </p:nvSpPr>
            <p:spPr bwMode="auto">
              <a:xfrm>
                <a:off x="8207585" y="3191448"/>
                <a:ext cx="552450" cy="3667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ISP</a:t>
                </a: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grpSp>
            <p:nvGrpSpPr>
              <p:cNvPr id="302" name="Group 301"/>
              <p:cNvGrpSpPr/>
              <p:nvPr/>
            </p:nvGrpSpPr>
            <p:grpSpPr>
              <a:xfrm>
                <a:off x="6972551" y="3193191"/>
                <a:ext cx="576221" cy="330754"/>
                <a:chOff x="7493876" y="2774731"/>
                <a:chExt cx="1481958" cy="894622"/>
              </a:xfrm>
            </p:grpSpPr>
            <p:sp>
              <p:nvSpPr>
                <p:cNvPr id="303" name="Freeform 302"/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-1" fmla="*/ 8187558 w 8187558"/>
                    <a:gd name="connsiteY0-2" fmla="*/ 0 h 2617076"/>
                    <a:gd name="connsiteX1-3" fmla="*/ 8187558 w 8187558"/>
                    <a:gd name="connsiteY1-4" fmla="*/ 1271752 h 2617076"/>
                    <a:gd name="connsiteX2-5" fmla="*/ 4025462 w 8187558"/>
                    <a:gd name="connsiteY2-6" fmla="*/ 2617076 h 2617076"/>
                    <a:gd name="connsiteX3-7" fmla="*/ 0 w 8187558"/>
                    <a:gd name="connsiteY3-8" fmla="*/ 1229711 h 2617076"/>
                    <a:gd name="connsiteX4-9" fmla="*/ 31531 w 8187558"/>
                    <a:gd name="connsiteY4-10" fmla="*/ 147145 h 2617076"/>
                    <a:gd name="connsiteX5-11" fmla="*/ 4046482 w 8187558"/>
                    <a:gd name="connsiteY5-12" fmla="*/ 1576552 h 2617076"/>
                    <a:gd name="connsiteX6-13" fmla="*/ 8187558 w 8187558"/>
                    <a:gd name="connsiteY6-14" fmla="*/ 0 h 2617076"/>
                    <a:gd name="connsiteX0-15" fmla="*/ 8187558 w 8187558"/>
                    <a:gd name="connsiteY0-16" fmla="*/ 0 h 2617076"/>
                    <a:gd name="connsiteX1-17" fmla="*/ 8187558 w 8187558"/>
                    <a:gd name="connsiteY1-18" fmla="*/ 1271752 h 2617076"/>
                    <a:gd name="connsiteX2-19" fmla="*/ 4025462 w 8187558"/>
                    <a:gd name="connsiteY2-20" fmla="*/ 2617076 h 2617076"/>
                    <a:gd name="connsiteX3-21" fmla="*/ 0 w 8187558"/>
                    <a:gd name="connsiteY3-22" fmla="*/ 1229711 h 2617076"/>
                    <a:gd name="connsiteX4-23" fmla="*/ 31531 w 8187558"/>
                    <a:gd name="connsiteY4-24" fmla="*/ 147145 h 2617076"/>
                    <a:gd name="connsiteX5-25" fmla="*/ 4046482 w 8187558"/>
                    <a:gd name="connsiteY5-26" fmla="*/ 1576552 h 2617076"/>
                    <a:gd name="connsiteX6-27" fmla="*/ 8187558 w 8187558"/>
                    <a:gd name="connsiteY6-28" fmla="*/ 0 h 2617076"/>
                    <a:gd name="connsiteX0-29" fmla="*/ 8187558 w 8187558"/>
                    <a:gd name="connsiteY0-30" fmla="*/ 0 h 2617076"/>
                    <a:gd name="connsiteX1-31" fmla="*/ 8187558 w 8187558"/>
                    <a:gd name="connsiteY1-32" fmla="*/ 1271752 h 2617076"/>
                    <a:gd name="connsiteX2-33" fmla="*/ 4025462 w 8187558"/>
                    <a:gd name="connsiteY2-34" fmla="*/ 2617076 h 2617076"/>
                    <a:gd name="connsiteX3-35" fmla="*/ 0 w 8187558"/>
                    <a:gd name="connsiteY3-36" fmla="*/ 1229711 h 2617076"/>
                    <a:gd name="connsiteX4-37" fmla="*/ 31531 w 8187558"/>
                    <a:gd name="connsiteY4-38" fmla="*/ 147145 h 2617076"/>
                    <a:gd name="connsiteX5-39" fmla="*/ 4046482 w 8187558"/>
                    <a:gd name="connsiteY5-40" fmla="*/ 1576552 h 2617076"/>
                    <a:gd name="connsiteX6-41" fmla="*/ 8187558 w 8187558"/>
                    <a:gd name="connsiteY6-42" fmla="*/ 0 h 2617076"/>
                    <a:gd name="connsiteX0-43" fmla="*/ 8187558 w 8187558"/>
                    <a:gd name="connsiteY0-44" fmla="*/ 0 h 2617076"/>
                    <a:gd name="connsiteX1-45" fmla="*/ 8187558 w 8187558"/>
                    <a:gd name="connsiteY1-46" fmla="*/ 1271752 h 2617076"/>
                    <a:gd name="connsiteX2-47" fmla="*/ 4025462 w 8187558"/>
                    <a:gd name="connsiteY2-48" fmla="*/ 2617076 h 2617076"/>
                    <a:gd name="connsiteX3-49" fmla="*/ 0 w 8187558"/>
                    <a:gd name="connsiteY3-50" fmla="*/ 1229711 h 2617076"/>
                    <a:gd name="connsiteX4-51" fmla="*/ 31531 w 8187558"/>
                    <a:gd name="connsiteY4-52" fmla="*/ 147145 h 2617076"/>
                    <a:gd name="connsiteX5-53" fmla="*/ 4046482 w 8187558"/>
                    <a:gd name="connsiteY5-54" fmla="*/ 1576552 h 2617076"/>
                    <a:gd name="connsiteX6-55" fmla="*/ 8187558 w 8187558"/>
                    <a:gd name="connsiteY6-56" fmla="*/ 0 h 2617076"/>
                    <a:gd name="connsiteX0-57" fmla="*/ 8187558 w 8187558"/>
                    <a:gd name="connsiteY0-58" fmla="*/ 0 h 2617076"/>
                    <a:gd name="connsiteX1-59" fmla="*/ 8187558 w 8187558"/>
                    <a:gd name="connsiteY1-60" fmla="*/ 1271752 h 2617076"/>
                    <a:gd name="connsiteX2-61" fmla="*/ 4025462 w 8187558"/>
                    <a:gd name="connsiteY2-62" fmla="*/ 2617076 h 2617076"/>
                    <a:gd name="connsiteX3-63" fmla="*/ 0 w 8187558"/>
                    <a:gd name="connsiteY3-64" fmla="*/ 1229711 h 2617076"/>
                    <a:gd name="connsiteX4-65" fmla="*/ 31531 w 8187558"/>
                    <a:gd name="connsiteY4-66" fmla="*/ 147145 h 2617076"/>
                    <a:gd name="connsiteX5-67" fmla="*/ 4046482 w 8187558"/>
                    <a:gd name="connsiteY5-68" fmla="*/ 1576552 h 2617076"/>
                    <a:gd name="connsiteX6-69" fmla="*/ 8187558 w 8187558"/>
                    <a:gd name="connsiteY6-70" fmla="*/ 0 h 2617076"/>
                    <a:gd name="connsiteX0-71" fmla="*/ 8187558 w 8187558"/>
                    <a:gd name="connsiteY0-72" fmla="*/ 0 h 2617076"/>
                    <a:gd name="connsiteX1-73" fmla="*/ 8187558 w 8187558"/>
                    <a:gd name="connsiteY1-74" fmla="*/ 1271752 h 2617076"/>
                    <a:gd name="connsiteX2-75" fmla="*/ 4025462 w 8187558"/>
                    <a:gd name="connsiteY2-76" fmla="*/ 2617076 h 2617076"/>
                    <a:gd name="connsiteX3-77" fmla="*/ 0 w 8187558"/>
                    <a:gd name="connsiteY3-78" fmla="*/ 1229711 h 2617076"/>
                    <a:gd name="connsiteX4-79" fmla="*/ 31531 w 8187558"/>
                    <a:gd name="connsiteY4-80" fmla="*/ 147145 h 2617076"/>
                    <a:gd name="connsiteX5-81" fmla="*/ 4046482 w 8187558"/>
                    <a:gd name="connsiteY5-82" fmla="*/ 1576552 h 2617076"/>
                    <a:gd name="connsiteX6-83" fmla="*/ 8187558 w 8187558"/>
                    <a:gd name="connsiteY6-84" fmla="*/ 0 h 2617076"/>
                    <a:gd name="connsiteX0-85" fmla="*/ 8187558 w 8187558"/>
                    <a:gd name="connsiteY0-86" fmla="*/ 0 h 2638097"/>
                    <a:gd name="connsiteX1-87" fmla="*/ 8187558 w 8187558"/>
                    <a:gd name="connsiteY1-88" fmla="*/ 1271752 h 2638097"/>
                    <a:gd name="connsiteX2-89" fmla="*/ 4099035 w 8187558"/>
                    <a:gd name="connsiteY2-90" fmla="*/ 2638097 h 2638097"/>
                    <a:gd name="connsiteX3-91" fmla="*/ 0 w 8187558"/>
                    <a:gd name="connsiteY3-92" fmla="*/ 1229711 h 2638097"/>
                    <a:gd name="connsiteX4-93" fmla="*/ 31531 w 8187558"/>
                    <a:gd name="connsiteY4-94" fmla="*/ 147145 h 2638097"/>
                    <a:gd name="connsiteX5-95" fmla="*/ 4046482 w 8187558"/>
                    <a:gd name="connsiteY5-96" fmla="*/ 1576552 h 2638097"/>
                    <a:gd name="connsiteX6-97" fmla="*/ 8187558 w 8187558"/>
                    <a:gd name="connsiteY6-98" fmla="*/ 0 h 2638097"/>
                    <a:gd name="connsiteX0-99" fmla="*/ 8187558 w 8187558"/>
                    <a:gd name="connsiteY0-100" fmla="*/ 0 h 2638097"/>
                    <a:gd name="connsiteX1-101" fmla="*/ 8187558 w 8187558"/>
                    <a:gd name="connsiteY1-102" fmla="*/ 1271752 h 2638097"/>
                    <a:gd name="connsiteX2-103" fmla="*/ 4099035 w 8187558"/>
                    <a:gd name="connsiteY2-104" fmla="*/ 2638097 h 2638097"/>
                    <a:gd name="connsiteX3-105" fmla="*/ 0 w 8187558"/>
                    <a:gd name="connsiteY3-106" fmla="*/ 1229711 h 2638097"/>
                    <a:gd name="connsiteX4-107" fmla="*/ 31531 w 8187558"/>
                    <a:gd name="connsiteY4-108" fmla="*/ 147145 h 2638097"/>
                    <a:gd name="connsiteX5-109" fmla="*/ 4046482 w 8187558"/>
                    <a:gd name="connsiteY5-110" fmla="*/ 1576552 h 2638097"/>
                    <a:gd name="connsiteX6-111" fmla="*/ 8187558 w 8187558"/>
                    <a:gd name="connsiteY6-112" fmla="*/ 0 h 2638097"/>
                    <a:gd name="connsiteX0-113" fmla="*/ 8187558 w 8187558"/>
                    <a:gd name="connsiteY0-114" fmla="*/ 0 h 2638097"/>
                    <a:gd name="connsiteX1-115" fmla="*/ 8187558 w 8187558"/>
                    <a:gd name="connsiteY1-116" fmla="*/ 1271752 h 2638097"/>
                    <a:gd name="connsiteX2-117" fmla="*/ 4099035 w 8187558"/>
                    <a:gd name="connsiteY2-118" fmla="*/ 2638097 h 2638097"/>
                    <a:gd name="connsiteX3-119" fmla="*/ 0 w 8187558"/>
                    <a:gd name="connsiteY3-120" fmla="*/ 1229711 h 2638097"/>
                    <a:gd name="connsiteX4-121" fmla="*/ 31531 w 8187558"/>
                    <a:gd name="connsiteY4-122" fmla="*/ 147145 h 2638097"/>
                    <a:gd name="connsiteX5-123" fmla="*/ 4046482 w 8187558"/>
                    <a:gd name="connsiteY5-124" fmla="*/ 1576552 h 2638097"/>
                    <a:gd name="connsiteX6-125" fmla="*/ 8187558 w 8187558"/>
                    <a:gd name="connsiteY6-126" fmla="*/ 0 h 2638097"/>
                    <a:gd name="connsiteX0-127" fmla="*/ 8187558 w 8187558"/>
                    <a:gd name="connsiteY0-128" fmla="*/ 0 h 2638097"/>
                    <a:gd name="connsiteX1-129" fmla="*/ 8187558 w 8187558"/>
                    <a:gd name="connsiteY1-130" fmla="*/ 1271752 h 2638097"/>
                    <a:gd name="connsiteX2-131" fmla="*/ 4099035 w 8187558"/>
                    <a:gd name="connsiteY2-132" fmla="*/ 2638097 h 2638097"/>
                    <a:gd name="connsiteX3-133" fmla="*/ 0 w 8187558"/>
                    <a:gd name="connsiteY3-134" fmla="*/ 1229711 h 2638097"/>
                    <a:gd name="connsiteX4-135" fmla="*/ 31531 w 8187558"/>
                    <a:gd name="connsiteY4-136" fmla="*/ 147145 h 2638097"/>
                    <a:gd name="connsiteX5-137" fmla="*/ 4046482 w 8187558"/>
                    <a:gd name="connsiteY5-138" fmla="*/ 1576552 h 2638097"/>
                    <a:gd name="connsiteX6-139" fmla="*/ 8187558 w 8187558"/>
                    <a:gd name="connsiteY6-140" fmla="*/ 0 h 2638097"/>
                    <a:gd name="connsiteX0-141" fmla="*/ 8187558 w 8187558"/>
                    <a:gd name="connsiteY0-142" fmla="*/ 0 h 2638097"/>
                    <a:gd name="connsiteX1-143" fmla="*/ 8187558 w 8187558"/>
                    <a:gd name="connsiteY1-144" fmla="*/ 1271752 h 2638097"/>
                    <a:gd name="connsiteX2-145" fmla="*/ 4099035 w 8187558"/>
                    <a:gd name="connsiteY2-146" fmla="*/ 2638097 h 2638097"/>
                    <a:gd name="connsiteX3-147" fmla="*/ 0 w 8187558"/>
                    <a:gd name="connsiteY3-148" fmla="*/ 1229711 h 2638097"/>
                    <a:gd name="connsiteX4-149" fmla="*/ 31531 w 8187558"/>
                    <a:gd name="connsiteY4-150" fmla="*/ 147145 h 2638097"/>
                    <a:gd name="connsiteX5-151" fmla="*/ 4088524 w 8187558"/>
                    <a:gd name="connsiteY5-152" fmla="*/ 1597573 h 2638097"/>
                    <a:gd name="connsiteX6-153" fmla="*/ 8187558 w 8187558"/>
                    <a:gd name="connsiteY6-154" fmla="*/ 0 h 2638097"/>
                    <a:gd name="connsiteX0-155" fmla="*/ 8187558 w 8187558"/>
                    <a:gd name="connsiteY0-156" fmla="*/ 0 h 2638097"/>
                    <a:gd name="connsiteX1-157" fmla="*/ 8187558 w 8187558"/>
                    <a:gd name="connsiteY1-158" fmla="*/ 1271752 h 2638097"/>
                    <a:gd name="connsiteX2-159" fmla="*/ 4099035 w 8187558"/>
                    <a:gd name="connsiteY2-160" fmla="*/ 2638097 h 2638097"/>
                    <a:gd name="connsiteX3-161" fmla="*/ 0 w 8187558"/>
                    <a:gd name="connsiteY3-162" fmla="*/ 1229711 h 2638097"/>
                    <a:gd name="connsiteX4-163" fmla="*/ 31531 w 8187558"/>
                    <a:gd name="connsiteY4-164" fmla="*/ 147145 h 2638097"/>
                    <a:gd name="connsiteX5-165" fmla="*/ 4088524 w 8187558"/>
                    <a:gd name="connsiteY5-166" fmla="*/ 1597573 h 2638097"/>
                    <a:gd name="connsiteX6-167" fmla="*/ 8187558 w 8187558"/>
                    <a:gd name="connsiteY6-168" fmla="*/ 0 h 2638097"/>
                    <a:gd name="connsiteX0-169" fmla="*/ 8187558 w 8187558"/>
                    <a:gd name="connsiteY0-170" fmla="*/ 0 h 2638097"/>
                    <a:gd name="connsiteX1-171" fmla="*/ 8187558 w 8187558"/>
                    <a:gd name="connsiteY1-172" fmla="*/ 1271752 h 2638097"/>
                    <a:gd name="connsiteX2-173" fmla="*/ 4099035 w 8187558"/>
                    <a:gd name="connsiteY2-174" fmla="*/ 2638097 h 2638097"/>
                    <a:gd name="connsiteX3-175" fmla="*/ 0 w 8187558"/>
                    <a:gd name="connsiteY3-176" fmla="*/ 1229711 h 2638097"/>
                    <a:gd name="connsiteX4-177" fmla="*/ 31531 w 8187558"/>
                    <a:gd name="connsiteY4-178" fmla="*/ 147145 h 2638097"/>
                    <a:gd name="connsiteX5-179" fmla="*/ 4099035 w 8187558"/>
                    <a:gd name="connsiteY5-180" fmla="*/ 1566042 h 2638097"/>
                    <a:gd name="connsiteX6-181" fmla="*/ 8187558 w 8187558"/>
                    <a:gd name="connsiteY6-182" fmla="*/ 0 h 2638097"/>
                    <a:gd name="connsiteX0-183" fmla="*/ 8187558 w 8187558"/>
                    <a:gd name="connsiteY0-184" fmla="*/ 0 h 2638097"/>
                    <a:gd name="connsiteX1-185" fmla="*/ 8187558 w 8187558"/>
                    <a:gd name="connsiteY1-186" fmla="*/ 1271752 h 2638097"/>
                    <a:gd name="connsiteX2-187" fmla="*/ 4099035 w 8187558"/>
                    <a:gd name="connsiteY2-188" fmla="*/ 2638097 h 2638097"/>
                    <a:gd name="connsiteX3-189" fmla="*/ 0 w 8187558"/>
                    <a:gd name="connsiteY3-190" fmla="*/ 1229711 h 2638097"/>
                    <a:gd name="connsiteX4-191" fmla="*/ 31531 w 8187558"/>
                    <a:gd name="connsiteY4-192" fmla="*/ 147145 h 2638097"/>
                    <a:gd name="connsiteX5-193" fmla="*/ 4099035 w 8187558"/>
                    <a:gd name="connsiteY5-194" fmla="*/ 1566042 h 2638097"/>
                    <a:gd name="connsiteX6-195" fmla="*/ 8187558 w 8187558"/>
                    <a:gd name="connsiteY6-196" fmla="*/ 0 h 2638097"/>
                    <a:gd name="connsiteX0-197" fmla="*/ 8187558 w 8187558"/>
                    <a:gd name="connsiteY0-198" fmla="*/ 0 h 2638097"/>
                    <a:gd name="connsiteX1-199" fmla="*/ 8187558 w 8187558"/>
                    <a:gd name="connsiteY1-200" fmla="*/ 1271752 h 2638097"/>
                    <a:gd name="connsiteX2-201" fmla="*/ 4099035 w 8187558"/>
                    <a:gd name="connsiteY2-202" fmla="*/ 2638097 h 2638097"/>
                    <a:gd name="connsiteX3-203" fmla="*/ 0 w 8187558"/>
                    <a:gd name="connsiteY3-204" fmla="*/ 1229711 h 2638097"/>
                    <a:gd name="connsiteX4-205" fmla="*/ 31531 w 8187558"/>
                    <a:gd name="connsiteY4-206" fmla="*/ 147145 h 2638097"/>
                    <a:gd name="connsiteX5-207" fmla="*/ 4099035 w 8187558"/>
                    <a:gd name="connsiteY5-208" fmla="*/ 1566042 h 2638097"/>
                    <a:gd name="connsiteX6-209" fmla="*/ 8187558 w 8187558"/>
                    <a:gd name="connsiteY6-210" fmla="*/ 0 h 2638097"/>
                    <a:gd name="connsiteX0-211" fmla="*/ 8187558 w 8187558"/>
                    <a:gd name="connsiteY0-212" fmla="*/ 0 h 2638097"/>
                    <a:gd name="connsiteX1-213" fmla="*/ 8187558 w 8187558"/>
                    <a:gd name="connsiteY1-214" fmla="*/ 1271752 h 2638097"/>
                    <a:gd name="connsiteX2-215" fmla="*/ 4099035 w 8187558"/>
                    <a:gd name="connsiteY2-216" fmla="*/ 2638097 h 2638097"/>
                    <a:gd name="connsiteX3-217" fmla="*/ 0 w 8187558"/>
                    <a:gd name="connsiteY3-218" fmla="*/ 1229711 h 2638097"/>
                    <a:gd name="connsiteX4-219" fmla="*/ 31531 w 8187558"/>
                    <a:gd name="connsiteY4-220" fmla="*/ 147145 h 2638097"/>
                    <a:gd name="connsiteX5-221" fmla="*/ 4099035 w 8187558"/>
                    <a:gd name="connsiteY5-222" fmla="*/ 1566042 h 2638097"/>
                    <a:gd name="connsiteX6-223" fmla="*/ 8187558 w 8187558"/>
                    <a:gd name="connsiteY6-224" fmla="*/ 0 h 2638097"/>
                    <a:gd name="connsiteX0-225" fmla="*/ 8187558 w 8187558"/>
                    <a:gd name="connsiteY0-226" fmla="*/ 0 h 2638097"/>
                    <a:gd name="connsiteX1-227" fmla="*/ 8187558 w 8187558"/>
                    <a:gd name="connsiteY1-228" fmla="*/ 1271752 h 2638097"/>
                    <a:gd name="connsiteX2-229" fmla="*/ 4099035 w 8187558"/>
                    <a:gd name="connsiteY2-230" fmla="*/ 2638097 h 2638097"/>
                    <a:gd name="connsiteX3-231" fmla="*/ 0 w 8187558"/>
                    <a:gd name="connsiteY3-232" fmla="*/ 1229711 h 2638097"/>
                    <a:gd name="connsiteX4-233" fmla="*/ 31531 w 8187558"/>
                    <a:gd name="connsiteY4-234" fmla="*/ 147145 h 2638097"/>
                    <a:gd name="connsiteX5-235" fmla="*/ 4099035 w 8187558"/>
                    <a:gd name="connsiteY5-236" fmla="*/ 1566042 h 2638097"/>
                    <a:gd name="connsiteX6-237" fmla="*/ 8187558 w 8187558"/>
                    <a:gd name="connsiteY6-238" fmla="*/ 0 h 2638097"/>
                    <a:gd name="connsiteX0-239" fmla="*/ 8187558 w 8187558"/>
                    <a:gd name="connsiteY0-240" fmla="*/ 0 h 2638097"/>
                    <a:gd name="connsiteX1-241" fmla="*/ 8187558 w 8187558"/>
                    <a:gd name="connsiteY1-242" fmla="*/ 1271752 h 2638097"/>
                    <a:gd name="connsiteX2-243" fmla="*/ 4099035 w 8187558"/>
                    <a:gd name="connsiteY2-244" fmla="*/ 2638097 h 2638097"/>
                    <a:gd name="connsiteX3-245" fmla="*/ 0 w 8187558"/>
                    <a:gd name="connsiteY3-246" fmla="*/ 1229711 h 2638097"/>
                    <a:gd name="connsiteX4-247" fmla="*/ 31531 w 8187558"/>
                    <a:gd name="connsiteY4-248" fmla="*/ 147145 h 2638097"/>
                    <a:gd name="connsiteX5-249" fmla="*/ 4099035 w 8187558"/>
                    <a:gd name="connsiteY5-250" fmla="*/ 1566042 h 2638097"/>
                    <a:gd name="connsiteX6-251" fmla="*/ 8187558 w 8187558"/>
                    <a:gd name="connsiteY6-252" fmla="*/ 0 h 2638097"/>
                    <a:gd name="connsiteX0-253" fmla="*/ 8187558 w 8187558"/>
                    <a:gd name="connsiteY0-254" fmla="*/ 0 h 2638097"/>
                    <a:gd name="connsiteX1-255" fmla="*/ 8187558 w 8187558"/>
                    <a:gd name="connsiteY1-256" fmla="*/ 1271752 h 2638097"/>
                    <a:gd name="connsiteX2-257" fmla="*/ 4099035 w 8187558"/>
                    <a:gd name="connsiteY2-258" fmla="*/ 2638097 h 2638097"/>
                    <a:gd name="connsiteX3-259" fmla="*/ 0 w 8187558"/>
                    <a:gd name="connsiteY3-260" fmla="*/ 1229711 h 2638097"/>
                    <a:gd name="connsiteX4-261" fmla="*/ 31531 w 8187558"/>
                    <a:gd name="connsiteY4-262" fmla="*/ 147145 h 2638097"/>
                    <a:gd name="connsiteX5-263" fmla="*/ 4099035 w 8187558"/>
                    <a:gd name="connsiteY5-264" fmla="*/ 1566042 h 2638097"/>
                    <a:gd name="connsiteX6-265" fmla="*/ 8187558 w 8187558"/>
                    <a:gd name="connsiteY6-266" fmla="*/ 0 h 2638097"/>
                    <a:gd name="connsiteX0-267" fmla="*/ 8187558 w 8187558"/>
                    <a:gd name="connsiteY0-268" fmla="*/ 0 h 2638097"/>
                    <a:gd name="connsiteX1-269" fmla="*/ 8187558 w 8187558"/>
                    <a:gd name="connsiteY1-270" fmla="*/ 1271752 h 2638097"/>
                    <a:gd name="connsiteX2-271" fmla="*/ 4099035 w 8187558"/>
                    <a:gd name="connsiteY2-272" fmla="*/ 2638097 h 2638097"/>
                    <a:gd name="connsiteX3-273" fmla="*/ 0 w 8187558"/>
                    <a:gd name="connsiteY3-274" fmla="*/ 1229711 h 2638097"/>
                    <a:gd name="connsiteX4-275" fmla="*/ 31531 w 8187558"/>
                    <a:gd name="connsiteY4-276" fmla="*/ 147145 h 2638097"/>
                    <a:gd name="connsiteX5-277" fmla="*/ 4099035 w 8187558"/>
                    <a:gd name="connsiteY5-278" fmla="*/ 1566042 h 2638097"/>
                    <a:gd name="connsiteX6-279" fmla="*/ 8187558 w 8187558"/>
                    <a:gd name="connsiteY6-280" fmla="*/ 0 h 2638097"/>
                    <a:gd name="connsiteX0-281" fmla="*/ 8187558 w 8187558"/>
                    <a:gd name="connsiteY0-282" fmla="*/ 0 h 2638097"/>
                    <a:gd name="connsiteX1-283" fmla="*/ 8187558 w 8187558"/>
                    <a:gd name="connsiteY1-284" fmla="*/ 1271752 h 2638097"/>
                    <a:gd name="connsiteX2-285" fmla="*/ 4099035 w 8187558"/>
                    <a:gd name="connsiteY2-286" fmla="*/ 2638097 h 2638097"/>
                    <a:gd name="connsiteX3-287" fmla="*/ 0 w 8187558"/>
                    <a:gd name="connsiteY3-288" fmla="*/ 1229711 h 2638097"/>
                    <a:gd name="connsiteX4-289" fmla="*/ 31531 w 8187558"/>
                    <a:gd name="connsiteY4-290" fmla="*/ 147145 h 2638097"/>
                    <a:gd name="connsiteX5-291" fmla="*/ 4099035 w 8187558"/>
                    <a:gd name="connsiteY5-292" fmla="*/ 1566042 h 2638097"/>
                    <a:gd name="connsiteX6-293" fmla="*/ 8187558 w 8187558"/>
                    <a:gd name="connsiteY6-294" fmla="*/ 0 h 2638097"/>
                    <a:gd name="connsiteX0-295" fmla="*/ 8176538 w 8176538"/>
                    <a:gd name="connsiteY0-296" fmla="*/ 0 h 2638097"/>
                    <a:gd name="connsiteX1-297" fmla="*/ 8176538 w 8176538"/>
                    <a:gd name="connsiteY1-298" fmla="*/ 1271752 h 2638097"/>
                    <a:gd name="connsiteX2-299" fmla="*/ 4088015 w 8176538"/>
                    <a:gd name="connsiteY2-300" fmla="*/ 2638097 h 2638097"/>
                    <a:gd name="connsiteX3-301" fmla="*/ 0 w 8176538"/>
                    <a:gd name="connsiteY3-302" fmla="*/ 1269888 h 2638097"/>
                    <a:gd name="connsiteX4-303" fmla="*/ 20511 w 8176538"/>
                    <a:gd name="connsiteY4-304" fmla="*/ 147145 h 2638097"/>
                    <a:gd name="connsiteX5-305" fmla="*/ 4088015 w 8176538"/>
                    <a:gd name="connsiteY5-306" fmla="*/ 1566042 h 2638097"/>
                    <a:gd name="connsiteX6-307" fmla="*/ 8176538 w 8176538"/>
                    <a:gd name="connsiteY6-308" fmla="*/ 0 h 2638097"/>
                    <a:gd name="connsiteX0-309" fmla="*/ 8176538 w 8176538"/>
                    <a:gd name="connsiteY0-310" fmla="*/ 0 h 2772020"/>
                    <a:gd name="connsiteX1-311" fmla="*/ 8176538 w 8176538"/>
                    <a:gd name="connsiteY1-312" fmla="*/ 1271752 h 2772020"/>
                    <a:gd name="connsiteX2-313" fmla="*/ 4099034 w 8176538"/>
                    <a:gd name="connsiteY2-314" fmla="*/ 2772020 h 2772020"/>
                    <a:gd name="connsiteX3-315" fmla="*/ 0 w 8176538"/>
                    <a:gd name="connsiteY3-316" fmla="*/ 1269888 h 2772020"/>
                    <a:gd name="connsiteX4-317" fmla="*/ 20511 w 8176538"/>
                    <a:gd name="connsiteY4-318" fmla="*/ 147145 h 2772020"/>
                    <a:gd name="connsiteX5-319" fmla="*/ 4088015 w 8176538"/>
                    <a:gd name="connsiteY5-320" fmla="*/ 1566042 h 2772020"/>
                    <a:gd name="connsiteX6-321" fmla="*/ 8176538 w 8176538"/>
                    <a:gd name="connsiteY6-322" fmla="*/ 0 h 2772020"/>
                    <a:gd name="connsiteX0-323" fmla="*/ 8176538 w 8176538"/>
                    <a:gd name="connsiteY0-324" fmla="*/ 0 h 2772339"/>
                    <a:gd name="connsiteX1-325" fmla="*/ 8176538 w 8176538"/>
                    <a:gd name="connsiteY1-326" fmla="*/ 1378890 h 2772339"/>
                    <a:gd name="connsiteX2-327" fmla="*/ 4099034 w 8176538"/>
                    <a:gd name="connsiteY2-328" fmla="*/ 2772020 h 2772339"/>
                    <a:gd name="connsiteX3-329" fmla="*/ 0 w 8176538"/>
                    <a:gd name="connsiteY3-330" fmla="*/ 1269888 h 2772339"/>
                    <a:gd name="connsiteX4-331" fmla="*/ 20511 w 8176538"/>
                    <a:gd name="connsiteY4-332" fmla="*/ 147145 h 2772339"/>
                    <a:gd name="connsiteX5-333" fmla="*/ 4088015 w 8176538"/>
                    <a:gd name="connsiteY5-334" fmla="*/ 1566042 h 2772339"/>
                    <a:gd name="connsiteX6-335" fmla="*/ 8176538 w 8176538"/>
                    <a:gd name="connsiteY6-336" fmla="*/ 0 h 2772339"/>
                    <a:gd name="connsiteX0-337" fmla="*/ 8176538 w 8176538"/>
                    <a:gd name="connsiteY0-338" fmla="*/ 0 h 2825888"/>
                    <a:gd name="connsiteX1-339" fmla="*/ 8176538 w 8176538"/>
                    <a:gd name="connsiteY1-340" fmla="*/ 1378890 h 2825888"/>
                    <a:gd name="connsiteX2-341" fmla="*/ 4099034 w 8176538"/>
                    <a:gd name="connsiteY2-342" fmla="*/ 2825590 h 2825888"/>
                    <a:gd name="connsiteX3-343" fmla="*/ 0 w 8176538"/>
                    <a:gd name="connsiteY3-344" fmla="*/ 1269888 h 2825888"/>
                    <a:gd name="connsiteX4-345" fmla="*/ 20511 w 8176538"/>
                    <a:gd name="connsiteY4-346" fmla="*/ 147145 h 2825888"/>
                    <a:gd name="connsiteX5-347" fmla="*/ 4088015 w 8176538"/>
                    <a:gd name="connsiteY5-348" fmla="*/ 1566042 h 2825888"/>
                    <a:gd name="connsiteX6-349" fmla="*/ 8176538 w 8176538"/>
                    <a:gd name="connsiteY6-350" fmla="*/ 0 h 2825888"/>
                    <a:gd name="connsiteX0-351" fmla="*/ 8165518 w 8165518"/>
                    <a:gd name="connsiteY0-352" fmla="*/ 0 h 2825606"/>
                    <a:gd name="connsiteX1-353" fmla="*/ 8165518 w 8165518"/>
                    <a:gd name="connsiteY1-354" fmla="*/ 1378890 h 2825606"/>
                    <a:gd name="connsiteX2-355" fmla="*/ 4088014 w 8165518"/>
                    <a:gd name="connsiteY2-356" fmla="*/ 2825590 h 2825606"/>
                    <a:gd name="connsiteX3-357" fmla="*/ 0 w 8165518"/>
                    <a:gd name="connsiteY3-358" fmla="*/ 1403811 h 2825606"/>
                    <a:gd name="connsiteX4-359" fmla="*/ 9491 w 8165518"/>
                    <a:gd name="connsiteY4-360" fmla="*/ 147145 h 2825606"/>
                    <a:gd name="connsiteX5-361" fmla="*/ 4076995 w 8165518"/>
                    <a:gd name="connsiteY5-362" fmla="*/ 1566042 h 2825606"/>
                    <a:gd name="connsiteX6-363" fmla="*/ 8165518 w 8165518"/>
                    <a:gd name="connsiteY6-364" fmla="*/ 0 h 2825606"/>
                    <a:gd name="connsiteX0-365" fmla="*/ 8165518 w 8165518"/>
                    <a:gd name="connsiteY0-366" fmla="*/ 0 h 2879174"/>
                    <a:gd name="connsiteX1-367" fmla="*/ 8165518 w 8165518"/>
                    <a:gd name="connsiteY1-368" fmla="*/ 1378890 h 2879174"/>
                    <a:gd name="connsiteX2-369" fmla="*/ 4132092 w 8165518"/>
                    <a:gd name="connsiteY2-370" fmla="*/ 2879159 h 2879174"/>
                    <a:gd name="connsiteX3-371" fmla="*/ 0 w 8165518"/>
                    <a:gd name="connsiteY3-372" fmla="*/ 1403811 h 2879174"/>
                    <a:gd name="connsiteX4-373" fmla="*/ 9491 w 8165518"/>
                    <a:gd name="connsiteY4-374" fmla="*/ 147145 h 2879174"/>
                    <a:gd name="connsiteX5-375" fmla="*/ 4076995 w 8165518"/>
                    <a:gd name="connsiteY5-376" fmla="*/ 1566042 h 2879174"/>
                    <a:gd name="connsiteX6-377" fmla="*/ 8165518 w 8165518"/>
                    <a:gd name="connsiteY6-378" fmla="*/ 0 h 2879174"/>
                    <a:gd name="connsiteX0-379" fmla="*/ 8165518 w 8176537"/>
                    <a:gd name="connsiteY0-380" fmla="*/ 0 h 2879410"/>
                    <a:gd name="connsiteX1-381" fmla="*/ 8176537 w 8176537"/>
                    <a:gd name="connsiteY1-382" fmla="*/ 1499420 h 2879410"/>
                    <a:gd name="connsiteX2-383" fmla="*/ 4132092 w 8176537"/>
                    <a:gd name="connsiteY2-384" fmla="*/ 2879159 h 2879410"/>
                    <a:gd name="connsiteX3-385" fmla="*/ 0 w 8176537"/>
                    <a:gd name="connsiteY3-386" fmla="*/ 1403811 h 2879410"/>
                    <a:gd name="connsiteX4-387" fmla="*/ 9491 w 8176537"/>
                    <a:gd name="connsiteY4-388" fmla="*/ 147145 h 2879410"/>
                    <a:gd name="connsiteX5-389" fmla="*/ 4076995 w 8176537"/>
                    <a:gd name="connsiteY5-390" fmla="*/ 1566042 h 2879410"/>
                    <a:gd name="connsiteX6-391" fmla="*/ 8165518 w 8176537"/>
                    <a:gd name="connsiteY6-392" fmla="*/ 0 h 2879410"/>
                    <a:gd name="connsiteX0-393" fmla="*/ 8165518 w 8176537"/>
                    <a:gd name="connsiteY0-394" fmla="*/ 0 h 2879262"/>
                    <a:gd name="connsiteX1-395" fmla="*/ 8176537 w 8176537"/>
                    <a:gd name="connsiteY1-396" fmla="*/ 1499420 h 2879262"/>
                    <a:gd name="connsiteX2-397" fmla="*/ 4132092 w 8176537"/>
                    <a:gd name="connsiteY2-398" fmla="*/ 2879159 h 2879262"/>
                    <a:gd name="connsiteX3-399" fmla="*/ 0 w 8176537"/>
                    <a:gd name="connsiteY3-400" fmla="*/ 1403811 h 2879262"/>
                    <a:gd name="connsiteX4-401" fmla="*/ 9491 w 8176537"/>
                    <a:gd name="connsiteY4-402" fmla="*/ 147145 h 2879262"/>
                    <a:gd name="connsiteX5-403" fmla="*/ 4076995 w 8176537"/>
                    <a:gd name="connsiteY5-404" fmla="*/ 1566042 h 2879262"/>
                    <a:gd name="connsiteX6-405" fmla="*/ 8165518 w 8176537"/>
                    <a:gd name="connsiteY6-406" fmla="*/ 0 h 2879262"/>
                    <a:gd name="connsiteX0-407" fmla="*/ 8165518 w 8176537"/>
                    <a:gd name="connsiteY0-408" fmla="*/ 0 h 2879163"/>
                    <a:gd name="connsiteX1-409" fmla="*/ 8176537 w 8176537"/>
                    <a:gd name="connsiteY1-410" fmla="*/ 1499420 h 2879163"/>
                    <a:gd name="connsiteX2-411" fmla="*/ 4132092 w 8176537"/>
                    <a:gd name="connsiteY2-412" fmla="*/ 2879159 h 2879163"/>
                    <a:gd name="connsiteX3-413" fmla="*/ 0 w 8176537"/>
                    <a:gd name="connsiteY3-414" fmla="*/ 1510948 h 2879163"/>
                    <a:gd name="connsiteX4-415" fmla="*/ 9491 w 8176537"/>
                    <a:gd name="connsiteY4-416" fmla="*/ 147145 h 2879163"/>
                    <a:gd name="connsiteX5-417" fmla="*/ 4076995 w 8176537"/>
                    <a:gd name="connsiteY5-418" fmla="*/ 1566042 h 2879163"/>
                    <a:gd name="connsiteX6-419" fmla="*/ 8165518 w 8176537"/>
                    <a:gd name="connsiteY6-420" fmla="*/ 0 h 2879163"/>
                    <a:gd name="connsiteX0-421" fmla="*/ 8165518 w 8198577"/>
                    <a:gd name="connsiteY0-422" fmla="*/ 0 h 2879451"/>
                    <a:gd name="connsiteX1-423" fmla="*/ 8198577 w 8198577"/>
                    <a:gd name="connsiteY1-424" fmla="*/ 1606558 h 2879451"/>
                    <a:gd name="connsiteX2-425" fmla="*/ 4132092 w 8198577"/>
                    <a:gd name="connsiteY2-426" fmla="*/ 2879159 h 2879451"/>
                    <a:gd name="connsiteX3-427" fmla="*/ 0 w 8198577"/>
                    <a:gd name="connsiteY3-428" fmla="*/ 1510948 h 2879451"/>
                    <a:gd name="connsiteX4-429" fmla="*/ 9491 w 8198577"/>
                    <a:gd name="connsiteY4-430" fmla="*/ 147145 h 2879451"/>
                    <a:gd name="connsiteX5-431" fmla="*/ 4076995 w 8198577"/>
                    <a:gd name="connsiteY5-432" fmla="*/ 1566042 h 2879451"/>
                    <a:gd name="connsiteX6-433" fmla="*/ 8165518 w 8198577"/>
                    <a:gd name="connsiteY6-434" fmla="*/ 0 h 2879451"/>
                    <a:gd name="connsiteX0-435" fmla="*/ 8165518 w 8165518"/>
                    <a:gd name="connsiteY0-436" fmla="*/ 0 h 2880066"/>
                    <a:gd name="connsiteX1-437" fmla="*/ 8165518 w 8165518"/>
                    <a:gd name="connsiteY1-438" fmla="*/ 1673520 h 2880066"/>
                    <a:gd name="connsiteX2-439" fmla="*/ 4132092 w 8165518"/>
                    <a:gd name="connsiteY2-440" fmla="*/ 2879159 h 2880066"/>
                    <a:gd name="connsiteX3-441" fmla="*/ 0 w 8165518"/>
                    <a:gd name="connsiteY3-442" fmla="*/ 1510948 h 2880066"/>
                    <a:gd name="connsiteX4-443" fmla="*/ 9491 w 8165518"/>
                    <a:gd name="connsiteY4-444" fmla="*/ 147145 h 2880066"/>
                    <a:gd name="connsiteX5-445" fmla="*/ 4076995 w 8165518"/>
                    <a:gd name="connsiteY5-446" fmla="*/ 1566042 h 2880066"/>
                    <a:gd name="connsiteX6-447" fmla="*/ 8165518 w 8165518"/>
                    <a:gd name="connsiteY6-448" fmla="*/ 0 h 2880066"/>
                    <a:gd name="connsiteX0-449" fmla="*/ 8156794 w 8156794"/>
                    <a:gd name="connsiteY0-450" fmla="*/ 0 h 2879270"/>
                    <a:gd name="connsiteX1-451" fmla="*/ 8156794 w 8156794"/>
                    <a:gd name="connsiteY1-452" fmla="*/ 1673520 h 2879270"/>
                    <a:gd name="connsiteX2-453" fmla="*/ 4123368 w 8156794"/>
                    <a:gd name="connsiteY2-454" fmla="*/ 2879159 h 2879270"/>
                    <a:gd name="connsiteX3-455" fmla="*/ 2295 w 8156794"/>
                    <a:gd name="connsiteY3-456" fmla="*/ 1618086 h 2879270"/>
                    <a:gd name="connsiteX4-457" fmla="*/ 767 w 8156794"/>
                    <a:gd name="connsiteY4-458" fmla="*/ 147145 h 2879270"/>
                    <a:gd name="connsiteX5-459" fmla="*/ 4068271 w 8156794"/>
                    <a:gd name="connsiteY5-460" fmla="*/ 1566042 h 2879270"/>
                    <a:gd name="connsiteX6-461" fmla="*/ 8156794 w 8156794"/>
                    <a:gd name="connsiteY6-462" fmla="*/ 0 h 2879270"/>
                    <a:gd name="connsiteX0-463" fmla="*/ 8156794 w 8156794"/>
                    <a:gd name="connsiteY0-464" fmla="*/ 0 h 2973000"/>
                    <a:gd name="connsiteX1-465" fmla="*/ 8156794 w 8156794"/>
                    <a:gd name="connsiteY1-466" fmla="*/ 1673520 h 2973000"/>
                    <a:gd name="connsiteX2-467" fmla="*/ 4134388 w 8156794"/>
                    <a:gd name="connsiteY2-468" fmla="*/ 2972904 h 2973000"/>
                    <a:gd name="connsiteX3-469" fmla="*/ 2295 w 8156794"/>
                    <a:gd name="connsiteY3-470" fmla="*/ 1618086 h 2973000"/>
                    <a:gd name="connsiteX4-471" fmla="*/ 767 w 8156794"/>
                    <a:gd name="connsiteY4-472" fmla="*/ 147145 h 2973000"/>
                    <a:gd name="connsiteX5-473" fmla="*/ 4068271 w 8156794"/>
                    <a:gd name="connsiteY5-474" fmla="*/ 1566042 h 2973000"/>
                    <a:gd name="connsiteX6-475" fmla="*/ 8156794 w 8156794"/>
                    <a:gd name="connsiteY6-476" fmla="*/ 0 h 2973000"/>
                    <a:gd name="connsiteX0-477" fmla="*/ 8156794 w 8156794"/>
                    <a:gd name="connsiteY0-478" fmla="*/ 0 h 2973000"/>
                    <a:gd name="connsiteX1-479" fmla="*/ 8156794 w 8156794"/>
                    <a:gd name="connsiteY1-480" fmla="*/ 1673520 h 2973000"/>
                    <a:gd name="connsiteX2-481" fmla="*/ 4134388 w 8156794"/>
                    <a:gd name="connsiteY2-482" fmla="*/ 2972904 h 2973000"/>
                    <a:gd name="connsiteX3-483" fmla="*/ 2295 w 8156794"/>
                    <a:gd name="connsiteY3-484" fmla="*/ 1618086 h 2973000"/>
                    <a:gd name="connsiteX4-485" fmla="*/ 767 w 8156794"/>
                    <a:gd name="connsiteY4-486" fmla="*/ 147145 h 2973000"/>
                    <a:gd name="connsiteX5-487" fmla="*/ 4068271 w 8156794"/>
                    <a:gd name="connsiteY5-488" fmla="*/ 1566042 h 2973000"/>
                    <a:gd name="connsiteX6-489" fmla="*/ 8156794 w 8156794"/>
                    <a:gd name="connsiteY6-490" fmla="*/ 0 h 2973000"/>
                    <a:gd name="connsiteX0-491" fmla="*/ 8156794 w 8156794"/>
                    <a:gd name="connsiteY0-492" fmla="*/ 0 h 2973000"/>
                    <a:gd name="connsiteX1-493" fmla="*/ 8156794 w 8156794"/>
                    <a:gd name="connsiteY1-494" fmla="*/ 1673520 h 2973000"/>
                    <a:gd name="connsiteX2-495" fmla="*/ 4134388 w 8156794"/>
                    <a:gd name="connsiteY2-496" fmla="*/ 2972904 h 2973000"/>
                    <a:gd name="connsiteX3-497" fmla="*/ 2295 w 8156794"/>
                    <a:gd name="connsiteY3-498" fmla="*/ 1618086 h 2973000"/>
                    <a:gd name="connsiteX4-499" fmla="*/ 767 w 8156794"/>
                    <a:gd name="connsiteY4-500" fmla="*/ 147145 h 2973000"/>
                    <a:gd name="connsiteX5-501" fmla="*/ 4068271 w 8156794"/>
                    <a:gd name="connsiteY5-502" fmla="*/ 1566042 h 2973000"/>
                    <a:gd name="connsiteX6-503" fmla="*/ 8156794 w 8156794"/>
                    <a:gd name="connsiteY6-504" fmla="*/ 0 h 2973000"/>
                    <a:gd name="connsiteX0-505" fmla="*/ 8156794 w 8156794"/>
                    <a:gd name="connsiteY0-506" fmla="*/ 0 h 2973020"/>
                    <a:gd name="connsiteX1-507" fmla="*/ 8156794 w 8156794"/>
                    <a:gd name="connsiteY1-508" fmla="*/ 1673520 h 2973020"/>
                    <a:gd name="connsiteX2-509" fmla="*/ 4134388 w 8156794"/>
                    <a:gd name="connsiteY2-510" fmla="*/ 2972904 h 2973020"/>
                    <a:gd name="connsiteX3-511" fmla="*/ 2295 w 8156794"/>
                    <a:gd name="connsiteY3-512" fmla="*/ 1618086 h 2973020"/>
                    <a:gd name="connsiteX4-513" fmla="*/ 767 w 8156794"/>
                    <a:gd name="connsiteY4-514" fmla="*/ 147145 h 2973020"/>
                    <a:gd name="connsiteX5-515" fmla="*/ 4068271 w 8156794"/>
                    <a:gd name="connsiteY5-516" fmla="*/ 1566042 h 2973020"/>
                    <a:gd name="connsiteX6-517" fmla="*/ 8156794 w 8156794"/>
                    <a:gd name="connsiteY6-518" fmla="*/ 0 h 2973020"/>
                    <a:gd name="connsiteX0-519" fmla="*/ 8156794 w 8156794"/>
                    <a:gd name="connsiteY0-520" fmla="*/ 0 h 2973021"/>
                    <a:gd name="connsiteX1-521" fmla="*/ 8156794 w 8156794"/>
                    <a:gd name="connsiteY1-522" fmla="*/ 1673520 h 2973021"/>
                    <a:gd name="connsiteX2-523" fmla="*/ 4134388 w 8156794"/>
                    <a:gd name="connsiteY2-524" fmla="*/ 2972904 h 2973021"/>
                    <a:gd name="connsiteX3-525" fmla="*/ 2295 w 8156794"/>
                    <a:gd name="connsiteY3-526" fmla="*/ 1618086 h 2973021"/>
                    <a:gd name="connsiteX4-527" fmla="*/ 767 w 8156794"/>
                    <a:gd name="connsiteY4-528" fmla="*/ 147145 h 2973021"/>
                    <a:gd name="connsiteX5-529" fmla="*/ 4068271 w 8156794"/>
                    <a:gd name="connsiteY5-530" fmla="*/ 1566042 h 2973021"/>
                    <a:gd name="connsiteX6-531" fmla="*/ 8156794 w 8156794"/>
                    <a:gd name="connsiteY6-532" fmla="*/ 0 h 2973021"/>
                    <a:gd name="connsiteX0-533" fmla="*/ 8156794 w 8156794"/>
                    <a:gd name="connsiteY0-534" fmla="*/ 0 h 2973021"/>
                    <a:gd name="connsiteX1-535" fmla="*/ 8156794 w 8156794"/>
                    <a:gd name="connsiteY1-536" fmla="*/ 1673520 h 2973021"/>
                    <a:gd name="connsiteX2-537" fmla="*/ 4134388 w 8156794"/>
                    <a:gd name="connsiteY2-538" fmla="*/ 2972904 h 2973021"/>
                    <a:gd name="connsiteX3-539" fmla="*/ 2295 w 8156794"/>
                    <a:gd name="connsiteY3-540" fmla="*/ 1618086 h 2973021"/>
                    <a:gd name="connsiteX4-541" fmla="*/ 767 w 8156794"/>
                    <a:gd name="connsiteY4-542" fmla="*/ 147145 h 2973021"/>
                    <a:gd name="connsiteX5-543" fmla="*/ 4068271 w 8156794"/>
                    <a:gd name="connsiteY5-544" fmla="*/ 1566042 h 2973021"/>
                    <a:gd name="connsiteX6-545" fmla="*/ 8156794 w 8156794"/>
                    <a:gd name="connsiteY6-546" fmla="*/ 0 h 2973021"/>
                    <a:gd name="connsiteX0-547" fmla="*/ 8156794 w 8156794"/>
                    <a:gd name="connsiteY0-548" fmla="*/ 0 h 2973021"/>
                    <a:gd name="connsiteX1-549" fmla="*/ 8156794 w 8156794"/>
                    <a:gd name="connsiteY1-550" fmla="*/ 1673520 h 2973021"/>
                    <a:gd name="connsiteX2-551" fmla="*/ 4134388 w 8156794"/>
                    <a:gd name="connsiteY2-552" fmla="*/ 2972904 h 2973021"/>
                    <a:gd name="connsiteX3-553" fmla="*/ 2295 w 8156794"/>
                    <a:gd name="connsiteY3-554" fmla="*/ 1618086 h 2973021"/>
                    <a:gd name="connsiteX4-555" fmla="*/ 767 w 8156794"/>
                    <a:gd name="connsiteY4-556" fmla="*/ 147145 h 2973021"/>
                    <a:gd name="connsiteX5-557" fmla="*/ 4068271 w 8156794"/>
                    <a:gd name="connsiteY5-558" fmla="*/ 1566042 h 2973021"/>
                    <a:gd name="connsiteX6-559" fmla="*/ 8156794 w 8156794"/>
                    <a:gd name="connsiteY6-560" fmla="*/ 0 h 2973021"/>
                    <a:gd name="connsiteX0-561" fmla="*/ 8156794 w 8156794"/>
                    <a:gd name="connsiteY0-562" fmla="*/ 0 h 2973021"/>
                    <a:gd name="connsiteX1-563" fmla="*/ 8156794 w 8156794"/>
                    <a:gd name="connsiteY1-564" fmla="*/ 1673520 h 2973021"/>
                    <a:gd name="connsiteX2-565" fmla="*/ 4134388 w 8156794"/>
                    <a:gd name="connsiteY2-566" fmla="*/ 2972904 h 2973021"/>
                    <a:gd name="connsiteX3-567" fmla="*/ 2295 w 8156794"/>
                    <a:gd name="connsiteY3-568" fmla="*/ 1618086 h 2973021"/>
                    <a:gd name="connsiteX4-569" fmla="*/ 767 w 8156794"/>
                    <a:gd name="connsiteY4-570" fmla="*/ 147145 h 2973021"/>
                    <a:gd name="connsiteX5-571" fmla="*/ 4068271 w 8156794"/>
                    <a:gd name="connsiteY5-572" fmla="*/ 1566042 h 2973021"/>
                    <a:gd name="connsiteX6-573" fmla="*/ 8156794 w 8156794"/>
                    <a:gd name="connsiteY6-574" fmla="*/ 0 h 2973021"/>
                    <a:gd name="connsiteX0-575" fmla="*/ 8156794 w 8156794"/>
                    <a:gd name="connsiteY0-576" fmla="*/ 0 h 2973141"/>
                    <a:gd name="connsiteX1-577" fmla="*/ 8156794 w 8156794"/>
                    <a:gd name="connsiteY1-578" fmla="*/ 1673520 h 2973141"/>
                    <a:gd name="connsiteX2-579" fmla="*/ 4134388 w 8156794"/>
                    <a:gd name="connsiteY2-580" fmla="*/ 2972904 h 2973141"/>
                    <a:gd name="connsiteX3-581" fmla="*/ 2295 w 8156794"/>
                    <a:gd name="connsiteY3-582" fmla="*/ 1618086 h 2973141"/>
                    <a:gd name="connsiteX4-583" fmla="*/ 767 w 8156794"/>
                    <a:gd name="connsiteY4-584" fmla="*/ 147145 h 2973141"/>
                    <a:gd name="connsiteX5-585" fmla="*/ 4068271 w 8156794"/>
                    <a:gd name="connsiteY5-586" fmla="*/ 1566042 h 2973141"/>
                    <a:gd name="connsiteX6-587" fmla="*/ 8156794 w 8156794"/>
                    <a:gd name="connsiteY6-588" fmla="*/ 0 h 2973141"/>
                    <a:gd name="connsiteX0-589" fmla="*/ 8156794 w 8156794"/>
                    <a:gd name="connsiteY0-590" fmla="*/ 0 h 3066827"/>
                    <a:gd name="connsiteX1-591" fmla="*/ 8156794 w 8156794"/>
                    <a:gd name="connsiteY1-592" fmla="*/ 1673520 h 3066827"/>
                    <a:gd name="connsiteX2-593" fmla="*/ 4123353 w 8156794"/>
                    <a:gd name="connsiteY2-594" fmla="*/ 3066650 h 3066827"/>
                    <a:gd name="connsiteX3-595" fmla="*/ 2295 w 8156794"/>
                    <a:gd name="connsiteY3-596" fmla="*/ 1618086 h 3066827"/>
                    <a:gd name="connsiteX4-597" fmla="*/ 767 w 8156794"/>
                    <a:gd name="connsiteY4-598" fmla="*/ 147145 h 3066827"/>
                    <a:gd name="connsiteX5-599" fmla="*/ 4068271 w 8156794"/>
                    <a:gd name="connsiteY5-600" fmla="*/ 1566042 h 3066827"/>
                    <a:gd name="connsiteX6-601" fmla="*/ 8156794 w 8156794"/>
                    <a:gd name="connsiteY6-602" fmla="*/ 0 h 3066827"/>
                    <a:gd name="connsiteX0-603" fmla="*/ 8123689 w 8156794"/>
                    <a:gd name="connsiteY0-604" fmla="*/ 0 h 2999866"/>
                    <a:gd name="connsiteX1-605" fmla="*/ 8156794 w 8156794"/>
                    <a:gd name="connsiteY1-606" fmla="*/ 1606559 h 2999866"/>
                    <a:gd name="connsiteX2-607" fmla="*/ 4123353 w 8156794"/>
                    <a:gd name="connsiteY2-608" fmla="*/ 2999689 h 2999866"/>
                    <a:gd name="connsiteX3-609" fmla="*/ 2295 w 8156794"/>
                    <a:gd name="connsiteY3-610" fmla="*/ 1551125 h 2999866"/>
                    <a:gd name="connsiteX4-611" fmla="*/ 767 w 8156794"/>
                    <a:gd name="connsiteY4-612" fmla="*/ 80184 h 2999866"/>
                    <a:gd name="connsiteX5-613" fmla="*/ 4068271 w 8156794"/>
                    <a:gd name="connsiteY5-614" fmla="*/ 1499081 h 2999866"/>
                    <a:gd name="connsiteX6-615" fmla="*/ 8123689 w 8156794"/>
                    <a:gd name="connsiteY6-616" fmla="*/ 0 h 2999866"/>
                    <a:gd name="connsiteX0-617" fmla="*/ 8167828 w 8167828"/>
                    <a:gd name="connsiteY0-618" fmla="*/ 0 h 3026651"/>
                    <a:gd name="connsiteX1-619" fmla="*/ 8156794 w 8167828"/>
                    <a:gd name="connsiteY1-620" fmla="*/ 1633344 h 3026651"/>
                    <a:gd name="connsiteX2-621" fmla="*/ 4123353 w 8167828"/>
                    <a:gd name="connsiteY2-622" fmla="*/ 3026474 h 3026651"/>
                    <a:gd name="connsiteX3-623" fmla="*/ 2295 w 8167828"/>
                    <a:gd name="connsiteY3-624" fmla="*/ 1577910 h 3026651"/>
                    <a:gd name="connsiteX4-625" fmla="*/ 767 w 8167828"/>
                    <a:gd name="connsiteY4-626" fmla="*/ 106969 h 3026651"/>
                    <a:gd name="connsiteX5-627" fmla="*/ 4068271 w 8167828"/>
                    <a:gd name="connsiteY5-628" fmla="*/ 1525866 h 3026651"/>
                    <a:gd name="connsiteX6-629" fmla="*/ 8167828 w 8167828"/>
                    <a:gd name="connsiteY6-630" fmla="*/ 0 h 3026651"/>
                    <a:gd name="connsiteX0-631" fmla="*/ 8167828 w 8167828"/>
                    <a:gd name="connsiteY0-632" fmla="*/ 0 h 3027228"/>
                    <a:gd name="connsiteX1-633" fmla="*/ 8145760 w 8167828"/>
                    <a:gd name="connsiteY1-634" fmla="*/ 1686913 h 3027228"/>
                    <a:gd name="connsiteX2-635" fmla="*/ 4123353 w 8167828"/>
                    <a:gd name="connsiteY2-636" fmla="*/ 3026474 h 3027228"/>
                    <a:gd name="connsiteX3-637" fmla="*/ 2295 w 8167828"/>
                    <a:gd name="connsiteY3-638" fmla="*/ 1577910 h 3027228"/>
                    <a:gd name="connsiteX4-639" fmla="*/ 767 w 8167828"/>
                    <a:gd name="connsiteY4-640" fmla="*/ 106969 h 3027228"/>
                    <a:gd name="connsiteX5-641" fmla="*/ 4068271 w 8167828"/>
                    <a:gd name="connsiteY5-642" fmla="*/ 1525866 h 3027228"/>
                    <a:gd name="connsiteX6-643" fmla="*/ 8167828 w 8167828"/>
                    <a:gd name="connsiteY6-644" fmla="*/ 0 h 3027228"/>
                    <a:gd name="connsiteX0-645" fmla="*/ 8156794 w 8156794"/>
                    <a:gd name="connsiteY0-646" fmla="*/ 0 h 2933483"/>
                    <a:gd name="connsiteX1-647" fmla="*/ 8145760 w 8156794"/>
                    <a:gd name="connsiteY1-648" fmla="*/ 1593168 h 2933483"/>
                    <a:gd name="connsiteX2-649" fmla="*/ 4123353 w 8156794"/>
                    <a:gd name="connsiteY2-650" fmla="*/ 2932729 h 2933483"/>
                    <a:gd name="connsiteX3-651" fmla="*/ 2295 w 8156794"/>
                    <a:gd name="connsiteY3-652" fmla="*/ 1484165 h 2933483"/>
                    <a:gd name="connsiteX4-653" fmla="*/ 767 w 8156794"/>
                    <a:gd name="connsiteY4-654" fmla="*/ 13224 h 2933483"/>
                    <a:gd name="connsiteX5-655" fmla="*/ 4068271 w 8156794"/>
                    <a:gd name="connsiteY5-656" fmla="*/ 1432121 h 2933483"/>
                    <a:gd name="connsiteX6-657" fmla="*/ 8156794 w 8156794"/>
                    <a:gd name="connsiteY6-658" fmla="*/ 0 h 2933483"/>
                    <a:gd name="connsiteX0-659" fmla="*/ 8156794 w 8156794"/>
                    <a:gd name="connsiteY0-660" fmla="*/ 0 h 2933483"/>
                    <a:gd name="connsiteX1-661" fmla="*/ 8145760 w 8156794"/>
                    <a:gd name="connsiteY1-662" fmla="*/ 1593168 h 2933483"/>
                    <a:gd name="connsiteX2-663" fmla="*/ 4123353 w 8156794"/>
                    <a:gd name="connsiteY2-664" fmla="*/ 2932729 h 2933483"/>
                    <a:gd name="connsiteX3-665" fmla="*/ 2295 w 8156794"/>
                    <a:gd name="connsiteY3-666" fmla="*/ 1484165 h 2933483"/>
                    <a:gd name="connsiteX4-667" fmla="*/ 767 w 8156794"/>
                    <a:gd name="connsiteY4-668" fmla="*/ 13224 h 2933483"/>
                    <a:gd name="connsiteX5-669" fmla="*/ 4068271 w 8156794"/>
                    <a:gd name="connsiteY5-670" fmla="*/ 1432121 h 2933483"/>
                    <a:gd name="connsiteX6-671" fmla="*/ 8156794 w 8156794"/>
                    <a:gd name="connsiteY6-672" fmla="*/ 0 h 2933483"/>
                    <a:gd name="connsiteX0-673" fmla="*/ 8123689 w 8145760"/>
                    <a:gd name="connsiteY0-674" fmla="*/ 13560 h 2920259"/>
                    <a:gd name="connsiteX1-675" fmla="*/ 8145760 w 8145760"/>
                    <a:gd name="connsiteY1-676" fmla="*/ 1579944 h 2920259"/>
                    <a:gd name="connsiteX2-677" fmla="*/ 4123353 w 8145760"/>
                    <a:gd name="connsiteY2-678" fmla="*/ 2919505 h 2920259"/>
                    <a:gd name="connsiteX3-679" fmla="*/ 2295 w 8145760"/>
                    <a:gd name="connsiteY3-680" fmla="*/ 1470941 h 2920259"/>
                    <a:gd name="connsiteX4-681" fmla="*/ 767 w 8145760"/>
                    <a:gd name="connsiteY4-682" fmla="*/ 0 h 2920259"/>
                    <a:gd name="connsiteX5-683" fmla="*/ 4068271 w 8145760"/>
                    <a:gd name="connsiteY5-684" fmla="*/ 1418897 h 2920259"/>
                    <a:gd name="connsiteX6-685" fmla="*/ 8123689 w 8145760"/>
                    <a:gd name="connsiteY6-686" fmla="*/ 13560 h 2920259"/>
                    <a:gd name="connsiteX0-687" fmla="*/ 8178863 w 8178863"/>
                    <a:gd name="connsiteY0-688" fmla="*/ 26952 h 2920259"/>
                    <a:gd name="connsiteX1-689" fmla="*/ 8145760 w 8178863"/>
                    <a:gd name="connsiteY1-690" fmla="*/ 1579944 h 2920259"/>
                    <a:gd name="connsiteX2-691" fmla="*/ 4123353 w 8178863"/>
                    <a:gd name="connsiteY2-692" fmla="*/ 2919505 h 2920259"/>
                    <a:gd name="connsiteX3-693" fmla="*/ 2295 w 8178863"/>
                    <a:gd name="connsiteY3-694" fmla="*/ 1470941 h 2920259"/>
                    <a:gd name="connsiteX4-695" fmla="*/ 767 w 8178863"/>
                    <a:gd name="connsiteY4-696" fmla="*/ 0 h 2920259"/>
                    <a:gd name="connsiteX5-697" fmla="*/ 4068271 w 8178863"/>
                    <a:gd name="connsiteY5-698" fmla="*/ 1418897 h 2920259"/>
                    <a:gd name="connsiteX6-699" fmla="*/ 8178863 w 8178863"/>
                    <a:gd name="connsiteY6-700" fmla="*/ 26952 h 2920259"/>
                    <a:gd name="connsiteX0-701" fmla="*/ 8167827 w 8167827"/>
                    <a:gd name="connsiteY0-702" fmla="*/ 40343 h 2920259"/>
                    <a:gd name="connsiteX1-703" fmla="*/ 8145760 w 8167827"/>
                    <a:gd name="connsiteY1-704" fmla="*/ 1579944 h 2920259"/>
                    <a:gd name="connsiteX2-705" fmla="*/ 4123353 w 8167827"/>
                    <a:gd name="connsiteY2-706" fmla="*/ 2919505 h 2920259"/>
                    <a:gd name="connsiteX3-707" fmla="*/ 2295 w 8167827"/>
                    <a:gd name="connsiteY3-708" fmla="*/ 1470941 h 2920259"/>
                    <a:gd name="connsiteX4-709" fmla="*/ 767 w 8167827"/>
                    <a:gd name="connsiteY4-710" fmla="*/ 0 h 2920259"/>
                    <a:gd name="connsiteX5-711" fmla="*/ 4068271 w 8167827"/>
                    <a:gd name="connsiteY5-712" fmla="*/ 1418897 h 2920259"/>
                    <a:gd name="connsiteX6-713" fmla="*/ 8167827 w 8167827"/>
                    <a:gd name="connsiteY6-714" fmla="*/ 40343 h 2920259"/>
                    <a:gd name="connsiteX0-715" fmla="*/ 8123687 w 8145760"/>
                    <a:gd name="connsiteY0-716" fmla="*/ 53735 h 2920259"/>
                    <a:gd name="connsiteX1-717" fmla="*/ 8145760 w 8145760"/>
                    <a:gd name="connsiteY1-718" fmla="*/ 1579944 h 2920259"/>
                    <a:gd name="connsiteX2-719" fmla="*/ 4123353 w 8145760"/>
                    <a:gd name="connsiteY2-720" fmla="*/ 2919505 h 2920259"/>
                    <a:gd name="connsiteX3-721" fmla="*/ 2295 w 8145760"/>
                    <a:gd name="connsiteY3-722" fmla="*/ 1470941 h 2920259"/>
                    <a:gd name="connsiteX4-723" fmla="*/ 767 w 8145760"/>
                    <a:gd name="connsiteY4-724" fmla="*/ 0 h 2920259"/>
                    <a:gd name="connsiteX5-725" fmla="*/ 4068271 w 8145760"/>
                    <a:gd name="connsiteY5-726" fmla="*/ 1418897 h 2920259"/>
                    <a:gd name="connsiteX6-727" fmla="*/ 8123687 w 8145760"/>
                    <a:gd name="connsiteY6-728" fmla="*/ 53735 h 2920259"/>
                    <a:gd name="connsiteX0-729" fmla="*/ 8161918 w 8161918"/>
                    <a:gd name="connsiteY0-730" fmla="*/ 0 h 2943855"/>
                    <a:gd name="connsiteX1-731" fmla="*/ 8145760 w 8161918"/>
                    <a:gd name="connsiteY1-732" fmla="*/ 1603540 h 2943855"/>
                    <a:gd name="connsiteX2-733" fmla="*/ 4123353 w 8161918"/>
                    <a:gd name="connsiteY2-734" fmla="*/ 2943101 h 2943855"/>
                    <a:gd name="connsiteX3-735" fmla="*/ 2295 w 8161918"/>
                    <a:gd name="connsiteY3-736" fmla="*/ 1494537 h 2943855"/>
                    <a:gd name="connsiteX4-737" fmla="*/ 767 w 8161918"/>
                    <a:gd name="connsiteY4-738" fmla="*/ 23596 h 2943855"/>
                    <a:gd name="connsiteX5-739" fmla="*/ 4068271 w 8161918"/>
                    <a:gd name="connsiteY5-740" fmla="*/ 1442493 h 2943855"/>
                    <a:gd name="connsiteX6-741" fmla="*/ 8161918 w 8161918"/>
                    <a:gd name="connsiteY6-742" fmla="*/ 0 h 2943855"/>
                    <a:gd name="connsiteX0-743" fmla="*/ 8144926 w 8145760"/>
                    <a:gd name="connsiteY0-744" fmla="*/ 43424 h 2920259"/>
                    <a:gd name="connsiteX1-745" fmla="*/ 8145760 w 8145760"/>
                    <a:gd name="connsiteY1-746" fmla="*/ 1579944 h 2920259"/>
                    <a:gd name="connsiteX2-747" fmla="*/ 4123353 w 8145760"/>
                    <a:gd name="connsiteY2-748" fmla="*/ 2919505 h 2920259"/>
                    <a:gd name="connsiteX3-749" fmla="*/ 2295 w 8145760"/>
                    <a:gd name="connsiteY3-750" fmla="*/ 1470941 h 2920259"/>
                    <a:gd name="connsiteX4-751" fmla="*/ 767 w 8145760"/>
                    <a:gd name="connsiteY4-752" fmla="*/ 0 h 2920259"/>
                    <a:gd name="connsiteX5-753" fmla="*/ 4068271 w 8145760"/>
                    <a:gd name="connsiteY5-754" fmla="*/ 1418897 h 2920259"/>
                    <a:gd name="connsiteX6-755" fmla="*/ 8144926 w 8145760"/>
                    <a:gd name="connsiteY6-756" fmla="*/ 43424 h 2920259"/>
                    <a:gd name="connsiteX0-757" fmla="*/ 8161918 w 8161918"/>
                    <a:gd name="connsiteY0-758" fmla="*/ 0 h 2959321"/>
                    <a:gd name="connsiteX1-759" fmla="*/ 8145760 w 8161918"/>
                    <a:gd name="connsiteY1-760" fmla="*/ 1619006 h 2959321"/>
                    <a:gd name="connsiteX2-761" fmla="*/ 4123353 w 8161918"/>
                    <a:gd name="connsiteY2-762" fmla="*/ 2958567 h 2959321"/>
                    <a:gd name="connsiteX3-763" fmla="*/ 2295 w 8161918"/>
                    <a:gd name="connsiteY3-764" fmla="*/ 1510003 h 2959321"/>
                    <a:gd name="connsiteX4-765" fmla="*/ 767 w 8161918"/>
                    <a:gd name="connsiteY4-766" fmla="*/ 39062 h 2959321"/>
                    <a:gd name="connsiteX5-767" fmla="*/ 4068271 w 8161918"/>
                    <a:gd name="connsiteY5-768" fmla="*/ 1457959 h 2959321"/>
                    <a:gd name="connsiteX6-769" fmla="*/ 8161918 w 8161918"/>
                    <a:gd name="connsiteY6-770" fmla="*/ 0 h 2959321"/>
                    <a:gd name="connsiteX0-771" fmla="*/ 8161918 w 8162752"/>
                    <a:gd name="connsiteY0-772" fmla="*/ 0 h 2959488"/>
                    <a:gd name="connsiteX1-773" fmla="*/ 8162752 w 8162752"/>
                    <a:gd name="connsiteY1-774" fmla="*/ 1629317 h 2959488"/>
                    <a:gd name="connsiteX2-775" fmla="*/ 4123353 w 8162752"/>
                    <a:gd name="connsiteY2-776" fmla="*/ 2958567 h 2959488"/>
                    <a:gd name="connsiteX3-777" fmla="*/ 2295 w 8162752"/>
                    <a:gd name="connsiteY3-778" fmla="*/ 1510003 h 2959488"/>
                    <a:gd name="connsiteX4-779" fmla="*/ 767 w 8162752"/>
                    <a:gd name="connsiteY4-780" fmla="*/ 39062 h 2959488"/>
                    <a:gd name="connsiteX5-781" fmla="*/ 4068271 w 8162752"/>
                    <a:gd name="connsiteY5-782" fmla="*/ 1457959 h 2959488"/>
                    <a:gd name="connsiteX6-783" fmla="*/ 8161918 w 8162752"/>
                    <a:gd name="connsiteY6-784" fmla="*/ 0 h 2959488"/>
                    <a:gd name="connsiteX0-785" fmla="*/ 8165930 w 8166764"/>
                    <a:gd name="connsiteY0-786" fmla="*/ 7337 h 2966825"/>
                    <a:gd name="connsiteX1-787" fmla="*/ 8166764 w 8166764"/>
                    <a:gd name="connsiteY1-788" fmla="*/ 1636654 h 2966825"/>
                    <a:gd name="connsiteX2-789" fmla="*/ 4127365 w 8166764"/>
                    <a:gd name="connsiteY2-790" fmla="*/ 2965904 h 2966825"/>
                    <a:gd name="connsiteX3-791" fmla="*/ 6307 w 8166764"/>
                    <a:gd name="connsiteY3-792" fmla="*/ 1517340 h 2966825"/>
                    <a:gd name="connsiteX4-793" fmla="*/ 532 w 8166764"/>
                    <a:gd name="connsiteY4-794" fmla="*/ 0 h 2966825"/>
                    <a:gd name="connsiteX5-795" fmla="*/ 4072283 w 8166764"/>
                    <a:gd name="connsiteY5-796" fmla="*/ 1465296 h 2966825"/>
                    <a:gd name="connsiteX6-797" fmla="*/ 8165930 w 8166764"/>
                    <a:gd name="connsiteY6-798" fmla="*/ 7337 h 2966825"/>
                    <a:gd name="connsiteX0-799" fmla="*/ 8168119 w 8168953"/>
                    <a:gd name="connsiteY0-800" fmla="*/ 7337 h 2966682"/>
                    <a:gd name="connsiteX1-801" fmla="*/ 8168953 w 8168953"/>
                    <a:gd name="connsiteY1-802" fmla="*/ 1636654 h 2966682"/>
                    <a:gd name="connsiteX2-803" fmla="*/ 4129554 w 8168953"/>
                    <a:gd name="connsiteY2-804" fmla="*/ 2965904 h 2966682"/>
                    <a:gd name="connsiteX3-805" fmla="*/ 0 w 8168953"/>
                    <a:gd name="connsiteY3-806" fmla="*/ 1527651 h 2966682"/>
                    <a:gd name="connsiteX4-807" fmla="*/ 2721 w 8168953"/>
                    <a:gd name="connsiteY4-808" fmla="*/ 0 h 2966682"/>
                    <a:gd name="connsiteX5-809" fmla="*/ 4074472 w 8168953"/>
                    <a:gd name="connsiteY5-810" fmla="*/ 1465296 h 2966682"/>
                    <a:gd name="connsiteX6-811" fmla="*/ 8168119 w 8168953"/>
                    <a:gd name="connsiteY6-812" fmla="*/ 7337 h 2966682"/>
                    <a:gd name="connsiteX0-813" fmla="*/ 8168119 w 8168953"/>
                    <a:gd name="connsiteY0-814" fmla="*/ 7337 h 3100377"/>
                    <a:gd name="connsiteX1-815" fmla="*/ 8168953 w 8168953"/>
                    <a:gd name="connsiteY1-816" fmla="*/ 1636654 h 3100377"/>
                    <a:gd name="connsiteX2-817" fmla="*/ 4118520 w 8168953"/>
                    <a:gd name="connsiteY2-818" fmla="*/ 3099826 h 3100377"/>
                    <a:gd name="connsiteX3-819" fmla="*/ 0 w 8168953"/>
                    <a:gd name="connsiteY3-820" fmla="*/ 1527651 h 3100377"/>
                    <a:gd name="connsiteX4-821" fmla="*/ 2721 w 8168953"/>
                    <a:gd name="connsiteY4-822" fmla="*/ 0 h 3100377"/>
                    <a:gd name="connsiteX5-823" fmla="*/ 4074472 w 8168953"/>
                    <a:gd name="connsiteY5-824" fmla="*/ 1465296 h 3100377"/>
                    <a:gd name="connsiteX6-825" fmla="*/ 8168119 w 8168953"/>
                    <a:gd name="connsiteY6-826" fmla="*/ 7337 h 3100377"/>
                    <a:gd name="connsiteX0-827" fmla="*/ 8168119 w 8168953"/>
                    <a:gd name="connsiteY0-828" fmla="*/ 7337 h 3100429"/>
                    <a:gd name="connsiteX1-829" fmla="*/ 8168953 w 8168953"/>
                    <a:gd name="connsiteY1-830" fmla="*/ 1636654 h 3100429"/>
                    <a:gd name="connsiteX2-831" fmla="*/ 4118520 w 8168953"/>
                    <a:gd name="connsiteY2-832" fmla="*/ 3099826 h 3100429"/>
                    <a:gd name="connsiteX3-833" fmla="*/ 0 w 8168953"/>
                    <a:gd name="connsiteY3-834" fmla="*/ 1527651 h 3100429"/>
                    <a:gd name="connsiteX4-835" fmla="*/ 2721 w 8168953"/>
                    <a:gd name="connsiteY4-836" fmla="*/ 0 h 3100429"/>
                    <a:gd name="connsiteX5-837" fmla="*/ 4074472 w 8168953"/>
                    <a:gd name="connsiteY5-838" fmla="*/ 1465296 h 3100429"/>
                    <a:gd name="connsiteX6-839" fmla="*/ 8168119 w 8168953"/>
                    <a:gd name="connsiteY6-840" fmla="*/ 7337 h 3100429"/>
                    <a:gd name="connsiteX0-841" fmla="*/ 8165849 w 8166683"/>
                    <a:gd name="connsiteY0-842" fmla="*/ 7337 h 3099826"/>
                    <a:gd name="connsiteX1-843" fmla="*/ 8166683 w 8166683"/>
                    <a:gd name="connsiteY1-844" fmla="*/ 1636654 h 3099826"/>
                    <a:gd name="connsiteX2-845" fmla="*/ 4116250 w 8166683"/>
                    <a:gd name="connsiteY2-846" fmla="*/ 3099826 h 3099826"/>
                    <a:gd name="connsiteX3-847" fmla="*/ 8764 w 8166683"/>
                    <a:gd name="connsiteY3-848" fmla="*/ 1634789 h 3099826"/>
                    <a:gd name="connsiteX4-849" fmla="*/ 451 w 8166683"/>
                    <a:gd name="connsiteY4-850" fmla="*/ 0 h 3099826"/>
                    <a:gd name="connsiteX5-851" fmla="*/ 4072202 w 8166683"/>
                    <a:gd name="connsiteY5-852" fmla="*/ 1465296 h 3099826"/>
                    <a:gd name="connsiteX6-853" fmla="*/ 8165849 w 8166683"/>
                    <a:gd name="connsiteY6-854" fmla="*/ 7337 h 3099826"/>
                    <a:gd name="connsiteX0-855" fmla="*/ 8165849 w 8166683"/>
                    <a:gd name="connsiteY0-856" fmla="*/ 7337 h 3099826"/>
                    <a:gd name="connsiteX1-857" fmla="*/ 8166683 w 8166683"/>
                    <a:gd name="connsiteY1-858" fmla="*/ 1636654 h 3099826"/>
                    <a:gd name="connsiteX2-859" fmla="*/ 4116250 w 8166683"/>
                    <a:gd name="connsiteY2-860" fmla="*/ 3099826 h 3099826"/>
                    <a:gd name="connsiteX3-861" fmla="*/ 8764 w 8166683"/>
                    <a:gd name="connsiteY3-862" fmla="*/ 1634789 h 3099826"/>
                    <a:gd name="connsiteX4-863" fmla="*/ 451 w 8166683"/>
                    <a:gd name="connsiteY4-864" fmla="*/ 0 h 3099826"/>
                    <a:gd name="connsiteX5-865" fmla="*/ 4072202 w 8166683"/>
                    <a:gd name="connsiteY5-866" fmla="*/ 1465296 h 3099826"/>
                    <a:gd name="connsiteX6-867" fmla="*/ 8165849 w 8166683"/>
                    <a:gd name="connsiteY6-868" fmla="*/ 7337 h 3099826"/>
                    <a:gd name="connsiteX0-869" fmla="*/ 8165849 w 8166683"/>
                    <a:gd name="connsiteY0-870" fmla="*/ 7337 h 3099826"/>
                    <a:gd name="connsiteX1-871" fmla="*/ 8166683 w 8166683"/>
                    <a:gd name="connsiteY1-872" fmla="*/ 1636654 h 3099826"/>
                    <a:gd name="connsiteX2-873" fmla="*/ 4116250 w 8166683"/>
                    <a:gd name="connsiteY2-874" fmla="*/ 3099826 h 3099826"/>
                    <a:gd name="connsiteX3-875" fmla="*/ 8764 w 8166683"/>
                    <a:gd name="connsiteY3-876" fmla="*/ 1634789 h 3099826"/>
                    <a:gd name="connsiteX4-877" fmla="*/ 451 w 8166683"/>
                    <a:gd name="connsiteY4-878" fmla="*/ 0 h 3099826"/>
                    <a:gd name="connsiteX5-879" fmla="*/ 4061168 w 8166683"/>
                    <a:gd name="connsiteY5-880" fmla="*/ 1438511 h 3099826"/>
                    <a:gd name="connsiteX6-881" fmla="*/ 8165849 w 8166683"/>
                    <a:gd name="connsiteY6-882" fmla="*/ 7337 h 3099826"/>
                    <a:gd name="connsiteX0-883" fmla="*/ 8165849 w 8166683"/>
                    <a:gd name="connsiteY0-884" fmla="*/ 7337 h 3099826"/>
                    <a:gd name="connsiteX1-885" fmla="*/ 8166683 w 8166683"/>
                    <a:gd name="connsiteY1-886" fmla="*/ 1636654 h 3099826"/>
                    <a:gd name="connsiteX2-887" fmla="*/ 4116250 w 8166683"/>
                    <a:gd name="connsiteY2-888" fmla="*/ 3099826 h 3099826"/>
                    <a:gd name="connsiteX3-889" fmla="*/ 8764 w 8166683"/>
                    <a:gd name="connsiteY3-890" fmla="*/ 1634789 h 3099826"/>
                    <a:gd name="connsiteX4-891" fmla="*/ 451 w 8166683"/>
                    <a:gd name="connsiteY4-892" fmla="*/ 0 h 3099826"/>
                    <a:gd name="connsiteX5-893" fmla="*/ 4061168 w 8166683"/>
                    <a:gd name="connsiteY5-894" fmla="*/ 1438511 h 3099826"/>
                    <a:gd name="connsiteX6-895" fmla="*/ 8165849 w 8166683"/>
                    <a:gd name="connsiteY6-896" fmla="*/ 7337 h 309982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04" name="Oval 303"/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305" name="Group 304"/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306" name="Freeform 305"/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-1" fmla="*/ 3725333 w 4641485"/>
                      <a:gd name="connsiteY0-2" fmla="*/ 0 h 1049866"/>
                      <a:gd name="connsiteX1-3" fmla="*/ 4641485 w 4641485"/>
                      <a:gd name="connsiteY1-4" fmla="*/ 239402 h 1049866"/>
                      <a:gd name="connsiteX2-5" fmla="*/ 3962400 w 4641485"/>
                      <a:gd name="connsiteY2-6" fmla="*/ 541866 h 1049866"/>
                      <a:gd name="connsiteX3-7" fmla="*/ 3742267 w 4641485"/>
                      <a:gd name="connsiteY3-8" fmla="*/ 457200 h 1049866"/>
                      <a:gd name="connsiteX4-9" fmla="*/ 2269067 w 4641485"/>
                      <a:gd name="connsiteY4-10" fmla="*/ 1049866 h 1049866"/>
                      <a:gd name="connsiteX5-11" fmla="*/ 880533 w 4641485"/>
                      <a:gd name="connsiteY5-12" fmla="*/ 457200 h 1049866"/>
                      <a:gd name="connsiteX6-13" fmla="*/ 592667 w 4641485"/>
                      <a:gd name="connsiteY6-14" fmla="*/ 541866 h 1049866"/>
                      <a:gd name="connsiteX7-15" fmla="*/ 0 w 4641485"/>
                      <a:gd name="connsiteY7-16" fmla="*/ 254000 h 1049866"/>
                      <a:gd name="connsiteX8-17" fmla="*/ 880533 w 4641485"/>
                      <a:gd name="connsiteY8-18" fmla="*/ 16933 h 1049866"/>
                      <a:gd name="connsiteX9-19" fmla="*/ 2302933 w 4641485"/>
                      <a:gd name="connsiteY9-20" fmla="*/ 626533 h 1049866"/>
                      <a:gd name="connsiteX10-21" fmla="*/ 3725333 w 4641485"/>
                      <a:gd name="connsiteY10-22" fmla="*/ 0 h 1049866"/>
                      <a:gd name="connsiteX0-23" fmla="*/ 3756864 w 4673016"/>
                      <a:gd name="connsiteY0-24" fmla="*/ 0 h 1049866"/>
                      <a:gd name="connsiteX1-25" fmla="*/ 4673016 w 4673016"/>
                      <a:gd name="connsiteY1-26" fmla="*/ 239402 h 1049866"/>
                      <a:gd name="connsiteX2-27" fmla="*/ 3993931 w 4673016"/>
                      <a:gd name="connsiteY2-28" fmla="*/ 541866 h 1049866"/>
                      <a:gd name="connsiteX3-29" fmla="*/ 3773798 w 4673016"/>
                      <a:gd name="connsiteY3-30" fmla="*/ 457200 h 1049866"/>
                      <a:gd name="connsiteX4-31" fmla="*/ 2300598 w 4673016"/>
                      <a:gd name="connsiteY4-32" fmla="*/ 1049866 h 1049866"/>
                      <a:gd name="connsiteX5-33" fmla="*/ 912064 w 4673016"/>
                      <a:gd name="connsiteY5-34" fmla="*/ 457200 h 1049866"/>
                      <a:gd name="connsiteX6-35" fmla="*/ 624198 w 4673016"/>
                      <a:gd name="connsiteY6-36" fmla="*/ 541866 h 1049866"/>
                      <a:gd name="connsiteX7-37" fmla="*/ 0 w 4673016"/>
                      <a:gd name="connsiteY7-38" fmla="*/ 232979 h 1049866"/>
                      <a:gd name="connsiteX8-39" fmla="*/ 912064 w 4673016"/>
                      <a:gd name="connsiteY8-40" fmla="*/ 16933 h 1049866"/>
                      <a:gd name="connsiteX9-41" fmla="*/ 2334464 w 4673016"/>
                      <a:gd name="connsiteY9-42" fmla="*/ 626533 h 1049866"/>
                      <a:gd name="connsiteX10-43" fmla="*/ 3756864 w 4673016"/>
                      <a:gd name="connsiteY10-44" fmla="*/ 0 h 1049866"/>
                      <a:gd name="connsiteX0-45" fmla="*/ 3756864 w 4673016"/>
                      <a:gd name="connsiteY0-46" fmla="*/ 0 h 1049866"/>
                      <a:gd name="connsiteX1-47" fmla="*/ 4673016 w 4673016"/>
                      <a:gd name="connsiteY1-48" fmla="*/ 239402 h 1049866"/>
                      <a:gd name="connsiteX2-49" fmla="*/ 3993931 w 4673016"/>
                      <a:gd name="connsiteY2-50" fmla="*/ 541866 h 1049866"/>
                      <a:gd name="connsiteX3-51" fmla="*/ 3784308 w 4673016"/>
                      <a:gd name="connsiteY3-52" fmla="*/ 404648 h 1049866"/>
                      <a:gd name="connsiteX4-53" fmla="*/ 2300598 w 4673016"/>
                      <a:gd name="connsiteY4-54" fmla="*/ 1049866 h 1049866"/>
                      <a:gd name="connsiteX5-55" fmla="*/ 912064 w 4673016"/>
                      <a:gd name="connsiteY5-56" fmla="*/ 457200 h 1049866"/>
                      <a:gd name="connsiteX6-57" fmla="*/ 624198 w 4673016"/>
                      <a:gd name="connsiteY6-58" fmla="*/ 541866 h 1049866"/>
                      <a:gd name="connsiteX7-59" fmla="*/ 0 w 4673016"/>
                      <a:gd name="connsiteY7-60" fmla="*/ 232979 h 1049866"/>
                      <a:gd name="connsiteX8-61" fmla="*/ 912064 w 4673016"/>
                      <a:gd name="connsiteY8-62" fmla="*/ 16933 h 1049866"/>
                      <a:gd name="connsiteX9-63" fmla="*/ 2334464 w 4673016"/>
                      <a:gd name="connsiteY9-64" fmla="*/ 626533 h 1049866"/>
                      <a:gd name="connsiteX10-65" fmla="*/ 3756864 w 4673016"/>
                      <a:gd name="connsiteY10-66" fmla="*/ 0 h 1049866"/>
                      <a:gd name="connsiteX0-67" fmla="*/ 3756864 w 4673016"/>
                      <a:gd name="connsiteY0-68" fmla="*/ 0 h 1049866"/>
                      <a:gd name="connsiteX1-69" fmla="*/ 4673016 w 4673016"/>
                      <a:gd name="connsiteY1-70" fmla="*/ 239402 h 1049866"/>
                      <a:gd name="connsiteX2-71" fmla="*/ 3993931 w 4673016"/>
                      <a:gd name="connsiteY2-72" fmla="*/ 541866 h 1049866"/>
                      <a:gd name="connsiteX3-73" fmla="*/ 3794818 w 4673016"/>
                      <a:gd name="connsiteY3-74" fmla="*/ 436179 h 1049866"/>
                      <a:gd name="connsiteX4-75" fmla="*/ 2300598 w 4673016"/>
                      <a:gd name="connsiteY4-76" fmla="*/ 1049866 h 1049866"/>
                      <a:gd name="connsiteX5-77" fmla="*/ 912064 w 4673016"/>
                      <a:gd name="connsiteY5-78" fmla="*/ 457200 h 1049866"/>
                      <a:gd name="connsiteX6-79" fmla="*/ 624198 w 4673016"/>
                      <a:gd name="connsiteY6-80" fmla="*/ 541866 h 1049866"/>
                      <a:gd name="connsiteX7-81" fmla="*/ 0 w 4673016"/>
                      <a:gd name="connsiteY7-82" fmla="*/ 232979 h 1049866"/>
                      <a:gd name="connsiteX8-83" fmla="*/ 912064 w 4673016"/>
                      <a:gd name="connsiteY8-84" fmla="*/ 16933 h 1049866"/>
                      <a:gd name="connsiteX9-85" fmla="*/ 2334464 w 4673016"/>
                      <a:gd name="connsiteY9-86" fmla="*/ 626533 h 1049866"/>
                      <a:gd name="connsiteX10-87" fmla="*/ 3756864 w 4673016"/>
                      <a:gd name="connsiteY10-88" fmla="*/ 0 h 1049866"/>
                      <a:gd name="connsiteX0-89" fmla="*/ 3756864 w 4673016"/>
                      <a:gd name="connsiteY0-90" fmla="*/ 0 h 1049866"/>
                      <a:gd name="connsiteX1-91" fmla="*/ 4673016 w 4673016"/>
                      <a:gd name="connsiteY1-92" fmla="*/ 239402 h 1049866"/>
                      <a:gd name="connsiteX2-93" fmla="*/ 3993931 w 4673016"/>
                      <a:gd name="connsiteY2-94" fmla="*/ 541866 h 1049866"/>
                      <a:gd name="connsiteX3-95" fmla="*/ 3794818 w 4673016"/>
                      <a:gd name="connsiteY3-96" fmla="*/ 436179 h 1049866"/>
                      <a:gd name="connsiteX4-97" fmla="*/ 2300598 w 4673016"/>
                      <a:gd name="connsiteY4-98" fmla="*/ 1049866 h 1049866"/>
                      <a:gd name="connsiteX5-99" fmla="*/ 912064 w 4673016"/>
                      <a:gd name="connsiteY5-100" fmla="*/ 457200 h 1049866"/>
                      <a:gd name="connsiteX6-101" fmla="*/ 624198 w 4673016"/>
                      <a:gd name="connsiteY6-102" fmla="*/ 541866 h 1049866"/>
                      <a:gd name="connsiteX7-103" fmla="*/ 0 w 4673016"/>
                      <a:gd name="connsiteY7-104" fmla="*/ 232979 h 1049866"/>
                      <a:gd name="connsiteX8-105" fmla="*/ 912064 w 4673016"/>
                      <a:gd name="connsiteY8-106" fmla="*/ 16933 h 1049866"/>
                      <a:gd name="connsiteX9-107" fmla="*/ 2323954 w 4673016"/>
                      <a:gd name="connsiteY9-108" fmla="*/ 616023 h 1049866"/>
                      <a:gd name="connsiteX10-109" fmla="*/ 3756864 w 4673016"/>
                      <a:gd name="connsiteY10-110" fmla="*/ 0 h 1049866"/>
                      <a:gd name="connsiteX0-111" fmla="*/ 3756864 w 4673016"/>
                      <a:gd name="connsiteY0-112" fmla="*/ 0 h 1049866"/>
                      <a:gd name="connsiteX1-113" fmla="*/ 4673016 w 4673016"/>
                      <a:gd name="connsiteY1-114" fmla="*/ 239402 h 1049866"/>
                      <a:gd name="connsiteX2-115" fmla="*/ 3993931 w 4673016"/>
                      <a:gd name="connsiteY2-116" fmla="*/ 541866 h 1049866"/>
                      <a:gd name="connsiteX3-117" fmla="*/ 3794818 w 4673016"/>
                      <a:gd name="connsiteY3-118" fmla="*/ 436179 h 1049866"/>
                      <a:gd name="connsiteX4-119" fmla="*/ 2300598 w 4673016"/>
                      <a:gd name="connsiteY4-120" fmla="*/ 1049866 h 1049866"/>
                      <a:gd name="connsiteX5-121" fmla="*/ 912064 w 4673016"/>
                      <a:gd name="connsiteY5-122" fmla="*/ 457200 h 1049866"/>
                      <a:gd name="connsiteX6-123" fmla="*/ 624198 w 4673016"/>
                      <a:gd name="connsiteY6-124" fmla="*/ 541866 h 1049866"/>
                      <a:gd name="connsiteX7-125" fmla="*/ 0 w 4673016"/>
                      <a:gd name="connsiteY7-126" fmla="*/ 275021 h 1049866"/>
                      <a:gd name="connsiteX8-127" fmla="*/ 912064 w 4673016"/>
                      <a:gd name="connsiteY8-128" fmla="*/ 16933 h 1049866"/>
                      <a:gd name="connsiteX9-129" fmla="*/ 2323954 w 4673016"/>
                      <a:gd name="connsiteY9-130" fmla="*/ 616023 h 1049866"/>
                      <a:gd name="connsiteX10-131" fmla="*/ 3756864 w 4673016"/>
                      <a:gd name="connsiteY10-132" fmla="*/ 0 h 1049866"/>
                      <a:gd name="connsiteX0-133" fmla="*/ 3756864 w 4673016"/>
                      <a:gd name="connsiteY0-134" fmla="*/ 0 h 1049866"/>
                      <a:gd name="connsiteX1-135" fmla="*/ 4673016 w 4673016"/>
                      <a:gd name="connsiteY1-136" fmla="*/ 239402 h 1049866"/>
                      <a:gd name="connsiteX2-137" fmla="*/ 3993931 w 4673016"/>
                      <a:gd name="connsiteY2-138" fmla="*/ 541866 h 1049866"/>
                      <a:gd name="connsiteX3-139" fmla="*/ 3815839 w 4673016"/>
                      <a:gd name="connsiteY3-140" fmla="*/ 467710 h 1049866"/>
                      <a:gd name="connsiteX4-141" fmla="*/ 2300598 w 4673016"/>
                      <a:gd name="connsiteY4-142" fmla="*/ 1049866 h 1049866"/>
                      <a:gd name="connsiteX5-143" fmla="*/ 912064 w 4673016"/>
                      <a:gd name="connsiteY5-144" fmla="*/ 457200 h 1049866"/>
                      <a:gd name="connsiteX6-145" fmla="*/ 624198 w 4673016"/>
                      <a:gd name="connsiteY6-146" fmla="*/ 541866 h 1049866"/>
                      <a:gd name="connsiteX7-147" fmla="*/ 0 w 4673016"/>
                      <a:gd name="connsiteY7-148" fmla="*/ 275021 h 1049866"/>
                      <a:gd name="connsiteX8-149" fmla="*/ 912064 w 4673016"/>
                      <a:gd name="connsiteY8-150" fmla="*/ 16933 h 1049866"/>
                      <a:gd name="connsiteX9-151" fmla="*/ 2323954 w 4673016"/>
                      <a:gd name="connsiteY9-152" fmla="*/ 616023 h 1049866"/>
                      <a:gd name="connsiteX10-153" fmla="*/ 3756864 w 4673016"/>
                      <a:gd name="connsiteY10-154" fmla="*/ 0 h 104986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7" name="Freeform 306"/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8" name="Freeform 307"/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9" name="Freeform 308"/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-1" fmla="*/ 168165 w 3731172"/>
                      <a:gd name="connsiteY0-2" fmla="*/ 73572 h 1418896"/>
                      <a:gd name="connsiteX1-3" fmla="*/ 451945 w 3731172"/>
                      <a:gd name="connsiteY1-4" fmla="*/ 0 h 1418896"/>
                      <a:gd name="connsiteX2-5" fmla="*/ 1881352 w 3731172"/>
                      <a:gd name="connsiteY2-6" fmla="*/ 599089 h 1418896"/>
                      <a:gd name="connsiteX3-7" fmla="*/ 3363310 w 3731172"/>
                      <a:gd name="connsiteY3-8" fmla="*/ 0 h 1418896"/>
                      <a:gd name="connsiteX4-9" fmla="*/ 3584027 w 3731172"/>
                      <a:gd name="connsiteY4-10" fmla="*/ 73572 h 1418896"/>
                      <a:gd name="connsiteX5-11" fmla="*/ 2627586 w 3731172"/>
                      <a:gd name="connsiteY5-12" fmla="*/ 441434 h 1418896"/>
                      <a:gd name="connsiteX6-13" fmla="*/ 2596055 w 3731172"/>
                      <a:gd name="connsiteY6-14" fmla="*/ 914400 h 1418896"/>
                      <a:gd name="connsiteX7-15" fmla="*/ 3731172 w 3731172"/>
                      <a:gd name="connsiteY7-16" fmla="*/ 1345324 h 1418896"/>
                      <a:gd name="connsiteX8-17" fmla="*/ 3447393 w 3731172"/>
                      <a:gd name="connsiteY8-18" fmla="*/ 1408386 h 1418896"/>
                      <a:gd name="connsiteX9-19" fmla="*/ 1870841 w 3731172"/>
                      <a:gd name="connsiteY9-20" fmla="*/ 746234 h 1418896"/>
                      <a:gd name="connsiteX10-21" fmla="*/ 262758 w 3731172"/>
                      <a:gd name="connsiteY10-22" fmla="*/ 1418896 h 1418896"/>
                      <a:gd name="connsiteX11-23" fmla="*/ 0 w 3731172"/>
                      <a:gd name="connsiteY11-24" fmla="*/ 1324303 h 1418896"/>
                      <a:gd name="connsiteX12-25" fmla="*/ 1145627 w 3731172"/>
                      <a:gd name="connsiteY12-26" fmla="*/ 882869 h 1418896"/>
                      <a:gd name="connsiteX13-27" fmla="*/ 1114096 w 3731172"/>
                      <a:gd name="connsiteY13-28" fmla="*/ 409903 h 1418896"/>
                      <a:gd name="connsiteX14-29" fmla="*/ 441434 w 3731172"/>
                      <a:gd name="connsiteY14-30" fmla="*/ 10510 h 1418896"/>
                      <a:gd name="connsiteX15-31" fmla="*/ 441434 w 3731172"/>
                      <a:gd name="connsiteY15-32" fmla="*/ 10510 h 1418896"/>
                      <a:gd name="connsiteX0-33" fmla="*/ 168165 w 3731172"/>
                      <a:gd name="connsiteY0-34" fmla="*/ 73572 h 1418896"/>
                      <a:gd name="connsiteX1-35" fmla="*/ 451945 w 3731172"/>
                      <a:gd name="connsiteY1-36" fmla="*/ 0 h 1418896"/>
                      <a:gd name="connsiteX2-37" fmla="*/ 1881352 w 3731172"/>
                      <a:gd name="connsiteY2-38" fmla="*/ 599089 h 1418896"/>
                      <a:gd name="connsiteX3-39" fmla="*/ 3363310 w 3731172"/>
                      <a:gd name="connsiteY3-40" fmla="*/ 0 h 1418896"/>
                      <a:gd name="connsiteX4-41" fmla="*/ 3584027 w 3731172"/>
                      <a:gd name="connsiteY4-42" fmla="*/ 73572 h 1418896"/>
                      <a:gd name="connsiteX5-43" fmla="*/ 2627586 w 3731172"/>
                      <a:gd name="connsiteY5-44" fmla="*/ 441434 h 1418896"/>
                      <a:gd name="connsiteX6-45" fmla="*/ 2596055 w 3731172"/>
                      <a:gd name="connsiteY6-46" fmla="*/ 914400 h 1418896"/>
                      <a:gd name="connsiteX7-47" fmla="*/ 3731172 w 3731172"/>
                      <a:gd name="connsiteY7-48" fmla="*/ 1345324 h 1418896"/>
                      <a:gd name="connsiteX8-49" fmla="*/ 3447393 w 3731172"/>
                      <a:gd name="connsiteY8-50" fmla="*/ 1408386 h 1418896"/>
                      <a:gd name="connsiteX9-51" fmla="*/ 1870841 w 3731172"/>
                      <a:gd name="connsiteY9-52" fmla="*/ 746234 h 1418896"/>
                      <a:gd name="connsiteX10-53" fmla="*/ 262758 w 3731172"/>
                      <a:gd name="connsiteY10-54" fmla="*/ 1418896 h 1418896"/>
                      <a:gd name="connsiteX11-55" fmla="*/ 0 w 3731172"/>
                      <a:gd name="connsiteY11-56" fmla="*/ 1324303 h 1418896"/>
                      <a:gd name="connsiteX12-57" fmla="*/ 1145627 w 3731172"/>
                      <a:gd name="connsiteY12-58" fmla="*/ 882869 h 1418896"/>
                      <a:gd name="connsiteX13-59" fmla="*/ 1114096 w 3731172"/>
                      <a:gd name="connsiteY13-60" fmla="*/ 409903 h 1418896"/>
                      <a:gd name="connsiteX14-61" fmla="*/ 441434 w 3731172"/>
                      <a:gd name="connsiteY14-62" fmla="*/ 10510 h 1418896"/>
                      <a:gd name="connsiteX0-63" fmla="*/ 168165 w 3731172"/>
                      <a:gd name="connsiteY0-64" fmla="*/ 73572 h 1418896"/>
                      <a:gd name="connsiteX1-65" fmla="*/ 451945 w 3731172"/>
                      <a:gd name="connsiteY1-66" fmla="*/ 0 h 1418896"/>
                      <a:gd name="connsiteX2-67" fmla="*/ 1881352 w 3731172"/>
                      <a:gd name="connsiteY2-68" fmla="*/ 599089 h 1418896"/>
                      <a:gd name="connsiteX3-69" fmla="*/ 3363310 w 3731172"/>
                      <a:gd name="connsiteY3-70" fmla="*/ 0 h 1418896"/>
                      <a:gd name="connsiteX4-71" fmla="*/ 3584027 w 3731172"/>
                      <a:gd name="connsiteY4-72" fmla="*/ 73572 h 1418896"/>
                      <a:gd name="connsiteX5-73" fmla="*/ 2627586 w 3731172"/>
                      <a:gd name="connsiteY5-74" fmla="*/ 441434 h 1418896"/>
                      <a:gd name="connsiteX6-75" fmla="*/ 2596055 w 3731172"/>
                      <a:gd name="connsiteY6-76" fmla="*/ 914400 h 1418896"/>
                      <a:gd name="connsiteX7-77" fmla="*/ 3731172 w 3731172"/>
                      <a:gd name="connsiteY7-78" fmla="*/ 1345324 h 1418896"/>
                      <a:gd name="connsiteX8-79" fmla="*/ 3447393 w 3731172"/>
                      <a:gd name="connsiteY8-80" fmla="*/ 1408386 h 1418896"/>
                      <a:gd name="connsiteX9-81" fmla="*/ 1870841 w 3731172"/>
                      <a:gd name="connsiteY9-82" fmla="*/ 746234 h 1418896"/>
                      <a:gd name="connsiteX10-83" fmla="*/ 262758 w 3731172"/>
                      <a:gd name="connsiteY10-84" fmla="*/ 1418896 h 1418896"/>
                      <a:gd name="connsiteX11-85" fmla="*/ 0 w 3731172"/>
                      <a:gd name="connsiteY11-86" fmla="*/ 1324303 h 1418896"/>
                      <a:gd name="connsiteX12-87" fmla="*/ 1145627 w 3731172"/>
                      <a:gd name="connsiteY12-88" fmla="*/ 882869 h 1418896"/>
                      <a:gd name="connsiteX13-89" fmla="*/ 1114096 w 3731172"/>
                      <a:gd name="connsiteY13-90" fmla="*/ 409903 h 1418896"/>
                      <a:gd name="connsiteX14-91" fmla="*/ 357351 w 3731172"/>
                      <a:gd name="connsiteY14-92" fmla="*/ 115613 h 1418896"/>
                      <a:gd name="connsiteX0-93" fmla="*/ 168165 w 3731172"/>
                      <a:gd name="connsiteY0-94" fmla="*/ 73572 h 1418896"/>
                      <a:gd name="connsiteX1-95" fmla="*/ 451945 w 3731172"/>
                      <a:gd name="connsiteY1-96" fmla="*/ 0 h 1418896"/>
                      <a:gd name="connsiteX2-97" fmla="*/ 1881352 w 3731172"/>
                      <a:gd name="connsiteY2-98" fmla="*/ 599089 h 1418896"/>
                      <a:gd name="connsiteX3-99" fmla="*/ 3363310 w 3731172"/>
                      <a:gd name="connsiteY3-100" fmla="*/ 0 h 1418896"/>
                      <a:gd name="connsiteX4-101" fmla="*/ 3584027 w 3731172"/>
                      <a:gd name="connsiteY4-102" fmla="*/ 73572 h 1418896"/>
                      <a:gd name="connsiteX5-103" fmla="*/ 2627586 w 3731172"/>
                      <a:gd name="connsiteY5-104" fmla="*/ 441434 h 1418896"/>
                      <a:gd name="connsiteX6-105" fmla="*/ 2596055 w 3731172"/>
                      <a:gd name="connsiteY6-106" fmla="*/ 914400 h 1418896"/>
                      <a:gd name="connsiteX7-107" fmla="*/ 3731172 w 3731172"/>
                      <a:gd name="connsiteY7-108" fmla="*/ 1345324 h 1418896"/>
                      <a:gd name="connsiteX8-109" fmla="*/ 3447393 w 3731172"/>
                      <a:gd name="connsiteY8-110" fmla="*/ 1408386 h 1418896"/>
                      <a:gd name="connsiteX9-111" fmla="*/ 1870841 w 3731172"/>
                      <a:gd name="connsiteY9-112" fmla="*/ 746234 h 1418896"/>
                      <a:gd name="connsiteX10-113" fmla="*/ 262758 w 3731172"/>
                      <a:gd name="connsiteY10-114" fmla="*/ 1418896 h 1418896"/>
                      <a:gd name="connsiteX11-115" fmla="*/ 0 w 3731172"/>
                      <a:gd name="connsiteY11-116" fmla="*/ 1324303 h 1418896"/>
                      <a:gd name="connsiteX12-117" fmla="*/ 1145627 w 3731172"/>
                      <a:gd name="connsiteY12-118" fmla="*/ 882869 h 1418896"/>
                      <a:gd name="connsiteX13-119" fmla="*/ 1114096 w 3731172"/>
                      <a:gd name="connsiteY13-120" fmla="*/ 409903 h 1418896"/>
                      <a:gd name="connsiteX14-121" fmla="*/ 147144 w 3731172"/>
                      <a:gd name="connsiteY14-122" fmla="*/ 63061 h 1418896"/>
                      <a:gd name="connsiteX0-123" fmla="*/ 168165 w 3731172"/>
                      <a:gd name="connsiteY0-124" fmla="*/ 73572 h 1418896"/>
                      <a:gd name="connsiteX1-125" fmla="*/ 451945 w 3731172"/>
                      <a:gd name="connsiteY1-126" fmla="*/ 0 h 1418896"/>
                      <a:gd name="connsiteX2-127" fmla="*/ 1881352 w 3731172"/>
                      <a:gd name="connsiteY2-128" fmla="*/ 599089 h 1418896"/>
                      <a:gd name="connsiteX3-129" fmla="*/ 3363310 w 3731172"/>
                      <a:gd name="connsiteY3-130" fmla="*/ 0 h 1418896"/>
                      <a:gd name="connsiteX4-131" fmla="*/ 3584027 w 3731172"/>
                      <a:gd name="connsiteY4-132" fmla="*/ 73572 h 1418896"/>
                      <a:gd name="connsiteX5-133" fmla="*/ 2627586 w 3731172"/>
                      <a:gd name="connsiteY5-134" fmla="*/ 441434 h 1418896"/>
                      <a:gd name="connsiteX6-135" fmla="*/ 2596055 w 3731172"/>
                      <a:gd name="connsiteY6-136" fmla="*/ 914400 h 1418896"/>
                      <a:gd name="connsiteX7-137" fmla="*/ 3731172 w 3731172"/>
                      <a:gd name="connsiteY7-138" fmla="*/ 1345324 h 1418896"/>
                      <a:gd name="connsiteX8-139" fmla="*/ 3447393 w 3731172"/>
                      <a:gd name="connsiteY8-140" fmla="*/ 1408386 h 1418896"/>
                      <a:gd name="connsiteX9-141" fmla="*/ 1870841 w 3731172"/>
                      <a:gd name="connsiteY9-142" fmla="*/ 746234 h 1418896"/>
                      <a:gd name="connsiteX10-143" fmla="*/ 262758 w 3731172"/>
                      <a:gd name="connsiteY10-144" fmla="*/ 1418896 h 1418896"/>
                      <a:gd name="connsiteX11-145" fmla="*/ 0 w 3731172"/>
                      <a:gd name="connsiteY11-146" fmla="*/ 1324303 h 1418896"/>
                      <a:gd name="connsiteX12-147" fmla="*/ 1145627 w 3731172"/>
                      <a:gd name="connsiteY12-148" fmla="*/ 882869 h 1418896"/>
                      <a:gd name="connsiteX13-149" fmla="*/ 1114096 w 3731172"/>
                      <a:gd name="connsiteY13-150" fmla="*/ 420413 h 1418896"/>
                      <a:gd name="connsiteX14-151" fmla="*/ 147144 w 3731172"/>
                      <a:gd name="connsiteY14-152" fmla="*/ 63061 h 1418896"/>
                      <a:gd name="connsiteX0-153" fmla="*/ 168165 w 3731172"/>
                      <a:gd name="connsiteY0-154" fmla="*/ 73572 h 1418896"/>
                      <a:gd name="connsiteX1-155" fmla="*/ 451945 w 3731172"/>
                      <a:gd name="connsiteY1-156" fmla="*/ 0 h 1418896"/>
                      <a:gd name="connsiteX2-157" fmla="*/ 1881352 w 3731172"/>
                      <a:gd name="connsiteY2-158" fmla="*/ 599089 h 1418896"/>
                      <a:gd name="connsiteX3-159" fmla="*/ 3363310 w 3731172"/>
                      <a:gd name="connsiteY3-160" fmla="*/ 0 h 1418896"/>
                      <a:gd name="connsiteX4-161" fmla="*/ 3584027 w 3731172"/>
                      <a:gd name="connsiteY4-162" fmla="*/ 73572 h 1418896"/>
                      <a:gd name="connsiteX5-163" fmla="*/ 2627586 w 3731172"/>
                      <a:gd name="connsiteY5-164" fmla="*/ 441434 h 1418896"/>
                      <a:gd name="connsiteX6-165" fmla="*/ 2596055 w 3731172"/>
                      <a:gd name="connsiteY6-166" fmla="*/ 914400 h 1418896"/>
                      <a:gd name="connsiteX7-167" fmla="*/ 3731172 w 3731172"/>
                      <a:gd name="connsiteY7-168" fmla="*/ 1345324 h 1418896"/>
                      <a:gd name="connsiteX8-169" fmla="*/ 3447393 w 3731172"/>
                      <a:gd name="connsiteY8-170" fmla="*/ 1408386 h 1418896"/>
                      <a:gd name="connsiteX9-171" fmla="*/ 1870841 w 3731172"/>
                      <a:gd name="connsiteY9-172" fmla="*/ 746234 h 1418896"/>
                      <a:gd name="connsiteX10-173" fmla="*/ 262758 w 3731172"/>
                      <a:gd name="connsiteY10-174" fmla="*/ 1418896 h 1418896"/>
                      <a:gd name="connsiteX11-175" fmla="*/ 0 w 3731172"/>
                      <a:gd name="connsiteY11-176" fmla="*/ 1324303 h 1418896"/>
                      <a:gd name="connsiteX12-177" fmla="*/ 1145627 w 3731172"/>
                      <a:gd name="connsiteY12-178" fmla="*/ 882869 h 1418896"/>
                      <a:gd name="connsiteX13-179" fmla="*/ 1114096 w 3731172"/>
                      <a:gd name="connsiteY13-180" fmla="*/ 420413 h 1418896"/>
                      <a:gd name="connsiteX14-181" fmla="*/ 189185 w 3731172"/>
                      <a:gd name="connsiteY14-182" fmla="*/ 84081 h 1418896"/>
                      <a:gd name="connsiteX0-183" fmla="*/ 168165 w 3731172"/>
                      <a:gd name="connsiteY0-184" fmla="*/ 73572 h 1418896"/>
                      <a:gd name="connsiteX1-185" fmla="*/ 451945 w 3731172"/>
                      <a:gd name="connsiteY1-186" fmla="*/ 0 h 1418896"/>
                      <a:gd name="connsiteX2-187" fmla="*/ 1881352 w 3731172"/>
                      <a:gd name="connsiteY2-188" fmla="*/ 599089 h 1418896"/>
                      <a:gd name="connsiteX3-189" fmla="*/ 3363310 w 3731172"/>
                      <a:gd name="connsiteY3-190" fmla="*/ 0 h 1418896"/>
                      <a:gd name="connsiteX4-191" fmla="*/ 3584027 w 3731172"/>
                      <a:gd name="connsiteY4-192" fmla="*/ 73572 h 1418896"/>
                      <a:gd name="connsiteX5-193" fmla="*/ 2627586 w 3731172"/>
                      <a:gd name="connsiteY5-194" fmla="*/ 441434 h 1418896"/>
                      <a:gd name="connsiteX6-195" fmla="*/ 2596055 w 3731172"/>
                      <a:gd name="connsiteY6-196" fmla="*/ 914400 h 1418896"/>
                      <a:gd name="connsiteX7-197" fmla="*/ 3731172 w 3731172"/>
                      <a:gd name="connsiteY7-198" fmla="*/ 1345324 h 1418896"/>
                      <a:gd name="connsiteX8-199" fmla="*/ 3447393 w 3731172"/>
                      <a:gd name="connsiteY8-200" fmla="*/ 1408386 h 1418896"/>
                      <a:gd name="connsiteX9-201" fmla="*/ 1870841 w 3731172"/>
                      <a:gd name="connsiteY9-202" fmla="*/ 746234 h 1418896"/>
                      <a:gd name="connsiteX10-203" fmla="*/ 262758 w 3731172"/>
                      <a:gd name="connsiteY10-204" fmla="*/ 1418896 h 1418896"/>
                      <a:gd name="connsiteX11-205" fmla="*/ 0 w 3731172"/>
                      <a:gd name="connsiteY11-206" fmla="*/ 1324303 h 1418896"/>
                      <a:gd name="connsiteX12-207" fmla="*/ 1145627 w 3731172"/>
                      <a:gd name="connsiteY12-208" fmla="*/ 882869 h 1418896"/>
                      <a:gd name="connsiteX13-209" fmla="*/ 1114096 w 3731172"/>
                      <a:gd name="connsiteY13-210" fmla="*/ 420413 h 1418896"/>
                      <a:gd name="connsiteX14-211" fmla="*/ 189185 w 3731172"/>
                      <a:gd name="connsiteY14-212" fmla="*/ 84081 h 1418896"/>
                      <a:gd name="connsiteX15-213" fmla="*/ 168165 w 3731172"/>
                      <a:gd name="connsiteY15-214" fmla="*/ 73572 h 1418896"/>
                      <a:gd name="connsiteX0-215" fmla="*/ 168165 w 3731172"/>
                      <a:gd name="connsiteY0-216" fmla="*/ 73572 h 1418896"/>
                      <a:gd name="connsiteX1-217" fmla="*/ 451945 w 3731172"/>
                      <a:gd name="connsiteY1-218" fmla="*/ 0 h 1418896"/>
                      <a:gd name="connsiteX2-219" fmla="*/ 1881352 w 3731172"/>
                      <a:gd name="connsiteY2-220" fmla="*/ 599089 h 1418896"/>
                      <a:gd name="connsiteX3-221" fmla="*/ 3363310 w 3731172"/>
                      <a:gd name="connsiteY3-222" fmla="*/ 0 h 1418896"/>
                      <a:gd name="connsiteX4-223" fmla="*/ 3584027 w 3731172"/>
                      <a:gd name="connsiteY4-224" fmla="*/ 73572 h 1418896"/>
                      <a:gd name="connsiteX5-225" fmla="*/ 2627586 w 3731172"/>
                      <a:gd name="connsiteY5-226" fmla="*/ 441434 h 1418896"/>
                      <a:gd name="connsiteX6-227" fmla="*/ 2596055 w 3731172"/>
                      <a:gd name="connsiteY6-228" fmla="*/ 914400 h 1418896"/>
                      <a:gd name="connsiteX7-229" fmla="*/ 3731172 w 3731172"/>
                      <a:gd name="connsiteY7-230" fmla="*/ 1345324 h 1418896"/>
                      <a:gd name="connsiteX8-231" fmla="*/ 3447393 w 3731172"/>
                      <a:gd name="connsiteY8-232" fmla="*/ 1408386 h 1418896"/>
                      <a:gd name="connsiteX9-233" fmla="*/ 1870841 w 3731172"/>
                      <a:gd name="connsiteY9-234" fmla="*/ 746234 h 1418896"/>
                      <a:gd name="connsiteX10-235" fmla="*/ 262758 w 3731172"/>
                      <a:gd name="connsiteY10-236" fmla="*/ 1418896 h 1418896"/>
                      <a:gd name="connsiteX11-237" fmla="*/ 0 w 3731172"/>
                      <a:gd name="connsiteY11-238" fmla="*/ 1324303 h 1418896"/>
                      <a:gd name="connsiteX12-239" fmla="*/ 1145627 w 3731172"/>
                      <a:gd name="connsiteY12-240" fmla="*/ 882869 h 1418896"/>
                      <a:gd name="connsiteX13-241" fmla="*/ 1156137 w 3731172"/>
                      <a:gd name="connsiteY13-242" fmla="*/ 441434 h 1418896"/>
                      <a:gd name="connsiteX14-243" fmla="*/ 189185 w 3731172"/>
                      <a:gd name="connsiteY14-244" fmla="*/ 84081 h 1418896"/>
                      <a:gd name="connsiteX15-245" fmla="*/ 168165 w 3731172"/>
                      <a:gd name="connsiteY15-246" fmla="*/ 73572 h 1418896"/>
                      <a:gd name="connsiteX0-247" fmla="*/ 168165 w 3731172"/>
                      <a:gd name="connsiteY0-248" fmla="*/ 73572 h 1418896"/>
                      <a:gd name="connsiteX1-249" fmla="*/ 451945 w 3731172"/>
                      <a:gd name="connsiteY1-250" fmla="*/ 0 h 1418896"/>
                      <a:gd name="connsiteX2-251" fmla="*/ 1881352 w 3731172"/>
                      <a:gd name="connsiteY2-252" fmla="*/ 599089 h 1418896"/>
                      <a:gd name="connsiteX3-253" fmla="*/ 3363310 w 3731172"/>
                      <a:gd name="connsiteY3-254" fmla="*/ 0 h 1418896"/>
                      <a:gd name="connsiteX4-255" fmla="*/ 3584027 w 3731172"/>
                      <a:gd name="connsiteY4-256" fmla="*/ 73572 h 1418896"/>
                      <a:gd name="connsiteX5-257" fmla="*/ 2627586 w 3731172"/>
                      <a:gd name="connsiteY5-258" fmla="*/ 441434 h 1418896"/>
                      <a:gd name="connsiteX6-259" fmla="*/ 2596055 w 3731172"/>
                      <a:gd name="connsiteY6-260" fmla="*/ 914400 h 1418896"/>
                      <a:gd name="connsiteX7-261" fmla="*/ 3731172 w 3731172"/>
                      <a:gd name="connsiteY7-262" fmla="*/ 1345324 h 1418896"/>
                      <a:gd name="connsiteX8-263" fmla="*/ 3447393 w 3731172"/>
                      <a:gd name="connsiteY8-264" fmla="*/ 1408386 h 1418896"/>
                      <a:gd name="connsiteX9-265" fmla="*/ 1870841 w 3731172"/>
                      <a:gd name="connsiteY9-266" fmla="*/ 746234 h 1418896"/>
                      <a:gd name="connsiteX10-267" fmla="*/ 262758 w 3731172"/>
                      <a:gd name="connsiteY10-268" fmla="*/ 1418896 h 1418896"/>
                      <a:gd name="connsiteX11-269" fmla="*/ 0 w 3731172"/>
                      <a:gd name="connsiteY11-270" fmla="*/ 1324303 h 1418896"/>
                      <a:gd name="connsiteX12-271" fmla="*/ 1145627 w 3731172"/>
                      <a:gd name="connsiteY12-272" fmla="*/ 882869 h 1418896"/>
                      <a:gd name="connsiteX13-273" fmla="*/ 1145626 w 3731172"/>
                      <a:gd name="connsiteY13-274" fmla="*/ 451945 h 1418896"/>
                      <a:gd name="connsiteX14-275" fmla="*/ 189185 w 3731172"/>
                      <a:gd name="connsiteY14-276" fmla="*/ 84081 h 1418896"/>
                      <a:gd name="connsiteX15-277" fmla="*/ 168165 w 3731172"/>
                      <a:gd name="connsiteY15-278" fmla="*/ 73572 h 1418896"/>
                      <a:gd name="connsiteX0-279" fmla="*/ 168165 w 3731172"/>
                      <a:gd name="connsiteY0-280" fmla="*/ 73572 h 1418896"/>
                      <a:gd name="connsiteX1-281" fmla="*/ 451945 w 3731172"/>
                      <a:gd name="connsiteY1-282" fmla="*/ 0 h 1418896"/>
                      <a:gd name="connsiteX2-283" fmla="*/ 1881352 w 3731172"/>
                      <a:gd name="connsiteY2-284" fmla="*/ 599089 h 1418896"/>
                      <a:gd name="connsiteX3-285" fmla="*/ 3363310 w 3731172"/>
                      <a:gd name="connsiteY3-286" fmla="*/ 0 h 1418896"/>
                      <a:gd name="connsiteX4-287" fmla="*/ 3584027 w 3731172"/>
                      <a:gd name="connsiteY4-288" fmla="*/ 73572 h 1418896"/>
                      <a:gd name="connsiteX5-289" fmla="*/ 2627586 w 3731172"/>
                      <a:gd name="connsiteY5-290" fmla="*/ 441434 h 1418896"/>
                      <a:gd name="connsiteX6-291" fmla="*/ 2596055 w 3731172"/>
                      <a:gd name="connsiteY6-292" fmla="*/ 914400 h 1418896"/>
                      <a:gd name="connsiteX7-293" fmla="*/ 3731172 w 3731172"/>
                      <a:gd name="connsiteY7-294" fmla="*/ 1345324 h 1418896"/>
                      <a:gd name="connsiteX8-295" fmla="*/ 3447393 w 3731172"/>
                      <a:gd name="connsiteY8-296" fmla="*/ 1408386 h 1418896"/>
                      <a:gd name="connsiteX9-297" fmla="*/ 1870841 w 3731172"/>
                      <a:gd name="connsiteY9-298" fmla="*/ 746234 h 1418896"/>
                      <a:gd name="connsiteX10-299" fmla="*/ 262758 w 3731172"/>
                      <a:gd name="connsiteY10-300" fmla="*/ 1418896 h 1418896"/>
                      <a:gd name="connsiteX11-301" fmla="*/ 0 w 3731172"/>
                      <a:gd name="connsiteY11-302" fmla="*/ 1324303 h 1418896"/>
                      <a:gd name="connsiteX12-303" fmla="*/ 1145627 w 3731172"/>
                      <a:gd name="connsiteY12-304" fmla="*/ 903890 h 1418896"/>
                      <a:gd name="connsiteX13-305" fmla="*/ 1145626 w 3731172"/>
                      <a:gd name="connsiteY13-306" fmla="*/ 451945 h 1418896"/>
                      <a:gd name="connsiteX14-307" fmla="*/ 189185 w 3731172"/>
                      <a:gd name="connsiteY14-308" fmla="*/ 84081 h 1418896"/>
                      <a:gd name="connsiteX15-309" fmla="*/ 168165 w 3731172"/>
                      <a:gd name="connsiteY15-310" fmla="*/ 73572 h 1418896"/>
                      <a:gd name="connsiteX0-311" fmla="*/ 147144 w 3710151"/>
                      <a:gd name="connsiteY0-312" fmla="*/ 73572 h 1418896"/>
                      <a:gd name="connsiteX1-313" fmla="*/ 430924 w 3710151"/>
                      <a:gd name="connsiteY1-314" fmla="*/ 0 h 1418896"/>
                      <a:gd name="connsiteX2-315" fmla="*/ 1860331 w 3710151"/>
                      <a:gd name="connsiteY2-316" fmla="*/ 599089 h 1418896"/>
                      <a:gd name="connsiteX3-317" fmla="*/ 3342289 w 3710151"/>
                      <a:gd name="connsiteY3-318" fmla="*/ 0 h 1418896"/>
                      <a:gd name="connsiteX4-319" fmla="*/ 3563006 w 3710151"/>
                      <a:gd name="connsiteY4-320" fmla="*/ 73572 h 1418896"/>
                      <a:gd name="connsiteX5-321" fmla="*/ 2606565 w 3710151"/>
                      <a:gd name="connsiteY5-322" fmla="*/ 441434 h 1418896"/>
                      <a:gd name="connsiteX6-323" fmla="*/ 2575034 w 3710151"/>
                      <a:gd name="connsiteY6-324" fmla="*/ 914400 h 1418896"/>
                      <a:gd name="connsiteX7-325" fmla="*/ 3710151 w 3710151"/>
                      <a:gd name="connsiteY7-326" fmla="*/ 1345324 h 1418896"/>
                      <a:gd name="connsiteX8-327" fmla="*/ 3426372 w 3710151"/>
                      <a:gd name="connsiteY8-328" fmla="*/ 1408386 h 1418896"/>
                      <a:gd name="connsiteX9-329" fmla="*/ 1849820 w 3710151"/>
                      <a:gd name="connsiteY9-330" fmla="*/ 746234 h 1418896"/>
                      <a:gd name="connsiteX10-331" fmla="*/ 241737 w 3710151"/>
                      <a:gd name="connsiteY10-332" fmla="*/ 1418896 h 1418896"/>
                      <a:gd name="connsiteX11-333" fmla="*/ 0 w 3710151"/>
                      <a:gd name="connsiteY11-334" fmla="*/ 1334814 h 1418896"/>
                      <a:gd name="connsiteX12-335" fmla="*/ 1124606 w 3710151"/>
                      <a:gd name="connsiteY12-336" fmla="*/ 903890 h 1418896"/>
                      <a:gd name="connsiteX13-337" fmla="*/ 1124605 w 3710151"/>
                      <a:gd name="connsiteY13-338" fmla="*/ 451945 h 1418896"/>
                      <a:gd name="connsiteX14-339" fmla="*/ 168164 w 3710151"/>
                      <a:gd name="connsiteY14-340" fmla="*/ 84081 h 1418896"/>
                      <a:gd name="connsiteX15-341" fmla="*/ 147144 w 3710151"/>
                      <a:gd name="connsiteY15-342" fmla="*/ 73572 h 1418896"/>
                      <a:gd name="connsiteX0-343" fmla="*/ 147144 w 3710151"/>
                      <a:gd name="connsiteY0-344" fmla="*/ 73572 h 1418896"/>
                      <a:gd name="connsiteX1-345" fmla="*/ 430924 w 3710151"/>
                      <a:gd name="connsiteY1-346" fmla="*/ 0 h 1418896"/>
                      <a:gd name="connsiteX2-347" fmla="*/ 1860331 w 3710151"/>
                      <a:gd name="connsiteY2-348" fmla="*/ 599089 h 1418896"/>
                      <a:gd name="connsiteX3-349" fmla="*/ 3342289 w 3710151"/>
                      <a:gd name="connsiteY3-350" fmla="*/ 0 h 1418896"/>
                      <a:gd name="connsiteX4-351" fmla="*/ 3563006 w 3710151"/>
                      <a:gd name="connsiteY4-352" fmla="*/ 73572 h 1418896"/>
                      <a:gd name="connsiteX5-353" fmla="*/ 2606565 w 3710151"/>
                      <a:gd name="connsiteY5-354" fmla="*/ 441434 h 1418896"/>
                      <a:gd name="connsiteX6-355" fmla="*/ 2606565 w 3710151"/>
                      <a:gd name="connsiteY6-356" fmla="*/ 924910 h 1418896"/>
                      <a:gd name="connsiteX7-357" fmla="*/ 3710151 w 3710151"/>
                      <a:gd name="connsiteY7-358" fmla="*/ 1345324 h 1418896"/>
                      <a:gd name="connsiteX8-359" fmla="*/ 3426372 w 3710151"/>
                      <a:gd name="connsiteY8-360" fmla="*/ 1408386 h 1418896"/>
                      <a:gd name="connsiteX9-361" fmla="*/ 1849820 w 3710151"/>
                      <a:gd name="connsiteY9-362" fmla="*/ 746234 h 1418896"/>
                      <a:gd name="connsiteX10-363" fmla="*/ 241737 w 3710151"/>
                      <a:gd name="connsiteY10-364" fmla="*/ 1418896 h 1418896"/>
                      <a:gd name="connsiteX11-365" fmla="*/ 0 w 3710151"/>
                      <a:gd name="connsiteY11-366" fmla="*/ 1334814 h 1418896"/>
                      <a:gd name="connsiteX12-367" fmla="*/ 1124606 w 3710151"/>
                      <a:gd name="connsiteY12-368" fmla="*/ 903890 h 1418896"/>
                      <a:gd name="connsiteX13-369" fmla="*/ 1124605 w 3710151"/>
                      <a:gd name="connsiteY13-370" fmla="*/ 451945 h 1418896"/>
                      <a:gd name="connsiteX14-371" fmla="*/ 168164 w 3710151"/>
                      <a:gd name="connsiteY14-372" fmla="*/ 84081 h 1418896"/>
                      <a:gd name="connsiteX15-373" fmla="*/ 147144 w 3710151"/>
                      <a:gd name="connsiteY15-374" fmla="*/ 73572 h 1418896"/>
                      <a:gd name="connsiteX0-375" fmla="*/ 147144 w 3710151"/>
                      <a:gd name="connsiteY0-376" fmla="*/ 73572 h 1418896"/>
                      <a:gd name="connsiteX1-377" fmla="*/ 430924 w 3710151"/>
                      <a:gd name="connsiteY1-378" fmla="*/ 0 h 1418896"/>
                      <a:gd name="connsiteX2-379" fmla="*/ 1860331 w 3710151"/>
                      <a:gd name="connsiteY2-380" fmla="*/ 599089 h 1418896"/>
                      <a:gd name="connsiteX3-381" fmla="*/ 3342289 w 3710151"/>
                      <a:gd name="connsiteY3-382" fmla="*/ 0 h 1418896"/>
                      <a:gd name="connsiteX4-383" fmla="*/ 3563006 w 3710151"/>
                      <a:gd name="connsiteY4-384" fmla="*/ 73572 h 1418896"/>
                      <a:gd name="connsiteX5-385" fmla="*/ 2606565 w 3710151"/>
                      <a:gd name="connsiteY5-386" fmla="*/ 441434 h 1418896"/>
                      <a:gd name="connsiteX6-387" fmla="*/ 2610282 w 3710151"/>
                      <a:gd name="connsiteY6-388" fmla="*/ 902607 h 1418896"/>
                      <a:gd name="connsiteX7-389" fmla="*/ 3710151 w 3710151"/>
                      <a:gd name="connsiteY7-390" fmla="*/ 1345324 h 1418896"/>
                      <a:gd name="connsiteX8-391" fmla="*/ 3426372 w 3710151"/>
                      <a:gd name="connsiteY8-392" fmla="*/ 1408386 h 1418896"/>
                      <a:gd name="connsiteX9-393" fmla="*/ 1849820 w 3710151"/>
                      <a:gd name="connsiteY9-394" fmla="*/ 746234 h 1418896"/>
                      <a:gd name="connsiteX10-395" fmla="*/ 241737 w 3710151"/>
                      <a:gd name="connsiteY10-396" fmla="*/ 1418896 h 1418896"/>
                      <a:gd name="connsiteX11-397" fmla="*/ 0 w 3710151"/>
                      <a:gd name="connsiteY11-398" fmla="*/ 1334814 h 1418896"/>
                      <a:gd name="connsiteX12-399" fmla="*/ 1124606 w 3710151"/>
                      <a:gd name="connsiteY12-400" fmla="*/ 903890 h 1418896"/>
                      <a:gd name="connsiteX13-401" fmla="*/ 1124605 w 3710151"/>
                      <a:gd name="connsiteY13-402" fmla="*/ 451945 h 1418896"/>
                      <a:gd name="connsiteX14-403" fmla="*/ 168164 w 3710151"/>
                      <a:gd name="connsiteY14-404" fmla="*/ 84081 h 1418896"/>
                      <a:gd name="connsiteX15-405" fmla="*/ 147144 w 3710151"/>
                      <a:gd name="connsiteY15-406" fmla="*/ 73572 h 1418896"/>
                      <a:gd name="connsiteX0-407" fmla="*/ 147144 w 3710151"/>
                      <a:gd name="connsiteY0-408" fmla="*/ 73572 h 1418896"/>
                      <a:gd name="connsiteX1-409" fmla="*/ 430924 w 3710151"/>
                      <a:gd name="connsiteY1-410" fmla="*/ 0 h 1418896"/>
                      <a:gd name="connsiteX2-411" fmla="*/ 1860331 w 3710151"/>
                      <a:gd name="connsiteY2-412" fmla="*/ 599089 h 1418896"/>
                      <a:gd name="connsiteX3-413" fmla="*/ 3342289 w 3710151"/>
                      <a:gd name="connsiteY3-414" fmla="*/ 0 h 1418896"/>
                      <a:gd name="connsiteX4-415" fmla="*/ 3563006 w 3710151"/>
                      <a:gd name="connsiteY4-416" fmla="*/ 73572 h 1418896"/>
                      <a:gd name="connsiteX5-417" fmla="*/ 2617717 w 3710151"/>
                      <a:gd name="connsiteY5-418" fmla="*/ 445151 h 1418896"/>
                      <a:gd name="connsiteX6-419" fmla="*/ 2610282 w 3710151"/>
                      <a:gd name="connsiteY6-420" fmla="*/ 902607 h 1418896"/>
                      <a:gd name="connsiteX7-421" fmla="*/ 3710151 w 3710151"/>
                      <a:gd name="connsiteY7-422" fmla="*/ 1345324 h 1418896"/>
                      <a:gd name="connsiteX8-423" fmla="*/ 3426372 w 3710151"/>
                      <a:gd name="connsiteY8-424" fmla="*/ 1408386 h 1418896"/>
                      <a:gd name="connsiteX9-425" fmla="*/ 1849820 w 3710151"/>
                      <a:gd name="connsiteY9-426" fmla="*/ 746234 h 1418896"/>
                      <a:gd name="connsiteX10-427" fmla="*/ 241737 w 3710151"/>
                      <a:gd name="connsiteY10-428" fmla="*/ 1418896 h 1418896"/>
                      <a:gd name="connsiteX11-429" fmla="*/ 0 w 3710151"/>
                      <a:gd name="connsiteY11-430" fmla="*/ 1334814 h 1418896"/>
                      <a:gd name="connsiteX12-431" fmla="*/ 1124606 w 3710151"/>
                      <a:gd name="connsiteY12-432" fmla="*/ 903890 h 1418896"/>
                      <a:gd name="connsiteX13-433" fmla="*/ 1124605 w 3710151"/>
                      <a:gd name="connsiteY13-434" fmla="*/ 451945 h 1418896"/>
                      <a:gd name="connsiteX14-435" fmla="*/ 168164 w 3710151"/>
                      <a:gd name="connsiteY14-436" fmla="*/ 84081 h 1418896"/>
                      <a:gd name="connsiteX15-437" fmla="*/ 147144 w 3710151"/>
                      <a:gd name="connsiteY15-438" fmla="*/ 73572 h 1418896"/>
                      <a:gd name="connsiteX0-439" fmla="*/ 147144 w 3710151"/>
                      <a:gd name="connsiteY0-440" fmla="*/ 73572 h 1418896"/>
                      <a:gd name="connsiteX1-441" fmla="*/ 430924 w 3710151"/>
                      <a:gd name="connsiteY1-442" fmla="*/ 0 h 1418896"/>
                      <a:gd name="connsiteX2-443" fmla="*/ 1860331 w 3710151"/>
                      <a:gd name="connsiteY2-444" fmla="*/ 599089 h 1418896"/>
                      <a:gd name="connsiteX3-445" fmla="*/ 3342289 w 3710151"/>
                      <a:gd name="connsiteY3-446" fmla="*/ 0 h 1418896"/>
                      <a:gd name="connsiteX4-447" fmla="*/ 3563006 w 3710151"/>
                      <a:gd name="connsiteY4-448" fmla="*/ 73572 h 1418896"/>
                      <a:gd name="connsiteX5-449" fmla="*/ 2617717 w 3710151"/>
                      <a:gd name="connsiteY5-450" fmla="*/ 448868 h 1418896"/>
                      <a:gd name="connsiteX6-451" fmla="*/ 2610282 w 3710151"/>
                      <a:gd name="connsiteY6-452" fmla="*/ 902607 h 1418896"/>
                      <a:gd name="connsiteX7-453" fmla="*/ 3710151 w 3710151"/>
                      <a:gd name="connsiteY7-454" fmla="*/ 1345324 h 1418896"/>
                      <a:gd name="connsiteX8-455" fmla="*/ 3426372 w 3710151"/>
                      <a:gd name="connsiteY8-456" fmla="*/ 1408386 h 1418896"/>
                      <a:gd name="connsiteX9-457" fmla="*/ 1849820 w 3710151"/>
                      <a:gd name="connsiteY9-458" fmla="*/ 746234 h 1418896"/>
                      <a:gd name="connsiteX10-459" fmla="*/ 241737 w 3710151"/>
                      <a:gd name="connsiteY10-460" fmla="*/ 1418896 h 1418896"/>
                      <a:gd name="connsiteX11-461" fmla="*/ 0 w 3710151"/>
                      <a:gd name="connsiteY11-462" fmla="*/ 1334814 h 1418896"/>
                      <a:gd name="connsiteX12-463" fmla="*/ 1124606 w 3710151"/>
                      <a:gd name="connsiteY12-464" fmla="*/ 903890 h 1418896"/>
                      <a:gd name="connsiteX13-465" fmla="*/ 1124605 w 3710151"/>
                      <a:gd name="connsiteY13-466" fmla="*/ 451945 h 1418896"/>
                      <a:gd name="connsiteX14-467" fmla="*/ 168164 w 3710151"/>
                      <a:gd name="connsiteY14-468" fmla="*/ 84081 h 1418896"/>
                      <a:gd name="connsiteX15-469" fmla="*/ 147144 w 3710151"/>
                      <a:gd name="connsiteY15-470" fmla="*/ 73572 h 1418896"/>
                      <a:gd name="connsiteX0-471" fmla="*/ 147144 w 3710151"/>
                      <a:gd name="connsiteY0-472" fmla="*/ 73572 h 1418896"/>
                      <a:gd name="connsiteX1-473" fmla="*/ 430924 w 3710151"/>
                      <a:gd name="connsiteY1-474" fmla="*/ 0 h 1418896"/>
                      <a:gd name="connsiteX2-475" fmla="*/ 1838028 w 3710151"/>
                      <a:gd name="connsiteY2-476" fmla="*/ 591655 h 1418896"/>
                      <a:gd name="connsiteX3-477" fmla="*/ 3342289 w 3710151"/>
                      <a:gd name="connsiteY3-478" fmla="*/ 0 h 1418896"/>
                      <a:gd name="connsiteX4-479" fmla="*/ 3563006 w 3710151"/>
                      <a:gd name="connsiteY4-480" fmla="*/ 73572 h 1418896"/>
                      <a:gd name="connsiteX5-481" fmla="*/ 2617717 w 3710151"/>
                      <a:gd name="connsiteY5-482" fmla="*/ 448868 h 1418896"/>
                      <a:gd name="connsiteX6-483" fmla="*/ 2610282 w 3710151"/>
                      <a:gd name="connsiteY6-484" fmla="*/ 902607 h 1418896"/>
                      <a:gd name="connsiteX7-485" fmla="*/ 3710151 w 3710151"/>
                      <a:gd name="connsiteY7-486" fmla="*/ 1345324 h 1418896"/>
                      <a:gd name="connsiteX8-487" fmla="*/ 3426372 w 3710151"/>
                      <a:gd name="connsiteY8-488" fmla="*/ 1408386 h 1418896"/>
                      <a:gd name="connsiteX9-489" fmla="*/ 1849820 w 3710151"/>
                      <a:gd name="connsiteY9-490" fmla="*/ 746234 h 1418896"/>
                      <a:gd name="connsiteX10-491" fmla="*/ 241737 w 3710151"/>
                      <a:gd name="connsiteY10-492" fmla="*/ 1418896 h 1418896"/>
                      <a:gd name="connsiteX11-493" fmla="*/ 0 w 3710151"/>
                      <a:gd name="connsiteY11-494" fmla="*/ 1334814 h 1418896"/>
                      <a:gd name="connsiteX12-495" fmla="*/ 1124606 w 3710151"/>
                      <a:gd name="connsiteY12-496" fmla="*/ 903890 h 1418896"/>
                      <a:gd name="connsiteX13-497" fmla="*/ 1124605 w 3710151"/>
                      <a:gd name="connsiteY13-498" fmla="*/ 451945 h 1418896"/>
                      <a:gd name="connsiteX14-499" fmla="*/ 168164 w 3710151"/>
                      <a:gd name="connsiteY14-500" fmla="*/ 84081 h 1418896"/>
                      <a:gd name="connsiteX15-501" fmla="*/ 147144 w 3710151"/>
                      <a:gd name="connsiteY15-502" fmla="*/ 73572 h 1418896"/>
                      <a:gd name="connsiteX0-503" fmla="*/ 147144 w 3710151"/>
                      <a:gd name="connsiteY0-504" fmla="*/ 73572 h 1418896"/>
                      <a:gd name="connsiteX1-505" fmla="*/ 430924 w 3710151"/>
                      <a:gd name="connsiteY1-506" fmla="*/ 0 h 1418896"/>
                      <a:gd name="connsiteX2-507" fmla="*/ 1838028 w 3710151"/>
                      <a:gd name="connsiteY2-508" fmla="*/ 591655 h 1418896"/>
                      <a:gd name="connsiteX3-509" fmla="*/ 3342289 w 3710151"/>
                      <a:gd name="connsiteY3-510" fmla="*/ 0 h 1418896"/>
                      <a:gd name="connsiteX4-511" fmla="*/ 3563006 w 3710151"/>
                      <a:gd name="connsiteY4-512" fmla="*/ 73572 h 1418896"/>
                      <a:gd name="connsiteX5-513" fmla="*/ 2617717 w 3710151"/>
                      <a:gd name="connsiteY5-514" fmla="*/ 448868 h 1418896"/>
                      <a:gd name="connsiteX6-515" fmla="*/ 2610282 w 3710151"/>
                      <a:gd name="connsiteY6-516" fmla="*/ 902607 h 1418896"/>
                      <a:gd name="connsiteX7-517" fmla="*/ 3710151 w 3710151"/>
                      <a:gd name="connsiteY7-518" fmla="*/ 1345324 h 1418896"/>
                      <a:gd name="connsiteX8-519" fmla="*/ 3426372 w 3710151"/>
                      <a:gd name="connsiteY8-520" fmla="*/ 1408386 h 1418896"/>
                      <a:gd name="connsiteX9-521" fmla="*/ 1849820 w 3710151"/>
                      <a:gd name="connsiteY9-522" fmla="*/ 746234 h 1418896"/>
                      <a:gd name="connsiteX10-523" fmla="*/ 241737 w 3710151"/>
                      <a:gd name="connsiteY10-524" fmla="*/ 1418896 h 1418896"/>
                      <a:gd name="connsiteX11-525" fmla="*/ 0 w 3710151"/>
                      <a:gd name="connsiteY11-526" fmla="*/ 1334814 h 1418896"/>
                      <a:gd name="connsiteX12-527" fmla="*/ 1124606 w 3710151"/>
                      <a:gd name="connsiteY12-528" fmla="*/ 903890 h 1418896"/>
                      <a:gd name="connsiteX13-529" fmla="*/ 1087434 w 3710151"/>
                      <a:gd name="connsiteY13-530" fmla="*/ 451945 h 1418896"/>
                      <a:gd name="connsiteX14-531" fmla="*/ 168164 w 3710151"/>
                      <a:gd name="connsiteY14-532" fmla="*/ 84081 h 1418896"/>
                      <a:gd name="connsiteX15-533" fmla="*/ 147144 w 3710151"/>
                      <a:gd name="connsiteY15-534" fmla="*/ 73572 h 1418896"/>
                      <a:gd name="connsiteX0-535" fmla="*/ 147144 w 3710151"/>
                      <a:gd name="connsiteY0-536" fmla="*/ 73572 h 1418896"/>
                      <a:gd name="connsiteX1-537" fmla="*/ 430924 w 3710151"/>
                      <a:gd name="connsiteY1-538" fmla="*/ 0 h 1418896"/>
                      <a:gd name="connsiteX2-539" fmla="*/ 1838028 w 3710151"/>
                      <a:gd name="connsiteY2-540" fmla="*/ 591655 h 1418896"/>
                      <a:gd name="connsiteX3-541" fmla="*/ 3342289 w 3710151"/>
                      <a:gd name="connsiteY3-542" fmla="*/ 0 h 1418896"/>
                      <a:gd name="connsiteX4-543" fmla="*/ 3563006 w 3710151"/>
                      <a:gd name="connsiteY4-544" fmla="*/ 73572 h 1418896"/>
                      <a:gd name="connsiteX5-545" fmla="*/ 2617717 w 3710151"/>
                      <a:gd name="connsiteY5-546" fmla="*/ 448868 h 1418896"/>
                      <a:gd name="connsiteX6-547" fmla="*/ 2610282 w 3710151"/>
                      <a:gd name="connsiteY6-548" fmla="*/ 902607 h 1418896"/>
                      <a:gd name="connsiteX7-549" fmla="*/ 3710151 w 3710151"/>
                      <a:gd name="connsiteY7-550" fmla="*/ 1345324 h 1418896"/>
                      <a:gd name="connsiteX8-551" fmla="*/ 3426372 w 3710151"/>
                      <a:gd name="connsiteY8-552" fmla="*/ 1408386 h 1418896"/>
                      <a:gd name="connsiteX9-553" fmla="*/ 1849820 w 3710151"/>
                      <a:gd name="connsiteY9-554" fmla="*/ 746234 h 1418896"/>
                      <a:gd name="connsiteX10-555" fmla="*/ 241737 w 3710151"/>
                      <a:gd name="connsiteY10-556" fmla="*/ 1418896 h 1418896"/>
                      <a:gd name="connsiteX11-557" fmla="*/ 0 w 3710151"/>
                      <a:gd name="connsiteY11-558" fmla="*/ 1334814 h 1418896"/>
                      <a:gd name="connsiteX12-559" fmla="*/ 1098586 w 3710151"/>
                      <a:gd name="connsiteY12-560" fmla="*/ 903890 h 1418896"/>
                      <a:gd name="connsiteX13-561" fmla="*/ 1087434 w 3710151"/>
                      <a:gd name="connsiteY13-562" fmla="*/ 451945 h 1418896"/>
                      <a:gd name="connsiteX14-563" fmla="*/ 168164 w 3710151"/>
                      <a:gd name="connsiteY14-564" fmla="*/ 84081 h 1418896"/>
                      <a:gd name="connsiteX15-565" fmla="*/ 147144 w 3710151"/>
                      <a:gd name="connsiteY15-566" fmla="*/ 73572 h 1418896"/>
                      <a:gd name="connsiteX0-567" fmla="*/ 162012 w 3725019"/>
                      <a:gd name="connsiteY0-568" fmla="*/ 73572 h 1418896"/>
                      <a:gd name="connsiteX1-569" fmla="*/ 445792 w 3725019"/>
                      <a:gd name="connsiteY1-570" fmla="*/ 0 h 1418896"/>
                      <a:gd name="connsiteX2-571" fmla="*/ 1852896 w 3725019"/>
                      <a:gd name="connsiteY2-572" fmla="*/ 591655 h 1418896"/>
                      <a:gd name="connsiteX3-573" fmla="*/ 3357157 w 3725019"/>
                      <a:gd name="connsiteY3-574" fmla="*/ 0 h 1418896"/>
                      <a:gd name="connsiteX4-575" fmla="*/ 3577874 w 3725019"/>
                      <a:gd name="connsiteY4-576" fmla="*/ 73572 h 1418896"/>
                      <a:gd name="connsiteX5-577" fmla="*/ 2632585 w 3725019"/>
                      <a:gd name="connsiteY5-578" fmla="*/ 448868 h 1418896"/>
                      <a:gd name="connsiteX6-579" fmla="*/ 2625150 w 3725019"/>
                      <a:gd name="connsiteY6-580" fmla="*/ 902607 h 1418896"/>
                      <a:gd name="connsiteX7-581" fmla="*/ 3725019 w 3725019"/>
                      <a:gd name="connsiteY7-582" fmla="*/ 1345324 h 1418896"/>
                      <a:gd name="connsiteX8-583" fmla="*/ 3441240 w 3725019"/>
                      <a:gd name="connsiteY8-584" fmla="*/ 1408386 h 1418896"/>
                      <a:gd name="connsiteX9-585" fmla="*/ 1864688 w 3725019"/>
                      <a:gd name="connsiteY9-586" fmla="*/ 746234 h 1418896"/>
                      <a:gd name="connsiteX10-587" fmla="*/ 256605 w 3725019"/>
                      <a:gd name="connsiteY10-588" fmla="*/ 1418896 h 1418896"/>
                      <a:gd name="connsiteX11-589" fmla="*/ 0 w 3725019"/>
                      <a:gd name="connsiteY11-590" fmla="*/ 1331097 h 1418896"/>
                      <a:gd name="connsiteX12-591" fmla="*/ 1113454 w 3725019"/>
                      <a:gd name="connsiteY12-592" fmla="*/ 903890 h 1418896"/>
                      <a:gd name="connsiteX13-593" fmla="*/ 1102302 w 3725019"/>
                      <a:gd name="connsiteY13-594" fmla="*/ 451945 h 1418896"/>
                      <a:gd name="connsiteX14-595" fmla="*/ 183032 w 3725019"/>
                      <a:gd name="connsiteY14-596" fmla="*/ 84081 h 1418896"/>
                      <a:gd name="connsiteX15-597" fmla="*/ 162012 w 3725019"/>
                      <a:gd name="connsiteY15-598" fmla="*/ 73572 h 141889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  <a:cxn ang="0">
                        <a:pos x="connsiteX11-23" y="connsiteY11-24"/>
                      </a:cxn>
                      <a:cxn ang="0">
                        <a:pos x="connsiteX12-25" y="connsiteY12-26"/>
                      </a:cxn>
                      <a:cxn ang="0">
                        <a:pos x="connsiteX13-27" y="connsiteY13-28"/>
                      </a:cxn>
                      <a:cxn ang="0">
                        <a:pos x="connsiteX14-29" y="connsiteY14-30"/>
                      </a:cxn>
                      <a:cxn ang="0">
                        <a:pos x="connsiteX15-31" y="connsiteY15-32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310" name="Group 309"/>
              <p:cNvGrpSpPr/>
              <p:nvPr/>
            </p:nvGrpSpPr>
            <p:grpSpPr>
              <a:xfrm>
                <a:off x="6955883" y="3598924"/>
                <a:ext cx="576221" cy="330754"/>
                <a:chOff x="7493876" y="2774731"/>
                <a:chExt cx="1481958" cy="894622"/>
              </a:xfrm>
            </p:grpSpPr>
            <p:sp>
              <p:nvSpPr>
                <p:cNvPr id="311" name="Freeform 310"/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-1" fmla="*/ 8187558 w 8187558"/>
                    <a:gd name="connsiteY0-2" fmla="*/ 0 h 2617076"/>
                    <a:gd name="connsiteX1-3" fmla="*/ 8187558 w 8187558"/>
                    <a:gd name="connsiteY1-4" fmla="*/ 1271752 h 2617076"/>
                    <a:gd name="connsiteX2-5" fmla="*/ 4025462 w 8187558"/>
                    <a:gd name="connsiteY2-6" fmla="*/ 2617076 h 2617076"/>
                    <a:gd name="connsiteX3-7" fmla="*/ 0 w 8187558"/>
                    <a:gd name="connsiteY3-8" fmla="*/ 1229711 h 2617076"/>
                    <a:gd name="connsiteX4-9" fmla="*/ 31531 w 8187558"/>
                    <a:gd name="connsiteY4-10" fmla="*/ 147145 h 2617076"/>
                    <a:gd name="connsiteX5-11" fmla="*/ 4046482 w 8187558"/>
                    <a:gd name="connsiteY5-12" fmla="*/ 1576552 h 2617076"/>
                    <a:gd name="connsiteX6-13" fmla="*/ 8187558 w 8187558"/>
                    <a:gd name="connsiteY6-14" fmla="*/ 0 h 2617076"/>
                    <a:gd name="connsiteX0-15" fmla="*/ 8187558 w 8187558"/>
                    <a:gd name="connsiteY0-16" fmla="*/ 0 h 2617076"/>
                    <a:gd name="connsiteX1-17" fmla="*/ 8187558 w 8187558"/>
                    <a:gd name="connsiteY1-18" fmla="*/ 1271752 h 2617076"/>
                    <a:gd name="connsiteX2-19" fmla="*/ 4025462 w 8187558"/>
                    <a:gd name="connsiteY2-20" fmla="*/ 2617076 h 2617076"/>
                    <a:gd name="connsiteX3-21" fmla="*/ 0 w 8187558"/>
                    <a:gd name="connsiteY3-22" fmla="*/ 1229711 h 2617076"/>
                    <a:gd name="connsiteX4-23" fmla="*/ 31531 w 8187558"/>
                    <a:gd name="connsiteY4-24" fmla="*/ 147145 h 2617076"/>
                    <a:gd name="connsiteX5-25" fmla="*/ 4046482 w 8187558"/>
                    <a:gd name="connsiteY5-26" fmla="*/ 1576552 h 2617076"/>
                    <a:gd name="connsiteX6-27" fmla="*/ 8187558 w 8187558"/>
                    <a:gd name="connsiteY6-28" fmla="*/ 0 h 2617076"/>
                    <a:gd name="connsiteX0-29" fmla="*/ 8187558 w 8187558"/>
                    <a:gd name="connsiteY0-30" fmla="*/ 0 h 2617076"/>
                    <a:gd name="connsiteX1-31" fmla="*/ 8187558 w 8187558"/>
                    <a:gd name="connsiteY1-32" fmla="*/ 1271752 h 2617076"/>
                    <a:gd name="connsiteX2-33" fmla="*/ 4025462 w 8187558"/>
                    <a:gd name="connsiteY2-34" fmla="*/ 2617076 h 2617076"/>
                    <a:gd name="connsiteX3-35" fmla="*/ 0 w 8187558"/>
                    <a:gd name="connsiteY3-36" fmla="*/ 1229711 h 2617076"/>
                    <a:gd name="connsiteX4-37" fmla="*/ 31531 w 8187558"/>
                    <a:gd name="connsiteY4-38" fmla="*/ 147145 h 2617076"/>
                    <a:gd name="connsiteX5-39" fmla="*/ 4046482 w 8187558"/>
                    <a:gd name="connsiteY5-40" fmla="*/ 1576552 h 2617076"/>
                    <a:gd name="connsiteX6-41" fmla="*/ 8187558 w 8187558"/>
                    <a:gd name="connsiteY6-42" fmla="*/ 0 h 2617076"/>
                    <a:gd name="connsiteX0-43" fmla="*/ 8187558 w 8187558"/>
                    <a:gd name="connsiteY0-44" fmla="*/ 0 h 2617076"/>
                    <a:gd name="connsiteX1-45" fmla="*/ 8187558 w 8187558"/>
                    <a:gd name="connsiteY1-46" fmla="*/ 1271752 h 2617076"/>
                    <a:gd name="connsiteX2-47" fmla="*/ 4025462 w 8187558"/>
                    <a:gd name="connsiteY2-48" fmla="*/ 2617076 h 2617076"/>
                    <a:gd name="connsiteX3-49" fmla="*/ 0 w 8187558"/>
                    <a:gd name="connsiteY3-50" fmla="*/ 1229711 h 2617076"/>
                    <a:gd name="connsiteX4-51" fmla="*/ 31531 w 8187558"/>
                    <a:gd name="connsiteY4-52" fmla="*/ 147145 h 2617076"/>
                    <a:gd name="connsiteX5-53" fmla="*/ 4046482 w 8187558"/>
                    <a:gd name="connsiteY5-54" fmla="*/ 1576552 h 2617076"/>
                    <a:gd name="connsiteX6-55" fmla="*/ 8187558 w 8187558"/>
                    <a:gd name="connsiteY6-56" fmla="*/ 0 h 2617076"/>
                    <a:gd name="connsiteX0-57" fmla="*/ 8187558 w 8187558"/>
                    <a:gd name="connsiteY0-58" fmla="*/ 0 h 2617076"/>
                    <a:gd name="connsiteX1-59" fmla="*/ 8187558 w 8187558"/>
                    <a:gd name="connsiteY1-60" fmla="*/ 1271752 h 2617076"/>
                    <a:gd name="connsiteX2-61" fmla="*/ 4025462 w 8187558"/>
                    <a:gd name="connsiteY2-62" fmla="*/ 2617076 h 2617076"/>
                    <a:gd name="connsiteX3-63" fmla="*/ 0 w 8187558"/>
                    <a:gd name="connsiteY3-64" fmla="*/ 1229711 h 2617076"/>
                    <a:gd name="connsiteX4-65" fmla="*/ 31531 w 8187558"/>
                    <a:gd name="connsiteY4-66" fmla="*/ 147145 h 2617076"/>
                    <a:gd name="connsiteX5-67" fmla="*/ 4046482 w 8187558"/>
                    <a:gd name="connsiteY5-68" fmla="*/ 1576552 h 2617076"/>
                    <a:gd name="connsiteX6-69" fmla="*/ 8187558 w 8187558"/>
                    <a:gd name="connsiteY6-70" fmla="*/ 0 h 2617076"/>
                    <a:gd name="connsiteX0-71" fmla="*/ 8187558 w 8187558"/>
                    <a:gd name="connsiteY0-72" fmla="*/ 0 h 2617076"/>
                    <a:gd name="connsiteX1-73" fmla="*/ 8187558 w 8187558"/>
                    <a:gd name="connsiteY1-74" fmla="*/ 1271752 h 2617076"/>
                    <a:gd name="connsiteX2-75" fmla="*/ 4025462 w 8187558"/>
                    <a:gd name="connsiteY2-76" fmla="*/ 2617076 h 2617076"/>
                    <a:gd name="connsiteX3-77" fmla="*/ 0 w 8187558"/>
                    <a:gd name="connsiteY3-78" fmla="*/ 1229711 h 2617076"/>
                    <a:gd name="connsiteX4-79" fmla="*/ 31531 w 8187558"/>
                    <a:gd name="connsiteY4-80" fmla="*/ 147145 h 2617076"/>
                    <a:gd name="connsiteX5-81" fmla="*/ 4046482 w 8187558"/>
                    <a:gd name="connsiteY5-82" fmla="*/ 1576552 h 2617076"/>
                    <a:gd name="connsiteX6-83" fmla="*/ 8187558 w 8187558"/>
                    <a:gd name="connsiteY6-84" fmla="*/ 0 h 2617076"/>
                    <a:gd name="connsiteX0-85" fmla="*/ 8187558 w 8187558"/>
                    <a:gd name="connsiteY0-86" fmla="*/ 0 h 2638097"/>
                    <a:gd name="connsiteX1-87" fmla="*/ 8187558 w 8187558"/>
                    <a:gd name="connsiteY1-88" fmla="*/ 1271752 h 2638097"/>
                    <a:gd name="connsiteX2-89" fmla="*/ 4099035 w 8187558"/>
                    <a:gd name="connsiteY2-90" fmla="*/ 2638097 h 2638097"/>
                    <a:gd name="connsiteX3-91" fmla="*/ 0 w 8187558"/>
                    <a:gd name="connsiteY3-92" fmla="*/ 1229711 h 2638097"/>
                    <a:gd name="connsiteX4-93" fmla="*/ 31531 w 8187558"/>
                    <a:gd name="connsiteY4-94" fmla="*/ 147145 h 2638097"/>
                    <a:gd name="connsiteX5-95" fmla="*/ 4046482 w 8187558"/>
                    <a:gd name="connsiteY5-96" fmla="*/ 1576552 h 2638097"/>
                    <a:gd name="connsiteX6-97" fmla="*/ 8187558 w 8187558"/>
                    <a:gd name="connsiteY6-98" fmla="*/ 0 h 2638097"/>
                    <a:gd name="connsiteX0-99" fmla="*/ 8187558 w 8187558"/>
                    <a:gd name="connsiteY0-100" fmla="*/ 0 h 2638097"/>
                    <a:gd name="connsiteX1-101" fmla="*/ 8187558 w 8187558"/>
                    <a:gd name="connsiteY1-102" fmla="*/ 1271752 h 2638097"/>
                    <a:gd name="connsiteX2-103" fmla="*/ 4099035 w 8187558"/>
                    <a:gd name="connsiteY2-104" fmla="*/ 2638097 h 2638097"/>
                    <a:gd name="connsiteX3-105" fmla="*/ 0 w 8187558"/>
                    <a:gd name="connsiteY3-106" fmla="*/ 1229711 h 2638097"/>
                    <a:gd name="connsiteX4-107" fmla="*/ 31531 w 8187558"/>
                    <a:gd name="connsiteY4-108" fmla="*/ 147145 h 2638097"/>
                    <a:gd name="connsiteX5-109" fmla="*/ 4046482 w 8187558"/>
                    <a:gd name="connsiteY5-110" fmla="*/ 1576552 h 2638097"/>
                    <a:gd name="connsiteX6-111" fmla="*/ 8187558 w 8187558"/>
                    <a:gd name="connsiteY6-112" fmla="*/ 0 h 2638097"/>
                    <a:gd name="connsiteX0-113" fmla="*/ 8187558 w 8187558"/>
                    <a:gd name="connsiteY0-114" fmla="*/ 0 h 2638097"/>
                    <a:gd name="connsiteX1-115" fmla="*/ 8187558 w 8187558"/>
                    <a:gd name="connsiteY1-116" fmla="*/ 1271752 h 2638097"/>
                    <a:gd name="connsiteX2-117" fmla="*/ 4099035 w 8187558"/>
                    <a:gd name="connsiteY2-118" fmla="*/ 2638097 h 2638097"/>
                    <a:gd name="connsiteX3-119" fmla="*/ 0 w 8187558"/>
                    <a:gd name="connsiteY3-120" fmla="*/ 1229711 h 2638097"/>
                    <a:gd name="connsiteX4-121" fmla="*/ 31531 w 8187558"/>
                    <a:gd name="connsiteY4-122" fmla="*/ 147145 h 2638097"/>
                    <a:gd name="connsiteX5-123" fmla="*/ 4046482 w 8187558"/>
                    <a:gd name="connsiteY5-124" fmla="*/ 1576552 h 2638097"/>
                    <a:gd name="connsiteX6-125" fmla="*/ 8187558 w 8187558"/>
                    <a:gd name="connsiteY6-126" fmla="*/ 0 h 2638097"/>
                    <a:gd name="connsiteX0-127" fmla="*/ 8187558 w 8187558"/>
                    <a:gd name="connsiteY0-128" fmla="*/ 0 h 2638097"/>
                    <a:gd name="connsiteX1-129" fmla="*/ 8187558 w 8187558"/>
                    <a:gd name="connsiteY1-130" fmla="*/ 1271752 h 2638097"/>
                    <a:gd name="connsiteX2-131" fmla="*/ 4099035 w 8187558"/>
                    <a:gd name="connsiteY2-132" fmla="*/ 2638097 h 2638097"/>
                    <a:gd name="connsiteX3-133" fmla="*/ 0 w 8187558"/>
                    <a:gd name="connsiteY3-134" fmla="*/ 1229711 h 2638097"/>
                    <a:gd name="connsiteX4-135" fmla="*/ 31531 w 8187558"/>
                    <a:gd name="connsiteY4-136" fmla="*/ 147145 h 2638097"/>
                    <a:gd name="connsiteX5-137" fmla="*/ 4046482 w 8187558"/>
                    <a:gd name="connsiteY5-138" fmla="*/ 1576552 h 2638097"/>
                    <a:gd name="connsiteX6-139" fmla="*/ 8187558 w 8187558"/>
                    <a:gd name="connsiteY6-140" fmla="*/ 0 h 2638097"/>
                    <a:gd name="connsiteX0-141" fmla="*/ 8187558 w 8187558"/>
                    <a:gd name="connsiteY0-142" fmla="*/ 0 h 2638097"/>
                    <a:gd name="connsiteX1-143" fmla="*/ 8187558 w 8187558"/>
                    <a:gd name="connsiteY1-144" fmla="*/ 1271752 h 2638097"/>
                    <a:gd name="connsiteX2-145" fmla="*/ 4099035 w 8187558"/>
                    <a:gd name="connsiteY2-146" fmla="*/ 2638097 h 2638097"/>
                    <a:gd name="connsiteX3-147" fmla="*/ 0 w 8187558"/>
                    <a:gd name="connsiteY3-148" fmla="*/ 1229711 h 2638097"/>
                    <a:gd name="connsiteX4-149" fmla="*/ 31531 w 8187558"/>
                    <a:gd name="connsiteY4-150" fmla="*/ 147145 h 2638097"/>
                    <a:gd name="connsiteX5-151" fmla="*/ 4088524 w 8187558"/>
                    <a:gd name="connsiteY5-152" fmla="*/ 1597573 h 2638097"/>
                    <a:gd name="connsiteX6-153" fmla="*/ 8187558 w 8187558"/>
                    <a:gd name="connsiteY6-154" fmla="*/ 0 h 2638097"/>
                    <a:gd name="connsiteX0-155" fmla="*/ 8187558 w 8187558"/>
                    <a:gd name="connsiteY0-156" fmla="*/ 0 h 2638097"/>
                    <a:gd name="connsiteX1-157" fmla="*/ 8187558 w 8187558"/>
                    <a:gd name="connsiteY1-158" fmla="*/ 1271752 h 2638097"/>
                    <a:gd name="connsiteX2-159" fmla="*/ 4099035 w 8187558"/>
                    <a:gd name="connsiteY2-160" fmla="*/ 2638097 h 2638097"/>
                    <a:gd name="connsiteX3-161" fmla="*/ 0 w 8187558"/>
                    <a:gd name="connsiteY3-162" fmla="*/ 1229711 h 2638097"/>
                    <a:gd name="connsiteX4-163" fmla="*/ 31531 w 8187558"/>
                    <a:gd name="connsiteY4-164" fmla="*/ 147145 h 2638097"/>
                    <a:gd name="connsiteX5-165" fmla="*/ 4088524 w 8187558"/>
                    <a:gd name="connsiteY5-166" fmla="*/ 1597573 h 2638097"/>
                    <a:gd name="connsiteX6-167" fmla="*/ 8187558 w 8187558"/>
                    <a:gd name="connsiteY6-168" fmla="*/ 0 h 2638097"/>
                    <a:gd name="connsiteX0-169" fmla="*/ 8187558 w 8187558"/>
                    <a:gd name="connsiteY0-170" fmla="*/ 0 h 2638097"/>
                    <a:gd name="connsiteX1-171" fmla="*/ 8187558 w 8187558"/>
                    <a:gd name="connsiteY1-172" fmla="*/ 1271752 h 2638097"/>
                    <a:gd name="connsiteX2-173" fmla="*/ 4099035 w 8187558"/>
                    <a:gd name="connsiteY2-174" fmla="*/ 2638097 h 2638097"/>
                    <a:gd name="connsiteX3-175" fmla="*/ 0 w 8187558"/>
                    <a:gd name="connsiteY3-176" fmla="*/ 1229711 h 2638097"/>
                    <a:gd name="connsiteX4-177" fmla="*/ 31531 w 8187558"/>
                    <a:gd name="connsiteY4-178" fmla="*/ 147145 h 2638097"/>
                    <a:gd name="connsiteX5-179" fmla="*/ 4099035 w 8187558"/>
                    <a:gd name="connsiteY5-180" fmla="*/ 1566042 h 2638097"/>
                    <a:gd name="connsiteX6-181" fmla="*/ 8187558 w 8187558"/>
                    <a:gd name="connsiteY6-182" fmla="*/ 0 h 2638097"/>
                    <a:gd name="connsiteX0-183" fmla="*/ 8187558 w 8187558"/>
                    <a:gd name="connsiteY0-184" fmla="*/ 0 h 2638097"/>
                    <a:gd name="connsiteX1-185" fmla="*/ 8187558 w 8187558"/>
                    <a:gd name="connsiteY1-186" fmla="*/ 1271752 h 2638097"/>
                    <a:gd name="connsiteX2-187" fmla="*/ 4099035 w 8187558"/>
                    <a:gd name="connsiteY2-188" fmla="*/ 2638097 h 2638097"/>
                    <a:gd name="connsiteX3-189" fmla="*/ 0 w 8187558"/>
                    <a:gd name="connsiteY3-190" fmla="*/ 1229711 h 2638097"/>
                    <a:gd name="connsiteX4-191" fmla="*/ 31531 w 8187558"/>
                    <a:gd name="connsiteY4-192" fmla="*/ 147145 h 2638097"/>
                    <a:gd name="connsiteX5-193" fmla="*/ 4099035 w 8187558"/>
                    <a:gd name="connsiteY5-194" fmla="*/ 1566042 h 2638097"/>
                    <a:gd name="connsiteX6-195" fmla="*/ 8187558 w 8187558"/>
                    <a:gd name="connsiteY6-196" fmla="*/ 0 h 2638097"/>
                    <a:gd name="connsiteX0-197" fmla="*/ 8187558 w 8187558"/>
                    <a:gd name="connsiteY0-198" fmla="*/ 0 h 2638097"/>
                    <a:gd name="connsiteX1-199" fmla="*/ 8187558 w 8187558"/>
                    <a:gd name="connsiteY1-200" fmla="*/ 1271752 h 2638097"/>
                    <a:gd name="connsiteX2-201" fmla="*/ 4099035 w 8187558"/>
                    <a:gd name="connsiteY2-202" fmla="*/ 2638097 h 2638097"/>
                    <a:gd name="connsiteX3-203" fmla="*/ 0 w 8187558"/>
                    <a:gd name="connsiteY3-204" fmla="*/ 1229711 h 2638097"/>
                    <a:gd name="connsiteX4-205" fmla="*/ 31531 w 8187558"/>
                    <a:gd name="connsiteY4-206" fmla="*/ 147145 h 2638097"/>
                    <a:gd name="connsiteX5-207" fmla="*/ 4099035 w 8187558"/>
                    <a:gd name="connsiteY5-208" fmla="*/ 1566042 h 2638097"/>
                    <a:gd name="connsiteX6-209" fmla="*/ 8187558 w 8187558"/>
                    <a:gd name="connsiteY6-210" fmla="*/ 0 h 2638097"/>
                    <a:gd name="connsiteX0-211" fmla="*/ 8187558 w 8187558"/>
                    <a:gd name="connsiteY0-212" fmla="*/ 0 h 2638097"/>
                    <a:gd name="connsiteX1-213" fmla="*/ 8187558 w 8187558"/>
                    <a:gd name="connsiteY1-214" fmla="*/ 1271752 h 2638097"/>
                    <a:gd name="connsiteX2-215" fmla="*/ 4099035 w 8187558"/>
                    <a:gd name="connsiteY2-216" fmla="*/ 2638097 h 2638097"/>
                    <a:gd name="connsiteX3-217" fmla="*/ 0 w 8187558"/>
                    <a:gd name="connsiteY3-218" fmla="*/ 1229711 h 2638097"/>
                    <a:gd name="connsiteX4-219" fmla="*/ 31531 w 8187558"/>
                    <a:gd name="connsiteY4-220" fmla="*/ 147145 h 2638097"/>
                    <a:gd name="connsiteX5-221" fmla="*/ 4099035 w 8187558"/>
                    <a:gd name="connsiteY5-222" fmla="*/ 1566042 h 2638097"/>
                    <a:gd name="connsiteX6-223" fmla="*/ 8187558 w 8187558"/>
                    <a:gd name="connsiteY6-224" fmla="*/ 0 h 2638097"/>
                    <a:gd name="connsiteX0-225" fmla="*/ 8187558 w 8187558"/>
                    <a:gd name="connsiteY0-226" fmla="*/ 0 h 2638097"/>
                    <a:gd name="connsiteX1-227" fmla="*/ 8187558 w 8187558"/>
                    <a:gd name="connsiteY1-228" fmla="*/ 1271752 h 2638097"/>
                    <a:gd name="connsiteX2-229" fmla="*/ 4099035 w 8187558"/>
                    <a:gd name="connsiteY2-230" fmla="*/ 2638097 h 2638097"/>
                    <a:gd name="connsiteX3-231" fmla="*/ 0 w 8187558"/>
                    <a:gd name="connsiteY3-232" fmla="*/ 1229711 h 2638097"/>
                    <a:gd name="connsiteX4-233" fmla="*/ 31531 w 8187558"/>
                    <a:gd name="connsiteY4-234" fmla="*/ 147145 h 2638097"/>
                    <a:gd name="connsiteX5-235" fmla="*/ 4099035 w 8187558"/>
                    <a:gd name="connsiteY5-236" fmla="*/ 1566042 h 2638097"/>
                    <a:gd name="connsiteX6-237" fmla="*/ 8187558 w 8187558"/>
                    <a:gd name="connsiteY6-238" fmla="*/ 0 h 2638097"/>
                    <a:gd name="connsiteX0-239" fmla="*/ 8187558 w 8187558"/>
                    <a:gd name="connsiteY0-240" fmla="*/ 0 h 2638097"/>
                    <a:gd name="connsiteX1-241" fmla="*/ 8187558 w 8187558"/>
                    <a:gd name="connsiteY1-242" fmla="*/ 1271752 h 2638097"/>
                    <a:gd name="connsiteX2-243" fmla="*/ 4099035 w 8187558"/>
                    <a:gd name="connsiteY2-244" fmla="*/ 2638097 h 2638097"/>
                    <a:gd name="connsiteX3-245" fmla="*/ 0 w 8187558"/>
                    <a:gd name="connsiteY3-246" fmla="*/ 1229711 h 2638097"/>
                    <a:gd name="connsiteX4-247" fmla="*/ 31531 w 8187558"/>
                    <a:gd name="connsiteY4-248" fmla="*/ 147145 h 2638097"/>
                    <a:gd name="connsiteX5-249" fmla="*/ 4099035 w 8187558"/>
                    <a:gd name="connsiteY5-250" fmla="*/ 1566042 h 2638097"/>
                    <a:gd name="connsiteX6-251" fmla="*/ 8187558 w 8187558"/>
                    <a:gd name="connsiteY6-252" fmla="*/ 0 h 2638097"/>
                    <a:gd name="connsiteX0-253" fmla="*/ 8187558 w 8187558"/>
                    <a:gd name="connsiteY0-254" fmla="*/ 0 h 2638097"/>
                    <a:gd name="connsiteX1-255" fmla="*/ 8187558 w 8187558"/>
                    <a:gd name="connsiteY1-256" fmla="*/ 1271752 h 2638097"/>
                    <a:gd name="connsiteX2-257" fmla="*/ 4099035 w 8187558"/>
                    <a:gd name="connsiteY2-258" fmla="*/ 2638097 h 2638097"/>
                    <a:gd name="connsiteX3-259" fmla="*/ 0 w 8187558"/>
                    <a:gd name="connsiteY3-260" fmla="*/ 1229711 h 2638097"/>
                    <a:gd name="connsiteX4-261" fmla="*/ 31531 w 8187558"/>
                    <a:gd name="connsiteY4-262" fmla="*/ 147145 h 2638097"/>
                    <a:gd name="connsiteX5-263" fmla="*/ 4099035 w 8187558"/>
                    <a:gd name="connsiteY5-264" fmla="*/ 1566042 h 2638097"/>
                    <a:gd name="connsiteX6-265" fmla="*/ 8187558 w 8187558"/>
                    <a:gd name="connsiteY6-266" fmla="*/ 0 h 2638097"/>
                    <a:gd name="connsiteX0-267" fmla="*/ 8187558 w 8187558"/>
                    <a:gd name="connsiteY0-268" fmla="*/ 0 h 2638097"/>
                    <a:gd name="connsiteX1-269" fmla="*/ 8187558 w 8187558"/>
                    <a:gd name="connsiteY1-270" fmla="*/ 1271752 h 2638097"/>
                    <a:gd name="connsiteX2-271" fmla="*/ 4099035 w 8187558"/>
                    <a:gd name="connsiteY2-272" fmla="*/ 2638097 h 2638097"/>
                    <a:gd name="connsiteX3-273" fmla="*/ 0 w 8187558"/>
                    <a:gd name="connsiteY3-274" fmla="*/ 1229711 h 2638097"/>
                    <a:gd name="connsiteX4-275" fmla="*/ 31531 w 8187558"/>
                    <a:gd name="connsiteY4-276" fmla="*/ 147145 h 2638097"/>
                    <a:gd name="connsiteX5-277" fmla="*/ 4099035 w 8187558"/>
                    <a:gd name="connsiteY5-278" fmla="*/ 1566042 h 2638097"/>
                    <a:gd name="connsiteX6-279" fmla="*/ 8187558 w 8187558"/>
                    <a:gd name="connsiteY6-280" fmla="*/ 0 h 2638097"/>
                    <a:gd name="connsiteX0-281" fmla="*/ 8187558 w 8187558"/>
                    <a:gd name="connsiteY0-282" fmla="*/ 0 h 2638097"/>
                    <a:gd name="connsiteX1-283" fmla="*/ 8187558 w 8187558"/>
                    <a:gd name="connsiteY1-284" fmla="*/ 1271752 h 2638097"/>
                    <a:gd name="connsiteX2-285" fmla="*/ 4099035 w 8187558"/>
                    <a:gd name="connsiteY2-286" fmla="*/ 2638097 h 2638097"/>
                    <a:gd name="connsiteX3-287" fmla="*/ 0 w 8187558"/>
                    <a:gd name="connsiteY3-288" fmla="*/ 1229711 h 2638097"/>
                    <a:gd name="connsiteX4-289" fmla="*/ 31531 w 8187558"/>
                    <a:gd name="connsiteY4-290" fmla="*/ 147145 h 2638097"/>
                    <a:gd name="connsiteX5-291" fmla="*/ 4099035 w 8187558"/>
                    <a:gd name="connsiteY5-292" fmla="*/ 1566042 h 2638097"/>
                    <a:gd name="connsiteX6-293" fmla="*/ 8187558 w 8187558"/>
                    <a:gd name="connsiteY6-294" fmla="*/ 0 h 2638097"/>
                    <a:gd name="connsiteX0-295" fmla="*/ 8176538 w 8176538"/>
                    <a:gd name="connsiteY0-296" fmla="*/ 0 h 2638097"/>
                    <a:gd name="connsiteX1-297" fmla="*/ 8176538 w 8176538"/>
                    <a:gd name="connsiteY1-298" fmla="*/ 1271752 h 2638097"/>
                    <a:gd name="connsiteX2-299" fmla="*/ 4088015 w 8176538"/>
                    <a:gd name="connsiteY2-300" fmla="*/ 2638097 h 2638097"/>
                    <a:gd name="connsiteX3-301" fmla="*/ 0 w 8176538"/>
                    <a:gd name="connsiteY3-302" fmla="*/ 1269888 h 2638097"/>
                    <a:gd name="connsiteX4-303" fmla="*/ 20511 w 8176538"/>
                    <a:gd name="connsiteY4-304" fmla="*/ 147145 h 2638097"/>
                    <a:gd name="connsiteX5-305" fmla="*/ 4088015 w 8176538"/>
                    <a:gd name="connsiteY5-306" fmla="*/ 1566042 h 2638097"/>
                    <a:gd name="connsiteX6-307" fmla="*/ 8176538 w 8176538"/>
                    <a:gd name="connsiteY6-308" fmla="*/ 0 h 2638097"/>
                    <a:gd name="connsiteX0-309" fmla="*/ 8176538 w 8176538"/>
                    <a:gd name="connsiteY0-310" fmla="*/ 0 h 2772020"/>
                    <a:gd name="connsiteX1-311" fmla="*/ 8176538 w 8176538"/>
                    <a:gd name="connsiteY1-312" fmla="*/ 1271752 h 2772020"/>
                    <a:gd name="connsiteX2-313" fmla="*/ 4099034 w 8176538"/>
                    <a:gd name="connsiteY2-314" fmla="*/ 2772020 h 2772020"/>
                    <a:gd name="connsiteX3-315" fmla="*/ 0 w 8176538"/>
                    <a:gd name="connsiteY3-316" fmla="*/ 1269888 h 2772020"/>
                    <a:gd name="connsiteX4-317" fmla="*/ 20511 w 8176538"/>
                    <a:gd name="connsiteY4-318" fmla="*/ 147145 h 2772020"/>
                    <a:gd name="connsiteX5-319" fmla="*/ 4088015 w 8176538"/>
                    <a:gd name="connsiteY5-320" fmla="*/ 1566042 h 2772020"/>
                    <a:gd name="connsiteX6-321" fmla="*/ 8176538 w 8176538"/>
                    <a:gd name="connsiteY6-322" fmla="*/ 0 h 2772020"/>
                    <a:gd name="connsiteX0-323" fmla="*/ 8176538 w 8176538"/>
                    <a:gd name="connsiteY0-324" fmla="*/ 0 h 2772339"/>
                    <a:gd name="connsiteX1-325" fmla="*/ 8176538 w 8176538"/>
                    <a:gd name="connsiteY1-326" fmla="*/ 1378890 h 2772339"/>
                    <a:gd name="connsiteX2-327" fmla="*/ 4099034 w 8176538"/>
                    <a:gd name="connsiteY2-328" fmla="*/ 2772020 h 2772339"/>
                    <a:gd name="connsiteX3-329" fmla="*/ 0 w 8176538"/>
                    <a:gd name="connsiteY3-330" fmla="*/ 1269888 h 2772339"/>
                    <a:gd name="connsiteX4-331" fmla="*/ 20511 w 8176538"/>
                    <a:gd name="connsiteY4-332" fmla="*/ 147145 h 2772339"/>
                    <a:gd name="connsiteX5-333" fmla="*/ 4088015 w 8176538"/>
                    <a:gd name="connsiteY5-334" fmla="*/ 1566042 h 2772339"/>
                    <a:gd name="connsiteX6-335" fmla="*/ 8176538 w 8176538"/>
                    <a:gd name="connsiteY6-336" fmla="*/ 0 h 2772339"/>
                    <a:gd name="connsiteX0-337" fmla="*/ 8176538 w 8176538"/>
                    <a:gd name="connsiteY0-338" fmla="*/ 0 h 2825888"/>
                    <a:gd name="connsiteX1-339" fmla="*/ 8176538 w 8176538"/>
                    <a:gd name="connsiteY1-340" fmla="*/ 1378890 h 2825888"/>
                    <a:gd name="connsiteX2-341" fmla="*/ 4099034 w 8176538"/>
                    <a:gd name="connsiteY2-342" fmla="*/ 2825590 h 2825888"/>
                    <a:gd name="connsiteX3-343" fmla="*/ 0 w 8176538"/>
                    <a:gd name="connsiteY3-344" fmla="*/ 1269888 h 2825888"/>
                    <a:gd name="connsiteX4-345" fmla="*/ 20511 w 8176538"/>
                    <a:gd name="connsiteY4-346" fmla="*/ 147145 h 2825888"/>
                    <a:gd name="connsiteX5-347" fmla="*/ 4088015 w 8176538"/>
                    <a:gd name="connsiteY5-348" fmla="*/ 1566042 h 2825888"/>
                    <a:gd name="connsiteX6-349" fmla="*/ 8176538 w 8176538"/>
                    <a:gd name="connsiteY6-350" fmla="*/ 0 h 2825888"/>
                    <a:gd name="connsiteX0-351" fmla="*/ 8165518 w 8165518"/>
                    <a:gd name="connsiteY0-352" fmla="*/ 0 h 2825606"/>
                    <a:gd name="connsiteX1-353" fmla="*/ 8165518 w 8165518"/>
                    <a:gd name="connsiteY1-354" fmla="*/ 1378890 h 2825606"/>
                    <a:gd name="connsiteX2-355" fmla="*/ 4088014 w 8165518"/>
                    <a:gd name="connsiteY2-356" fmla="*/ 2825590 h 2825606"/>
                    <a:gd name="connsiteX3-357" fmla="*/ 0 w 8165518"/>
                    <a:gd name="connsiteY3-358" fmla="*/ 1403811 h 2825606"/>
                    <a:gd name="connsiteX4-359" fmla="*/ 9491 w 8165518"/>
                    <a:gd name="connsiteY4-360" fmla="*/ 147145 h 2825606"/>
                    <a:gd name="connsiteX5-361" fmla="*/ 4076995 w 8165518"/>
                    <a:gd name="connsiteY5-362" fmla="*/ 1566042 h 2825606"/>
                    <a:gd name="connsiteX6-363" fmla="*/ 8165518 w 8165518"/>
                    <a:gd name="connsiteY6-364" fmla="*/ 0 h 2825606"/>
                    <a:gd name="connsiteX0-365" fmla="*/ 8165518 w 8165518"/>
                    <a:gd name="connsiteY0-366" fmla="*/ 0 h 2879174"/>
                    <a:gd name="connsiteX1-367" fmla="*/ 8165518 w 8165518"/>
                    <a:gd name="connsiteY1-368" fmla="*/ 1378890 h 2879174"/>
                    <a:gd name="connsiteX2-369" fmla="*/ 4132092 w 8165518"/>
                    <a:gd name="connsiteY2-370" fmla="*/ 2879159 h 2879174"/>
                    <a:gd name="connsiteX3-371" fmla="*/ 0 w 8165518"/>
                    <a:gd name="connsiteY3-372" fmla="*/ 1403811 h 2879174"/>
                    <a:gd name="connsiteX4-373" fmla="*/ 9491 w 8165518"/>
                    <a:gd name="connsiteY4-374" fmla="*/ 147145 h 2879174"/>
                    <a:gd name="connsiteX5-375" fmla="*/ 4076995 w 8165518"/>
                    <a:gd name="connsiteY5-376" fmla="*/ 1566042 h 2879174"/>
                    <a:gd name="connsiteX6-377" fmla="*/ 8165518 w 8165518"/>
                    <a:gd name="connsiteY6-378" fmla="*/ 0 h 2879174"/>
                    <a:gd name="connsiteX0-379" fmla="*/ 8165518 w 8176537"/>
                    <a:gd name="connsiteY0-380" fmla="*/ 0 h 2879410"/>
                    <a:gd name="connsiteX1-381" fmla="*/ 8176537 w 8176537"/>
                    <a:gd name="connsiteY1-382" fmla="*/ 1499420 h 2879410"/>
                    <a:gd name="connsiteX2-383" fmla="*/ 4132092 w 8176537"/>
                    <a:gd name="connsiteY2-384" fmla="*/ 2879159 h 2879410"/>
                    <a:gd name="connsiteX3-385" fmla="*/ 0 w 8176537"/>
                    <a:gd name="connsiteY3-386" fmla="*/ 1403811 h 2879410"/>
                    <a:gd name="connsiteX4-387" fmla="*/ 9491 w 8176537"/>
                    <a:gd name="connsiteY4-388" fmla="*/ 147145 h 2879410"/>
                    <a:gd name="connsiteX5-389" fmla="*/ 4076995 w 8176537"/>
                    <a:gd name="connsiteY5-390" fmla="*/ 1566042 h 2879410"/>
                    <a:gd name="connsiteX6-391" fmla="*/ 8165518 w 8176537"/>
                    <a:gd name="connsiteY6-392" fmla="*/ 0 h 2879410"/>
                    <a:gd name="connsiteX0-393" fmla="*/ 8165518 w 8176537"/>
                    <a:gd name="connsiteY0-394" fmla="*/ 0 h 2879262"/>
                    <a:gd name="connsiteX1-395" fmla="*/ 8176537 w 8176537"/>
                    <a:gd name="connsiteY1-396" fmla="*/ 1499420 h 2879262"/>
                    <a:gd name="connsiteX2-397" fmla="*/ 4132092 w 8176537"/>
                    <a:gd name="connsiteY2-398" fmla="*/ 2879159 h 2879262"/>
                    <a:gd name="connsiteX3-399" fmla="*/ 0 w 8176537"/>
                    <a:gd name="connsiteY3-400" fmla="*/ 1403811 h 2879262"/>
                    <a:gd name="connsiteX4-401" fmla="*/ 9491 w 8176537"/>
                    <a:gd name="connsiteY4-402" fmla="*/ 147145 h 2879262"/>
                    <a:gd name="connsiteX5-403" fmla="*/ 4076995 w 8176537"/>
                    <a:gd name="connsiteY5-404" fmla="*/ 1566042 h 2879262"/>
                    <a:gd name="connsiteX6-405" fmla="*/ 8165518 w 8176537"/>
                    <a:gd name="connsiteY6-406" fmla="*/ 0 h 2879262"/>
                    <a:gd name="connsiteX0-407" fmla="*/ 8165518 w 8176537"/>
                    <a:gd name="connsiteY0-408" fmla="*/ 0 h 2879163"/>
                    <a:gd name="connsiteX1-409" fmla="*/ 8176537 w 8176537"/>
                    <a:gd name="connsiteY1-410" fmla="*/ 1499420 h 2879163"/>
                    <a:gd name="connsiteX2-411" fmla="*/ 4132092 w 8176537"/>
                    <a:gd name="connsiteY2-412" fmla="*/ 2879159 h 2879163"/>
                    <a:gd name="connsiteX3-413" fmla="*/ 0 w 8176537"/>
                    <a:gd name="connsiteY3-414" fmla="*/ 1510948 h 2879163"/>
                    <a:gd name="connsiteX4-415" fmla="*/ 9491 w 8176537"/>
                    <a:gd name="connsiteY4-416" fmla="*/ 147145 h 2879163"/>
                    <a:gd name="connsiteX5-417" fmla="*/ 4076995 w 8176537"/>
                    <a:gd name="connsiteY5-418" fmla="*/ 1566042 h 2879163"/>
                    <a:gd name="connsiteX6-419" fmla="*/ 8165518 w 8176537"/>
                    <a:gd name="connsiteY6-420" fmla="*/ 0 h 2879163"/>
                    <a:gd name="connsiteX0-421" fmla="*/ 8165518 w 8198577"/>
                    <a:gd name="connsiteY0-422" fmla="*/ 0 h 2879451"/>
                    <a:gd name="connsiteX1-423" fmla="*/ 8198577 w 8198577"/>
                    <a:gd name="connsiteY1-424" fmla="*/ 1606558 h 2879451"/>
                    <a:gd name="connsiteX2-425" fmla="*/ 4132092 w 8198577"/>
                    <a:gd name="connsiteY2-426" fmla="*/ 2879159 h 2879451"/>
                    <a:gd name="connsiteX3-427" fmla="*/ 0 w 8198577"/>
                    <a:gd name="connsiteY3-428" fmla="*/ 1510948 h 2879451"/>
                    <a:gd name="connsiteX4-429" fmla="*/ 9491 w 8198577"/>
                    <a:gd name="connsiteY4-430" fmla="*/ 147145 h 2879451"/>
                    <a:gd name="connsiteX5-431" fmla="*/ 4076995 w 8198577"/>
                    <a:gd name="connsiteY5-432" fmla="*/ 1566042 h 2879451"/>
                    <a:gd name="connsiteX6-433" fmla="*/ 8165518 w 8198577"/>
                    <a:gd name="connsiteY6-434" fmla="*/ 0 h 2879451"/>
                    <a:gd name="connsiteX0-435" fmla="*/ 8165518 w 8165518"/>
                    <a:gd name="connsiteY0-436" fmla="*/ 0 h 2880066"/>
                    <a:gd name="connsiteX1-437" fmla="*/ 8165518 w 8165518"/>
                    <a:gd name="connsiteY1-438" fmla="*/ 1673520 h 2880066"/>
                    <a:gd name="connsiteX2-439" fmla="*/ 4132092 w 8165518"/>
                    <a:gd name="connsiteY2-440" fmla="*/ 2879159 h 2880066"/>
                    <a:gd name="connsiteX3-441" fmla="*/ 0 w 8165518"/>
                    <a:gd name="connsiteY3-442" fmla="*/ 1510948 h 2880066"/>
                    <a:gd name="connsiteX4-443" fmla="*/ 9491 w 8165518"/>
                    <a:gd name="connsiteY4-444" fmla="*/ 147145 h 2880066"/>
                    <a:gd name="connsiteX5-445" fmla="*/ 4076995 w 8165518"/>
                    <a:gd name="connsiteY5-446" fmla="*/ 1566042 h 2880066"/>
                    <a:gd name="connsiteX6-447" fmla="*/ 8165518 w 8165518"/>
                    <a:gd name="connsiteY6-448" fmla="*/ 0 h 2880066"/>
                    <a:gd name="connsiteX0-449" fmla="*/ 8156794 w 8156794"/>
                    <a:gd name="connsiteY0-450" fmla="*/ 0 h 2879270"/>
                    <a:gd name="connsiteX1-451" fmla="*/ 8156794 w 8156794"/>
                    <a:gd name="connsiteY1-452" fmla="*/ 1673520 h 2879270"/>
                    <a:gd name="connsiteX2-453" fmla="*/ 4123368 w 8156794"/>
                    <a:gd name="connsiteY2-454" fmla="*/ 2879159 h 2879270"/>
                    <a:gd name="connsiteX3-455" fmla="*/ 2295 w 8156794"/>
                    <a:gd name="connsiteY3-456" fmla="*/ 1618086 h 2879270"/>
                    <a:gd name="connsiteX4-457" fmla="*/ 767 w 8156794"/>
                    <a:gd name="connsiteY4-458" fmla="*/ 147145 h 2879270"/>
                    <a:gd name="connsiteX5-459" fmla="*/ 4068271 w 8156794"/>
                    <a:gd name="connsiteY5-460" fmla="*/ 1566042 h 2879270"/>
                    <a:gd name="connsiteX6-461" fmla="*/ 8156794 w 8156794"/>
                    <a:gd name="connsiteY6-462" fmla="*/ 0 h 2879270"/>
                    <a:gd name="connsiteX0-463" fmla="*/ 8156794 w 8156794"/>
                    <a:gd name="connsiteY0-464" fmla="*/ 0 h 2973000"/>
                    <a:gd name="connsiteX1-465" fmla="*/ 8156794 w 8156794"/>
                    <a:gd name="connsiteY1-466" fmla="*/ 1673520 h 2973000"/>
                    <a:gd name="connsiteX2-467" fmla="*/ 4134388 w 8156794"/>
                    <a:gd name="connsiteY2-468" fmla="*/ 2972904 h 2973000"/>
                    <a:gd name="connsiteX3-469" fmla="*/ 2295 w 8156794"/>
                    <a:gd name="connsiteY3-470" fmla="*/ 1618086 h 2973000"/>
                    <a:gd name="connsiteX4-471" fmla="*/ 767 w 8156794"/>
                    <a:gd name="connsiteY4-472" fmla="*/ 147145 h 2973000"/>
                    <a:gd name="connsiteX5-473" fmla="*/ 4068271 w 8156794"/>
                    <a:gd name="connsiteY5-474" fmla="*/ 1566042 h 2973000"/>
                    <a:gd name="connsiteX6-475" fmla="*/ 8156794 w 8156794"/>
                    <a:gd name="connsiteY6-476" fmla="*/ 0 h 2973000"/>
                    <a:gd name="connsiteX0-477" fmla="*/ 8156794 w 8156794"/>
                    <a:gd name="connsiteY0-478" fmla="*/ 0 h 2973000"/>
                    <a:gd name="connsiteX1-479" fmla="*/ 8156794 w 8156794"/>
                    <a:gd name="connsiteY1-480" fmla="*/ 1673520 h 2973000"/>
                    <a:gd name="connsiteX2-481" fmla="*/ 4134388 w 8156794"/>
                    <a:gd name="connsiteY2-482" fmla="*/ 2972904 h 2973000"/>
                    <a:gd name="connsiteX3-483" fmla="*/ 2295 w 8156794"/>
                    <a:gd name="connsiteY3-484" fmla="*/ 1618086 h 2973000"/>
                    <a:gd name="connsiteX4-485" fmla="*/ 767 w 8156794"/>
                    <a:gd name="connsiteY4-486" fmla="*/ 147145 h 2973000"/>
                    <a:gd name="connsiteX5-487" fmla="*/ 4068271 w 8156794"/>
                    <a:gd name="connsiteY5-488" fmla="*/ 1566042 h 2973000"/>
                    <a:gd name="connsiteX6-489" fmla="*/ 8156794 w 8156794"/>
                    <a:gd name="connsiteY6-490" fmla="*/ 0 h 2973000"/>
                    <a:gd name="connsiteX0-491" fmla="*/ 8156794 w 8156794"/>
                    <a:gd name="connsiteY0-492" fmla="*/ 0 h 2973000"/>
                    <a:gd name="connsiteX1-493" fmla="*/ 8156794 w 8156794"/>
                    <a:gd name="connsiteY1-494" fmla="*/ 1673520 h 2973000"/>
                    <a:gd name="connsiteX2-495" fmla="*/ 4134388 w 8156794"/>
                    <a:gd name="connsiteY2-496" fmla="*/ 2972904 h 2973000"/>
                    <a:gd name="connsiteX3-497" fmla="*/ 2295 w 8156794"/>
                    <a:gd name="connsiteY3-498" fmla="*/ 1618086 h 2973000"/>
                    <a:gd name="connsiteX4-499" fmla="*/ 767 w 8156794"/>
                    <a:gd name="connsiteY4-500" fmla="*/ 147145 h 2973000"/>
                    <a:gd name="connsiteX5-501" fmla="*/ 4068271 w 8156794"/>
                    <a:gd name="connsiteY5-502" fmla="*/ 1566042 h 2973000"/>
                    <a:gd name="connsiteX6-503" fmla="*/ 8156794 w 8156794"/>
                    <a:gd name="connsiteY6-504" fmla="*/ 0 h 2973000"/>
                    <a:gd name="connsiteX0-505" fmla="*/ 8156794 w 8156794"/>
                    <a:gd name="connsiteY0-506" fmla="*/ 0 h 2973020"/>
                    <a:gd name="connsiteX1-507" fmla="*/ 8156794 w 8156794"/>
                    <a:gd name="connsiteY1-508" fmla="*/ 1673520 h 2973020"/>
                    <a:gd name="connsiteX2-509" fmla="*/ 4134388 w 8156794"/>
                    <a:gd name="connsiteY2-510" fmla="*/ 2972904 h 2973020"/>
                    <a:gd name="connsiteX3-511" fmla="*/ 2295 w 8156794"/>
                    <a:gd name="connsiteY3-512" fmla="*/ 1618086 h 2973020"/>
                    <a:gd name="connsiteX4-513" fmla="*/ 767 w 8156794"/>
                    <a:gd name="connsiteY4-514" fmla="*/ 147145 h 2973020"/>
                    <a:gd name="connsiteX5-515" fmla="*/ 4068271 w 8156794"/>
                    <a:gd name="connsiteY5-516" fmla="*/ 1566042 h 2973020"/>
                    <a:gd name="connsiteX6-517" fmla="*/ 8156794 w 8156794"/>
                    <a:gd name="connsiteY6-518" fmla="*/ 0 h 2973020"/>
                    <a:gd name="connsiteX0-519" fmla="*/ 8156794 w 8156794"/>
                    <a:gd name="connsiteY0-520" fmla="*/ 0 h 2973021"/>
                    <a:gd name="connsiteX1-521" fmla="*/ 8156794 w 8156794"/>
                    <a:gd name="connsiteY1-522" fmla="*/ 1673520 h 2973021"/>
                    <a:gd name="connsiteX2-523" fmla="*/ 4134388 w 8156794"/>
                    <a:gd name="connsiteY2-524" fmla="*/ 2972904 h 2973021"/>
                    <a:gd name="connsiteX3-525" fmla="*/ 2295 w 8156794"/>
                    <a:gd name="connsiteY3-526" fmla="*/ 1618086 h 2973021"/>
                    <a:gd name="connsiteX4-527" fmla="*/ 767 w 8156794"/>
                    <a:gd name="connsiteY4-528" fmla="*/ 147145 h 2973021"/>
                    <a:gd name="connsiteX5-529" fmla="*/ 4068271 w 8156794"/>
                    <a:gd name="connsiteY5-530" fmla="*/ 1566042 h 2973021"/>
                    <a:gd name="connsiteX6-531" fmla="*/ 8156794 w 8156794"/>
                    <a:gd name="connsiteY6-532" fmla="*/ 0 h 2973021"/>
                    <a:gd name="connsiteX0-533" fmla="*/ 8156794 w 8156794"/>
                    <a:gd name="connsiteY0-534" fmla="*/ 0 h 2973021"/>
                    <a:gd name="connsiteX1-535" fmla="*/ 8156794 w 8156794"/>
                    <a:gd name="connsiteY1-536" fmla="*/ 1673520 h 2973021"/>
                    <a:gd name="connsiteX2-537" fmla="*/ 4134388 w 8156794"/>
                    <a:gd name="connsiteY2-538" fmla="*/ 2972904 h 2973021"/>
                    <a:gd name="connsiteX3-539" fmla="*/ 2295 w 8156794"/>
                    <a:gd name="connsiteY3-540" fmla="*/ 1618086 h 2973021"/>
                    <a:gd name="connsiteX4-541" fmla="*/ 767 w 8156794"/>
                    <a:gd name="connsiteY4-542" fmla="*/ 147145 h 2973021"/>
                    <a:gd name="connsiteX5-543" fmla="*/ 4068271 w 8156794"/>
                    <a:gd name="connsiteY5-544" fmla="*/ 1566042 h 2973021"/>
                    <a:gd name="connsiteX6-545" fmla="*/ 8156794 w 8156794"/>
                    <a:gd name="connsiteY6-546" fmla="*/ 0 h 2973021"/>
                    <a:gd name="connsiteX0-547" fmla="*/ 8156794 w 8156794"/>
                    <a:gd name="connsiteY0-548" fmla="*/ 0 h 2973021"/>
                    <a:gd name="connsiteX1-549" fmla="*/ 8156794 w 8156794"/>
                    <a:gd name="connsiteY1-550" fmla="*/ 1673520 h 2973021"/>
                    <a:gd name="connsiteX2-551" fmla="*/ 4134388 w 8156794"/>
                    <a:gd name="connsiteY2-552" fmla="*/ 2972904 h 2973021"/>
                    <a:gd name="connsiteX3-553" fmla="*/ 2295 w 8156794"/>
                    <a:gd name="connsiteY3-554" fmla="*/ 1618086 h 2973021"/>
                    <a:gd name="connsiteX4-555" fmla="*/ 767 w 8156794"/>
                    <a:gd name="connsiteY4-556" fmla="*/ 147145 h 2973021"/>
                    <a:gd name="connsiteX5-557" fmla="*/ 4068271 w 8156794"/>
                    <a:gd name="connsiteY5-558" fmla="*/ 1566042 h 2973021"/>
                    <a:gd name="connsiteX6-559" fmla="*/ 8156794 w 8156794"/>
                    <a:gd name="connsiteY6-560" fmla="*/ 0 h 2973021"/>
                    <a:gd name="connsiteX0-561" fmla="*/ 8156794 w 8156794"/>
                    <a:gd name="connsiteY0-562" fmla="*/ 0 h 2973021"/>
                    <a:gd name="connsiteX1-563" fmla="*/ 8156794 w 8156794"/>
                    <a:gd name="connsiteY1-564" fmla="*/ 1673520 h 2973021"/>
                    <a:gd name="connsiteX2-565" fmla="*/ 4134388 w 8156794"/>
                    <a:gd name="connsiteY2-566" fmla="*/ 2972904 h 2973021"/>
                    <a:gd name="connsiteX3-567" fmla="*/ 2295 w 8156794"/>
                    <a:gd name="connsiteY3-568" fmla="*/ 1618086 h 2973021"/>
                    <a:gd name="connsiteX4-569" fmla="*/ 767 w 8156794"/>
                    <a:gd name="connsiteY4-570" fmla="*/ 147145 h 2973021"/>
                    <a:gd name="connsiteX5-571" fmla="*/ 4068271 w 8156794"/>
                    <a:gd name="connsiteY5-572" fmla="*/ 1566042 h 2973021"/>
                    <a:gd name="connsiteX6-573" fmla="*/ 8156794 w 8156794"/>
                    <a:gd name="connsiteY6-574" fmla="*/ 0 h 2973021"/>
                    <a:gd name="connsiteX0-575" fmla="*/ 8156794 w 8156794"/>
                    <a:gd name="connsiteY0-576" fmla="*/ 0 h 2973141"/>
                    <a:gd name="connsiteX1-577" fmla="*/ 8156794 w 8156794"/>
                    <a:gd name="connsiteY1-578" fmla="*/ 1673520 h 2973141"/>
                    <a:gd name="connsiteX2-579" fmla="*/ 4134388 w 8156794"/>
                    <a:gd name="connsiteY2-580" fmla="*/ 2972904 h 2973141"/>
                    <a:gd name="connsiteX3-581" fmla="*/ 2295 w 8156794"/>
                    <a:gd name="connsiteY3-582" fmla="*/ 1618086 h 2973141"/>
                    <a:gd name="connsiteX4-583" fmla="*/ 767 w 8156794"/>
                    <a:gd name="connsiteY4-584" fmla="*/ 147145 h 2973141"/>
                    <a:gd name="connsiteX5-585" fmla="*/ 4068271 w 8156794"/>
                    <a:gd name="connsiteY5-586" fmla="*/ 1566042 h 2973141"/>
                    <a:gd name="connsiteX6-587" fmla="*/ 8156794 w 8156794"/>
                    <a:gd name="connsiteY6-588" fmla="*/ 0 h 2973141"/>
                    <a:gd name="connsiteX0-589" fmla="*/ 8156794 w 8156794"/>
                    <a:gd name="connsiteY0-590" fmla="*/ 0 h 3066827"/>
                    <a:gd name="connsiteX1-591" fmla="*/ 8156794 w 8156794"/>
                    <a:gd name="connsiteY1-592" fmla="*/ 1673520 h 3066827"/>
                    <a:gd name="connsiteX2-593" fmla="*/ 4123353 w 8156794"/>
                    <a:gd name="connsiteY2-594" fmla="*/ 3066650 h 3066827"/>
                    <a:gd name="connsiteX3-595" fmla="*/ 2295 w 8156794"/>
                    <a:gd name="connsiteY3-596" fmla="*/ 1618086 h 3066827"/>
                    <a:gd name="connsiteX4-597" fmla="*/ 767 w 8156794"/>
                    <a:gd name="connsiteY4-598" fmla="*/ 147145 h 3066827"/>
                    <a:gd name="connsiteX5-599" fmla="*/ 4068271 w 8156794"/>
                    <a:gd name="connsiteY5-600" fmla="*/ 1566042 h 3066827"/>
                    <a:gd name="connsiteX6-601" fmla="*/ 8156794 w 8156794"/>
                    <a:gd name="connsiteY6-602" fmla="*/ 0 h 3066827"/>
                    <a:gd name="connsiteX0-603" fmla="*/ 8123689 w 8156794"/>
                    <a:gd name="connsiteY0-604" fmla="*/ 0 h 2999866"/>
                    <a:gd name="connsiteX1-605" fmla="*/ 8156794 w 8156794"/>
                    <a:gd name="connsiteY1-606" fmla="*/ 1606559 h 2999866"/>
                    <a:gd name="connsiteX2-607" fmla="*/ 4123353 w 8156794"/>
                    <a:gd name="connsiteY2-608" fmla="*/ 2999689 h 2999866"/>
                    <a:gd name="connsiteX3-609" fmla="*/ 2295 w 8156794"/>
                    <a:gd name="connsiteY3-610" fmla="*/ 1551125 h 2999866"/>
                    <a:gd name="connsiteX4-611" fmla="*/ 767 w 8156794"/>
                    <a:gd name="connsiteY4-612" fmla="*/ 80184 h 2999866"/>
                    <a:gd name="connsiteX5-613" fmla="*/ 4068271 w 8156794"/>
                    <a:gd name="connsiteY5-614" fmla="*/ 1499081 h 2999866"/>
                    <a:gd name="connsiteX6-615" fmla="*/ 8123689 w 8156794"/>
                    <a:gd name="connsiteY6-616" fmla="*/ 0 h 2999866"/>
                    <a:gd name="connsiteX0-617" fmla="*/ 8167828 w 8167828"/>
                    <a:gd name="connsiteY0-618" fmla="*/ 0 h 3026651"/>
                    <a:gd name="connsiteX1-619" fmla="*/ 8156794 w 8167828"/>
                    <a:gd name="connsiteY1-620" fmla="*/ 1633344 h 3026651"/>
                    <a:gd name="connsiteX2-621" fmla="*/ 4123353 w 8167828"/>
                    <a:gd name="connsiteY2-622" fmla="*/ 3026474 h 3026651"/>
                    <a:gd name="connsiteX3-623" fmla="*/ 2295 w 8167828"/>
                    <a:gd name="connsiteY3-624" fmla="*/ 1577910 h 3026651"/>
                    <a:gd name="connsiteX4-625" fmla="*/ 767 w 8167828"/>
                    <a:gd name="connsiteY4-626" fmla="*/ 106969 h 3026651"/>
                    <a:gd name="connsiteX5-627" fmla="*/ 4068271 w 8167828"/>
                    <a:gd name="connsiteY5-628" fmla="*/ 1525866 h 3026651"/>
                    <a:gd name="connsiteX6-629" fmla="*/ 8167828 w 8167828"/>
                    <a:gd name="connsiteY6-630" fmla="*/ 0 h 3026651"/>
                    <a:gd name="connsiteX0-631" fmla="*/ 8167828 w 8167828"/>
                    <a:gd name="connsiteY0-632" fmla="*/ 0 h 3027228"/>
                    <a:gd name="connsiteX1-633" fmla="*/ 8145760 w 8167828"/>
                    <a:gd name="connsiteY1-634" fmla="*/ 1686913 h 3027228"/>
                    <a:gd name="connsiteX2-635" fmla="*/ 4123353 w 8167828"/>
                    <a:gd name="connsiteY2-636" fmla="*/ 3026474 h 3027228"/>
                    <a:gd name="connsiteX3-637" fmla="*/ 2295 w 8167828"/>
                    <a:gd name="connsiteY3-638" fmla="*/ 1577910 h 3027228"/>
                    <a:gd name="connsiteX4-639" fmla="*/ 767 w 8167828"/>
                    <a:gd name="connsiteY4-640" fmla="*/ 106969 h 3027228"/>
                    <a:gd name="connsiteX5-641" fmla="*/ 4068271 w 8167828"/>
                    <a:gd name="connsiteY5-642" fmla="*/ 1525866 h 3027228"/>
                    <a:gd name="connsiteX6-643" fmla="*/ 8167828 w 8167828"/>
                    <a:gd name="connsiteY6-644" fmla="*/ 0 h 3027228"/>
                    <a:gd name="connsiteX0-645" fmla="*/ 8156794 w 8156794"/>
                    <a:gd name="connsiteY0-646" fmla="*/ 0 h 2933483"/>
                    <a:gd name="connsiteX1-647" fmla="*/ 8145760 w 8156794"/>
                    <a:gd name="connsiteY1-648" fmla="*/ 1593168 h 2933483"/>
                    <a:gd name="connsiteX2-649" fmla="*/ 4123353 w 8156794"/>
                    <a:gd name="connsiteY2-650" fmla="*/ 2932729 h 2933483"/>
                    <a:gd name="connsiteX3-651" fmla="*/ 2295 w 8156794"/>
                    <a:gd name="connsiteY3-652" fmla="*/ 1484165 h 2933483"/>
                    <a:gd name="connsiteX4-653" fmla="*/ 767 w 8156794"/>
                    <a:gd name="connsiteY4-654" fmla="*/ 13224 h 2933483"/>
                    <a:gd name="connsiteX5-655" fmla="*/ 4068271 w 8156794"/>
                    <a:gd name="connsiteY5-656" fmla="*/ 1432121 h 2933483"/>
                    <a:gd name="connsiteX6-657" fmla="*/ 8156794 w 8156794"/>
                    <a:gd name="connsiteY6-658" fmla="*/ 0 h 2933483"/>
                    <a:gd name="connsiteX0-659" fmla="*/ 8156794 w 8156794"/>
                    <a:gd name="connsiteY0-660" fmla="*/ 0 h 2933483"/>
                    <a:gd name="connsiteX1-661" fmla="*/ 8145760 w 8156794"/>
                    <a:gd name="connsiteY1-662" fmla="*/ 1593168 h 2933483"/>
                    <a:gd name="connsiteX2-663" fmla="*/ 4123353 w 8156794"/>
                    <a:gd name="connsiteY2-664" fmla="*/ 2932729 h 2933483"/>
                    <a:gd name="connsiteX3-665" fmla="*/ 2295 w 8156794"/>
                    <a:gd name="connsiteY3-666" fmla="*/ 1484165 h 2933483"/>
                    <a:gd name="connsiteX4-667" fmla="*/ 767 w 8156794"/>
                    <a:gd name="connsiteY4-668" fmla="*/ 13224 h 2933483"/>
                    <a:gd name="connsiteX5-669" fmla="*/ 4068271 w 8156794"/>
                    <a:gd name="connsiteY5-670" fmla="*/ 1432121 h 2933483"/>
                    <a:gd name="connsiteX6-671" fmla="*/ 8156794 w 8156794"/>
                    <a:gd name="connsiteY6-672" fmla="*/ 0 h 2933483"/>
                    <a:gd name="connsiteX0-673" fmla="*/ 8123689 w 8145760"/>
                    <a:gd name="connsiteY0-674" fmla="*/ 13560 h 2920259"/>
                    <a:gd name="connsiteX1-675" fmla="*/ 8145760 w 8145760"/>
                    <a:gd name="connsiteY1-676" fmla="*/ 1579944 h 2920259"/>
                    <a:gd name="connsiteX2-677" fmla="*/ 4123353 w 8145760"/>
                    <a:gd name="connsiteY2-678" fmla="*/ 2919505 h 2920259"/>
                    <a:gd name="connsiteX3-679" fmla="*/ 2295 w 8145760"/>
                    <a:gd name="connsiteY3-680" fmla="*/ 1470941 h 2920259"/>
                    <a:gd name="connsiteX4-681" fmla="*/ 767 w 8145760"/>
                    <a:gd name="connsiteY4-682" fmla="*/ 0 h 2920259"/>
                    <a:gd name="connsiteX5-683" fmla="*/ 4068271 w 8145760"/>
                    <a:gd name="connsiteY5-684" fmla="*/ 1418897 h 2920259"/>
                    <a:gd name="connsiteX6-685" fmla="*/ 8123689 w 8145760"/>
                    <a:gd name="connsiteY6-686" fmla="*/ 13560 h 2920259"/>
                    <a:gd name="connsiteX0-687" fmla="*/ 8178863 w 8178863"/>
                    <a:gd name="connsiteY0-688" fmla="*/ 26952 h 2920259"/>
                    <a:gd name="connsiteX1-689" fmla="*/ 8145760 w 8178863"/>
                    <a:gd name="connsiteY1-690" fmla="*/ 1579944 h 2920259"/>
                    <a:gd name="connsiteX2-691" fmla="*/ 4123353 w 8178863"/>
                    <a:gd name="connsiteY2-692" fmla="*/ 2919505 h 2920259"/>
                    <a:gd name="connsiteX3-693" fmla="*/ 2295 w 8178863"/>
                    <a:gd name="connsiteY3-694" fmla="*/ 1470941 h 2920259"/>
                    <a:gd name="connsiteX4-695" fmla="*/ 767 w 8178863"/>
                    <a:gd name="connsiteY4-696" fmla="*/ 0 h 2920259"/>
                    <a:gd name="connsiteX5-697" fmla="*/ 4068271 w 8178863"/>
                    <a:gd name="connsiteY5-698" fmla="*/ 1418897 h 2920259"/>
                    <a:gd name="connsiteX6-699" fmla="*/ 8178863 w 8178863"/>
                    <a:gd name="connsiteY6-700" fmla="*/ 26952 h 2920259"/>
                    <a:gd name="connsiteX0-701" fmla="*/ 8167827 w 8167827"/>
                    <a:gd name="connsiteY0-702" fmla="*/ 40343 h 2920259"/>
                    <a:gd name="connsiteX1-703" fmla="*/ 8145760 w 8167827"/>
                    <a:gd name="connsiteY1-704" fmla="*/ 1579944 h 2920259"/>
                    <a:gd name="connsiteX2-705" fmla="*/ 4123353 w 8167827"/>
                    <a:gd name="connsiteY2-706" fmla="*/ 2919505 h 2920259"/>
                    <a:gd name="connsiteX3-707" fmla="*/ 2295 w 8167827"/>
                    <a:gd name="connsiteY3-708" fmla="*/ 1470941 h 2920259"/>
                    <a:gd name="connsiteX4-709" fmla="*/ 767 w 8167827"/>
                    <a:gd name="connsiteY4-710" fmla="*/ 0 h 2920259"/>
                    <a:gd name="connsiteX5-711" fmla="*/ 4068271 w 8167827"/>
                    <a:gd name="connsiteY5-712" fmla="*/ 1418897 h 2920259"/>
                    <a:gd name="connsiteX6-713" fmla="*/ 8167827 w 8167827"/>
                    <a:gd name="connsiteY6-714" fmla="*/ 40343 h 2920259"/>
                    <a:gd name="connsiteX0-715" fmla="*/ 8123687 w 8145760"/>
                    <a:gd name="connsiteY0-716" fmla="*/ 53735 h 2920259"/>
                    <a:gd name="connsiteX1-717" fmla="*/ 8145760 w 8145760"/>
                    <a:gd name="connsiteY1-718" fmla="*/ 1579944 h 2920259"/>
                    <a:gd name="connsiteX2-719" fmla="*/ 4123353 w 8145760"/>
                    <a:gd name="connsiteY2-720" fmla="*/ 2919505 h 2920259"/>
                    <a:gd name="connsiteX3-721" fmla="*/ 2295 w 8145760"/>
                    <a:gd name="connsiteY3-722" fmla="*/ 1470941 h 2920259"/>
                    <a:gd name="connsiteX4-723" fmla="*/ 767 w 8145760"/>
                    <a:gd name="connsiteY4-724" fmla="*/ 0 h 2920259"/>
                    <a:gd name="connsiteX5-725" fmla="*/ 4068271 w 8145760"/>
                    <a:gd name="connsiteY5-726" fmla="*/ 1418897 h 2920259"/>
                    <a:gd name="connsiteX6-727" fmla="*/ 8123687 w 8145760"/>
                    <a:gd name="connsiteY6-728" fmla="*/ 53735 h 2920259"/>
                    <a:gd name="connsiteX0-729" fmla="*/ 8161918 w 8161918"/>
                    <a:gd name="connsiteY0-730" fmla="*/ 0 h 2943855"/>
                    <a:gd name="connsiteX1-731" fmla="*/ 8145760 w 8161918"/>
                    <a:gd name="connsiteY1-732" fmla="*/ 1603540 h 2943855"/>
                    <a:gd name="connsiteX2-733" fmla="*/ 4123353 w 8161918"/>
                    <a:gd name="connsiteY2-734" fmla="*/ 2943101 h 2943855"/>
                    <a:gd name="connsiteX3-735" fmla="*/ 2295 w 8161918"/>
                    <a:gd name="connsiteY3-736" fmla="*/ 1494537 h 2943855"/>
                    <a:gd name="connsiteX4-737" fmla="*/ 767 w 8161918"/>
                    <a:gd name="connsiteY4-738" fmla="*/ 23596 h 2943855"/>
                    <a:gd name="connsiteX5-739" fmla="*/ 4068271 w 8161918"/>
                    <a:gd name="connsiteY5-740" fmla="*/ 1442493 h 2943855"/>
                    <a:gd name="connsiteX6-741" fmla="*/ 8161918 w 8161918"/>
                    <a:gd name="connsiteY6-742" fmla="*/ 0 h 2943855"/>
                    <a:gd name="connsiteX0-743" fmla="*/ 8144926 w 8145760"/>
                    <a:gd name="connsiteY0-744" fmla="*/ 43424 h 2920259"/>
                    <a:gd name="connsiteX1-745" fmla="*/ 8145760 w 8145760"/>
                    <a:gd name="connsiteY1-746" fmla="*/ 1579944 h 2920259"/>
                    <a:gd name="connsiteX2-747" fmla="*/ 4123353 w 8145760"/>
                    <a:gd name="connsiteY2-748" fmla="*/ 2919505 h 2920259"/>
                    <a:gd name="connsiteX3-749" fmla="*/ 2295 w 8145760"/>
                    <a:gd name="connsiteY3-750" fmla="*/ 1470941 h 2920259"/>
                    <a:gd name="connsiteX4-751" fmla="*/ 767 w 8145760"/>
                    <a:gd name="connsiteY4-752" fmla="*/ 0 h 2920259"/>
                    <a:gd name="connsiteX5-753" fmla="*/ 4068271 w 8145760"/>
                    <a:gd name="connsiteY5-754" fmla="*/ 1418897 h 2920259"/>
                    <a:gd name="connsiteX6-755" fmla="*/ 8144926 w 8145760"/>
                    <a:gd name="connsiteY6-756" fmla="*/ 43424 h 2920259"/>
                    <a:gd name="connsiteX0-757" fmla="*/ 8161918 w 8161918"/>
                    <a:gd name="connsiteY0-758" fmla="*/ 0 h 2959321"/>
                    <a:gd name="connsiteX1-759" fmla="*/ 8145760 w 8161918"/>
                    <a:gd name="connsiteY1-760" fmla="*/ 1619006 h 2959321"/>
                    <a:gd name="connsiteX2-761" fmla="*/ 4123353 w 8161918"/>
                    <a:gd name="connsiteY2-762" fmla="*/ 2958567 h 2959321"/>
                    <a:gd name="connsiteX3-763" fmla="*/ 2295 w 8161918"/>
                    <a:gd name="connsiteY3-764" fmla="*/ 1510003 h 2959321"/>
                    <a:gd name="connsiteX4-765" fmla="*/ 767 w 8161918"/>
                    <a:gd name="connsiteY4-766" fmla="*/ 39062 h 2959321"/>
                    <a:gd name="connsiteX5-767" fmla="*/ 4068271 w 8161918"/>
                    <a:gd name="connsiteY5-768" fmla="*/ 1457959 h 2959321"/>
                    <a:gd name="connsiteX6-769" fmla="*/ 8161918 w 8161918"/>
                    <a:gd name="connsiteY6-770" fmla="*/ 0 h 2959321"/>
                    <a:gd name="connsiteX0-771" fmla="*/ 8161918 w 8162752"/>
                    <a:gd name="connsiteY0-772" fmla="*/ 0 h 2959488"/>
                    <a:gd name="connsiteX1-773" fmla="*/ 8162752 w 8162752"/>
                    <a:gd name="connsiteY1-774" fmla="*/ 1629317 h 2959488"/>
                    <a:gd name="connsiteX2-775" fmla="*/ 4123353 w 8162752"/>
                    <a:gd name="connsiteY2-776" fmla="*/ 2958567 h 2959488"/>
                    <a:gd name="connsiteX3-777" fmla="*/ 2295 w 8162752"/>
                    <a:gd name="connsiteY3-778" fmla="*/ 1510003 h 2959488"/>
                    <a:gd name="connsiteX4-779" fmla="*/ 767 w 8162752"/>
                    <a:gd name="connsiteY4-780" fmla="*/ 39062 h 2959488"/>
                    <a:gd name="connsiteX5-781" fmla="*/ 4068271 w 8162752"/>
                    <a:gd name="connsiteY5-782" fmla="*/ 1457959 h 2959488"/>
                    <a:gd name="connsiteX6-783" fmla="*/ 8161918 w 8162752"/>
                    <a:gd name="connsiteY6-784" fmla="*/ 0 h 2959488"/>
                    <a:gd name="connsiteX0-785" fmla="*/ 8165930 w 8166764"/>
                    <a:gd name="connsiteY0-786" fmla="*/ 7337 h 2966825"/>
                    <a:gd name="connsiteX1-787" fmla="*/ 8166764 w 8166764"/>
                    <a:gd name="connsiteY1-788" fmla="*/ 1636654 h 2966825"/>
                    <a:gd name="connsiteX2-789" fmla="*/ 4127365 w 8166764"/>
                    <a:gd name="connsiteY2-790" fmla="*/ 2965904 h 2966825"/>
                    <a:gd name="connsiteX3-791" fmla="*/ 6307 w 8166764"/>
                    <a:gd name="connsiteY3-792" fmla="*/ 1517340 h 2966825"/>
                    <a:gd name="connsiteX4-793" fmla="*/ 532 w 8166764"/>
                    <a:gd name="connsiteY4-794" fmla="*/ 0 h 2966825"/>
                    <a:gd name="connsiteX5-795" fmla="*/ 4072283 w 8166764"/>
                    <a:gd name="connsiteY5-796" fmla="*/ 1465296 h 2966825"/>
                    <a:gd name="connsiteX6-797" fmla="*/ 8165930 w 8166764"/>
                    <a:gd name="connsiteY6-798" fmla="*/ 7337 h 2966825"/>
                    <a:gd name="connsiteX0-799" fmla="*/ 8168119 w 8168953"/>
                    <a:gd name="connsiteY0-800" fmla="*/ 7337 h 2966682"/>
                    <a:gd name="connsiteX1-801" fmla="*/ 8168953 w 8168953"/>
                    <a:gd name="connsiteY1-802" fmla="*/ 1636654 h 2966682"/>
                    <a:gd name="connsiteX2-803" fmla="*/ 4129554 w 8168953"/>
                    <a:gd name="connsiteY2-804" fmla="*/ 2965904 h 2966682"/>
                    <a:gd name="connsiteX3-805" fmla="*/ 0 w 8168953"/>
                    <a:gd name="connsiteY3-806" fmla="*/ 1527651 h 2966682"/>
                    <a:gd name="connsiteX4-807" fmla="*/ 2721 w 8168953"/>
                    <a:gd name="connsiteY4-808" fmla="*/ 0 h 2966682"/>
                    <a:gd name="connsiteX5-809" fmla="*/ 4074472 w 8168953"/>
                    <a:gd name="connsiteY5-810" fmla="*/ 1465296 h 2966682"/>
                    <a:gd name="connsiteX6-811" fmla="*/ 8168119 w 8168953"/>
                    <a:gd name="connsiteY6-812" fmla="*/ 7337 h 2966682"/>
                    <a:gd name="connsiteX0-813" fmla="*/ 8168119 w 8168953"/>
                    <a:gd name="connsiteY0-814" fmla="*/ 7337 h 3100377"/>
                    <a:gd name="connsiteX1-815" fmla="*/ 8168953 w 8168953"/>
                    <a:gd name="connsiteY1-816" fmla="*/ 1636654 h 3100377"/>
                    <a:gd name="connsiteX2-817" fmla="*/ 4118520 w 8168953"/>
                    <a:gd name="connsiteY2-818" fmla="*/ 3099826 h 3100377"/>
                    <a:gd name="connsiteX3-819" fmla="*/ 0 w 8168953"/>
                    <a:gd name="connsiteY3-820" fmla="*/ 1527651 h 3100377"/>
                    <a:gd name="connsiteX4-821" fmla="*/ 2721 w 8168953"/>
                    <a:gd name="connsiteY4-822" fmla="*/ 0 h 3100377"/>
                    <a:gd name="connsiteX5-823" fmla="*/ 4074472 w 8168953"/>
                    <a:gd name="connsiteY5-824" fmla="*/ 1465296 h 3100377"/>
                    <a:gd name="connsiteX6-825" fmla="*/ 8168119 w 8168953"/>
                    <a:gd name="connsiteY6-826" fmla="*/ 7337 h 3100377"/>
                    <a:gd name="connsiteX0-827" fmla="*/ 8168119 w 8168953"/>
                    <a:gd name="connsiteY0-828" fmla="*/ 7337 h 3100429"/>
                    <a:gd name="connsiteX1-829" fmla="*/ 8168953 w 8168953"/>
                    <a:gd name="connsiteY1-830" fmla="*/ 1636654 h 3100429"/>
                    <a:gd name="connsiteX2-831" fmla="*/ 4118520 w 8168953"/>
                    <a:gd name="connsiteY2-832" fmla="*/ 3099826 h 3100429"/>
                    <a:gd name="connsiteX3-833" fmla="*/ 0 w 8168953"/>
                    <a:gd name="connsiteY3-834" fmla="*/ 1527651 h 3100429"/>
                    <a:gd name="connsiteX4-835" fmla="*/ 2721 w 8168953"/>
                    <a:gd name="connsiteY4-836" fmla="*/ 0 h 3100429"/>
                    <a:gd name="connsiteX5-837" fmla="*/ 4074472 w 8168953"/>
                    <a:gd name="connsiteY5-838" fmla="*/ 1465296 h 3100429"/>
                    <a:gd name="connsiteX6-839" fmla="*/ 8168119 w 8168953"/>
                    <a:gd name="connsiteY6-840" fmla="*/ 7337 h 3100429"/>
                    <a:gd name="connsiteX0-841" fmla="*/ 8165849 w 8166683"/>
                    <a:gd name="connsiteY0-842" fmla="*/ 7337 h 3099826"/>
                    <a:gd name="connsiteX1-843" fmla="*/ 8166683 w 8166683"/>
                    <a:gd name="connsiteY1-844" fmla="*/ 1636654 h 3099826"/>
                    <a:gd name="connsiteX2-845" fmla="*/ 4116250 w 8166683"/>
                    <a:gd name="connsiteY2-846" fmla="*/ 3099826 h 3099826"/>
                    <a:gd name="connsiteX3-847" fmla="*/ 8764 w 8166683"/>
                    <a:gd name="connsiteY3-848" fmla="*/ 1634789 h 3099826"/>
                    <a:gd name="connsiteX4-849" fmla="*/ 451 w 8166683"/>
                    <a:gd name="connsiteY4-850" fmla="*/ 0 h 3099826"/>
                    <a:gd name="connsiteX5-851" fmla="*/ 4072202 w 8166683"/>
                    <a:gd name="connsiteY5-852" fmla="*/ 1465296 h 3099826"/>
                    <a:gd name="connsiteX6-853" fmla="*/ 8165849 w 8166683"/>
                    <a:gd name="connsiteY6-854" fmla="*/ 7337 h 3099826"/>
                    <a:gd name="connsiteX0-855" fmla="*/ 8165849 w 8166683"/>
                    <a:gd name="connsiteY0-856" fmla="*/ 7337 h 3099826"/>
                    <a:gd name="connsiteX1-857" fmla="*/ 8166683 w 8166683"/>
                    <a:gd name="connsiteY1-858" fmla="*/ 1636654 h 3099826"/>
                    <a:gd name="connsiteX2-859" fmla="*/ 4116250 w 8166683"/>
                    <a:gd name="connsiteY2-860" fmla="*/ 3099826 h 3099826"/>
                    <a:gd name="connsiteX3-861" fmla="*/ 8764 w 8166683"/>
                    <a:gd name="connsiteY3-862" fmla="*/ 1634789 h 3099826"/>
                    <a:gd name="connsiteX4-863" fmla="*/ 451 w 8166683"/>
                    <a:gd name="connsiteY4-864" fmla="*/ 0 h 3099826"/>
                    <a:gd name="connsiteX5-865" fmla="*/ 4072202 w 8166683"/>
                    <a:gd name="connsiteY5-866" fmla="*/ 1465296 h 3099826"/>
                    <a:gd name="connsiteX6-867" fmla="*/ 8165849 w 8166683"/>
                    <a:gd name="connsiteY6-868" fmla="*/ 7337 h 3099826"/>
                    <a:gd name="connsiteX0-869" fmla="*/ 8165849 w 8166683"/>
                    <a:gd name="connsiteY0-870" fmla="*/ 7337 h 3099826"/>
                    <a:gd name="connsiteX1-871" fmla="*/ 8166683 w 8166683"/>
                    <a:gd name="connsiteY1-872" fmla="*/ 1636654 h 3099826"/>
                    <a:gd name="connsiteX2-873" fmla="*/ 4116250 w 8166683"/>
                    <a:gd name="connsiteY2-874" fmla="*/ 3099826 h 3099826"/>
                    <a:gd name="connsiteX3-875" fmla="*/ 8764 w 8166683"/>
                    <a:gd name="connsiteY3-876" fmla="*/ 1634789 h 3099826"/>
                    <a:gd name="connsiteX4-877" fmla="*/ 451 w 8166683"/>
                    <a:gd name="connsiteY4-878" fmla="*/ 0 h 3099826"/>
                    <a:gd name="connsiteX5-879" fmla="*/ 4061168 w 8166683"/>
                    <a:gd name="connsiteY5-880" fmla="*/ 1438511 h 3099826"/>
                    <a:gd name="connsiteX6-881" fmla="*/ 8165849 w 8166683"/>
                    <a:gd name="connsiteY6-882" fmla="*/ 7337 h 3099826"/>
                    <a:gd name="connsiteX0-883" fmla="*/ 8165849 w 8166683"/>
                    <a:gd name="connsiteY0-884" fmla="*/ 7337 h 3099826"/>
                    <a:gd name="connsiteX1-885" fmla="*/ 8166683 w 8166683"/>
                    <a:gd name="connsiteY1-886" fmla="*/ 1636654 h 3099826"/>
                    <a:gd name="connsiteX2-887" fmla="*/ 4116250 w 8166683"/>
                    <a:gd name="connsiteY2-888" fmla="*/ 3099826 h 3099826"/>
                    <a:gd name="connsiteX3-889" fmla="*/ 8764 w 8166683"/>
                    <a:gd name="connsiteY3-890" fmla="*/ 1634789 h 3099826"/>
                    <a:gd name="connsiteX4-891" fmla="*/ 451 w 8166683"/>
                    <a:gd name="connsiteY4-892" fmla="*/ 0 h 3099826"/>
                    <a:gd name="connsiteX5-893" fmla="*/ 4061168 w 8166683"/>
                    <a:gd name="connsiteY5-894" fmla="*/ 1438511 h 3099826"/>
                    <a:gd name="connsiteX6-895" fmla="*/ 8165849 w 8166683"/>
                    <a:gd name="connsiteY6-896" fmla="*/ 7337 h 309982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12" name="Oval 311"/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313" name="Group 312"/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314" name="Freeform 313"/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-1" fmla="*/ 3725333 w 4641485"/>
                      <a:gd name="connsiteY0-2" fmla="*/ 0 h 1049866"/>
                      <a:gd name="connsiteX1-3" fmla="*/ 4641485 w 4641485"/>
                      <a:gd name="connsiteY1-4" fmla="*/ 239402 h 1049866"/>
                      <a:gd name="connsiteX2-5" fmla="*/ 3962400 w 4641485"/>
                      <a:gd name="connsiteY2-6" fmla="*/ 541866 h 1049866"/>
                      <a:gd name="connsiteX3-7" fmla="*/ 3742267 w 4641485"/>
                      <a:gd name="connsiteY3-8" fmla="*/ 457200 h 1049866"/>
                      <a:gd name="connsiteX4-9" fmla="*/ 2269067 w 4641485"/>
                      <a:gd name="connsiteY4-10" fmla="*/ 1049866 h 1049866"/>
                      <a:gd name="connsiteX5-11" fmla="*/ 880533 w 4641485"/>
                      <a:gd name="connsiteY5-12" fmla="*/ 457200 h 1049866"/>
                      <a:gd name="connsiteX6-13" fmla="*/ 592667 w 4641485"/>
                      <a:gd name="connsiteY6-14" fmla="*/ 541866 h 1049866"/>
                      <a:gd name="connsiteX7-15" fmla="*/ 0 w 4641485"/>
                      <a:gd name="connsiteY7-16" fmla="*/ 254000 h 1049866"/>
                      <a:gd name="connsiteX8-17" fmla="*/ 880533 w 4641485"/>
                      <a:gd name="connsiteY8-18" fmla="*/ 16933 h 1049866"/>
                      <a:gd name="connsiteX9-19" fmla="*/ 2302933 w 4641485"/>
                      <a:gd name="connsiteY9-20" fmla="*/ 626533 h 1049866"/>
                      <a:gd name="connsiteX10-21" fmla="*/ 3725333 w 4641485"/>
                      <a:gd name="connsiteY10-22" fmla="*/ 0 h 1049866"/>
                      <a:gd name="connsiteX0-23" fmla="*/ 3756864 w 4673016"/>
                      <a:gd name="connsiteY0-24" fmla="*/ 0 h 1049866"/>
                      <a:gd name="connsiteX1-25" fmla="*/ 4673016 w 4673016"/>
                      <a:gd name="connsiteY1-26" fmla="*/ 239402 h 1049866"/>
                      <a:gd name="connsiteX2-27" fmla="*/ 3993931 w 4673016"/>
                      <a:gd name="connsiteY2-28" fmla="*/ 541866 h 1049866"/>
                      <a:gd name="connsiteX3-29" fmla="*/ 3773798 w 4673016"/>
                      <a:gd name="connsiteY3-30" fmla="*/ 457200 h 1049866"/>
                      <a:gd name="connsiteX4-31" fmla="*/ 2300598 w 4673016"/>
                      <a:gd name="connsiteY4-32" fmla="*/ 1049866 h 1049866"/>
                      <a:gd name="connsiteX5-33" fmla="*/ 912064 w 4673016"/>
                      <a:gd name="connsiteY5-34" fmla="*/ 457200 h 1049866"/>
                      <a:gd name="connsiteX6-35" fmla="*/ 624198 w 4673016"/>
                      <a:gd name="connsiteY6-36" fmla="*/ 541866 h 1049866"/>
                      <a:gd name="connsiteX7-37" fmla="*/ 0 w 4673016"/>
                      <a:gd name="connsiteY7-38" fmla="*/ 232979 h 1049866"/>
                      <a:gd name="connsiteX8-39" fmla="*/ 912064 w 4673016"/>
                      <a:gd name="connsiteY8-40" fmla="*/ 16933 h 1049866"/>
                      <a:gd name="connsiteX9-41" fmla="*/ 2334464 w 4673016"/>
                      <a:gd name="connsiteY9-42" fmla="*/ 626533 h 1049866"/>
                      <a:gd name="connsiteX10-43" fmla="*/ 3756864 w 4673016"/>
                      <a:gd name="connsiteY10-44" fmla="*/ 0 h 1049866"/>
                      <a:gd name="connsiteX0-45" fmla="*/ 3756864 w 4673016"/>
                      <a:gd name="connsiteY0-46" fmla="*/ 0 h 1049866"/>
                      <a:gd name="connsiteX1-47" fmla="*/ 4673016 w 4673016"/>
                      <a:gd name="connsiteY1-48" fmla="*/ 239402 h 1049866"/>
                      <a:gd name="connsiteX2-49" fmla="*/ 3993931 w 4673016"/>
                      <a:gd name="connsiteY2-50" fmla="*/ 541866 h 1049866"/>
                      <a:gd name="connsiteX3-51" fmla="*/ 3784308 w 4673016"/>
                      <a:gd name="connsiteY3-52" fmla="*/ 404648 h 1049866"/>
                      <a:gd name="connsiteX4-53" fmla="*/ 2300598 w 4673016"/>
                      <a:gd name="connsiteY4-54" fmla="*/ 1049866 h 1049866"/>
                      <a:gd name="connsiteX5-55" fmla="*/ 912064 w 4673016"/>
                      <a:gd name="connsiteY5-56" fmla="*/ 457200 h 1049866"/>
                      <a:gd name="connsiteX6-57" fmla="*/ 624198 w 4673016"/>
                      <a:gd name="connsiteY6-58" fmla="*/ 541866 h 1049866"/>
                      <a:gd name="connsiteX7-59" fmla="*/ 0 w 4673016"/>
                      <a:gd name="connsiteY7-60" fmla="*/ 232979 h 1049866"/>
                      <a:gd name="connsiteX8-61" fmla="*/ 912064 w 4673016"/>
                      <a:gd name="connsiteY8-62" fmla="*/ 16933 h 1049866"/>
                      <a:gd name="connsiteX9-63" fmla="*/ 2334464 w 4673016"/>
                      <a:gd name="connsiteY9-64" fmla="*/ 626533 h 1049866"/>
                      <a:gd name="connsiteX10-65" fmla="*/ 3756864 w 4673016"/>
                      <a:gd name="connsiteY10-66" fmla="*/ 0 h 1049866"/>
                      <a:gd name="connsiteX0-67" fmla="*/ 3756864 w 4673016"/>
                      <a:gd name="connsiteY0-68" fmla="*/ 0 h 1049866"/>
                      <a:gd name="connsiteX1-69" fmla="*/ 4673016 w 4673016"/>
                      <a:gd name="connsiteY1-70" fmla="*/ 239402 h 1049866"/>
                      <a:gd name="connsiteX2-71" fmla="*/ 3993931 w 4673016"/>
                      <a:gd name="connsiteY2-72" fmla="*/ 541866 h 1049866"/>
                      <a:gd name="connsiteX3-73" fmla="*/ 3794818 w 4673016"/>
                      <a:gd name="connsiteY3-74" fmla="*/ 436179 h 1049866"/>
                      <a:gd name="connsiteX4-75" fmla="*/ 2300598 w 4673016"/>
                      <a:gd name="connsiteY4-76" fmla="*/ 1049866 h 1049866"/>
                      <a:gd name="connsiteX5-77" fmla="*/ 912064 w 4673016"/>
                      <a:gd name="connsiteY5-78" fmla="*/ 457200 h 1049866"/>
                      <a:gd name="connsiteX6-79" fmla="*/ 624198 w 4673016"/>
                      <a:gd name="connsiteY6-80" fmla="*/ 541866 h 1049866"/>
                      <a:gd name="connsiteX7-81" fmla="*/ 0 w 4673016"/>
                      <a:gd name="connsiteY7-82" fmla="*/ 232979 h 1049866"/>
                      <a:gd name="connsiteX8-83" fmla="*/ 912064 w 4673016"/>
                      <a:gd name="connsiteY8-84" fmla="*/ 16933 h 1049866"/>
                      <a:gd name="connsiteX9-85" fmla="*/ 2334464 w 4673016"/>
                      <a:gd name="connsiteY9-86" fmla="*/ 626533 h 1049866"/>
                      <a:gd name="connsiteX10-87" fmla="*/ 3756864 w 4673016"/>
                      <a:gd name="connsiteY10-88" fmla="*/ 0 h 1049866"/>
                      <a:gd name="connsiteX0-89" fmla="*/ 3756864 w 4673016"/>
                      <a:gd name="connsiteY0-90" fmla="*/ 0 h 1049866"/>
                      <a:gd name="connsiteX1-91" fmla="*/ 4673016 w 4673016"/>
                      <a:gd name="connsiteY1-92" fmla="*/ 239402 h 1049866"/>
                      <a:gd name="connsiteX2-93" fmla="*/ 3993931 w 4673016"/>
                      <a:gd name="connsiteY2-94" fmla="*/ 541866 h 1049866"/>
                      <a:gd name="connsiteX3-95" fmla="*/ 3794818 w 4673016"/>
                      <a:gd name="connsiteY3-96" fmla="*/ 436179 h 1049866"/>
                      <a:gd name="connsiteX4-97" fmla="*/ 2300598 w 4673016"/>
                      <a:gd name="connsiteY4-98" fmla="*/ 1049866 h 1049866"/>
                      <a:gd name="connsiteX5-99" fmla="*/ 912064 w 4673016"/>
                      <a:gd name="connsiteY5-100" fmla="*/ 457200 h 1049866"/>
                      <a:gd name="connsiteX6-101" fmla="*/ 624198 w 4673016"/>
                      <a:gd name="connsiteY6-102" fmla="*/ 541866 h 1049866"/>
                      <a:gd name="connsiteX7-103" fmla="*/ 0 w 4673016"/>
                      <a:gd name="connsiteY7-104" fmla="*/ 232979 h 1049866"/>
                      <a:gd name="connsiteX8-105" fmla="*/ 912064 w 4673016"/>
                      <a:gd name="connsiteY8-106" fmla="*/ 16933 h 1049866"/>
                      <a:gd name="connsiteX9-107" fmla="*/ 2323954 w 4673016"/>
                      <a:gd name="connsiteY9-108" fmla="*/ 616023 h 1049866"/>
                      <a:gd name="connsiteX10-109" fmla="*/ 3756864 w 4673016"/>
                      <a:gd name="connsiteY10-110" fmla="*/ 0 h 1049866"/>
                      <a:gd name="connsiteX0-111" fmla="*/ 3756864 w 4673016"/>
                      <a:gd name="connsiteY0-112" fmla="*/ 0 h 1049866"/>
                      <a:gd name="connsiteX1-113" fmla="*/ 4673016 w 4673016"/>
                      <a:gd name="connsiteY1-114" fmla="*/ 239402 h 1049866"/>
                      <a:gd name="connsiteX2-115" fmla="*/ 3993931 w 4673016"/>
                      <a:gd name="connsiteY2-116" fmla="*/ 541866 h 1049866"/>
                      <a:gd name="connsiteX3-117" fmla="*/ 3794818 w 4673016"/>
                      <a:gd name="connsiteY3-118" fmla="*/ 436179 h 1049866"/>
                      <a:gd name="connsiteX4-119" fmla="*/ 2300598 w 4673016"/>
                      <a:gd name="connsiteY4-120" fmla="*/ 1049866 h 1049866"/>
                      <a:gd name="connsiteX5-121" fmla="*/ 912064 w 4673016"/>
                      <a:gd name="connsiteY5-122" fmla="*/ 457200 h 1049866"/>
                      <a:gd name="connsiteX6-123" fmla="*/ 624198 w 4673016"/>
                      <a:gd name="connsiteY6-124" fmla="*/ 541866 h 1049866"/>
                      <a:gd name="connsiteX7-125" fmla="*/ 0 w 4673016"/>
                      <a:gd name="connsiteY7-126" fmla="*/ 275021 h 1049866"/>
                      <a:gd name="connsiteX8-127" fmla="*/ 912064 w 4673016"/>
                      <a:gd name="connsiteY8-128" fmla="*/ 16933 h 1049866"/>
                      <a:gd name="connsiteX9-129" fmla="*/ 2323954 w 4673016"/>
                      <a:gd name="connsiteY9-130" fmla="*/ 616023 h 1049866"/>
                      <a:gd name="connsiteX10-131" fmla="*/ 3756864 w 4673016"/>
                      <a:gd name="connsiteY10-132" fmla="*/ 0 h 1049866"/>
                      <a:gd name="connsiteX0-133" fmla="*/ 3756864 w 4673016"/>
                      <a:gd name="connsiteY0-134" fmla="*/ 0 h 1049866"/>
                      <a:gd name="connsiteX1-135" fmla="*/ 4673016 w 4673016"/>
                      <a:gd name="connsiteY1-136" fmla="*/ 239402 h 1049866"/>
                      <a:gd name="connsiteX2-137" fmla="*/ 3993931 w 4673016"/>
                      <a:gd name="connsiteY2-138" fmla="*/ 541866 h 1049866"/>
                      <a:gd name="connsiteX3-139" fmla="*/ 3815839 w 4673016"/>
                      <a:gd name="connsiteY3-140" fmla="*/ 467710 h 1049866"/>
                      <a:gd name="connsiteX4-141" fmla="*/ 2300598 w 4673016"/>
                      <a:gd name="connsiteY4-142" fmla="*/ 1049866 h 1049866"/>
                      <a:gd name="connsiteX5-143" fmla="*/ 912064 w 4673016"/>
                      <a:gd name="connsiteY5-144" fmla="*/ 457200 h 1049866"/>
                      <a:gd name="connsiteX6-145" fmla="*/ 624198 w 4673016"/>
                      <a:gd name="connsiteY6-146" fmla="*/ 541866 h 1049866"/>
                      <a:gd name="connsiteX7-147" fmla="*/ 0 w 4673016"/>
                      <a:gd name="connsiteY7-148" fmla="*/ 275021 h 1049866"/>
                      <a:gd name="connsiteX8-149" fmla="*/ 912064 w 4673016"/>
                      <a:gd name="connsiteY8-150" fmla="*/ 16933 h 1049866"/>
                      <a:gd name="connsiteX9-151" fmla="*/ 2323954 w 4673016"/>
                      <a:gd name="connsiteY9-152" fmla="*/ 616023 h 1049866"/>
                      <a:gd name="connsiteX10-153" fmla="*/ 3756864 w 4673016"/>
                      <a:gd name="connsiteY10-154" fmla="*/ 0 h 104986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15" name="Freeform 314"/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16" name="Freeform 315"/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17" name="Freeform 316"/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-1" fmla="*/ 168165 w 3731172"/>
                      <a:gd name="connsiteY0-2" fmla="*/ 73572 h 1418896"/>
                      <a:gd name="connsiteX1-3" fmla="*/ 451945 w 3731172"/>
                      <a:gd name="connsiteY1-4" fmla="*/ 0 h 1418896"/>
                      <a:gd name="connsiteX2-5" fmla="*/ 1881352 w 3731172"/>
                      <a:gd name="connsiteY2-6" fmla="*/ 599089 h 1418896"/>
                      <a:gd name="connsiteX3-7" fmla="*/ 3363310 w 3731172"/>
                      <a:gd name="connsiteY3-8" fmla="*/ 0 h 1418896"/>
                      <a:gd name="connsiteX4-9" fmla="*/ 3584027 w 3731172"/>
                      <a:gd name="connsiteY4-10" fmla="*/ 73572 h 1418896"/>
                      <a:gd name="connsiteX5-11" fmla="*/ 2627586 w 3731172"/>
                      <a:gd name="connsiteY5-12" fmla="*/ 441434 h 1418896"/>
                      <a:gd name="connsiteX6-13" fmla="*/ 2596055 w 3731172"/>
                      <a:gd name="connsiteY6-14" fmla="*/ 914400 h 1418896"/>
                      <a:gd name="connsiteX7-15" fmla="*/ 3731172 w 3731172"/>
                      <a:gd name="connsiteY7-16" fmla="*/ 1345324 h 1418896"/>
                      <a:gd name="connsiteX8-17" fmla="*/ 3447393 w 3731172"/>
                      <a:gd name="connsiteY8-18" fmla="*/ 1408386 h 1418896"/>
                      <a:gd name="connsiteX9-19" fmla="*/ 1870841 w 3731172"/>
                      <a:gd name="connsiteY9-20" fmla="*/ 746234 h 1418896"/>
                      <a:gd name="connsiteX10-21" fmla="*/ 262758 w 3731172"/>
                      <a:gd name="connsiteY10-22" fmla="*/ 1418896 h 1418896"/>
                      <a:gd name="connsiteX11-23" fmla="*/ 0 w 3731172"/>
                      <a:gd name="connsiteY11-24" fmla="*/ 1324303 h 1418896"/>
                      <a:gd name="connsiteX12-25" fmla="*/ 1145627 w 3731172"/>
                      <a:gd name="connsiteY12-26" fmla="*/ 882869 h 1418896"/>
                      <a:gd name="connsiteX13-27" fmla="*/ 1114096 w 3731172"/>
                      <a:gd name="connsiteY13-28" fmla="*/ 409903 h 1418896"/>
                      <a:gd name="connsiteX14-29" fmla="*/ 441434 w 3731172"/>
                      <a:gd name="connsiteY14-30" fmla="*/ 10510 h 1418896"/>
                      <a:gd name="connsiteX15-31" fmla="*/ 441434 w 3731172"/>
                      <a:gd name="connsiteY15-32" fmla="*/ 10510 h 1418896"/>
                      <a:gd name="connsiteX0-33" fmla="*/ 168165 w 3731172"/>
                      <a:gd name="connsiteY0-34" fmla="*/ 73572 h 1418896"/>
                      <a:gd name="connsiteX1-35" fmla="*/ 451945 w 3731172"/>
                      <a:gd name="connsiteY1-36" fmla="*/ 0 h 1418896"/>
                      <a:gd name="connsiteX2-37" fmla="*/ 1881352 w 3731172"/>
                      <a:gd name="connsiteY2-38" fmla="*/ 599089 h 1418896"/>
                      <a:gd name="connsiteX3-39" fmla="*/ 3363310 w 3731172"/>
                      <a:gd name="connsiteY3-40" fmla="*/ 0 h 1418896"/>
                      <a:gd name="connsiteX4-41" fmla="*/ 3584027 w 3731172"/>
                      <a:gd name="connsiteY4-42" fmla="*/ 73572 h 1418896"/>
                      <a:gd name="connsiteX5-43" fmla="*/ 2627586 w 3731172"/>
                      <a:gd name="connsiteY5-44" fmla="*/ 441434 h 1418896"/>
                      <a:gd name="connsiteX6-45" fmla="*/ 2596055 w 3731172"/>
                      <a:gd name="connsiteY6-46" fmla="*/ 914400 h 1418896"/>
                      <a:gd name="connsiteX7-47" fmla="*/ 3731172 w 3731172"/>
                      <a:gd name="connsiteY7-48" fmla="*/ 1345324 h 1418896"/>
                      <a:gd name="connsiteX8-49" fmla="*/ 3447393 w 3731172"/>
                      <a:gd name="connsiteY8-50" fmla="*/ 1408386 h 1418896"/>
                      <a:gd name="connsiteX9-51" fmla="*/ 1870841 w 3731172"/>
                      <a:gd name="connsiteY9-52" fmla="*/ 746234 h 1418896"/>
                      <a:gd name="connsiteX10-53" fmla="*/ 262758 w 3731172"/>
                      <a:gd name="connsiteY10-54" fmla="*/ 1418896 h 1418896"/>
                      <a:gd name="connsiteX11-55" fmla="*/ 0 w 3731172"/>
                      <a:gd name="connsiteY11-56" fmla="*/ 1324303 h 1418896"/>
                      <a:gd name="connsiteX12-57" fmla="*/ 1145627 w 3731172"/>
                      <a:gd name="connsiteY12-58" fmla="*/ 882869 h 1418896"/>
                      <a:gd name="connsiteX13-59" fmla="*/ 1114096 w 3731172"/>
                      <a:gd name="connsiteY13-60" fmla="*/ 409903 h 1418896"/>
                      <a:gd name="connsiteX14-61" fmla="*/ 441434 w 3731172"/>
                      <a:gd name="connsiteY14-62" fmla="*/ 10510 h 1418896"/>
                      <a:gd name="connsiteX0-63" fmla="*/ 168165 w 3731172"/>
                      <a:gd name="connsiteY0-64" fmla="*/ 73572 h 1418896"/>
                      <a:gd name="connsiteX1-65" fmla="*/ 451945 w 3731172"/>
                      <a:gd name="connsiteY1-66" fmla="*/ 0 h 1418896"/>
                      <a:gd name="connsiteX2-67" fmla="*/ 1881352 w 3731172"/>
                      <a:gd name="connsiteY2-68" fmla="*/ 599089 h 1418896"/>
                      <a:gd name="connsiteX3-69" fmla="*/ 3363310 w 3731172"/>
                      <a:gd name="connsiteY3-70" fmla="*/ 0 h 1418896"/>
                      <a:gd name="connsiteX4-71" fmla="*/ 3584027 w 3731172"/>
                      <a:gd name="connsiteY4-72" fmla="*/ 73572 h 1418896"/>
                      <a:gd name="connsiteX5-73" fmla="*/ 2627586 w 3731172"/>
                      <a:gd name="connsiteY5-74" fmla="*/ 441434 h 1418896"/>
                      <a:gd name="connsiteX6-75" fmla="*/ 2596055 w 3731172"/>
                      <a:gd name="connsiteY6-76" fmla="*/ 914400 h 1418896"/>
                      <a:gd name="connsiteX7-77" fmla="*/ 3731172 w 3731172"/>
                      <a:gd name="connsiteY7-78" fmla="*/ 1345324 h 1418896"/>
                      <a:gd name="connsiteX8-79" fmla="*/ 3447393 w 3731172"/>
                      <a:gd name="connsiteY8-80" fmla="*/ 1408386 h 1418896"/>
                      <a:gd name="connsiteX9-81" fmla="*/ 1870841 w 3731172"/>
                      <a:gd name="connsiteY9-82" fmla="*/ 746234 h 1418896"/>
                      <a:gd name="connsiteX10-83" fmla="*/ 262758 w 3731172"/>
                      <a:gd name="connsiteY10-84" fmla="*/ 1418896 h 1418896"/>
                      <a:gd name="connsiteX11-85" fmla="*/ 0 w 3731172"/>
                      <a:gd name="connsiteY11-86" fmla="*/ 1324303 h 1418896"/>
                      <a:gd name="connsiteX12-87" fmla="*/ 1145627 w 3731172"/>
                      <a:gd name="connsiteY12-88" fmla="*/ 882869 h 1418896"/>
                      <a:gd name="connsiteX13-89" fmla="*/ 1114096 w 3731172"/>
                      <a:gd name="connsiteY13-90" fmla="*/ 409903 h 1418896"/>
                      <a:gd name="connsiteX14-91" fmla="*/ 357351 w 3731172"/>
                      <a:gd name="connsiteY14-92" fmla="*/ 115613 h 1418896"/>
                      <a:gd name="connsiteX0-93" fmla="*/ 168165 w 3731172"/>
                      <a:gd name="connsiteY0-94" fmla="*/ 73572 h 1418896"/>
                      <a:gd name="connsiteX1-95" fmla="*/ 451945 w 3731172"/>
                      <a:gd name="connsiteY1-96" fmla="*/ 0 h 1418896"/>
                      <a:gd name="connsiteX2-97" fmla="*/ 1881352 w 3731172"/>
                      <a:gd name="connsiteY2-98" fmla="*/ 599089 h 1418896"/>
                      <a:gd name="connsiteX3-99" fmla="*/ 3363310 w 3731172"/>
                      <a:gd name="connsiteY3-100" fmla="*/ 0 h 1418896"/>
                      <a:gd name="connsiteX4-101" fmla="*/ 3584027 w 3731172"/>
                      <a:gd name="connsiteY4-102" fmla="*/ 73572 h 1418896"/>
                      <a:gd name="connsiteX5-103" fmla="*/ 2627586 w 3731172"/>
                      <a:gd name="connsiteY5-104" fmla="*/ 441434 h 1418896"/>
                      <a:gd name="connsiteX6-105" fmla="*/ 2596055 w 3731172"/>
                      <a:gd name="connsiteY6-106" fmla="*/ 914400 h 1418896"/>
                      <a:gd name="connsiteX7-107" fmla="*/ 3731172 w 3731172"/>
                      <a:gd name="connsiteY7-108" fmla="*/ 1345324 h 1418896"/>
                      <a:gd name="connsiteX8-109" fmla="*/ 3447393 w 3731172"/>
                      <a:gd name="connsiteY8-110" fmla="*/ 1408386 h 1418896"/>
                      <a:gd name="connsiteX9-111" fmla="*/ 1870841 w 3731172"/>
                      <a:gd name="connsiteY9-112" fmla="*/ 746234 h 1418896"/>
                      <a:gd name="connsiteX10-113" fmla="*/ 262758 w 3731172"/>
                      <a:gd name="connsiteY10-114" fmla="*/ 1418896 h 1418896"/>
                      <a:gd name="connsiteX11-115" fmla="*/ 0 w 3731172"/>
                      <a:gd name="connsiteY11-116" fmla="*/ 1324303 h 1418896"/>
                      <a:gd name="connsiteX12-117" fmla="*/ 1145627 w 3731172"/>
                      <a:gd name="connsiteY12-118" fmla="*/ 882869 h 1418896"/>
                      <a:gd name="connsiteX13-119" fmla="*/ 1114096 w 3731172"/>
                      <a:gd name="connsiteY13-120" fmla="*/ 409903 h 1418896"/>
                      <a:gd name="connsiteX14-121" fmla="*/ 147144 w 3731172"/>
                      <a:gd name="connsiteY14-122" fmla="*/ 63061 h 1418896"/>
                      <a:gd name="connsiteX0-123" fmla="*/ 168165 w 3731172"/>
                      <a:gd name="connsiteY0-124" fmla="*/ 73572 h 1418896"/>
                      <a:gd name="connsiteX1-125" fmla="*/ 451945 w 3731172"/>
                      <a:gd name="connsiteY1-126" fmla="*/ 0 h 1418896"/>
                      <a:gd name="connsiteX2-127" fmla="*/ 1881352 w 3731172"/>
                      <a:gd name="connsiteY2-128" fmla="*/ 599089 h 1418896"/>
                      <a:gd name="connsiteX3-129" fmla="*/ 3363310 w 3731172"/>
                      <a:gd name="connsiteY3-130" fmla="*/ 0 h 1418896"/>
                      <a:gd name="connsiteX4-131" fmla="*/ 3584027 w 3731172"/>
                      <a:gd name="connsiteY4-132" fmla="*/ 73572 h 1418896"/>
                      <a:gd name="connsiteX5-133" fmla="*/ 2627586 w 3731172"/>
                      <a:gd name="connsiteY5-134" fmla="*/ 441434 h 1418896"/>
                      <a:gd name="connsiteX6-135" fmla="*/ 2596055 w 3731172"/>
                      <a:gd name="connsiteY6-136" fmla="*/ 914400 h 1418896"/>
                      <a:gd name="connsiteX7-137" fmla="*/ 3731172 w 3731172"/>
                      <a:gd name="connsiteY7-138" fmla="*/ 1345324 h 1418896"/>
                      <a:gd name="connsiteX8-139" fmla="*/ 3447393 w 3731172"/>
                      <a:gd name="connsiteY8-140" fmla="*/ 1408386 h 1418896"/>
                      <a:gd name="connsiteX9-141" fmla="*/ 1870841 w 3731172"/>
                      <a:gd name="connsiteY9-142" fmla="*/ 746234 h 1418896"/>
                      <a:gd name="connsiteX10-143" fmla="*/ 262758 w 3731172"/>
                      <a:gd name="connsiteY10-144" fmla="*/ 1418896 h 1418896"/>
                      <a:gd name="connsiteX11-145" fmla="*/ 0 w 3731172"/>
                      <a:gd name="connsiteY11-146" fmla="*/ 1324303 h 1418896"/>
                      <a:gd name="connsiteX12-147" fmla="*/ 1145627 w 3731172"/>
                      <a:gd name="connsiteY12-148" fmla="*/ 882869 h 1418896"/>
                      <a:gd name="connsiteX13-149" fmla="*/ 1114096 w 3731172"/>
                      <a:gd name="connsiteY13-150" fmla="*/ 420413 h 1418896"/>
                      <a:gd name="connsiteX14-151" fmla="*/ 147144 w 3731172"/>
                      <a:gd name="connsiteY14-152" fmla="*/ 63061 h 1418896"/>
                      <a:gd name="connsiteX0-153" fmla="*/ 168165 w 3731172"/>
                      <a:gd name="connsiteY0-154" fmla="*/ 73572 h 1418896"/>
                      <a:gd name="connsiteX1-155" fmla="*/ 451945 w 3731172"/>
                      <a:gd name="connsiteY1-156" fmla="*/ 0 h 1418896"/>
                      <a:gd name="connsiteX2-157" fmla="*/ 1881352 w 3731172"/>
                      <a:gd name="connsiteY2-158" fmla="*/ 599089 h 1418896"/>
                      <a:gd name="connsiteX3-159" fmla="*/ 3363310 w 3731172"/>
                      <a:gd name="connsiteY3-160" fmla="*/ 0 h 1418896"/>
                      <a:gd name="connsiteX4-161" fmla="*/ 3584027 w 3731172"/>
                      <a:gd name="connsiteY4-162" fmla="*/ 73572 h 1418896"/>
                      <a:gd name="connsiteX5-163" fmla="*/ 2627586 w 3731172"/>
                      <a:gd name="connsiteY5-164" fmla="*/ 441434 h 1418896"/>
                      <a:gd name="connsiteX6-165" fmla="*/ 2596055 w 3731172"/>
                      <a:gd name="connsiteY6-166" fmla="*/ 914400 h 1418896"/>
                      <a:gd name="connsiteX7-167" fmla="*/ 3731172 w 3731172"/>
                      <a:gd name="connsiteY7-168" fmla="*/ 1345324 h 1418896"/>
                      <a:gd name="connsiteX8-169" fmla="*/ 3447393 w 3731172"/>
                      <a:gd name="connsiteY8-170" fmla="*/ 1408386 h 1418896"/>
                      <a:gd name="connsiteX9-171" fmla="*/ 1870841 w 3731172"/>
                      <a:gd name="connsiteY9-172" fmla="*/ 746234 h 1418896"/>
                      <a:gd name="connsiteX10-173" fmla="*/ 262758 w 3731172"/>
                      <a:gd name="connsiteY10-174" fmla="*/ 1418896 h 1418896"/>
                      <a:gd name="connsiteX11-175" fmla="*/ 0 w 3731172"/>
                      <a:gd name="connsiteY11-176" fmla="*/ 1324303 h 1418896"/>
                      <a:gd name="connsiteX12-177" fmla="*/ 1145627 w 3731172"/>
                      <a:gd name="connsiteY12-178" fmla="*/ 882869 h 1418896"/>
                      <a:gd name="connsiteX13-179" fmla="*/ 1114096 w 3731172"/>
                      <a:gd name="connsiteY13-180" fmla="*/ 420413 h 1418896"/>
                      <a:gd name="connsiteX14-181" fmla="*/ 189185 w 3731172"/>
                      <a:gd name="connsiteY14-182" fmla="*/ 84081 h 1418896"/>
                      <a:gd name="connsiteX0-183" fmla="*/ 168165 w 3731172"/>
                      <a:gd name="connsiteY0-184" fmla="*/ 73572 h 1418896"/>
                      <a:gd name="connsiteX1-185" fmla="*/ 451945 w 3731172"/>
                      <a:gd name="connsiteY1-186" fmla="*/ 0 h 1418896"/>
                      <a:gd name="connsiteX2-187" fmla="*/ 1881352 w 3731172"/>
                      <a:gd name="connsiteY2-188" fmla="*/ 599089 h 1418896"/>
                      <a:gd name="connsiteX3-189" fmla="*/ 3363310 w 3731172"/>
                      <a:gd name="connsiteY3-190" fmla="*/ 0 h 1418896"/>
                      <a:gd name="connsiteX4-191" fmla="*/ 3584027 w 3731172"/>
                      <a:gd name="connsiteY4-192" fmla="*/ 73572 h 1418896"/>
                      <a:gd name="connsiteX5-193" fmla="*/ 2627586 w 3731172"/>
                      <a:gd name="connsiteY5-194" fmla="*/ 441434 h 1418896"/>
                      <a:gd name="connsiteX6-195" fmla="*/ 2596055 w 3731172"/>
                      <a:gd name="connsiteY6-196" fmla="*/ 914400 h 1418896"/>
                      <a:gd name="connsiteX7-197" fmla="*/ 3731172 w 3731172"/>
                      <a:gd name="connsiteY7-198" fmla="*/ 1345324 h 1418896"/>
                      <a:gd name="connsiteX8-199" fmla="*/ 3447393 w 3731172"/>
                      <a:gd name="connsiteY8-200" fmla="*/ 1408386 h 1418896"/>
                      <a:gd name="connsiteX9-201" fmla="*/ 1870841 w 3731172"/>
                      <a:gd name="connsiteY9-202" fmla="*/ 746234 h 1418896"/>
                      <a:gd name="connsiteX10-203" fmla="*/ 262758 w 3731172"/>
                      <a:gd name="connsiteY10-204" fmla="*/ 1418896 h 1418896"/>
                      <a:gd name="connsiteX11-205" fmla="*/ 0 w 3731172"/>
                      <a:gd name="connsiteY11-206" fmla="*/ 1324303 h 1418896"/>
                      <a:gd name="connsiteX12-207" fmla="*/ 1145627 w 3731172"/>
                      <a:gd name="connsiteY12-208" fmla="*/ 882869 h 1418896"/>
                      <a:gd name="connsiteX13-209" fmla="*/ 1114096 w 3731172"/>
                      <a:gd name="connsiteY13-210" fmla="*/ 420413 h 1418896"/>
                      <a:gd name="connsiteX14-211" fmla="*/ 189185 w 3731172"/>
                      <a:gd name="connsiteY14-212" fmla="*/ 84081 h 1418896"/>
                      <a:gd name="connsiteX15-213" fmla="*/ 168165 w 3731172"/>
                      <a:gd name="connsiteY15-214" fmla="*/ 73572 h 1418896"/>
                      <a:gd name="connsiteX0-215" fmla="*/ 168165 w 3731172"/>
                      <a:gd name="connsiteY0-216" fmla="*/ 73572 h 1418896"/>
                      <a:gd name="connsiteX1-217" fmla="*/ 451945 w 3731172"/>
                      <a:gd name="connsiteY1-218" fmla="*/ 0 h 1418896"/>
                      <a:gd name="connsiteX2-219" fmla="*/ 1881352 w 3731172"/>
                      <a:gd name="connsiteY2-220" fmla="*/ 599089 h 1418896"/>
                      <a:gd name="connsiteX3-221" fmla="*/ 3363310 w 3731172"/>
                      <a:gd name="connsiteY3-222" fmla="*/ 0 h 1418896"/>
                      <a:gd name="connsiteX4-223" fmla="*/ 3584027 w 3731172"/>
                      <a:gd name="connsiteY4-224" fmla="*/ 73572 h 1418896"/>
                      <a:gd name="connsiteX5-225" fmla="*/ 2627586 w 3731172"/>
                      <a:gd name="connsiteY5-226" fmla="*/ 441434 h 1418896"/>
                      <a:gd name="connsiteX6-227" fmla="*/ 2596055 w 3731172"/>
                      <a:gd name="connsiteY6-228" fmla="*/ 914400 h 1418896"/>
                      <a:gd name="connsiteX7-229" fmla="*/ 3731172 w 3731172"/>
                      <a:gd name="connsiteY7-230" fmla="*/ 1345324 h 1418896"/>
                      <a:gd name="connsiteX8-231" fmla="*/ 3447393 w 3731172"/>
                      <a:gd name="connsiteY8-232" fmla="*/ 1408386 h 1418896"/>
                      <a:gd name="connsiteX9-233" fmla="*/ 1870841 w 3731172"/>
                      <a:gd name="connsiteY9-234" fmla="*/ 746234 h 1418896"/>
                      <a:gd name="connsiteX10-235" fmla="*/ 262758 w 3731172"/>
                      <a:gd name="connsiteY10-236" fmla="*/ 1418896 h 1418896"/>
                      <a:gd name="connsiteX11-237" fmla="*/ 0 w 3731172"/>
                      <a:gd name="connsiteY11-238" fmla="*/ 1324303 h 1418896"/>
                      <a:gd name="connsiteX12-239" fmla="*/ 1145627 w 3731172"/>
                      <a:gd name="connsiteY12-240" fmla="*/ 882869 h 1418896"/>
                      <a:gd name="connsiteX13-241" fmla="*/ 1156137 w 3731172"/>
                      <a:gd name="connsiteY13-242" fmla="*/ 441434 h 1418896"/>
                      <a:gd name="connsiteX14-243" fmla="*/ 189185 w 3731172"/>
                      <a:gd name="connsiteY14-244" fmla="*/ 84081 h 1418896"/>
                      <a:gd name="connsiteX15-245" fmla="*/ 168165 w 3731172"/>
                      <a:gd name="connsiteY15-246" fmla="*/ 73572 h 1418896"/>
                      <a:gd name="connsiteX0-247" fmla="*/ 168165 w 3731172"/>
                      <a:gd name="connsiteY0-248" fmla="*/ 73572 h 1418896"/>
                      <a:gd name="connsiteX1-249" fmla="*/ 451945 w 3731172"/>
                      <a:gd name="connsiteY1-250" fmla="*/ 0 h 1418896"/>
                      <a:gd name="connsiteX2-251" fmla="*/ 1881352 w 3731172"/>
                      <a:gd name="connsiteY2-252" fmla="*/ 599089 h 1418896"/>
                      <a:gd name="connsiteX3-253" fmla="*/ 3363310 w 3731172"/>
                      <a:gd name="connsiteY3-254" fmla="*/ 0 h 1418896"/>
                      <a:gd name="connsiteX4-255" fmla="*/ 3584027 w 3731172"/>
                      <a:gd name="connsiteY4-256" fmla="*/ 73572 h 1418896"/>
                      <a:gd name="connsiteX5-257" fmla="*/ 2627586 w 3731172"/>
                      <a:gd name="connsiteY5-258" fmla="*/ 441434 h 1418896"/>
                      <a:gd name="connsiteX6-259" fmla="*/ 2596055 w 3731172"/>
                      <a:gd name="connsiteY6-260" fmla="*/ 914400 h 1418896"/>
                      <a:gd name="connsiteX7-261" fmla="*/ 3731172 w 3731172"/>
                      <a:gd name="connsiteY7-262" fmla="*/ 1345324 h 1418896"/>
                      <a:gd name="connsiteX8-263" fmla="*/ 3447393 w 3731172"/>
                      <a:gd name="connsiteY8-264" fmla="*/ 1408386 h 1418896"/>
                      <a:gd name="connsiteX9-265" fmla="*/ 1870841 w 3731172"/>
                      <a:gd name="connsiteY9-266" fmla="*/ 746234 h 1418896"/>
                      <a:gd name="connsiteX10-267" fmla="*/ 262758 w 3731172"/>
                      <a:gd name="connsiteY10-268" fmla="*/ 1418896 h 1418896"/>
                      <a:gd name="connsiteX11-269" fmla="*/ 0 w 3731172"/>
                      <a:gd name="connsiteY11-270" fmla="*/ 1324303 h 1418896"/>
                      <a:gd name="connsiteX12-271" fmla="*/ 1145627 w 3731172"/>
                      <a:gd name="connsiteY12-272" fmla="*/ 882869 h 1418896"/>
                      <a:gd name="connsiteX13-273" fmla="*/ 1145626 w 3731172"/>
                      <a:gd name="connsiteY13-274" fmla="*/ 451945 h 1418896"/>
                      <a:gd name="connsiteX14-275" fmla="*/ 189185 w 3731172"/>
                      <a:gd name="connsiteY14-276" fmla="*/ 84081 h 1418896"/>
                      <a:gd name="connsiteX15-277" fmla="*/ 168165 w 3731172"/>
                      <a:gd name="connsiteY15-278" fmla="*/ 73572 h 1418896"/>
                      <a:gd name="connsiteX0-279" fmla="*/ 168165 w 3731172"/>
                      <a:gd name="connsiteY0-280" fmla="*/ 73572 h 1418896"/>
                      <a:gd name="connsiteX1-281" fmla="*/ 451945 w 3731172"/>
                      <a:gd name="connsiteY1-282" fmla="*/ 0 h 1418896"/>
                      <a:gd name="connsiteX2-283" fmla="*/ 1881352 w 3731172"/>
                      <a:gd name="connsiteY2-284" fmla="*/ 599089 h 1418896"/>
                      <a:gd name="connsiteX3-285" fmla="*/ 3363310 w 3731172"/>
                      <a:gd name="connsiteY3-286" fmla="*/ 0 h 1418896"/>
                      <a:gd name="connsiteX4-287" fmla="*/ 3584027 w 3731172"/>
                      <a:gd name="connsiteY4-288" fmla="*/ 73572 h 1418896"/>
                      <a:gd name="connsiteX5-289" fmla="*/ 2627586 w 3731172"/>
                      <a:gd name="connsiteY5-290" fmla="*/ 441434 h 1418896"/>
                      <a:gd name="connsiteX6-291" fmla="*/ 2596055 w 3731172"/>
                      <a:gd name="connsiteY6-292" fmla="*/ 914400 h 1418896"/>
                      <a:gd name="connsiteX7-293" fmla="*/ 3731172 w 3731172"/>
                      <a:gd name="connsiteY7-294" fmla="*/ 1345324 h 1418896"/>
                      <a:gd name="connsiteX8-295" fmla="*/ 3447393 w 3731172"/>
                      <a:gd name="connsiteY8-296" fmla="*/ 1408386 h 1418896"/>
                      <a:gd name="connsiteX9-297" fmla="*/ 1870841 w 3731172"/>
                      <a:gd name="connsiteY9-298" fmla="*/ 746234 h 1418896"/>
                      <a:gd name="connsiteX10-299" fmla="*/ 262758 w 3731172"/>
                      <a:gd name="connsiteY10-300" fmla="*/ 1418896 h 1418896"/>
                      <a:gd name="connsiteX11-301" fmla="*/ 0 w 3731172"/>
                      <a:gd name="connsiteY11-302" fmla="*/ 1324303 h 1418896"/>
                      <a:gd name="connsiteX12-303" fmla="*/ 1145627 w 3731172"/>
                      <a:gd name="connsiteY12-304" fmla="*/ 903890 h 1418896"/>
                      <a:gd name="connsiteX13-305" fmla="*/ 1145626 w 3731172"/>
                      <a:gd name="connsiteY13-306" fmla="*/ 451945 h 1418896"/>
                      <a:gd name="connsiteX14-307" fmla="*/ 189185 w 3731172"/>
                      <a:gd name="connsiteY14-308" fmla="*/ 84081 h 1418896"/>
                      <a:gd name="connsiteX15-309" fmla="*/ 168165 w 3731172"/>
                      <a:gd name="connsiteY15-310" fmla="*/ 73572 h 1418896"/>
                      <a:gd name="connsiteX0-311" fmla="*/ 147144 w 3710151"/>
                      <a:gd name="connsiteY0-312" fmla="*/ 73572 h 1418896"/>
                      <a:gd name="connsiteX1-313" fmla="*/ 430924 w 3710151"/>
                      <a:gd name="connsiteY1-314" fmla="*/ 0 h 1418896"/>
                      <a:gd name="connsiteX2-315" fmla="*/ 1860331 w 3710151"/>
                      <a:gd name="connsiteY2-316" fmla="*/ 599089 h 1418896"/>
                      <a:gd name="connsiteX3-317" fmla="*/ 3342289 w 3710151"/>
                      <a:gd name="connsiteY3-318" fmla="*/ 0 h 1418896"/>
                      <a:gd name="connsiteX4-319" fmla="*/ 3563006 w 3710151"/>
                      <a:gd name="connsiteY4-320" fmla="*/ 73572 h 1418896"/>
                      <a:gd name="connsiteX5-321" fmla="*/ 2606565 w 3710151"/>
                      <a:gd name="connsiteY5-322" fmla="*/ 441434 h 1418896"/>
                      <a:gd name="connsiteX6-323" fmla="*/ 2575034 w 3710151"/>
                      <a:gd name="connsiteY6-324" fmla="*/ 914400 h 1418896"/>
                      <a:gd name="connsiteX7-325" fmla="*/ 3710151 w 3710151"/>
                      <a:gd name="connsiteY7-326" fmla="*/ 1345324 h 1418896"/>
                      <a:gd name="connsiteX8-327" fmla="*/ 3426372 w 3710151"/>
                      <a:gd name="connsiteY8-328" fmla="*/ 1408386 h 1418896"/>
                      <a:gd name="connsiteX9-329" fmla="*/ 1849820 w 3710151"/>
                      <a:gd name="connsiteY9-330" fmla="*/ 746234 h 1418896"/>
                      <a:gd name="connsiteX10-331" fmla="*/ 241737 w 3710151"/>
                      <a:gd name="connsiteY10-332" fmla="*/ 1418896 h 1418896"/>
                      <a:gd name="connsiteX11-333" fmla="*/ 0 w 3710151"/>
                      <a:gd name="connsiteY11-334" fmla="*/ 1334814 h 1418896"/>
                      <a:gd name="connsiteX12-335" fmla="*/ 1124606 w 3710151"/>
                      <a:gd name="connsiteY12-336" fmla="*/ 903890 h 1418896"/>
                      <a:gd name="connsiteX13-337" fmla="*/ 1124605 w 3710151"/>
                      <a:gd name="connsiteY13-338" fmla="*/ 451945 h 1418896"/>
                      <a:gd name="connsiteX14-339" fmla="*/ 168164 w 3710151"/>
                      <a:gd name="connsiteY14-340" fmla="*/ 84081 h 1418896"/>
                      <a:gd name="connsiteX15-341" fmla="*/ 147144 w 3710151"/>
                      <a:gd name="connsiteY15-342" fmla="*/ 73572 h 1418896"/>
                      <a:gd name="connsiteX0-343" fmla="*/ 147144 w 3710151"/>
                      <a:gd name="connsiteY0-344" fmla="*/ 73572 h 1418896"/>
                      <a:gd name="connsiteX1-345" fmla="*/ 430924 w 3710151"/>
                      <a:gd name="connsiteY1-346" fmla="*/ 0 h 1418896"/>
                      <a:gd name="connsiteX2-347" fmla="*/ 1860331 w 3710151"/>
                      <a:gd name="connsiteY2-348" fmla="*/ 599089 h 1418896"/>
                      <a:gd name="connsiteX3-349" fmla="*/ 3342289 w 3710151"/>
                      <a:gd name="connsiteY3-350" fmla="*/ 0 h 1418896"/>
                      <a:gd name="connsiteX4-351" fmla="*/ 3563006 w 3710151"/>
                      <a:gd name="connsiteY4-352" fmla="*/ 73572 h 1418896"/>
                      <a:gd name="connsiteX5-353" fmla="*/ 2606565 w 3710151"/>
                      <a:gd name="connsiteY5-354" fmla="*/ 441434 h 1418896"/>
                      <a:gd name="connsiteX6-355" fmla="*/ 2606565 w 3710151"/>
                      <a:gd name="connsiteY6-356" fmla="*/ 924910 h 1418896"/>
                      <a:gd name="connsiteX7-357" fmla="*/ 3710151 w 3710151"/>
                      <a:gd name="connsiteY7-358" fmla="*/ 1345324 h 1418896"/>
                      <a:gd name="connsiteX8-359" fmla="*/ 3426372 w 3710151"/>
                      <a:gd name="connsiteY8-360" fmla="*/ 1408386 h 1418896"/>
                      <a:gd name="connsiteX9-361" fmla="*/ 1849820 w 3710151"/>
                      <a:gd name="connsiteY9-362" fmla="*/ 746234 h 1418896"/>
                      <a:gd name="connsiteX10-363" fmla="*/ 241737 w 3710151"/>
                      <a:gd name="connsiteY10-364" fmla="*/ 1418896 h 1418896"/>
                      <a:gd name="connsiteX11-365" fmla="*/ 0 w 3710151"/>
                      <a:gd name="connsiteY11-366" fmla="*/ 1334814 h 1418896"/>
                      <a:gd name="connsiteX12-367" fmla="*/ 1124606 w 3710151"/>
                      <a:gd name="connsiteY12-368" fmla="*/ 903890 h 1418896"/>
                      <a:gd name="connsiteX13-369" fmla="*/ 1124605 w 3710151"/>
                      <a:gd name="connsiteY13-370" fmla="*/ 451945 h 1418896"/>
                      <a:gd name="connsiteX14-371" fmla="*/ 168164 w 3710151"/>
                      <a:gd name="connsiteY14-372" fmla="*/ 84081 h 1418896"/>
                      <a:gd name="connsiteX15-373" fmla="*/ 147144 w 3710151"/>
                      <a:gd name="connsiteY15-374" fmla="*/ 73572 h 1418896"/>
                      <a:gd name="connsiteX0-375" fmla="*/ 147144 w 3710151"/>
                      <a:gd name="connsiteY0-376" fmla="*/ 73572 h 1418896"/>
                      <a:gd name="connsiteX1-377" fmla="*/ 430924 w 3710151"/>
                      <a:gd name="connsiteY1-378" fmla="*/ 0 h 1418896"/>
                      <a:gd name="connsiteX2-379" fmla="*/ 1860331 w 3710151"/>
                      <a:gd name="connsiteY2-380" fmla="*/ 599089 h 1418896"/>
                      <a:gd name="connsiteX3-381" fmla="*/ 3342289 w 3710151"/>
                      <a:gd name="connsiteY3-382" fmla="*/ 0 h 1418896"/>
                      <a:gd name="connsiteX4-383" fmla="*/ 3563006 w 3710151"/>
                      <a:gd name="connsiteY4-384" fmla="*/ 73572 h 1418896"/>
                      <a:gd name="connsiteX5-385" fmla="*/ 2606565 w 3710151"/>
                      <a:gd name="connsiteY5-386" fmla="*/ 441434 h 1418896"/>
                      <a:gd name="connsiteX6-387" fmla="*/ 2610282 w 3710151"/>
                      <a:gd name="connsiteY6-388" fmla="*/ 902607 h 1418896"/>
                      <a:gd name="connsiteX7-389" fmla="*/ 3710151 w 3710151"/>
                      <a:gd name="connsiteY7-390" fmla="*/ 1345324 h 1418896"/>
                      <a:gd name="connsiteX8-391" fmla="*/ 3426372 w 3710151"/>
                      <a:gd name="connsiteY8-392" fmla="*/ 1408386 h 1418896"/>
                      <a:gd name="connsiteX9-393" fmla="*/ 1849820 w 3710151"/>
                      <a:gd name="connsiteY9-394" fmla="*/ 746234 h 1418896"/>
                      <a:gd name="connsiteX10-395" fmla="*/ 241737 w 3710151"/>
                      <a:gd name="connsiteY10-396" fmla="*/ 1418896 h 1418896"/>
                      <a:gd name="connsiteX11-397" fmla="*/ 0 w 3710151"/>
                      <a:gd name="connsiteY11-398" fmla="*/ 1334814 h 1418896"/>
                      <a:gd name="connsiteX12-399" fmla="*/ 1124606 w 3710151"/>
                      <a:gd name="connsiteY12-400" fmla="*/ 903890 h 1418896"/>
                      <a:gd name="connsiteX13-401" fmla="*/ 1124605 w 3710151"/>
                      <a:gd name="connsiteY13-402" fmla="*/ 451945 h 1418896"/>
                      <a:gd name="connsiteX14-403" fmla="*/ 168164 w 3710151"/>
                      <a:gd name="connsiteY14-404" fmla="*/ 84081 h 1418896"/>
                      <a:gd name="connsiteX15-405" fmla="*/ 147144 w 3710151"/>
                      <a:gd name="connsiteY15-406" fmla="*/ 73572 h 1418896"/>
                      <a:gd name="connsiteX0-407" fmla="*/ 147144 w 3710151"/>
                      <a:gd name="connsiteY0-408" fmla="*/ 73572 h 1418896"/>
                      <a:gd name="connsiteX1-409" fmla="*/ 430924 w 3710151"/>
                      <a:gd name="connsiteY1-410" fmla="*/ 0 h 1418896"/>
                      <a:gd name="connsiteX2-411" fmla="*/ 1860331 w 3710151"/>
                      <a:gd name="connsiteY2-412" fmla="*/ 599089 h 1418896"/>
                      <a:gd name="connsiteX3-413" fmla="*/ 3342289 w 3710151"/>
                      <a:gd name="connsiteY3-414" fmla="*/ 0 h 1418896"/>
                      <a:gd name="connsiteX4-415" fmla="*/ 3563006 w 3710151"/>
                      <a:gd name="connsiteY4-416" fmla="*/ 73572 h 1418896"/>
                      <a:gd name="connsiteX5-417" fmla="*/ 2617717 w 3710151"/>
                      <a:gd name="connsiteY5-418" fmla="*/ 445151 h 1418896"/>
                      <a:gd name="connsiteX6-419" fmla="*/ 2610282 w 3710151"/>
                      <a:gd name="connsiteY6-420" fmla="*/ 902607 h 1418896"/>
                      <a:gd name="connsiteX7-421" fmla="*/ 3710151 w 3710151"/>
                      <a:gd name="connsiteY7-422" fmla="*/ 1345324 h 1418896"/>
                      <a:gd name="connsiteX8-423" fmla="*/ 3426372 w 3710151"/>
                      <a:gd name="connsiteY8-424" fmla="*/ 1408386 h 1418896"/>
                      <a:gd name="connsiteX9-425" fmla="*/ 1849820 w 3710151"/>
                      <a:gd name="connsiteY9-426" fmla="*/ 746234 h 1418896"/>
                      <a:gd name="connsiteX10-427" fmla="*/ 241737 w 3710151"/>
                      <a:gd name="connsiteY10-428" fmla="*/ 1418896 h 1418896"/>
                      <a:gd name="connsiteX11-429" fmla="*/ 0 w 3710151"/>
                      <a:gd name="connsiteY11-430" fmla="*/ 1334814 h 1418896"/>
                      <a:gd name="connsiteX12-431" fmla="*/ 1124606 w 3710151"/>
                      <a:gd name="connsiteY12-432" fmla="*/ 903890 h 1418896"/>
                      <a:gd name="connsiteX13-433" fmla="*/ 1124605 w 3710151"/>
                      <a:gd name="connsiteY13-434" fmla="*/ 451945 h 1418896"/>
                      <a:gd name="connsiteX14-435" fmla="*/ 168164 w 3710151"/>
                      <a:gd name="connsiteY14-436" fmla="*/ 84081 h 1418896"/>
                      <a:gd name="connsiteX15-437" fmla="*/ 147144 w 3710151"/>
                      <a:gd name="connsiteY15-438" fmla="*/ 73572 h 1418896"/>
                      <a:gd name="connsiteX0-439" fmla="*/ 147144 w 3710151"/>
                      <a:gd name="connsiteY0-440" fmla="*/ 73572 h 1418896"/>
                      <a:gd name="connsiteX1-441" fmla="*/ 430924 w 3710151"/>
                      <a:gd name="connsiteY1-442" fmla="*/ 0 h 1418896"/>
                      <a:gd name="connsiteX2-443" fmla="*/ 1860331 w 3710151"/>
                      <a:gd name="connsiteY2-444" fmla="*/ 599089 h 1418896"/>
                      <a:gd name="connsiteX3-445" fmla="*/ 3342289 w 3710151"/>
                      <a:gd name="connsiteY3-446" fmla="*/ 0 h 1418896"/>
                      <a:gd name="connsiteX4-447" fmla="*/ 3563006 w 3710151"/>
                      <a:gd name="connsiteY4-448" fmla="*/ 73572 h 1418896"/>
                      <a:gd name="connsiteX5-449" fmla="*/ 2617717 w 3710151"/>
                      <a:gd name="connsiteY5-450" fmla="*/ 448868 h 1418896"/>
                      <a:gd name="connsiteX6-451" fmla="*/ 2610282 w 3710151"/>
                      <a:gd name="connsiteY6-452" fmla="*/ 902607 h 1418896"/>
                      <a:gd name="connsiteX7-453" fmla="*/ 3710151 w 3710151"/>
                      <a:gd name="connsiteY7-454" fmla="*/ 1345324 h 1418896"/>
                      <a:gd name="connsiteX8-455" fmla="*/ 3426372 w 3710151"/>
                      <a:gd name="connsiteY8-456" fmla="*/ 1408386 h 1418896"/>
                      <a:gd name="connsiteX9-457" fmla="*/ 1849820 w 3710151"/>
                      <a:gd name="connsiteY9-458" fmla="*/ 746234 h 1418896"/>
                      <a:gd name="connsiteX10-459" fmla="*/ 241737 w 3710151"/>
                      <a:gd name="connsiteY10-460" fmla="*/ 1418896 h 1418896"/>
                      <a:gd name="connsiteX11-461" fmla="*/ 0 w 3710151"/>
                      <a:gd name="connsiteY11-462" fmla="*/ 1334814 h 1418896"/>
                      <a:gd name="connsiteX12-463" fmla="*/ 1124606 w 3710151"/>
                      <a:gd name="connsiteY12-464" fmla="*/ 903890 h 1418896"/>
                      <a:gd name="connsiteX13-465" fmla="*/ 1124605 w 3710151"/>
                      <a:gd name="connsiteY13-466" fmla="*/ 451945 h 1418896"/>
                      <a:gd name="connsiteX14-467" fmla="*/ 168164 w 3710151"/>
                      <a:gd name="connsiteY14-468" fmla="*/ 84081 h 1418896"/>
                      <a:gd name="connsiteX15-469" fmla="*/ 147144 w 3710151"/>
                      <a:gd name="connsiteY15-470" fmla="*/ 73572 h 1418896"/>
                      <a:gd name="connsiteX0-471" fmla="*/ 147144 w 3710151"/>
                      <a:gd name="connsiteY0-472" fmla="*/ 73572 h 1418896"/>
                      <a:gd name="connsiteX1-473" fmla="*/ 430924 w 3710151"/>
                      <a:gd name="connsiteY1-474" fmla="*/ 0 h 1418896"/>
                      <a:gd name="connsiteX2-475" fmla="*/ 1838028 w 3710151"/>
                      <a:gd name="connsiteY2-476" fmla="*/ 591655 h 1418896"/>
                      <a:gd name="connsiteX3-477" fmla="*/ 3342289 w 3710151"/>
                      <a:gd name="connsiteY3-478" fmla="*/ 0 h 1418896"/>
                      <a:gd name="connsiteX4-479" fmla="*/ 3563006 w 3710151"/>
                      <a:gd name="connsiteY4-480" fmla="*/ 73572 h 1418896"/>
                      <a:gd name="connsiteX5-481" fmla="*/ 2617717 w 3710151"/>
                      <a:gd name="connsiteY5-482" fmla="*/ 448868 h 1418896"/>
                      <a:gd name="connsiteX6-483" fmla="*/ 2610282 w 3710151"/>
                      <a:gd name="connsiteY6-484" fmla="*/ 902607 h 1418896"/>
                      <a:gd name="connsiteX7-485" fmla="*/ 3710151 w 3710151"/>
                      <a:gd name="connsiteY7-486" fmla="*/ 1345324 h 1418896"/>
                      <a:gd name="connsiteX8-487" fmla="*/ 3426372 w 3710151"/>
                      <a:gd name="connsiteY8-488" fmla="*/ 1408386 h 1418896"/>
                      <a:gd name="connsiteX9-489" fmla="*/ 1849820 w 3710151"/>
                      <a:gd name="connsiteY9-490" fmla="*/ 746234 h 1418896"/>
                      <a:gd name="connsiteX10-491" fmla="*/ 241737 w 3710151"/>
                      <a:gd name="connsiteY10-492" fmla="*/ 1418896 h 1418896"/>
                      <a:gd name="connsiteX11-493" fmla="*/ 0 w 3710151"/>
                      <a:gd name="connsiteY11-494" fmla="*/ 1334814 h 1418896"/>
                      <a:gd name="connsiteX12-495" fmla="*/ 1124606 w 3710151"/>
                      <a:gd name="connsiteY12-496" fmla="*/ 903890 h 1418896"/>
                      <a:gd name="connsiteX13-497" fmla="*/ 1124605 w 3710151"/>
                      <a:gd name="connsiteY13-498" fmla="*/ 451945 h 1418896"/>
                      <a:gd name="connsiteX14-499" fmla="*/ 168164 w 3710151"/>
                      <a:gd name="connsiteY14-500" fmla="*/ 84081 h 1418896"/>
                      <a:gd name="connsiteX15-501" fmla="*/ 147144 w 3710151"/>
                      <a:gd name="connsiteY15-502" fmla="*/ 73572 h 1418896"/>
                      <a:gd name="connsiteX0-503" fmla="*/ 147144 w 3710151"/>
                      <a:gd name="connsiteY0-504" fmla="*/ 73572 h 1418896"/>
                      <a:gd name="connsiteX1-505" fmla="*/ 430924 w 3710151"/>
                      <a:gd name="connsiteY1-506" fmla="*/ 0 h 1418896"/>
                      <a:gd name="connsiteX2-507" fmla="*/ 1838028 w 3710151"/>
                      <a:gd name="connsiteY2-508" fmla="*/ 591655 h 1418896"/>
                      <a:gd name="connsiteX3-509" fmla="*/ 3342289 w 3710151"/>
                      <a:gd name="connsiteY3-510" fmla="*/ 0 h 1418896"/>
                      <a:gd name="connsiteX4-511" fmla="*/ 3563006 w 3710151"/>
                      <a:gd name="connsiteY4-512" fmla="*/ 73572 h 1418896"/>
                      <a:gd name="connsiteX5-513" fmla="*/ 2617717 w 3710151"/>
                      <a:gd name="connsiteY5-514" fmla="*/ 448868 h 1418896"/>
                      <a:gd name="connsiteX6-515" fmla="*/ 2610282 w 3710151"/>
                      <a:gd name="connsiteY6-516" fmla="*/ 902607 h 1418896"/>
                      <a:gd name="connsiteX7-517" fmla="*/ 3710151 w 3710151"/>
                      <a:gd name="connsiteY7-518" fmla="*/ 1345324 h 1418896"/>
                      <a:gd name="connsiteX8-519" fmla="*/ 3426372 w 3710151"/>
                      <a:gd name="connsiteY8-520" fmla="*/ 1408386 h 1418896"/>
                      <a:gd name="connsiteX9-521" fmla="*/ 1849820 w 3710151"/>
                      <a:gd name="connsiteY9-522" fmla="*/ 746234 h 1418896"/>
                      <a:gd name="connsiteX10-523" fmla="*/ 241737 w 3710151"/>
                      <a:gd name="connsiteY10-524" fmla="*/ 1418896 h 1418896"/>
                      <a:gd name="connsiteX11-525" fmla="*/ 0 w 3710151"/>
                      <a:gd name="connsiteY11-526" fmla="*/ 1334814 h 1418896"/>
                      <a:gd name="connsiteX12-527" fmla="*/ 1124606 w 3710151"/>
                      <a:gd name="connsiteY12-528" fmla="*/ 903890 h 1418896"/>
                      <a:gd name="connsiteX13-529" fmla="*/ 1087434 w 3710151"/>
                      <a:gd name="connsiteY13-530" fmla="*/ 451945 h 1418896"/>
                      <a:gd name="connsiteX14-531" fmla="*/ 168164 w 3710151"/>
                      <a:gd name="connsiteY14-532" fmla="*/ 84081 h 1418896"/>
                      <a:gd name="connsiteX15-533" fmla="*/ 147144 w 3710151"/>
                      <a:gd name="connsiteY15-534" fmla="*/ 73572 h 1418896"/>
                      <a:gd name="connsiteX0-535" fmla="*/ 147144 w 3710151"/>
                      <a:gd name="connsiteY0-536" fmla="*/ 73572 h 1418896"/>
                      <a:gd name="connsiteX1-537" fmla="*/ 430924 w 3710151"/>
                      <a:gd name="connsiteY1-538" fmla="*/ 0 h 1418896"/>
                      <a:gd name="connsiteX2-539" fmla="*/ 1838028 w 3710151"/>
                      <a:gd name="connsiteY2-540" fmla="*/ 591655 h 1418896"/>
                      <a:gd name="connsiteX3-541" fmla="*/ 3342289 w 3710151"/>
                      <a:gd name="connsiteY3-542" fmla="*/ 0 h 1418896"/>
                      <a:gd name="connsiteX4-543" fmla="*/ 3563006 w 3710151"/>
                      <a:gd name="connsiteY4-544" fmla="*/ 73572 h 1418896"/>
                      <a:gd name="connsiteX5-545" fmla="*/ 2617717 w 3710151"/>
                      <a:gd name="connsiteY5-546" fmla="*/ 448868 h 1418896"/>
                      <a:gd name="connsiteX6-547" fmla="*/ 2610282 w 3710151"/>
                      <a:gd name="connsiteY6-548" fmla="*/ 902607 h 1418896"/>
                      <a:gd name="connsiteX7-549" fmla="*/ 3710151 w 3710151"/>
                      <a:gd name="connsiteY7-550" fmla="*/ 1345324 h 1418896"/>
                      <a:gd name="connsiteX8-551" fmla="*/ 3426372 w 3710151"/>
                      <a:gd name="connsiteY8-552" fmla="*/ 1408386 h 1418896"/>
                      <a:gd name="connsiteX9-553" fmla="*/ 1849820 w 3710151"/>
                      <a:gd name="connsiteY9-554" fmla="*/ 746234 h 1418896"/>
                      <a:gd name="connsiteX10-555" fmla="*/ 241737 w 3710151"/>
                      <a:gd name="connsiteY10-556" fmla="*/ 1418896 h 1418896"/>
                      <a:gd name="connsiteX11-557" fmla="*/ 0 w 3710151"/>
                      <a:gd name="connsiteY11-558" fmla="*/ 1334814 h 1418896"/>
                      <a:gd name="connsiteX12-559" fmla="*/ 1098586 w 3710151"/>
                      <a:gd name="connsiteY12-560" fmla="*/ 903890 h 1418896"/>
                      <a:gd name="connsiteX13-561" fmla="*/ 1087434 w 3710151"/>
                      <a:gd name="connsiteY13-562" fmla="*/ 451945 h 1418896"/>
                      <a:gd name="connsiteX14-563" fmla="*/ 168164 w 3710151"/>
                      <a:gd name="connsiteY14-564" fmla="*/ 84081 h 1418896"/>
                      <a:gd name="connsiteX15-565" fmla="*/ 147144 w 3710151"/>
                      <a:gd name="connsiteY15-566" fmla="*/ 73572 h 1418896"/>
                      <a:gd name="connsiteX0-567" fmla="*/ 162012 w 3725019"/>
                      <a:gd name="connsiteY0-568" fmla="*/ 73572 h 1418896"/>
                      <a:gd name="connsiteX1-569" fmla="*/ 445792 w 3725019"/>
                      <a:gd name="connsiteY1-570" fmla="*/ 0 h 1418896"/>
                      <a:gd name="connsiteX2-571" fmla="*/ 1852896 w 3725019"/>
                      <a:gd name="connsiteY2-572" fmla="*/ 591655 h 1418896"/>
                      <a:gd name="connsiteX3-573" fmla="*/ 3357157 w 3725019"/>
                      <a:gd name="connsiteY3-574" fmla="*/ 0 h 1418896"/>
                      <a:gd name="connsiteX4-575" fmla="*/ 3577874 w 3725019"/>
                      <a:gd name="connsiteY4-576" fmla="*/ 73572 h 1418896"/>
                      <a:gd name="connsiteX5-577" fmla="*/ 2632585 w 3725019"/>
                      <a:gd name="connsiteY5-578" fmla="*/ 448868 h 1418896"/>
                      <a:gd name="connsiteX6-579" fmla="*/ 2625150 w 3725019"/>
                      <a:gd name="connsiteY6-580" fmla="*/ 902607 h 1418896"/>
                      <a:gd name="connsiteX7-581" fmla="*/ 3725019 w 3725019"/>
                      <a:gd name="connsiteY7-582" fmla="*/ 1345324 h 1418896"/>
                      <a:gd name="connsiteX8-583" fmla="*/ 3441240 w 3725019"/>
                      <a:gd name="connsiteY8-584" fmla="*/ 1408386 h 1418896"/>
                      <a:gd name="connsiteX9-585" fmla="*/ 1864688 w 3725019"/>
                      <a:gd name="connsiteY9-586" fmla="*/ 746234 h 1418896"/>
                      <a:gd name="connsiteX10-587" fmla="*/ 256605 w 3725019"/>
                      <a:gd name="connsiteY10-588" fmla="*/ 1418896 h 1418896"/>
                      <a:gd name="connsiteX11-589" fmla="*/ 0 w 3725019"/>
                      <a:gd name="connsiteY11-590" fmla="*/ 1331097 h 1418896"/>
                      <a:gd name="connsiteX12-591" fmla="*/ 1113454 w 3725019"/>
                      <a:gd name="connsiteY12-592" fmla="*/ 903890 h 1418896"/>
                      <a:gd name="connsiteX13-593" fmla="*/ 1102302 w 3725019"/>
                      <a:gd name="connsiteY13-594" fmla="*/ 451945 h 1418896"/>
                      <a:gd name="connsiteX14-595" fmla="*/ 183032 w 3725019"/>
                      <a:gd name="connsiteY14-596" fmla="*/ 84081 h 1418896"/>
                      <a:gd name="connsiteX15-597" fmla="*/ 162012 w 3725019"/>
                      <a:gd name="connsiteY15-598" fmla="*/ 73572 h 141889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  <a:cxn ang="0">
                        <a:pos x="connsiteX11-23" y="connsiteY11-24"/>
                      </a:cxn>
                      <a:cxn ang="0">
                        <a:pos x="connsiteX12-25" y="connsiteY12-26"/>
                      </a:cxn>
                      <a:cxn ang="0">
                        <a:pos x="connsiteX13-27" y="connsiteY13-28"/>
                      </a:cxn>
                      <a:cxn ang="0">
                        <a:pos x="connsiteX14-29" y="connsiteY14-30"/>
                      </a:cxn>
                      <a:cxn ang="0">
                        <a:pos x="connsiteX15-31" y="connsiteY15-32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318" name="Group 317"/>
              <p:cNvGrpSpPr/>
              <p:nvPr/>
            </p:nvGrpSpPr>
            <p:grpSpPr>
              <a:xfrm>
                <a:off x="7720114" y="3593282"/>
                <a:ext cx="576221" cy="330754"/>
                <a:chOff x="7493876" y="2774731"/>
                <a:chExt cx="1481958" cy="894622"/>
              </a:xfrm>
            </p:grpSpPr>
            <p:sp>
              <p:nvSpPr>
                <p:cNvPr id="319" name="Freeform 318"/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-1" fmla="*/ 8187558 w 8187558"/>
                    <a:gd name="connsiteY0-2" fmla="*/ 0 h 2617076"/>
                    <a:gd name="connsiteX1-3" fmla="*/ 8187558 w 8187558"/>
                    <a:gd name="connsiteY1-4" fmla="*/ 1271752 h 2617076"/>
                    <a:gd name="connsiteX2-5" fmla="*/ 4025462 w 8187558"/>
                    <a:gd name="connsiteY2-6" fmla="*/ 2617076 h 2617076"/>
                    <a:gd name="connsiteX3-7" fmla="*/ 0 w 8187558"/>
                    <a:gd name="connsiteY3-8" fmla="*/ 1229711 h 2617076"/>
                    <a:gd name="connsiteX4-9" fmla="*/ 31531 w 8187558"/>
                    <a:gd name="connsiteY4-10" fmla="*/ 147145 h 2617076"/>
                    <a:gd name="connsiteX5-11" fmla="*/ 4046482 w 8187558"/>
                    <a:gd name="connsiteY5-12" fmla="*/ 1576552 h 2617076"/>
                    <a:gd name="connsiteX6-13" fmla="*/ 8187558 w 8187558"/>
                    <a:gd name="connsiteY6-14" fmla="*/ 0 h 2617076"/>
                    <a:gd name="connsiteX0-15" fmla="*/ 8187558 w 8187558"/>
                    <a:gd name="connsiteY0-16" fmla="*/ 0 h 2617076"/>
                    <a:gd name="connsiteX1-17" fmla="*/ 8187558 w 8187558"/>
                    <a:gd name="connsiteY1-18" fmla="*/ 1271752 h 2617076"/>
                    <a:gd name="connsiteX2-19" fmla="*/ 4025462 w 8187558"/>
                    <a:gd name="connsiteY2-20" fmla="*/ 2617076 h 2617076"/>
                    <a:gd name="connsiteX3-21" fmla="*/ 0 w 8187558"/>
                    <a:gd name="connsiteY3-22" fmla="*/ 1229711 h 2617076"/>
                    <a:gd name="connsiteX4-23" fmla="*/ 31531 w 8187558"/>
                    <a:gd name="connsiteY4-24" fmla="*/ 147145 h 2617076"/>
                    <a:gd name="connsiteX5-25" fmla="*/ 4046482 w 8187558"/>
                    <a:gd name="connsiteY5-26" fmla="*/ 1576552 h 2617076"/>
                    <a:gd name="connsiteX6-27" fmla="*/ 8187558 w 8187558"/>
                    <a:gd name="connsiteY6-28" fmla="*/ 0 h 2617076"/>
                    <a:gd name="connsiteX0-29" fmla="*/ 8187558 w 8187558"/>
                    <a:gd name="connsiteY0-30" fmla="*/ 0 h 2617076"/>
                    <a:gd name="connsiteX1-31" fmla="*/ 8187558 w 8187558"/>
                    <a:gd name="connsiteY1-32" fmla="*/ 1271752 h 2617076"/>
                    <a:gd name="connsiteX2-33" fmla="*/ 4025462 w 8187558"/>
                    <a:gd name="connsiteY2-34" fmla="*/ 2617076 h 2617076"/>
                    <a:gd name="connsiteX3-35" fmla="*/ 0 w 8187558"/>
                    <a:gd name="connsiteY3-36" fmla="*/ 1229711 h 2617076"/>
                    <a:gd name="connsiteX4-37" fmla="*/ 31531 w 8187558"/>
                    <a:gd name="connsiteY4-38" fmla="*/ 147145 h 2617076"/>
                    <a:gd name="connsiteX5-39" fmla="*/ 4046482 w 8187558"/>
                    <a:gd name="connsiteY5-40" fmla="*/ 1576552 h 2617076"/>
                    <a:gd name="connsiteX6-41" fmla="*/ 8187558 w 8187558"/>
                    <a:gd name="connsiteY6-42" fmla="*/ 0 h 2617076"/>
                    <a:gd name="connsiteX0-43" fmla="*/ 8187558 w 8187558"/>
                    <a:gd name="connsiteY0-44" fmla="*/ 0 h 2617076"/>
                    <a:gd name="connsiteX1-45" fmla="*/ 8187558 w 8187558"/>
                    <a:gd name="connsiteY1-46" fmla="*/ 1271752 h 2617076"/>
                    <a:gd name="connsiteX2-47" fmla="*/ 4025462 w 8187558"/>
                    <a:gd name="connsiteY2-48" fmla="*/ 2617076 h 2617076"/>
                    <a:gd name="connsiteX3-49" fmla="*/ 0 w 8187558"/>
                    <a:gd name="connsiteY3-50" fmla="*/ 1229711 h 2617076"/>
                    <a:gd name="connsiteX4-51" fmla="*/ 31531 w 8187558"/>
                    <a:gd name="connsiteY4-52" fmla="*/ 147145 h 2617076"/>
                    <a:gd name="connsiteX5-53" fmla="*/ 4046482 w 8187558"/>
                    <a:gd name="connsiteY5-54" fmla="*/ 1576552 h 2617076"/>
                    <a:gd name="connsiteX6-55" fmla="*/ 8187558 w 8187558"/>
                    <a:gd name="connsiteY6-56" fmla="*/ 0 h 2617076"/>
                    <a:gd name="connsiteX0-57" fmla="*/ 8187558 w 8187558"/>
                    <a:gd name="connsiteY0-58" fmla="*/ 0 h 2617076"/>
                    <a:gd name="connsiteX1-59" fmla="*/ 8187558 w 8187558"/>
                    <a:gd name="connsiteY1-60" fmla="*/ 1271752 h 2617076"/>
                    <a:gd name="connsiteX2-61" fmla="*/ 4025462 w 8187558"/>
                    <a:gd name="connsiteY2-62" fmla="*/ 2617076 h 2617076"/>
                    <a:gd name="connsiteX3-63" fmla="*/ 0 w 8187558"/>
                    <a:gd name="connsiteY3-64" fmla="*/ 1229711 h 2617076"/>
                    <a:gd name="connsiteX4-65" fmla="*/ 31531 w 8187558"/>
                    <a:gd name="connsiteY4-66" fmla="*/ 147145 h 2617076"/>
                    <a:gd name="connsiteX5-67" fmla="*/ 4046482 w 8187558"/>
                    <a:gd name="connsiteY5-68" fmla="*/ 1576552 h 2617076"/>
                    <a:gd name="connsiteX6-69" fmla="*/ 8187558 w 8187558"/>
                    <a:gd name="connsiteY6-70" fmla="*/ 0 h 2617076"/>
                    <a:gd name="connsiteX0-71" fmla="*/ 8187558 w 8187558"/>
                    <a:gd name="connsiteY0-72" fmla="*/ 0 h 2617076"/>
                    <a:gd name="connsiteX1-73" fmla="*/ 8187558 w 8187558"/>
                    <a:gd name="connsiteY1-74" fmla="*/ 1271752 h 2617076"/>
                    <a:gd name="connsiteX2-75" fmla="*/ 4025462 w 8187558"/>
                    <a:gd name="connsiteY2-76" fmla="*/ 2617076 h 2617076"/>
                    <a:gd name="connsiteX3-77" fmla="*/ 0 w 8187558"/>
                    <a:gd name="connsiteY3-78" fmla="*/ 1229711 h 2617076"/>
                    <a:gd name="connsiteX4-79" fmla="*/ 31531 w 8187558"/>
                    <a:gd name="connsiteY4-80" fmla="*/ 147145 h 2617076"/>
                    <a:gd name="connsiteX5-81" fmla="*/ 4046482 w 8187558"/>
                    <a:gd name="connsiteY5-82" fmla="*/ 1576552 h 2617076"/>
                    <a:gd name="connsiteX6-83" fmla="*/ 8187558 w 8187558"/>
                    <a:gd name="connsiteY6-84" fmla="*/ 0 h 2617076"/>
                    <a:gd name="connsiteX0-85" fmla="*/ 8187558 w 8187558"/>
                    <a:gd name="connsiteY0-86" fmla="*/ 0 h 2638097"/>
                    <a:gd name="connsiteX1-87" fmla="*/ 8187558 w 8187558"/>
                    <a:gd name="connsiteY1-88" fmla="*/ 1271752 h 2638097"/>
                    <a:gd name="connsiteX2-89" fmla="*/ 4099035 w 8187558"/>
                    <a:gd name="connsiteY2-90" fmla="*/ 2638097 h 2638097"/>
                    <a:gd name="connsiteX3-91" fmla="*/ 0 w 8187558"/>
                    <a:gd name="connsiteY3-92" fmla="*/ 1229711 h 2638097"/>
                    <a:gd name="connsiteX4-93" fmla="*/ 31531 w 8187558"/>
                    <a:gd name="connsiteY4-94" fmla="*/ 147145 h 2638097"/>
                    <a:gd name="connsiteX5-95" fmla="*/ 4046482 w 8187558"/>
                    <a:gd name="connsiteY5-96" fmla="*/ 1576552 h 2638097"/>
                    <a:gd name="connsiteX6-97" fmla="*/ 8187558 w 8187558"/>
                    <a:gd name="connsiteY6-98" fmla="*/ 0 h 2638097"/>
                    <a:gd name="connsiteX0-99" fmla="*/ 8187558 w 8187558"/>
                    <a:gd name="connsiteY0-100" fmla="*/ 0 h 2638097"/>
                    <a:gd name="connsiteX1-101" fmla="*/ 8187558 w 8187558"/>
                    <a:gd name="connsiteY1-102" fmla="*/ 1271752 h 2638097"/>
                    <a:gd name="connsiteX2-103" fmla="*/ 4099035 w 8187558"/>
                    <a:gd name="connsiteY2-104" fmla="*/ 2638097 h 2638097"/>
                    <a:gd name="connsiteX3-105" fmla="*/ 0 w 8187558"/>
                    <a:gd name="connsiteY3-106" fmla="*/ 1229711 h 2638097"/>
                    <a:gd name="connsiteX4-107" fmla="*/ 31531 w 8187558"/>
                    <a:gd name="connsiteY4-108" fmla="*/ 147145 h 2638097"/>
                    <a:gd name="connsiteX5-109" fmla="*/ 4046482 w 8187558"/>
                    <a:gd name="connsiteY5-110" fmla="*/ 1576552 h 2638097"/>
                    <a:gd name="connsiteX6-111" fmla="*/ 8187558 w 8187558"/>
                    <a:gd name="connsiteY6-112" fmla="*/ 0 h 2638097"/>
                    <a:gd name="connsiteX0-113" fmla="*/ 8187558 w 8187558"/>
                    <a:gd name="connsiteY0-114" fmla="*/ 0 h 2638097"/>
                    <a:gd name="connsiteX1-115" fmla="*/ 8187558 w 8187558"/>
                    <a:gd name="connsiteY1-116" fmla="*/ 1271752 h 2638097"/>
                    <a:gd name="connsiteX2-117" fmla="*/ 4099035 w 8187558"/>
                    <a:gd name="connsiteY2-118" fmla="*/ 2638097 h 2638097"/>
                    <a:gd name="connsiteX3-119" fmla="*/ 0 w 8187558"/>
                    <a:gd name="connsiteY3-120" fmla="*/ 1229711 h 2638097"/>
                    <a:gd name="connsiteX4-121" fmla="*/ 31531 w 8187558"/>
                    <a:gd name="connsiteY4-122" fmla="*/ 147145 h 2638097"/>
                    <a:gd name="connsiteX5-123" fmla="*/ 4046482 w 8187558"/>
                    <a:gd name="connsiteY5-124" fmla="*/ 1576552 h 2638097"/>
                    <a:gd name="connsiteX6-125" fmla="*/ 8187558 w 8187558"/>
                    <a:gd name="connsiteY6-126" fmla="*/ 0 h 2638097"/>
                    <a:gd name="connsiteX0-127" fmla="*/ 8187558 w 8187558"/>
                    <a:gd name="connsiteY0-128" fmla="*/ 0 h 2638097"/>
                    <a:gd name="connsiteX1-129" fmla="*/ 8187558 w 8187558"/>
                    <a:gd name="connsiteY1-130" fmla="*/ 1271752 h 2638097"/>
                    <a:gd name="connsiteX2-131" fmla="*/ 4099035 w 8187558"/>
                    <a:gd name="connsiteY2-132" fmla="*/ 2638097 h 2638097"/>
                    <a:gd name="connsiteX3-133" fmla="*/ 0 w 8187558"/>
                    <a:gd name="connsiteY3-134" fmla="*/ 1229711 h 2638097"/>
                    <a:gd name="connsiteX4-135" fmla="*/ 31531 w 8187558"/>
                    <a:gd name="connsiteY4-136" fmla="*/ 147145 h 2638097"/>
                    <a:gd name="connsiteX5-137" fmla="*/ 4046482 w 8187558"/>
                    <a:gd name="connsiteY5-138" fmla="*/ 1576552 h 2638097"/>
                    <a:gd name="connsiteX6-139" fmla="*/ 8187558 w 8187558"/>
                    <a:gd name="connsiteY6-140" fmla="*/ 0 h 2638097"/>
                    <a:gd name="connsiteX0-141" fmla="*/ 8187558 w 8187558"/>
                    <a:gd name="connsiteY0-142" fmla="*/ 0 h 2638097"/>
                    <a:gd name="connsiteX1-143" fmla="*/ 8187558 w 8187558"/>
                    <a:gd name="connsiteY1-144" fmla="*/ 1271752 h 2638097"/>
                    <a:gd name="connsiteX2-145" fmla="*/ 4099035 w 8187558"/>
                    <a:gd name="connsiteY2-146" fmla="*/ 2638097 h 2638097"/>
                    <a:gd name="connsiteX3-147" fmla="*/ 0 w 8187558"/>
                    <a:gd name="connsiteY3-148" fmla="*/ 1229711 h 2638097"/>
                    <a:gd name="connsiteX4-149" fmla="*/ 31531 w 8187558"/>
                    <a:gd name="connsiteY4-150" fmla="*/ 147145 h 2638097"/>
                    <a:gd name="connsiteX5-151" fmla="*/ 4088524 w 8187558"/>
                    <a:gd name="connsiteY5-152" fmla="*/ 1597573 h 2638097"/>
                    <a:gd name="connsiteX6-153" fmla="*/ 8187558 w 8187558"/>
                    <a:gd name="connsiteY6-154" fmla="*/ 0 h 2638097"/>
                    <a:gd name="connsiteX0-155" fmla="*/ 8187558 w 8187558"/>
                    <a:gd name="connsiteY0-156" fmla="*/ 0 h 2638097"/>
                    <a:gd name="connsiteX1-157" fmla="*/ 8187558 w 8187558"/>
                    <a:gd name="connsiteY1-158" fmla="*/ 1271752 h 2638097"/>
                    <a:gd name="connsiteX2-159" fmla="*/ 4099035 w 8187558"/>
                    <a:gd name="connsiteY2-160" fmla="*/ 2638097 h 2638097"/>
                    <a:gd name="connsiteX3-161" fmla="*/ 0 w 8187558"/>
                    <a:gd name="connsiteY3-162" fmla="*/ 1229711 h 2638097"/>
                    <a:gd name="connsiteX4-163" fmla="*/ 31531 w 8187558"/>
                    <a:gd name="connsiteY4-164" fmla="*/ 147145 h 2638097"/>
                    <a:gd name="connsiteX5-165" fmla="*/ 4088524 w 8187558"/>
                    <a:gd name="connsiteY5-166" fmla="*/ 1597573 h 2638097"/>
                    <a:gd name="connsiteX6-167" fmla="*/ 8187558 w 8187558"/>
                    <a:gd name="connsiteY6-168" fmla="*/ 0 h 2638097"/>
                    <a:gd name="connsiteX0-169" fmla="*/ 8187558 w 8187558"/>
                    <a:gd name="connsiteY0-170" fmla="*/ 0 h 2638097"/>
                    <a:gd name="connsiteX1-171" fmla="*/ 8187558 w 8187558"/>
                    <a:gd name="connsiteY1-172" fmla="*/ 1271752 h 2638097"/>
                    <a:gd name="connsiteX2-173" fmla="*/ 4099035 w 8187558"/>
                    <a:gd name="connsiteY2-174" fmla="*/ 2638097 h 2638097"/>
                    <a:gd name="connsiteX3-175" fmla="*/ 0 w 8187558"/>
                    <a:gd name="connsiteY3-176" fmla="*/ 1229711 h 2638097"/>
                    <a:gd name="connsiteX4-177" fmla="*/ 31531 w 8187558"/>
                    <a:gd name="connsiteY4-178" fmla="*/ 147145 h 2638097"/>
                    <a:gd name="connsiteX5-179" fmla="*/ 4099035 w 8187558"/>
                    <a:gd name="connsiteY5-180" fmla="*/ 1566042 h 2638097"/>
                    <a:gd name="connsiteX6-181" fmla="*/ 8187558 w 8187558"/>
                    <a:gd name="connsiteY6-182" fmla="*/ 0 h 2638097"/>
                    <a:gd name="connsiteX0-183" fmla="*/ 8187558 w 8187558"/>
                    <a:gd name="connsiteY0-184" fmla="*/ 0 h 2638097"/>
                    <a:gd name="connsiteX1-185" fmla="*/ 8187558 w 8187558"/>
                    <a:gd name="connsiteY1-186" fmla="*/ 1271752 h 2638097"/>
                    <a:gd name="connsiteX2-187" fmla="*/ 4099035 w 8187558"/>
                    <a:gd name="connsiteY2-188" fmla="*/ 2638097 h 2638097"/>
                    <a:gd name="connsiteX3-189" fmla="*/ 0 w 8187558"/>
                    <a:gd name="connsiteY3-190" fmla="*/ 1229711 h 2638097"/>
                    <a:gd name="connsiteX4-191" fmla="*/ 31531 w 8187558"/>
                    <a:gd name="connsiteY4-192" fmla="*/ 147145 h 2638097"/>
                    <a:gd name="connsiteX5-193" fmla="*/ 4099035 w 8187558"/>
                    <a:gd name="connsiteY5-194" fmla="*/ 1566042 h 2638097"/>
                    <a:gd name="connsiteX6-195" fmla="*/ 8187558 w 8187558"/>
                    <a:gd name="connsiteY6-196" fmla="*/ 0 h 2638097"/>
                    <a:gd name="connsiteX0-197" fmla="*/ 8187558 w 8187558"/>
                    <a:gd name="connsiteY0-198" fmla="*/ 0 h 2638097"/>
                    <a:gd name="connsiteX1-199" fmla="*/ 8187558 w 8187558"/>
                    <a:gd name="connsiteY1-200" fmla="*/ 1271752 h 2638097"/>
                    <a:gd name="connsiteX2-201" fmla="*/ 4099035 w 8187558"/>
                    <a:gd name="connsiteY2-202" fmla="*/ 2638097 h 2638097"/>
                    <a:gd name="connsiteX3-203" fmla="*/ 0 w 8187558"/>
                    <a:gd name="connsiteY3-204" fmla="*/ 1229711 h 2638097"/>
                    <a:gd name="connsiteX4-205" fmla="*/ 31531 w 8187558"/>
                    <a:gd name="connsiteY4-206" fmla="*/ 147145 h 2638097"/>
                    <a:gd name="connsiteX5-207" fmla="*/ 4099035 w 8187558"/>
                    <a:gd name="connsiteY5-208" fmla="*/ 1566042 h 2638097"/>
                    <a:gd name="connsiteX6-209" fmla="*/ 8187558 w 8187558"/>
                    <a:gd name="connsiteY6-210" fmla="*/ 0 h 2638097"/>
                    <a:gd name="connsiteX0-211" fmla="*/ 8187558 w 8187558"/>
                    <a:gd name="connsiteY0-212" fmla="*/ 0 h 2638097"/>
                    <a:gd name="connsiteX1-213" fmla="*/ 8187558 w 8187558"/>
                    <a:gd name="connsiteY1-214" fmla="*/ 1271752 h 2638097"/>
                    <a:gd name="connsiteX2-215" fmla="*/ 4099035 w 8187558"/>
                    <a:gd name="connsiteY2-216" fmla="*/ 2638097 h 2638097"/>
                    <a:gd name="connsiteX3-217" fmla="*/ 0 w 8187558"/>
                    <a:gd name="connsiteY3-218" fmla="*/ 1229711 h 2638097"/>
                    <a:gd name="connsiteX4-219" fmla="*/ 31531 w 8187558"/>
                    <a:gd name="connsiteY4-220" fmla="*/ 147145 h 2638097"/>
                    <a:gd name="connsiteX5-221" fmla="*/ 4099035 w 8187558"/>
                    <a:gd name="connsiteY5-222" fmla="*/ 1566042 h 2638097"/>
                    <a:gd name="connsiteX6-223" fmla="*/ 8187558 w 8187558"/>
                    <a:gd name="connsiteY6-224" fmla="*/ 0 h 2638097"/>
                    <a:gd name="connsiteX0-225" fmla="*/ 8187558 w 8187558"/>
                    <a:gd name="connsiteY0-226" fmla="*/ 0 h 2638097"/>
                    <a:gd name="connsiteX1-227" fmla="*/ 8187558 w 8187558"/>
                    <a:gd name="connsiteY1-228" fmla="*/ 1271752 h 2638097"/>
                    <a:gd name="connsiteX2-229" fmla="*/ 4099035 w 8187558"/>
                    <a:gd name="connsiteY2-230" fmla="*/ 2638097 h 2638097"/>
                    <a:gd name="connsiteX3-231" fmla="*/ 0 w 8187558"/>
                    <a:gd name="connsiteY3-232" fmla="*/ 1229711 h 2638097"/>
                    <a:gd name="connsiteX4-233" fmla="*/ 31531 w 8187558"/>
                    <a:gd name="connsiteY4-234" fmla="*/ 147145 h 2638097"/>
                    <a:gd name="connsiteX5-235" fmla="*/ 4099035 w 8187558"/>
                    <a:gd name="connsiteY5-236" fmla="*/ 1566042 h 2638097"/>
                    <a:gd name="connsiteX6-237" fmla="*/ 8187558 w 8187558"/>
                    <a:gd name="connsiteY6-238" fmla="*/ 0 h 2638097"/>
                    <a:gd name="connsiteX0-239" fmla="*/ 8187558 w 8187558"/>
                    <a:gd name="connsiteY0-240" fmla="*/ 0 h 2638097"/>
                    <a:gd name="connsiteX1-241" fmla="*/ 8187558 w 8187558"/>
                    <a:gd name="connsiteY1-242" fmla="*/ 1271752 h 2638097"/>
                    <a:gd name="connsiteX2-243" fmla="*/ 4099035 w 8187558"/>
                    <a:gd name="connsiteY2-244" fmla="*/ 2638097 h 2638097"/>
                    <a:gd name="connsiteX3-245" fmla="*/ 0 w 8187558"/>
                    <a:gd name="connsiteY3-246" fmla="*/ 1229711 h 2638097"/>
                    <a:gd name="connsiteX4-247" fmla="*/ 31531 w 8187558"/>
                    <a:gd name="connsiteY4-248" fmla="*/ 147145 h 2638097"/>
                    <a:gd name="connsiteX5-249" fmla="*/ 4099035 w 8187558"/>
                    <a:gd name="connsiteY5-250" fmla="*/ 1566042 h 2638097"/>
                    <a:gd name="connsiteX6-251" fmla="*/ 8187558 w 8187558"/>
                    <a:gd name="connsiteY6-252" fmla="*/ 0 h 2638097"/>
                    <a:gd name="connsiteX0-253" fmla="*/ 8187558 w 8187558"/>
                    <a:gd name="connsiteY0-254" fmla="*/ 0 h 2638097"/>
                    <a:gd name="connsiteX1-255" fmla="*/ 8187558 w 8187558"/>
                    <a:gd name="connsiteY1-256" fmla="*/ 1271752 h 2638097"/>
                    <a:gd name="connsiteX2-257" fmla="*/ 4099035 w 8187558"/>
                    <a:gd name="connsiteY2-258" fmla="*/ 2638097 h 2638097"/>
                    <a:gd name="connsiteX3-259" fmla="*/ 0 w 8187558"/>
                    <a:gd name="connsiteY3-260" fmla="*/ 1229711 h 2638097"/>
                    <a:gd name="connsiteX4-261" fmla="*/ 31531 w 8187558"/>
                    <a:gd name="connsiteY4-262" fmla="*/ 147145 h 2638097"/>
                    <a:gd name="connsiteX5-263" fmla="*/ 4099035 w 8187558"/>
                    <a:gd name="connsiteY5-264" fmla="*/ 1566042 h 2638097"/>
                    <a:gd name="connsiteX6-265" fmla="*/ 8187558 w 8187558"/>
                    <a:gd name="connsiteY6-266" fmla="*/ 0 h 2638097"/>
                    <a:gd name="connsiteX0-267" fmla="*/ 8187558 w 8187558"/>
                    <a:gd name="connsiteY0-268" fmla="*/ 0 h 2638097"/>
                    <a:gd name="connsiteX1-269" fmla="*/ 8187558 w 8187558"/>
                    <a:gd name="connsiteY1-270" fmla="*/ 1271752 h 2638097"/>
                    <a:gd name="connsiteX2-271" fmla="*/ 4099035 w 8187558"/>
                    <a:gd name="connsiteY2-272" fmla="*/ 2638097 h 2638097"/>
                    <a:gd name="connsiteX3-273" fmla="*/ 0 w 8187558"/>
                    <a:gd name="connsiteY3-274" fmla="*/ 1229711 h 2638097"/>
                    <a:gd name="connsiteX4-275" fmla="*/ 31531 w 8187558"/>
                    <a:gd name="connsiteY4-276" fmla="*/ 147145 h 2638097"/>
                    <a:gd name="connsiteX5-277" fmla="*/ 4099035 w 8187558"/>
                    <a:gd name="connsiteY5-278" fmla="*/ 1566042 h 2638097"/>
                    <a:gd name="connsiteX6-279" fmla="*/ 8187558 w 8187558"/>
                    <a:gd name="connsiteY6-280" fmla="*/ 0 h 2638097"/>
                    <a:gd name="connsiteX0-281" fmla="*/ 8187558 w 8187558"/>
                    <a:gd name="connsiteY0-282" fmla="*/ 0 h 2638097"/>
                    <a:gd name="connsiteX1-283" fmla="*/ 8187558 w 8187558"/>
                    <a:gd name="connsiteY1-284" fmla="*/ 1271752 h 2638097"/>
                    <a:gd name="connsiteX2-285" fmla="*/ 4099035 w 8187558"/>
                    <a:gd name="connsiteY2-286" fmla="*/ 2638097 h 2638097"/>
                    <a:gd name="connsiteX3-287" fmla="*/ 0 w 8187558"/>
                    <a:gd name="connsiteY3-288" fmla="*/ 1229711 h 2638097"/>
                    <a:gd name="connsiteX4-289" fmla="*/ 31531 w 8187558"/>
                    <a:gd name="connsiteY4-290" fmla="*/ 147145 h 2638097"/>
                    <a:gd name="connsiteX5-291" fmla="*/ 4099035 w 8187558"/>
                    <a:gd name="connsiteY5-292" fmla="*/ 1566042 h 2638097"/>
                    <a:gd name="connsiteX6-293" fmla="*/ 8187558 w 8187558"/>
                    <a:gd name="connsiteY6-294" fmla="*/ 0 h 2638097"/>
                    <a:gd name="connsiteX0-295" fmla="*/ 8176538 w 8176538"/>
                    <a:gd name="connsiteY0-296" fmla="*/ 0 h 2638097"/>
                    <a:gd name="connsiteX1-297" fmla="*/ 8176538 w 8176538"/>
                    <a:gd name="connsiteY1-298" fmla="*/ 1271752 h 2638097"/>
                    <a:gd name="connsiteX2-299" fmla="*/ 4088015 w 8176538"/>
                    <a:gd name="connsiteY2-300" fmla="*/ 2638097 h 2638097"/>
                    <a:gd name="connsiteX3-301" fmla="*/ 0 w 8176538"/>
                    <a:gd name="connsiteY3-302" fmla="*/ 1269888 h 2638097"/>
                    <a:gd name="connsiteX4-303" fmla="*/ 20511 w 8176538"/>
                    <a:gd name="connsiteY4-304" fmla="*/ 147145 h 2638097"/>
                    <a:gd name="connsiteX5-305" fmla="*/ 4088015 w 8176538"/>
                    <a:gd name="connsiteY5-306" fmla="*/ 1566042 h 2638097"/>
                    <a:gd name="connsiteX6-307" fmla="*/ 8176538 w 8176538"/>
                    <a:gd name="connsiteY6-308" fmla="*/ 0 h 2638097"/>
                    <a:gd name="connsiteX0-309" fmla="*/ 8176538 w 8176538"/>
                    <a:gd name="connsiteY0-310" fmla="*/ 0 h 2772020"/>
                    <a:gd name="connsiteX1-311" fmla="*/ 8176538 w 8176538"/>
                    <a:gd name="connsiteY1-312" fmla="*/ 1271752 h 2772020"/>
                    <a:gd name="connsiteX2-313" fmla="*/ 4099034 w 8176538"/>
                    <a:gd name="connsiteY2-314" fmla="*/ 2772020 h 2772020"/>
                    <a:gd name="connsiteX3-315" fmla="*/ 0 w 8176538"/>
                    <a:gd name="connsiteY3-316" fmla="*/ 1269888 h 2772020"/>
                    <a:gd name="connsiteX4-317" fmla="*/ 20511 w 8176538"/>
                    <a:gd name="connsiteY4-318" fmla="*/ 147145 h 2772020"/>
                    <a:gd name="connsiteX5-319" fmla="*/ 4088015 w 8176538"/>
                    <a:gd name="connsiteY5-320" fmla="*/ 1566042 h 2772020"/>
                    <a:gd name="connsiteX6-321" fmla="*/ 8176538 w 8176538"/>
                    <a:gd name="connsiteY6-322" fmla="*/ 0 h 2772020"/>
                    <a:gd name="connsiteX0-323" fmla="*/ 8176538 w 8176538"/>
                    <a:gd name="connsiteY0-324" fmla="*/ 0 h 2772339"/>
                    <a:gd name="connsiteX1-325" fmla="*/ 8176538 w 8176538"/>
                    <a:gd name="connsiteY1-326" fmla="*/ 1378890 h 2772339"/>
                    <a:gd name="connsiteX2-327" fmla="*/ 4099034 w 8176538"/>
                    <a:gd name="connsiteY2-328" fmla="*/ 2772020 h 2772339"/>
                    <a:gd name="connsiteX3-329" fmla="*/ 0 w 8176538"/>
                    <a:gd name="connsiteY3-330" fmla="*/ 1269888 h 2772339"/>
                    <a:gd name="connsiteX4-331" fmla="*/ 20511 w 8176538"/>
                    <a:gd name="connsiteY4-332" fmla="*/ 147145 h 2772339"/>
                    <a:gd name="connsiteX5-333" fmla="*/ 4088015 w 8176538"/>
                    <a:gd name="connsiteY5-334" fmla="*/ 1566042 h 2772339"/>
                    <a:gd name="connsiteX6-335" fmla="*/ 8176538 w 8176538"/>
                    <a:gd name="connsiteY6-336" fmla="*/ 0 h 2772339"/>
                    <a:gd name="connsiteX0-337" fmla="*/ 8176538 w 8176538"/>
                    <a:gd name="connsiteY0-338" fmla="*/ 0 h 2825888"/>
                    <a:gd name="connsiteX1-339" fmla="*/ 8176538 w 8176538"/>
                    <a:gd name="connsiteY1-340" fmla="*/ 1378890 h 2825888"/>
                    <a:gd name="connsiteX2-341" fmla="*/ 4099034 w 8176538"/>
                    <a:gd name="connsiteY2-342" fmla="*/ 2825590 h 2825888"/>
                    <a:gd name="connsiteX3-343" fmla="*/ 0 w 8176538"/>
                    <a:gd name="connsiteY3-344" fmla="*/ 1269888 h 2825888"/>
                    <a:gd name="connsiteX4-345" fmla="*/ 20511 w 8176538"/>
                    <a:gd name="connsiteY4-346" fmla="*/ 147145 h 2825888"/>
                    <a:gd name="connsiteX5-347" fmla="*/ 4088015 w 8176538"/>
                    <a:gd name="connsiteY5-348" fmla="*/ 1566042 h 2825888"/>
                    <a:gd name="connsiteX6-349" fmla="*/ 8176538 w 8176538"/>
                    <a:gd name="connsiteY6-350" fmla="*/ 0 h 2825888"/>
                    <a:gd name="connsiteX0-351" fmla="*/ 8165518 w 8165518"/>
                    <a:gd name="connsiteY0-352" fmla="*/ 0 h 2825606"/>
                    <a:gd name="connsiteX1-353" fmla="*/ 8165518 w 8165518"/>
                    <a:gd name="connsiteY1-354" fmla="*/ 1378890 h 2825606"/>
                    <a:gd name="connsiteX2-355" fmla="*/ 4088014 w 8165518"/>
                    <a:gd name="connsiteY2-356" fmla="*/ 2825590 h 2825606"/>
                    <a:gd name="connsiteX3-357" fmla="*/ 0 w 8165518"/>
                    <a:gd name="connsiteY3-358" fmla="*/ 1403811 h 2825606"/>
                    <a:gd name="connsiteX4-359" fmla="*/ 9491 w 8165518"/>
                    <a:gd name="connsiteY4-360" fmla="*/ 147145 h 2825606"/>
                    <a:gd name="connsiteX5-361" fmla="*/ 4076995 w 8165518"/>
                    <a:gd name="connsiteY5-362" fmla="*/ 1566042 h 2825606"/>
                    <a:gd name="connsiteX6-363" fmla="*/ 8165518 w 8165518"/>
                    <a:gd name="connsiteY6-364" fmla="*/ 0 h 2825606"/>
                    <a:gd name="connsiteX0-365" fmla="*/ 8165518 w 8165518"/>
                    <a:gd name="connsiteY0-366" fmla="*/ 0 h 2879174"/>
                    <a:gd name="connsiteX1-367" fmla="*/ 8165518 w 8165518"/>
                    <a:gd name="connsiteY1-368" fmla="*/ 1378890 h 2879174"/>
                    <a:gd name="connsiteX2-369" fmla="*/ 4132092 w 8165518"/>
                    <a:gd name="connsiteY2-370" fmla="*/ 2879159 h 2879174"/>
                    <a:gd name="connsiteX3-371" fmla="*/ 0 w 8165518"/>
                    <a:gd name="connsiteY3-372" fmla="*/ 1403811 h 2879174"/>
                    <a:gd name="connsiteX4-373" fmla="*/ 9491 w 8165518"/>
                    <a:gd name="connsiteY4-374" fmla="*/ 147145 h 2879174"/>
                    <a:gd name="connsiteX5-375" fmla="*/ 4076995 w 8165518"/>
                    <a:gd name="connsiteY5-376" fmla="*/ 1566042 h 2879174"/>
                    <a:gd name="connsiteX6-377" fmla="*/ 8165518 w 8165518"/>
                    <a:gd name="connsiteY6-378" fmla="*/ 0 h 2879174"/>
                    <a:gd name="connsiteX0-379" fmla="*/ 8165518 w 8176537"/>
                    <a:gd name="connsiteY0-380" fmla="*/ 0 h 2879410"/>
                    <a:gd name="connsiteX1-381" fmla="*/ 8176537 w 8176537"/>
                    <a:gd name="connsiteY1-382" fmla="*/ 1499420 h 2879410"/>
                    <a:gd name="connsiteX2-383" fmla="*/ 4132092 w 8176537"/>
                    <a:gd name="connsiteY2-384" fmla="*/ 2879159 h 2879410"/>
                    <a:gd name="connsiteX3-385" fmla="*/ 0 w 8176537"/>
                    <a:gd name="connsiteY3-386" fmla="*/ 1403811 h 2879410"/>
                    <a:gd name="connsiteX4-387" fmla="*/ 9491 w 8176537"/>
                    <a:gd name="connsiteY4-388" fmla="*/ 147145 h 2879410"/>
                    <a:gd name="connsiteX5-389" fmla="*/ 4076995 w 8176537"/>
                    <a:gd name="connsiteY5-390" fmla="*/ 1566042 h 2879410"/>
                    <a:gd name="connsiteX6-391" fmla="*/ 8165518 w 8176537"/>
                    <a:gd name="connsiteY6-392" fmla="*/ 0 h 2879410"/>
                    <a:gd name="connsiteX0-393" fmla="*/ 8165518 w 8176537"/>
                    <a:gd name="connsiteY0-394" fmla="*/ 0 h 2879262"/>
                    <a:gd name="connsiteX1-395" fmla="*/ 8176537 w 8176537"/>
                    <a:gd name="connsiteY1-396" fmla="*/ 1499420 h 2879262"/>
                    <a:gd name="connsiteX2-397" fmla="*/ 4132092 w 8176537"/>
                    <a:gd name="connsiteY2-398" fmla="*/ 2879159 h 2879262"/>
                    <a:gd name="connsiteX3-399" fmla="*/ 0 w 8176537"/>
                    <a:gd name="connsiteY3-400" fmla="*/ 1403811 h 2879262"/>
                    <a:gd name="connsiteX4-401" fmla="*/ 9491 w 8176537"/>
                    <a:gd name="connsiteY4-402" fmla="*/ 147145 h 2879262"/>
                    <a:gd name="connsiteX5-403" fmla="*/ 4076995 w 8176537"/>
                    <a:gd name="connsiteY5-404" fmla="*/ 1566042 h 2879262"/>
                    <a:gd name="connsiteX6-405" fmla="*/ 8165518 w 8176537"/>
                    <a:gd name="connsiteY6-406" fmla="*/ 0 h 2879262"/>
                    <a:gd name="connsiteX0-407" fmla="*/ 8165518 w 8176537"/>
                    <a:gd name="connsiteY0-408" fmla="*/ 0 h 2879163"/>
                    <a:gd name="connsiteX1-409" fmla="*/ 8176537 w 8176537"/>
                    <a:gd name="connsiteY1-410" fmla="*/ 1499420 h 2879163"/>
                    <a:gd name="connsiteX2-411" fmla="*/ 4132092 w 8176537"/>
                    <a:gd name="connsiteY2-412" fmla="*/ 2879159 h 2879163"/>
                    <a:gd name="connsiteX3-413" fmla="*/ 0 w 8176537"/>
                    <a:gd name="connsiteY3-414" fmla="*/ 1510948 h 2879163"/>
                    <a:gd name="connsiteX4-415" fmla="*/ 9491 w 8176537"/>
                    <a:gd name="connsiteY4-416" fmla="*/ 147145 h 2879163"/>
                    <a:gd name="connsiteX5-417" fmla="*/ 4076995 w 8176537"/>
                    <a:gd name="connsiteY5-418" fmla="*/ 1566042 h 2879163"/>
                    <a:gd name="connsiteX6-419" fmla="*/ 8165518 w 8176537"/>
                    <a:gd name="connsiteY6-420" fmla="*/ 0 h 2879163"/>
                    <a:gd name="connsiteX0-421" fmla="*/ 8165518 w 8198577"/>
                    <a:gd name="connsiteY0-422" fmla="*/ 0 h 2879451"/>
                    <a:gd name="connsiteX1-423" fmla="*/ 8198577 w 8198577"/>
                    <a:gd name="connsiteY1-424" fmla="*/ 1606558 h 2879451"/>
                    <a:gd name="connsiteX2-425" fmla="*/ 4132092 w 8198577"/>
                    <a:gd name="connsiteY2-426" fmla="*/ 2879159 h 2879451"/>
                    <a:gd name="connsiteX3-427" fmla="*/ 0 w 8198577"/>
                    <a:gd name="connsiteY3-428" fmla="*/ 1510948 h 2879451"/>
                    <a:gd name="connsiteX4-429" fmla="*/ 9491 w 8198577"/>
                    <a:gd name="connsiteY4-430" fmla="*/ 147145 h 2879451"/>
                    <a:gd name="connsiteX5-431" fmla="*/ 4076995 w 8198577"/>
                    <a:gd name="connsiteY5-432" fmla="*/ 1566042 h 2879451"/>
                    <a:gd name="connsiteX6-433" fmla="*/ 8165518 w 8198577"/>
                    <a:gd name="connsiteY6-434" fmla="*/ 0 h 2879451"/>
                    <a:gd name="connsiteX0-435" fmla="*/ 8165518 w 8165518"/>
                    <a:gd name="connsiteY0-436" fmla="*/ 0 h 2880066"/>
                    <a:gd name="connsiteX1-437" fmla="*/ 8165518 w 8165518"/>
                    <a:gd name="connsiteY1-438" fmla="*/ 1673520 h 2880066"/>
                    <a:gd name="connsiteX2-439" fmla="*/ 4132092 w 8165518"/>
                    <a:gd name="connsiteY2-440" fmla="*/ 2879159 h 2880066"/>
                    <a:gd name="connsiteX3-441" fmla="*/ 0 w 8165518"/>
                    <a:gd name="connsiteY3-442" fmla="*/ 1510948 h 2880066"/>
                    <a:gd name="connsiteX4-443" fmla="*/ 9491 w 8165518"/>
                    <a:gd name="connsiteY4-444" fmla="*/ 147145 h 2880066"/>
                    <a:gd name="connsiteX5-445" fmla="*/ 4076995 w 8165518"/>
                    <a:gd name="connsiteY5-446" fmla="*/ 1566042 h 2880066"/>
                    <a:gd name="connsiteX6-447" fmla="*/ 8165518 w 8165518"/>
                    <a:gd name="connsiteY6-448" fmla="*/ 0 h 2880066"/>
                    <a:gd name="connsiteX0-449" fmla="*/ 8156794 w 8156794"/>
                    <a:gd name="connsiteY0-450" fmla="*/ 0 h 2879270"/>
                    <a:gd name="connsiteX1-451" fmla="*/ 8156794 w 8156794"/>
                    <a:gd name="connsiteY1-452" fmla="*/ 1673520 h 2879270"/>
                    <a:gd name="connsiteX2-453" fmla="*/ 4123368 w 8156794"/>
                    <a:gd name="connsiteY2-454" fmla="*/ 2879159 h 2879270"/>
                    <a:gd name="connsiteX3-455" fmla="*/ 2295 w 8156794"/>
                    <a:gd name="connsiteY3-456" fmla="*/ 1618086 h 2879270"/>
                    <a:gd name="connsiteX4-457" fmla="*/ 767 w 8156794"/>
                    <a:gd name="connsiteY4-458" fmla="*/ 147145 h 2879270"/>
                    <a:gd name="connsiteX5-459" fmla="*/ 4068271 w 8156794"/>
                    <a:gd name="connsiteY5-460" fmla="*/ 1566042 h 2879270"/>
                    <a:gd name="connsiteX6-461" fmla="*/ 8156794 w 8156794"/>
                    <a:gd name="connsiteY6-462" fmla="*/ 0 h 2879270"/>
                    <a:gd name="connsiteX0-463" fmla="*/ 8156794 w 8156794"/>
                    <a:gd name="connsiteY0-464" fmla="*/ 0 h 2973000"/>
                    <a:gd name="connsiteX1-465" fmla="*/ 8156794 w 8156794"/>
                    <a:gd name="connsiteY1-466" fmla="*/ 1673520 h 2973000"/>
                    <a:gd name="connsiteX2-467" fmla="*/ 4134388 w 8156794"/>
                    <a:gd name="connsiteY2-468" fmla="*/ 2972904 h 2973000"/>
                    <a:gd name="connsiteX3-469" fmla="*/ 2295 w 8156794"/>
                    <a:gd name="connsiteY3-470" fmla="*/ 1618086 h 2973000"/>
                    <a:gd name="connsiteX4-471" fmla="*/ 767 w 8156794"/>
                    <a:gd name="connsiteY4-472" fmla="*/ 147145 h 2973000"/>
                    <a:gd name="connsiteX5-473" fmla="*/ 4068271 w 8156794"/>
                    <a:gd name="connsiteY5-474" fmla="*/ 1566042 h 2973000"/>
                    <a:gd name="connsiteX6-475" fmla="*/ 8156794 w 8156794"/>
                    <a:gd name="connsiteY6-476" fmla="*/ 0 h 2973000"/>
                    <a:gd name="connsiteX0-477" fmla="*/ 8156794 w 8156794"/>
                    <a:gd name="connsiteY0-478" fmla="*/ 0 h 2973000"/>
                    <a:gd name="connsiteX1-479" fmla="*/ 8156794 w 8156794"/>
                    <a:gd name="connsiteY1-480" fmla="*/ 1673520 h 2973000"/>
                    <a:gd name="connsiteX2-481" fmla="*/ 4134388 w 8156794"/>
                    <a:gd name="connsiteY2-482" fmla="*/ 2972904 h 2973000"/>
                    <a:gd name="connsiteX3-483" fmla="*/ 2295 w 8156794"/>
                    <a:gd name="connsiteY3-484" fmla="*/ 1618086 h 2973000"/>
                    <a:gd name="connsiteX4-485" fmla="*/ 767 w 8156794"/>
                    <a:gd name="connsiteY4-486" fmla="*/ 147145 h 2973000"/>
                    <a:gd name="connsiteX5-487" fmla="*/ 4068271 w 8156794"/>
                    <a:gd name="connsiteY5-488" fmla="*/ 1566042 h 2973000"/>
                    <a:gd name="connsiteX6-489" fmla="*/ 8156794 w 8156794"/>
                    <a:gd name="connsiteY6-490" fmla="*/ 0 h 2973000"/>
                    <a:gd name="connsiteX0-491" fmla="*/ 8156794 w 8156794"/>
                    <a:gd name="connsiteY0-492" fmla="*/ 0 h 2973000"/>
                    <a:gd name="connsiteX1-493" fmla="*/ 8156794 w 8156794"/>
                    <a:gd name="connsiteY1-494" fmla="*/ 1673520 h 2973000"/>
                    <a:gd name="connsiteX2-495" fmla="*/ 4134388 w 8156794"/>
                    <a:gd name="connsiteY2-496" fmla="*/ 2972904 h 2973000"/>
                    <a:gd name="connsiteX3-497" fmla="*/ 2295 w 8156794"/>
                    <a:gd name="connsiteY3-498" fmla="*/ 1618086 h 2973000"/>
                    <a:gd name="connsiteX4-499" fmla="*/ 767 w 8156794"/>
                    <a:gd name="connsiteY4-500" fmla="*/ 147145 h 2973000"/>
                    <a:gd name="connsiteX5-501" fmla="*/ 4068271 w 8156794"/>
                    <a:gd name="connsiteY5-502" fmla="*/ 1566042 h 2973000"/>
                    <a:gd name="connsiteX6-503" fmla="*/ 8156794 w 8156794"/>
                    <a:gd name="connsiteY6-504" fmla="*/ 0 h 2973000"/>
                    <a:gd name="connsiteX0-505" fmla="*/ 8156794 w 8156794"/>
                    <a:gd name="connsiteY0-506" fmla="*/ 0 h 2973020"/>
                    <a:gd name="connsiteX1-507" fmla="*/ 8156794 w 8156794"/>
                    <a:gd name="connsiteY1-508" fmla="*/ 1673520 h 2973020"/>
                    <a:gd name="connsiteX2-509" fmla="*/ 4134388 w 8156794"/>
                    <a:gd name="connsiteY2-510" fmla="*/ 2972904 h 2973020"/>
                    <a:gd name="connsiteX3-511" fmla="*/ 2295 w 8156794"/>
                    <a:gd name="connsiteY3-512" fmla="*/ 1618086 h 2973020"/>
                    <a:gd name="connsiteX4-513" fmla="*/ 767 w 8156794"/>
                    <a:gd name="connsiteY4-514" fmla="*/ 147145 h 2973020"/>
                    <a:gd name="connsiteX5-515" fmla="*/ 4068271 w 8156794"/>
                    <a:gd name="connsiteY5-516" fmla="*/ 1566042 h 2973020"/>
                    <a:gd name="connsiteX6-517" fmla="*/ 8156794 w 8156794"/>
                    <a:gd name="connsiteY6-518" fmla="*/ 0 h 2973020"/>
                    <a:gd name="connsiteX0-519" fmla="*/ 8156794 w 8156794"/>
                    <a:gd name="connsiteY0-520" fmla="*/ 0 h 2973021"/>
                    <a:gd name="connsiteX1-521" fmla="*/ 8156794 w 8156794"/>
                    <a:gd name="connsiteY1-522" fmla="*/ 1673520 h 2973021"/>
                    <a:gd name="connsiteX2-523" fmla="*/ 4134388 w 8156794"/>
                    <a:gd name="connsiteY2-524" fmla="*/ 2972904 h 2973021"/>
                    <a:gd name="connsiteX3-525" fmla="*/ 2295 w 8156794"/>
                    <a:gd name="connsiteY3-526" fmla="*/ 1618086 h 2973021"/>
                    <a:gd name="connsiteX4-527" fmla="*/ 767 w 8156794"/>
                    <a:gd name="connsiteY4-528" fmla="*/ 147145 h 2973021"/>
                    <a:gd name="connsiteX5-529" fmla="*/ 4068271 w 8156794"/>
                    <a:gd name="connsiteY5-530" fmla="*/ 1566042 h 2973021"/>
                    <a:gd name="connsiteX6-531" fmla="*/ 8156794 w 8156794"/>
                    <a:gd name="connsiteY6-532" fmla="*/ 0 h 2973021"/>
                    <a:gd name="connsiteX0-533" fmla="*/ 8156794 w 8156794"/>
                    <a:gd name="connsiteY0-534" fmla="*/ 0 h 2973021"/>
                    <a:gd name="connsiteX1-535" fmla="*/ 8156794 w 8156794"/>
                    <a:gd name="connsiteY1-536" fmla="*/ 1673520 h 2973021"/>
                    <a:gd name="connsiteX2-537" fmla="*/ 4134388 w 8156794"/>
                    <a:gd name="connsiteY2-538" fmla="*/ 2972904 h 2973021"/>
                    <a:gd name="connsiteX3-539" fmla="*/ 2295 w 8156794"/>
                    <a:gd name="connsiteY3-540" fmla="*/ 1618086 h 2973021"/>
                    <a:gd name="connsiteX4-541" fmla="*/ 767 w 8156794"/>
                    <a:gd name="connsiteY4-542" fmla="*/ 147145 h 2973021"/>
                    <a:gd name="connsiteX5-543" fmla="*/ 4068271 w 8156794"/>
                    <a:gd name="connsiteY5-544" fmla="*/ 1566042 h 2973021"/>
                    <a:gd name="connsiteX6-545" fmla="*/ 8156794 w 8156794"/>
                    <a:gd name="connsiteY6-546" fmla="*/ 0 h 2973021"/>
                    <a:gd name="connsiteX0-547" fmla="*/ 8156794 w 8156794"/>
                    <a:gd name="connsiteY0-548" fmla="*/ 0 h 2973021"/>
                    <a:gd name="connsiteX1-549" fmla="*/ 8156794 w 8156794"/>
                    <a:gd name="connsiteY1-550" fmla="*/ 1673520 h 2973021"/>
                    <a:gd name="connsiteX2-551" fmla="*/ 4134388 w 8156794"/>
                    <a:gd name="connsiteY2-552" fmla="*/ 2972904 h 2973021"/>
                    <a:gd name="connsiteX3-553" fmla="*/ 2295 w 8156794"/>
                    <a:gd name="connsiteY3-554" fmla="*/ 1618086 h 2973021"/>
                    <a:gd name="connsiteX4-555" fmla="*/ 767 w 8156794"/>
                    <a:gd name="connsiteY4-556" fmla="*/ 147145 h 2973021"/>
                    <a:gd name="connsiteX5-557" fmla="*/ 4068271 w 8156794"/>
                    <a:gd name="connsiteY5-558" fmla="*/ 1566042 h 2973021"/>
                    <a:gd name="connsiteX6-559" fmla="*/ 8156794 w 8156794"/>
                    <a:gd name="connsiteY6-560" fmla="*/ 0 h 2973021"/>
                    <a:gd name="connsiteX0-561" fmla="*/ 8156794 w 8156794"/>
                    <a:gd name="connsiteY0-562" fmla="*/ 0 h 2973021"/>
                    <a:gd name="connsiteX1-563" fmla="*/ 8156794 w 8156794"/>
                    <a:gd name="connsiteY1-564" fmla="*/ 1673520 h 2973021"/>
                    <a:gd name="connsiteX2-565" fmla="*/ 4134388 w 8156794"/>
                    <a:gd name="connsiteY2-566" fmla="*/ 2972904 h 2973021"/>
                    <a:gd name="connsiteX3-567" fmla="*/ 2295 w 8156794"/>
                    <a:gd name="connsiteY3-568" fmla="*/ 1618086 h 2973021"/>
                    <a:gd name="connsiteX4-569" fmla="*/ 767 w 8156794"/>
                    <a:gd name="connsiteY4-570" fmla="*/ 147145 h 2973021"/>
                    <a:gd name="connsiteX5-571" fmla="*/ 4068271 w 8156794"/>
                    <a:gd name="connsiteY5-572" fmla="*/ 1566042 h 2973021"/>
                    <a:gd name="connsiteX6-573" fmla="*/ 8156794 w 8156794"/>
                    <a:gd name="connsiteY6-574" fmla="*/ 0 h 2973021"/>
                    <a:gd name="connsiteX0-575" fmla="*/ 8156794 w 8156794"/>
                    <a:gd name="connsiteY0-576" fmla="*/ 0 h 2973141"/>
                    <a:gd name="connsiteX1-577" fmla="*/ 8156794 w 8156794"/>
                    <a:gd name="connsiteY1-578" fmla="*/ 1673520 h 2973141"/>
                    <a:gd name="connsiteX2-579" fmla="*/ 4134388 w 8156794"/>
                    <a:gd name="connsiteY2-580" fmla="*/ 2972904 h 2973141"/>
                    <a:gd name="connsiteX3-581" fmla="*/ 2295 w 8156794"/>
                    <a:gd name="connsiteY3-582" fmla="*/ 1618086 h 2973141"/>
                    <a:gd name="connsiteX4-583" fmla="*/ 767 w 8156794"/>
                    <a:gd name="connsiteY4-584" fmla="*/ 147145 h 2973141"/>
                    <a:gd name="connsiteX5-585" fmla="*/ 4068271 w 8156794"/>
                    <a:gd name="connsiteY5-586" fmla="*/ 1566042 h 2973141"/>
                    <a:gd name="connsiteX6-587" fmla="*/ 8156794 w 8156794"/>
                    <a:gd name="connsiteY6-588" fmla="*/ 0 h 2973141"/>
                    <a:gd name="connsiteX0-589" fmla="*/ 8156794 w 8156794"/>
                    <a:gd name="connsiteY0-590" fmla="*/ 0 h 3066827"/>
                    <a:gd name="connsiteX1-591" fmla="*/ 8156794 w 8156794"/>
                    <a:gd name="connsiteY1-592" fmla="*/ 1673520 h 3066827"/>
                    <a:gd name="connsiteX2-593" fmla="*/ 4123353 w 8156794"/>
                    <a:gd name="connsiteY2-594" fmla="*/ 3066650 h 3066827"/>
                    <a:gd name="connsiteX3-595" fmla="*/ 2295 w 8156794"/>
                    <a:gd name="connsiteY3-596" fmla="*/ 1618086 h 3066827"/>
                    <a:gd name="connsiteX4-597" fmla="*/ 767 w 8156794"/>
                    <a:gd name="connsiteY4-598" fmla="*/ 147145 h 3066827"/>
                    <a:gd name="connsiteX5-599" fmla="*/ 4068271 w 8156794"/>
                    <a:gd name="connsiteY5-600" fmla="*/ 1566042 h 3066827"/>
                    <a:gd name="connsiteX6-601" fmla="*/ 8156794 w 8156794"/>
                    <a:gd name="connsiteY6-602" fmla="*/ 0 h 3066827"/>
                    <a:gd name="connsiteX0-603" fmla="*/ 8123689 w 8156794"/>
                    <a:gd name="connsiteY0-604" fmla="*/ 0 h 2999866"/>
                    <a:gd name="connsiteX1-605" fmla="*/ 8156794 w 8156794"/>
                    <a:gd name="connsiteY1-606" fmla="*/ 1606559 h 2999866"/>
                    <a:gd name="connsiteX2-607" fmla="*/ 4123353 w 8156794"/>
                    <a:gd name="connsiteY2-608" fmla="*/ 2999689 h 2999866"/>
                    <a:gd name="connsiteX3-609" fmla="*/ 2295 w 8156794"/>
                    <a:gd name="connsiteY3-610" fmla="*/ 1551125 h 2999866"/>
                    <a:gd name="connsiteX4-611" fmla="*/ 767 w 8156794"/>
                    <a:gd name="connsiteY4-612" fmla="*/ 80184 h 2999866"/>
                    <a:gd name="connsiteX5-613" fmla="*/ 4068271 w 8156794"/>
                    <a:gd name="connsiteY5-614" fmla="*/ 1499081 h 2999866"/>
                    <a:gd name="connsiteX6-615" fmla="*/ 8123689 w 8156794"/>
                    <a:gd name="connsiteY6-616" fmla="*/ 0 h 2999866"/>
                    <a:gd name="connsiteX0-617" fmla="*/ 8167828 w 8167828"/>
                    <a:gd name="connsiteY0-618" fmla="*/ 0 h 3026651"/>
                    <a:gd name="connsiteX1-619" fmla="*/ 8156794 w 8167828"/>
                    <a:gd name="connsiteY1-620" fmla="*/ 1633344 h 3026651"/>
                    <a:gd name="connsiteX2-621" fmla="*/ 4123353 w 8167828"/>
                    <a:gd name="connsiteY2-622" fmla="*/ 3026474 h 3026651"/>
                    <a:gd name="connsiteX3-623" fmla="*/ 2295 w 8167828"/>
                    <a:gd name="connsiteY3-624" fmla="*/ 1577910 h 3026651"/>
                    <a:gd name="connsiteX4-625" fmla="*/ 767 w 8167828"/>
                    <a:gd name="connsiteY4-626" fmla="*/ 106969 h 3026651"/>
                    <a:gd name="connsiteX5-627" fmla="*/ 4068271 w 8167828"/>
                    <a:gd name="connsiteY5-628" fmla="*/ 1525866 h 3026651"/>
                    <a:gd name="connsiteX6-629" fmla="*/ 8167828 w 8167828"/>
                    <a:gd name="connsiteY6-630" fmla="*/ 0 h 3026651"/>
                    <a:gd name="connsiteX0-631" fmla="*/ 8167828 w 8167828"/>
                    <a:gd name="connsiteY0-632" fmla="*/ 0 h 3027228"/>
                    <a:gd name="connsiteX1-633" fmla="*/ 8145760 w 8167828"/>
                    <a:gd name="connsiteY1-634" fmla="*/ 1686913 h 3027228"/>
                    <a:gd name="connsiteX2-635" fmla="*/ 4123353 w 8167828"/>
                    <a:gd name="connsiteY2-636" fmla="*/ 3026474 h 3027228"/>
                    <a:gd name="connsiteX3-637" fmla="*/ 2295 w 8167828"/>
                    <a:gd name="connsiteY3-638" fmla="*/ 1577910 h 3027228"/>
                    <a:gd name="connsiteX4-639" fmla="*/ 767 w 8167828"/>
                    <a:gd name="connsiteY4-640" fmla="*/ 106969 h 3027228"/>
                    <a:gd name="connsiteX5-641" fmla="*/ 4068271 w 8167828"/>
                    <a:gd name="connsiteY5-642" fmla="*/ 1525866 h 3027228"/>
                    <a:gd name="connsiteX6-643" fmla="*/ 8167828 w 8167828"/>
                    <a:gd name="connsiteY6-644" fmla="*/ 0 h 3027228"/>
                    <a:gd name="connsiteX0-645" fmla="*/ 8156794 w 8156794"/>
                    <a:gd name="connsiteY0-646" fmla="*/ 0 h 2933483"/>
                    <a:gd name="connsiteX1-647" fmla="*/ 8145760 w 8156794"/>
                    <a:gd name="connsiteY1-648" fmla="*/ 1593168 h 2933483"/>
                    <a:gd name="connsiteX2-649" fmla="*/ 4123353 w 8156794"/>
                    <a:gd name="connsiteY2-650" fmla="*/ 2932729 h 2933483"/>
                    <a:gd name="connsiteX3-651" fmla="*/ 2295 w 8156794"/>
                    <a:gd name="connsiteY3-652" fmla="*/ 1484165 h 2933483"/>
                    <a:gd name="connsiteX4-653" fmla="*/ 767 w 8156794"/>
                    <a:gd name="connsiteY4-654" fmla="*/ 13224 h 2933483"/>
                    <a:gd name="connsiteX5-655" fmla="*/ 4068271 w 8156794"/>
                    <a:gd name="connsiteY5-656" fmla="*/ 1432121 h 2933483"/>
                    <a:gd name="connsiteX6-657" fmla="*/ 8156794 w 8156794"/>
                    <a:gd name="connsiteY6-658" fmla="*/ 0 h 2933483"/>
                    <a:gd name="connsiteX0-659" fmla="*/ 8156794 w 8156794"/>
                    <a:gd name="connsiteY0-660" fmla="*/ 0 h 2933483"/>
                    <a:gd name="connsiteX1-661" fmla="*/ 8145760 w 8156794"/>
                    <a:gd name="connsiteY1-662" fmla="*/ 1593168 h 2933483"/>
                    <a:gd name="connsiteX2-663" fmla="*/ 4123353 w 8156794"/>
                    <a:gd name="connsiteY2-664" fmla="*/ 2932729 h 2933483"/>
                    <a:gd name="connsiteX3-665" fmla="*/ 2295 w 8156794"/>
                    <a:gd name="connsiteY3-666" fmla="*/ 1484165 h 2933483"/>
                    <a:gd name="connsiteX4-667" fmla="*/ 767 w 8156794"/>
                    <a:gd name="connsiteY4-668" fmla="*/ 13224 h 2933483"/>
                    <a:gd name="connsiteX5-669" fmla="*/ 4068271 w 8156794"/>
                    <a:gd name="connsiteY5-670" fmla="*/ 1432121 h 2933483"/>
                    <a:gd name="connsiteX6-671" fmla="*/ 8156794 w 8156794"/>
                    <a:gd name="connsiteY6-672" fmla="*/ 0 h 2933483"/>
                    <a:gd name="connsiteX0-673" fmla="*/ 8123689 w 8145760"/>
                    <a:gd name="connsiteY0-674" fmla="*/ 13560 h 2920259"/>
                    <a:gd name="connsiteX1-675" fmla="*/ 8145760 w 8145760"/>
                    <a:gd name="connsiteY1-676" fmla="*/ 1579944 h 2920259"/>
                    <a:gd name="connsiteX2-677" fmla="*/ 4123353 w 8145760"/>
                    <a:gd name="connsiteY2-678" fmla="*/ 2919505 h 2920259"/>
                    <a:gd name="connsiteX3-679" fmla="*/ 2295 w 8145760"/>
                    <a:gd name="connsiteY3-680" fmla="*/ 1470941 h 2920259"/>
                    <a:gd name="connsiteX4-681" fmla="*/ 767 w 8145760"/>
                    <a:gd name="connsiteY4-682" fmla="*/ 0 h 2920259"/>
                    <a:gd name="connsiteX5-683" fmla="*/ 4068271 w 8145760"/>
                    <a:gd name="connsiteY5-684" fmla="*/ 1418897 h 2920259"/>
                    <a:gd name="connsiteX6-685" fmla="*/ 8123689 w 8145760"/>
                    <a:gd name="connsiteY6-686" fmla="*/ 13560 h 2920259"/>
                    <a:gd name="connsiteX0-687" fmla="*/ 8178863 w 8178863"/>
                    <a:gd name="connsiteY0-688" fmla="*/ 26952 h 2920259"/>
                    <a:gd name="connsiteX1-689" fmla="*/ 8145760 w 8178863"/>
                    <a:gd name="connsiteY1-690" fmla="*/ 1579944 h 2920259"/>
                    <a:gd name="connsiteX2-691" fmla="*/ 4123353 w 8178863"/>
                    <a:gd name="connsiteY2-692" fmla="*/ 2919505 h 2920259"/>
                    <a:gd name="connsiteX3-693" fmla="*/ 2295 w 8178863"/>
                    <a:gd name="connsiteY3-694" fmla="*/ 1470941 h 2920259"/>
                    <a:gd name="connsiteX4-695" fmla="*/ 767 w 8178863"/>
                    <a:gd name="connsiteY4-696" fmla="*/ 0 h 2920259"/>
                    <a:gd name="connsiteX5-697" fmla="*/ 4068271 w 8178863"/>
                    <a:gd name="connsiteY5-698" fmla="*/ 1418897 h 2920259"/>
                    <a:gd name="connsiteX6-699" fmla="*/ 8178863 w 8178863"/>
                    <a:gd name="connsiteY6-700" fmla="*/ 26952 h 2920259"/>
                    <a:gd name="connsiteX0-701" fmla="*/ 8167827 w 8167827"/>
                    <a:gd name="connsiteY0-702" fmla="*/ 40343 h 2920259"/>
                    <a:gd name="connsiteX1-703" fmla="*/ 8145760 w 8167827"/>
                    <a:gd name="connsiteY1-704" fmla="*/ 1579944 h 2920259"/>
                    <a:gd name="connsiteX2-705" fmla="*/ 4123353 w 8167827"/>
                    <a:gd name="connsiteY2-706" fmla="*/ 2919505 h 2920259"/>
                    <a:gd name="connsiteX3-707" fmla="*/ 2295 w 8167827"/>
                    <a:gd name="connsiteY3-708" fmla="*/ 1470941 h 2920259"/>
                    <a:gd name="connsiteX4-709" fmla="*/ 767 w 8167827"/>
                    <a:gd name="connsiteY4-710" fmla="*/ 0 h 2920259"/>
                    <a:gd name="connsiteX5-711" fmla="*/ 4068271 w 8167827"/>
                    <a:gd name="connsiteY5-712" fmla="*/ 1418897 h 2920259"/>
                    <a:gd name="connsiteX6-713" fmla="*/ 8167827 w 8167827"/>
                    <a:gd name="connsiteY6-714" fmla="*/ 40343 h 2920259"/>
                    <a:gd name="connsiteX0-715" fmla="*/ 8123687 w 8145760"/>
                    <a:gd name="connsiteY0-716" fmla="*/ 53735 h 2920259"/>
                    <a:gd name="connsiteX1-717" fmla="*/ 8145760 w 8145760"/>
                    <a:gd name="connsiteY1-718" fmla="*/ 1579944 h 2920259"/>
                    <a:gd name="connsiteX2-719" fmla="*/ 4123353 w 8145760"/>
                    <a:gd name="connsiteY2-720" fmla="*/ 2919505 h 2920259"/>
                    <a:gd name="connsiteX3-721" fmla="*/ 2295 w 8145760"/>
                    <a:gd name="connsiteY3-722" fmla="*/ 1470941 h 2920259"/>
                    <a:gd name="connsiteX4-723" fmla="*/ 767 w 8145760"/>
                    <a:gd name="connsiteY4-724" fmla="*/ 0 h 2920259"/>
                    <a:gd name="connsiteX5-725" fmla="*/ 4068271 w 8145760"/>
                    <a:gd name="connsiteY5-726" fmla="*/ 1418897 h 2920259"/>
                    <a:gd name="connsiteX6-727" fmla="*/ 8123687 w 8145760"/>
                    <a:gd name="connsiteY6-728" fmla="*/ 53735 h 2920259"/>
                    <a:gd name="connsiteX0-729" fmla="*/ 8161918 w 8161918"/>
                    <a:gd name="connsiteY0-730" fmla="*/ 0 h 2943855"/>
                    <a:gd name="connsiteX1-731" fmla="*/ 8145760 w 8161918"/>
                    <a:gd name="connsiteY1-732" fmla="*/ 1603540 h 2943855"/>
                    <a:gd name="connsiteX2-733" fmla="*/ 4123353 w 8161918"/>
                    <a:gd name="connsiteY2-734" fmla="*/ 2943101 h 2943855"/>
                    <a:gd name="connsiteX3-735" fmla="*/ 2295 w 8161918"/>
                    <a:gd name="connsiteY3-736" fmla="*/ 1494537 h 2943855"/>
                    <a:gd name="connsiteX4-737" fmla="*/ 767 w 8161918"/>
                    <a:gd name="connsiteY4-738" fmla="*/ 23596 h 2943855"/>
                    <a:gd name="connsiteX5-739" fmla="*/ 4068271 w 8161918"/>
                    <a:gd name="connsiteY5-740" fmla="*/ 1442493 h 2943855"/>
                    <a:gd name="connsiteX6-741" fmla="*/ 8161918 w 8161918"/>
                    <a:gd name="connsiteY6-742" fmla="*/ 0 h 2943855"/>
                    <a:gd name="connsiteX0-743" fmla="*/ 8144926 w 8145760"/>
                    <a:gd name="connsiteY0-744" fmla="*/ 43424 h 2920259"/>
                    <a:gd name="connsiteX1-745" fmla="*/ 8145760 w 8145760"/>
                    <a:gd name="connsiteY1-746" fmla="*/ 1579944 h 2920259"/>
                    <a:gd name="connsiteX2-747" fmla="*/ 4123353 w 8145760"/>
                    <a:gd name="connsiteY2-748" fmla="*/ 2919505 h 2920259"/>
                    <a:gd name="connsiteX3-749" fmla="*/ 2295 w 8145760"/>
                    <a:gd name="connsiteY3-750" fmla="*/ 1470941 h 2920259"/>
                    <a:gd name="connsiteX4-751" fmla="*/ 767 w 8145760"/>
                    <a:gd name="connsiteY4-752" fmla="*/ 0 h 2920259"/>
                    <a:gd name="connsiteX5-753" fmla="*/ 4068271 w 8145760"/>
                    <a:gd name="connsiteY5-754" fmla="*/ 1418897 h 2920259"/>
                    <a:gd name="connsiteX6-755" fmla="*/ 8144926 w 8145760"/>
                    <a:gd name="connsiteY6-756" fmla="*/ 43424 h 2920259"/>
                    <a:gd name="connsiteX0-757" fmla="*/ 8161918 w 8161918"/>
                    <a:gd name="connsiteY0-758" fmla="*/ 0 h 2959321"/>
                    <a:gd name="connsiteX1-759" fmla="*/ 8145760 w 8161918"/>
                    <a:gd name="connsiteY1-760" fmla="*/ 1619006 h 2959321"/>
                    <a:gd name="connsiteX2-761" fmla="*/ 4123353 w 8161918"/>
                    <a:gd name="connsiteY2-762" fmla="*/ 2958567 h 2959321"/>
                    <a:gd name="connsiteX3-763" fmla="*/ 2295 w 8161918"/>
                    <a:gd name="connsiteY3-764" fmla="*/ 1510003 h 2959321"/>
                    <a:gd name="connsiteX4-765" fmla="*/ 767 w 8161918"/>
                    <a:gd name="connsiteY4-766" fmla="*/ 39062 h 2959321"/>
                    <a:gd name="connsiteX5-767" fmla="*/ 4068271 w 8161918"/>
                    <a:gd name="connsiteY5-768" fmla="*/ 1457959 h 2959321"/>
                    <a:gd name="connsiteX6-769" fmla="*/ 8161918 w 8161918"/>
                    <a:gd name="connsiteY6-770" fmla="*/ 0 h 2959321"/>
                    <a:gd name="connsiteX0-771" fmla="*/ 8161918 w 8162752"/>
                    <a:gd name="connsiteY0-772" fmla="*/ 0 h 2959488"/>
                    <a:gd name="connsiteX1-773" fmla="*/ 8162752 w 8162752"/>
                    <a:gd name="connsiteY1-774" fmla="*/ 1629317 h 2959488"/>
                    <a:gd name="connsiteX2-775" fmla="*/ 4123353 w 8162752"/>
                    <a:gd name="connsiteY2-776" fmla="*/ 2958567 h 2959488"/>
                    <a:gd name="connsiteX3-777" fmla="*/ 2295 w 8162752"/>
                    <a:gd name="connsiteY3-778" fmla="*/ 1510003 h 2959488"/>
                    <a:gd name="connsiteX4-779" fmla="*/ 767 w 8162752"/>
                    <a:gd name="connsiteY4-780" fmla="*/ 39062 h 2959488"/>
                    <a:gd name="connsiteX5-781" fmla="*/ 4068271 w 8162752"/>
                    <a:gd name="connsiteY5-782" fmla="*/ 1457959 h 2959488"/>
                    <a:gd name="connsiteX6-783" fmla="*/ 8161918 w 8162752"/>
                    <a:gd name="connsiteY6-784" fmla="*/ 0 h 2959488"/>
                    <a:gd name="connsiteX0-785" fmla="*/ 8165930 w 8166764"/>
                    <a:gd name="connsiteY0-786" fmla="*/ 7337 h 2966825"/>
                    <a:gd name="connsiteX1-787" fmla="*/ 8166764 w 8166764"/>
                    <a:gd name="connsiteY1-788" fmla="*/ 1636654 h 2966825"/>
                    <a:gd name="connsiteX2-789" fmla="*/ 4127365 w 8166764"/>
                    <a:gd name="connsiteY2-790" fmla="*/ 2965904 h 2966825"/>
                    <a:gd name="connsiteX3-791" fmla="*/ 6307 w 8166764"/>
                    <a:gd name="connsiteY3-792" fmla="*/ 1517340 h 2966825"/>
                    <a:gd name="connsiteX4-793" fmla="*/ 532 w 8166764"/>
                    <a:gd name="connsiteY4-794" fmla="*/ 0 h 2966825"/>
                    <a:gd name="connsiteX5-795" fmla="*/ 4072283 w 8166764"/>
                    <a:gd name="connsiteY5-796" fmla="*/ 1465296 h 2966825"/>
                    <a:gd name="connsiteX6-797" fmla="*/ 8165930 w 8166764"/>
                    <a:gd name="connsiteY6-798" fmla="*/ 7337 h 2966825"/>
                    <a:gd name="connsiteX0-799" fmla="*/ 8168119 w 8168953"/>
                    <a:gd name="connsiteY0-800" fmla="*/ 7337 h 2966682"/>
                    <a:gd name="connsiteX1-801" fmla="*/ 8168953 w 8168953"/>
                    <a:gd name="connsiteY1-802" fmla="*/ 1636654 h 2966682"/>
                    <a:gd name="connsiteX2-803" fmla="*/ 4129554 w 8168953"/>
                    <a:gd name="connsiteY2-804" fmla="*/ 2965904 h 2966682"/>
                    <a:gd name="connsiteX3-805" fmla="*/ 0 w 8168953"/>
                    <a:gd name="connsiteY3-806" fmla="*/ 1527651 h 2966682"/>
                    <a:gd name="connsiteX4-807" fmla="*/ 2721 w 8168953"/>
                    <a:gd name="connsiteY4-808" fmla="*/ 0 h 2966682"/>
                    <a:gd name="connsiteX5-809" fmla="*/ 4074472 w 8168953"/>
                    <a:gd name="connsiteY5-810" fmla="*/ 1465296 h 2966682"/>
                    <a:gd name="connsiteX6-811" fmla="*/ 8168119 w 8168953"/>
                    <a:gd name="connsiteY6-812" fmla="*/ 7337 h 2966682"/>
                    <a:gd name="connsiteX0-813" fmla="*/ 8168119 w 8168953"/>
                    <a:gd name="connsiteY0-814" fmla="*/ 7337 h 3100377"/>
                    <a:gd name="connsiteX1-815" fmla="*/ 8168953 w 8168953"/>
                    <a:gd name="connsiteY1-816" fmla="*/ 1636654 h 3100377"/>
                    <a:gd name="connsiteX2-817" fmla="*/ 4118520 w 8168953"/>
                    <a:gd name="connsiteY2-818" fmla="*/ 3099826 h 3100377"/>
                    <a:gd name="connsiteX3-819" fmla="*/ 0 w 8168953"/>
                    <a:gd name="connsiteY3-820" fmla="*/ 1527651 h 3100377"/>
                    <a:gd name="connsiteX4-821" fmla="*/ 2721 w 8168953"/>
                    <a:gd name="connsiteY4-822" fmla="*/ 0 h 3100377"/>
                    <a:gd name="connsiteX5-823" fmla="*/ 4074472 w 8168953"/>
                    <a:gd name="connsiteY5-824" fmla="*/ 1465296 h 3100377"/>
                    <a:gd name="connsiteX6-825" fmla="*/ 8168119 w 8168953"/>
                    <a:gd name="connsiteY6-826" fmla="*/ 7337 h 3100377"/>
                    <a:gd name="connsiteX0-827" fmla="*/ 8168119 w 8168953"/>
                    <a:gd name="connsiteY0-828" fmla="*/ 7337 h 3100429"/>
                    <a:gd name="connsiteX1-829" fmla="*/ 8168953 w 8168953"/>
                    <a:gd name="connsiteY1-830" fmla="*/ 1636654 h 3100429"/>
                    <a:gd name="connsiteX2-831" fmla="*/ 4118520 w 8168953"/>
                    <a:gd name="connsiteY2-832" fmla="*/ 3099826 h 3100429"/>
                    <a:gd name="connsiteX3-833" fmla="*/ 0 w 8168953"/>
                    <a:gd name="connsiteY3-834" fmla="*/ 1527651 h 3100429"/>
                    <a:gd name="connsiteX4-835" fmla="*/ 2721 w 8168953"/>
                    <a:gd name="connsiteY4-836" fmla="*/ 0 h 3100429"/>
                    <a:gd name="connsiteX5-837" fmla="*/ 4074472 w 8168953"/>
                    <a:gd name="connsiteY5-838" fmla="*/ 1465296 h 3100429"/>
                    <a:gd name="connsiteX6-839" fmla="*/ 8168119 w 8168953"/>
                    <a:gd name="connsiteY6-840" fmla="*/ 7337 h 3100429"/>
                    <a:gd name="connsiteX0-841" fmla="*/ 8165849 w 8166683"/>
                    <a:gd name="connsiteY0-842" fmla="*/ 7337 h 3099826"/>
                    <a:gd name="connsiteX1-843" fmla="*/ 8166683 w 8166683"/>
                    <a:gd name="connsiteY1-844" fmla="*/ 1636654 h 3099826"/>
                    <a:gd name="connsiteX2-845" fmla="*/ 4116250 w 8166683"/>
                    <a:gd name="connsiteY2-846" fmla="*/ 3099826 h 3099826"/>
                    <a:gd name="connsiteX3-847" fmla="*/ 8764 w 8166683"/>
                    <a:gd name="connsiteY3-848" fmla="*/ 1634789 h 3099826"/>
                    <a:gd name="connsiteX4-849" fmla="*/ 451 w 8166683"/>
                    <a:gd name="connsiteY4-850" fmla="*/ 0 h 3099826"/>
                    <a:gd name="connsiteX5-851" fmla="*/ 4072202 w 8166683"/>
                    <a:gd name="connsiteY5-852" fmla="*/ 1465296 h 3099826"/>
                    <a:gd name="connsiteX6-853" fmla="*/ 8165849 w 8166683"/>
                    <a:gd name="connsiteY6-854" fmla="*/ 7337 h 3099826"/>
                    <a:gd name="connsiteX0-855" fmla="*/ 8165849 w 8166683"/>
                    <a:gd name="connsiteY0-856" fmla="*/ 7337 h 3099826"/>
                    <a:gd name="connsiteX1-857" fmla="*/ 8166683 w 8166683"/>
                    <a:gd name="connsiteY1-858" fmla="*/ 1636654 h 3099826"/>
                    <a:gd name="connsiteX2-859" fmla="*/ 4116250 w 8166683"/>
                    <a:gd name="connsiteY2-860" fmla="*/ 3099826 h 3099826"/>
                    <a:gd name="connsiteX3-861" fmla="*/ 8764 w 8166683"/>
                    <a:gd name="connsiteY3-862" fmla="*/ 1634789 h 3099826"/>
                    <a:gd name="connsiteX4-863" fmla="*/ 451 w 8166683"/>
                    <a:gd name="connsiteY4-864" fmla="*/ 0 h 3099826"/>
                    <a:gd name="connsiteX5-865" fmla="*/ 4072202 w 8166683"/>
                    <a:gd name="connsiteY5-866" fmla="*/ 1465296 h 3099826"/>
                    <a:gd name="connsiteX6-867" fmla="*/ 8165849 w 8166683"/>
                    <a:gd name="connsiteY6-868" fmla="*/ 7337 h 3099826"/>
                    <a:gd name="connsiteX0-869" fmla="*/ 8165849 w 8166683"/>
                    <a:gd name="connsiteY0-870" fmla="*/ 7337 h 3099826"/>
                    <a:gd name="connsiteX1-871" fmla="*/ 8166683 w 8166683"/>
                    <a:gd name="connsiteY1-872" fmla="*/ 1636654 h 3099826"/>
                    <a:gd name="connsiteX2-873" fmla="*/ 4116250 w 8166683"/>
                    <a:gd name="connsiteY2-874" fmla="*/ 3099826 h 3099826"/>
                    <a:gd name="connsiteX3-875" fmla="*/ 8764 w 8166683"/>
                    <a:gd name="connsiteY3-876" fmla="*/ 1634789 h 3099826"/>
                    <a:gd name="connsiteX4-877" fmla="*/ 451 w 8166683"/>
                    <a:gd name="connsiteY4-878" fmla="*/ 0 h 3099826"/>
                    <a:gd name="connsiteX5-879" fmla="*/ 4061168 w 8166683"/>
                    <a:gd name="connsiteY5-880" fmla="*/ 1438511 h 3099826"/>
                    <a:gd name="connsiteX6-881" fmla="*/ 8165849 w 8166683"/>
                    <a:gd name="connsiteY6-882" fmla="*/ 7337 h 3099826"/>
                    <a:gd name="connsiteX0-883" fmla="*/ 8165849 w 8166683"/>
                    <a:gd name="connsiteY0-884" fmla="*/ 7337 h 3099826"/>
                    <a:gd name="connsiteX1-885" fmla="*/ 8166683 w 8166683"/>
                    <a:gd name="connsiteY1-886" fmla="*/ 1636654 h 3099826"/>
                    <a:gd name="connsiteX2-887" fmla="*/ 4116250 w 8166683"/>
                    <a:gd name="connsiteY2-888" fmla="*/ 3099826 h 3099826"/>
                    <a:gd name="connsiteX3-889" fmla="*/ 8764 w 8166683"/>
                    <a:gd name="connsiteY3-890" fmla="*/ 1634789 h 3099826"/>
                    <a:gd name="connsiteX4-891" fmla="*/ 451 w 8166683"/>
                    <a:gd name="connsiteY4-892" fmla="*/ 0 h 3099826"/>
                    <a:gd name="connsiteX5-893" fmla="*/ 4061168 w 8166683"/>
                    <a:gd name="connsiteY5-894" fmla="*/ 1438511 h 3099826"/>
                    <a:gd name="connsiteX6-895" fmla="*/ 8165849 w 8166683"/>
                    <a:gd name="connsiteY6-896" fmla="*/ 7337 h 309982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0" name="Oval 319"/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321" name="Group 320"/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322" name="Freeform 321"/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-1" fmla="*/ 3725333 w 4641485"/>
                      <a:gd name="connsiteY0-2" fmla="*/ 0 h 1049866"/>
                      <a:gd name="connsiteX1-3" fmla="*/ 4641485 w 4641485"/>
                      <a:gd name="connsiteY1-4" fmla="*/ 239402 h 1049866"/>
                      <a:gd name="connsiteX2-5" fmla="*/ 3962400 w 4641485"/>
                      <a:gd name="connsiteY2-6" fmla="*/ 541866 h 1049866"/>
                      <a:gd name="connsiteX3-7" fmla="*/ 3742267 w 4641485"/>
                      <a:gd name="connsiteY3-8" fmla="*/ 457200 h 1049866"/>
                      <a:gd name="connsiteX4-9" fmla="*/ 2269067 w 4641485"/>
                      <a:gd name="connsiteY4-10" fmla="*/ 1049866 h 1049866"/>
                      <a:gd name="connsiteX5-11" fmla="*/ 880533 w 4641485"/>
                      <a:gd name="connsiteY5-12" fmla="*/ 457200 h 1049866"/>
                      <a:gd name="connsiteX6-13" fmla="*/ 592667 w 4641485"/>
                      <a:gd name="connsiteY6-14" fmla="*/ 541866 h 1049866"/>
                      <a:gd name="connsiteX7-15" fmla="*/ 0 w 4641485"/>
                      <a:gd name="connsiteY7-16" fmla="*/ 254000 h 1049866"/>
                      <a:gd name="connsiteX8-17" fmla="*/ 880533 w 4641485"/>
                      <a:gd name="connsiteY8-18" fmla="*/ 16933 h 1049866"/>
                      <a:gd name="connsiteX9-19" fmla="*/ 2302933 w 4641485"/>
                      <a:gd name="connsiteY9-20" fmla="*/ 626533 h 1049866"/>
                      <a:gd name="connsiteX10-21" fmla="*/ 3725333 w 4641485"/>
                      <a:gd name="connsiteY10-22" fmla="*/ 0 h 1049866"/>
                      <a:gd name="connsiteX0-23" fmla="*/ 3756864 w 4673016"/>
                      <a:gd name="connsiteY0-24" fmla="*/ 0 h 1049866"/>
                      <a:gd name="connsiteX1-25" fmla="*/ 4673016 w 4673016"/>
                      <a:gd name="connsiteY1-26" fmla="*/ 239402 h 1049866"/>
                      <a:gd name="connsiteX2-27" fmla="*/ 3993931 w 4673016"/>
                      <a:gd name="connsiteY2-28" fmla="*/ 541866 h 1049866"/>
                      <a:gd name="connsiteX3-29" fmla="*/ 3773798 w 4673016"/>
                      <a:gd name="connsiteY3-30" fmla="*/ 457200 h 1049866"/>
                      <a:gd name="connsiteX4-31" fmla="*/ 2300598 w 4673016"/>
                      <a:gd name="connsiteY4-32" fmla="*/ 1049866 h 1049866"/>
                      <a:gd name="connsiteX5-33" fmla="*/ 912064 w 4673016"/>
                      <a:gd name="connsiteY5-34" fmla="*/ 457200 h 1049866"/>
                      <a:gd name="connsiteX6-35" fmla="*/ 624198 w 4673016"/>
                      <a:gd name="connsiteY6-36" fmla="*/ 541866 h 1049866"/>
                      <a:gd name="connsiteX7-37" fmla="*/ 0 w 4673016"/>
                      <a:gd name="connsiteY7-38" fmla="*/ 232979 h 1049866"/>
                      <a:gd name="connsiteX8-39" fmla="*/ 912064 w 4673016"/>
                      <a:gd name="connsiteY8-40" fmla="*/ 16933 h 1049866"/>
                      <a:gd name="connsiteX9-41" fmla="*/ 2334464 w 4673016"/>
                      <a:gd name="connsiteY9-42" fmla="*/ 626533 h 1049866"/>
                      <a:gd name="connsiteX10-43" fmla="*/ 3756864 w 4673016"/>
                      <a:gd name="connsiteY10-44" fmla="*/ 0 h 1049866"/>
                      <a:gd name="connsiteX0-45" fmla="*/ 3756864 w 4673016"/>
                      <a:gd name="connsiteY0-46" fmla="*/ 0 h 1049866"/>
                      <a:gd name="connsiteX1-47" fmla="*/ 4673016 w 4673016"/>
                      <a:gd name="connsiteY1-48" fmla="*/ 239402 h 1049866"/>
                      <a:gd name="connsiteX2-49" fmla="*/ 3993931 w 4673016"/>
                      <a:gd name="connsiteY2-50" fmla="*/ 541866 h 1049866"/>
                      <a:gd name="connsiteX3-51" fmla="*/ 3784308 w 4673016"/>
                      <a:gd name="connsiteY3-52" fmla="*/ 404648 h 1049866"/>
                      <a:gd name="connsiteX4-53" fmla="*/ 2300598 w 4673016"/>
                      <a:gd name="connsiteY4-54" fmla="*/ 1049866 h 1049866"/>
                      <a:gd name="connsiteX5-55" fmla="*/ 912064 w 4673016"/>
                      <a:gd name="connsiteY5-56" fmla="*/ 457200 h 1049866"/>
                      <a:gd name="connsiteX6-57" fmla="*/ 624198 w 4673016"/>
                      <a:gd name="connsiteY6-58" fmla="*/ 541866 h 1049866"/>
                      <a:gd name="connsiteX7-59" fmla="*/ 0 w 4673016"/>
                      <a:gd name="connsiteY7-60" fmla="*/ 232979 h 1049866"/>
                      <a:gd name="connsiteX8-61" fmla="*/ 912064 w 4673016"/>
                      <a:gd name="connsiteY8-62" fmla="*/ 16933 h 1049866"/>
                      <a:gd name="connsiteX9-63" fmla="*/ 2334464 w 4673016"/>
                      <a:gd name="connsiteY9-64" fmla="*/ 626533 h 1049866"/>
                      <a:gd name="connsiteX10-65" fmla="*/ 3756864 w 4673016"/>
                      <a:gd name="connsiteY10-66" fmla="*/ 0 h 1049866"/>
                      <a:gd name="connsiteX0-67" fmla="*/ 3756864 w 4673016"/>
                      <a:gd name="connsiteY0-68" fmla="*/ 0 h 1049866"/>
                      <a:gd name="connsiteX1-69" fmla="*/ 4673016 w 4673016"/>
                      <a:gd name="connsiteY1-70" fmla="*/ 239402 h 1049866"/>
                      <a:gd name="connsiteX2-71" fmla="*/ 3993931 w 4673016"/>
                      <a:gd name="connsiteY2-72" fmla="*/ 541866 h 1049866"/>
                      <a:gd name="connsiteX3-73" fmla="*/ 3794818 w 4673016"/>
                      <a:gd name="connsiteY3-74" fmla="*/ 436179 h 1049866"/>
                      <a:gd name="connsiteX4-75" fmla="*/ 2300598 w 4673016"/>
                      <a:gd name="connsiteY4-76" fmla="*/ 1049866 h 1049866"/>
                      <a:gd name="connsiteX5-77" fmla="*/ 912064 w 4673016"/>
                      <a:gd name="connsiteY5-78" fmla="*/ 457200 h 1049866"/>
                      <a:gd name="connsiteX6-79" fmla="*/ 624198 w 4673016"/>
                      <a:gd name="connsiteY6-80" fmla="*/ 541866 h 1049866"/>
                      <a:gd name="connsiteX7-81" fmla="*/ 0 w 4673016"/>
                      <a:gd name="connsiteY7-82" fmla="*/ 232979 h 1049866"/>
                      <a:gd name="connsiteX8-83" fmla="*/ 912064 w 4673016"/>
                      <a:gd name="connsiteY8-84" fmla="*/ 16933 h 1049866"/>
                      <a:gd name="connsiteX9-85" fmla="*/ 2334464 w 4673016"/>
                      <a:gd name="connsiteY9-86" fmla="*/ 626533 h 1049866"/>
                      <a:gd name="connsiteX10-87" fmla="*/ 3756864 w 4673016"/>
                      <a:gd name="connsiteY10-88" fmla="*/ 0 h 1049866"/>
                      <a:gd name="connsiteX0-89" fmla="*/ 3756864 w 4673016"/>
                      <a:gd name="connsiteY0-90" fmla="*/ 0 h 1049866"/>
                      <a:gd name="connsiteX1-91" fmla="*/ 4673016 w 4673016"/>
                      <a:gd name="connsiteY1-92" fmla="*/ 239402 h 1049866"/>
                      <a:gd name="connsiteX2-93" fmla="*/ 3993931 w 4673016"/>
                      <a:gd name="connsiteY2-94" fmla="*/ 541866 h 1049866"/>
                      <a:gd name="connsiteX3-95" fmla="*/ 3794818 w 4673016"/>
                      <a:gd name="connsiteY3-96" fmla="*/ 436179 h 1049866"/>
                      <a:gd name="connsiteX4-97" fmla="*/ 2300598 w 4673016"/>
                      <a:gd name="connsiteY4-98" fmla="*/ 1049866 h 1049866"/>
                      <a:gd name="connsiteX5-99" fmla="*/ 912064 w 4673016"/>
                      <a:gd name="connsiteY5-100" fmla="*/ 457200 h 1049866"/>
                      <a:gd name="connsiteX6-101" fmla="*/ 624198 w 4673016"/>
                      <a:gd name="connsiteY6-102" fmla="*/ 541866 h 1049866"/>
                      <a:gd name="connsiteX7-103" fmla="*/ 0 w 4673016"/>
                      <a:gd name="connsiteY7-104" fmla="*/ 232979 h 1049866"/>
                      <a:gd name="connsiteX8-105" fmla="*/ 912064 w 4673016"/>
                      <a:gd name="connsiteY8-106" fmla="*/ 16933 h 1049866"/>
                      <a:gd name="connsiteX9-107" fmla="*/ 2323954 w 4673016"/>
                      <a:gd name="connsiteY9-108" fmla="*/ 616023 h 1049866"/>
                      <a:gd name="connsiteX10-109" fmla="*/ 3756864 w 4673016"/>
                      <a:gd name="connsiteY10-110" fmla="*/ 0 h 1049866"/>
                      <a:gd name="connsiteX0-111" fmla="*/ 3756864 w 4673016"/>
                      <a:gd name="connsiteY0-112" fmla="*/ 0 h 1049866"/>
                      <a:gd name="connsiteX1-113" fmla="*/ 4673016 w 4673016"/>
                      <a:gd name="connsiteY1-114" fmla="*/ 239402 h 1049866"/>
                      <a:gd name="connsiteX2-115" fmla="*/ 3993931 w 4673016"/>
                      <a:gd name="connsiteY2-116" fmla="*/ 541866 h 1049866"/>
                      <a:gd name="connsiteX3-117" fmla="*/ 3794818 w 4673016"/>
                      <a:gd name="connsiteY3-118" fmla="*/ 436179 h 1049866"/>
                      <a:gd name="connsiteX4-119" fmla="*/ 2300598 w 4673016"/>
                      <a:gd name="connsiteY4-120" fmla="*/ 1049866 h 1049866"/>
                      <a:gd name="connsiteX5-121" fmla="*/ 912064 w 4673016"/>
                      <a:gd name="connsiteY5-122" fmla="*/ 457200 h 1049866"/>
                      <a:gd name="connsiteX6-123" fmla="*/ 624198 w 4673016"/>
                      <a:gd name="connsiteY6-124" fmla="*/ 541866 h 1049866"/>
                      <a:gd name="connsiteX7-125" fmla="*/ 0 w 4673016"/>
                      <a:gd name="connsiteY7-126" fmla="*/ 275021 h 1049866"/>
                      <a:gd name="connsiteX8-127" fmla="*/ 912064 w 4673016"/>
                      <a:gd name="connsiteY8-128" fmla="*/ 16933 h 1049866"/>
                      <a:gd name="connsiteX9-129" fmla="*/ 2323954 w 4673016"/>
                      <a:gd name="connsiteY9-130" fmla="*/ 616023 h 1049866"/>
                      <a:gd name="connsiteX10-131" fmla="*/ 3756864 w 4673016"/>
                      <a:gd name="connsiteY10-132" fmla="*/ 0 h 1049866"/>
                      <a:gd name="connsiteX0-133" fmla="*/ 3756864 w 4673016"/>
                      <a:gd name="connsiteY0-134" fmla="*/ 0 h 1049866"/>
                      <a:gd name="connsiteX1-135" fmla="*/ 4673016 w 4673016"/>
                      <a:gd name="connsiteY1-136" fmla="*/ 239402 h 1049866"/>
                      <a:gd name="connsiteX2-137" fmla="*/ 3993931 w 4673016"/>
                      <a:gd name="connsiteY2-138" fmla="*/ 541866 h 1049866"/>
                      <a:gd name="connsiteX3-139" fmla="*/ 3815839 w 4673016"/>
                      <a:gd name="connsiteY3-140" fmla="*/ 467710 h 1049866"/>
                      <a:gd name="connsiteX4-141" fmla="*/ 2300598 w 4673016"/>
                      <a:gd name="connsiteY4-142" fmla="*/ 1049866 h 1049866"/>
                      <a:gd name="connsiteX5-143" fmla="*/ 912064 w 4673016"/>
                      <a:gd name="connsiteY5-144" fmla="*/ 457200 h 1049866"/>
                      <a:gd name="connsiteX6-145" fmla="*/ 624198 w 4673016"/>
                      <a:gd name="connsiteY6-146" fmla="*/ 541866 h 1049866"/>
                      <a:gd name="connsiteX7-147" fmla="*/ 0 w 4673016"/>
                      <a:gd name="connsiteY7-148" fmla="*/ 275021 h 1049866"/>
                      <a:gd name="connsiteX8-149" fmla="*/ 912064 w 4673016"/>
                      <a:gd name="connsiteY8-150" fmla="*/ 16933 h 1049866"/>
                      <a:gd name="connsiteX9-151" fmla="*/ 2323954 w 4673016"/>
                      <a:gd name="connsiteY9-152" fmla="*/ 616023 h 1049866"/>
                      <a:gd name="connsiteX10-153" fmla="*/ 3756864 w 4673016"/>
                      <a:gd name="connsiteY10-154" fmla="*/ 0 h 104986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23" name="Freeform 322"/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24" name="Freeform 323"/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25" name="Freeform 324"/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-1" fmla="*/ 168165 w 3731172"/>
                      <a:gd name="connsiteY0-2" fmla="*/ 73572 h 1418896"/>
                      <a:gd name="connsiteX1-3" fmla="*/ 451945 w 3731172"/>
                      <a:gd name="connsiteY1-4" fmla="*/ 0 h 1418896"/>
                      <a:gd name="connsiteX2-5" fmla="*/ 1881352 w 3731172"/>
                      <a:gd name="connsiteY2-6" fmla="*/ 599089 h 1418896"/>
                      <a:gd name="connsiteX3-7" fmla="*/ 3363310 w 3731172"/>
                      <a:gd name="connsiteY3-8" fmla="*/ 0 h 1418896"/>
                      <a:gd name="connsiteX4-9" fmla="*/ 3584027 w 3731172"/>
                      <a:gd name="connsiteY4-10" fmla="*/ 73572 h 1418896"/>
                      <a:gd name="connsiteX5-11" fmla="*/ 2627586 w 3731172"/>
                      <a:gd name="connsiteY5-12" fmla="*/ 441434 h 1418896"/>
                      <a:gd name="connsiteX6-13" fmla="*/ 2596055 w 3731172"/>
                      <a:gd name="connsiteY6-14" fmla="*/ 914400 h 1418896"/>
                      <a:gd name="connsiteX7-15" fmla="*/ 3731172 w 3731172"/>
                      <a:gd name="connsiteY7-16" fmla="*/ 1345324 h 1418896"/>
                      <a:gd name="connsiteX8-17" fmla="*/ 3447393 w 3731172"/>
                      <a:gd name="connsiteY8-18" fmla="*/ 1408386 h 1418896"/>
                      <a:gd name="connsiteX9-19" fmla="*/ 1870841 w 3731172"/>
                      <a:gd name="connsiteY9-20" fmla="*/ 746234 h 1418896"/>
                      <a:gd name="connsiteX10-21" fmla="*/ 262758 w 3731172"/>
                      <a:gd name="connsiteY10-22" fmla="*/ 1418896 h 1418896"/>
                      <a:gd name="connsiteX11-23" fmla="*/ 0 w 3731172"/>
                      <a:gd name="connsiteY11-24" fmla="*/ 1324303 h 1418896"/>
                      <a:gd name="connsiteX12-25" fmla="*/ 1145627 w 3731172"/>
                      <a:gd name="connsiteY12-26" fmla="*/ 882869 h 1418896"/>
                      <a:gd name="connsiteX13-27" fmla="*/ 1114096 w 3731172"/>
                      <a:gd name="connsiteY13-28" fmla="*/ 409903 h 1418896"/>
                      <a:gd name="connsiteX14-29" fmla="*/ 441434 w 3731172"/>
                      <a:gd name="connsiteY14-30" fmla="*/ 10510 h 1418896"/>
                      <a:gd name="connsiteX15-31" fmla="*/ 441434 w 3731172"/>
                      <a:gd name="connsiteY15-32" fmla="*/ 10510 h 1418896"/>
                      <a:gd name="connsiteX0-33" fmla="*/ 168165 w 3731172"/>
                      <a:gd name="connsiteY0-34" fmla="*/ 73572 h 1418896"/>
                      <a:gd name="connsiteX1-35" fmla="*/ 451945 w 3731172"/>
                      <a:gd name="connsiteY1-36" fmla="*/ 0 h 1418896"/>
                      <a:gd name="connsiteX2-37" fmla="*/ 1881352 w 3731172"/>
                      <a:gd name="connsiteY2-38" fmla="*/ 599089 h 1418896"/>
                      <a:gd name="connsiteX3-39" fmla="*/ 3363310 w 3731172"/>
                      <a:gd name="connsiteY3-40" fmla="*/ 0 h 1418896"/>
                      <a:gd name="connsiteX4-41" fmla="*/ 3584027 w 3731172"/>
                      <a:gd name="connsiteY4-42" fmla="*/ 73572 h 1418896"/>
                      <a:gd name="connsiteX5-43" fmla="*/ 2627586 w 3731172"/>
                      <a:gd name="connsiteY5-44" fmla="*/ 441434 h 1418896"/>
                      <a:gd name="connsiteX6-45" fmla="*/ 2596055 w 3731172"/>
                      <a:gd name="connsiteY6-46" fmla="*/ 914400 h 1418896"/>
                      <a:gd name="connsiteX7-47" fmla="*/ 3731172 w 3731172"/>
                      <a:gd name="connsiteY7-48" fmla="*/ 1345324 h 1418896"/>
                      <a:gd name="connsiteX8-49" fmla="*/ 3447393 w 3731172"/>
                      <a:gd name="connsiteY8-50" fmla="*/ 1408386 h 1418896"/>
                      <a:gd name="connsiteX9-51" fmla="*/ 1870841 w 3731172"/>
                      <a:gd name="connsiteY9-52" fmla="*/ 746234 h 1418896"/>
                      <a:gd name="connsiteX10-53" fmla="*/ 262758 w 3731172"/>
                      <a:gd name="connsiteY10-54" fmla="*/ 1418896 h 1418896"/>
                      <a:gd name="connsiteX11-55" fmla="*/ 0 w 3731172"/>
                      <a:gd name="connsiteY11-56" fmla="*/ 1324303 h 1418896"/>
                      <a:gd name="connsiteX12-57" fmla="*/ 1145627 w 3731172"/>
                      <a:gd name="connsiteY12-58" fmla="*/ 882869 h 1418896"/>
                      <a:gd name="connsiteX13-59" fmla="*/ 1114096 w 3731172"/>
                      <a:gd name="connsiteY13-60" fmla="*/ 409903 h 1418896"/>
                      <a:gd name="connsiteX14-61" fmla="*/ 441434 w 3731172"/>
                      <a:gd name="connsiteY14-62" fmla="*/ 10510 h 1418896"/>
                      <a:gd name="connsiteX0-63" fmla="*/ 168165 w 3731172"/>
                      <a:gd name="connsiteY0-64" fmla="*/ 73572 h 1418896"/>
                      <a:gd name="connsiteX1-65" fmla="*/ 451945 w 3731172"/>
                      <a:gd name="connsiteY1-66" fmla="*/ 0 h 1418896"/>
                      <a:gd name="connsiteX2-67" fmla="*/ 1881352 w 3731172"/>
                      <a:gd name="connsiteY2-68" fmla="*/ 599089 h 1418896"/>
                      <a:gd name="connsiteX3-69" fmla="*/ 3363310 w 3731172"/>
                      <a:gd name="connsiteY3-70" fmla="*/ 0 h 1418896"/>
                      <a:gd name="connsiteX4-71" fmla="*/ 3584027 w 3731172"/>
                      <a:gd name="connsiteY4-72" fmla="*/ 73572 h 1418896"/>
                      <a:gd name="connsiteX5-73" fmla="*/ 2627586 w 3731172"/>
                      <a:gd name="connsiteY5-74" fmla="*/ 441434 h 1418896"/>
                      <a:gd name="connsiteX6-75" fmla="*/ 2596055 w 3731172"/>
                      <a:gd name="connsiteY6-76" fmla="*/ 914400 h 1418896"/>
                      <a:gd name="connsiteX7-77" fmla="*/ 3731172 w 3731172"/>
                      <a:gd name="connsiteY7-78" fmla="*/ 1345324 h 1418896"/>
                      <a:gd name="connsiteX8-79" fmla="*/ 3447393 w 3731172"/>
                      <a:gd name="connsiteY8-80" fmla="*/ 1408386 h 1418896"/>
                      <a:gd name="connsiteX9-81" fmla="*/ 1870841 w 3731172"/>
                      <a:gd name="connsiteY9-82" fmla="*/ 746234 h 1418896"/>
                      <a:gd name="connsiteX10-83" fmla="*/ 262758 w 3731172"/>
                      <a:gd name="connsiteY10-84" fmla="*/ 1418896 h 1418896"/>
                      <a:gd name="connsiteX11-85" fmla="*/ 0 w 3731172"/>
                      <a:gd name="connsiteY11-86" fmla="*/ 1324303 h 1418896"/>
                      <a:gd name="connsiteX12-87" fmla="*/ 1145627 w 3731172"/>
                      <a:gd name="connsiteY12-88" fmla="*/ 882869 h 1418896"/>
                      <a:gd name="connsiteX13-89" fmla="*/ 1114096 w 3731172"/>
                      <a:gd name="connsiteY13-90" fmla="*/ 409903 h 1418896"/>
                      <a:gd name="connsiteX14-91" fmla="*/ 357351 w 3731172"/>
                      <a:gd name="connsiteY14-92" fmla="*/ 115613 h 1418896"/>
                      <a:gd name="connsiteX0-93" fmla="*/ 168165 w 3731172"/>
                      <a:gd name="connsiteY0-94" fmla="*/ 73572 h 1418896"/>
                      <a:gd name="connsiteX1-95" fmla="*/ 451945 w 3731172"/>
                      <a:gd name="connsiteY1-96" fmla="*/ 0 h 1418896"/>
                      <a:gd name="connsiteX2-97" fmla="*/ 1881352 w 3731172"/>
                      <a:gd name="connsiteY2-98" fmla="*/ 599089 h 1418896"/>
                      <a:gd name="connsiteX3-99" fmla="*/ 3363310 w 3731172"/>
                      <a:gd name="connsiteY3-100" fmla="*/ 0 h 1418896"/>
                      <a:gd name="connsiteX4-101" fmla="*/ 3584027 w 3731172"/>
                      <a:gd name="connsiteY4-102" fmla="*/ 73572 h 1418896"/>
                      <a:gd name="connsiteX5-103" fmla="*/ 2627586 w 3731172"/>
                      <a:gd name="connsiteY5-104" fmla="*/ 441434 h 1418896"/>
                      <a:gd name="connsiteX6-105" fmla="*/ 2596055 w 3731172"/>
                      <a:gd name="connsiteY6-106" fmla="*/ 914400 h 1418896"/>
                      <a:gd name="connsiteX7-107" fmla="*/ 3731172 w 3731172"/>
                      <a:gd name="connsiteY7-108" fmla="*/ 1345324 h 1418896"/>
                      <a:gd name="connsiteX8-109" fmla="*/ 3447393 w 3731172"/>
                      <a:gd name="connsiteY8-110" fmla="*/ 1408386 h 1418896"/>
                      <a:gd name="connsiteX9-111" fmla="*/ 1870841 w 3731172"/>
                      <a:gd name="connsiteY9-112" fmla="*/ 746234 h 1418896"/>
                      <a:gd name="connsiteX10-113" fmla="*/ 262758 w 3731172"/>
                      <a:gd name="connsiteY10-114" fmla="*/ 1418896 h 1418896"/>
                      <a:gd name="connsiteX11-115" fmla="*/ 0 w 3731172"/>
                      <a:gd name="connsiteY11-116" fmla="*/ 1324303 h 1418896"/>
                      <a:gd name="connsiteX12-117" fmla="*/ 1145627 w 3731172"/>
                      <a:gd name="connsiteY12-118" fmla="*/ 882869 h 1418896"/>
                      <a:gd name="connsiteX13-119" fmla="*/ 1114096 w 3731172"/>
                      <a:gd name="connsiteY13-120" fmla="*/ 409903 h 1418896"/>
                      <a:gd name="connsiteX14-121" fmla="*/ 147144 w 3731172"/>
                      <a:gd name="connsiteY14-122" fmla="*/ 63061 h 1418896"/>
                      <a:gd name="connsiteX0-123" fmla="*/ 168165 w 3731172"/>
                      <a:gd name="connsiteY0-124" fmla="*/ 73572 h 1418896"/>
                      <a:gd name="connsiteX1-125" fmla="*/ 451945 w 3731172"/>
                      <a:gd name="connsiteY1-126" fmla="*/ 0 h 1418896"/>
                      <a:gd name="connsiteX2-127" fmla="*/ 1881352 w 3731172"/>
                      <a:gd name="connsiteY2-128" fmla="*/ 599089 h 1418896"/>
                      <a:gd name="connsiteX3-129" fmla="*/ 3363310 w 3731172"/>
                      <a:gd name="connsiteY3-130" fmla="*/ 0 h 1418896"/>
                      <a:gd name="connsiteX4-131" fmla="*/ 3584027 w 3731172"/>
                      <a:gd name="connsiteY4-132" fmla="*/ 73572 h 1418896"/>
                      <a:gd name="connsiteX5-133" fmla="*/ 2627586 w 3731172"/>
                      <a:gd name="connsiteY5-134" fmla="*/ 441434 h 1418896"/>
                      <a:gd name="connsiteX6-135" fmla="*/ 2596055 w 3731172"/>
                      <a:gd name="connsiteY6-136" fmla="*/ 914400 h 1418896"/>
                      <a:gd name="connsiteX7-137" fmla="*/ 3731172 w 3731172"/>
                      <a:gd name="connsiteY7-138" fmla="*/ 1345324 h 1418896"/>
                      <a:gd name="connsiteX8-139" fmla="*/ 3447393 w 3731172"/>
                      <a:gd name="connsiteY8-140" fmla="*/ 1408386 h 1418896"/>
                      <a:gd name="connsiteX9-141" fmla="*/ 1870841 w 3731172"/>
                      <a:gd name="connsiteY9-142" fmla="*/ 746234 h 1418896"/>
                      <a:gd name="connsiteX10-143" fmla="*/ 262758 w 3731172"/>
                      <a:gd name="connsiteY10-144" fmla="*/ 1418896 h 1418896"/>
                      <a:gd name="connsiteX11-145" fmla="*/ 0 w 3731172"/>
                      <a:gd name="connsiteY11-146" fmla="*/ 1324303 h 1418896"/>
                      <a:gd name="connsiteX12-147" fmla="*/ 1145627 w 3731172"/>
                      <a:gd name="connsiteY12-148" fmla="*/ 882869 h 1418896"/>
                      <a:gd name="connsiteX13-149" fmla="*/ 1114096 w 3731172"/>
                      <a:gd name="connsiteY13-150" fmla="*/ 420413 h 1418896"/>
                      <a:gd name="connsiteX14-151" fmla="*/ 147144 w 3731172"/>
                      <a:gd name="connsiteY14-152" fmla="*/ 63061 h 1418896"/>
                      <a:gd name="connsiteX0-153" fmla="*/ 168165 w 3731172"/>
                      <a:gd name="connsiteY0-154" fmla="*/ 73572 h 1418896"/>
                      <a:gd name="connsiteX1-155" fmla="*/ 451945 w 3731172"/>
                      <a:gd name="connsiteY1-156" fmla="*/ 0 h 1418896"/>
                      <a:gd name="connsiteX2-157" fmla="*/ 1881352 w 3731172"/>
                      <a:gd name="connsiteY2-158" fmla="*/ 599089 h 1418896"/>
                      <a:gd name="connsiteX3-159" fmla="*/ 3363310 w 3731172"/>
                      <a:gd name="connsiteY3-160" fmla="*/ 0 h 1418896"/>
                      <a:gd name="connsiteX4-161" fmla="*/ 3584027 w 3731172"/>
                      <a:gd name="connsiteY4-162" fmla="*/ 73572 h 1418896"/>
                      <a:gd name="connsiteX5-163" fmla="*/ 2627586 w 3731172"/>
                      <a:gd name="connsiteY5-164" fmla="*/ 441434 h 1418896"/>
                      <a:gd name="connsiteX6-165" fmla="*/ 2596055 w 3731172"/>
                      <a:gd name="connsiteY6-166" fmla="*/ 914400 h 1418896"/>
                      <a:gd name="connsiteX7-167" fmla="*/ 3731172 w 3731172"/>
                      <a:gd name="connsiteY7-168" fmla="*/ 1345324 h 1418896"/>
                      <a:gd name="connsiteX8-169" fmla="*/ 3447393 w 3731172"/>
                      <a:gd name="connsiteY8-170" fmla="*/ 1408386 h 1418896"/>
                      <a:gd name="connsiteX9-171" fmla="*/ 1870841 w 3731172"/>
                      <a:gd name="connsiteY9-172" fmla="*/ 746234 h 1418896"/>
                      <a:gd name="connsiteX10-173" fmla="*/ 262758 w 3731172"/>
                      <a:gd name="connsiteY10-174" fmla="*/ 1418896 h 1418896"/>
                      <a:gd name="connsiteX11-175" fmla="*/ 0 w 3731172"/>
                      <a:gd name="connsiteY11-176" fmla="*/ 1324303 h 1418896"/>
                      <a:gd name="connsiteX12-177" fmla="*/ 1145627 w 3731172"/>
                      <a:gd name="connsiteY12-178" fmla="*/ 882869 h 1418896"/>
                      <a:gd name="connsiteX13-179" fmla="*/ 1114096 w 3731172"/>
                      <a:gd name="connsiteY13-180" fmla="*/ 420413 h 1418896"/>
                      <a:gd name="connsiteX14-181" fmla="*/ 189185 w 3731172"/>
                      <a:gd name="connsiteY14-182" fmla="*/ 84081 h 1418896"/>
                      <a:gd name="connsiteX0-183" fmla="*/ 168165 w 3731172"/>
                      <a:gd name="connsiteY0-184" fmla="*/ 73572 h 1418896"/>
                      <a:gd name="connsiteX1-185" fmla="*/ 451945 w 3731172"/>
                      <a:gd name="connsiteY1-186" fmla="*/ 0 h 1418896"/>
                      <a:gd name="connsiteX2-187" fmla="*/ 1881352 w 3731172"/>
                      <a:gd name="connsiteY2-188" fmla="*/ 599089 h 1418896"/>
                      <a:gd name="connsiteX3-189" fmla="*/ 3363310 w 3731172"/>
                      <a:gd name="connsiteY3-190" fmla="*/ 0 h 1418896"/>
                      <a:gd name="connsiteX4-191" fmla="*/ 3584027 w 3731172"/>
                      <a:gd name="connsiteY4-192" fmla="*/ 73572 h 1418896"/>
                      <a:gd name="connsiteX5-193" fmla="*/ 2627586 w 3731172"/>
                      <a:gd name="connsiteY5-194" fmla="*/ 441434 h 1418896"/>
                      <a:gd name="connsiteX6-195" fmla="*/ 2596055 w 3731172"/>
                      <a:gd name="connsiteY6-196" fmla="*/ 914400 h 1418896"/>
                      <a:gd name="connsiteX7-197" fmla="*/ 3731172 w 3731172"/>
                      <a:gd name="connsiteY7-198" fmla="*/ 1345324 h 1418896"/>
                      <a:gd name="connsiteX8-199" fmla="*/ 3447393 w 3731172"/>
                      <a:gd name="connsiteY8-200" fmla="*/ 1408386 h 1418896"/>
                      <a:gd name="connsiteX9-201" fmla="*/ 1870841 w 3731172"/>
                      <a:gd name="connsiteY9-202" fmla="*/ 746234 h 1418896"/>
                      <a:gd name="connsiteX10-203" fmla="*/ 262758 w 3731172"/>
                      <a:gd name="connsiteY10-204" fmla="*/ 1418896 h 1418896"/>
                      <a:gd name="connsiteX11-205" fmla="*/ 0 w 3731172"/>
                      <a:gd name="connsiteY11-206" fmla="*/ 1324303 h 1418896"/>
                      <a:gd name="connsiteX12-207" fmla="*/ 1145627 w 3731172"/>
                      <a:gd name="connsiteY12-208" fmla="*/ 882869 h 1418896"/>
                      <a:gd name="connsiteX13-209" fmla="*/ 1114096 w 3731172"/>
                      <a:gd name="connsiteY13-210" fmla="*/ 420413 h 1418896"/>
                      <a:gd name="connsiteX14-211" fmla="*/ 189185 w 3731172"/>
                      <a:gd name="connsiteY14-212" fmla="*/ 84081 h 1418896"/>
                      <a:gd name="connsiteX15-213" fmla="*/ 168165 w 3731172"/>
                      <a:gd name="connsiteY15-214" fmla="*/ 73572 h 1418896"/>
                      <a:gd name="connsiteX0-215" fmla="*/ 168165 w 3731172"/>
                      <a:gd name="connsiteY0-216" fmla="*/ 73572 h 1418896"/>
                      <a:gd name="connsiteX1-217" fmla="*/ 451945 w 3731172"/>
                      <a:gd name="connsiteY1-218" fmla="*/ 0 h 1418896"/>
                      <a:gd name="connsiteX2-219" fmla="*/ 1881352 w 3731172"/>
                      <a:gd name="connsiteY2-220" fmla="*/ 599089 h 1418896"/>
                      <a:gd name="connsiteX3-221" fmla="*/ 3363310 w 3731172"/>
                      <a:gd name="connsiteY3-222" fmla="*/ 0 h 1418896"/>
                      <a:gd name="connsiteX4-223" fmla="*/ 3584027 w 3731172"/>
                      <a:gd name="connsiteY4-224" fmla="*/ 73572 h 1418896"/>
                      <a:gd name="connsiteX5-225" fmla="*/ 2627586 w 3731172"/>
                      <a:gd name="connsiteY5-226" fmla="*/ 441434 h 1418896"/>
                      <a:gd name="connsiteX6-227" fmla="*/ 2596055 w 3731172"/>
                      <a:gd name="connsiteY6-228" fmla="*/ 914400 h 1418896"/>
                      <a:gd name="connsiteX7-229" fmla="*/ 3731172 w 3731172"/>
                      <a:gd name="connsiteY7-230" fmla="*/ 1345324 h 1418896"/>
                      <a:gd name="connsiteX8-231" fmla="*/ 3447393 w 3731172"/>
                      <a:gd name="connsiteY8-232" fmla="*/ 1408386 h 1418896"/>
                      <a:gd name="connsiteX9-233" fmla="*/ 1870841 w 3731172"/>
                      <a:gd name="connsiteY9-234" fmla="*/ 746234 h 1418896"/>
                      <a:gd name="connsiteX10-235" fmla="*/ 262758 w 3731172"/>
                      <a:gd name="connsiteY10-236" fmla="*/ 1418896 h 1418896"/>
                      <a:gd name="connsiteX11-237" fmla="*/ 0 w 3731172"/>
                      <a:gd name="connsiteY11-238" fmla="*/ 1324303 h 1418896"/>
                      <a:gd name="connsiteX12-239" fmla="*/ 1145627 w 3731172"/>
                      <a:gd name="connsiteY12-240" fmla="*/ 882869 h 1418896"/>
                      <a:gd name="connsiteX13-241" fmla="*/ 1156137 w 3731172"/>
                      <a:gd name="connsiteY13-242" fmla="*/ 441434 h 1418896"/>
                      <a:gd name="connsiteX14-243" fmla="*/ 189185 w 3731172"/>
                      <a:gd name="connsiteY14-244" fmla="*/ 84081 h 1418896"/>
                      <a:gd name="connsiteX15-245" fmla="*/ 168165 w 3731172"/>
                      <a:gd name="connsiteY15-246" fmla="*/ 73572 h 1418896"/>
                      <a:gd name="connsiteX0-247" fmla="*/ 168165 w 3731172"/>
                      <a:gd name="connsiteY0-248" fmla="*/ 73572 h 1418896"/>
                      <a:gd name="connsiteX1-249" fmla="*/ 451945 w 3731172"/>
                      <a:gd name="connsiteY1-250" fmla="*/ 0 h 1418896"/>
                      <a:gd name="connsiteX2-251" fmla="*/ 1881352 w 3731172"/>
                      <a:gd name="connsiteY2-252" fmla="*/ 599089 h 1418896"/>
                      <a:gd name="connsiteX3-253" fmla="*/ 3363310 w 3731172"/>
                      <a:gd name="connsiteY3-254" fmla="*/ 0 h 1418896"/>
                      <a:gd name="connsiteX4-255" fmla="*/ 3584027 w 3731172"/>
                      <a:gd name="connsiteY4-256" fmla="*/ 73572 h 1418896"/>
                      <a:gd name="connsiteX5-257" fmla="*/ 2627586 w 3731172"/>
                      <a:gd name="connsiteY5-258" fmla="*/ 441434 h 1418896"/>
                      <a:gd name="connsiteX6-259" fmla="*/ 2596055 w 3731172"/>
                      <a:gd name="connsiteY6-260" fmla="*/ 914400 h 1418896"/>
                      <a:gd name="connsiteX7-261" fmla="*/ 3731172 w 3731172"/>
                      <a:gd name="connsiteY7-262" fmla="*/ 1345324 h 1418896"/>
                      <a:gd name="connsiteX8-263" fmla="*/ 3447393 w 3731172"/>
                      <a:gd name="connsiteY8-264" fmla="*/ 1408386 h 1418896"/>
                      <a:gd name="connsiteX9-265" fmla="*/ 1870841 w 3731172"/>
                      <a:gd name="connsiteY9-266" fmla="*/ 746234 h 1418896"/>
                      <a:gd name="connsiteX10-267" fmla="*/ 262758 w 3731172"/>
                      <a:gd name="connsiteY10-268" fmla="*/ 1418896 h 1418896"/>
                      <a:gd name="connsiteX11-269" fmla="*/ 0 w 3731172"/>
                      <a:gd name="connsiteY11-270" fmla="*/ 1324303 h 1418896"/>
                      <a:gd name="connsiteX12-271" fmla="*/ 1145627 w 3731172"/>
                      <a:gd name="connsiteY12-272" fmla="*/ 882869 h 1418896"/>
                      <a:gd name="connsiteX13-273" fmla="*/ 1145626 w 3731172"/>
                      <a:gd name="connsiteY13-274" fmla="*/ 451945 h 1418896"/>
                      <a:gd name="connsiteX14-275" fmla="*/ 189185 w 3731172"/>
                      <a:gd name="connsiteY14-276" fmla="*/ 84081 h 1418896"/>
                      <a:gd name="connsiteX15-277" fmla="*/ 168165 w 3731172"/>
                      <a:gd name="connsiteY15-278" fmla="*/ 73572 h 1418896"/>
                      <a:gd name="connsiteX0-279" fmla="*/ 168165 w 3731172"/>
                      <a:gd name="connsiteY0-280" fmla="*/ 73572 h 1418896"/>
                      <a:gd name="connsiteX1-281" fmla="*/ 451945 w 3731172"/>
                      <a:gd name="connsiteY1-282" fmla="*/ 0 h 1418896"/>
                      <a:gd name="connsiteX2-283" fmla="*/ 1881352 w 3731172"/>
                      <a:gd name="connsiteY2-284" fmla="*/ 599089 h 1418896"/>
                      <a:gd name="connsiteX3-285" fmla="*/ 3363310 w 3731172"/>
                      <a:gd name="connsiteY3-286" fmla="*/ 0 h 1418896"/>
                      <a:gd name="connsiteX4-287" fmla="*/ 3584027 w 3731172"/>
                      <a:gd name="connsiteY4-288" fmla="*/ 73572 h 1418896"/>
                      <a:gd name="connsiteX5-289" fmla="*/ 2627586 w 3731172"/>
                      <a:gd name="connsiteY5-290" fmla="*/ 441434 h 1418896"/>
                      <a:gd name="connsiteX6-291" fmla="*/ 2596055 w 3731172"/>
                      <a:gd name="connsiteY6-292" fmla="*/ 914400 h 1418896"/>
                      <a:gd name="connsiteX7-293" fmla="*/ 3731172 w 3731172"/>
                      <a:gd name="connsiteY7-294" fmla="*/ 1345324 h 1418896"/>
                      <a:gd name="connsiteX8-295" fmla="*/ 3447393 w 3731172"/>
                      <a:gd name="connsiteY8-296" fmla="*/ 1408386 h 1418896"/>
                      <a:gd name="connsiteX9-297" fmla="*/ 1870841 w 3731172"/>
                      <a:gd name="connsiteY9-298" fmla="*/ 746234 h 1418896"/>
                      <a:gd name="connsiteX10-299" fmla="*/ 262758 w 3731172"/>
                      <a:gd name="connsiteY10-300" fmla="*/ 1418896 h 1418896"/>
                      <a:gd name="connsiteX11-301" fmla="*/ 0 w 3731172"/>
                      <a:gd name="connsiteY11-302" fmla="*/ 1324303 h 1418896"/>
                      <a:gd name="connsiteX12-303" fmla="*/ 1145627 w 3731172"/>
                      <a:gd name="connsiteY12-304" fmla="*/ 903890 h 1418896"/>
                      <a:gd name="connsiteX13-305" fmla="*/ 1145626 w 3731172"/>
                      <a:gd name="connsiteY13-306" fmla="*/ 451945 h 1418896"/>
                      <a:gd name="connsiteX14-307" fmla="*/ 189185 w 3731172"/>
                      <a:gd name="connsiteY14-308" fmla="*/ 84081 h 1418896"/>
                      <a:gd name="connsiteX15-309" fmla="*/ 168165 w 3731172"/>
                      <a:gd name="connsiteY15-310" fmla="*/ 73572 h 1418896"/>
                      <a:gd name="connsiteX0-311" fmla="*/ 147144 w 3710151"/>
                      <a:gd name="connsiteY0-312" fmla="*/ 73572 h 1418896"/>
                      <a:gd name="connsiteX1-313" fmla="*/ 430924 w 3710151"/>
                      <a:gd name="connsiteY1-314" fmla="*/ 0 h 1418896"/>
                      <a:gd name="connsiteX2-315" fmla="*/ 1860331 w 3710151"/>
                      <a:gd name="connsiteY2-316" fmla="*/ 599089 h 1418896"/>
                      <a:gd name="connsiteX3-317" fmla="*/ 3342289 w 3710151"/>
                      <a:gd name="connsiteY3-318" fmla="*/ 0 h 1418896"/>
                      <a:gd name="connsiteX4-319" fmla="*/ 3563006 w 3710151"/>
                      <a:gd name="connsiteY4-320" fmla="*/ 73572 h 1418896"/>
                      <a:gd name="connsiteX5-321" fmla="*/ 2606565 w 3710151"/>
                      <a:gd name="connsiteY5-322" fmla="*/ 441434 h 1418896"/>
                      <a:gd name="connsiteX6-323" fmla="*/ 2575034 w 3710151"/>
                      <a:gd name="connsiteY6-324" fmla="*/ 914400 h 1418896"/>
                      <a:gd name="connsiteX7-325" fmla="*/ 3710151 w 3710151"/>
                      <a:gd name="connsiteY7-326" fmla="*/ 1345324 h 1418896"/>
                      <a:gd name="connsiteX8-327" fmla="*/ 3426372 w 3710151"/>
                      <a:gd name="connsiteY8-328" fmla="*/ 1408386 h 1418896"/>
                      <a:gd name="connsiteX9-329" fmla="*/ 1849820 w 3710151"/>
                      <a:gd name="connsiteY9-330" fmla="*/ 746234 h 1418896"/>
                      <a:gd name="connsiteX10-331" fmla="*/ 241737 w 3710151"/>
                      <a:gd name="connsiteY10-332" fmla="*/ 1418896 h 1418896"/>
                      <a:gd name="connsiteX11-333" fmla="*/ 0 w 3710151"/>
                      <a:gd name="connsiteY11-334" fmla="*/ 1334814 h 1418896"/>
                      <a:gd name="connsiteX12-335" fmla="*/ 1124606 w 3710151"/>
                      <a:gd name="connsiteY12-336" fmla="*/ 903890 h 1418896"/>
                      <a:gd name="connsiteX13-337" fmla="*/ 1124605 w 3710151"/>
                      <a:gd name="connsiteY13-338" fmla="*/ 451945 h 1418896"/>
                      <a:gd name="connsiteX14-339" fmla="*/ 168164 w 3710151"/>
                      <a:gd name="connsiteY14-340" fmla="*/ 84081 h 1418896"/>
                      <a:gd name="connsiteX15-341" fmla="*/ 147144 w 3710151"/>
                      <a:gd name="connsiteY15-342" fmla="*/ 73572 h 1418896"/>
                      <a:gd name="connsiteX0-343" fmla="*/ 147144 w 3710151"/>
                      <a:gd name="connsiteY0-344" fmla="*/ 73572 h 1418896"/>
                      <a:gd name="connsiteX1-345" fmla="*/ 430924 w 3710151"/>
                      <a:gd name="connsiteY1-346" fmla="*/ 0 h 1418896"/>
                      <a:gd name="connsiteX2-347" fmla="*/ 1860331 w 3710151"/>
                      <a:gd name="connsiteY2-348" fmla="*/ 599089 h 1418896"/>
                      <a:gd name="connsiteX3-349" fmla="*/ 3342289 w 3710151"/>
                      <a:gd name="connsiteY3-350" fmla="*/ 0 h 1418896"/>
                      <a:gd name="connsiteX4-351" fmla="*/ 3563006 w 3710151"/>
                      <a:gd name="connsiteY4-352" fmla="*/ 73572 h 1418896"/>
                      <a:gd name="connsiteX5-353" fmla="*/ 2606565 w 3710151"/>
                      <a:gd name="connsiteY5-354" fmla="*/ 441434 h 1418896"/>
                      <a:gd name="connsiteX6-355" fmla="*/ 2606565 w 3710151"/>
                      <a:gd name="connsiteY6-356" fmla="*/ 924910 h 1418896"/>
                      <a:gd name="connsiteX7-357" fmla="*/ 3710151 w 3710151"/>
                      <a:gd name="connsiteY7-358" fmla="*/ 1345324 h 1418896"/>
                      <a:gd name="connsiteX8-359" fmla="*/ 3426372 w 3710151"/>
                      <a:gd name="connsiteY8-360" fmla="*/ 1408386 h 1418896"/>
                      <a:gd name="connsiteX9-361" fmla="*/ 1849820 w 3710151"/>
                      <a:gd name="connsiteY9-362" fmla="*/ 746234 h 1418896"/>
                      <a:gd name="connsiteX10-363" fmla="*/ 241737 w 3710151"/>
                      <a:gd name="connsiteY10-364" fmla="*/ 1418896 h 1418896"/>
                      <a:gd name="connsiteX11-365" fmla="*/ 0 w 3710151"/>
                      <a:gd name="connsiteY11-366" fmla="*/ 1334814 h 1418896"/>
                      <a:gd name="connsiteX12-367" fmla="*/ 1124606 w 3710151"/>
                      <a:gd name="connsiteY12-368" fmla="*/ 903890 h 1418896"/>
                      <a:gd name="connsiteX13-369" fmla="*/ 1124605 w 3710151"/>
                      <a:gd name="connsiteY13-370" fmla="*/ 451945 h 1418896"/>
                      <a:gd name="connsiteX14-371" fmla="*/ 168164 w 3710151"/>
                      <a:gd name="connsiteY14-372" fmla="*/ 84081 h 1418896"/>
                      <a:gd name="connsiteX15-373" fmla="*/ 147144 w 3710151"/>
                      <a:gd name="connsiteY15-374" fmla="*/ 73572 h 1418896"/>
                      <a:gd name="connsiteX0-375" fmla="*/ 147144 w 3710151"/>
                      <a:gd name="connsiteY0-376" fmla="*/ 73572 h 1418896"/>
                      <a:gd name="connsiteX1-377" fmla="*/ 430924 w 3710151"/>
                      <a:gd name="connsiteY1-378" fmla="*/ 0 h 1418896"/>
                      <a:gd name="connsiteX2-379" fmla="*/ 1860331 w 3710151"/>
                      <a:gd name="connsiteY2-380" fmla="*/ 599089 h 1418896"/>
                      <a:gd name="connsiteX3-381" fmla="*/ 3342289 w 3710151"/>
                      <a:gd name="connsiteY3-382" fmla="*/ 0 h 1418896"/>
                      <a:gd name="connsiteX4-383" fmla="*/ 3563006 w 3710151"/>
                      <a:gd name="connsiteY4-384" fmla="*/ 73572 h 1418896"/>
                      <a:gd name="connsiteX5-385" fmla="*/ 2606565 w 3710151"/>
                      <a:gd name="connsiteY5-386" fmla="*/ 441434 h 1418896"/>
                      <a:gd name="connsiteX6-387" fmla="*/ 2610282 w 3710151"/>
                      <a:gd name="connsiteY6-388" fmla="*/ 902607 h 1418896"/>
                      <a:gd name="connsiteX7-389" fmla="*/ 3710151 w 3710151"/>
                      <a:gd name="connsiteY7-390" fmla="*/ 1345324 h 1418896"/>
                      <a:gd name="connsiteX8-391" fmla="*/ 3426372 w 3710151"/>
                      <a:gd name="connsiteY8-392" fmla="*/ 1408386 h 1418896"/>
                      <a:gd name="connsiteX9-393" fmla="*/ 1849820 w 3710151"/>
                      <a:gd name="connsiteY9-394" fmla="*/ 746234 h 1418896"/>
                      <a:gd name="connsiteX10-395" fmla="*/ 241737 w 3710151"/>
                      <a:gd name="connsiteY10-396" fmla="*/ 1418896 h 1418896"/>
                      <a:gd name="connsiteX11-397" fmla="*/ 0 w 3710151"/>
                      <a:gd name="connsiteY11-398" fmla="*/ 1334814 h 1418896"/>
                      <a:gd name="connsiteX12-399" fmla="*/ 1124606 w 3710151"/>
                      <a:gd name="connsiteY12-400" fmla="*/ 903890 h 1418896"/>
                      <a:gd name="connsiteX13-401" fmla="*/ 1124605 w 3710151"/>
                      <a:gd name="connsiteY13-402" fmla="*/ 451945 h 1418896"/>
                      <a:gd name="connsiteX14-403" fmla="*/ 168164 w 3710151"/>
                      <a:gd name="connsiteY14-404" fmla="*/ 84081 h 1418896"/>
                      <a:gd name="connsiteX15-405" fmla="*/ 147144 w 3710151"/>
                      <a:gd name="connsiteY15-406" fmla="*/ 73572 h 1418896"/>
                      <a:gd name="connsiteX0-407" fmla="*/ 147144 w 3710151"/>
                      <a:gd name="connsiteY0-408" fmla="*/ 73572 h 1418896"/>
                      <a:gd name="connsiteX1-409" fmla="*/ 430924 w 3710151"/>
                      <a:gd name="connsiteY1-410" fmla="*/ 0 h 1418896"/>
                      <a:gd name="connsiteX2-411" fmla="*/ 1860331 w 3710151"/>
                      <a:gd name="connsiteY2-412" fmla="*/ 599089 h 1418896"/>
                      <a:gd name="connsiteX3-413" fmla="*/ 3342289 w 3710151"/>
                      <a:gd name="connsiteY3-414" fmla="*/ 0 h 1418896"/>
                      <a:gd name="connsiteX4-415" fmla="*/ 3563006 w 3710151"/>
                      <a:gd name="connsiteY4-416" fmla="*/ 73572 h 1418896"/>
                      <a:gd name="connsiteX5-417" fmla="*/ 2617717 w 3710151"/>
                      <a:gd name="connsiteY5-418" fmla="*/ 445151 h 1418896"/>
                      <a:gd name="connsiteX6-419" fmla="*/ 2610282 w 3710151"/>
                      <a:gd name="connsiteY6-420" fmla="*/ 902607 h 1418896"/>
                      <a:gd name="connsiteX7-421" fmla="*/ 3710151 w 3710151"/>
                      <a:gd name="connsiteY7-422" fmla="*/ 1345324 h 1418896"/>
                      <a:gd name="connsiteX8-423" fmla="*/ 3426372 w 3710151"/>
                      <a:gd name="connsiteY8-424" fmla="*/ 1408386 h 1418896"/>
                      <a:gd name="connsiteX9-425" fmla="*/ 1849820 w 3710151"/>
                      <a:gd name="connsiteY9-426" fmla="*/ 746234 h 1418896"/>
                      <a:gd name="connsiteX10-427" fmla="*/ 241737 w 3710151"/>
                      <a:gd name="connsiteY10-428" fmla="*/ 1418896 h 1418896"/>
                      <a:gd name="connsiteX11-429" fmla="*/ 0 w 3710151"/>
                      <a:gd name="connsiteY11-430" fmla="*/ 1334814 h 1418896"/>
                      <a:gd name="connsiteX12-431" fmla="*/ 1124606 w 3710151"/>
                      <a:gd name="connsiteY12-432" fmla="*/ 903890 h 1418896"/>
                      <a:gd name="connsiteX13-433" fmla="*/ 1124605 w 3710151"/>
                      <a:gd name="connsiteY13-434" fmla="*/ 451945 h 1418896"/>
                      <a:gd name="connsiteX14-435" fmla="*/ 168164 w 3710151"/>
                      <a:gd name="connsiteY14-436" fmla="*/ 84081 h 1418896"/>
                      <a:gd name="connsiteX15-437" fmla="*/ 147144 w 3710151"/>
                      <a:gd name="connsiteY15-438" fmla="*/ 73572 h 1418896"/>
                      <a:gd name="connsiteX0-439" fmla="*/ 147144 w 3710151"/>
                      <a:gd name="connsiteY0-440" fmla="*/ 73572 h 1418896"/>
                      <a:gd name="connsiteX1-441" fmla="*/ 430924 w 3710151"/>
                      <a:gd name="connsiteY1-442" fmla="*/ 0 h 1418896"/>
                      <a:gd name="connsiteX2-443" fmla="*/ 1860331 w 3710151"/>
                      <a:gd name="connsiteY2-444" fmla="*/ 599089 h 1418896"/>
                      <a:gd name="connsiteX3-445" fmla="*/ 3342289 w 3710151"/>
                      <a:gd name="connsiteY3-446" fmla="*/ 0 h 1418896"/>
                      <a:gd name="connsiteX4-447" fmla="*/ 3563006 w 3710151"/>
                      <a:gd name="connsiteY4-448" fmla="*/ 73572 h 1418896"/>
                      <a:gd name="connsiteX5-449" fmla="*/ 2617717 w 3710151"/>
                      <a:gd name="connsiteY5-450" fmla="*/ 448868 h 1418896"/>
                      <a:gd name="connsiteX6-451" fmla="*/ 2610282 w 3710151"/>
                      <a:gd name="connsiteY6-452" fmla="*/ 902607 h 1418896"/>
                      <a:gd name="connsiteX7-453" fmla="*/ 3710151 w 3710151"/>
                      <a:gd name="connsiteY7-454" fmla="*/ 1345324 h 1418896"/>
                      <a:gd name="connsiteX8-455" fmla="*/ 3426372 w 3710151"/>
                      <a:gd name="connsiteY8-456" fmla="*/ 1408386 h 1418896"/>
                      <a:gd name="connsiteX9-457" fmla="*/ 1849820 w 3710151"/>
                      <a:gd name="connsiteY9-458" fmla="*/ 746234 h 1418896"/>
                      <a:gd name="connsiteX10-459" fmla="*/ 241737 w 3710151"/>
                      <a:gd name="connsiteY10-460" fmla="*/ 1418896 h 1418896"/>
                      <a:gd name="connsiteX11-461" fmla="*/ 0 w 3710151"/>
                      <a:gd name="connsiteY11-462" fmla="*/ 1334814 h 1418896"/>
                      <a:gd name="connsiteX12-463" fmla="*/ 1124606 w 3710151"/>
                      <a:gd name="connsiteY12-464" fmla="*/ 903890 h 1418896"/>
                      <a:gd name="connsiteX13-465" fmla="*/ 1124605 w 3710151"/>
                      <a:gd name="connsiteY13-466" fmla="*/ 451945 h 1418896"/>
                      <a:gd name="connsiteX14-467" fmla="*/ 168164 w 3710151"/>
                      <a:gd name="connsiteY14-468" fmla="*/ 84081 h 1418896"/>
                      <a:gd name="connsiteX15-469" fmla="*/ 147144 w 3710151"/>
                      <a:gd name="connsiteY15-470" fmla="*/ 73572 h 1418896"/>
                      <a:gd name="connsiteX0-471" fmla="*/ 147144 w 3710151"/>
                      <a:gd name="connsiteY0-472" fmla="*/ 73572 h 1418896"/>
                      <a:gd name="connsiteX1-473" fmla="*/ 430924 w 3710151"/>
                      <a:gd name="connsiteY1-474" fmla="*/ 0 h 1418896"/>
                      <a:gd name="connsiteX2-475" fmla="*/ 1838028 w 3710151"/>
                      <a:gd name="connsiteY2-476" fmla="*/ 591655 h 1418896"/>
                      <a:gd name="connsiteX3-477" fmla="*/ 3342289 w 3710151"/>
                      <a:gd name="connsiteY3-478" fmla="*/ 0 h 1418896"/>
                      <a:gd name="connsiteX4-479" fmla="*/ 3563006 w 3710151"/>
                      <a:gd name="connsiteY4-480" fmla="*/ 73572 h 1418896"/>
                      <a:gd name="connsiteX5-481" fmla="*/ 2617717 w 3710151"/>
                      <a:gd name="connsiteY5-482" fmla="*/ 448868 h 1418896"/>
                      <a:gd name="connsiteX6-483" fmla="*/ 2610282 w 3710151"/>
                      <a:gd name="connsiteY6-484" fmla="*/ 902607 h 1418896"/>
                      <a:gd name="connsiteX7-485" fmla="*/ 3710151 w 3710151"/>
                      <a:gd name="connsiteY7-486" fmla="*/ 1345324 h 1418896"/>
                      <a:gd name="connsiteX8-487" fmla="*/ 3426372 w 3710151"/>
                      <a:gd name="connsiteY8-488" fmla="*/ 1408386 h 1418896"/>
                      <a:gd name="connsiteX9-489" fmla="*/ 1849820 w 3710151"/>
                      <a:gd name="connsiteY9-490" fmla="*/ 746234 h 1418896"/>
                      <a:gd name="connsiteX10-491" fmla="*/ 241737 w 3710151"/>
                      <a:gd name="connsiteY10-492" fmla="*/ 1418896 h 1418896"/>
                      <a:gd name="connsiteX11-493" fmla="*/ 0 w 3710151"/>
                      <a:gd name="connsiteY11-494" fmla="*/ 1334814 h 1418896"/>
                      <a:gd name="connsiteX12-495" fmla="*/ 1124606 w 3710151"/>
                      <a:gd name="connsiteY12-496" fmla="*/ 903890 h 1418896"/>
                      <a:gd name="connsiteX13-497" fmla="*/ 1124605 w 3710151"/>
                      <a:gd name="connsiteY13-498" fmla="*/ 451945 h 1418896"/>
                      <a:gd name="connsiteX14-499" fmla="*/ 168164 w 3710151"/>
                      <a:gd name="connsiteY14-500" fmla="*/ 84081 h 1418896"/>
                      <a:gd name="connsiteX15-501" fmla="*/ 147144 w 3710151"/>
                      <a:gd name="connsiteY15-502" fmla="*/ 73572 h 1418896"/>
                      <a:gd name="connsiteX0-503" fmla="*/ 147144 w 3710151"/>
                      <a:gd name="connsiteY0-504" fmla="*/ 73572 h 1418896"/>
                      <a:gd name="connsiteX1-505" fmla="*/ 430924 w 3710151"/>
                      <a:gd name="connsiteY1-506" fmla="*/ 0 h 1418896"/>
                      <a:gd name="connsiteX2-507" fmla="*/ 1838028 w 3710151"/>
                      <a:gd name="connsiteY2-508" fmla="*/ 591655 h 1418896"/>
                      <a:gd name="connsiteX3-509" fmla="*/ 3342289 w 3710151"/>
                      <a:gd name="connsiteY3-510" fmla="*/ 0 h 1418896"/>
                      <a:gd name="connsiteX4-511" fmla="*/ 3563006 w 3710151"/>
                      <a:gd name="connsiteY4-512" fmla="*/ 73572 h 1418896"/>
                      <a:gd name="connsiteX5-513" fmla="*/ 2617717 w 3710151"/>
                      <a:gd name="connsiteY5-514" fmla="*/ 448868 h 1418896"/>
                      <a:gd name="connsiteX6-515" fmla="*/ 2610282 w 3710151"/>
                      <a:gd name="connsiteY6-516" fmla="*/ 902607 h 1418896"/>
                      <a:gd name="connsiteX7-517" fmla="*/ 3710151 w 3710151"/>
                      <a:gd name="connsiteY7-518" fmla="*/ 1345324 h 1418896"/>
                      <a:gd name="connsiteX8-519" fmla="*/ 3426372 w 3710151"/>
                      <a:gd name="connsiteY8-520" fmla="*/ 1408386 h 1418896"/>
                      <a:gd name="connsiteX9-521" fmla="*/ 1849820 w 3710151"/>
                      <a:gd name="connsiteY9-522" fmla="*/ 746234 h 1418896"/>
                      <a:gd name="connsiteX10-523" fmla="*/ 241737 w 3710151"/>
                      <a:gd name="connsiteY10-524" fmla="*/ 1418896 h 1418896"/>
                      <a:gd name="connsiteX11-525" fmla="*/ 0 w 3710151"/>
                      <a:gd name="connsiteY11-526" fmla="*/ 1334814 h 1418896"/>
                      <a:gd name="connsiteX12-527" fmla="*/ 1124606 w 3710151"/>
                      <a:gd name="connsiteY12-528" fmla="*/ 903890 h 1418896"/>
                      <a:gd name="connsiteX13-529" fmla="*/ 1087434 w 3710151"/>
                      <a:gd name="connsiteY13-530" fmla="*/ 451945 h 1418896"/>
                      <a:gd name="connsiteX14-531" fmla="*/ 168164 w 3710151"/>
                      <a:gd name="connsiteY14-532" fmla="*/ 84081 h 1418896"/>
                      <a:gd name="connsiteX15-533" fmla="*/ 147144 w 3710151"/>
                      <a:gd name="connsiteY15-534" fmla="*/ 73572 h 1418896"/>
                      <a:gd name="connsiteX0-535" fmla="*/ 147144 w 3710151"/>
                      <a:gd name="connsiteY0-536" fmla="*/ 73572 h 1418896"/>
                      <a:gd name="connsiteX1-537" fmla="*/ 430924 w 3710151"/>
                      <a:gd name="connsiteY1-538" fmla="*/ 0 h 1418896"/>
                      <a:gd name="connsiteX2-539" fmla="*/ 1838028 w 3710151"/>
                      <a:gd name="connsiteY2-540" fmla="*/ 591655 h 1418896"/>
                      <a:gd name="connsiteX3-541" fmla="*/ 3342289 w 3710151"/>
                      <a:gd name="connsiteY3-542" fmla="*/ 0 h 1418896"/>
                      <a:gd name="connsiteX4-543" fmla="*/ 3563006 w 3710151"/>
                      <a:gd name="connsiteY4-544" fmla="*/ 73572 h 1418896"/>
                      <a:gd name="connsiteX5-545" fmla="*/ 2617717 w 3710151"/>
                      <a:gd name="connsiteY5-546" fmla="*/ 448868 h 1418896"/>
                      <a:gd name="connsiteX6-547" fmla="*/ 2610282 w 3710151"/>
                      <a:gd name="connsiteY6-548" fmla="*/ 902607 h 1418896"/>
                      <a:gd name="connsiteX7-549" fmla="*/ 3710151 w 3710151"/>
                      <a:gd name="connsiteY7-550" fmla="*/ 1345324 h 1418896"/>
                      <a:gd name="connsiteX8-551" fmla="*/ 3426372 w 3710151"/>
                      <a:gd name="connsiteY8-552" fmla="*/ 1408386 h 1418896"/>
                      <a:gd name="connsiteX9-553" fmla="*/ 1849820 w 3710151"/>
                      <a:gd name="connsiteY9-554" fmla="*/ 746234 h 1418896"/>
                      <a:gd name="connsiteX10-555" fmla="*/ 241737 w 3710151"/>
                      <a:gd name="connsiteY10-556" fmla="*/ 1418896 h 1418896"/>
                      <a:gd name="connsiteX11-557" fmla="*/ 0 w 3710151"/>
                      <a:gd name="connsiteY11-558" fmla="*/ 1334814 h 1418896"/>
                      <a:gd name="connsiteX12-559" fmla="*/ 1098586 w 3710151"/>
                      <a:gd name="connsiteY12-560" fmla="*/ 903890 h 1418896"/>
                      <a:gd name="connsiteX13-561" fmla="*/ 1087434 w 3710151"/>
                      <a:gd name="connsiteY13-562" fmla="*/ 451945 h 1418896"/>
                      <a:gd name="connsiteX14-563" fmla="*/ 168164 w 3710151"/>
                      <a:gd name="connsiteY14-564" fmla="*/ 84081 h 1418896"/>
                      <a:gd name="connsiteX15-565" fmla="*/ 147144 w 3710151"/>
                      <a:gd name="connsiteY15-566" fmla="*/ 73572 h 1418896"/>
                      <a:gd name="connsiteX0-567" fmla="*/ 162012 w 3725019"/>
                      <a:gd name="connsiteY0-568" fmla="*/ 73572 h 1418896"/>
                      <a:gd name="connsiteX1-569" fmla="*/ 445792 w 3725019"/>
                      <a:gd name="connsiteY1-570" fmla="*/ 0 h 1418896"/>
                      <a:gd name="connsiteX2-571" fmla="*/ 1852896 w 3725019"/>
                      <a:gd name="connsiteY2-572" fmla="*/ 591655 h 1418896"/>
                      <a:gd name="connsiteX3-573" fmla="*/ 3357157 w 3725019"/>
                      <a:gd name="connsiteY3-574" fmla="*/ 0 h 1418896"/>
                      <a:gd name="connsiteX4-575" fmla="*/ 3577874 w 3725019"/>
                      <a:gd name="connsiteY4-576" fmla="*/ 73572 h 1418896"/>
                      <a:gd name="connsiteX5-577" fmla="*/ 2632585 w 3725019"/>
                      <a:gd name="connsiteY5-578" fmla="*/ 448868 h 1418896"/>
                      <a:gd name="connsiteX6-579" fmla="*/ 2625150 w 3725019"/>
                      <a:gd name="connsiteY6-580" fmla="*/ 902607 h 1418896"/>
                      <a:gd name="connsiteX7-581" fmla="*/ 3725019 w 3725019"/>
                      <a:gd name="connsiteY7-582" fmla="*/ 1345324 h 1418896"/>
                      <a:gd name="connsiteX8-583" fmla="*/ 3441240 w 3725019"/>
                      <a:gd name="connsiteY8-584" fmla="*/ 1408386 h 1418896"/>
                      <a:gd name="connsiteX9-585" fmla="*/ 1864688 w 3725019"/>
                      <a:gd name="connsiteY9-586" fmla="*/ 746234 h 1418896"/>
                      <a:gd name="connsiteX10-587" fmla="*/ 256605 w 3725019"/>
                      <a:gd name="connsiteY10-588" fmla="*/ 1418896 h 1418896"/>
                      <a:gd name="connsiteX11-589" fmla="*/ 0 w 3725019"/>
                      <a:gd name="connsiteY11-590" fmla="*/ 1331097 h 1418896"/>
                      <a:gd name="connsiteX12-591" fmla="*/ 1113454 w 3725019"/>
                      <a:gd name="connsiteY12-592" fmla="*/ 903890 h 1418896"/>
                      <a:gd name="connsiteX13-593" fmla="*/ 1102302 w 3725019"/>
                      <a:gd name="connsiteY13-594" fmla="*/ 451945 h 1418896"/>
                      <a:gd name="connsiteX14-595" fmla="*/ 183032 w 3725019"/>
                      <a:gd name="connsiteY14-596" fmla="*/ 84081 h 1418896"/>
                      <a:gd name="connsiteX15-597" fmla="*/ 162012 w 3725019"/>
                      <a:gd name="connsiteY15-598" fmla="*/ 73572 h 141889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  <a:cxn ang="0">
                        <a:pos x="connsiteX11-23" y="connsiteY11-24"/>
                      </a:cxn>
                      <a:cxn ang="0">
                        <a:pos x="connsiteX12-25" y="connsiteY12-26"/>
                      </a:cxn>
                      <a:cxn ang="0">
                        <a:pos x="connsiteX13-27" y="connsiteY13-28"/>
                      </a:cxn>
                      <a:cxn ang="0">
                        <a:pos x="connsiteX14-29" y="connsiteY14-30"/>
                      </a:cxn>
                      <a:cxn ang="0">
                        <a:pos x="connsiteX15-31" y="connsiteY15-32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267" name="Group 266"/>
              <p:cNvGrpSpPr/>
              <p:nvPr/>
            </p:nvGrpSpPr>
            <p:grpSpPr>
              <a:xfrm>
                <a:off x="7618622" y="3082478"/>
                <a:ext cx="576221" cy="330754"/>
                <a:chOff x="7493876" y="2774731"/>
                <a:chExt cx="1481958" cy="894622"/>
              </a:xfrm>
            </p:grpSpPr>
            <p:sp>
              <p:nvSpPr>
                <p:cNvPr id="276" name="Freeform 275"/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-1" fmla="*/ 8187558 w 8187558"/>
                    <a:gd name="connsiteY0-2" fmla="*/ 0 h 2617076"/>
                    <a:gd name="connsiteX1-3" fmla="*/ 8187558 w 8187558"/>
                    <a:gd name="connsiteY1-4" fmla="*/ 1271752 h 2617076"/>
                    <a:gd name="connsiteX2-5" fmla="*/ 4025462 w 8187558"/>
                    <a:gd name="connsiteY2-6" fmla="*/ 2617076 h 2617076"/>
                    <a:gd name="connsiteX3-7" fmla="*/ 0 w 8187558"/>
                    <a:gd name="connsiteY3-8" fmla="*/ 1229711 h 2617076"/>
                    <a:gd name="connsiteX4-9" fmla="*/ 31531 w 8187558"/>
                    <a:gd name="connsiteY4-10" fmla="*/ 147145 h 2617076"/>
                    <a:gd name="connsiteX5-11" fmla="*/ 4046482 w 8187558"/>
                    <a:gd name="connsiteY5-12" fmla="*/ 1576552 h 2617076"/>
                    <a:gd name="connsiteX6-13" fmla="*/ 8187558 w 8187558"/>
                    <a:gd name="connsiteY6-14" fmla="*/ 0 h 2617076"/>
                    <a:gd name="connsiteX0-15" fmla="*/ 8187558 w 8187558"/>
                    <a:gd name="connsiteY0-16" fmla="*/ 0 h 2617076"/>
                    <a:gd name="connsiteX1-17" fmla="*/ 8187558 w 8187558"/>
                    <a:gd name="connsiteY1-18" fmla="*/ 1271752 h 2617076"/>
                    <a:gd name="connsiteX2-19" fmla="*/ 4025462 w 8187558"/>
                    <a:gd name="connsiteY2-20" fmla="*/ 2617076 h 2617076"/>
                    <a:gd name="connsiteX3-21" fmla="*/ 0 w 8187558"/>
                    <a:gd name="connsiteY3-22" fmla="*/ 1229711 h 2617076"/>
                    <a:gd name="connsiteX4-23" fmla="*/ 31531 w 8187558"/>
                    <a:gd name="connsiteY4-24" fmla="*/ 147145 h 2617076"/>
                    <a:gd name="connsiteX5-25" fmla="*/ 4046482 w 8187558"/>
                    <a:gd name="connsiteY5-26" fmla="*/ 1576552 h 2617076"/>
                    <a:gd name="connsiteX6-27" fmla="*/ 8187558 w 8187558"/>
                    <a:gd name="connsiteY6-28" fmla="*/ 0 h 2617076"/>
                    <a:gd name="connsiteX0-29" fmla="*/ 8187558 w 8187558"/>
                    <a:gd name="connsiteY0-30" fmla="*/ 0 h 2617076"/>
                    <a:gd name="connsiteX1-31" fmla="*/ 8187558 w 8187558"/>
                    <a:gd name="connsiteY1-32" fmla="*/ 1271752 h 2617076"/>
                    <a:gd name="connsiteX2-33" fmla="*/ 4025462 w 8187558"/>
                    <a:gd name="connsiteY2-34" fmla="*/ 2617076 h 2617076"/>
                    <a:gd name="connsiteX3-35" fmla="*/ 0 w 8187558"/>
                    <a:gd name="connsiteY3-36" fmla="*/ 1229711 h 2617076"/>
                    <a:gd name="connsiteX4-37" fmla="*/ 31531 w 8187558"/>
                    <a:gd name="connsiteY4-38" fmla="*/ 147145 h 2617076"/>
                    <a:gd name="connsiteX5-39" fmla="*/ 4046482 w 8187558"/>
                    <a:gd name="connsiteY5-40" fmla="*/ 1576552 h 2617076"/>
                    <a:gd name="connsiteX6-41" fmla="*/ 8187558 w 8187558"/>
                    <a:gd name="connsiteY6-42" fmla="*/ 0 h 2617076"/>
                    <a:gd name="connsiteX0-43" fmla="*/ 8187558 w 8187558"/>
                    <a:gd name="connsiteY0-44" fmla="*/ 0 h 2617076"/>
                    <a:gd name="connsiteX1-45" fmla="*/ 8187558 w 8187558"/>
                    <a:gd name="connsiteY1-46" fmla="*/ 1271752 h 2617076"/>
                    <a:gd name="connsiteX2-47" fmla="*/ 4025462 w 8187558"/>
                    <a:gd name="connsiteY2-48" fmla="*/ 2617076 h 2617076"/>
                    <a:gd name="connsiteX3-49" fmla="*/ 0 w 8187558"/>
                    <a:gd name="connsiteY3-50" fmla="*/ 1229711 h 2617076"/>
                    <a:gd name="connsiteX4-51" fmla="*/ 31531 w 8187558"/>
                    <a:gd name="connsiteY4-52" fmla="*/ 147145 h 2617076"/>
                    <a:gd name="connsiteX5-53" fmla="*/ 4046482 w 8187558"/>
                    <a:gd name="connsiteY5-54" fmla="*/ 1576552 h 2617076"/>
                    <a:gd name="connsiteX6-55" fmla="*/ 8187558 w 8187558"/>
                    <a:gd name="connsiteY6-56" fmla="*/ 0 h 2617076"/>
                    <a:gd name="connsiteX0-57" fmla="*/ 8187558 w 8187558"/>
                    <a:gd name="connsiteY0-58" fmla="*/ 0 h 2617076"/>
                    <a:gd name="connsiteX1-59" fmla="*/ 8187558 w 8187558"/>
                    <a:gd name="connsiteY1-60" fmla="*/ 1271752 h 2617076"/>
                    <a:gd name="connsiteX2-61" fmla="*/ 4025462 w 8187558"/>
                    <a:gd name="connsiteY2-62" fmla="*/ 2617076 h 2617076"/>
                    <a:gd name="connsiteX3-63" fmla="*/ 0 w 8187558"/>
                    <a:gd name="connsiteY3-64" fmla="*/ 1229711 h 2617076"/>
                    <a:gd name="connsiteX4-65" fmla="*/ 31531 w 8187558"/>
                    <a:gd name="connsiteY4-66" fmla="*/ 147145 h 2617076"/>
                    <a:gd name="connsiteX5-67" fmla="*/ 4046482 w 8187558"/>
                    <a:gd name="connsiteY5-68" fmla="*/ 1576552 h 2617076"/>
                    <a:gd name="connsiteX6-69" fmla="*/ 8187558 w 8187558"/>
                    <a:gd name="connsiteY6-70" fmla="*/ 0 h 2617076"/>
                    <a:gd name="connsiteX0-71" fmla="*/ 8187558 w 8187558"/>
                    <a:gd name="connsiteY0-72" fmla="*/ 0 h 2617076"/>
                    <a:gd name="connsiteX1-73" fmla="*/ 8187558 w 8187558"/>
                    <a:gd name="connsiteY1-74" fmla="*/ 1271752 h 2617076"/>
                    <a:gd name="connsiteX2-75" fmla="*/ 4025462 w 8187558"/>
                    <a:gd name="connsiteY2-76" fmla="*/ 2617076 h 2617076"/>
                    <a:gd name="connsiteX3-77" fmla="*/ 0 w 8187558"/>
                    <a:gd name="connsiteY3-78" fmla="*/ 1229711 h 2617076"/>
                    <a:gd name="connsiteX4-79" fmla="*/ 31531 w 8187558"/>
                    <a:gd name="connsiteY4-80" fmla="*/ 147145 h 2617076"/>
                    <a:gd name="connsiteX5-81" fmla="*/ 4046482 w 8187558"/>
                    <a:gd name="connsiteY5-82" fmla="*/ 1576552 h 2617076"/>
                    <a:gd name="connsiteX6-83" fmla="*/ 8187558 w 8187558"/>
                    <a:gd name="connsiteY6-84" fmla="*/ 0 h 2617076"/>
                    <a:gd name="connsiteX0-85" fmla="*/ 8187558 w 8187558"/>
                    <a:gd name="connsiteY0-86" fmla="*/ 0 h 2638097"/>
                    <a:gd name="connsiteX1-87" fmla="*/ 8187558 w 8187558"/>
                    <a:gd name="connsiteY1-88" fmla="*/ 1271752 h 2638097"/>
                    <a:gd name="connsiteX2-89" fmla="*/ 4099035 w 8187558"/>
                    <a:gd name="connsiteY2-90" fmla="*/ 2638097 h 2638097"/>
                    <a:gd name="connsiteX3-91" fmla="*/ 0 w 8187558"/>
                    <a:gd name="connsiteY3-92" fmla="*/ 1229711 h 2638097"/>
                    <a:gd name="connsiteX4-93" fmla="*/ 31531 w 8187558"/>
                    <a:gd name="connsiteY4-94" fmla="*/ 147145 h 2638097"/>
                    <a:gd name="connsiteX5-95" fmla="*/ 4046482 w 8187558"/>
                    <a:gd name="connsiteY5-96" fmla="*/ 1576552 h 2638097"/>
                    <a:gd name="connsiteX6-97" fmla="*/ 8187558 w 8187558"/>
                    <a:gd name="connsiteY6-98" fmla="*/ 0 h 2638097"/>
                    <a:gd name="connsiteX0-99" fmla="*/ 8187558 w 8187558"/>
                    <a:gd name="connsiteY0-100" fmla="*/ 0 h 2638097"/>
                    <a:gd name="connsiteX1-101" fmla="*/ 8187558 w 8187558"/>
                    <a:gd name="connsiteY1-102" fmla="*/ 1271752 h 2638097"/>
                    <a:gd name="connsiteX2-103" fmla="*/ 4099035 w 8187558"/>
                    <a:gd name="connsiteY2-104" fmla="*/ 2638097 h 2638097"/>
                    <a:gd name="connsiteX3-105" fmla="*/ 0 w 8187558"/>
                    <a:gd name="connsiteY3-106" fmla="*/ 1229711 h 2638097"/>
                    <a:gd name="connsiteX4-107" fmla="*/ 31531 w 8187558"/>
                    <a:gd name="connsiteY4-108" fmla="*/ 147145 h 2638097"/>
                    <a:gd name="connsiteX5-109" fmla="*/ 4046482 w 8187558"/>
                    <a:gd name="connsiteY5-110" fmla="*/ 1576552 h 2638097"/>
                    <a:gd name="connsiteX6-111" fmla="*/ 8187558 w 8187558"/>
                    <a:gd name="connsiteY6-112" fmla="*/ 0 h 2638097"/>
                    <a:gd name="connsiteX0-113" fmla="*/ 8187558 w 8187558"/>
                    <a:gd name="connsiteY0-114" fmla="*/ 0 h 2638097"/>
                    <a:gd name="connsiteX1-115" fmla="*/ 8187558 w 8187558"/>
                    <a:gd name="connsiteY1-116" fmla="*/ 1271752 h 2638097"/>
                    <a:gd name="connsiteX2-117" fmla="*/ 4099035 w 8187558"/>
                    <a:gd name="connsiteY2-118" fmla="*/ 2638097 h 2638097"/>
                    <a:gd name="connsiteX3-119" fmla="*/ 0 w 8187558"/>
                    <a:gd name="connsiteY3-120" fmla="*/ 1229711 h 2638097"/>
                    <a:gd name="connsiteX4-121" fmla="*/ 31531 w 8187558"/>
                    <a:gd name="connsiteY4-122" fmla="*/ 147145 h 2638097"/>
                    <a:gd name="connsiteX5-123" fmla="*/ 4046482 w 8187558"/>
                    <a:gd name="connsiteY5-124" fmla="*/ 1576552 h 2638097"/>
                    <a:gd name="connsiteX6-125" fmla="*/ 8187558 w 8187558"/>
                    <a:gd name="connsiteY6-126" fmla="*/ 0 h 2638097"/>
                    <a:gd name="connsiteX0-127" fmla="*/ 8187558 w 8187558"/>
                    <a:gd name="connsiteY0-128" fmla="*/ 0 h 2638097"/>
                    <a:gd name="connsiteX1-129" fmla="*/ 8187558 w 8187558"/>
                    <a:gd name="connsiteY1-130" fmla="*/ 1271752 h 2638097"/>
                    <a:gd name="connsiteX2-131" fmla="*/ 4099035 w 8187558"/>
                    <a:gd name="connsiteY2-132" fmla="*/ 2638097 h 2638097"/>
                    <a:gd name="connsiteX3-133" fmla="*/ 0 w 8187558"/>
                    <a:gd name="connsiteY3-134" fmla="*/ 1229711 h 2638097"/>
                    <a:gd name="connsiteX4-135" fmla="*/ 31531 w 8187558"/>
                    <a:gd name="connsiteY4-136" fmla="*/ 147145 h 2638097"/>
                    <a:gd name="connsiteX5-137" fmla="*/ 4046482 w 8187558"/>
                    <a:gd name="connsiteY5-138" fmla="*/ 1576552 h 2638097"/>
                    <a:gd name="connsiteX6-139" fmla="*/ 8187558 w 8187558"/>
                    <a:gd name="connsiteY6-140" fmla="*/ 0 h 2638097"/>
                    <a:gd name="connsiteX0-141" fmla="*/ 8187558 w 8187558"/>
                    <a:gd name="connsiteY0-142" fmla="*/ 0 h 2638097"/>
                    <a:gd name="connsiteX1-143" fmla="*/ 8187558 w 8187558"/>
                    <a:gd name="connsiteY1-144" fmla="*/ 1271752 h 2638097"/>
                    <a:gd name="connsiteX2-145" fmla="*/ 4099035 w 8187558"/>
                    <a:gd name="connsiteY2-146" fmla="*/ 2638097 h 2638097"/>
                    <a:gd name="connsiteX3-147" fmla="*/ 0 w 8187558"/>
                    <a:gd name="connsiteY3-148" fmla="*/ 1229711 h 2638097"/>
                    <a:gd name="connsiteX4-149" fmla="*/ 31531 w 8187558"/>
                    <a:gd name="connsiteY4-150" fmla="*/ 147145 h 2638097"/>
                    <a:gd name="connsiteX5-151" fmla="*/ 4088524 w 8187558"/>
                    <a:gd name="connsiteY5-152" fmla="*/ 1597573 h 2638097"/>
                    <a:gd name="connsiteX6-153" fmla="*/ 8187558 w 8187558"/>
                    <a:gd name="connsiteY6-154" fmla="*/ 0 h 2638097"/>
                    <a:gd name="connsiteX0-155" fmla="*/ 8187558 w 8187558"/>
                    <a:gd name="connsiteY0-156" fmla="*/ 0 h 2638097"/>
                    <a:gd name="connsiteX1-157" fmla="*/ 8187558 w 8187558"/>
                    <a:gd name="connsiteY1-158" fmla="*/ 1271752 h 2638097"/>
                    <a:gd name="connsiteX2-159" fmla="*/ 4099035 w 8187558"/>
                    <a:gd name="connsiteY2-160" fmla="*/ 2638097 h 2638097"/>
                    <a:gd name="connsiteX3-161" fmla="*/ 0 w 8187558"/>
                    <a:gd name="connsiteY3-162" fmla="*/ 1229711 h 2638097"/>
                    <a:gd name="connsiteX4-163" fmla="*/ 31531 w 8187558"/>
                    <a:gd name="connsiteY4-164" fmla="*/ 147145 h 2638097"/>
                    <a:gd name="connsiteX5-165" fmla="*/ 4088524 w 8187558"/>
                    <a:gd name="connsiteY5-166" fmla="*/ 1597573 h 2638097"/>
                    <a:gd name="connsiteX6-167" fmla="*/ 8187558 w 8187558"/>
                    <a:gd name="connsiteY6-168" fmla="*/ 0 h 2638097"/>
                    <a:gd name="connsiteX0-169" fmla="*/ 8187558 w 8187558"/>
                    <a:gd name="connsiteY0-170" fmla="*/ 0 h 2638097"/>
                    <a:gd name="connsiteX1-171" fmla="*/ 8187558 w 8187558"/>
                    <a:gd name="connsiteY1-172" fmla="*/ 1271752 h 2638097"/>
                    <a:gd name="connsiteX2-173" fmla="*/ 4099035 w 8187558"/>
                    <a:gd name="connsiteY2-174" fmla="*/ 2638097 h 2638097"/>
                    <a:gd name="connsiteX3-175" fmla="*/ 0 w 8187558"/>
                    <a:gd name="connsiteY3-176" fmla="*/ 1229711 h 2638097"/>
                    <a:gd name="connsiteX4-177" fmla="*/ 31531 w 8187558"/>
                    <a:gd name="connsiteY4-178" fmla="*/ 147145 h 2638097"/>
                    <a:gd name="connsiteX5-179" fmla="*/ 4099035 w 8187558"/>
                    <a:gd name="connsiteY5-180" fmla="*/ 1566042 h 2638097"/>
                    <a:gd name="connsiteX6-181" fmla="*/ 8187558 w 8187558"/>
                    <a:gd name="connsiteY6-182" fmla="*/ 0 h 2638097"/>
                    <a:gd name="connsiteX0-183" fmla="*/ 8187558 w 8187558"/>
                    <a:gd name="connsiteY0-184" fmla="*/ 0 h 2638097"/>
                    <a:gd name="connsiteX1-185" fmla="*/ 8187558 w 8187558"/>
                    <a:gd name="connsiteY1-186" fmla="*/ 1271752 h 2638097"/>
                    <a:gd name="connsiteX2-187" fmla="*/ 4099035 w 8187558"/>
                    <a:gd name="connsiteY2-188" fmla="*/ 2638097 h 2638097"/>
                    <a:gd name="connsiteX3-189" fmla="*/ 0 w 8187558"/>
                    <a:gd name="connsiteY3-190" fmla="*/ 1229711 h 2638097"/>
                    <a:gd name="connsiteX4-191" fmla="*/ 31531 w 8187558"/>
                    <a:gd name="connsiteY4-192" fmla="*/ 147145 h 2638097"/>
                    <a:gd name="connsiteX5-193" fmla="*/ 4099035 w 8187558"/>
                    <a:gd name="connsiteY5-194" fmla="*/ 1566042 h 2638097"/>
                    <a:gd name="connsiteX6-195" fmla="*/ 8187558 w 8187558"/>
                    <a:gd name="connsiteY6-196" fmla="*/ 0 h 2638097"/>
                    <a:gd name="connsiteX0-197" fmla="*/ 8187558 w 8187558"/>
                    <a:gd name="connsiteY0-198" fmla="*/ 0 h 2638097"/>
                    <a:gd name="connsiteX1-199" fmla="*/ 8187558 w 8187558"/>
                    <a:gd name="connsiteY1-200" fmla="*/ 1271752 h 2638097"/>
                    <a:gd name="connsiteX2-201" fmla="*/ 4099035 w 8187558"/>
                    <a:gd name="connsiteY2-202" fmla="*/ 2638097 h 2638097"/>
                    <a:gd name="connsiteX3-203" fmla="*/ 0 w 8187558"/>
                    <a:gd name="connsiteY3-204" fmla="*/ 1229711 h 2638097"/>
                    <a:gd name="connsiteX4-205" fmla="*/ 31531 w 8187558"/>
                    <a:gd name="connsiteY4-206" fmla="*/ 147145 h 2638097"/>
                    <a:gd name="connsiteX5-207" fmla="*/ 4099035 w 8187558"/>
                    <a:gd name="connsiteY5-208" fmla="*/ 1566042 h 2638097"/>
                    <a:gd name="connsiteX6-209" fmla="*/ 8187558 w 8187558"/>
                    <a:gd name="connsiteY6-210" fmla="*/ 0 h 2638097"/>
                    <a:gd name="connsiteX0-211" fmla="*/ 8187558 w 8187558"/>
                    <a:gd name="connsiteY0-212" fmla="*/ 0 h 2638097"/>
                    <a:gd name="connsiteX1-213" fmla="*/ 8187558 w 8187558"/>
                    <a:gd name="connsiteY1-214" fmla="*/ 1271752 h 2638097"/>
                    <a:gd name="connsiteX2-215" fmla="*/ 4099035 w 8187558"/>
                    <a:gd name="connsiteY2-216" fmla="*/ 2638097 h 2638097"/>
                    <a:gd name="connsiteX3-217" fmla="*/ 0 w 8187558"/>
                    <a:gd name="connsiteY3-218" fmla="*/ 1229711 h 2638097"/>
                    <a:gd name="connsiteX4-219" fmla="*/ 31531 w 8187558"/>
                    <a:gd name="connsiteY4-220" fmla="*/ 147145 h 2638097"/>
                    <a:gd name="connsiteX5-221" fmla="*/ 4099035 w 8187558"/>
                    <a:gd name="connsiteY5-222" fmla="*/ 1566042 h 2638097"/>
                    <a:gd name="connsiteX6-223" fmla="*/ 8187558 w 8187558"/>
                    <a:gd name="connsiteY6-224" fmla="*/ 0 h 2638097"/>
                    <a:gd name="connsiteX0-225" fmla="*/ 8187558 w 8187558"/>
                    <a:gd name="connsiteY0-226" fmla="*/ 0 h 2638097"/>
                    <a:gd name="connsiteX1-227" fmla="*/ 8187558 w 8187558"/>
                    <a:gd name="connsiteY1-228" fmla="*/ 1271752 h 2638097"/>
                    <a:gd name="connsiteX2-229" fmla="*/ 4099035 w 8187558"/>
                    <a:gd name="connsiteY2-230" fmla="*/ 2638097 h 2638097"/>
                    <a:gd name="connsiteX3-231" fmla="*/ 0 w 8187558"/>
                    <a:gd name="connsiteY3-232" fmla="*/ 1229711 h 2638097"/>
                    <a:gd name="connsiteX4-233" fmla="*/ 31531 w 8187558"/>
                    <a:gd name="connsiteY4-234" fmla="*/ 147145 h 2638097"/>
                    <a:gd name="connsiteX5-235" fmla="*/ 4099035 w 8187558"/>
                    <a:gd name="connsiteY5-236" fmla="*/ 1566042 h 2638097"/>
                    <a:gd name="connsiteX6-237" fmla="*/ 8187558 w 8187558"/>
                    <a:gd name="connsiteY6-238" fmla="*/ 0 h 2638097"/>
                    <a:gd name="connsiteX0-239" fmla="*/ 8187558 w 8187558"/>
                    <a:gd name="connsiteY0-240" fmla="*/ 0 h 2638097"/>
                    <a:gd name="connsiteX1-241" fmla="*/ 8187558 w 8187558"/>
                    <a:gd name="connsiteY1-242" fmla="*/ 1271752 h 2638097"/>
                    <a:gd name="connsiteX2-243" fmla="*/ 4099035 w 8187558"/>
                    <a:gd name="connsiteY2-244" fmla="*/ 2638097 h 2638097"/>
                    <a:gd name="connsiteX3-245" fmla="*/ 0 w 8187558"/>
                    <a:gd name="connsiteY3-246" fmla="*/ 1229711 h 2638097"/>
                    <a:gd name="connsiteX4-247" fmla="*/ 31531 w 8187558"/>
                    <a:gd name="connsiteY4-248" fmla="*/ 147145 h 2638097"/>
                    <a:gd name="connsiteX5-249" fmla="*/ 4099035 w 8187558"/>
                    <a:gd name="connsiteY5-250" fmla="*/ 1566042 h 2638097"/>
                    <a:gd name="connsiteX6-251" fmla="*/ 8187558 w 8187558"/>
                    <a:gd name="connsiteY6-252" fmla="*/ 0 h 2638097"/>
                    <a:gd name="connsiteX0-253" fmla="*/ 8187558 w 8187558"/>
                    <a:gd name="connsiteY0-254" fmla="*/ 0 h 2638097"/>
                    <a:gd name="connsiteX1-255" fmla="*/ 8187558 w 8187558"/>
                    <a:gd name="connsiteY1-256" fmla="*/ 1271752 h 2638097"/>
                    <a:gd name="connsiteX2-257" fmla="*/ 4099035 w 8187558"/>
                    <a:gd name="connsiteY2-258" fmla="*/ 2638097 h 2638097"/>
                    <a:gd name="connsiteX3-259" fmla="*/ 0 w 8187558"/>
                    <a:gd name="connsiteY3-260" fmla="*/ 1229711 h 2638097"/>
                    <a:gd name="connsiteX4-261" fmla="*/ 31531 w 8187558"/>
                    <a:gd name="connsiteY4-262" fmla="*/ 147145 h 2638097"/>
                    <a:gd name="connsiteX5-263" fmla="*/ 4099035 w 8187558"/>
                    <a:gd name="connsiteY5-264" fmla="*/ 1566042 h 2638097"/>
                    <a:gd name="connsiteX6-265" fmla="*/ 8187558 w 8187558"/>
                    <a:gd name="connsiteY6-266" fmla="*/ 0 h 2638097"/>
                    <a:gd name="connsiteX0-267" fmla="*/ 8187558 w 8187558"/>
                    <a:gd name="connsiteY0-268" fmla="*/ 0 h 2638097"/>
                    <a:gd name="connsiteX1-269" fmla="*/ 8187558 w 8187558"/>
                    <a:gd name="connsiteY1-270" fmla="*/ 1271752 h 2638097"/>
                    <a:gd name="connsiteX2-271" fmla="*/ 4099035 w 8187558"/>
                    <a:gd name="connsiteY2-272" fmla="*/ 2638097 h 2638097"/>
                    <a:gd name="connsiteX3-273" fmla="*/ 0 w 8187558"/>
                    <a:gd name="connsiteY3-274" fmla="*/ 1229711 h 2638097"/>
                    <a:gd name="connsiteX4-275" fmla="*/ 31531 w 8187558"/>
                    <a:gd name="connsiteY4-276" fmla="*/ 147145 h 2638097"/>
                    <a:gd name="connsiteX5-277" fmla="*/ 4099035 w 8187558"/>
                    <a:gd name="connsiteY5-278" fmla="*/ 1566042 h 2638097"/>
                    <a:gd name="connsiteX6-279" fmla="*/ 8187558 w 8187558"/>
                    <a:gd name="connsiteY6-280" fmla="*/ 0 h 2638097"/>
                    <a:gd name="connsiteX0-281" fmla="*/ 8187558 w 8187558"/>
                    <a:gd name="connsiteY0-282" fmla="*/ 0 h 2638097"/>
                    <a:gd name="connsiteX1-283" fmla="*/ 8187558 w 8187558"/>
                    <a:gd name="connsiteY1-284" fmla="*/ 1271752 h 2638097"/>
                    <a:gd name="connsiteX2-285" fmla="*/ 4099035 w 8187558"/>
                    <a:gd name="connsiteY2-286" fmla="*/ 2638097 h 2638097"/>
                    <a:gd name="connsiteX3-287" fmla="*/ 0 w 8187558"/>
                    <a:gd name="connsiteY3-288" fmla="*/ 1229711 h 2638097"/>
                    <a:gd name="connsiteX4-289" fmla="*/ 31531 w 8187558"/>
                    <a:gd name="connsiteY4-290" fmla="*/ 147145 h 2638097"/>
                    <a:gd name="connsiteX5-291" fmla="*/ 4099035 w 8187558"/>
                    <a:gd name="connsiteY5-292" fmla="*/ 1566042 h 2638097"/>
                    <a:gd name="connsiteX6-293" fmla="*/ 8187558 w 8187558"/>
                    <a:gd name="connsiteY6-294" fmla="*/ 0 h 2638097"/>
                    <a:gd name="connsiteX0-295" fmla="*/ 8176538 w 8176538"/>
                    <a:gd name="connsiteY0-296" fmla="*/ 0 h 2638097"/>
                    <a:gd name="connsiteX1-297" fmla="*/ 8176538 w 8176538"/>
                    <a:gd name="connsiteY1-298" fmla="*/ 1271752 h 2638097"/>
                    <a:gd name="connsiteX2-299" fmla="*/ 4088015 w 8176538"/>
                    <a:gd name="connsiteY2-300" fmla="*/ 2638097 h 2638097"/>
                    <a:gd name="connsiteX3-301" fmla="*/ 0 w 8176538"/>
                    <a:gd name="connsiteY3-302" fmla="*/ 1269888 h 2638097"/>
                    <a:gd name="connsiteX4-303" fmla="*/ 20511 w 8176538"/>
                    <a:gd name="connsiteY4-304" fmla="*/ 147145 h 2638097"/>
                    <a:gd name="connsiteX5-305" fmla="*/ 4088015 w 8176538"/>
                    <a:gd name="connsiteY5-306" fmla="*/ 1566042 h 2638097"/>
                    <a:gd name="connsiteX6-307" fmla="*/ 8176538 w 8176538"/>
                    <a:gd name="connsiteY6-308" fmla="*/ 0 h 2638097"/>
                    <a:gd name="connsiteX0-309" fmla="*/ 8176538 w 8176538"/>
                    <a:gd name="connsiteY0-310" fmla="*/ 0 h 2772020"/>
                    <a:gd name="connsiteX1-311" fmla="*/ 8176538 w 8176538"/>
                    <a:gd name="connsiteY1-312" fmla="*/ 1271752 h 2772020"/>
                    <a:gd name="connsiteX2-313" fmla="*/ 4099034 w 8176538"/>
                    <a:gd name="connsiteY2-314" fmla="*/ 2772020 h 2772020"/>
                    <a:gd name="connsiteX3-315" fmla="*/ 0 w 8176538"/>
                    <a:gd name="connsiteY3-316" fmla="*/ 1269888 h 2772020"/>
                    <a:gd name="connsiteX4-317" fmla="*/ 20511 w 8176538"/>
                    <a:gd name="connsiteY4-318" fmla="*/ 147145 h 2772020"/>
                    <a:gd name="connsiteX5-319" fmla="*/ 4088015 w 8176538"/>
                    <a:gd name="connsiteY5-320" fmla="*/ 1566042 h 2772020"/>
                    <a:gd name="connsiteX6-321" fmla="*/ 8176538 w 8176538"/>
                    <a:gd name="connsiteY6-322" fmla="*/ 0 h 2772020"/>
                    <a:gd name="connsiteX0-323" fmla="*/ 8176538 w 8176538"/>
                    <a:gd name="connsiteY0-324" fmla="*/ 0 h 2772339"/>
                    <a:gd name="connsiteX1-325" fmla="*/ 8176538 w 8176538"/>
                    <a:gd name="connsiteY1-326" fmla="*/ 1378890 h 2772339"/>
                    <a:gd name="connsiteX2-327" fmla="*/ 4099034 w 8176538"/>
                    <a:gd name="connsiteY2-328" fmla="*/ 2772020 h 2772339"/>
                    <a:gd name="connsiteX3-329" fmla="*/ 0 w 8176538"/>
                    <a:gd name="connsiteY3-330" fmla="*/ 1269888 h 2772339"/>
                    <a:gd name="connsiteX4-331" fmla="*/ 20511 w 8176538"/>
                    <a:gd name="connsiteY4-332" fmla="*/ 147145 h 2772339"/>
                    <a:gd name="connsiteX5-333" fmla="*/ 4088015 w 8176538"/>
                    <a:gd name="connsiteY5-334" fmla="*/ 1566042 h 2772339"/>
                    <a:gd name="connsiteX6-335" fmla="*/ 8176538 w 8176538"/>
                    <a:gd name="connsiteY6-336" fmla="*/ 0 h 2772339"/>
                    <a:gd name="connsiteX0-337" fmla="*/ 8176538 w 8176538"/>
                    <a:gd name="connsiteY0-338" fmla="*/ 0 h 2825888"/>
                    <a:gd name="connsiteX1-339" fmla="*/ 8176538 w 8176538"/>
                    <a:gd name="connsiteY1-340" fmla="*/ 1378890 h 2825888"/>
                    <a:gd name="connsiteX2-341" fmla="*/ 4099034 w 8176538"/>
                    <a:gd name="connsiteY2-342" fmla="*/ 2825590 h 2825888"/>
                    <a:gd name="connsiteX3-343" fmla="*/ 0 w 8176538"/>
                    <a:gd name="connsiteY3-344" fmla="*/ 1269888 h 2825888"/>
                    <a:gd name="connsiteX4-345" fmla="*/ 20511 w 8176538"/>
                    <a:gd name="connsiteY4-346" fmla="*/ 147145 h 2825888"/>
                    <a:gd name="connsiteX5-347" fmla="*/ 4088015 w 8176538"/>
                    <a:gd name="connsiteY5-348" fmla="*/ 1566042 h 2825888"/>
                    <a:gd name="connsiteX6-349" fmla="*/ 8176538 w 8176538"/>
                    <a:gd name="connsiteY6-350" fmla="*/ 0 h 2825888"/>
                    <a:gd name="connsiteX0-351" fmla="*/ 8165518 w 8165518"/>
                    <a:gd name="connsiteY0-352" fmla="*/ 0 h 2825606"/>
                    <a:gd name="connsiteX1-353" fmla="*/ 8165518 w 8165518"/>
                    <a:gd name="connsiteY1-354" fmla="*/ 1378890 h 2825606"/>
                    <a:gd name="connsiteX2-355" fmla="*/ 4088014 w 8165518"/>
                    <a:gd name="connsiteY2-356" fmla="*/ 2825590 h 2825606"/>
                    <a:gd name="connsiteX3-357" fmla="*/ 0 w 8165518"/>
                    <a:gd name="connsiteY3-358" fmla="*/ 1403811 h 2825606"/>
                    <a:gd name="connsiteX4-359" fmla="*/ 9491 w 8165518"/>
                    <a:gd name="connsiteY4-360" fmla="*/ 147145 h 2825606"/>
                    <a:gd name="connsiteX5-361" fmla="*/ 4076995 w 8165518"/>
                    <a:gd name="connsiteY5-362" fmla="*/ 1566042 h 2825606"/>
                    <a:gd name="connsiteX6-363" fmla="*/ 8165518 w 8165518"/>
                    <a:gd name="connsiteY6-364" fmla="*/ 0 h 2825606"/>
                    <a:gd name="connsiteX0-365" fmla="*/ 8165518 w 8165518"/>
                    <a:gd name="connsiteY0-366" fmla="*/ 0 h 2879174"/>
                    <a:gd name="connsiteX1-367" fmla="*/ 8165518 w 8165518"/>
                    <a:gd name="connsiteY1-368" fmla="*/ 1378890 h 2879174"/>
                    <a:gd name="connsiteX2-369" fmla="*/ 4132092 w 8165518"/>
                    <a:gd name="connsiteY2-370" fmla="*/ 2879159 h 2879174"/>
                    <a:gd name="connsiteX3-371" fmla="*/ 0 w 8165518"/>
                    <a:gd name="connsiteY3-372" fmla="*/ 1403811 h 2879174"/>
                    <a:gd name="connsiteX4-373" fmla="*/ 9491 w 8165518"/>
                    <a:gd name="connsiteY4-374" fmla="*/ 147145 h 2879174"/>
                    <a:gd name="connsiteX5-375" fmla="*/ 4076995 w 8165518"/>
                    <a:gd name="connsiteY5-376" fmla="*/ 1566042 h 2879174"/>
                    <a:gd name="connsiteX6-377" fmla="*/ 8165518 w 8165518"/>
                    <a:gd name="connsiteY6-378" fmla="*/ 0 h 2879174"/>
                    <a:gd name="connsiteX0-379" fmla="*/ 8165518 w 8176537"/>
                    <a:gd name="connsiteY0-380" fmla="*/ 0 h 2879410"/>
                    <a:gd name="connsiteX1-381" fmla="*/ 8176537 w 8176537"/>
                    <a:gd name="connsiteY1-382" fmla="*/ 1499420 h 2879410"/>
                    <a:gd name="connsiteX2-383" fmla="*/ 4132092 w 8176537"/>
                    <a:gd name="connsiteY2-384" fmla="*/ 2879159 h 2879410"/>
                    <a:gd name="connsiteX3-385" fmla="*/ 0 w 8176537"/>
                    <a:gd name="connsiteY3-386" fmla="*/ 1403811 h 2879410"/>
                    <a:gd name="connsiteX4-387" fmla="*/ 9491 w 8176537"/>
                    <a:gd name="connsiteY4-388" fmla="*/ 147145 h 2879410"/>
                    <a:gd name="connsiteX5-389" fmla="*/ 4076995 w 8176537"/>
                    <a:gd name="connsiteY5-390" fmla="*/ 1566042 h 2879410"/>
                    <a:gd name="connsiteX6-391" fmla="*/ 8165518 w 8176537"/>
                    <a:gd name="connsiteY6-392" fmla="*/ 0 h 2879410"/>
                    <a:gd name="connsiteX0-393" fmla="*/ 8165518 w 8176537"/>
                    <a:gd name="connsiteY0-394" fmla="*/ 0 h 2879262"/>
                    <a:gd name="connsiteX1-395" fmla="*/ 8176537 w 8176537"/>
                    <a:gd name="connsiteY1-396" fmla="*/ 1499420 h 2879262"/>
                    <a:gd name="connsiteX2-397" fmla="*/ 4132092 w 8176537"/>
                    <a:gd name="connsiteY2-398" fmla="*/ 2879159 h 2879262"/>
                    <a:gd name="connsiteX3-399" fmla="*/ 0 w 8176537"/>
                    <a:gd name="connsiteY3-400" fmla="*/ 1403811 h 2879262"/>
                    <a:gd name="connsiteX4-401" fmla="*/ 9491 w 8176537"/>
                    <a:gd name="connsiteY4-402" fmla="*/ 147145 h 2879262"/>
                    <a:gd name="connsiteX5-403" fmla="*/ 4076995 w 8176537"/>
                    <a:gd name="connsiteY5-404" fmla="*/ 1566042 h 2879262"/>
                    <a:gd name="connsiteX6-405" fmla="*/ 8165518 w 8176537"/>
                    <a:gd name="connsiteY6-406" fmla="*/ 0 h 2879262"/>
                    <a:gd name="connsiteX0-407" fmla="*/ 8165518 w 8176537"/>
                    <a:gd name="connsiteY0-408" fmla="*/ 0 h 2879163"/>
                    <a:gd name="connsiteX1-409" fmla="*/ 8176537 w 8176537"/>
                    <a:gd name="connsiteY1-410" fmla="*/ 1499420 h 2879163"/>
                    <a:gd name="connsiteX2-411" fmla="*/ 4132092 w 8176537"/>
                    <a:gd name="connsiteY2-412" fmla="*/ 2879159 h 2879163"/>
                    <a:gd name="connsiteX3-413" fmla="*/ 0 w 8176537"/>
                    <a:gd name="connsiteY3-414" fmla="*/ 1510948 h 2879163"/>
                    <a:gd name="connsiteX4-415" fmla="*/ 9491 w 8176537"/>
                    <a:gd name="connsiteY4-416" fmla="*/ 147145 h 2879163"/>
                    <a:gd name="connsiteX5-417" fmla="*/ 4076995 w 8176537"/>
                    <a:gd name="connsiteY5-418" fmla="*/ 1566042 h 2879163"/>
                    <a:gd name="connsiteX6-419" fmla="*/ 8165518 w 8176537"/>
                    <a:gd name="connsiteY6-420" fmla="*/ 0 h 2879163"/>
                    <a:gd name="connsiteX0-421" fmla="*/ 8165518 w 8198577"/>
                    <a:gd name="connsiteY0-422" fmla="*/ 0 h 2879451"/>
                    <a:gd name="connsiteX1-423" fmla="*/ 8198577 w 8198577"/>
                    <a:gd name="connsiteY1-424" fmla="*/ 1606558 h 2879451"/>
                    <a:gd name="connsiteX2-425" fmla="*/ 4132092 w 8198577"/>
                    <a:gd name="connsiteY2-426" fmla="*/ 2879159 h 2879451"/>
                    <a:gd name="connsiteX3-427" fmla="*/ 0 w 8198577"/>
                    <a:gd name="connsiteY3-428" fmla="*/ 1510948 h 2879451"/>
                    <a:gd name="connsiteX4-429" fmla="*/ 9491 w 8198577"/>
                    <a:gd name="connsiteY4-430" fmla="*/ 147145 h 2879451"/>
                    <a:gd name="connsiteX5-431" fmla="*/ 4076995 w 8198577"/>
                    <a:gd name="connsiteY5-432" fmla="*/ 1566042 h 2879451"/>
                    <a:gd name="connsiteX6-433" fmla="*/ 8165518 w 8198577"/>
                    <a:gd name="connsiteY6-434" fmla="*/ 0 h 2879451"/>
                    <a:gd name="connsiteX0-435" fmla="*/ 8165518 w 8165518"/>
                    <a:gd name="connsiteY0-436" fmla="*/ 0 h 2880066"/>
                    <a:gd name="connsiteX1-437" fmla="*/ 8165518 w 8165518"/>
                    <a:gd name="connsiteY1-438" fmla="*/ 1673520 h 2880066"/>
                    <a:gd name="connsiteX2-439" fmla="*/ 4132092 w 8165518"/>
                    <a:gd name="connsiteY2-440" fmla="*/ 2879159 h 2880066"/>
                    <a:gd name="connsiteX3-441" fmla="*/ 0 w 8165518"/>
                    <a:gd name="connsiteY3-442" fmla="*/ 1510948 h 2880066"/>
                    <a:gd name="connsiteX4-443" fmla="*/ 9491 w 8165518"/>
                    <a:gd name="connsiteY4-444" fmla="*/ 147145 h 2880066"/>
                    <a:gd name="connsiteX5-445" fmla="*/ 4076995 w 8165518"/>
                    <a:gd name="connsiteY5-446" fmla="*/ 1566042 h 2880066"/>
                    <a:gd name="connsiteX6-447" fmla="*/ 8165518 w 8165518"/>
                    <a:gd name="connsiteY6-448" fmla="*/ 0 h 2880066"/>
                    <a:gd name="connsiteX0-449" fmla="*/ 8156794 w 8156794"/>
                    <a:gd name="connsiteY0-450" fmla="*/ 0 h 2879270"/>
                    <a:gd name="connsiteX1-451" fmla="*/ 8156794 w 8156794"/>
                    <a:gd name="connsiteY1-452" fmla="*/ 1673520 h 2879270"/>
                    <a:gd name="connsiteX2-453" fmla="*/ 4123368 w 8156794"/>
                    <a:gd name="connsiteY2-454" fmla="*/ 2879159 h 2879270"/>
                    <a:gd name="connsiteX3-455" fmla="*/ 2295 w 8156794"/>
                    <a:gd name="connsiteY3-456" fmla="*/ 1618086 h 2879270"/>
                    <a:gd name="connsiteX4-457" fmla="*/ 767 w 8156794"/>
                    <a:gd name="connsiteY4-458" fmla="*/ 147145 h 2879270"/>
                    <a:gd name="connsiteX5-459" fmla="*/ 4068271 w 8156794"/>
                    <a:gd name="connsiteY5-460" fmla="*/ 1566042 h 2879270"/>
                    <a:gd name="connsiteX6-461" fmla="*/ 8156794 w 8156794"/>
                    <a:gd name="connsiteY6-462" fmla="*/ 0 h 2879270"/>
                    <a:gd name="connsiteX0-463" fmla="*/ 8156794 w 8156794"/>
                    <a:gd name="connsiteY0-464" fmla="*/ 0 h 2973000"/>
                    <a:gd name="connsiteX1-465" fmla="*/ 8156794 w 8156794"/>
                    <a:gd name="connsiteY1-466" fmla="*/ 1673520 h 2973000"/>
                    <a:gd name="connsiteX2-467" fmla="*/ 4134388 w 8156794"/>
                    <a:gd name="connsiteY2-468" fmla="*/ 2972904 h 2973000"/>
                    <a:gd name="connsiteX3-469" fmla="*/ 2295 w 8156794"/>
                    <a:gd name="connsiteY3-470" fmla="*/ 1618086 h 2973000"/>
                    <a:gd name="connsiteX4-471" fmla="*/ 767 w 8156794"/>
                    <a:gd name="connsiteY4-472" fmla="*/ 147145 h 2973000"/>
                    <a:gd name="connsiteX5-473" fmla="*/ 4068271 w 8156794"/>
                    <a:gd name="connsiteY5-474" fmla="*/ 1566042 h 2973000"/>
                    <a:gd name="connsiteX6-475" fmla="*/ 8156794 w 8156794"/>
                    <a:gd name="connsiteY6-476" fmla="*/ 0 h 2973000"/>
                    <a:gd name="connsiteX0-477" fmla="*/ 8156794 w 8156794"/>
                    <a:gd name="connsiteY0-478" fmla="*/ 0 h 2973000"/>
                    <a:gd name="connsiteX1-479" fmla="*/ 8156794 w 8156794"/>
                    <a:gd name="connsiteY1-480" fmla="*/ 1673520 h 2973000"/>
                    <a:gd name="connsiteX2-481" fmla="*/ 4134388 w 8156794"/>
                    <a:gd name="connsiteY2-482" fmla="*/ 2972904 h 2973000"/>
                    <a:gd name="connsiteX3-483" fmla="*/ 2295 w 8156794"/>
                    <a:gd name="connsiteY3-484" fmla="*/ 1618086 h 2973000"/>
                    <a:gd name="connsiteX4-485" fmla="*/ 767 w 8156794"/>
                    <a:gd name="connsiteY4-486" fmla="*/ 147145 h 2973000"/>
                    <a:gd name="connsiteX5-487" fmla="*/ 4068271 w 8156794"/>
                    <a:gd name="connsiteY5-488" fmla="*/ 1566042 h 2973000"/>
                    <a:gd name="connsiteX6-489" fmla="*/ 8156794 w 8156794"/>
                    <a:gd name="connsiteY6-490" fmla="*/ 0 h 2973000"/>
                    <a:gd name="connsiteX0-491" fmla="*/ 8156794 w 8156794"/>
                    <a:gd name="connsiteY0-492" fmla="*/ 0 h 2973000"/>
                    <a:gd name="connsiteX1-493" fmla="*/ 8156794 w 8156794"/>
                    <a:gd name="connsiteY1-494" fmla="*/ 1673520 h 2973000"/>
                    <a:gd name="connsiteX2-495" fmla="*/ 4134388 w 8156794"/>
                    <a:gd name="connsiteY2-496" fmla="*/ 2972904 h 2973000"/>
                    <a:gd name="connsiteX3-497" fmla="*/ 2295 w 8156794"/>
                    <a:gd name="connsiteY3-498" fmla="*/ 1618086 h 2973000"/>
                    <a:gd name="connsiteX4-499" fmla="*/ 767 w 8156794"/>
                    <a:gd name="connsiteY4-500" fmla="*/ 147145 h 2973000"/>
                    <a:gd name="connsiteX5-501" fmla="*/ 4068271 w 8156794"/>
                    <a:gd name="connsiteY5-502" fmla="*/ 1566042 h 2973000"/>
                    <a:gd name="connsiteX6-503" fmla="*/ 8156794 w 8156794"/>
                    <a:gd name="connsiteY6-504" fmla="*/ 0 h 2973000"/>
                    <a:gd name="connsiteX0-505" fmla="*/ 8156794 w 8156794"/>
                    <a:gd name="connsiteY0-506" fmla="*/ 0 h 2973020"/>
                    <a:gd name="connsiteX1-507" fmla="*/ 8156794 w 8156794"/>
                    <a:gd name="connsiteY1-508" fmla="*/ 1673520 h 2973020"/>
                    <a:gd name="connsiteX2-509" fmla="*/ 4134388 w 8156794"/>
                    <a:gd name="connsiteY2-510" fmla="*/ 2972904 h 2973020"/>
                    <a:gd name="connsiteX3-511" fmla="*/ 2295 w 8156794"/>
                    <a:gd name="connsiteY3-512" fmla="*/ 1618086 h 2973020"/>
                    <a:gd name="connsiteX4-513" fmla="*/ 767 w 8156794"/>
                    <a:gd name="connsiteY4-514" fmla="*/ 147145 h 2973020"/>
                    <a:gd name="connsiteX5-515" fmla="*/ 4068271 w 8156794"/>
                    <a:gd name="connsiteY5-516" fmla="*/ 1566042 h 2973020"/>
                    <a:gd name="connsiteX6-517" fmla="*/ 8156794 w 8156794"/>
                    <a:gd name="connsiteY6-518" fmla="*/ 0 h 2973020"/>
                    <a:gd name="connsiteX0-519" fmla="*/ 8156794 w 8156794"/>
                    <a:gd name="connsiteY0-520" fmla="*/ 0 h 2973021"/>
                    <a:gd name="connsiteX1-521" fmla="*/ 8156794 w 8156794"/>
                    <a:gd name="connsiteY1-522" fmla="*/ 1673520 h 2973021"/>
                    <a:gd name="connsiteX2-523" fmla="*/ 4134388 w 8156794"/>
                    <a:gd name="connsiteY2-524" fmla="*/ 2972904 h 2973021"/>
                    <a:gd name="connsiteX3-525" fmla="*/ 2295 w 8156794"/>
                    <a:gd name="connsiteY3-526" fmla="*/ 1618086 h 2973021"/>
                    <a:gd name="connsiteX4-527" fmla="*/ 767 w 8156794"/>
                    <a:gd name="connsiteY4-528" fmla="*/ 147145 h 2973021"/>
                    <a:gd name="connsiteX5-529" fmla="*/ 4068271 w 8156794"/>
                    <a:gd name="connsiteY5-530" fmla="*/ 1566042 h 2973021"/>
                    <a:gd name="connsiteX6-531" fmla="*/ 8156794 w 8156794"/>
                    <a:gd name="connsiteY6-532" fmla="*/ 0 h 2973021"/>
                    <a:gd name="connsiteX0-533" fmla="*/ 8156794 w 8156794"/>
                    <a:gd name="connsiteY0-534" fmla="*/ 0 h 2973021"/>
                    <a:gd name="connsiteX1-535" fmla="*/ 8156794 w 8156794"/>
                    <a:gd name="connsiteY1-536" fmla="*/ 1673520 h 2973021"/>
                    <a:gd name="connsiteX2-537" fmla="*/ 4134388 w 8156794"/>
                    <a:gd name="connsiteY2-538" fmla="*/ 2972904 h 2973021"/>
                    <a:gd name="connsiteX3-539" fmla="*/ 2295 w 8156794"/>
                    <a:gd name="connsiteY3-540" fmla="*/ 1618086 h 2973021"/>
                    <a:gd name="connsiteX4-541" fmla="*/ 767 w 8156794"/>
                    <a:gd name="connsiteY4-542" fmla="*/ 147145 h 2973021"/>
                    <a:gd name="connsiteX5-543" fmla="*/ 4068271 w 8156794"/>
                    <a:gd name="connsiteY5-544" fmla="*/ 1566042 h 2973021"/>
                    <a:gd name="connsiteX6-545" fmla="*/ 8156794 w 8156794"/>
                    <a:gd name="connsiteY6-546" fmla="*/ 0 h 2973021"/>
                    <a:gd name="connsiteX0-547" fmla="*/ 8156794 w 8156794"/>
                    <a:gd name="connsiteY0-548" fmla="*/ 0 h 2973021"/>
                    <a:gd name="connsiteX1-549" fmla="*/ 8156794 w 8156794"/>
                    <a:gd name="connsiteY1-550" fmla="*/ 1673520 h 2973021"/>
                    <a:gd name="connsiteX2-551" fmla="*/ 4134388 w 8156794"/>
                    <a:gd name="connsiteY2-552" fmla="*/ 2972904 h 2973021"/>
                    <a:gd name="connsiteX3-553" fmla="*/ 2295 w 8156794"/>
                    <a:gd name="connsiteY3-554" fmla="*/ 1618086 h 2973021"/>
                    <a:gd name="connsiteX4-555" fmla="*/ 767 w 8156794"/>
                    <a:gd name="connsiteY4-556" fmla="*/ 147145 h 2973021"/>
                    <a:gd name="connsiteX5-557" fmla="*/ 4068271 w 8156794"/>
                    <a:gd name="connsiteY5-558" fmla="*/ 1566042 h 2973021"/>
                    <a:gd name="connsiteX6-559" fmla="*/ 8156794 w 8156794"/>
                    <a:gd name="connsiteY6-560" fmla="*/ 0 h 2973021"/>
                    <a:gd name="connsiteX0-561" fmla="*/ 8156794 w 8156794"/>
                    <a:gd name="connsiteY0-562" fmla="*/ 0 h 2973021"/>
                    <a:gd name="connsiteX1-563" fmla="*/ 8156794 w 8156794"/>
                    <a:gd name="connsiteY1-564" fmla="*/ 1673520 h 2973021"/>
                    <a:gd name="connsiteX2-565" fmla="*/ 4134388 w 8156794"/>
                    <a:gd name="connsiteY2-566" fmla="*/ 2972904 h 2973021"/>
                    <a:gd name="connsiteX3-567" fmla="*/ 2295 w 8156794"/>
                    <a:gd name="connsiteY3-568" fmla="*/ 1618086 h 2973021"/>
                    <a:gd name="connsiteX4-569" fmla="*/ 767 w 8156794"/>
                    <a:gd name="connsiteY4-570" fmla="*/ 147145 h 2973021"/>
                    <a:gd name="connsiteX5-571" fmla="*/ 4068271 w 8156794"/>
                    <a:gd name="connsiteY5-572" fmla="*/ 1566042 h 2973021"/>
                    <a:gd name="connsiteX6-573" fmla="*/ 8156794 w 8156794"/>
                    <a:gd name="connsiteY6-574" fmla="*/ 0 h 2973021"/>
                    <a:gd name="connsiteX0-575" fmla="*/ 8156794 w 8156794"/>
                    <a:gd name="connsiteY0-576" fmla="*/ 0 h 2973141"/>
                    <a:gd name="connsiteX1-577" fmla="*/ 8156794 w 8156794"/>
                    <a:gd name="connsiteY1-578" fmla="*/ 1673520 h 2973141"/>
                    <a:gd name="connsiteX2-579" fmla="*/ 4134388 w 8156794"/>
                    <a:gd name="connsiteY2-580" fmla="*/ 2972904 h 2973141"/>
                    <a:gd name="connsiteX3-581" fmla="*/ 2295 w 8156794"/>
                    <a:gd name="connsiteY3-582" fmla="*/ 1618086 h 2973141"/>
                    <a:gd name="connsiteX4-583" fmla="*/ 767 w 8156794"/>
                    <a:gd name="connsiteY4-584" fmla="*/ 147145 h 2973141"/>
                    <a:gd name="connsiteX5-585" fmla="*/ 4068271 w 8156794"/>
                    <a:gd name="connsiteY5-586" fmla="*/ 1566042 h 2973141"/>
                    <a:gd name="connsiteX6-587" fmla="*/ 8156794 w 8156794"/>
                    <a:gd name="connsiteY6-588" fmla="*/ 0 h 2973141"/>
                    <a:gd name="connsiteX0-589" fmla="*/ 8156794 w 8156794"/>
                    <a:gd name="connsiteY0-590" fmla="*/ 0 h 3066827"/>
                    <a:gd name="connsiteX1-591" fmla="*/ 8156794 w 8156794"/>
                    <a:gd name="connsiteY1-592" fmla="*/ 1673520 h 3066827"/>
                    <a:gd name="connsiteX2-593" fmla="*/ 4123353 w 8156794"/>
                    <a:gd name="connsiteY2-594" fmla="*/ 3066650 h 3066827"/>
                    <a:gd name="connsiteX3-595" fmla="*/ 2295 w 8156794"/>
                    <a:gd name="connsiteY3-596" fmla="*/ 1618086 h 3066827"/>
                    <a:gd name="connsiteX4-597" fmla="*/ 767 w 8156794"/>
                    <a:gd name="connsiteY4-598" fmla="*/ 147145 h 3066827"/>
                    <a:gd name="connsiteX5-599" fmla="*/ 4068271 w 8156794"/>
                    <a:gd name="connsiteY5-600" fmla="*/ 1566042 h 3066827"/>
                    <a:gd name="connsiteX6-601" fmla="*/ 8156794 w 8156794"/>
                    <a:gd name="connsiteY6-602" fmla="*/ 0 h 3066827"/>
                    <a:gd name="connsiteX0-603" fmla="*/ 8123689 w 8156794"/>
                    <a:gd name="connsiteY0-604" fmla="*/ 0 h 2999866"/>
                    <a:gd name="connsiteX1-605" fmla="*/ 8156794 w 8156794"/>
                    <a:gd name="connsiteY1-606" fmla="*/ 1606559 h 2999866"/>
                    <a:gd name="connsiteX2-607" fmla="*/ 4123353 w 8156794"/>
                    <a:gd name="connsiteY2-608" fmla="*/ 2999689 h 2999866"/>
                    <a:gd name="connsiteX3-609" fmla="*/ 2295 w 8156794"/>
                    <a:gd name="connsiteY3-610" fmla="*/ 1551125 h 2999866"/>
                    <a:gd name="connsiteX4-611" fmla="*/ 767 w 8156794"/>
                    <a:gd name="connsiteY4-612" fmla="*/ 80184 h 2999866"/>
                    <a:gd name="connsiteX5-613" fmla="*/ 4068271 w 8156794"/>
                    <a:gd name="connsiteY5-614" fmla="*/ 1499081 h 2999866"/>
                    <a:gd name="connsiteX6-615" fmla="*/ 8123689 w 8156794"/>
                    <a:gd name="connsiteY6-616" fmla="*/ 0 h 2999866"/>
                    <a:gd name="connsiteX0-617" fmla="*/ 8167828 w 8167828"/>
                    <a:gd name="connsiteY0-618" fmla="*/ 0 h 3026651"/>
                    <a:gd name="connsiteX1-619" fmla="*/ 8156794 w 8167828"/>
                    <a:gd name="connsiteY1-620" fmla="*/ 1633344 h 3026651"/>
                    <a:gd name="connsiteX2-621" fmla="*/ 4123353 w 8167828"/>
                    <a:gd name="connsiteY2-622" fmla="*/ 3026474 h 3026651"/>
                    <a:gd name="connsiteX3-623" fmla="*/ 2295 w 8167828"/>
                    <a:gd name="connsiteY3-624" fmla="*/ 1577910 h 3026651"/>
                    <a:gd name="connsiteX4-625" fmla="*/ 767 w 8167828"/>
                    <a:gd name="connsiteY4-626" fmla="*/ 106969 h 3026651"/>
                    <a:gd name="connsiteX5-627" fmla="*/ 4068271 w 8167828"/>
                    <a:gd name="connsiteY5-628" fmla="*/ 1525866 h 3026651"/>
                    <a:gd name="connsiteX6-629" fmla="*/ 8167828 w 8167828"/>
                    <a:gd name="connsiteY6-630" fmla="*/ 0 h 3026651"/>
                    <a:gd name="connsiteX0-631" fmla="*/ 8167828 w 8167828"/>
                    <a:gd name="connsiteY0-632" fmla="*/ 0 h 3027228"/>
                    <a:gd name="connsiteX1-633" fmla="*/ 8145760 w 8167828"/>
                    <a:gd name="connsiteY1-634" fmla="*/ 1686913 h 3027228"/>
                    <a:gd name="connsiteX2-635" fmla="*/ 4123353 w 8167828"/>
                    <a:gd name="connsiteY2-636" fmla="*/ 3026474 h 3027228"/>
                    <a:gd name="connsiteX3-637" fmla="*/ 2295 w 8167828"/>
                    <a:gd name="connsiteY3-638" fmla="*/ 1577910 h 3027228"/>
                    <a:gd name="connsiteX4-639" fmla="*/ 767 w 8167828"/>
                    <a:gd name="connsiteY4-640" fmla="*/ 106969 h 3027228"/>
                    <a:gd name="connsiteX5-641" fmla="*/ 4068271 w 8167828"/>
                    <a:gd name="connsiteY5-642" fmla="*/ 1525866 h 3027228"/>
                    <a:gd name="connsiteX6-643" fmla="*/ 8167828 w 8167828"/>
                    <a:gd name="connsiteY6-644" fmla="*/ 0 h 3027228"/>
                    <a:gd name="connsiteX0-645" fmla="*/ 8156794 w 8156794"/>
                    <a:gd name="connsiteY0-646" fmla="*/ 0 h 2933483"/>
                    <a:gd name="connsiteX1-647" fmla="*/ 8145760 w 8156794"/>
                    <a:gd name="connsiteY1-648" fmla="*/ 1593168 h 2933483"/>
                    <a:gd name="connsiteX2-649" fmla="*/ 4123353 w 8156794"/>
                    <a:gd name="connsiteY2-650" fmla="*/ 2932729 h 2933483"/>
                    <a:gd name="connsiteX3-651" fmla="*/ 2295 w 8156794"/>
                    <a:gd name="connsiteY3-652" fmla="*/ 1484165 h 2933483"/>
                    <a:gd name="connsiteX4-653" fmla="*/ 767 w 8156794"/>
                    <a:gd name="connsiteY4-654" fmla="*/ 13224 h 2933483"/>
                    <a:gd name="connsiteX5-655" fmla="*/ 4068271 w 8156794"/>
                    <a:gd name="connsiteY5-656" fmla="*/ 1432121 h 2933483"/>
                    <a:gd name="connsiteX6-657" fmla="*/ 8156794 w 8156794"/>
                    <a:gd name="connsiteY6-658" fmla="*/ 0 h 2933483"/>
                    <a:gd name="connsiteX0-659" fmla="*/ 8156794 w 8156794"/>
                    <a:gd name="connsiteY0-660" fmla="*/ 0 h 2933483"/>
                    <a:gd name="connsiteX1-661" fmla="*/ 8145760 w 8156794"/>
                    <a:gd name="connsiteY1-662" fmla="*/ 1593168 h 2933483"/>
                    <a:gd name="connsiteX2-663" fmla="*/ 4123353 w 8156794"/>
                    <a:gd name="connsiteY2-664" fmla="*/ 2932729 h 2933483"/>
                    <a:gd name="connsiteX3-665" fmla="*/ 2295 w 8156794"/>
                    <a:gd name="connsiteY3-666" fmla="*/ 1484165 h 2933483"/>
                    <a:gd name="connsiteX4-667" fmla="*/ 767 w 8156794"/>
                    <a:gd name="connsiteY4-668" fmla="*/ 13224 h 2933483"/>
                    <a:gd name="connsiteX5-669" fmla="*/ 4068271 w 8156794"/>
                    <a:gd name="connsiteY5-670" fmla="*/ 1432121 h 2933483"/>
                    <a:gd name="connsiteX6-671" fmla="*/ 8156794 w 8156794"/>
                    <a:gd name="connsiteY6-672" fmla="*/ 0 h 2933483"/>
                    <a:gd name="connsiteX0-673" fmla="*/ 8123689 w 8145760"/>
                    <a:gd name="connsiteY0-674" fmla="*/ 13560 h 2920259"/>
                    <a:gd name="connsiteX1-675" fmla="*/ 8145760 w 8145760"/>
                    <a:gd name="connsiteY1-676" fmla="*/ 1579944 h 2920259"/>
                    <a:gd name="connsiteX2-677" fmla="*/ 4123353 w 8145760"/>
                    <a:gd name="connsiteY2-678" fmla="*/ 2919505 h 2920259"/>
                    <a:gd name="connsiteX3-679" fmla="*/ 2295 w 8145760"/>
                    <a:gd name="connsiteY3-680" fmla="*/ 1470941 h 2920259"/>
                    <a:gd name="connsiteX4-681" fmla="*/ 767 w 8145760"/>
                    <a:gd name="connsiteY4-682" fmla="*/ 0 h 2920259"/>
                    <a:gd name="connsiteX5-683" fmla="*/ 4068271 w 8145760"/>
                    <a:gd name="connsiteY5-684" fmla="*/ 1418897 h 2920259"/>
                    <a:gd name="connsiteX6-685" fmla="*/ 8123689 w 8145760"/>
                    <a:gd name="connsiteY6-686" fmla="*/ 13560 h 2920259"/>
                    <a:gd name="connsiteX0-687" fmla="*/ 8178863 w 8178863"/>
                    <a:gd name="connsiteY0-688" fmla="*/ 26952 h 2920259"/>
                    <a:gd name="connsiteX1-689" fmla="*/ 8145760 w 8178863"/>
                    <a:gd name="connsiteY1-690" fmla="*/ 1579944 h 2920259"/>
                    <a:gd name="connsiteX2-691" fmla="*/ 4123353 w 8178863"/>
                    <a:gd name="connsiteY2-692" fmla="*/ 2919505 h 2920259"/>
                    <a:gd name="connsiteX3-693" fmla="*/ 2295 w 8178863"/>
                    <a:gd name="connsiteY3-694" fmla="*/ 1470941 h 2920259"/>
                    <a:gd name="connsiteX4-695" fmla="*/ 767 w 8178863"/>
                    <a:gd name="connsiteY4-696" fmla="*/ 0 h 2920259"/>
                    <a:gd name="connsiteX5-697" fmla="*/ 4068271 w 8178863"/>
                    <a:gd name="connsiteY5-698" fmla="*/ 1418897 h 2920259"/>
                    <a:gd name="connsiteX6-699" fmla="*/ 8178863 w 8178863"/>
                    <a:gd name="connsiteY6-700" fmla="*/ 26952 h 2920259"/>
                    <a:gd name="connsiteX0-701" fmla="*/ 8167827 w 8167827"/>
                    <a:gd name="connsiteY0-702" fmla="*/ 40343 h 2920259"/>
                    <a:gd name="connsiteX1-703" fmla="*/ 8145760 w 8167827"/>
                    <a:gd name="connsiteY1-704" fmla="*/ 1579944 h 2920259"/>
                    <a:gd name="connsiteX2-705" fmla="*/ 4123353 w 8167827"/>
                    <a:gd name="connsiteY2-706" fmla="*/ 2919505 h 2920259"/>
                    <a:gd name="connsiteX3-707" fmla="*/ 2295 w 8167827"/>
                    <a:gd name="connsiteY3-708" fmla="*/ 1470941 h 2920259"/>
                    <a:gd name="connsiteX4-709" fmla="*/ 767 w 8167827"/>
                    <a:gd name="connsiteY4-710" fmla="*/ 0 h 2920259"/>
                    <a:gd name="connsiteX5-711" fmla="*/ 4068271 w 8167827"/>
                    <a:gd name="connsiteY5-712" fmla="*/ 1418897 h 2920259"/>
                    <a:gd name="connsiteX6-713" fmla="*/ 8167827 w 8167827"/>
                    <a:gd name="connsiteY6-714" fmla="*/ 40343 h 2920259"/>
                    <a:gd name="connsiteX0-715" fmla="*/ 8123687 w 8145760"/>
                    <a:gd name="connsiteY0-716" fmla="*/ 53735 h 2920259"/>
                    <a:gd name="connsiteX1-717" fmla="*/ 8145760 w 8145760"/>
                    <a:gd name="connsiteY1-718" fmla="*/ 1579944 h 2920259"/>
                    <a:gd name="connsiteX2-719" fmla="*/ 4123353 w 8145760"/>
                    <a:gd name="connsiteY2-720" fmla="*/ 2919505 h 2920259"/>
                    <a:gd name="connsiteX3-721" fmla="*/ 2295 w 8145760"/>
                    <a:gd name="connsiteY3-722" fmla="*/ 1470941 h 2920259"/>
                    <a:gd name="connsiteX4-723" fmla="*/ 767 w 8145760"/>
                    <a:gd name="connsiteY4-724" fmla="*/ 0 h 2920259"/>
                    <a:gd name="connsiteX5-725" fmla="*/ 4068271 w 8145760"/>
                    <a:gd name="connsiteY5-726" fmla="*/ 1418897 h 2920259"/>
                    <a:gd name="connsiteX6-727" fmla="*/ 8123687 w 8145760"/>
                    <a:gd name="connsiteY6-728" fmla="*/ 53735 h 2920259"/>
                    <a:gd name="connsiteX0-729" fmla="*/ 8161918 w 8161918"/>
                    <a:gd name="connsiteY0-730" fmla="*/ 0 h 2943855"/>
                    <a:gd name="connsiteX1-731" fmla="*/ 8145760 w 8161918"/>
                    <a:gd name="connsiteY1-732" fmla="*/ 1603540 h 2943855"/>
                    <a:gd name="connsiteX2-733" fmla="*/ 4123353 w 8161918"/>
                    <a:gd name="connsiteY2-734" fmla="*/ 2943101 h 2943855"/>
                    <a:gd name="connsiteX3-735" fmla="*/ 2295 w 8161918"/>
                    <a:gd name="connsiteY3-736" fmla="*/ 1494537 h 2943855"/>
                    <a:gd name="connsiteX4-737" fmla="*/ 767 w 8161918"/>
                    <a:gd name="connsiteY4-738" fmla="*/ 23596 h 2943855"/>
                    <a:gd name="connsiteX5-739" fmla="*/ 4068271 w 8161918"/>
                    <a:gd name="connsiteY5-740" fmla="*/ 1442493 h 2943855"/>
                    <a:gd name="connsiteX6-741" fmla="*/ 8161918 w 8161918"/>
                    <a:gd name="connsiteY6-742" fmla="*/ 0 h 2943855"/>
                    <a:gd name="connsiteX0-743" fmla="*/ 8144926 w 8145760"/>
                    <a:gd name="connsiteY0-744" fmla="*/ 43424 h 2920259"/>
                    <a:gd name="connsiteX1-745" fmla="*/ 8145760 w 8145760"/>
                    <a:gd name="connsiteY1-746" fmla="*/ 1579944 h 2920259"/>
                    <a:gd name="connsiteX2-747" fmla="*/ 4123353 w 8145760"/>
                    <a:gd name="connsiteY2-748" fmla="*/ 2919505 h 2920259"/>
                    <a:gd name="connsiteX3-749" fmla="*/ 2295 w 8145760"/>
                    <a:gd name="connsiteY3-750" fmla="*/ 1470941 h 2920259"/>
                    <a:gd name="connsiteX4-751" fmla="*/ 767 w 8145760"/>
                    <a:gd name="connsiteY4-752" fmla="*/ 0 h 2920259"/>
                    <a:gd name="connsiteX5-753" fmla="*/ 4068271 w 8145760"/>
                    <a:gd name="connsiteY5-754" fmla="*/ 1418897 h 2920259"/>
                    <a:gd name="connsiteX6-755" fmla="*/ 8144926 w 8145760"/>
                    <a:gd name="connsiteY6-756" fmla="*/ 43424 h 2920259"/>
                    <a:gd name="connsiteX0-757" fmla="*/ 8161918 w 8161918"/>
                    <a:gd name="connsiteY0-758" fmla="*/ 0 h 2959321"/>
                    <a:gd name="connsiteX1-759" fmla="*/ 8145760 w 8161918"/>
                    <a:gd name="connsiteY1-760" fmla="*/ 1619006 h 2959321"/>
                    <a:gd name="connsiteX2-761" fmla="*/ 4123353 w 8161918"/>
                    <a:gd name="connsiteY2-762" fmla="*/ 2958567 h 2959321"/>
                    <a:gd name="connsiteX3-763" fmla="*/ 2295 w 8161918"/>
                    <a:gd name="connsiteY3-764" fmla="*/ 1510003 h 2959321"/>
                    <a:gd name="connsiteX4-765" fmla="*/ 767 w 8161918"/>
                    <a:gd name="connsiteY4-766" fmla="*/ 39062 h 2959321"/>
                    <a:gd name="connsiteX5-767" fmla="*/ 4068271 w 8161918"/>
                    <a:gd name="connsiteY5-768" fmla="*/ 1457959 h 2959321"/>
                    <a:gd name="connsiteX6-769" fmla="*/ 8161918 w 8161918"/>
                    <a:gd name="connsiteY6-770" fmla="*/ 0 h 2959321"/>
                    <a:gd name="connsiteX0-771" fmla="*/ 8161918 w 8162752"/>
                    <a:gd name="connsiteY0-772" fmla="*/ 0 h 2959488"/>
                    <a:gd name="connsiteX1-773" fmla="*/ 8162752 w 8162752"/>
                    <a:gd name="connsiteY1-774" fmla="*/ 1629317 h 2959488"/>
                    <a:gd name="connsiteX2-775" fmla="*/ 4123353 w 8162752"/>
                    <a:gd name="connsiteY2-776" fmla="*/ 2958567 h 2959488"/>
                    <a:gd name="connsiteX3-777" fmla="*/ 2295 w 8162752"/>
                    <a:gd name="connsiteY3-778" fmla="*/ 1510003 h 2959488"/>
                    <a:gd name="connsiteX4-779" fmla="*/ 767 w 8162752"/>
                    <a:gd name="connsiteY4-780" fmla="*/ 39062 h 2959488"/>
                    <a:gd name="connsiteX5-781" fmla="*/ 4068271 w 8162752"/>
                    <a:gd name="connsiteY5-782" fmla="*/ 1457959 h 2959488"/>
                    <a:gd name="connsiteX6-783" fmla="*/ 8161918 w 8162752"/>
                    <a:gd name="connsiteY6-784" fmla="*/ 0 h 2959488"/>
                    <a:gd name="connsiteX0-785" fmla="*/ 8165930 w 8166764"/>
                    <a:gd name="connsiteY0-786" fmla="*/ 7337 h 2966825"/>
                    <a:gd name="connsiteX1-787" fmla="*/ 8166764 w 8166764"/>
                    <a:gd name="connsiteY1-788" fmla="*/ 1636654 h 2966825"/>
                    <a:gd name="connsiteX2-789" fmla="*/ 4127365 w 8166764"/>
                    <a:gd name="connsiteY2-790" fmla="*/ 2965904 h 2966825"/>
                    <a:gd name="connsiteX3-791" fmla="*/ 6307 w 8166764"/>
                    <a:gd name="connsiteY3-792" fmla="*/ 1517340 h 2966825"/>
                    <a:gd name="connsiteX4-793" fmla="*/ 532 w 8166764"/>
                    <a:gd name="connsiteY4-794" fmla="*/ 0 h 2966825"/>
                    <a:gd name="connsiteX5-795" fmla="*/ 4072283 w 8166764"/>
                    <a:gd name="connsiteY5-796" fmla="*/ 1465296 h 2966825"/>
                    <a:gd name="connsiteX6-797" fmla="*/ 8165930 w 8166764"/>
                    <a:gd name="connsiteY6-798" fmla="*/ 7337 h 2966825"/>
                    <a:gd name="connsiteX0-799" fmla="*/ 8168119 w 8168953"/>
                    <a:gd name="connsiteY0-800" fmla="*/ 7337 h 2966682"/>
                    <a:gd name="connsiteX1-801" fmla="*/ 8168953 w 8168953"/>
                    <a:gd name="connsiteY1-802" fmla="*/ 1636654 h 2966682"/>
                    <a:gd name="connsiteX2-803" fmla="*/ 4129554 w 8168953"/>
                    <a:gd name="connsiteY2-804" fmla="*/ 2965904 h 2966682"/>
                    <a:gd name="connsiteX3-805" fmla="*/ 0 w 8168953"/>
                    <a:gd name="connsiteY3-806" fmla="*/ 1527651 h 2966682"/>
                    <a:gd name="connsiteX4-807" fmla="*/ 2721 w 8168953"/>
                    <a:gd name="connsiteY4-808" fmla="*/ 0 h 2966682"/>
                    <a:gd name="connsiteX5-809" fmla="*/ 4074472 w 8168953"/>
                    <a:gd name="connsiteY5-810" fmla="*/ 1465296 h 2966682"/>
                    <a:gd name="connsiteX6-811" fmla="*/ 8168119 w 8168953"/>
                    <a:gd name="connsiteY6-812" fmla="*/ 7337 h 2966682"/>
                    <a:gd name="connsiteX0-813" fmla="*/ 8168119 w 8168953"/>
                    <a:gd name="connsiteY0-814" fmla="*/ 7337 h 3100377"/>
                    <a:gd name="connsiteX1-815" fmla="*/ 8168953 w 8168953"/>
                    <a:gd name="connsiteY1-816" fmla="*/ 1636654 h 3100377"/>
                    <a:gd name="connsiteX2-817" fmla="*/ 4118520 w 8168953"/>
                    <a:gd name="connsiteY2-818" fmla="*/ 3099826 h 3100377"/>
                    <a:gd name="connsiteX3-819" fmla="*/ 0 w 8168953"/>
                    <a:gd name="connsiteY3-820" fmla="*/ 1527651 h 3100377"/>
                    <a:gd name="connsiteX4-821" fmla="*/ 2721 w 8168953"/>
                    <a:gd name="connsiteY4-822" fmla="*/ 0 h 3100377"/>
                    <a:gd name="connsiteX5-823" fmla="*/ 4074472 w 8168953"/>
                    <a:gd name="connsiteY5-824" fmla="*/ 1465296 h 3100377"/>
                    <a:gd name="connsiteX6-825" fmla="*/ 8168119 w 8168953"/>
                    <a:gd name="connsiteY6-826" fmla="*/ 7337 h 3100377"/>
                    <a:gd name="connsiteX0-827" fmla="*/ 8168119 w 8168953"/>
                    <a:gd name="connsiteY0-828" fmla="*/ 7337 h 3100429"/>
                    <a:gd name="connsiteX1-829" fmla="*/ 8168953 w 8168953"/>
                    <a:gd name="connsiteY1-830" fmla="*/ 1636654 h 3100429"/>
                    <a:gd name="connsiteX2-831" fmla="*/ 4118520 w 8168953"/>
                    <a:gd name="connsiteY2-832" fmla="*/ 3099826 h 3100429"/>
                    <a:gd name="connsiteX3-833" fmla="*/ 0 w 8168953"/>
                    <a:gd name="connsiteY3-834" fmla="*/ 1527651 h 3100429"/>
                    <a:gd name="connsiteX4-835" fmla="*/ 2721 w 8168953"/>
                    <a:gd name="connsiteY4-836" fmla="*/ 0 h 3100429"/>
                    <a:gd name="connsiteX5-837" fmla="*/ 4074472 w 8168953"/>
                    <a:gd name="connsiteY5-838" fmla="*/ 1465296 h 3100429"/>
                    <a:gd name="connsiteX6-839" fmla="*/ 8168119 w 8168953"/>
                    <a:gd name="connsiteY6-840" fmla="*/ 7337 h 3100429"/>
                    <a:gd name="connsiteX0-841" fmla="*/ 8165849 w 8166683"/>
                    <a:gd name="connsiteY0-842" fmla="*/ 7337 h 3099826"/>
                    <a:gd name="connsiteX1-843" fmla="*/ 8166683 w 8166683"/>
                    <a:gd name="connsiteY1-844" fmla="*/ 1636654 h 3099826"/>
                    <a:gd name="connsiteX2-845" fmla="*/ 4116250 w 8166683"/>
                    <a:gd name="connsiteY2-846" fmla="*/ 3099826 h 3099826"/>
                    <a:gd name="connsiteX3-847" fmla="*/ 8764 w 8166683"/>
                    <a:gd name="connsiteY3-848" fmla="*/ 1634789 h 3099826"/>
                    <a:gd name="connsiteX4-849" fmla="*/ 451 w 8166683"/>
                    <a:gd name="connsiteY4-850" fmla="*/ 0 h 3099826"/>
                    <a:gd name="connsiteX5-851" fmla="*/ 4072202 w 8166683"/>
                    <a:gd name="connsiteY5-852" fmla="*/ 1465296 h 3099826"/>
                    <a:gd name="connsiteX6-853" fmla="*/ 8165849 w 8166683"/>
                    <a:gd name="connsiteY6-854" fmla="*/ 7337 h 3099826"/>
                    <a:gd name="connsiteX0-855" fmla="*/ 8165849 w 8166683"/>
                    <a:gd name="connsiteY0-856" fmla="*/ 7337 h 3099826"/>
                    <a:gd name="connsiteX1-857" fmla="*/ 8166683 w 8166683"/>
                    <a:gd name="connsiteY1-858" fmla="*/ 1636654 h 3099826"/>
                    <a:gd name="connsiteX2-859" fmla="*/ 4116250 w 8166683"/>
                    <a:gd name="connsiteY2-860" fmla="*/ 3099826 h 3099826"/>
                    <a:gd name="connsiteX3-861" fmla="*/ 8764 w 8166683"/>
                    <a:gd name="connsiteY3-862" fmla="*/ 1634789 h 3099826"/>
                    <a:gd name="connsiteX4-863" fmla="*/ 451 w 8166683"/>
                    <a:gd name="connsiteY4-864" fmla="*/ 0 h 3099826"/>
                    <a:gd name="connsiteX5-865" fmla="*/ 4072202 w 8166683"/>
                    <a:gd name="connsiteY5-866" fmla="*/ 1465296 h 3099826"/>
                    <a:gd name="connsiteX6-867" fmla="*/ 8165849 w 8166683"/>
                    <a:gd name="connsiteY6-868" fmla="*/ 7337 h 3099826"/>
                    <a:gd name="connsiteX0-869" fmla="*/ 8165849 w 8166683"/>
                    <a:gd name="connsiteY0-870" fmla="*/ 7337 h 3099826"/>
                    <a:gd name="connsiteX1-871" fmla="*/ 8166683 w 8166683"/>
                    <a:gd name="connsiteY1-872" fmla="*/ 1636654 h 3099826"/>
                    <a:gd name="connsiteX2-873" fmla="*/ 4116250 w 8166683"/>
                    <a:gd name="connsiteY2-874" fmla="*/ 3099826 h 3099826"/>
                    <a:gd name="connsiteX3-875" fmla="*/ 8764 w 8166683"/>
                    <a:gd name="connsiteY3-876" fmla="*/ 1634789 h 3099826"/>
                    <a:gd name="connsiteX4-877" fmla="*/ 451 w 8166683"/>
                    <a:gd name="connsiteY4-878" fmla="*/ 0 h 3099826"/>
                    <a:gd name="connsiteX5-879" fmla="*/ 4061168 w 8166683"/>
                    <a:gd name="connsiteY5-880" fmla="*/ 1438511 h 3099826"/>
                    <a:gd name="connsiteX6-881" fmla="*/ 8165849 w 8166683"/>
                    <a:gd name="connsiteY6-882" fmla="*/ 7337 h 3099826"/>
                    <a:gd name="connsiteX0-883" fmla="*/ 8165849 w 8166683"/>
                    <a:gd name="connsiteY0-884" fmla="*/ 7337 h 3099826"/>
                    <a:gd name="connsiteX1-885" fmla="*/ 8166683 w 8166683"/>
                    <a:gd name="connsiteY1-886" fmla="*/ 1636654 h 3099826"/>
                    <a:gd name="connsiteX2-887" fmla="*/ 4116250 w 8166683"/>
                    <a:gd name="connsiteY2-888" fmla="*/ 3099826 h 3099826"/>
                    <a:gd name="connsiteX3-889" fmla="*/ 8764 w 8166683"/>
                    <a:gd name="connsiteY3-890" fmla="*/ 1634789 h 3099826"/>
                    <a:gd name="connsiteX4-891" fmla="*/ 451 w 8166683"/>
                    <a:gd name="connsiteY4-892" fmla="*/ 0 h 3099826"/>
                    <a:gd name="connsiteX5-893" fmla="*/ 4061168 w 8166683"/>
                    <a:gd name="connsiteY5-894" fmla="*/ 1438511 h 3099826"/>
                    <a:gd name="connsiteX6-895" fmla="*/ 8165849 w 8166683"/>
                    <a:gd name="connsiteY6-896" fmla="*/ 7337 h 309982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77" name="Oval 276"/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278" name="Group 277"/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279" name="Freeform 278"/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-1" fmla="*/ 3725333 w 4641485"/>
                      <a:gd name="connsiteY0-2" fmla="*/ 0 h 1049866"/>
                      <a:gd name="connsiteX1-3" fmla="*/ 4641485 w 4641485"/>
                      <a:gd name="connsiteY1-4" fmla="*/ 239402 h 1049866"/>
                      <a:gd name="connsiteX2-5" fmla="*/ 3962400 w 4641485"/>
                      <a:gd name="connsiteY2-6" fmla="*/ 541866 h 1049866"/>
                      <a:gd name="connsiteX3-7" fmla="*/ 3742267 w 4641485"/>
                      <a:gd name="connsiteY3-8" fmla="*/ 457200 h 1049866"/>
                      <a:gd name="connsiteX4-9" fmla="*/ 2269067 w 4641485"/>
                      <a:gd name="connsiteY4-10" fmla="*/ 1049866 h 1049866"/>
                      <a:gd name="connsiteX5-11" fmla="*/ 880533 w 4641485"/>
                      <a:gd name="connsiteY5-12" fmla="*/ 457200 h 1049866"/>
                      <a:gd name="connsiteX6-13" fmla="*/ 592667 w 4641485"/>
                      <a:gd name="connsiteY6-14" fmla="*/ 541866 h 1049866"/>
                      <a:gd name="connsiteX7-15" fmla="*/ 0 w 4641485"/>
                      <a:gd name="connsiteY7-16" fmla="*/ 254000 h 1049866"/>
                      <a:gd name="connsiteX8-17" fmla="*/ 880533 w 4641485"/>
                      <a:gd name="connsiteY8-18" fmla="*/ 16933 h 1049866"/>
                      <a:gd name="connsiteX9-19" fmla="*/ 2302933 w 4641485"/>
                      <a:gd name="connsiteY9-20" fmla="*/ 626533 h 1049866"/>
                      <a:gd name="connsiteX10-21" fmla="*/ 3725333 w 4641485"/>
                      <a:gd name="connsiteY10-22" fmla="*/ 0 h 1049866"/>
                      <a:gd name="connsiteX0-23" fmla="*/ 3756864 w 4673016"/>
                      <a:gd name="connsiteY0-24" fmla="*/ 0 h 1049866"/>
                      <a:gd name="connsiteX1-25" fmla="*/ 4673016 w 4673016"/>
                      <a:gd name="connsiteY1-26" fmla="*/ 239402 h 1049866"/>
                      <a:gd name="connsiteX2-27" fmla="*/ 3993931 w 4673016"/>
                      <a:gd name="connsiteY2-28" fmla="*/ 541866 h 1049866"/>
                      <a:gd name="connsiteX3-29" fmla="*/ 3773798 w 4673016"/>
                      <a:gd name="connsiteY3-30" fmla="*/ 457200 h 1049866"/>
                      <a:gd name="connsiteX4-31" fmla="*/ 2300598 w 4673016"/>
                      <a:gd name="connsiteY4-32" fmla="*/ 1049866 h 1049866"/>
                      <a:gd name="connsiteX5-33" fmla="*/ 912064 w 4673016"/>
                      <a:gd name="connsiteY5-34" fmla="*/ 457200 h 1049866"/>
                      <a:gd name="connsiteX6-35" fmla="*/ 624198 w 4673016"/>
                      <a:gd name="connsiteY6-36" fmla="*/ 541866 h 1049866"/>
                      <a:gd name="connsiteX7-37" fmla="*/ 0 w 4673016"/>
                      <a:gd name="connsiteY7-38" fmla="*/ 232979 h 1049866"/>
                      <a:gd name="connsiteX8-39" fmla="*/ 912064 w 4673016"/>
                      <a:gd name="connsiteY8-40" fmla="*/ 16933 h 1049866"/>
                      <a:gd name="connsiteX9-41" fmla="*/ 2334464 w 4673016"/>
                      <a:gd name="connsiteY9-42" fmla="*/ 626533 h 1049866"/>
                      <a:gd name="connsiteX10-43" fmla="*/ 3756864 w 4673016"/>
                      <a:gd name="connsiteY10-44" fmla="*/ 0 h 1049866"/>
                      <a:gd name="connsiteX0-45" fmla="*/ 3756864 w 4673016"/>
                      <a:gd name="connsiteY0-46" fmla="*/ 0 h 1049866"/>
                      <a:gd name="connsiteX1-47" fmla="*/ 4673016 w 4673016"/>
                      <a:gd name="connsiteY1-48" fmla="*/ 239402 h 1049866"/>
                      <a:gd name="connsiteX2-49" fmla="*/ 3993931 w 4673016"/>
                      <a:gd name="connsiteY2-50" fmla="*/ 541866 h 1049866"/>
                      <a:gd name="connsiteX3-51" fmla="*/ 3784308 w 4673016"/>
                      <a:gd name="connsiteY3-52" fmla="*/ 404648 h 1049866"/>
                      <a:gd name="connsiteX4-53" fmla="*/ 2300598 w 4673016"/>
                      <a:gd name="connsiteY4-54" fmla="*/ 1049866 h 1049866"/>
                      <a:gd name="connsiteX5-55" fmla="*/ 912064 w 4673016"/>
                      <a:gd name="connsiteY5-56" fmla="*/ 457200 h 1049866"/>
                      <a:gd name="connsiteX6-57" fmla="*/ 624198 w 4673016"/>
                      <a:gd name="connsiteY6-58" fmla="*/ 541866 h 1049866"/>
                      <a:gd name="connsiteX7-59" fmla="*/ 0 w 4673016"/>
                      <a:gd name="connsiteY7-60" fmla="*/ 232979 h 1049866"/>
                      <a:gd name="connsiteX8-61" fmla="*/ 912064 w 4673016"/>
                      <a:gd name="connsiteY8-62" fmla="*/ 16933 h 1049866"/>
                      <a:gd name="connsiteX9-63" fmla="*/ 2334464 w 4673016"/>
                      <a:gd name="connsiteY9-64" fmla="*/ 626533 h 1049866"/>
                      <a:gd name="connsiteX10-65" fmla="*/ 3756864 w 4673016"/>
                      <a:gd name="connsiteY10-66" fmla="*/ 0 h 1049866"/>
                      <a:gd name="connsiteX0-67" fmla="*/ 3756864 w 4673016"/>
                      <a:gd name="connsiteY0-68" fmla="*/ 0 h 1049866"/>
                      <a:gd name="connsiteX1-69" fmla="*/ 4673016 w 4673016"/>
                      <a:gd name="connsiteY1-70" fmla="*/ 239402 h 1049866"/>
                      <a:gd name="connsiteX2-71" fmla="*/ 3993931 w 4673016"/>
                      <a:gd name="connsiteY2-72" fmla="*/ 541866 h 1049866"/>
                      <a:gd name="connsiteX3-73" fmla="*/ 3794818 w 4673016"/>
                      <a:gd name="connsiteY3-74" fmla="*/ 436179 h 1049866"/>
                      <a:gd name="connsiteX4-75" fmla="*/ 2300598 w 4673016"/>
                      <a:gd name="connsiteY4-76" fmla="*/ 1049866 h 1049866"/>
                      <a:gd name="connsiteX5-77" fmla="*/ 912064 w 4673016"/>
                      <a:gd name="connsiteY5-78" fmla="*/ 457200 h 1049866"/>
                      <a:gd name="connsiteX6-79" fmla="*/ 624198 w 4673016"/>
                      <a:gd name="connsiteY6-80" fmla="*/ 541866 h 1049866"/>
                      <a:gd name="connsiteX7-81" fmla="*/ 0 w 4673016"/>
                      <a:gd name="connsiteY7-82" fmla="*/ 232979 h 1049866"/>
                      <a:gd name="connsiteX8-83" fmla="*/ 912064 w 4673016"/>
                      <a:gd name="connsiteY8-84" fmla="*/ 16933 h 1049866"/>
                      <a:gd name="connsiteX9-85" fmla="*/ 2334464 w 4673016"/>
                      <a:gd name="connsiteY9-86" fmla="*/ 626533 h 1049866"/>
                      <a:gd name="connsiteX10-87" fmla="*/ 3756864 w 4673016"/>
                      <a:gd name="connsiteY10-88" fmla="*/ 0 h 1049866"/>
                      <a:gd name="connsiteX0-89" fmla="*/ 3756864 w 4673016"/>
                      <a:gd name="connsiteY0-90" fmla="*/ 0 h 1049866"/>
                      <a:gd name="connsiteX1-91" fmla="*/ 4673016 w 4673016"/>
                      <a:gd name="connsiteY1-92" fmla="*/ 239402 h 1049866"/>
                      <a:gd name="connsiteX2-93" fmla="*/ 3993931 w 4673016"/>
                      <a:gd name="connsiteY2-94" fmla="*/ 541866 h 1049866"/>
                      <a:gd name="connsiteX3-95" fmla="*/ 3794818 w 4673016"/>
                      <a:gd name="connsiteY3-96" fmla="*/ 436179 h 1049866"/>
                      <a:gd name="connsiteX4-97" fmla="*/ 2300598 w 4673016"/>
                      <a:gd name="connsiteY4-98" fmla="*/ 1049866 h 1049866"/>
                      <a:gd name="connsiteX5-99" fmla="*/ 912064 w 4673016"/>
                      <a:gd name="connsiteY5-100" fmla="*/ 457200 h 1049866"/>
                      <a:gd name="connsiteX6-101" fmla="*/ 624198 w 4673016"/>
                      <a:gd name="connsiteY6-102" fmla="*/ 541866 h 1049866"/>
                      <a:gd name="connsiteX7-103" fmla="*/ 0 w 4673016"/>
                      <a:gd name="connsiteY7-104" fmla="*/ 232979 h 1049866"/>
                      <a:gd name="connsiteX8-105" fmla="*/ 912064 w 4673016"/>
                      <a:gd name="connsiteY8-106" fmla="*/ 16933 h 1049866"/>
                      <a:gd name="connsiteX9-107" fmla="*/ 2323954 w 4673016"/>
                      <a:gd name="connsiteY9-108" fmla="*/ 616023 h 1049866"/>
                      <a:gd name="connsiteX10-109" fmla="*/ 3756864 w 4673016"/>
                      <a:gd name="connsiteY10-110" fmla="*/ 0 h 1049866"/>
                      <a:gd name="connsiteX0-111" fmla="*/ 3756864 w 4673016"/>
                      <a:gd name="connsiteY0-112" fmla="*/ 0 h 1049866"/>
                      <a:gd name="connsiteX1-113" fmla="*/ 4673016 w 4673016"/>
                      <a:gd name="connsiteY1-114" fmla="*/ 239402 h 1049866"/>
                      <a:gd name="connsiteX2-115" fmla="*/ 3993931 w 4673016"/>
                      <a:gd name="connsiteY2-116" fmla="*/ 541866 h 1049866"/>
                      <a:gd name="connsiteX3-117" fmla="*/ 3794818 w 4673016"/>
                      <a:gd name="connsiteY3-118" fmla="*/ 436179 h 1049866"/>
                      <a:gd name="connsiteX4-119" fmla="*/ 2300598 w 4673016"/>
                      <a:gd name="connsiteY4-120" fmla="*/ 1049866 h 1049866"/>
                      <a:gd name="connsiteX5-121" fmla="*/ 912064 w 4673016"/>
                      <a:gd name="connsiteY5-122" fmla="*/ 457200 h 1049866"/>
                      <a:gd name="connsiteX6-123" fmla="*/ 624198 w 4673016"/>
                      <a:gd name="connsiteY6-124" fmla="*/ 541866 h 1049866"/>
                      <a:gd name="connsiteX7-125" fmla="*/ 0 w 4673016"/>
                      <a:gd name="connsiteY7-126" fmla="*/ 275021 h 1049866"/>
                      <a:gd name="connsiteX8-127" fmla="*/ 912064 w 4673016"/>
                      <a:gd name="connsiteY8-128" fmla="*/ 16933 h 1049866"/>
                      <a:gd name="connsiteX9-129" fmla="*/ 2323954 w 4673016"/>
                      <a:gd name="connsiteY9-130" fmla="*/ 616023 h 1049866"/>
                      <a:gd name="connsiteX10-131" fmla="*/ 3756864 w 4673016"/>
                      <a:gd name="connsiteY10-132" fmla="*/ 0 h 1049866"/>
                      <a:gd name="connsiteX0-133" fmla="*/ 3756864 w 4673016"/>
                      <a:gd name="connsiteY0-134" fmla="*/ 0 h 1049866"/>
                      <a:gd name="connsiteX1-135" fmla="*/ 4673016 w 4673016"/>
                      <a:gd name="connsiteY1-136" fmla="*/ 239402 h 1049866"/>
                      <a:gd name="connsiteX2-137" fmla="*/ 3993931 w 4673016"/>
                      <a:gd name="connsiteY2-138" fmla="*/ 541866 h 1049866"/>
                      <a:gd name="connsiteX3-139" fmla="*/ 3815839 w 4673016"/>
                      <a:gd name="connsiteY3-140" fmla="*/ 467710 h 1049866"/>
                      <a:gd name="connsiteX4-141" fmla="*/ 2300598 w 4673016"/>
                      <a:gd name="connsiteY4-142" fmla="*/ 1049866 h 1049866"/>
                      <a:gd name="connsiteX5-143" fmla="*/ 912064 w 4673016"/>
                      <a:gd name="connsiteY5-144" fmla="*/ 457200 h 1049866"/>
                      <a:gd name="connsiteX6-145" fmla="*/ 624198 w 4673016"/>
                      <a:gd name="connsiteY6-146" fmla="*/ 541866 h 1049866"/>
                      <a:gd name="connsiteX7-147" fmla="*/ 0 w 4673016"/>
                      <a:gd name="connsiteY7-148" fmla="*/ 275021 h 1049866"/>
                      <a:gd name="connsiteX8-149" fmla="*/ 912064 w 4673016"/>
                      <a:gd name="connsiteY8-150" fmla="*/ 16933 h 1049866"/>
                      <a:gd name="connsiteX9-151" fmla="*/ 2323954 w 4673016"/>
                      <a:gd name="connsiteY9-152" fmla="*/ 616023 h 1049866"/>
                      <a:gd name="connsiteX10-153" fmla="*/ 3756864 w 4673016"/>
                      <a:gd name="connsiteY10-154" fmla="*/ 0 h 104986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0" name="Freeform 279"/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1" name="Freeform 280"/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2" name="Freeform 281"/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-1" fmla="*/ 168165 w 3731172"/>
                      <a:gd name="connsiteY0-2" fmla="*/ 73572 h 1418896"/>
                      <a:gd name="connsiteX1-3" fmla="*/ 451945 w 3731172"/>
                      <a:gd name="connsiteY1-4" fmla="*/ 0 h 1418896"/>
                      <a:gd name="connsiteX2-5" fmla="*/ 1881352 w 3731172"/>
                      <a:gd name="connsiteY2-6" fmla="*/ 599089 h 1418896"/>
                      <a:gd name="connsiteX3-7" fmla="*/ 3363310 w 3731172"/>
                      <a:gd name="connsiteY3-8" fmla="*/ 0 h 1418896"/>
                      <a:gd name="connsiteX4-9" fmla="*/ 3584027 w 3731172"/>
                      <a:gd name="connsiteY4-10" fmla="*/ 73572 h 1418896"/>
                      <a:gd name="connsiteX5-11" fmla="*/ 2627586 w 3731172"/>
                      <a:gd name="connsiteY5-12" fmla="*/ 441434 h 1418896"/>
                      <a:gd name="connsiteX6-13" fmla="*/ 2596055 w 3731172"/>
                      <a:gd name="connsiteY6-14" fmla="*/ 914400 h 1418896"/>
                      <a:gd name="connsiteX7-15" fmla="*/ 3731172 w 3731172"/>
                      <a:gd name="connsiteY7-16" fmla="*/ 1345324 h 1418896"/>
                      <a:gd name="connsiteX8-17" fmla="*/ 3447393 w 3731172"/>
                      <a:gd name="connsiteY8-18" fmla="*/ 1408386 h 1418896"/>
                      <a:gd name="connsiteX9-19" fmla="*/ 1870841 w 3731172"/>
                      <a:gd name="connsiteY9-20" fmla="*/ 746234 h 1418896"/>
                      <a:gd name="connsiteX10-21" fmla="*/ 262758 w 3731172"/>
                      <a:gd name="connsiteY10-22" fmla="*/ 1418896 h 1418896"/>
                      <a:gd name="connsiteX11-23" fmla="*/ 0 w 3731172"/>
                      <a:gd name="connsiteY11-24" fmla="*/ 1324303 h 1418896"/>
                      <a:gd name="connsiteX12-25" fmla="*/ 1145627 w 3731172"/>
                      <a:gd name="connsiteY12-26" fmla="*/ 882869 h 1418896"/>
                      <a:gd name="connsiteX13-27" fmla="*/ 1114096 w 3731172"/>
                      <a:gd name="connsiteY13-28" fmla="*/ 409903 h 1418896"/>
                      <a:gd name="connsiteX14-29" fmla="*/ 441434 w 3731172"/>
                      <a:gd name="connsiteY14-30" fmla="*/ 10510 h 1418896"/>
                      <a:gd name="connsiteX15-31" fmla="*/ 441434 w 3731172"/>
                      <a:gd name="connsiteY15-32" fmla="*/ 10510 h 1418896"/>
                      <a:gd name="connsiteX0-33" fmla="*/ 168165 w 3731172"/>
                      <a:gd name="connsiteY0-34" fmla="*/ 73572 h 1418896"/>
                      <a:gd name="connsiteX1-35" fmla="*/ 451945 w 3731172"/>
                      <a:gd name="connsiteY1-36" fmla="*/ 0 h 1418896"/>
                      <a:gd name="connsiteX2-37" fmla="*/ 1881352 w 3731172"/>
                      <a:gd name="connsiteY2-38" fmla="*/ 599089 h 1418896"/>
                      <a:gd name="connsiteX3-39" fmla="*/ 3363310 w 3731172"/>
                      <a:gd name="connsiteY3-40" fmla="*/ 0 h 1418896"/>
                      <a:gd name="connsiteX4-41" fmla="*/ 3584027 w 3731172"/>
                      <a:gd name="connsiteY4-42" fmla="*/ 73572 h 1418896"/>
                      <a:gd name="connsiteX5-43" fmla="*/ 2627586 w 3731172"/>
                      <a:gd name="connsiteY5-44" fmla="*/ 441434 h 1418896"/>
                      <a:gd name="connsiteX6-45" fmla="*/ 2596055 w 3731172"/>
                      <a:gd name="connsiteY6-46" fmla="*/ 914400 h 1418896"/>
                      <a:gd name="connsiteX7-47" fmla="*/ 3731172 w 3731172"/>
                      <a:gd name="connsiteY7-48" fmla="*/ 1345324 h 1418896"/>
                      <a:gd name="connsiteX8-49" fmla="*/ 3447393 w 3731172"/>
                      <a:gd name="connsiteY8-50" fmla="*/ 1408386 h 1418896"/>
                      <a:gd name="connsiteX9-51" fmla="*/ 1870841 w 3731172"/>
                      <a:gd name="connsiteY9-52" fmla="*/ 746234 h 1418896"/>
                      <a:gd name="connsiteX10-53" fmla="*/ 262758 w 3731172"/>
                      <a:gd name="connsiteY10-54" fmla="*/ 1418896 h 1418896"/>
                      <a:gd name="connsiteX11-55" fmla="*/ 0 w 3731172"/>
                      <a:gd name="connsiteY11-56" fmla="*/ 1324303 h 1418896"/>
                      <a:gd name="connsiteX12-57" fmla="*/ 1145627 w 3731172"/>
                      <a:gd name="connsiteY12-58" fmla="*/ 882869 h 1418896"/>
                      <a:gd name="connsiteX13-59" fmla="*/ 1114096 w 3731172"/>
                      <a:gd name="connsiteY13-60" fmla="*/ 409903 h 1418896"/>
                      <a:gd name="connsiteX14-61" fmla="*/ 441434 w 3731172"/>
                      <a:gd name="connsiteY14-62" fmla="*/ 10510 h 1418896"/>
                      <a:gd name="connsiteX0-63" fmla="*/ 168165 w 3731172"/>
                      <a:gd name="connsiteY0-64" fmla="*/ 73572 h 1418896"/>
                      <a:gd name="connsiteX1-65" fmla="*/ 451945 w 3731172"/>
                      <a:gd name="connsiteY1-66" fmla="*/ 0 h 1418896"/>
                      <a:gd name="connsiteX2-67" fmla="*/ 1881352 w 3731172"/>
                      <a:gd name="connsiteY2-68" fmla="*/ 599089 h 1418896"/>
                      <a:gd name="connsiteX3-69" fmla="*/ 3363310 w 3731172"/>
                      <a:gd name="connsiteY3-70" fmla="*/ 0 h 1418896"/>
                      <a:gd name="connsiteX4-71" fmla="*/ 3584027 w 3731172"/>
                      <a:gd name="connsiteY4-72" fmla="*/ 73572 h 1418896"/>
                      <a:gd name="connsiteX5-73" fmla="*/ 2627586 w 3731172"/>
                      <a:gd name="connsiteY5-74" fmla="*/ 441434 h 1418896"/>
                      <a:gd name="connsiteX6-75" fmla="*/ 2596055 w 3731172"/>
                      <a:gd name="connsiteY6-76" fmla="*/ 914400 h 1418896"/>
                      <a:gd name="connsiteX7-77" fmla="*/ 3731172 w 3731172"/>
                      <a:gd name="connsiteY7-78" fmla="*/ 1345324 h 1418896"/>
                      <a:gd name="connsiteX8-79" fmla="*/ 3447393 w 3731172"/>
                      <a:gd name="connsiteY8-80" fmla="*/ 1408386 h 1418896"/>
                      <a:gd name="connsiteX9-81" fmla="*/ 1870841 w 3731172"/>
                      <a:gd name="connsiteY9-82" fmla="*/ 746234 h 1418896"/>
                      <a:gd name="connsiteX10-83" fmla="*/ 262758 w 3731172"/>
                      <a:gd name="connsiteY10-84" fmla="*/ 1418896 h 1418896"/>
                      <a:gd name="connsiteX11-85" fmla="*/ 0 w 3731172"/>
                      <a:gd name="connsiteY11-86" fmla="*/ 1324303 h 1418896"/>
                      <a:gd name="connsiteX12-87" fmla="*/ 1145627 w 3731172"/>
                      <a:gd name="connsiteY12-88" fmla="*/ 882869 h 1418896"/>
                      <a:gd name="connsiteX13-89" fmla="*/ 1114096 w 3731172"/>
                      <a:gd name="connsiteY13-90" fmla="*/ 409903 h 1418896"/>
                      <a:gd name="connsiteX14-91" fmla="*/ 357351 w 3731172"/>
                      <a:gd name="connsiteY14-92" fmla="*/ 115613 h 1418896"/>
                      <a:gd name="connsiteX0-93" fmla="*/ 168165 w 3731172"/>
                      <a:gd name="connsiteY0-94" fmla="*/ 73572 h 1418896"/>
                      <a:gd name="connsiteX1-95" fmla="*/ 451945 w 3731172"/>
                      <a:gd name="connsiteY1-96" fmla="*/ 0 h 1418896"/>
                      <a:gd name="connsiteX2-97" fmla="*/ 1881352 w 3731172"/>
                      <a:gd name="connsiteY2-98" fmla="*/ 599089 h 1418896"/>
                      <a:gd name="connsiteX3-99" fmla="*/ 3363310 w 3731172"/>
                      <a:gd name="connsiteY3-100" fmla="*/ 0 h 1418896"/>
                      <a:gd name="connsiteX4-101" fmla="*/ 3584027 w 3731172"/>
                      <a:gd name="connsiteY4-102" fmla="*/ 73572 h 1418896"/>
                      <a:gd name="connsiteX5-103" fmla="*/ 2627586 w 3731172"/>
                      <a:gd name="connsiteY5-104" fmla="*/ 441434 h 1418896"/>
                      <a:gd name="connsiteX6-105" fmla="*/ 2596055 w 3731172"/>
                      <a:gd name="connsiteY6-106" fmla="*/ 914400 h 1418896"/>
                      <a:gd name="connsiteX7-107" fmla="*/ 3731172 w 3731172"/>
                      <a:gd name="connsiteY7-108" fmla="*/ 1345324 h 1418896"/>
                      <a:gd name="connsiteX8-109" fmla="*/ 3447393 w 3731172"/>
                      <a:gd name="connsiteY8-110" fmla="*/ 1408386 h 1418896"/>
                      <a:gd name="connsiteX9-111" fmla="*/ 1870841 w 3731172"/>
                      <a:gd name="connsiteY9-112" fmla="*/ 746234 h 1418896"/>
                      <a:gd name="connsiteX10-113" fmla="*/ 262758 w 3731172"/>
                      <a:gd name="connsiteY10-114" fmla="*/ 1418896 h 1418896"/>
                      <a:gd name="connsiteX11-115" fmla="*/ 0 w 3731172"/>
                      <a:gd name="connsiteY11-116" fmla="*/ 1324303 h 1418896"/>
                      <a:gd name="connsiteX12-117" fmla="*/ 1145627 w 3731172"/>
                      <a:gd name="connsiteY12-118" fmla="*/ 882869 h 1418896"/>
                      <a:gd name="connsiteX13-119" fmla="*/ 1114096 w 3731172"/>
                      <a:gd name="connsiteY13-120" fmla="*/ 409903 h 1418896"/>
                      <a:gd name="connsiteX14-121" fmla="*/ 147144 w 3731172"/>
                      <a:gd name="connsiteY14-122" fmla="*/ 63061 h 1418896"/>
                      <a:gd name="connsiteX0-123" fmla="*/ 168165 w 3731172"/>
                      <a:gd name="connsiteY0-124" fmla="*/ 73572 h 1418896"/>
                      <a:gd name="connsiteX1-125" fmla="*/ 451945 w 3731172"/>
                      <a:gd name="connsiteY1-126" fmla="*/ 0 h 1418896"/>
                      <a:gd name="connsiteX2-127" fmla="*/ 1881352 w 3731172"/>
                      <a:gd name="connsiteY2-128" fmla="*/ 599089 h 1418896"/>
                      <a:gd name="connsiteX3-129" fmla="*/ 3363310 w 3731172"/>
                      <a:gd name="connsiteY3-130" fmla="*/ 0 h 1418896"/>
                      <a:gd name="connsiteX4-131" fmla="*/ 3584027 w 3731172"/>
                      <a:gd name="connsiteY4-132" fmla="*/ 73572 h 1418896"/>
                      <a:gd name="connsiteX5-133" fmla="*/ 2627586 w 3731172"/>
                      <a:gd name="connsiteY5-134" fmla="*/ 441434 h 1418896"/>
                      <a:gd name="connsiteX6-135" fmla="*/ 2596055 w 3731172"/>
                      <a:gd name="connsiteY6-136" fmla="*/ 914400 h 1418896"/>
                      <a:gd name="connsiteX7-137" fmla="*/ 3731172 w 3731172"/>
                      <a:gd name="connsiteY7-138" fmla="*/ 1345324 h 1418896"/>
                      <a:gd name="connsiteX8-139" fmla="*/ 3447393 w 3731172"/>
                      <a:gd name="connsiteY8-140" fmla="*/ 1408386 h 1418896"/>
                      <a:gd name="connsiteX9-141" fmla="*/ 1870841 w 3731172"/>
                      <a:gd name="connsiteY9-142" fmla="*/ 746234 h 1418896"/>
                      <a:gd name="connsiteX10-143" fmla="*/ 262758 w 3731172"/>
                      <a:gd name="connsiteY10-144" fmla="*/ 1418896 h 1418896"/>
                      <a:gd name="connsiteX11-145" fmla="*/ 0 w 3731172"/>
                      <a:gd name="connsiteY11-146" fmla="*/ 1324303 h 1418896"/>
                      <a:gd name="connsiteX12-147" fmla="*/ 1145627 w 3731172"/>
                      <a:gd name="connsiteY12-148" fmla="*/ 882869 h 1418896"/>
                      <a:gd name="connsiteX13-149" fmla="*/ 1114096 w 3731172"/>
                      <a:gd name="connsiteY13-150" fmla="*/ 420413 h 1418896"/>
                      <a:gd name="connsiteX14-151" fmla="*/ 147144 w 3731172"/>
                      <a:gd name="connsiteY14-152" fmla="*/ 63061 h 1418896"/>
                      <a:gd name="connsiteX0-153" fmla="*/ 168165 w 3731172"/>
                      <a:gd name="connsiteY0-154" fmla="*/ 73572 h 1418896"/>
                      <a:gd name="connsiteX1-155" fmla="*/ 451945 w 3731172"/>
                      <a:gd name="connsiteY1-156" fmla="*/ 0 h 1418896"/>
                      <a:gd name="connsiteX2-157" fmla="*/ 1881352 w 3731172"/>
                      <a:gd name="connsiteY2-158" fmla="*/ 599089 h 1418896"/>
                      <a:gd name="connsiteX3-159" fmla="*/ 3363310 w 3731172"/>
                      <a:gd name="connsiteY3-160" fmla="*/ 0 h 1418896"/>
                      <a:gd name="connsiteX4-161" fmla="*/ 3584027 w 3731172"/>
                      <a:gd name="connsiteY4-162" fmla="*/ 73572 h 1418896"/>
                      <a:gd name="connsiteX5-163" fmla="*/ 2627586 w 3731172"/>
                      <a:gd name="connsiteY5-164" fmla="*/ 441434 h 1418896"/>
                      <a:gd name="connsiteX6-165" fmla="*/ 2596055 w 3731172"/>
                      <a:gd name="connsiteY6-166" fmla="*/ 914400 h 1418896"/>
                      <a:gd name="connsiteX7-167" fmla="*/ 3731172 w 3731172"/>
                      <a:gd name="connsiteY7-168" fmla="*/ 1345324 h 1418896"/>
                      <a:gd name="connsiteX8-169" fmla="*/ 3447393 w 3731172"/>
                      <a:gd name="connsiteY8-170" fmla="*/ 1408386 h 1418896"/>
                      <a:gd name="connsiteX9-171" fmla="*/ 1870841 w 3731172"/>
                      <a:gd name="connsiteY9-172" fmla="*/ 746234 h 1418896"/>
                      <a:gd name="connsiteX10-173" fmla="*/ 262758 w 3731172"/>
                      <a:gd name="connsiteY10-174" fmla="*/ 1418896 h 1418896"/>
                      <a:gd name="connsiteX11-175" fmla="*/ 0 w 3731172"/>
                      <a:gd name="connsiteY11-176" fmla="*/ 1324303 h 1418896"/>
                      <a:gd name="connsiteX12-177" fmla="*/ 1145627 w 3731172"/>
                      <a:gd name="connsiteY12-178" fmla="*/ 882869 h 1418896"/>
                      <a:gd name="connsiteX13-179" fmla="*/ 1114096 w 3731172"/>
                      <a:gd name="connsiteY13-180" fmla="*/ 420413 h 1418896"/>
                      <a:gd name="connsiteX14-181" fmla="*/ 189185 w 3731172"/>
                      <a:gd name="connsiteY14-182" fmla="*/ 84081 h 1418896"/>
                      <a:gd name="connsiteX0-183" fmla="*/ 168165 w 3731172"/>
                      <a:gd name="connsiteY0-184" fmla="*/ 73572 h 1418896"/>
                      <a:gd name="connsiteX1-185" fmla="*/ 451945 w 3731172"/>
                      <a:gd name="connsiteY1-186" fmla="*/ 0 h 1418896"/>
                      <a:gd name="connsiteX2-187" fmla="*/ 1881352 w 3731172"/>
                      <a:gd name="connsiteY2-188" fmla="*/ 599089 h 1418896"/>
                      <a:gd name="connsiteX3-189" fmla="*/ 3363310 w 3731172"/>
                      <a:gd name="connsiteY3-190" fmla="*/ 0 h 1418896"/>
                      <a:gd name="connsiteX4-191" fmla="*/ 3584027 w 3731172"/>
                      <a:gd name="connsiteY4-192" fmla="*/ 73572 h 1418896"/>
                      <a:gd name="connsiteX5-193" fmla="*/ 2627586 w 3731172"/>
                      <a:gd name="connsiteY5-194" fmla="*/ 441434 h 1418896"/>
                      <a:gd name="connsiteX6-195" fmla="*/ 2596055 w 3731172"/>
                      <a:gd name="connsiteY6-196" fmla="*/ 914400 h 1418896"/>
                      <a:gd name="connsiteX7-197" fmla="*/ 3731172 w 3731172"/>
                      <a:gd name="connsiteY7-198" fmla="*/ 1345324 h 1418896"/>
                      <a:gd name="connsiteX8-199" fmla="*/ 3447393 w 3731172"/>
                      <a:gd name="connsiteY8-200" fmla="*/ 1408386 h 1418896"/>
                      <a:gd name="connsiteX9-201" fmla="*/ 1870841 w 3731172"/>
                      <a:gd name="connsiteY9-202" fmla="*/ 746234 h 1418896"/>
                      <a:gd name="connsiteX10-203" fmla="*/ 262758 w 3731172"/>
                      <a:gd name="connsiteY10-204" fmla="*/ 1418896 h 1418896"/>
                      <a:gd name="connsiteX11-205" fmla="*/ 0 w 3731172"/>
                      <a:gd name="connsiteY11-206" fmla="*/ 1324303 h 1418896"/>
                      <a:gd name="connsiteX12-207" fmla="*/ 1145627 w 3731172"/>
                      <a:gd name="connsiteY12-208" fmla="*/ 882869 h 1418896"/>
                      <a:gd name="connsiteX13-209" fmla="*/ 1114096 w 3731172"/>
                      <a:gd name="connsiteY13-210" fmla="*/ 420413 h 1418896"/>
                      <a:gd name="connsiteX14-211" fmla="*/ 189185 w 3731172"/>
                      <a:gd name="connsiteY14-212" fmla="*/ 84081 h 1418896"/>
                      <a:gd name="connsiteX15-213" fmla="*/ 168165 w 3731172"/>
                      <a:gd name="connsiteY15-214" fmla="*/ 73572 h 1418896"/>
                      <a:gd name="connsiteX0-215" fmla="*/ 168165 w 3731172"/>
                      <a:gd name="connsiteY0-216" fmla="*/ 73572 h 1418896"/>
                      <a:gd name="connsiteX1-217" fmla="*/ 451945 w 3731172"/>
                      <a:gd name="connsiteY1-218" fmla="*/ 0 h 1418896"/>
                      <a:gd name="connsiteX2-219" fmla="*/ 1881352 w 3731172"/>
                      <a:gd name="connsiteY2-220" fmla="*/ 599089 h 1418896"/>
                      <a:gd name="connsiteX3-221" fmla="*/ 3363310 w 3731172"/>
                      <a:gd name="connsiteY3-222" fmla="*/ 0 h 1418896"/>
                      <a:gd name="connsiteX4-223" fmla="*/ 3584027 w 3731172"/>
                      <a:gd name="connsiteY4-224" fmla="*/ 73572 h 1418896"/>
                      <a:gd name="connsiteX5-225" fmla="*/ 2627586 w 3731172"/>
                      <a:gd name="connsiteY5-226" fmla="*/ 441434 h 1418896"/>
                      <a:gd name="connsiteX6-227" fmla="*/ 2596055 w 3731172"/>
                      <a:gd name="connsiteY6-228" fmla="*/ 914400 h 1418896"/>
                      <a:gd name="connsiteX7-229" fmla="*/ 3731172 w 3731172"/>
                      <a:gd name="connsiteY7-230" fmla="*/ 1345324 h 1418896"/>
                      <a:gd name="connsiteX8-231" fmla="*/ 3447393 w 3731172"/>
                      <a:gd name="connsiteY8-232" fmla="*/ 1408386 h 1418896"/>
                      <a:gd name="connsiteX9-233" fmla="*/ 1870841 w 3731172"/>
                      <a:gd name="connsiteY9-234" fmla="*/ 746234 h 1418896"/>
                      <a:gd name="connsiteX10-235" fmla="*/ 262758 w 3731172"/>
                      <a:gd name="connsiteY10-236" fmla="*/ 1418896 h 1418896"/>
                      <a:gd name="connsiteX11-237" fmla="*/ 0 w 3731172"/>
                      <a:gd name="connsiteY11-238" fmla="*/ 1324303 h 1418896"/>
                      <a:gd name="connsiteX12-239" fmla="*/ 1145627 w 3731172"/>
                      <a:gd name="connsiteY12-240" fmla="*/ 882869 h 1418896"/>
                      <a:gd name="connsiteX13-241" fmla="*/ 1156137 w 3731172"/>
                      <a:gd name="connsiteY13-242" fmla="*/ 441434 h 1418896"/>
                      <a:gd name="connsiteX14-243" fmla="*/ 189185 w 3731172"/>
                      <a:gd name="connsiteY14-244" fmla="*/ 84081 h 1418896"/>
                      <a:gd name="connsiteX15-245" fmla="*/ 168165 w 3731172"/>
                      <a:gd name="connsiteY15-246" fmla="*/ 73572 h 1418896"/>
                      <a:gd name="connsiteX0-247" fmla="*/ 168165 w 3731172"/>
                      <a:gd name="connsiteY0-248" fmla="*/ 73572 h 1418896"/>
                      <a:gd name="connsiteX1-249" fmla="*/ 451945 w 3731172"/>
                      <a:gd name="connsiteY1-250" fmla="*/ 0 h 1418896"/>
                      <a:gd name="connsiteX2-251" fmla="*/ 1881352 w 3731172"/>
                      <a:gd name="connsiteY2-252" fmla="*/ 599089 h 1418896"/>
                      <a:gd name="connsiteX3-253" fmla="*/ 3363310 w 3731172"/>
                      <a:gd name="connsiteY3-254" fmla="*/ 0 h 1418896"/>
                      <a:gd name="connsiteX4-255" fmla="*/ 3584027 w 3731172"/>
                      <a:gd name="connsiteY4-256" fmla="*/ 73572 h 1418896"/>
                      <a:gd name="connsiteX5-257" fmla="*/ 2627586 w 3731172"/>
                      <a:gd name="connsiteY5-258" fmla="*/ 441434 h 1418896"/>
                      <a:gd name="connsiteX6-259" fmla="*/ 2596055 w 3731172"/>
                      <a:gd name="connsiteY6-260" fmla="*/ 914400 h 1418896"/>
                      <a:gd name="connsiteX7-261" fmla="*/ 3731172 w 3731172"/>
                      <a:gd name="connsiteY7-262" fmla="*/ 1345324 h 1418896"/>
                      <a:gd name="connsiteX8-263" fmla="*/ 3447393 w 3731172"/>
                      <a:gd name="connsiteY8-264" fmla="*/ 1408386 h 1418896"/>
                      <a:gd name="connsiteX9-265" fmla="*/ 1870841 w 3731172"/>
                      <a:gd name="connsiteY9-266" fmla="*/ 746234 h 1418896"/>
                      <a:gd name="connsiteX10-267" fmla="*/ 262758 w 3731172"/>
                      <a:gd name="connsiteY10-268" fmla="*/ 1418896 h 1418896"/>
                      <a:gd name="connsiteX11-269" fmla="*/ 0 w 3731172"/>
                      <a:gd name="connsiteY11-270" fmla="*/ 1324303 h 1418896"/>
                      <a:gd name="connsiteX12-271" fmla="*/ 1145627 w 3731172"/>
                      <a:gd name="connsiteY12-272" fmla="*/ 882869 h 1418896"/>
                      <a:gd name="connsiteX13-273" fmla="*/ 1145626 w 3731172"/>
                      <a:gd name="connsiteY13-274" fmla="*/ 451945 h 1418896"/>
                      <a:gd name="connsiteX14-275" fmla="*/ 189185 w 3731172"/>
                      <a:gd name="connsiteY14-276" fmla="*/ 84081 h 1418896"/>
                      <a:gd name="connsiteX15-277" fmla="*/ 168165 w 3731172"/>
                      <a:gd name="connsiteY15-278" fmla="*/ 73572 h 1418896"/>
                      <a:gd name="connsiteX0-279" fmla="*/ 168165 w 3731172"/>
                      <a:gd name="connsiteY0-280" fmla="*/ 73572 h 1418896"/>
                      <a:gd name="connsiteX1-281" fmla="*/ 451945 w 3731172"/>
                      <a:gd name="connsiteY1-282" fmla="*/ 0 h 1418896"/>
                      <a:gd name="connsiteX2-283" fmla="*/ 1881352 w 3731172"/>
                      <a:gd name="connsiteY2-284" fmla="*/ 599089 h 1418896"/>
                      <a:gd name="connsiteX3-285" fmla="*/ 3363310 w 3731172"/>
                      <a:gd name="connsiteY3-286" fmla="*/ 0 h 1418896"/>
                      <a:gd name="connsiteX4-287" fmla="*/ 3584027 w 3731172"/>
                      <a:gd name="connsiteY4-288" fmla="*/ 73572 h 1418896"/>
                      <a:gd name="connsiteX5-289" fmla="*/ 2627586 w 3731172"/>
                      <a:gd name="connsiteY5-290" fmla="*/ 441434 h 1418896"/>
                      <a:gd name="connsiteX6-291" fmla="*/ 2596055 w 3731172"/>
                      <a:gd name="connsiteY6-292" fmla="*/ 914400 h 1418896"/>
                      <a:gd name="connsiteX7-293" fmla="*/ 3731172 w 3731172"/>
                      <a:gd name="connsiteY7-294" fmla="*/ 1345324 h 1418896"/>
                      <a:gd name="connsiteX8-295" fmla="*/ 3447393 w 3731172"/>
                      <a:gd name="connsiteY8-296" fmla="*/ 1408386 h 1418896"/>
                      <a:gd name="connsiteX9-297" fmla="*/ 1870841 w 3731172"/>
                      <a:gd name="connsiteY9-298" fmla="*/ 746234 h 1418896"/>
                      <a:gd name="connsiteX10-299" fmla="*/ 262758 w 3731172"/>
                      <a:gd name="connsiteY10-300" fmla="*/ 1418896 h 1418896"/>
                      <a:gd name="connsiteX11-301" fmla="*/ 0 w 3731172"/>
                      <a:gd name="connsiteY11-302" fmla="*/ 1324303 h 1418896"/>
                      <a:gd name="connsiteX12-303" fmla="*/ 1145627 w 3731172"/>
                      <a:gd name="connsiteY12-304" fmla="*/ 903890 h 1418896"/>
                      <a:gd name="connsiteX13-305" fmla="*/ 1145626 w 3731172"/>
                      <a:gd name="connsiteY13-306" fmla="*/ 451945 h 1418896"/>
                      <a:gd name="connsiteX14-307" fmla="*/ 189185 w 3731172"/>
                      <a:gd name="connsiteY14-308" fmla="*/ 84081 h 1418896"/>
                      <a:gd name="connsiteX15-309" fmla="*/ 168165 w 3731172"/>
                      <a:gd name="connsiteY15-310" fmla="*/ 73572 h 1418896"/>
                      <a:gd name="connsiteX0-311" fmla="*/ 147144 w 3710151"/>
                      <a:gd name="connsiteY0-312" fmla="*/ 73572 h 1418896"/>
                      <a:gd name="connsiteX1-313" fmla="*/ 430924 w 3710151"/>
                      <a:gd name="connsiteY1-314" fmla="*/ 0 h 1418896"/>
                      <a:gd name="connsiteX2-315" fmla="*/ 1860331 w 3710151"/>
                      <a:gd name="connsiteY2-316" fmla="*/ 599089 h 1418896"/>
                      <a:gd name="connsiteX3-317" fmla="*/ 3342289 w 3710151"/>
                      <a:gd name="connsiteY3-318" fmla="*/ 0 h 1418896"/>
                      <a:gd name="connsiteX4-319" fmla="*/ 3563006 w 3710151"/>
                      <a:gd name="connsiteY4-320" fmla="*/ 73572 h 1418896"/>
                      <a:gd name="connsiteX5-321" fmla="*/ 2606565 w 3710151"/>
                      <a:gd name="connsiteY5-322" fmla="*/ 441434 h 1418896"/>
                      <a:gd name="connsiteX6-323" fmla="*/ 2575034 w 3710151"/>
                      <a:gd name="connsiteY6-324" fmla="*/ 914400 h 1418896"/>
                      <a:gd name="connsiteX7-325" fmla="*/ 3710151 w 3710151"/>
                      <a:gd name="connsiteY7-326" fmla="*/ 1345324 h 1418896"/>
                      <a:gd name="connsiteX8-327" fmla="*/ 3426372 w 3710151"/>
                      <a:gd name="connsiteY8-328" fmla="*/ 1408386 h 1418896"/>
                      <a:gd name="connsiteX9-329" fmla="*/ 1849820 w 3710151"/>
                      <a:gd name="connsiteY9-330" fmla="*/ 746234 h 1418896"/>
                      <a:gd name="connsiteX10-331" fmla="*/ 241737 w 3710151"/>
                      <a:gd name="connsiteY10-332" fmla="*/ 1418896 h 1418896"/>
                      <a:gd name="connsiteX11-333" fmla="*/ 0 w 3710151"/>
                      <a:gd name="connsiteY11-334" fmla="*/ 1334814 h 1418896"/>
                      <a:gd name="connsiteX12-335" fmla="*/ 1124606 w 3710151"/>
                      <a:gd name="connsiteY12-336" fmla="*/ 903890 h 1418896"/>
                      <a:gd name="connsiteX13-337" fmla="*/ 1124605 w 3710151"/>
                      <a:gd name="connsiteY13-338" fmla="*/ 451945 h 1418896"/>
                      <a:gd name="connsiteX14-339" fmla="*/ 168164 w 3710151"/>
                      <a:gd name="connsiteY14-340" fmla="*/ 84081 h 1418896"/>
                      <a:gd name="connsiteX15-341" fmla="*/ 147144 w 3710151"/>
                      <a:gd name="connsiteY15-342" fmla="*/ 73572 h 1418896"/>
                      <a:gd name="connsiteX0-343" fmla="*/ 147144 w 3710151"/>
                      <a:gd name="connsiteY0-344" fmla="*/ 73572 h 1418896"/>
                      <a:gd name="connsiteX1-345" fmla="*/ 430924 w 3710151"/>
                      <a:gd name="connsiteY1-346" fmla="*/ 0 h 1418896"/>
                      <a:gd name="connsiteX2-347" fmla="*/ 1860331 w 3710151"/>
                      <a:gd name="connsiteY2-348" fmla="*/ 599089 h 1418896"/>
                      <a:gd name="connsiteX3-349" fmla="*/ 3342289 w 3710151"/>
                      <a:gd name="connsiteY3-350" fmla="*/ 0 h 1418896"/>
                      <a:gd name="connsiteX4-351" fmla="*/ 3563006 w 3710151"/>
                      <a:gd name="connsiteY4-352" fmla="*/ 73572 h 1418896"/>
                      <a:gd name="connsiteX5-353" fmla="*/ 2606565 w 3710151"/>
                      <a:gd name="connsiteY5-354" fmla="*/ 441434 h 1418896"/>
                      <a:gd name="connsiteX6-355" fmla="*/ 2606565 w 3710151"/>
                      <a:gd name="connsiteY6-356" fmla="*/ 924910 h 1418896"/>
                      <a:gd name="connsiteX7-357" fmla="*/ 3710151 w 3710151"/>
                      <a:gd name="connsiteY7-358" fmla="*/ 1345324 h 1418896"/>
                      <a:gd name="connsiteX8-359" fmla="*/ 3426372 w 3710151"/>
                      <a:gd name="connsiteY8-360" fmla="*/ 1408386 h 1418896"/>
                      <a:gd name="connsiteX9-361" fmla="*/ 1849820 w 3710151"/>
                      <a:gd name="connsiteY9-362" fmla="*/ 746234 h 1418896"/>
                      <a:gd name="connsiteX10-363" fmla="*/ 241737 w 3710151"/>
                      <a:gd name="connsiteY10-364" fmla="*/ 1418896 h 1418896"/>
                      <a:gd name="connsiteX11-365" fmla="*/ 0 w 3710151"/>
                      <a:gd name="connsiteY11-366" fmla="*/ 1334814 h 1418896"/>
                      <a:gd name="connsiteX12-367" fmla="*/ 1124606 w 3710151"/>
                      <a:gd name="connsiteY12-368" fmla="*/ 903890 h 1418896"/>
                      <a:gd name="connsiteX13-369" fmla="*/ 1124605 w 3710151"/>
                      <a:gd name="connsiteY13-370" fmla="*/ 451945 h 1418896"/>
                      <a:gd name="connsiteX14-371" fmla="*/ 168164 w 3710151"/>
                      <a:gd name="connsiteY14-372" fmla="*/ 84081 h 1418896"/>
                      <a:gd name="connsiteX15-373" fmla="*/ 147144 w 3710151"/>
                      <a:gd name="connsiteY15-374" fmla="*/ 73572 h 1418896"/>
                      <a:gd name="connsiteX0-375" fmla="*/ 147144 w 3710151"/>
                      <a:gd name="connsiteY0-376" fmla="*/ 73572 h 1418896"/>
                      <a:gd name="connsiteX1-377" fmla="*/ 430924 w 3710151"/>
                      <a:gd name="connsiteY1-378" fmla="*/ 0 h 1418896"/>
                      <a:gd name="connsiteX2-379" fmla="*/ 1860331 w 3710151"/>
                      <a:gd name="connsiteY2-380" fmla="*/ 599089 h 1418896"/>
                      <a:gd name="connsiteX3-381" fmla="*/ 3342289 w 3710151"/>
                      <a:gd name="connsiteY3-382" fmla="*/ 0 h 1418896"/>
                      <a:gd name="connsiteX4-383" fmla="*/ 3563006 w 3710151"/>
                      <a:gd name="connsiteY4-384" fmla="*/ 73572 h 1418896"/>
                      <a:gd name="connsiteX5-385" fmla="*/ 2606565 w 3710151"/>
                      <a:gd name="connsiteY5-386" fmla="*/ 441434 h 1418896"/>
                      <a:gd name="connsiteX6-387" fmla="*/ 2610282 w 3710151"/>
                      <a:gd name="connsiteY6-388" fmla="*/ 902607 h 1418896"/>
                      <a:gd name="connsiteX7-389" fmla="*/ 3710151 w 3710151"/>
                      <a:gd name="connsiteY7-390" fmla="*/ 1345324 h 1418896"/>
                      <a:gd name="connsiteX8-391" fmla="*/ 3426372 w 3710151"/>
                      <a:gd name="connsiteY8-392" fmla="*/ 1408386 h 1418896"/>
                      <a:gd name="connsiteX9-393" fmla="*/ 1849820 w 3710151"/>
                      <a:gd name="connsiteY9-394" fmla="*/ 746234 h 1418896"/>
                      <a:gd name="connsiteX10-395" fmla="*/ 241737 w 3710151"/>
                      <a:gd name="connsiteY10-396" fmla="*/ 1418896 h 1418896"/>
                      <a:gd name="connsiteX11-397" fmla="*/ 0 w 3710151"/>
                      <a:gd name="connsiteY11-398" fmla="*/ 1334814 h 1418896"/>
                      <a:gd name="connsiteX12-399" fmla="*/ 1124606 w 3710151"/>
                      <a:gd name="connsiteY12-400" fmla="*/ 903890 h 1418896"/>
                      <a:gd name="connsiteX13-401" fmla="*/ 1124605 w 3710151"/>
                      <a:gd name="connsiteY13-402" fmla="*/ 451945 h 1418896"/>
                      <a:gd name="connsiteX14-403" fmla="*/ 168164 w 3710151"/>
                      <a:gd name="connsiteY14-404" fmla="*/ 84081 h 1418896"/>
                      <a:gd name="connsiteX15-405" fmla="*/ 147144 w 3710151"/>
                      <a:gd name="connsiteY15-406" fmla="*/ 73572 h 1418896"/>
                      <a:gd name="connsiteX0-407" fmla="*/ 147144 w 3710151"/>
                      <a:gd name="connsiteY0-408" fmla="*/ 73572 h 1418896"/>
                      <a:gd name="connsiteX1-409" fmla="*/ 430924 w 3710151"/>
                      <a:gd name="connsiteY1-410" fmla="*/ 0 h 1418896"/>
                      <a:gd name="connsiteX2-411" fmla="*/ 1860331 w 3710151"/>
                      <a:gd name="connsiteY2-412" fmla="*/ 599089 h 1418896"/>
                      <a:gd name="connsiteX3-413" fmla="*/ 3342289 w 3710151"/>
                      <a:gd name="connsiteY3-414" fmla="*/ 0 h 1418896"/>
                      <a:gd name="connsiteX4-415" fmla="*/ 3563006 w 3710151"/>
                      <a:gd name="connsiteY4-416" fmla="*/ 73572 h 1418896"/>
                      <a:gd name="connsiteX5-417" fmla="*/ 2617717 w 3710151"/>
                      <a:gd name="connsiteY5-418" fmla="*/ 445151 h 1418896"/>
                      <a:gd name="connsiteX6-419" fmla="*/ 2610282 w 3710151"/>
                      <a:gd name="connsiteY6-420" fmla="*/ 902607 h 1418896"/>
                      <a:gd name="connsiteX7-421" fmla="*/ 3710151 w 3710151"/>
                      <a:gd name="connsiteY7-422" fmla="*/ 1345324 h 1418896"/>
                      <a:gd name="connsiteX8-423" fmla="*/ 3426372 w 3710151"/>
                      <a:gd name="connsiteY8-424" fmla="*/ 1408386 h 1418896"/>
                      <a:gd name="connsiteX9-425" fmla="*/ 1849820 w 3710151"/>
                      <a:gd name="connsiteY9-426" fmla="*/ 746234 h 1418896"/>
                      <a:gd name="connsiteX10-427" fmla="*/ 241737 w 3710151"/>
                      <a:gd name="connsiteY10-428" fmla="*/ 1418896 h 1418896"/>
                      <a:gd name="connsiteX11-429" fmla="*/ 0 w 3710151"/>
                      <a:gd name="connsiteY11-430" fmla="*/ 1334814 h 1418896"/>
                      <a:gd name="connsiteX12-431" fmla="*/ 1124606 w 3710151"/>
                      <a:gd name="connsiteY12-432" fmla="*/ 903890 h 1418896"/>
                      <a:gd name="connsiteX13-433" fmla="*/ 1124605 w 3710151"/>
                      <a:gd name="connsiteY13-434" fmla="*/ 451945 h 1418896"/>
                      <a:gd name="connsiteX14-435" fmla="*/ 168164 w 3710151"/>
                      <a:gd name="connsiteY14-436" fmla="*/ 84081 h 1418896"/>
                      <a:gd name="connsiteX15-437" fmla="*/ 147144 w 3710151"/>
                      <a:gd name="connsiteY15-438" fmla="*/ 73572 h 1418896"/>
                      <a:gd name="connsiteX0-439" fmla="*/ 147144 w 3710151"/>
                      <a:gd name="connsiteY0-440" fmla="*/ 73572 h 1418896"/>
                      <a:gd name="connsiteX1-441" fmla="*/ 430924 w 3710151"/>
                      <a:gd name="connsiteY1-442" fmla="*/ 0 h 1418896"/>
                      <a:gd name="connsiteX2-443" fmla="*/ 1860331 w 3710151"/>
                      <a:gd name="connsiteY2-444" fmla="*/ 599089 h 1418896"/>
                      <a:gd name="connsiteX3-445" fmla="*/ 3342289 w 3710151"/>
                      <a:gd name="connsiteY3-446" fmla="*/ 0 h 1418896"/>
                      <a:gd name="connsiteX4-447" fmla="*/ 3563006 w 3710151"/>
                      <a:gd name="connsiteY4-448" fmla="*/ 73572 h 1418896"/>
                      <a:gd name="connsiteX5-449" fmla="*/ 2617717 w 3710151"/>
                      <a:gd name="connsiteY5-450" fmla="*/ 448868 h 1418896"/>
                      <a:gd name="connsiteX6-451" fmla="*/ 2610282 w 3710151"/>
                      <a:gd name="connsiteY6-452" fmla="*/ 902607 h 1418896"/>
                      <a:gd name="connsiteX7-453" fmla="*/ 3710151 w 3710151"/>
                      <a:gd name="connsiteY7-454" fmla="*/ 1345324 h 1418896"/>
                      <a:gd name="connsiteX8-455" fmla="*/ 3426372 w 3710151"/>
                      <a:gd name="connsiteY8-456" fmla="*/ 1408386 h 1418896"/>
                      <a:gd name="connsiteX9-457" fmla="*/ 1849820 w 3710151"/>
                      <a:gd name="connsiteY9-458" fmla="*/ 746234 h 1418896"/>
                      <a:gd name="connsiteX10-459" fmla="*/ 241737 w 3710151"/>
                      <a:gd name="connsiteY10-460" fmla="*/ 1418896 h 1418896"/>
                      <a:gd name="connsiteX11-461" fmla="*/ 0 w 3710151"/>
                      <a:gd name="connsiteY11-462" fmla="*/ 1334814 h 1418896"/>
                      <a:gd name="connsiteX12-463" fmla="*/ 1124606 w 3710151"/>
                      <a:gd name="connsiteY12-464" fmla="*/ 903890 h 1418896"/>
                      <a:gd name="connsiteX13-465" fmla="*/ 1124605 w 3710151"/>
                      <a:gd name="connsiteY13-466" fmla="*/ 451945 h 1418896"/>
                      <a:gd name="connsiteX14-467" fmla="*/ 168164 w 3710151"/>
                      <a:gd name="connsiteY14-468" fmla="*/ 84081 h 1418896"/>
                      <a:gd name="connsiteX15-469" fmla="*/ 147144 w 3710151"/>
                      <a:gd name="connsiteY15-470" fmla="*/ 73572 h 1418896"/>
                      <a:gd name="connsiteX0-471" fmla="*/ 147144 w 3710151"/>
                      <a:gd name="connsiteY0-472" fmla="*/ 73572 h 1418896"/>
                      <a:gd name="connsiteX1-473" fmla="*/ 430924 w 3710151"/>
                      <a:gd name="connsiteY1-474" fmla="*/ 0 h 1418896"/>
                      <a:gd name="connsiteX2-475" fmla="*/ 1838028 w 3710151"/>
                      <a:gd name="connsiteY2-476" fmla="*/ 591655 h 1418896"/>
                      <a:gd name="connsiteX3-477" fmla="*/ 3342289 w 3710151"/>
                      <a:gd name="connsiteY3-478" fmla="*/ 0 h 1418896"/>
                      <a:gd name="connsiteX4-479" fmla="*/ 3563006 w 3710151"/>
                      <a:gd name="connsiteY4-480" fmla="*/ 73572 h 1418896"/>
                      <a:gd name="connsiteX5-481" fmla="*/ 2617717 w 3710151"/>
                      <a:gd name="connsiteY5-482" fmla="*/ 448868 h 1418896"/>
                      <a:gd name="connsiteX6-483" fmla="*/ 2610282 w 3710151"/>
                      <a:gd name="connsiteY6-484" fmla="*/ 902607 h 1418896"/>
                      <a:gd name="connsiteX7-485" fmla="*/ 3710151 w 3710151"/>
                      <a:gd name="connsiteY7-486" fmla="*/ 1345324 h 1418896"/>
                      <a:gd name="connsiteX8-487" fmla="*/ 3426372 w 3710151"/>
                      <a:gd name="connsiteY8-488" fmla="*/ 1408386 h 1418896"/>
                      <a:gd name="connsiteX9-489" fmla="*/ 1849820 w 3710151"/>
                      <a:gd name="connsiteY9-490" fmla="*/ 746234 h 1418896"/>
                      <a:gd name="connsiteX10-491" fmla="*/ 241737 w 3710151"/>
                      <a:gd name="connsiteY10-492" fmla="*/ 1418896 h 1418896"/>
                      <a:gd name="connsiteX11-493" fmla="*/ 0 w 3710151"/>
                      <a:gd name="connsiteY11-494" fmla="*/ 1334814 h 1418896"/>
                      <a:gd name="connsiteX12-495" fmla="*/ 1124606 w 3710151"/>
                      <a:gd name="connsiteY12-496" fmla="*/ 903890 h 1418896"/>
                      <a:gd name="connsiteX13-497" fmla="*/ 1124605 w 3710151"/>
                      <a:gd name="connsiteY13-498" fmla="*/ 451945 h 1418896"/>
                      <a:gd name="connsiteX14-499" fmla="*/ 168164 w 3710151"/>
                      <a:gd name="connsiteY14-500" fmla="*/ 84081 h 1418896"/>
                      <a:gd name="connsiteX15-501" fmla="*/ 147144 w 3710151"/>
                      <a:gd name="connsiteY15-502" fmla="*/ 73572 h 1418896"/>
                      <a:gd name="connsiteX0-503" fmla="*/ 147144 w 3710151"/>
                      <a:gd name="connsiteY0-504" fmla="*/ 73572 h 1418896"/>
                      <a:gd name="connsiteX1-505" fmla="*/ 430924 w 3710151"/>
                      <a:gd name="connsiteY1-506" fmla="*/ 0 h 1418896"/>
                      <a:gd name="connsiteX2-507" fmla="*/ 1838028 w 3710151"/>
                      <a:gd name="connsiteY2-508" fmla="*/ 591655 h 1418896"/>
                      <a:gd name="connsiteX3-509" fmla="*/ 3342289 w 3710151"/>
                      <a:gd name="connsiteY3-510" fmla="*/ 0 h 1418896"/>
                      <a:gd name="connsiteX4-511" fmla="*/ 3563006 w 3710151"/>
                      <a:gd name="connsiteY4-512" fmla="*/ 73572 h 1418896"/>
                      <a:gd name="connsiteX5-513" fmla="*/ 2617717 w 3710151"/>
                      <a:gd name="connsiteY5-514" fmla="*/ 448868 h 1418896"/>
                      <a:gd name="connsiteX6-515" fmla="*/ 2610282 w 3710151"/>
                      <a:gd name="connsiteY6-516" fmla="*/ 902607 h 1418896"/>
                      <a:gd name="connsiteX7-517" fmla="*/ 3710151 w 3710151"/>
                      <a:gd name="connsiteY7-518" fmla="*/ 1345324 h 1418896"/>
                      <a:gd name="connsiteX8-519" fmla="*/ 3426372 w 3710151"/>
                      <a:gd name="connsiteY8-520" fmla="*/ 1408386 h 1418896"/>
                      <a:gd name="connsiteX9-521" fmla="*/ 1849820 w 3710151"/>
                      <a:gd name="connsiteY9-522" fmla="*/ 746234 h 1418896"/>
                      <a:gd name="connsiteX10-523" fmla="*/ 241737 w 3710151"/>
                      <a:gd name="connsiteY10-524" fmla="*/ 1418896 h 1418896"/>
                      <a:gd name="connsiteX11-525" fmla="*/ 0 w 3710151"/>
                      <a:gd name="connsiteY11-526" fmla="*/ 1334814 h 1418896"/>
                      <a:gd name="connsiteX12-527" fmla="*/ 1124606 w 3710151"/>
                      <a:gd name="connsiteY12-528" fmla="*/ 903890 h 1418896"/>
                      <a:gd name="connsiteX13-529" fmla="*/ 1087434 w 3710151"/>
                      <a:gd name="connsiteY13-530" fmla="*/ 451945 h 1418896"/>
                      <a:gd name="connsiteX14-531" fmla="*/ 168164 w 3710151"/>
                      <a:gd name="connsiteY14-532" fmla="*/ 84081 h 1418896"/>
                      <a:gd name="connsiteX15-533" fmla="*/ 147144 w 3710151"/>
                      <a:gd name="connsiteY15-534" fmla="*/ 73572 h 1418896"/>
                      <a:gd name="connsiteX0-535" fmla="*/ 147144 w 3710151"/>
                      <a:gd name="connsiteY0-536" fmla="*/ 73572 h 1418896"/>
                      <a:gd name="connsiteX1-537" fmla="*/ 430924 w 3710151"/>
                      <a:gd name="connsiteY1-538" fmla="*/ 0 h 1418896"/>
                      <a:gd name="connsiteX2-539" fmla="*/ 1838028 w 3710151"/>
                      <a:gd name="connsiteY2-540" fmla="*/ 591655 h 1418896"/>
                      <a:gd name="connsiteX3-541" fmla="*/ 3342289 w 3710151"/>
                      <a:gd name="connsiteY3-542" fmla="*/ 0 h 1418896"/>
                      <a:gd name="connsiteX4-543" fmla="*/ 3563006 w 3710151"/>
                      <a:gd name="connsiteY4-544" fmla="*/ 73572 h 1418896"/>
                      <a:gd name="connsiteX5-545" fmla="*/ 2617717 w 3710151"/>
                      <a:gd name="connsiteY5-546" fmla="*/ 448868 h 1418896"/>
                      <a:gd name="connsiteX6-547" fmla="*/ 2610282 w 3710151"/>
                      <a:gd name="connsiteY6-548" fmla="*/ 902607 h 1418896"/>
                      <a:gd name="connsiteX7-549" fmla="*/ 3710151 w 3710151"/>
                      <a:gd name="connsiteY7-550" fmla="*/ 1345324 h 1418896"/>
                      <a:gd name="connsiteX8-551" fmla="*/ 3426372 w 3710151"/>
                      <a:gd name="connsiteY8-552" fmla="*/ 1408386 h 1418896"/>
                      <a:gd name="connsiteX9-553" fmla="*/ 1849820 w 3710151"/>
                      <a:gd name="connsiteY9-554" fmla="*/ 746234 h 1418896"/>
                      <a:gd name="connsiteX10-555" fmla="*/ 241737 w 3710151"/>
                      <a:gd name="connsiteY10-556" fmla="*/ 1418896 h 1418896"/>
                      <a:gd name="connsiteX11-557" fmla="*/ 0 w 3710151"/>
                      <a:gd name="connsiteY11-558" fmla="*/ 1334814 h 1418896"/>
                      <a:gd name="connsiteX12-559" fmla="*/ 1098586 w 3710151"/>
                      <a:gd name="connsiteY12-560" fmla="*/ 903890 h 1418896"/>
                      <a:gd name="connsiteX13-561" fmla="*/ 1087434 w 3710151"/>
                      <a:gd name="connsiteY13-562" fmla="*/ 451945 h 1418896"/>
                      <a:gd name="connsiteX14-563" fmla="*/ 168164 w 3710151"/>
                      <a:gd name="connsiteY14-564" fmla="*/ 84081 h 1418896"/>
                      <a:gd name="connsiteX15-565" fmla="*/ 147144 w 3710151"/>
                      <a:gd name="connsiteY15-566" fmla="*/ 73572 h 1418896"/>
                      <a:gd name="connsiteX0-567" fmla="*/ 162012 w 3725019"/>
                      <a:gd name="connsiteY0-568" fmla="*/ 73572 h 1418896"/>
                      <a:gd name="connsiteX1-569" fmla="*/ 445792 w 3725019"/>
                      <a:gd name="connsiteY1-570" fmla="*/ 0 h 1418896"/>
                      <a:gd name="connsiteX2-571" fmla="*/ 1852896 w 3725019"/>
                      <a:gd name="connsiteY2-572" fmla="*/ 591655 h 1418896"/>
                      <a:gd name="connsiteX3-573" fmla="*/ 3357157 w 3725019"/>
                      <a:gd name="connsiteY3-574" fmla="*/ 0 h 1418896"/>
                      <a:gd name="connsiteX4-575" fmla="*/ 3577874 w 3725019"/>
                      <a:gd name="connsiteY4-576" fmla="*/ 73572 h 1418896"/>
                      <a:gd name="connsiteX5-577" fmla="*/ 2632585 w 3725019"/>
                      <a:gd name="connsiteY5-578" fmla="*/ 448868 h 1418896"/>
                      <a:gd name="connsiteX6-579" fmla="*/ 2625150 w 3725019"/>
                      <a:gd name="connsiteY6-580" fmla="*/ 902607 h 1418896"/>
                      <a:gd name="connsiteX7-581" fmla="*/ 3725019 w 3725019"/>
                      <a:gd name="connsiteY7-582" fmla="*/ 1345324 h 1418896"/>
                      <a:gd name="connsiteX8-583" fmla="*/ 3441240 w 3725019"/>
                      <a:gd name="connsiteY8-584" fmla="*/ 1408386 h 1418896"/>
                      <a:gd name="connsiteX9-585" fmla="*/ 1864688 w 3725019"/>
                      <a:gd name="connsiteY9-586" fmla="*/ 746234 h 1418896"/>
                      <a:gd name="connsiteX10-587" fmla="*/ 256605 w 3725019"/>
                      <a:gd name="connsiteY10-588" fmla="*/ 1418896 h 1418896"/>
                      <a:gd name="connsiteX11-589" fmla="*/ 0 w 3725019"/>
                      <a:gd name="connsiteY11-590" fmla="*/ 1331097 h 1418896"/>
                      <a:gd name="connsiteX12-591" fmla="*/ 1113454 w 3725019"/>
                      <a:gd name="connsiteY12-592" fmla="*/ 903890 h 1418896"/>
                      <a:gd name="connsiteX13-593" fmla="*/ 1102302 w 3725019"/>
                      <a:gd name="connsiteY13-594" fmla="*/ 451945 h 1418896"/>
                      <a:gd name="connsiteX14-595" fmla="*/ 183032 w 3725019"/>
                      <a:gd name="connsiteY14-596" fmla="*/ 84081 h 1418896"/>
                      <a:gd name="connsiteX15-597" fmla="*/ 162012 w 3725019"/>
                      <a:gd name="connsiteY15-598" fmla="*/ 73572 h 141889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  <a:cxn ang="0">
                        <a:pos x="connsiteX11-23" y="connsiteY11-24"/>
                      </a:cxn>
                      <a:cxn ang="0">
                        <a:pos x="connsiteX12-25" y="connsiteY12-26"/>
                      </a:cxn>
                      <a:cxn ang="0">
                        <a:pos x="connsiteX13-27" y="connsiteY13-28"/>
                      </a:cxn>
                      <a:cxn ang="0">
                        <a:pos x="connsiteX14-29" y="connsiteY14-30"/>
                      </a:cxn>
                      <a:cxn ang="0">
                        <a:pos x="connsiteX15-31" y="connsiteY15-32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</p:grpSp>
      </p:grpSp>
      <p:sp>
        <p:nvSpPr>
          <p:cNvPr id="175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引言：1-</a:t>
            </a:r>
            <a:fld id="{C4204591-24BD-A542-B9D5-F8D8A88D2FEE}" type="slidenum">
              <a:rPr lang="en-US" smtClean="0"/>
            </a:fld>
            <a:endParaRPr lang="en-US" dirty="0"/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7" name="Group 156"/>
          <p:cNvGrpSpPr/>
          <p:nvPr/>
        </p:nvGrpSpPr>
        <p:grpSpPr>
          <a:xfrm>
            <a:off x="6745014" y="2947413"/>
            <a:ext cx="2178050" cy="1147763"/>
            <a:chOff x="6634372" y="2940623"/>
            <a:chExt cx="2178050" cy="1147763"/>
          </a:xfrm>
        </p:grpSpPr>
        <p:sp>
          <p:nvSpPr>
            <p:cNvPr id="158" name="Freeform 129"/>
            <p:cNvSpPr/>
            <p:nvPr/>
          </p:nvSpPr>
          <p:spPr bwMode="auto">
            <a:xfrm>
              <a:off x="6634372" y="2940623"/>
              <a:ext cx="2178050" cy="1147763"/>
            </a:xfrm>
            <a:custGeom>
              <a:avLst/>
              <a:gdLst>
                <a:gd name="T0" fmla="*/ 1509012 w 765"/>
                <a:gd name="T1" fmla="*/ 5729 h 459"/>
                <a:gd name="T2" fmla="*/ 1027025 w 765"/>
                <a:gd name="T3" fmla="*/ 40395 h 459"/>
                <a:gd name="T4" fmla="*/ 340902 w 765"/>
                <a:gd name="T5" fmla="*/ 58024 h 459"/>
                <a:gd name="T6" fmla="*/ 49874 w 765"/>
                <a:gd name="T7" fmla="*/ 194383 h 459"/>
                <a:gd name="T8" fmla="*/ 640932 w 765"/>
                <a:gd name="T9" fmla="*/ 256788 h 459"/>
                <a:gd name="T10" fmla="*/ 1233656 w 765"/>
                <a:gd name="T11" fmla="*/ 246677 h 459"/>
                <a:gd name="T12" fmla="*/ 2079640 w 765"/>
                <a:gd name="T13" fmla="*/ 256788 h 459"/>
                <a:gd name="T14" fmla="*/ 2485867 w 765"/>
                <a:gd name="T15" fmla="*/ 251149 h 459"/>
                <a:gd name="T16" fmla="*/ 2678580 w 765"/>
                <a:gd name="T17" fmla="*/ 215337 h 459"/>
                <a:gd name="T18" fmla="*/ 2671282 w 765"/>
                <a:gd name="T19" fmla="*/ 91397 h 459"/>
                <a:gd name="T20" fmla="*/ 2357408 w 765"/>
                <a:gd name="T21" fmla="*/ 19830 h 459"/>
                <a:gd name="T22" fmla="*/ 1509012 w 765"/>
                <a:gd name="T23" fmla="*/ 5729 h 45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765"/>
                <a:gd name="T37" fmla="*/ 0 h 459"/>
                <a:gd name="T38" fmla="*/ 765 w 765"/>
                <a:gd name="T39" fmla="*/ 459 h 459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765" h="459">
                  <a:moveTo>
                    <a:pt x="424" y="10"/>
                  </a:moveTo>
                  <a:cubicBezTo>
                    <a:pt x="362" y="16"/>
                    <a:pt x="343" y="55"/>
                    <a:pt x="288" y="70"/>
                  </a:cubicBezTo>
                  <a:cubicBezTo>
                    <a:pt x="233" y="85"/>
                    <a:pt x="142" y="56"/>
                    <a:pt x="96" y="100"/>
                  </a:cubicBezTo>
                  <a:cubicBezTo>
                    <a:pt x="50" y="144"/>
                    <a:pt x="0" y="279"/>
                    <a:pt x="14" y="336"/>
                  </a:cubicBezTo>
                  <a:cubicBezTo>
                    <a:pt x="28" y="393"/>
                    <a:pt x="125" y="429"/>
                    <a:pt x="180" y="444"/>
                  </a:cubicBezTo>
                  <a:cubicBezTo>
                    <a:pt x="235" y="459"/>
                    <a:pt x="279" y="426"/>
                    <a:pt x="346" y="426"/>
                  </a:cubicBezTo>
                  <a:cubicBezTo>
                    <a:pt x="413" y="426"/>
                    <a:pt x="525" y="443"/>
                    <a:pt x="584" y="444"/>
                  </a:cubicBezTo>
                  <a:cubicBezTo>
                    <a:pt x="643" y="445"/>
                    <a:pt x="670" y="446"/>
                    <a:pt x="698" y="434"/>
                  </a:cubicBezTo>
                  <a:cubicBezTo>
                    <a:pt x="726" y="422"/>
                    <a:pt x="743" y="418"/>
                    <a:pt x="752" y="372"/>
                  </a:cubicBezTo>
                  <a:cubicBezTo>
                    <a:pt x="761" y="326"/>
                    <a:pt x="765" y="214"/>
                    <a:pt x="750" y="158"/>
                  </a:cubicBezTo>
                  <a:cubicBezTo>
                    <a:pt x="735" y="102"/>
                    <a:pt x="716" y="58"/>
                    <a:pt x="662" y="34"/>
                  </a:cubicBezTo>
                  <a:cubicBezTo>
                    <a:pt x="608" y="10"/>
                    <a:pt x="505" y="0"/>
                    <a:pt x="424" y="10"/>
                  </a:cubicBezTo>
                  <a:close/>
                </a:path>
              </a:pathLst>
            </a:custGeom>
            <a:gradFill rotWithShape="1">
              <a:gsLst>
                <a:gs pos="0">
                  <a:srgbClr val="9CDFF9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9" name="Line 130"/>
            <p:cNvSpPr>
              <a:spLocks noChangeShapeType="1"/>
            </p:cNvSpPr>
            <p:nvPr/>
          </p:nvSpPr>
          <p:spPr bwMode="auto">
            <a:xfrm flipV="1">
              <a:off x="7464635" y="3294636"/>
              <a:ext cx="168275" cy="1206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0" name="Line 131"/>
            <p:cNvSpPr>
              <a:spLocks noChangeShapeType="1"/>
            </p:cNvSpPr>
            <p:nvPr/>
          </p:nvSpPr>
          <p:spPr bwMode="auto">
            <a:xfrm>
              <a:off x="7231272" y="3534348"/>
              <a:ext cx="0" cy="1143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1" name="Line 132"/>
            <p:cNvSpPr>
              <a:spLocks noChangeShapeType="1"/>
            </p:cNvSpPr>
            <p:nvPr/>
          </p:nvSpPr>
          <p:spPr bwMode="auto">
            <a:xfrm flipV="1">
              <a:off x="7464635" y="3391473"/>
              <a:ext cx="358775" cy="4000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2" name="Line 133"/>
            <p:cNvSpPr>
              <a:spLocks noChangeShapeType="1"/>
            </p:cNvSpPr>
            <p:nvPr/>
          </p:nvSpPr>
          <p:spPr bwMode="auto">
            <a:xfrm>
              <a:off x="7961522" y="3389886"/>
              <a:ext cx="0" cy="27146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3" name="Line 134"/>
            <p:cNvSpPr>
              <a:spLocks noChangeShapeType="1"/>
            </p:cNvSpPr>
            <p:nvPr/>
          </p:nvSpPr>
          <p:spPr bwMode="auto">
            <a:xfrm>
              <a:off x="7490035" y="3813748"/>
              <a:ext cx="257175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4" name="Line 135"/>
            <p:cNvSpPr>
              <a:spLocks noChangeShapeType="1"/>
            </p:cNvSpPr>
            <p:nvPr/>
          </p:nvSpPr>
          <p:spPr bwMode="auto">
            <a:xfrm>
              <a:off x="8245685" y="3801048"/>
              <a:ext cx="2413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5" name="Line 172"/>
            <p:cNvSpPr>
              <a:spLocks noChangeShapeType="1"/>
            </p:cNvSpPr>
            <p:nvPr/>
          </p:nvSpPr>
          <p:spPr bwMode="auto">
            <a:xfrm>
              <a:off x="8510797" y="3797873"/>
              <a:ext cx="242888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prstDash val="dash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6" name="Text Box 580"/>
            <p:cNvSpPr txBox="1">
              <a:spLocks noChangeArrowheads="1"/>
            </p:cNvSpPr>
            <p:nvPr/>
          </p:nvSpPr>
          <p:spPr bwMode="auto">
            <a:xfrm>
              <a:off x="8207585" y="3191448"/>
              <a:ext cx="5524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ISP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grpSp>
          <p:nvGrpSpPr>
            <p:cNvPr id="167" name="Group 166"/>
            <p:cNvGrpSpPr/>
            <p:nvPr/>
          </p:nvGrpSpPr>
          <p:grpSpPr>
            <a:xfrm>
              <a:off x="6972551" y="3193191"/>
              <a:ext cx="576221" cy="330754"/>
              <a:chOff x="7493876" y="2774731"/>
              <a:chExt cx="1481958" cy="894622"/>
            </a:xfrm>
          </p:grpSpPr>
          <p:sp>
            <p:nvSpPr>
              <p:cNvPr id="192" name="Freeform 191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3" name="Oval 192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194" name="Group 193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95" name="Freeform 194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6" name="Freeform 195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7" name="Freeform 196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8" name="Freeform 197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68" name="Group 167"/>
            <p:cNvGrpSpPr/>
            <p:nvPr/>
          </p:nvGrpSpPr>
          <p:grpSpPr>
            <a:xfrm>
              <a:off x="6955883" y="3598924"/>
              <a:ext cx="576221" cy="330754"/>
              <a:chOff x="7493876" y="2774731"/>
              <a:chExt cx="1481958" cy="894622"/>
            </a:xfrm>
          </p:grpSpPr>
          <p:sp>
            <p:nvSpPr>
              <p:cNvPr id="185" name="Freeform 184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6" name="Oval 185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187" name="Group 186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88" name="Freeform 187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9" name="Freeform 188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0" name="Freeform 189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1" name="Freeform 190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69" name="Group 168"/>
            <p:cNvGrpSpPr/>
            <p:nvPr/>
          </p:nvGrpSpPr>
          <p:grpSpPr>
            <a:xfrm>
              <a:off x="7720114" y="3593282"/>
              <a:ext cx="576221" cy="330754"/>
              <a:chOff x="7493876" y="2774731"/>
              <a:chExt cx="1481958" cy="894622"/>
            </a:xfrm>
          </p:grpSpPr>
          <p:sp>
            <p:nvSpPr>
              <p:cNvPr id="178" name="Freeform 177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9" name="Oval 178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180" name="Group 179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81" name="Freeform 180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2" name="Freeform 181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3" name="Freeform 182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4" name="Freeform 183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70" name="Group 169"/>
            <p:cNvGrpSpPr/>
            <p:nvPr/>
          </p:nvGrpSpPr>
          <p:grpSpPr>
            <a:xfrm>
              <a:off x="7618622" y="3082478"/>
              <a:ext cx="576221" cy="330754"/>
              <a:chOff x="7493876" y="2774731"/>
              <a:chExt cx="1481958" cy="894622"/>
            </a:xfrm>
          </p:grpSpPr>
          <p:sp>
            <p:nvSpPr>
              <p:cNvPr id="171" name="Freeform 170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2" name="Oval 171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173" name="Group 172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74" name="Freeform 173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5" name="Freeform 174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6" name="Freeform 175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7" name="Freeform 176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sp>
        <p:nvSpPr>
          <p:cNvPr id="611" name="Title 1"/>
          <p:cNvSpPr>
            <a:spLocks noGrp="1"/>
          </p:cNvSpPr>
          <p:nvPr>
            <p:ph type="title"/>
          </p:nvPr>
        </p:nvSpPr>
        <p:spPr>
          <a:xfrm>
            <a:off x="419100" y="273146"/>
            <a:ext cx="11430000" cy="894622"/>
          </a:xfrm>
        </p:spPr>
        <p:txBody>
          <a:bodyPr>
            <a:normAutofit/>
          </a:bodyPr>
          <a:lstStyle/>
          <a:p>
            <a:r>
              <a:rPr lang="en-US" altLang="en-US" sz="4800" b="0" dirty="0">
                <a:ea typeface="MS PGothic" panose="020B0600070205080204" pitchFamily="34" charset="-128"/>
              </a:rPr>
              <a:t>接入网：数字用户线（DSL）</a:t>
            </a:r>
            <a:endParaRPr lang="en-US" sz="4800" b="0" dirty="0"/>
          </a:p>
        </p:txBody>
      </p:sp>
      <p:sp>
        <p:nvSpPr>
          <p:cNvPr id="95" name="Freeform 3"/>
          <p:cNvSpPr/>
          <p:nvPr/>
        </p:nvSpPr>
        <p:spPr bwMode="auto">
          <a:xfrm>
            <a:off x="5902873" y="1444625"/>
            <a:ext cx="2216150" cy="1477963"/>
          </a:xfrm>
          <a:custGeom>
            <a:avLst/>
            <a:gdLst>
              <a:gd name="T0" fmla="*/ 2147483647 w 1396"/>
              <a:gd name="T1" fmla="*/ 2147483647 h 931"/>
              <a:gd name="T2" fmla="*/ 2147483647 w 1396"/>
              <a:gd name="T3" fmla="*/ 2147483647 h 931"/>
              <a:gd name="T4" fmla="*/ 2147483647 w 1396"/>
              <a:gd name="T5" fmla="*/ 2147483647 h 931"/>
              <a:gd name="T6" fmla="*/ 2147483647 w 1396"/>
              <a:gd name="T7" fmla="*/ 2147483647 h 931"/>
              <a:gd name="T8" fmla="*/ 2147483647 w 1396"/>
              <a:gd name="T9" fmla="*/ 2147483647 h 931"/>
              <a:gd name="T10" fmla="*/ 2147483647 w 1396"/>
              <a:gd name="T11" fmla="*/ 2147483647 h 931"/>
              <a:gd name="T12" fmla="*/ 2147483647 w 1396"/>
              <a:gd name="T13" fmla="*/ 2147483647 h 931"/>
              <a:gd name="T14" fmla="*/ 2147483647 w 1396"/>
              <a:gd name="T15" fmla="*/ 2147483647 h 931"/>
              <a:gd name="T16" fmla="*/ 2147483647 w 1396"/>
              <a:gd name="T17" fmla="*/ 2147483647 h 931"/>
              <a:gd name="T18" fmla="*/ 2147483647 w 1396"/>
              <a:gd name="T19" fmla="*/ 2147483647 h 931"/>
              <a:gd name="T20" fmla="*/ 2147483647 w 1396"/>
              <a:gd name="T21" fmla="*/ 2147483647 h 931"/>
              <a:gd name="T22" fmla="*/ 2147483647 w 1396"/>
              <a:gd name="T23" fmla="*/ 2147483647 h 931"/>
              <a:gd name="T24" fmla="*/ 2147483647 w 1396"/>
              <a:gd name="T25" fmla="*/ 2147483647 h 931"/>
              <a:gd name="T26" fmla="*/ 2147483647 w 1396"/>
              <a:gd name="T27" fmla="*/ 2147483647 h 931"/>
              <a:gd name="T28" fmla="*/ 2147483647 w 1396"/>
              <a:gd name="T29" fmla="*/ 2147483647 h 931"/>
              <a:gd name="T30" fmla="*/ 2147483647 w 1396"/>
              <a:gd name="T31" fmla="*/ 2147483647 h 931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396"/>
              <a:gd name="T49" fmla="*/ 0 h 931"/>
              <a:gd name="T50" fmla="*/ 1396 w 1396"/>
              <a:gd name="T51" fmla="*/ 931 h 931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396" h="931">
                <a:moveTo>
                  <a:pt x="873" y="18"/>
                </a:moveTo>
                <a:cubicBezTo>
                  <a:pt x="787" y="32"/>
                  <a:pt x="625" y="55"/>
                  <a:pt x="526" y="89"/>
                </a:cubicBezTo>
                <a:cubicBezTo>
                  <a:pt x="426" y="122"/>
                  <a:pt x="346" y="184"/>
                  <a:pt x="278" y="216"/>
                </a:cubicBezTo>
                <a:cubicBezTo>
                  <a:pt x="210" y="248"/>
                  <a:pt x="159" y="236"/>
                  <a:pt x="118" y="283"/>
                </a:cubicBezTo>
                <a:cubicBezTo>
                  <a:pt x="77" y="330"/>
                  <a:pt x="46" y="416"/>
                  <a:pt x="30" y="497"/>
                </a:cubicBezTo>
                <a:cubicBezTo>
                  <a:pt x="14" y="578"/>
                  <a:pt x="0" y="714"/>
                  <a:pt x="24" y="768"/>
                </a:cubicBezTo>
                <a:cubicBezTo>
                  <a:pt x="49" y="821"/>
                  <a:pt x="112" y="796"/>
                  <a:pt x="178" y="818"/>
                </a:cubicBezTo>
                <a:cubicBezTo>
                  <a:pt x="244" y="840"/>
                  <a:pt x="318" y="886"/>
                  <a:pt x="421" y="902"/>
                </a:cubicBezTo>
                <a:cubicBezTo>
                  <a:pt x="524" y="918"/>
                  <a:pt x="681" y="916"/>
                  <a:pt x="793" y="916"/>
                </a:cubicBezTo>
                <a:cubicBezTo>
                  <a:pt x="905" y="916"/>
                  <a:pt x="1004" y="931"/>
                  <a:pt x="1095" y="902"/>
                </a:cubicBezTo>
                <a:cubicBezTo>
                  <a:pt x="1186" y="873"/>
                  <a:pt x="1291" y="813"/>
                  <a:pt x="1337" y="744"/>
                </a:cubicBezTo>
                <a:cubicBezTo>
                  <a:pt x="1383" y="675"/>
                  <a:pt x="1365" y="580"/>
                  <a:pt x="1372" y="487"/>
                </a:cubicBezTo>
                <a:cubicBezTo>
                  <a:pt x="1378" y="393"/>
                  <a:pt x="1396" y="256"/>
                  <a:pt x="1377" y="179"/>
                </a:cubicBezTo>
                <a:cubicBezTo>
                  <a:pt x="1358" y="102"/>
                  <a:pt x="1314" y="57"/>
                  <a:pt x="1259" y="28"/>
                </a:cubicBezTo>
                <a:cubicBezTo>
                  <a:pt x="1203" y="0"/>
                  <a:pt x="1110" y="7"/>
                  <a:pt x="1046" y="5"/>
                </a:cubicBezTo>
                <a:cubicBezTo>
                  <a:pt x="981" y="3"/>
                  <a:pt x="959" y="5"/>
                  <a:pt x="873" y="18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6" name="Oval 9"/>
          <p:cNvSpPr>
            <a:spLocks noChangeArrowheads="1"/>
          </p:cNvSpPr>
          <p:nvPr/>
        </p:nvSpPr>
        <p:spPr bwMode="auto">
          <a:xfrm>
            <a:off x="6902998" y="2151063"/>
            <a:ext cx="193675" cy="193675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7" name="Oval 12"/>
          <p:cNvSpPr>
            <a:spLocks noChangeArrowheads="1"/>
          </p:cNvSpPr>
          <p:nvPr/>
        </p:nvSpPr>
        <p:spPr bwMode="auto">
          <a:xfrm>
            <a:off x="7283998" y="1779588"/>
            <a:ext cx="193675" cy="193675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8" name="Line 15"/>
          <p:cNvSpPr>
            <a:spLocks noChangeShapeType="1"/>
          </p:cNvSpPr>
          <p:nvPr/>
        </p:nvSpPr>
        <p:spPr bwMode="auto">
          <a:xfrm flipV="1">
            <a:off x="6990311" y="1920875"/>
            <a:ext cx="317500" cy="3365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9" name="Line 16"/>
          <p:cNvSpPr>
            <a:spLocks noChangeShapeType="1"/>
          </p:cNvSpPr>
          <p:nvPr/>
        </p:nvSpPr>
        <p:spPr bwMode="auto">
          <a:xfrm>
            <a:off x="7384011" y="1897063"/>
            <a:ext cx="400050" cy="59055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0" name="Rectangle 44"/>
          <p:cNvSpPr>
            <a:spLocks noChangeArrowheads="1"/>
          </p:cNvSpPr>
          <p:nvPr/>
        </p:nvSpPr>
        <p:spPr bwMode="auto">
          <a:xfrm>
            <a:off x="6182273" y="1900238"/>
            <a:ext cx="955675" cy="700087"/>
          </a:xfrm>
          <a:prstGeom prst="rect">
            <a:avLst/>
          </a:prstGeom>
          <a:noFill/>
          <a:ln w="9525">
            <a:solidFill>
              <a:schemeClr val="tx1"/>
            </a:solidFill>
            <a:prstDash val="dashDot"/>
            <a:miter lim="800000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1" name="Text Box 45"/>
          <p:cNvSpPr txBox="1">
            <a:spLocks noChangeArrowheads="1"/>
          </p:cNvSpPr>
          <p:nvPr/>
        </p:nvSpPr>
        <p:spPr bwMode="auto">
          <a:xfrm>
            <a:off x="5637761" y="1419225"/>
            <a:ext cx="1925637" cy="287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中心局</a:t>
            </a:r>
            <a:endParaRPr kumimoji="0" lang="en-US" alt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2" name="Line 14"/>
          <p:cNvSpPr>
            <a:spLocks noChangeShapeType="1"/>
          </p:cNvSpPr>
          <p:nvPr/>
        </p:nvSpPr>
        <p:spPr bwMode="auto">
          <a:xfrm flipV="1">
            <a:off x="4288386" y="2306638"/>
            <a:ext cx="1938337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3" name="Text Box 17"/>
          <p:cNvSpPr txBox="1">
            <a:spLocks noChangeArrowheads="1"/>
          </p:cNvSpPr>
          <p:nvPr/>
        </p:nvSpPr>
        <p:spPr bwMode="auto">
          <a:xfrm>
            <a:off x="7539586" y="1473200"/>
            <a:ext cx="1074737" cy="50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电话</a:t>
            </a:r>
            <a:endParaRPr kumimoji="0" lang="en-US" alt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网络</a:t>
            </a:r>
            <a:endParaRPr kumimoji="0" lang="en-US" alt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</p:txBody>
      </p:sp>
      <p:grpSp>
        <p:nvGrpSpPr>
          <p:cNvPr id="104" name="Group 108"/>
          <p:cNvGrpSpPr/>
          <p:nvPr/>
        </p:nvGrpSpPr>
        <p:grpSpPr bwMode="auto">
          <a:xfrm>
            <a:off x="6239423" y="2017713"/>
            <a:ext cx="368300" cy="519112"/>
            <a:chOff x="1852" y="2562"/>
            <a:chExt cx="355" cy="471"/>
          </a:xfrm>
        </p:grpSpPr>
        <p:sp>
          <p:nvSpPr>
            <p:cNvPr id="105" name="Freeform 109"/>
            <p:cNvSpPr/>
            <p:nvPr/>
          </p:nvSpPr>
          <p:spPr bwMode="auto">
            <a:xfrm>
              <a:off x="1852" y="2621"/>
              <a:ext cx="318" cy="412"/>
            </a:xfrm>
            <a:custGeom>
              <a:avLst/>
              <a:gdLst>
                <a:gd name="T0" fmla="*/ 0 w 318"/>
                <a:gd name="T1" fmla="*/ 412 h 412"/>
                <a:gd name="T2" fmla="*/ 3 w 318"/>
                <a:gd name="T3" fmla="*/ 1 h 412"/>
                <a:gd name="T4" fmla="*/ 74 w 318"/>
                <a:gd name="T5" fmla="*/ 0 h 412"/>
                <a:gd name="T6" fmla="*/ 254 w 318"/>
                <a:gd name="T7" fmla="*/ 111 h 412"/>
                <a:gd name="T8" fmla="*/ 318 w 318"/>
                <a:gd name="T9" fmla="*/ 115 h 412"/>
                <a:gd name="T10" fmla="*/ 318 w 318"/>
                <a:gd name="T11" fmla="*/ 308 h 412"/>
                <a:gd name="T12" fmla="*/ 246 w 318"/>
                <a:gd name="T13" fmla="*/ 308 h 412"/>
                <a:gd name="T14" fmla="*/ 74 w 318"/>
                <a:gd name="T15" fmla="*/ 412 h 412"/>
                <a:gd name="T16" fmla="*/ 0 w 318"/>
                <a:gd name="T17" fmla="*/ 412 h 4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18"/>
                <a:gd name="T28" fmla="*/ 0 h 412"/>
                <a:gd name="T29" fmla="*/ 318 w 318"/>
                <a:gd name="T30" fmla="*/ 412 h 41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18" h="412">
                  <a:moveTo>
                    <a:pt x="0" y="412"/>
                  </a:moveTo>
                  <a:lnTo>
                    <a:pt x="3" y="1"/>
                  </a:lnTo>
                  <a:lnTo>
                    <a:pt x="74" y="0"/>
                  </a:lnTo>
                  <a:lnTo>
                    <a:pt x="254" y="111"/>
                  </a:lnTo>
                  <a:lnTo>
                    <a:pt x="318" y="115"/>
                  </a:lnTo>
                  <a:lnTo>
                    <a:pt x="318" y="308"/>
                  </a:lnTo>
                  <a:lnTo>
                    <a:pt x="246" y="308"/>
                  </a:lnTo>
                  <a:lnTo>
                    <a:pt x="74" y="412"/>
                  </a:lnTo>
                  <a:lnTo>
                    <a:pt x="0" y="412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100000">
                  <a:schemeClr val="accent1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6" name="Freeform 110"/>
            <p:cNvSpPr/>
            <p:nvPr/>
          </p:nvSpPr>
          <p:spPr bwMode="auto">
            <a:xfrm>
              <a:off x="1854" y="2562"/>
              <a:ext cx="353" cy="369"/>
            </a:xfrm>
            <a:custGeom>
              <a:avLst/>
              <a:gdLst>
                <a:gd name="T0" fmla="*/ 0 w 353"/>
                <a:gd name="T1" fmla="*/ 59 h 369"/>
                <a:gd name="T2" fmla="*/ 32 w 353"/>
                <a:gd name="T3" fmla="*/ 0 h 369"/>
                <a:gd name="T4" fmla="*/ 105 w 353"/>
                <a:gd name="T5" fmla="*/ 0 h 369"/>
                <a:gd name="T6" fmla="*/ 276 w 353"/>
                <a:gd name="T7" fmla="*/ 113 h 369"/>
                <a:gd name="T8" fmla="*/ 353 w 353"/>
                <a:gd name="T9" fmla="*/ 113 h 369"/>
                <a:gd name="T10" fmla="*/ 353 w 353"/>
                <a:gd name="T11" fmla="*/ 315 h 369"/>
                <a:gd name="T12" fmla="*/ 318 w 353"/>
                <a:gd name="T13" fmla="*/ 369 h 369"/>
                <a:gd name="T14" fmla="*/ 315 w 353"/>
                <a:gd name="T15" fmla="*/ 173 h 369"/>
                <a:gd name="T16" fmla="*/ 254 w 353"/>
                <a:gd name="T17" fmla="*/ 173 h 369"/>
                <a:gd name="T18" fmla="*/ 75 w 353"/>
                <a:gd name="T19" fmla="*/ 60 h 369"/>
                <a:gd name="T20" fmla="*/ 0 w 353"/>
                <a:gd name="T21" fmla="*/ 59 h 36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353"/>
                <a:gd name="T34" fmla="*/ 0 h 369"/>
                <a:gd name="T35" fmla="*/ 353 w 353"/>
                <a:gd name="T36" fmla="*/ 369 h 36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353" h="369">
                  <a:moveTo>
                    <a:pt x="0" y="59"/>
                  </a:moveTo>
                  <a:lnTo>
                    <a:pt x="32" y="0"/>
                  </a:lnTo>
                  <a:lnTo>
                    <a:pt x="105" y="0"/>
                  </a:lnTo>
                  <a:lnTo>
                    <a:pt x="276" y="113"/>
                  </a:lnTo>
                  <a:lnTo>
                    <a:pt x="353" y="113"/>
                  </a:lnTo>
                  <a:lnTo>
                    <a:pt x="353" y="315"/>
                  </a:lnTo>
                  <a:lnTo>
                    <a:pt x="318" y="369"/>
                  </a:lnTo>
                  <a:lnTo>
                    <a:pt x="315" y="173"/>
                  </a:lnTo>
                  <a:lnTo>
                    <a:pt x="254" y="173"/>
                  </a:lnTo>
                  <a:lnTo>
                    <a:pt x="75" y="60"/>
                  </a:lnTo>
                  <a:lnTo>
                    <a:pt x="0" y="59"/>
                  </a:lnTo>
                  <a:close/>
                </a:path>
              </a:pathLst>
            </a:custGeom>
            <a:solidFill>
              <a:schemeClr val="accent1"/>
            </a:solidFill>
            <a:ln w="9525">
              <a:solidFill>
                <a:schemeClr val="tx1"/>
              </a:solidFill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7" name="Line 111"/>
            <p:cNvSpPr>
              <a:spLocks noChangeShapeType="1"/>
            </p:cNvSpPr>
            <p:nvPr/>
          </p:nvSpPr>
          <p:spPr bwMode="auto">
            <a:xfrm flipH="1">
              <a:off x="2167" y="2674"/>
              <a:ext cx="34" cy="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8" name="Line 112"/>
            <p:cNvSpPr>
              <a:spLocks noChangeShapeType="1"/>
            </p:cNvSpPr>
            <p:nvPr/>
          </p:nvSpPr>
          <p:spPr bwMode="auto">
            <a:xfrm>
              <a:off x="1880" y="2830"/>
              <a:ext cx="26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9" name="Freeform 113"/>
            <p:cNvSpPr/>
            <p:nvPr/>
          </p:nvSpPr>
          <p:spPr bwMode="auto">
            <a:xfrm>
              <a:off x="1874" y="2670"/>
              <a:ext cx="264" cy="105"/>
            </a:xfrm>
            <a:custGeom>
              <a:avLst/>
              <a:gdLst>
                <a:gd name="T0" fmla="*/ 0 w 264"/>
                <a:gd name="T1" fmla="*/ 0 h 105"/>
                <a:gd name="T2" fmla="*/ 52 w 264"/>
                <a:gd name="T3" fmla="*/ 0 h 105"/>
                <a:gd name="T4" fmla="*/ 207 w 264"/>
                <a:gd name="T5" fmla="*/ 105 h 105"/>
                <a:gd name="T6" fmla="*/ 264 w 264"/>
                <a:gd name="T7" fmla="*/ 105 h 10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64"/>
                <a:gd name="T13" fmla="*/ 0 h 105"/>
                <a:gd name="T14" fmla="*/ 264 w 264"/>
                <a:gd name="T15" fmla="*/ 105 h 10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64" h="105">
                  <a:moveTo>
                    <a:pt x="0" y="0"/>
                  </a:moveTo>
                  <a:lnTo>
                    <a:pt x="52" y="0"/>
                  </a:lnTo>
                  <a:lnTo>
                    <a:pt x="207" y="105"/>
                  </a:lnTo>
                  <a:lnTo>
                    <a:pt x="264" y="105"/>
                  </a:ln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0" name="Freeform 114"/>
            <p:cNvSpPr/>
            <p:nvPr/>
          </p:nvSpPr>
          <p:spPr bwMode="auto">
            <a:xfrm flipV="1">
              <a:off x="1874" y="2884"/>
              <a:ext cx="264" cy="105"/>
            </a:xfrm>
            <a:custGeom>
              <a:avLst/>
              <a:gdLst>
                <a:gd name="T0" fmla="*/ 0 w 264"/>
                <a:gd name="T1" fmla="*/ 0 h 105"/>
                <a:gd name="T2" fmla="*/ 52 w 264"/>
                <a:gd name="T3" fmla="*/ 0 h 105"/>
                <a:gd name="T4" fmla="*/ 207 w 264"/>
                <a:gd name="T5" fmla="*/ 105 h 105"/>
                <a:gd name="T6" fmla="*/ 264 w 264"/>
                <a:gd name="T7" fmla="*/ 105 h 10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64"/>
                <a:gd name="T13" fmla="*/ 0 h 105"/>
                <a:gd name="T14" fmla="*/ 264 w 264"/>
                <a:gd name="T15" fmla="*/ 105 h 10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64" h="105">
                  <a:moveTo>
                    <a:pt x="0" y="0"/>
                  </a:moveTo>
                  <a:lnTo>
                    <a:pt x="52" y="0"/>
                  </a:lnTo>
                  <a:lnTo>
                    <a:pt x="207" y="105"/>
                  </a:lnTo>
                  <a:lnTo>
                    <a:pt x="264" y="105"/>
                  </a:ln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11" name="Text Box 115"/>
          <p:cNvSpPr txBox="1">
            <a:spLocks noChangeArrowheads="1"/>
          </p:cNvSpPr>
          <p:nvPr/>
        </p:nvSpPr>
        <p:spPr bwMode="auto">
          <a:xfrm>
            <a:off x="5918748" y="2562225"/>
            <a:ext cx="950913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DSLAM</a:t>
            </a:r>
            <a:endParaRPr kumimoji="0" lang="en-US" alt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</p:txBody>
      </p:sp>
      <p:grpSp>
        <p:nvGrpSpPr>
          <p:cNvPr id="112" name="Group 118"/>
          <p:cNvGrpSpPr/>
          <p:nvPr/>
        </p:nvGrpSpPr>
        <p:grpSpPr bwMode="auto">
          <a:xfrm>
            <a:off x="4980536" y="1304925"/>
            <a:ext cx="796925" cy="658813"/>
            <a:chOff x="1671" y="1861"/>
            <a:chExt cx="502" cy="415"/>
          </a:xfrm>
        </p:grpSpPr>
        <p:sp>
          <p:nvSpPr>
            <p:cNvPr id="113" name="Rectangle 116"/>
            <p:cNvSpPr>
              <a:spLocks noChangeArrowheads="1"/>
            </p:cNvSpPr>
            <p:nvPr/>
          </p:nvSpPr>
          <p:spPr bwMode="auto">
            <a:xfrm>
              <a:off x="1742" y="1966"/>
              <a:ext cx="360" cy="310"/>
            </a:xfrm>
            <a:prstGeom prst="rect">
              <a:avLst/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4" name="AutoShape 117"/>
            <p:cNvSpPr>
              <a:spLocks noChangeArrowheads="1"/>
            </p:cNvSpPr>
            <p:nvPr/>
          </p:nvSpPr>
          <p:spPr bwMode="auto">
            <a:xfrm>
              <a:off x="1671" y="1861"/>
              <a:ext cx="502" cy="129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115" name="Freeform 119"/>
          <p:cNvSpPr/>
          <p:nvPr/>
        </p:nvSpPr>
        <p:spPr bwMode="auto">
          <a:xfrm>
            <a:off x="5583786" y="1893888"/>
            <a:ext cx="674687" cy="239712"/>
          </a:xfrm>
          <a:custGeom>
            <a:avLst/>
            <a:gdLst>
              <a:gd name="T0" fmla="*/ 0 w 425"/>
              <a:gd name="T1" fmla="*/ 0 h 151"/>
              <a:gd name="T2" fmla="*/ 0 w 425"/>
              <a:gd name="T3" fmla="*/ 2147483647 h 151"/>
              <a:gd name="T4" fmla="*/ 2147483647 w 425"/>
              <a:gd name="T5" fmla="*/ 2147483647 h 151"/>
              <a:gd name="T6" fmla="*/ 0 60000 65536"/>
              <a:gd name="T7" fmla="*/ 0 60000 65536"/>
              <a:gd name="T8" fmla="*/ 0 60000 65536"/>
              <a:gd name="T9" fmla="*/ 0 w 425"/>
              <a:gd name="T10" fmla="*/ 0 h 151"/>
              <a:gd name="T11" fmla="*/ 425 w 425"/>
              <a:gd name="T12" fmla="*/ 151 h 151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25" h="151">
                <a:moveTo>
                  <a:pt x="0" y="0"/>
                </a:moveTo>
                <a:lnTo>
                  <a:pt x="0" y="151"/>
                </a:lnTo>
                <a:lnTo>
                  <a:pt x="425" y="151"/>
                </a:lnTo>
              </a:path>
            </a:pathLst>
          </a:custGeom>
          <a:ln w="28575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16" name="Line 120"/>
          <p:cNvSpPr>
            <a:spLocks noChangeShapeType="1"/>
          </p:cNvSpPr>
          <p:nvPr/>
        </p:nvSpPr>
        <p:spPr bwMode="auto">
          <a:xfrm>
            <a:off x="6612486" y="2259013"/>
            <a:ext cx="37782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17" name="Freeform 123"/>
          <p:cNvSpPr/>
          <p:nvPr/>
        </p:nvSpPr>
        <p:spPr bwMode="auto">
          <a:xfrm>
            <a:off x="6612486" y="2327275"/>
            <a:ext cx="463550" cy="1009650"/>
          </a:xfrm>
          <a:custGeom>
            <a:avLst/>
            <a:gdLst>
              <a:gd name="T0" fmla="*/ 0 w 292"/>
              <a:gd name="T1" fmla="*/ 0 h 636"/>
              <a:gd name="T2" fmla="*/ 2147483647 w 292"/>
              <a:gd name="T3" fmla="*/ 0 h 636"/>
              <a:gd name="T4" fmla="*/ 2147483647 w 292"/>
              <a:gd name="T5" fmla="*/ 2147483647 h 636"/>
              <a:gd name="T6" fmla="*/ 2147483647 w 292"/>
              <a:gd name="T7" fmla="*/ 2147483647 h 636"/>
              <a:gd name="T8" fmla="*/ 0 60000 65536"/>
              <a:gd name="T9" fmla="*/ 0 60000 65536"/>
              <a:gd name="T10" fmla="*/ 0 60000 65536"/>
              <a:gd name="T11" fmla="*/ 0 60000 65536"/>
              <a:gd name="T12" fmla="*/ 0 w 292"/>
              <a:gd name="T13" fmla="*/ 0 h 636"/>
              <a:gd name="T14" fmla="*/ 292 w 292"/>
              <a:gd name="T15" fmla="*/ 636 h 6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92" h="636">
                <a:moveTo>
                  <a:pt x="0" y="0"/>
                </a:moveTo>
                <a:lnTo>
                  <a:pt x="130" y="0"/>
                </a:lnTo>
                <a:lnTo>
                  <a:pt x="130" y="636"/>
                </a:lnTo>
                <a:lnTo>
                  <a:pt x="292" y="636"/>
                </a:lnTo>
              </a:path>
            </a:pathLst>
          </a:cu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18" name="Group 135"/>
          <p:cNvGrpSpPr/>
          <p:nvPr/>
        </p:nvGrpSpPr>
        <p:grpSpPr bwMode="auto">
          <a:xfrm>
            <a:off x="2375448" y="2384425"/>
            <a:ext cx="3117850" cy="1611313"/>
            <a:chOff x="490" y="1538"/>
            <a:chExt cx="1964" cy="1015"/>
          </a:xfrm>
        </p:grpSpPr>
        <p:sp>
          <p:nvSpPr>
            <p:cNvPr id="119" name="Text Box 124"/>
            <p:cNvSpPr txBox="1">
              <a:spLocks noChangeArrowheads="1"/>
            </p:cNvSpPr>
            <p:nvPr/>
          </p:nvSpPr>
          <p:spPr bwMode="auto">
            <a:xfrm>
              <a:off x="490" y="2102"/>
              <a:ext cx="1809" cy="4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语音和数据</a:t>
              </a:r>
              <a:endParaRPr kumimoji="0" lang="en-US" altLang="en-US" sz="16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在不同频率上通过</a:t>
              </a:r>
              <a:endParaRPr kumimoji="0" lang="en-US" altLang="en-US" sz="16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到中心局的专用线路传输</a:t>
              </a: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/>
              </a:r>
              <a:endParaRPr kumimoji="0" lang="en-US" altLang="en-US" sz="16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0" name="Line 125"/>
            <p:cNvSpPr>
              <a:spLocks noChangeShapeType="1"/>
            </p:cNvSpPr>
            <p:nvPr/>
          </p:nvSpPr>
          <p:spPr bwMode="auto">
            <a:xfrm flipV="1">
              <a:off x="2093" y="1538"/>
              <a:ext cx="361" cy="584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21" name="Rectangle 52"/>
          <p:cNvSpPr>
            <a:spLocks noChangeArrowheads="1"/>
          </p:cNvSpPr>
          <p:nvPr/>
        </p:nvSpPr>
        <p:spPr bwMode="auto">
          <a:xfrm>
            <a:off x="1010672" y="4004660"/>
            <a:ext cx="10515599" cy="258532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342900" indent="-3429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38505" indent="-281305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8080" indent="-23368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rgbClr val="ED7D31"/>
              </a:buClr>
              <a:buSzPct val="85000"/>
              <a:buFontTx/>
              <a:buNone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omic Sans MS" panose="030F0702030302020204" pitchFamily="66" charset="0"/>
              <a:ea typeface="MS PGothic" panose="020B0600070205080204" pitchFamily="34" charset="-128"/>
              <a:cs typeface="+mn-cs"/>
            </a:endParaRPr>
          </a:p>
          <a:p>
            <a:pPr marL="738505" marR="0" lvl="1" indent="-219075" algn="l" defTabSz="914400" rtl="0" eaLnBrk="1" fontAlgn="auto" latinLnBrk="0" hangingPunct="1">
              <a:lnSpc>
                <a:spcPct val="9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使用现有电话线连接到中心局 DSLAM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  <a:p>
            <a:pPr marL="1148080" marR="0" lvl="2" indent="-233680" algn="l" defTabSz="914400" rtl="0" eaLnBrk="1" fontAlgn="auto" latinLnBrk="0" hangingPunct="1">
              <a:lnSpc>
                <a:spcPct val="9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Arial" panose="020B0604020202020204" pitchFamily="34" charset="0"/>
              <a:buChar char="•"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DSL 电话线上的数据进入互联网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  <a:p>
            <a:pPr marL="1148080" marR="0" lvl="2" indent="-233680" algn="l" defTabSz="914400" rtl="0" eaLnBrk="1" fontAlgn="auto" latinLnBrk="0" hangingPunct="1">
              <a:lnSpc>
                <a:spcPct val="9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Arial" panose="020B0604020202020204" pitchFamily="34" charset="0"/>
              <a:buChar char="•"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DSL 电话线上的语音进入电话网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  <a:p>
            <a:pPr marL="738505" marR="0" lvl="1" indent="-219075" algn="l" defTabSz="914400" rtl="0" eaLnBrk="1" fontAlgn="auto" latinLnBrk="0" hangingPunct="1">
              <a:lnSpc>
                <a:spcPct val="9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24-52 Mbps 专用下行传输速率 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  <a:p>
            <a:pPr marL="738505" marR="0" lvl="1" indent="-219075" algn="l" defTabSz="914400" rtl="0" eaLnBrk="1" fontAlgn="auto" latinLnBrk="0" hangingPunct="1">
              <a:lnSpc>
                <a:spcPct val="9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3.5-16 Mbps 专用上行传输速率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2" name="Rectangle 90"/>
          <p:cNvSpPr>
            <a:spLocks noChangeArrowheads="1"/>
          </p:cNvSpPr>
          <p:nvPr/>
        </p:nvSpPr>
        <p:spPr bwMode="auto">
          <a:xfrm>
            <a:off x="2835823" y="1757363"/>
            <a:ext cx="1978025" cy="1395412"/>
          </a:xfrm>
          <a:prstGeom prst="rect">
            <a:avLst/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3" name="Line 7"/>
          <p:cNvSpPr>
            <a:spLocks noChangeShapeType="1"/>
          </p:cNvSpPr>
          <p:nvPr/>
        </p:nvSpPr>
        <p:spPr bwMode="auto">
          <a:xfrm flipV="1">
            <a:off x="3321598" y="2308225"/>
            <a:ext cx="365125" cy="15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24" name="Text Box 39"/>
          <p:cNvSpPr txBox="1">
            <a:spLocks noChangeArrowheads="1"/>
          </p:cNvSpPr>
          <p:nvPr/>
        </p:nvSpPr>
        <p:spPr bwMode="auto">
          <a:xfrm>
            <a:off x="3583536" y="2414588"/>
            <a:ext cx="774700" cy="431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DSL</a:t>
            </a:r>
            <a:endParaRPr kumimoji="0" lang="en-US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调制解调器</a:t>
            </a:r>
            <a:endParaRPr kumimoji="0" lang="en-US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5" name="Text Box 41"/>
          <p:cNvSpPr txBox="1">
            <a:spLocks noChangeArrowheads="1"/>
          </p:cNvSpPr>
          <p:nvPr/>
        </p:nvSpPr>
        <p:spPr bwMode="auto">
          <a:xfrm>
            <a:off x="4261398" y="2438400"/>
            <a:ext cx="706438" cy="2619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分离器</a:t>
            </a:r>
            <a:endParaRPr kumimoji="0" lang="en-US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</p:txBody>
      </p:sp>
      <p:grpSp>
        <p:nvGrpSpPr>
          <p:cNvPr id="126" name="Group 94"/>
          <p:cNvGrpSpPr/>
          <p:nvPr/>
        </p:nvGrpSpPr>
        <p:grpSpPr bwMode="auto">
          <a:xfrm>
            <a:off x="3677198" y="2195513"/>
            <a:ext cx="614363" cy="220662"/>
            <a:chOff x="322" y="890"/>
            <a:chExt cx="872" cy="339"/>
          </a:xfrm>
        </p:grpSpPr>
        <p:sp>
          <p:nvSpPr>
            <p:cNvPr id="127" name="Rectangle 95"/>
            <p:cNvSpPr>
              <a:spLocks noChangeArrowheads="1"/>
            </p:cNvSpPr>
            <p:nvPr/>
          </p:nvSpPr>
          <p:spPr bwMode="auto">
            <a:xfrm>
              <a:off x="322" y="1005"/>
              <a:ext cx="872" cy="224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8" name="Rectangle 96"/>
            <p:cNvSpPr>
              <a:spLocks noChangeArrowheads="1"/>
            </p:cNvSpPr>
            <p:nvPr/>
          </p:nvSpPr>
          <p:spPr bwMode="auto">
            <a:xfrm>
              <a:off x="394" y="1073"/>
              <a:ext cx="54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9" name="Rectangle 97"/>
            <p:cNvSpPr>
              <a:spLocks noChangeArrowheads="1"/>
            </p:cNvSpPr>
            <p:nvPr/>
          </p:nvSpPr>
          <p:spPr bwMode="auto">
            <a:xfrm>
              <a:off x="466" y="1073"/>
              <a:ext cx="56" cy="56"/>
            </a:xfrm>
            <a:prstGeom prst="rect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0" name="Rectangle 98"/>
            <p:cNvSpPr>
              <a:spLocks noChangeArrowheads="1"/>
            </p:cNvSpPr>
            <p:nvPr/>
          </p:nvSpPr>
          <p:spPr bwMode="auto">
            <a:xfrm>
              <a:off x="541" y="1070"/>
              <a:ext cx="56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1" name="Rectangle 99"/>
            <p:cNvSpPr>
              <a:spLocks noChangeArrowheads="1"/>
            </p:cNvSpPr>
            <p:nvPr/>
          </p:nvSpPr>
          <p:spPr bwMode="auto">
            <a:xfrm>
              <a:off x="615" y="1070"/>
              <a:ext cx="56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32" name="AutoShape 100"/>
            <p:cNvSpPr>
              <a:spLocks noChangeArrowheads="1"/>
            </p:cNvSpPr>
            <p:nvPr/>
          </p:nvSpPr>
          <p:spPr bwMode="auto">
            <a:xfrm rot="10800000" flipH="1">
              <a:off x="322" y="890"/>
              <a:ext cx="859" cy="110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4501 w 21600"/>
                <a:gd name="T13" fmla="*/ 4516 h 21600"/>
                <a:gd name="T14" fmla="*/ 17099 w 21600"/>
                <a:gd name="T15" fmla="*/ 17084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0" y="0"/>
                  </a:moveTo>
                  <a:lnTo>
                    <a:pt x="5400" y="21600"/>
                  </a:lnTo>
                  <a:lnTo>
                    <a:pt x="16200" y="21600"/>
                  </a:lnTo>
                  <a:lnTo>
                    <a:pt x="216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33" name="AutoShape 102"/>
          <p:cNvSpPr>
            <a:spLocks noChangeArrowheads="1"/>
          </p:cNvSpPr>
          <p:nvPr/>
        </p:nvSpPr>
        <p:spPr bwMode="auto">
          <a:xfrm>
            <a:off x="2553248" y="1346200"/>
            <a:ext cx="2498725" cy="468313"/>
          </a:xfrm>
          <a:prstGeom prst="triangle">
            <a:avLst>
              <a:gd name="adj" fmla="val 50000"/>
            </a:avLst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4" name="Rectangle 103"/>
          <p:cNvSpPr>
            <a:spLocks noChangeArrowheads="1"/>
          </p:cNvSpPr>
          <p:nvPr/>
        </p:nvSpPr>
        <p:spPr bwMode="auto">
          <a:xfrm>
            <a:off x="4531273" y="2246313"/>
            <a:ext cx="166688" cy="144462"/>
          </a:xfrm>
          <a:prstGeom prst="rect">
            <a:avLst/>
          </a:prstGeom>
          <a:solidFill>
            <a:srgbClr val="000099"/>
          </a:solidFill>
          <a:ln w="9525">
            <a:solidFill>
              <a:schemeClr val="tx1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5" name="Freeform 104"/>
          <p:cNvSpPr/>
          <p:nvPr/>
        </p:nvSpPr>
        <p:spPr bwMode="auto">
          <a:xfrm>
            <a:off x="4007398" y="1801813"/>
            <a:ext cx="604838" cy="434975"/>
          </a:xfrm>
          <a:custGeom>
            <a:avLst/>
            <a:gdLst>
              <a:gd name="T0" fmla="*/ 2147483647 w 381"/>
              <a:gd name="T1" fmla="*/ 2147483647 h 274"/>
              <a:gd name="T2" fmla="*/ 2147483647 w 381"/>
              <a:gd name="T3" fmla="*/ 2147483647 h 274"/>
              <a:gd name="T4" fmla="*/ 0 w 381"/>
              <a:gd name="T5" fmla="*/ 0 h 274"/>
              <a:gd name="T6" fmla="*/ 0 60000 65536"/>
              <a:gd name="T7" fmla="*/ 0 60000 65536"/>
              <a:gd name="T8" fmla="*/ 0 60000 65536"/>
              <a:gd name="T9" fmla="*/ 0 w 381"/>
              <a:gd name="T10" fmla="*/ 0 h 274"/>
              <a:gd name="T11" fmla="*/ 381 w 381"/>
              <a:gd name="T12" fmla="*/ 274 h 27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81" h="274">
                <a:moveTo>
                  <a:pt x="381" y="274"/>
                </a:moveTo>
                <a:lnTo>
                  <a:pt x="381" y="130"/>
                </a:lnTo>
                <a:lnTo>
                  <a:pt x="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aphicFrame>
        <p:nvGraphicFramePr>
          <p:cNvPr id="136" name="Object 3"/>
          <p:cNvGraphicFramePr>
            <a:graphicFrameLocks noChangeAspect="1"/>
          </p:cNvGraphicFramePr>
          <p:nvPr/>
        </p:nvGraphicFramePr>
        <p:xfrm>
          <a:off x="3667673" y="1598613"/>
          <a:ext cx="490538" cy="3698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" name="Clip" r:id="rId1" imgW="9515475" imgH="6705600" progId="MS_ClipArt_Gallery.2">
                  <p:embed/>
                </p:oleObj>
              </mc:Choice>
              <mc:Fallback>
                <p:oleObj name="Clip" r:id="rId1" imgW="9515475" imgH="6705600" progId="MS_ClipArt_Gallery.2">
                  <p:embed/>
                  <p:pic>
                    <p:nvPicPr>
                      <p:cNvPr id="0" name="Object 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667673" y="1598613"/>
                        <a:ext cx="490538" cy="3698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>
                                  <a:alpha val="74997"/>
                                </a:srgbClr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37" name="Line 130"/>
          <p:cNvSpPr>
            <a:spLocks noChangeShapeType="1"/>
          </p:cNvSpPr>
          <p:nvPr/>
        </p:nvSpPr>
        <p:spPr bwMode="auto">
          <a:xfrm flipH="1">
            <a:off x="4294736" y="2308225"/>
            <a:ext cx="23971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8" name="AutoShape 131"/>
          <p:cNvSpPr>
            <a:spLocks noChangeArrowheads="1"/>
          </p:cNvSpPr>
          <p:nvPr/>
        </p:nvSpPr>
        <p:spPr bwMode="auto">
          <a:xfrm>
            <a:off x="6042573" y="1646238"/>
            <a:ext cx="1206500" cy="261937"/>
          </a:xfrm>
          <a:prstGeom prst="triangle">
            <a:avLst>
              <a:gd name="adj" fmla="val 50000"/>
            </a:avLst>
          </a:prstGeom>
          <a:noFill/>
          <a:ln w="9525">
            <a:solidFill>
              <a:schemeClr val="tx1"/>
            </a:solidFill>
            <a:prstDash val="dashDot"/>
            <a:miter lim="800000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</p:txBody>
      </p:sp>
      <p:grpSp>
        <p:nvGrpSpPr>
          <p:cNvPr id="139" name="Group 136"/>
          <p:cNvGrpSpPr/>
          <p:nvPr/>
        </p:nvGrpSpPr>
        <p:grpSpPr bwMode="auto">
          <a:xfrm>
            <a:off x="5275811" y="2809875"/>
            <a:ext cx="1323975" cy="1174750"/>
            <a:chOff x="2317" y="1806"/>
            <a:chExt cx="834" cy="740"/>
          </a:xfrm>
        </p:grpSpPr>
        <p:sp>
          <p:nvSpPr>
            <p:cNvPr id="140" name="Line 132"/>
            <p:cNvSpPr>
              <a:spLocks noChangeShapeType="1"/>
            </p:cNvSpPr>
            <p:nvPr/>
          </p:nvSpPr>
          <p:spPr bwMode="auto">
            <a:xfrm flipV="1">
              <a:off x="2671" y="1806"/>
              <a:ext cx="268" cy="433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1" name="Text Box 133"/>
            <p:cNvSpPr txBox="1">
              <a:spLocks noChangeArrowheads="1"/>
            </p:cNvSpPr>
            <p:nvPr/>
          </p:nvSpPr>
          <p:spPr bwMode="auto">
            <a:xfrm>
              <a:off x="2317" y="2226"/>
              <a:ext cx="834" cy="3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DSL 接入 </a:t>
              </a:r>
              <a:endParaRPr kumimoji="0" lang="en-US" altLang="en-US" sz="16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复用器</a:t>
              </a:r>
              <a:endParaRPr kumimoji="0" lang="en-US" altLang="en-US" sz="16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142" name="Group 141"/>
          <p:cNvGrpSpPr/>
          <p:nvPr/>
        </p:nvGrpSpPr>
        <p:grpSpPr bwMode="auto">
          <a:xfrm>
            <a:off x="2740573" y="1985963"/>
            <a:ext cx="642938" cy="644525"/>
            <a:chOff x="-44" y="1473"/>
            <a:chExt cx="981" cy="1105"/>
          </a:xfrm>
        </p:grpSpPr>
        <p:pic>
          <p:nvPicPr>
            <p:cNvPr id="143" name="Picture 142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4" name="Freeform 143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5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引言：1-</a:t>
            </a:r>
            <a:fld id="{C4204591-24BD-A542-B9D5-F8D8A88D2FEE}" type="slidenum">
              <a:rPr lang="en-US" smtClean="0"/>
            </a:fld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2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21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1" name="Title 1"/>
          <p:cNvSpPr>
            <a:spLocks noGrp="1"/>
          </p:cNvSpPr>
          <p:nvPr>
            <p:ph type="title"/>
          </p:nvPr>
        </p:nvSpPr>
        <p:spPr>
          <a:xfrm>
            <a:off x="848710" y="27314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5400" b="0" dirty="0">
                <a:ea typeface="MS PGothic" panose="020B0600070205080204" pitchFamily="34" charset="-128"/>
              </a:rPr>
              <a:t>接入网：家庭网络</a:t>
            </a:r>
            <a:endParaRPr lang="en-US" sz="5400" b="0" dirty="0"/>
          </a:p>
        </p:txBody>
      </p:sp>
      <p:sp>
        <p:nvSpPr>
          <p:cNvPr id="146" name="AutoShape 99"/>
          <p:cNvSpPr>
            <a:spLocks noChangeArrowheads="1"/>
          </p:cNvSpPr>
          <p:nvPr/>
        </p:nvSpPr>
        <p:spPr bwMode="auto">
          <a:xfrm>
            <a:off x="2624905" y="1540065"/>
            <a:ext cx="5649912" cy="768350"/>
          </a:xfrm>
          <a:prstGeom prst="triangle">
            <a:avLst>
              <a:gd name="adj" fmla="val 50000"/>
            </a:avLst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7" name="Text Box 26"/>
          <p:cNvSpPr txBox="1">
            <a:spLocks noChangeArrowheads="1"/>
          </p:cNvSpPr>
          <p:nvPr/>
        </p:nvSpPr>
        <p:spPr bwMode="auto">
          <a:xfrm>
            <a:off x="8542942" y="3493569"/>
            <a:ext cx="2897188" cy="7229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往返有线电视前端或中心局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8" name="Rectangle 87"/>
          <p:cNvSpPr>
            <a:spLocks noChangeArrowheads="1"/>
          </p:cNvSpPr>
          <p:nvPr/>
        </p:nvSpPr>
        <p:spPr bwMode="auto">
          <a:xfrm>
            <a:off x="3059880" y="2294128"/>
            <a:ext cx="4781550" cy="2662237"/>
          </a:xfrm>
          <a:prstGeom prst="rect">
            <a:avLst/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grpSp>
        <p:nvGrpSpPr>
          <p:cNvPr id="149" name="Group 105"/>
          <p:cNvGrpSpPr/>
          <p:nvPr/>
        </p:nvGrpSpPr>
        <p:grpSpPr bwMode="auto">
          <a:xfrm>
            <a:off x="6158680" y="3633978"/>
            <a:ext cx="3000375" cy="361950"/>
            <a:chOff x="2434" y="2109"/>
            <a:chExt cx="1890" cy="228"/>
          </a:xfrm>
        </p:grpSpPr>
        <p:grpSp>
          <p:nvGrpSpPr>
            <p:cNvPr id="150" name="Group 91"/>
            <p:cNvGrpSpPr/>
            <p:nvPr/>
          </p:nvGrpSpPr>
          <p:grpSpPr bwMode="auto">
            <a:xfrm>
              <a:off x="2722" y="2109"/>
              <a:ext cx="642" cy="228"/>
              <a:chOff x="322" y="890"/>
              <a:chExt cx="872" cy="339"/>
            </a:xfrm>
          </p:grpSpPr>
          <p:sp>
            <p:nvSpPr>
              <p:cNvPr id="153" name="Rectangle 92"/>
              <p:cNvSpPr>
                <a:spLocks noChangeArrowheads="1"/>
              </p:cNvSpPr>
              <p:nvPr/>
            </p:nvSpPr>
            <p:spPr bwMode="auto">
              <a:xfrm>
                <a:off x="323" y="1004"/>
                <a:ext cx="871" cy="225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54" name="Rectangle 93"/>
              <p:cNvSpPr>
                <a:spLocks noChangeArrowheads="1"/>
              </p:cNvSpPr>
              <p:nvPr/>
            </p:nvSpPr>
            <p:spPr bwMode="auto">
              <a:xfrm>
                <a:off x="393" y="1073"/>
                <a:ext cx="57" cy="57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55" name="Rectangle 94"/>
              <p:cNvSpPr>
                <a:spLocks noChangeArrowheads="1"/>
              </p:cNvSpPr>
              <p:nvPr/>
            </p:nvSpPr>
            <p:spPr bwMode="auto">
              <a:xfrm>
                <a:off x="467" y="1073"/>
                <a:ext cx="56" cy="57"/>
              </a:xfrm>
              <a:prstGeom prst="rect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56" name="Rectangle 95"/>
              <p:cNvSpPr>
                <a:spLocks noChangeArrowheads="1"/>
              </p:cNvSpPr>
              <p:nvPr/>
            </p:nvSpPr>
            <p:spPr bwMode="auto">
              <a:xfrm>
                <a:off x="541" y="1071"/>
                <a:ext cx="56" cy="55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99" name="Rectangle 96"/>
              <p:cNvSpPr>
                <a:spLocks noChangeArrowheads="1"/>
              </p:cNvSpPr>
              <p:nvPr/>
            </p:nvSpPr>
            <p:spPr bwMode="auto">
              <a:xfrm>
                <a:off x="615" y="1071"/>
                <a:ext cx="56" cy="55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200" name="AutoShape 97"/>
              <p:cNvSpPr>
                <a:spLocks noChangeArrowheads="1"/>
              </p:cNvSpPr>
              <p:nvPr/>
            </p:nvSpPr>
            <p:spPr bwMode="auto">
              <a:xfrm rot="10800000" flipH="1">
                <a:off x="322" y="890"/>
                <a:ext cx="859" cy="110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4501 w 21600"/>
                  <a:gd name="T13" fmla="*/ 4516 h 21600"/>
                  <a:gd name="T14" fmla="*/ 17099 w 21600"/>
                  <a:gd name="T15" fmla="*/ 17084 h 2160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600" h="21600">
                    <a:moveTo>
                      <a:pt x="0" y="0"/>
                    </a:moveTo>
                    <a:lnTo>
                      <a:pt x="5400" y="21600"/>
                    </a:lnTo>
                    <a:lnTo>
                      <a:pt x="16200" y="21600"/>
                    </a:lnTo>
                    <a:lnTo>
                      <a:pt x="2160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151" name="Line 102"/>
            <p:cNvSpPr>
              <a:spLocks noChangeShapeType="1"/>
            </p:cNvSpPr>
            <p:nvPr/>
          </p:nvSpPr>
          <p:spPr bwMode="auto">
            <a:xfrm flipH="1">
              <a:off x="3361" y="2258"/>
              <a:ext cx="963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2" name="Line 104"/>
            <p:cNvSpPr>
              <a:spLocks noChangeShapeType="1"/>
            </p:cNvSpPr>
            <p:nvPr/>
          </p:nvSpPr>
          <p:spPr bwMode="auto">
            <a:xfrm flipH="1">
              <a:off x="2434" y="2261"/>
              <a:ext cx="288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210" name="Line 116"/>
          <p:cNvSpPr>
            <a:spLocks noChangeShapeType="1"/>
          </p:cNvSpPr>
          <p:nvPr/>
        </p:nvSpPr>
        <p:spPr bwMode="auto">
          <a:xfrm flipH="1">
            <a:off x="4306067" y="3845115"/>
            <a:ext cx="822325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11" name="Group 119"/>
          <p:cNvGrpSpPr/>
          <p:nvPr/>
        </p:nvGrpSpPr>
        <p:grpSpPr bwMode="auto">
          <a:xfrm>
            <a:off x="3685355" y="3265678"/>
            <a:ext cx="1068387" cy="820737"/>
            <a:chOff x="2967" y="478"/>
            <a:chExt cx="788" cy="625"/>
          </a:xfrm>
        </p:grpSpPr>
        <p:pic>
          <p:nvPicPr>
            <p:cNvPr id="212" name="Picture 120" descr="access_point_stylized_small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13" name="Picture 121" descr="antenna_radiation_stylized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14" name="Line 122"/>
          <p:cNvSpPr>
            <a:spLocks noChangeShapeType="1"/>
          </p:cNvSpPr>
          <p:nvPr/>
        </p:nvSpPr>
        <p:spPr bwMode="auto">
          <a:xfrm flipH="1" flipV="1">
            <a:off x="5632155" y="3109101"/>
            <a:ext cx="0" cy="468312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15" name="Group 138"/>
          <p:cNvGrpSpPr/>
          <p:nvPr/>
        </p:nvGrpSpPr>
        <p:grpSpPr bwMode="auto">
          <a:xfrm>
            <a:off x="7196905" y="4084827"/>
            <a:ext cx="2527300" cy="1298574"/>
            <a:chOff x="3355" y="2333"/>
            <a:chExt cx="1592" cy="818"/>
          </a:xfrm>
        </p:grpSpPr>
        <p:sp>
          <p:nvSpPr>
            <p:cNvPr id="216" name="Text Box 39"/>
            <p:cNvSpPr txBox="1">
              <a:spLocks noChangeArrowheads="1"/>
            </p:cNvSpPr>
            <p:nvPr/>
          </p:nvSpPr>
          <p:spPr bwMode="auto">
            <a:xfrm>
              <a:off x="3355" y="2934"/>
              <a:ext cx="1592" cy="21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电缆或 DSL 调制解调器</a:t>
              </a: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17" name="Line 129"/>
            <p:cNvSpPr>
              <a:spLocks noChangeShapeType="1"/>
            </p:cNvSpPr>
            <p:nvPr/>
          </p:nvSpPr>
          <p:spPr bwMode="auto">
            <a:xfrm>
              <a:off x="3449" y="2333"/>
              <a:ext cx="0" cy="590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18" name="Group 139"/>
          <p:cNvGrpSpPr/>
          <p:nvPr/>
        </p:nvGrpSpPr>
        <p:grpSpPr bwMode="auto">
          <a:xfrm>
            <a:off x="5931667" y="4076891"/>
            <a:ext cx="2593975" cy="1811338"/>
            <a:chOff x="2558" y="2328"/>
            <a:chExt cx="1634" cy="1141"/>
          </a:xfrm>
        </p:grpSpPr>
        <p:sp>
          <p:nvSpPr>
            <p:cNvPr id="219" name="Text Box 39"/>
            <p:cNvSpPr txBox="1">
              <a:spLocks noChangeArrowheads="1"/>
            </p:cNvSpPr>
            <p:nvPr/>
          </p:nvSpPr>
          <p:spPr bwMode="auto">
            <a:xfrm>
              <a:off x="2558" y="3252"/>
              <a:ext cx="1634" cy="21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路由器、防火墙、NAT</a:t>
              </a: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20" name="Line 133"/>
            <p:cNvSpPr>
              <a:spLocks noChangeShapeType="1"/>
            </p:cNvSpPr>
            <p:nvPr/>
          </p:nvSpPr>
          <p:spPr bwMode="auto">
            <a:xfrm>
              <a:off x="2645" y="2328"/>
              <a:ext cx="0" cy="938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21" name="Group 141"/>
          <p:cNvGrpSpPr/>
          <p:nvPr/>
        </p:nvGrpSpPr>
        <p:grpSpPr bwMode="auto">
          <a:xfrm>
            <a:off x="5476055" y="4957952"/>
            <a:ext cx="2927350" cy="1425205"/>
            <a:chOff x="2062" y="2532"/>
            <a:chExt cx="1844" cy="1239"/>
          </a:xfrm>
        </p:grpSpPr>
        <p:sp>
          <p:nvSpPr>
            <p:cNvPr id="222" name="Line 134"/>
            <p:cNvSpPr>
              <a:spLocks noChangeShapeType="1"/>
            </p:cNvSpPr>
            <p:nvPr/>
          </p:nvSpPr>
          <p:spPr bwMode="auto">
            <a:xfrm>
              <a:off x="2064" y="2532"/>
              <a:ext cx="0" cy="938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3" name="Text Box 39"/>
            <p:cNvSpPr txBox="1">
              <a:spLocks noChangeArrowheads="1"/>
            </p:cNvSpPr>
            <p:nvPr/>
          </p:nvSpPr>
          <p:spPr bwMode="auto">
            <a:xfrm>
              <a:off x="2062" y="3471"/>
              <a:ext cx="1844" cy="3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有线 Ethernet（1 Gbps）</a:t>
              </a: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224" name="Group 140"/>
          <p:cNvGrpSpPr/>
          <p:nvPr/>
        </p:nvGrpSpPr>
        <p:grpSpPr bwMode="auto">
          <a:xfrm>
            <a:off x="1907355" y="4107051"/>
            <a:ext cx="2354262" cy="2103436"/>
            <a:chOff x="23" y="2347"/>
            <a:chExt cx="1483" cy="1325"/>
          </a:xfrm>
        </p:grpSpPr>
        <p:sp>
          <p:nvSpPr>
            <p:cNvPr id="225" name="Line 136"/>
            <p:cNvSpPr>
              <a:spLocks noChangeShapeType="1"/>
            </p:cNvSpPr>
            <p:nvPr/>
          </p:nvSpPr>
          <p:spPr bwMode="auto">
            <a:xfrm>
              <a:off x="1360" y="2347"/>
              <a:ext cx="0" cy="938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6" name="Text Box 39"/>
            <p:cNvSpPr txBox="1">
              <a:spLocks noChangeArrowheads="1"/>
            </p:cNvSpPr>
            <p:nvPr/>
          </p:nvSpPr>
          <p:spPr bwMode="auto">
            <a:xfrm>
              <a:off x="23" y="3300"/>
              <a:ext cx="1483" cy="3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WiFi 无线接入 </a:t>
              </a: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  <a:p>
              <a:pPr marL="0" marR="0" lvl="0" indent="0" algn="r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点（54、450 Mbps）</a:t>
              </a: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227" name="Text Box 142"/>
          <p:cNvSpPr txBox="1">
            <a:spLocks noChangeArrowheads="1"/>
          </p:cNvSpPr>
          <p:nvPr/>
        </p:nvSpPr>
        <p:spPr bwMode="auto">
          <a:xfrm>
            <a:off x="2285961" y="1599824"/>
            <a:ext cx="2569871" cy="7571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无线和有线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设备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grpSp>
        <p:nvGrpSpPr>
          <p:cNvPr id="228" name="Group 143"/>
          <p:cNvGrpSpPr/>
          <p:nvPr/>
        </p:nvGrpSpPr>
        <p:grpSpPr bwMode="auto">
          <a:xfrm>
            <a:off x="3255142" y="2335403"/>
            <a:ext cx="733425" cy="758825"/>
            <a:chOff x="2751" y="1851"/>
            <a:chExt cx="462" cy="478"/>
          </a:xfrm>
        </p:grpSpPr>
        <p:pic>
          <p:nvPicPr>
            <p:cNvPr id="229" name="Picture 144" descr="iphone_stylized_small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0" name="Picture 145" descr="antenna_radiation_stylized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31" name="Line 146"/>
          <p:cNvSpPr>
            <a:spLocks noChangeShapeType="1"/>
          </p:cNvSpPr>
          <p:nvPr/>
        </p:nvSpPr>
        <p:spPr bwMode="auto">
          <a:xfrm>
            <a:off x="5632155" y="4054099"/>
            <a:ext cx="2" cy="225129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32" name="Oval 147"/>
          <p:cNvSpPr>
            <a:spLocks noChangeArrowheads="1"/>
          </p:cNvSpPr>
          <p:nvPr/>
        </p:nvSpPr>
        <p:spPr bwMode="auto">
          <a:xfrm>
            <a:off x="3151955" y="3382613"/>
            <a:ext cx="4895850" cy="810170"/>
          </a:xfrm>
          <a:prstGeom prst="ellipse">
            <a:avLst/>
          </a:prstGeom>
          <a:noFill/>
          <a:ln w="19050">
            <a:solidFill>
              <a:srgbClr val="CC0000"/>
            </a:solidFill>
            <a:prstDash val="dash"/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grpSp>
        <p:nvGrpSpPr>
          <p:cNvPr id="233" name="Group 150"/>
          <p:cNvGrpSpPr/>
          <p:nvPr/>
        </p:nvGrpSpPr>
        <p:grpSpPr bwMode="auto">
          <a:xfrm>
            <a:off x="1907354" y="3913382"/>
            <a:ext cx="1730376" cy="774701"/>
            <a:chOff x="23" y="2225"/>
            <a:chExt cx="1090" cy="488"/>
          </a:xfrm>
        </p:grpSpPr>
        <p:sp>
          <p:nvSpPr>
            <p:cNvPr id="234" name="Text Box 148"/>
            <p:cNvSpPr txBox="1">
              <a:spLocks noChangeArrowheads="1"/>
            </p:cNvSpPr>
            <p:nvPr/>
          </p:nvSpPr>
          <p:spPr bwMode="auto">
            <a:xfrm>
              <a:off x="23" y="2357"/>
              <a:ext cx="1090" cy="3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通常集成 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在同一个盒子中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35" name="Line 149"/>
            <p:cNvSpPr>
              <a:spLocks noChangeShapeType="1"/>
            </p:cNvSpPr>
            <p:nvPr/>
          </p:nvSpPr>
          <p:spPr bwMode="auto">
            <a:xfrm flipV="1">
              <a:off x="590" y="2225"/>
              <a:ext cx="238" cy="17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36" name="Group 151"/>
          <p:cNvGrpSpPr/>
          <p:nvPr/>
        </p:nvGrpSpPr>
        <p:grpSpPr bwMode="auto">
          <a:xfrm>
            <a:off x="4250505" y="1948053"/>
            <a:ext cx="954087" cy="1027112"/>
            <a:chOff x="877" y="1008"/>
            <a:chExt cx="2747" cy="2591"/>
          </a:xfrm>
        </p:grpSpPr>
        <p:pic>
          <p:nvPicPr>
            <p:cNvPr id="237" name="Picture 152" descr="antenna_stylized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8" name="Picture 153" descr="laptop_keyboard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39" name="Freeform 154"/>
            <p:cNvSpPr/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240" name="Picture 155" descr="screen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41" name="Freeform 156"/>
            <p:cNvSpPr/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2" name="Freeform 157"/>
            <p:cNvSpPr/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3" name="Freeform 158"/>
            <p:cNvSpPr/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4" name="Freeform 159"/>
            <p:cNvSpPr/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5" name="Freeform 160"/>
            <p:cNvSpPr/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6" name="Freeform 161"/>
            <p:cNvSpPr/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47" name="Group 162"/>
            <p:cNvGrpSpPr/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254" name="Freeform 163"/>
              <p:cNvSpPr/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5" name="Freeform 164"/>
              <p:cNvSpPr/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6" name="Freeform 165"/>
              <p:cNvSpPr/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7" name="Freeform 166"/>
              <p:cNvSpPr/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8" name="Freeform 167"/>
              <p:cNvSpPr/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9" name="Freeform 168"/>
              <p:cNvSpPr/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248" name="Freeform 169"/>
            <p:cNvSpPr/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9" name="Freeform 170"/>
            <p:cNvSpPr/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0" name="Freeform 171"/>
            <p:cNvSpPr/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1" name="Freeform 172"/>
            <p:cNvSpPr/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2" name="Freeform 173"/>
            <p:cNvSpPr/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3" name="Freeform 174"/>
            <p:cNvSpPr/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60" name="Group 175"/>
          <p:cNvGrpSpPr/>
          <p:nvPr/>
        </p:nvGrpSpPr>
        <p:grpSpPr bwMode="auto">
          <a:xfrm>
            <a:off x="5020442" y="2413190"/>
            <a:ext cx="1123950" cy="862013"/>
            <a:chOff x="-44" y="1473"/>
            <a:chExt cx="981" cy="1105"/>
          </a:xfrm>
        </p:grpSpPr>
        <p:pic>
          <p:nvPicPr>
            <p:cNvPr id="261" name="Picture 176" descr="desktop_computer_stylized_medium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62" name="Freeform 177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63" name="Group 178"/>
          <p:cNvGrpSpPr/>
          <p:nvPr/>
        </p:nvGrpSpPr>
        <p:grpSpPr bwMode="auto">
          <a:xfrm>
            <a:off x="4961705" y="4219765"/>
            <a:ext cx="849312" cy="712788"/>
            <a:chOff x="-44" y="1473"/>
            <a:chExt cx="981" cy="1105"/>
          </a:xfrm>
        </p:grpSpPr>
        <p:pic>
          <p:nvPicPr>
            <p:cNvPr id="264" name="Picture 179" descr="desktop_computer_stylized_medium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65" name="Freeform 180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66" name="Group 98"/>
          <p:cNvGrpSpPr/>
          <p:nvPr/>
        </p:nvGrpSpPr>
        <p:grpSpPr bwMode="auto">
          <a:xfrm>
            <a:off x="6357117" y="2089340"/>
            <a:ext cx="958850" cy="1276350"/>
            <a:chOff x="5806938" y="3011924"/>
            <a:chExt cx="347997" cy="396620"/>
          </a:xfrm>
        </p:grpSpPr>
        <p:pic>
          <p:nvPicPr>
            <p:cNvPr id="267" name="Picture 101" descr="fridge2.png"/>
            <p:cNvPicPr>
              <a:picLocks noChangeAspect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06702" y="3071517"/>
              <a:ext cx="189578" cy="3370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68" name="Picture 1115" descr="antenna_stylized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806938" y="3011924"/>
              <a:ext cx="347997" cy="16755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81" name="Group 280"/>
          <p:cNvGrpSpPr/>
          <p:nvPr/>
        </p:nvGrpSpPr>
        <p:grpSpPr>
          <a:xfrm>
            <a:off x="5059243" y="3529374"/>
            <a:ext cx="1192203" cy="583857"/>
            <a:chOff x="7493876" y="2774731"/>
            <a:chExt cx="1481958" cy="894622"/>
          </a:xfrm>
        </p:grpSpPr>
        <p:sp>
          <p:nvSpPr>
            <p:cNvPr id="282" name="Freeform 281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3" name="Oval 282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84" name="Group 283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85" name="Freeform 284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6" name="Freeform 285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7" name="Freeform 286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8" name="Freeform 287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83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引言：1-</a:t>
            </a:r>
            <a:fld id="{C4204591-24BD-A542-B9D5-F8D8A88D2FEE}" type="slidenum">
              <a:rPr lang="en-US" smtClean="0"/>
            </a:fld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2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2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2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7" grpId="0"/>
      <p:bldP spid="227" grpId="0"/>
      <p:bldP spid="232" grpId="0" animBg="1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1" name="Title 1"/>
          <p:cNvSpPr>
            <a:spLocks noGrp="1"/>
          </p:cNvSpPr>
          <p:nvPr>
            <p:ph type="title"/>
          </p:nvPr>
        </p:nvSpPr>
        <p:spPr>
          <a:xfrm>
            <a:off x="848710" y="27314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5400" b="0" dirty="0">
                <a:ea typeface="MS PGothic" panose="020B0600070205080204" pitchFamily="34" charset="-128"/>
              </a:rPr>
              <a:t>无线接入网</a:t>
            </a:r>
            <a:endParaRPr lang="en-US" sz="5400" b="0" dirty="0"/>
          </a:p>
        </p:txBody>
      </p:sp>
      <p:sp>
        <p:nvSpPr>
          <p:cNvPr id="274" name="Rectangle 3"/>
          <p:cNvSpPr txBox="1">
            <a:spLocks noChangeArrowheads="1"/>
          </p:cNvSpPr>
          <p:nvPr/>
        </p:nvSpPr>
        <p:spPr>
          <a:xfrm>
            <a:off x="889001" y="1174398"/>
            <a:ext cx="9379606" cy="111866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共享无线接入网将端系统连接到路由器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  <a:p>
            <a:pPr marL="339725" marR="0" lvl="0" indent="-22542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通过基站，也称“接入点”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Arial" panose="020B0604020202020204" pitchFamily="34" charset="0"/>
              <a:cs typeface="+mn-cs"/>
            </a:endParaRPr>
          </a:p>
        </p:txBody>
      </p:sp>
      <p:grpSp>
        <p:nvGrpSpPr>
          <p:cNvPr id="3" name="Group 2"/>
          <p:cNvGrpSpPr/>
          <p:nvPr/>
        </p:nvGrpSpPr>
        <p:grpSpPr>
          <a:xfrm>
            <a:off x="848711" y="2383154"/>
            <a:ext cx="4720964" cy="4020776"/>
            <a:chOff x="848711" y="2383154"/>
            <a:chExt cx="4720964" cy="4020776"/>
          </a:xfrm>
        </p:grpSpPr>
        <p:sp>
          <p:nvSpPr>
            <p:cNvPr id="275" name="Rectangle 3"/>
            <p:cNvSpPr>
              <a:spLocks noChangeArrowheads="1"/>
            </p:cNvSpPr>
            <p:nvPr/>
          </p:nvSpPr>
          <p:spPr bwMode="auto">
            <a:xfrm>
              <a:off x="848711" y="2383154"/>
              <a:ext cx="4720964" cy="311860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marL="342900" indent="-3429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682625" indent="-225425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342900" marR="0" lvl="0" indent="-342900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Pct val="65000"/>
                <a:buFont typeface="Wingdings" panose="05000000000000000000" pitchFamily="2" charset="2"/>
                <a:buNone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无线局域网（WLAN）</a:t>
              </a: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/>
              </a: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  <a:p>
              <a:pPr marL="342900" marR="0" lvl="1" indent="-260350" algn="l" defTabSz="914400" rtl="0" eaLnBrk="1" fontAlgn="auto" latinLnBrk="0" hangingPunct="1">
                <a:lnSpc>
                  <a:spcPct val="9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Tx/>
                <a:buFont typeface="Wingdings" panose="05000000000000000000" pitchFamily="2" charset="2"/>
                <a:buChar char="§"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通常覆盖建筑物内或周边（约 100 英尺）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  <a:p>
              <a:pPr marL="342900" marR="0" lvl="1" indent="-260350" algn="l" defTabSz="914400" rtl="0" eaLnBrk="1" fontAlgn="auto" latinLnBrk="0" hangingPunct="1">
                <a:lnSpc>
                  <a:spcPct val="9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Tx/>
                <a:buFont typeface="Wingdings" panose="05000000000000000000" pitchFamily="2" charset="2"/>
                <a:buChar char="§"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802.11b/g/n（WiFi）：传输速率 11、54、450 Mbps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  <p:grpSp>
          <p:nvGrpSpPr>
            <p:cNvPr id="276" name="Group 85"/>
            <p:cNvGrpSpPr/>
            <p:nvPr/>
          </p:nvGrpSpPr>
          <p:grpSpPr bwMode="auto">
            <a:xfrm>
              <a:off x="1457197" y="4740844"/>
              <a:ext cx="2487613" cy="1562100"/>
              <a:chOff x="2889" y="1631"/>
              <a:chExt cx="980" cy="743"/>
            </a:xfrm>
          </p:grpSpPr>
          <p:sp>
            <p:nvSpPr>
              <p:cNvPr id="277" name="Rectangle 86"/>
              <p:cNvSpPr>
                <a:spLocks noChangeArrowheads="1"/>
              </p:cNvSpPr>
              <p:nvPr/>
            </p:nvSpPr>
            <p:spPr bwMode="auto">
              <a:xfrm>
                <a:off x="3046" y="1841"/>
                <a:ext cx="663" cy="533"/>
              </a:xfrm>
              <a:prstGeom prst="rect">
                <a:avLst/>
              </a:prstGeom>
              <a:solidFill>
                <a:srgbClr val="9CDF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278" name="AutoShape 87"/>
              <p:cNvSpPr>
                <a:spLocks noChangeArrowheads="1"/>
              </p:cNvSpPr>
              <p:nvPr/>
            </p:nvSpPr>
            <p:spPr bwMode="auto">
              <a:xfrm>
                <a:off x="2889" y="1631"/>
                <a:ext cx="980" cy="253"/>
              </a:xfrm>
              <a:prstGeom prst="triangle">
                <a:avLst>
                  <a:gd name="adj" fmla="val 50000"/>
                </a:avLst>
              </a:prstGeom>
              <a:solidFill>
                <a:srgbClr val="9CDF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CCFF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79" name="Line 110"/>
            <p:cNvSpPr>
              <a:spLocks noChangeShapeType="1"/>
            </p:cNvSpPr>
            <p:nvPr/>
          </p:nvSpPr>
          <p:spPr bwMode="auto">
            <a:xfrm>
              <a:off x="3123661" y="6082085"/>
              <a:ext cx="934073" cy="396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0" name="Line 116"/>
            <p:cNvSpPr>
              <a:spLocks noChangeShapeType="1"/>
            </p:cNvSpPr>
            <p:nvPr/>
          </p:nvSpPr>
          <p:spPr bwMode="auto">
            <a:xfrm flipV="1">
              <a:off x="2501772" y="6010844"/>
              <a:ext cx="287338" cy="47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383" name="Group 246"/>
            <p:cNvGrpSpPr/>
            <p:nvPr/>
          </p:nvGrpSpPr>
          <p:grpSpPr bwMode="auto">
            <a:xfrm>
              <a:off x="2025522" y="5620319"/>
              <a:ext cx="863600" cy="588962"/>
              <a:chOff x="2967" y="478"/>
              <a:chExt cx="788" cy="625"/>
            </a:xfrm>
          </p:grpSpPr>
          <p:pic>
            <p:nvPicPr>
              <p:cNvPr id="384" name="Picture 247" descr="access_point_stylized_small"/>
              <p:cNvPicPr>
                <a:picLocks noChangeAspect="1" noChangeArrowheads="1"/>
              </p:cNvPicPr>
              <p:nvPr/>
            </p:nvPicPr>
            <p:blipFill>
              <a:blip r:embed="rId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12" y="559"/>
                <a:ext cx="576" cy="5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85" name="Picture 248" descr="antenna_radiation_stylized"/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67" y="478"/>
                <a:ext cx="788" cy="1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386" name="Group 390"/>
            <p:cNvGrpSpPr/>
            <p:nvPr/>
          </p:nvGrpSpPr>
          <p:grpSpPr bwMode="auto">
            <a:xfrm>
              <a:off x="1939797" y="4851969"/>
              <a:ext cx="757238" cy="682625"/>
              <a:chOff x="877" y="1008"/>
              <a:chExt cx="2747" cy="2591"/>
            </a:xfrm>
          </p:grpSpPr>
          <p:pic>
            <p:nvPicPr>
              <p:cNvPr id="387" name="Picture 391" descr="antenna_stylized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88" name="Picture 392" descr="laptop_keyboard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89" name="Freeform 393"/>
              <p:cNvSpPr/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2 w 2982"/>
                  <a:gd name="T5" fmla="*/ 1 h 2442"/>
                  <a:gd name="T6" fmla="*/ 2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390" name="Picture 394" descr="screen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91" name="Freeform 395"/>
              <p:cNvSpPr/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2 w 2528"/>
                  <a:gd name="T3" fmla="*/ 1 h 455"/>
                  <a:gd name="T4" fmla="*/ 2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92" name="Freeform 396"/>
              <p:cNvSpPr/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93" name="Freeform 397"/>
              <p:cNvSpPr/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94" name="Freeform 398"/>
              <p:cNvSpPr/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2 w 2773"/>
                  <a:gd name="T5" fmla="*/ 1 h 738"/>
                  <a:gd name="T6" fmla="*/ 2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1" name="Freeform 399"/>
              <p:cNvSpPr/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2 w 637"/>
                  <a:gd name="T1" fmla="*/ 0 h 1659"/>
                  <a:gd name="T2" fmla="*/ 2 w 637"/>
                  <a:gd name="T3" fmla="*/ 0 h 1659"/>
                  <a:gd name="T4" fmla="*/ 1 w 637"/>
                  <a:gd name="T5" fmla="*/ 15 h 1659"/>
                  <a:gd name="T6" fmla="*/ 0 w 637"/>
                  <a:gd name="T7" fmla="*/ 15 h 1659"/>
                  <a:gd name="T8" fmla="*/ 2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2" name="Freeform 400"/>
              <p:cNvSpPr/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9 w 2216"/>
                  <a:gd name="T5" fmla="*/ 5 h 550"/>
                  <a:gd name="T6" fmla="*/ 9 w 2216"/>
                  <a:gd name="T7" fmla="*/ 4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413" name="Group 401"/>
              <p:cNvGrpSpPr/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428" name="Freeform 402"/>
                <p:cNvSpPr/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29" name="Freeform 403"/>
                <p:cNvSpPr/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30" name="Freeform 404"/>
                <p:cNvSpPr/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31" name="Freeform 405"/>
                <p:cNvSpPr/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32" name="Freeform 406"/>
                <p:cNvSpPr/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33" name="Freeform 407"/>
                <p:cNvSpPr/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414" name="Freeform 408"/>
              <p:cNvSpPr/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2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2 h 792"/>
                  <a:gd name="T8" fmla="*/ 1 w 990"/>
                  <a:gd name="T9" fmla="*/ 2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5" name="Freeform 409"/>
              <p:cNvSpPr/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4 w 2532"/>
                  <a:gd name="T5" fmla="*/ 2 h 723"/>
                  <a:gd name="T6" fmla="*/ 4 w 2532"/>
                  <a:gd name="T7" fmla="*/ 2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6" name="Freeform 410"/>
              <p:cNvSpPr/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7" name="Freeform 411"/>
              <p:cNvSpPr/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8" name="Freeform 412"/>
              <p:cNvSpPr/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7" name="Freeform 413"/>
              <p:cNvSpPr/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2 h 723"/>
                  <a:gd name="T6" fmla="*/ 0 w 2532"/>
                  <a:gd name="T7" fmla="*/ 2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494" name="Text Box 446"/>
            <p:cNvSpPr txBox="1">
              <a:spLocks noChangeArrowheads="1"/>
            </p:cNvSpPr>
            <p:nvPr/>
          </p:nvSpPr>
          <p:spPr bwMode="auto">
            <a:xfrm>
              <a:off x="3690431" y="6037217"/>
              <a:ext cx="12128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8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到互联网</a:t>
              </a:r>
              <a:endParaRPr kumimoji="0" lang="en-US" altLang="en-US" sz="1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  <p:grpSp>
          <p:nvGrpSpPr>
            <p:cNvPr id="496" name="Group 114"/>
            <p:cNvGrpSpPr/>
            <p:nvPr/>
          </p:nvGrpSpPr>
          <p:grpSpPr bwMode="auto">
            <a:xfrm>
              <a:off x="2828797" y="4912294"/>
              <a:ext cx="636588" cy="879475"/>
              <a:chOff x="5806938" y="3011924"/>
              <a:chExt cx="347997" cy="396620"/>
            </a:xfrm>
          </p:grpSpPr>
          <p:pic>
            <p:nvPicPr>
              <p:cNvPr id="497" name="Picture 117" descr="fridge2.png"/>
              <p:cNvPicPr>
                <a:picLocks noChangeAspect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906702" y="3071517"/>
                <a:ext cx="189578" cy="3370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98" name="Picture 1115" descr="antenna_stylized"/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06938" y="3011924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520" name="Group 519"/>
            <p:cNvGrpSpPr/>
            <p:nvPr/>
          </p:nvGrpSpPr>
          <p:grpSpPr>
            <a:xfrm>
              <a:off x="2789999" y="5883655"/>
              <a:ext cx="686068" cy="362749"/>
              <a:chOff x="7493876" y="2774731"/>
              <a:chExt cx="1481958" cy="894622"/>
            </a:xfrm>
          </p:grpSpPr>
          <p:sp>
            <p:nvSpPr>
              <p:cNvPr id="521" name="Freeform 520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22" name="Oval 521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523" name="Group 522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24" name="Freeform 523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5" name="Freeform 524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6" name="Freeform 525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7" name="Freeform 526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grpSp>
        <p:nvGrpSpPr>
          <p:cNvPr id="2" name="Group 1"/>
          <p:cNvGrpSpPr/>
          <p:nvPr/>
        </p:nvGrpSpPr>
        <p:grpSpPr>
          <a:xfrm>
            <a:off x="6622327" y="1977830"/>
            <a:ext cx="5443549" cy="4198133"/>
            <a:chOff x="6622327" y="1977830"/>
            <a:chExt cx="5443549" cy="4198133"/>
          </a:xfrm>
        </p:grpSpPr>
        <p:sp>
          <p:nvSpPr>
            <p:cNvPr id="435" name="Freeform 84"/>
            <p:cNvSpPr/>
            <p:nvPr/>
          </p:nvSpPr>
          <p:spPr bwMode="auto">
            <a:xfrm>
              <a:off x="6874928" y="4765952"/>
              <a:ext cx="2365994" cy="1410011"/>
            </a:xfrm>
            <a:custGeom>
              <a:avLst/>
              <a:gdLst>
                <a:gd name="T0" fmla="*/ 1388 w 1036"/>
                <a:gd name="T1" fmla="*/ 11 h 675"/>
                <a:gd name="T2" fmla="*/ 837 w 1036"/>
                <a:gd name="T3" fmla="*/ 53 h 675"/>
                <a:gd name="T4" fmla="*/ 442 w 1036"/>
                <a:gd name="T5" fmla="*/ 129 h 675"/>
                <a:gd name="T6" fmla="*/ 329 w 1036"/>
                <a:gd name="T7" fmla="*/ 229 h 675"/>
                <a:gd name="T8" fmla="*/ 45 w 1036"/>
                <a:gd name="T9" fmla="*/ 297 h 675"/>
                <a:gd name="T10" fmla="*/ 37 w 1036"/>
                <a:gd name="T11" fmla="*/ 459 h 675"/>
                <a:gd name="T12" fmla="*/ 282 w 1036"/>
                <a:gd name="T13" fmla="*/ 489 h 675"/>
                <a:gd name="T14" fmla="*/ 984 w 1036"/>
                <a:gd name="T15" fmla="*/ 489 h 675"/>
                <a:gd name="T16" fmla="*/ 1281 w 1036"/>
                <a:gd name="T17" fmla="*/ 555 h 675"/>
                <a:gd name="T18" fmla="*/ 1612 w 1036"/>
                <a:gd name="T19" fmla="*/ 657 h 675"/>
                <a:gd name="T20" fmla="*/ 1865 w 1036"/>
                <a:gd name="T21" fmla="*/ 661 h 675"/>
                <a:gd name="T22" fmla="*/ 2039 w 1036"/>
                <a:gd name="T23" fmla="*/ 603 h 675"/>
                <a:gd name="T24" fmla="*/ 2128 w 1036"/>
                <a:gd name="T25" fmla="*/ 445 h 675"/>
                <a:gd name="T26" fmla="*/ 2183 w 1036"/>
                <a:gd name="T27" fmla="*/ 291 h 675"/>
                <a:gd name="T28" fmla="*/ 2189 w 1036"/>
                <a:gd name="T29" fmla="*/ 107 h 675"/>
                <a:gd name="T30" fmla="*/ 2001 w 1036"/>
                <a:gd name="T31" fmla="*/ 17 h 675"/>
                <a:gd name="T32" fmla="*/ 1662 w 1036"/>
                <a:gd name="T33" fmla="*/ 3 h 675"/>
                <a:gd name="T34" fmla="*/ 1388 w 1036"/>
                <a:gd name="T35" fmla="*/ 11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36" name="Line 93"/>
            <p:cNvSpPr>
              <a:spLocks noChangeShapeType="1"/>
            </p:cNvSpPr>
            <p:nvPr/>
          </p:nvSpPr>
          <p:spPr bwMode="auto">
            <a:xfrm>
              <a:off x="8360702" y="5771600"/>
              <a:ext cx="203294" cy="3253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437" name="Picture 133" descr="car_icon_small"/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427747" y="4780575"/>
              <a:ext cx="1157044" cy="2214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438" name="Group 134"/>
            <p:cNvGrpSpPr/>
            <p:nvPr/>
          </p:nvGrpSpPr>
          <p:grpSpPr bwMode="auto">
            <a:xfrm>
              <a:off x="7435067" y="4550795"/>
              <a:ext cx="566627" cy="507604"/>
              <a:chOff x="2751" y="1851"/>
              <a:chExt cx="462" cy="478"/>
            </a:xfrm>
          </p:grpSpPr>
          <p:pic>
            <p:nvPicPr>
              <p:cNvPr id="492" name="Picture 135" descr="iphone_stylized_small"/>
              <p:cNvPicPr>
                <a:picLocks noChangeAspect="1" noChangeArrowheads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93" name="Picture 136" descr="antenna_radiation_stylized"/>
              <p:cNvPicPr>
                <a:picLocks noChangeAspect="1" noChangeArrowheads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439" name="Group 252"/>
            <p:cNvGrpSpPr/>
            <p:nvPr/>
          </p:nvGrpSpPr>
          <p:grpSpPr bwMode="auto">
            <a:xfrm>
              <a:off x="8044949" y="4943509"/>
              <a:ext cx="622858" cy="831384"/>
              <a:chOff x="742" y="2409"/>
              <a:chExt cx="576" cy="881"/>
            </a:xfrm>
          </p:grpSpPr>
          <p:grpSp>
            <p:nvGrpSpPr>
              <p:cNvPr id="474" name="Group 253"/>
              <p:cNvGrpSpPr/>
              <p:nvPr/>
            </p:nvGrpSpPr>
            <p:grpSpPr bwMode="auto">
              <a:xfrm>
                <a:off x="832" y="2643"/>
                <a:ext cx="376" cy="647"/>
                <a:chOff x="3130" y="3288"/>
                <a:chExt cx="410" cy="742"/>
              </a:xfrm>
            </p:grpSpPr>
            <p:sp>
              <p:nvSpPr>
                <p:cNvPr id="477" name="Line 270"/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8" name="Line 271"/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9" name="Line 272"/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0" name="Line 273"/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1" name="Line 274"/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2" name="Line 275"/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3" name="Line 276"/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4" name="Line 277"/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5" name="Line 278"/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6" name="Line 279"/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7" name="Line 280"/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8" name="Line 281"/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9" name="Line 282"/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90" name="Line 283"/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91" name="Line 284"/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475" name="Picture 269" descr="cell_tower_radiation copy"/>
              <p:cNvPicPr>
                <a:picLocks noChangeAspect="1" noChangeArrowheads="1"/>
              </p:cNvPicPr>
              <p:nvPr/>
            </p:nvPicPr>
            <p:blipFill>
              <a:blip r:embed="rId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2" y="2409"/>
                <a:ext cx="576" cy="4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76" name="Oval 270"/>
              <p:cNvSpPr>
                <a:spLocks noChangeArrowheads="1"/>
              </p:cNvSpPr>
              <p:nvPr/>
            </p:nvSpPr>
            <p:spPr bwMode="auto">
              <a:xfrm>
                <a:off x="986" y="2597"/>
                <a:ext cx="65" cy="67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440" name="Group 342"/>
            <p:cNvGrpSpPr/>
            <p:nvPr/>
          </p:nvGrpSpPr>
          <p:grpSpPr bwMode="auto">
            <a:xfrm>
              <a:off x="7011178" y="5204622"/>
              <a:ext cx="728830" cy="536849"/>
              <a:chOff x="877" y="1008"/>
              <a:chExt cx="2747" cy="2591"/>
            </a:xfrm>
          </p:grpSpPr>
          <p:pic>
            <p:nvPicPr>
              <p:cNvPr id="451" name="Picture 343" descr="antenna_stylized"/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52" name="Picture 344" descr="laptop_keyboard"/>
              <p:cNvPicPr>
                <a:picLocks noChangeAspect="1" noChangeArrowheads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53" name="Freeform 345"/>
              <p:cNvSpPr/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2 w 2982"/>
                  <a:gd name="T5" fmla="*/ 1 h 2442"/>
                  <a:gd name="T6" fmla="*/ 2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454" name="Picture 346" descr="screen"/>
              <p:cNvPicPr>
                <a:picLocks noChangeAspect="1" noChangeArrowheads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55" name="Freeform 347"/>
              <p:cNvSpPr/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2 w 2528"/>
                  <a:gd name="T3" fmla="*/ 1 h 455"/>
                  <a:gd name="T4" fmla="*/ 2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6" name="Freeform 348"/>
              <p:cNvSpPr/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7" name="Freeform 349"/>
              <p:cNvSpPr/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8" name="Freeform 350"/>
              <p:cNvSpPr/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2 w 2773"/>
                  <a:gd name="T5" fmla="*/ 1 h 738"/>
                  <a:gd name="T6" fmla="*/ 2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9" name="Freeform 351"/>
              <p:cNvSpPr/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2 w 637"/>
                  <a:gd name="T1" fmla="*/ 0 h 1659"/>
                  <a:gd name="T2" fmla="*/ 2 w 637"/>
                  <a:gd name="T3" fmla="*/ 0 h 1659"/>
                  <a:gd name="T4" fmla="*/ 1 w 637"/>
                  <a:gd name="T5" fmla="*/ 15 h 1659"/>
                  <a:gd name="T6" fmla="*/ 0 w 637"/>
                  <a:gd name="T7" fmla="*/ 15 h 1659"/>
                  <a:gd name="T8" fmla="*/ 2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0" name="Freeform 352"/>
              <p:cNvSpPr/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9 w 2216"/>
                  <a:gd name="T5" fmla="*/ 5 h 550"/>
                  <a:gd name="T6" fmla="*/ 9 w 2216"/>
                  <a:gd name="T7" fmla="*/ 4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461" name="Group 353"/>
              <p:cNvGrpSpPr/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468" name="Freeform 354"/>
                <p:cNvSpPr/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69" name="Freeform 355"/>
                <p:cNvSpPr/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0" name="Freeform 356"/>
                <p:cNvSpPr/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1" name="Freeform 357"/>
                <p:cNvSpPr/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2" name="Freeform 358"/>
                <p:cNvSpPr/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3" name="Freeform 359"/>
                <p:cNvSpPr/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462" name="Freeform 360"/>
              <p:cNvSpPr/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2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2 h 792"/>
                  <a:gd name="T8" fmla="*/ 1 w 990"/>
                  <a:gd name="T9" fmla="*/ 2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3" name="Freeform 361"/>
              <p:cNvSpPr/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4 w 2532"/>
                  <a:gd name="T5" fmla="*/ 2 h 723"/>
                  <a:gd name="T6" fmla="*/ 4 w 2532"/>
                  <a:gd name="T7" fmla="*/ 2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4" name="Freeform 362"/>
              <p:cNvSpPr/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5" name="Freeform 363"/>
              <p:cNvSpPr/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6" name="Freeform 364"/>
              <p:cNvSpPr/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7" name="Freeform 365"/>
              <p:cNvSpPr/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2 h 723"/>
                  <a:gd name="T6" fmla="*/ 0 w 2532"/>
                  <a:gd name="T7" fmla="*/ 2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442" name="Line 444"/>
            <p:cNvSpPr>
              <a:spLocks noChangeShapeType="1"/>
            </p:cNvSpPr>
            <p:nvPr/>
          </p:nvSpPr>
          <p:spPr bwMode="auto">
            <a:xfrm>
              <a:off x="8933050" y="5885917"/>
              <a:ext cx="62934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95" name="Text Box 447"/>
            <p:cNvSpPr txBox="1">
              <a:spLocks noChangeArrowheads="1"/>
            </p:cNvSpPr>
            <p:nvPr/>
          </p:nvSpPr>
          <p:spPr bwMode="auto">
            <a:xfrm>
              <a:off x="9277842" y="5809251"/>
              <a:ext cx="12128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8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到互联网</a:t>
              </a:r>
              <a:endParaRPr kumimoji="0" lang="en-US" altLang="en-US" sz="1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19" name="Rectangle 3"/>
            <p:cNvSpPr>
              <a:spLocks noChangeArrowheads="1"/>
            </p:cNvSpPr>
            <p:nvPr/>
          </p:nvSpPr>
          <p:spPr bwMode="auto">
            <a:xfrm>
              <a:off x="6622327" y="1977830"/>
              <a:ext cx="5443549" cy="2625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marL="342900" indent="-3429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682625" indent="-225425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342900" marR="0" lvl="0" indent="-342900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Gill Sans MT" panose="020B0502020104020203" pitchFamily="34" charset="77"/>
                <a:ea typeface="MS PGothic" panose="020B0600070205080204" pitchFamily="34" charset="-128"/>
                <a:cs typeface="+mn-cs"/>
              </a:endParaRPr>
            </a:p>
            <a:p>
              <a:pPr marL="342900" marR="0" lvl="0" indent="-342900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Pct val="65000"/>
                <a:buFont typeface="Wingdings" panose="05000000000000000000" pitchFamily="2" charset="2"/>
                <a:buNone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 pitchFamily="34" charset="0"/>
                  <a:ea typeface="MS PGothic" panose="020B0600070205080204" pitchFamily="34" charset="-128"/>
                  <a:cs typeface="Calibri" panose="020F0502020204030204" pitchFamily="34" charset="0"/>
                </a:rPr>
                <a:t>广域蜂窝接入网</a:t>
              </a: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 pitchFamily="34" charset="0"/>
                <a:ea typeface="MS PGothic" panose="020B0600070205080204" pitchFamily="34" charset="-128"/>
                <a:cs typeface="Calibri" panose="020F0502020204030204" pitchFamily="34" charset="0"/>
              </a:endParaRPr>
            </a:p>
            <a:p>
              <a:pPr marL="457200" marR="0" lvl="1" indent="-249555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Tx/>
                <a:buFont typeface="Wingdings" panose="05000000000000000000" pitchFamily="2" charset="2"/>
                <a:buChar char="§"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MS PGothic" panose="020B0600070205080204" pitchFamily="34" charset="-128"/>
                  <a:cs typeface="Calibri" panose="020F0502020204030204" pitchFamily="34" charset="0"/>
                </a:rPr>
                <a:t>由移动/蜂窝网络运营商提供（数十千米）</a:t>
              </a:r>
              <a:r>
                <a:rPr kumimoji="0" lang="en-US" altLang="ja-JP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MS PGothic" panose="020B0600070205080204" pitchFamily="34" charset="-128"/>
                  <a:cs typeface="Calibri" panose="020F0502020204030204" pitchFamily="34" charset="0"/>
                </a:rPr>
                <a:t/>
              </a:r>
              <a:endPara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MS PGothic" panose="020B0600070205080204" pitchFamily="34" charset="-128"/>
                <a:cs typeface="Calibri" panose="020F0502020204030204" pitchFamily="34" charset="0"/>
              </a:endParaRPr>
            </a:p>
            <a:p>
              <a:pPr marL="457200" marR="0" lvl="1" indent="-249555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Tx/>
                <a:buFont typeface="Wingdings" panose="05000000000000000000" pitchFamily="2" charset="2"/>
                <a:buChar char="§"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MS PGothic" panose="020B0600070205080204" pitchFamily="34" charset="-128"/>
                  <a:cs typeface="Calibri" panose="020F0502020204030204" pitchFamily="34" charset="0"/>
                </a:rPr>
                <a:t>数十 Mbps 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MS PGothic" panose="020B0600070205080204" pitchFamily="34" charset="-128"/>
                <a:cs typeface="Calibri" panose="020F0502020204030204" pitchFamily="34" charset="0"/>
              </a:endParaRPr>
            </a:p>
            <a:p>
              <a:pPr marL="457200" marR="0" lvl="1" indent="-249555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Tx/>
                <a:buFont typeface="Wingdings" panose="05000000000000000000" pitchFamily="2" charset="2"/>
                <a:buChar char="§"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MS PGothic" panose="020B0600070205080204" pitchFamily="34" charset="-128"/>
                  <a:cs typeface="Calibri" panose="020F0502020204030204" pitchFamily="34" charset="0"/>
                </a:rPr>
                <a:t>4G 蜂窝网络（5G 正在到来）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MS PGothic" panose="020B0600070205080204" pitchFamily="34" charset="-128"/>
                <a:cs typeface="Calibri" panose="020F0502020204030204" pitchFamily="34" charset="0"/>
              </a:endParaRPr>
            </a:p>
          </p:txBody>
        </p:sp>
        <p:grpSp>
          <p:nvGrpSpPr>
            <p:cNvPr id="528" name="Group 527"/>
            <p:cNvGrpSpPr/>
            <p:nvPr/>
          </p:nvGrpSpPr>
          <p:grpSpPr>
            <a:xfrm>
              <a:off x="8517156" y="5755545"/>
              <a:ext cx="499292" cy="246225"/>
              <a:chOff x="7493876" y="2774731"/>
              <a:chExt cx="1481958" cy="894622"/>
            </a:xfrm>
          </p:grpSpPr>
          <p:sp>
            <p:nvSpPr>
              <p:cNvPr id="529" name="Freeform 528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0" name="Oval 529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531" name="Group 530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32" name="Freeform 531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33" name="Freeform 532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34" name="Freeform 533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35" name="Freeform 534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sp>
        <p:nvSpPr>
          <p:cNvPr id="111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引言：1-</a:t>
            </a:r>
            <a:fld id="{C4204591-24BD-A542-B9D5-F8D8A88D2FEE}" type="slidenum">
              <a:rPr lang="en-US" smtClean="0"/>
            </a:fld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1" name="Title 1"/>
          <p:cNvSpPr>
            <a:spLocks noGrp="1"/>
          </p:cNvSpPr>
          <p:nvPr>
            <p:ph type="title"/>
          </p:nvPr>
        </p:nvSpPr>
        <p:spPr>
          <a:xfrm>
            <a:off x="848710" y="273146"/>
            <a:ext cx="10867040" cy="894622"/>
          </a:xfrm>
        </p:spPr>
        <p:txBody>
          <a:bodyPr>
            <a:normAutofit/>
          </a:bodyPr>
          <a:lstStyle/>
          <a:p>
            <a:r>
              <a:rPr lang="en-US" altLang="en-US" sz="5400" b="0" dirty="0">
                <a:ea typeface="MS PGothic" panose="020B0600070205080204" pitchFamily="34" charset="-128"/>
              </a:rPr>
              <a:t>接入网：企业网络</a:t>
            </a:r>
            <a:endParaRPr lang="en-US" sz="5400" b="0" dirty="0"/>
          </a:p>
        </p:txBody>
      </p:sp>
      <p:sp>
        <p:nvSpPr>
          <p:cNvPr id="145" name="Content Placeholder 52"/>
          <p:cNvSpPr txBox="1"/>
          <p:nvPr/>
        </p:nvSpPr>
        <p:spPr>
          <a:xfrm>
            <a:off x="1016188" y="3974373"/>
            <a:ext cx="10847590" cy="240107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655" marR="0" lvl="0" indent="-28765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公司、大学等</a:t>
            </a: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287655" marR="0" lvl="1" indent="-28765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Pct val="100000"/>
              <a:buFont typeface="Wingdings" panose="05000000000000000000" pitchFamily="2" charset="2"/>
              <a:buChar char="§"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混合使用有线和无线链路技术，连接多种交换机和路由器（稍后会介绍二者差异）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/>
            </a: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735330" marR="0" lvl="2" indent="-28765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Pct val="100000"/>
              <a:buFont typeface="Wingdings" panose="05000000000000000000" pitchFamily="2" charset="2"/>
              <a:buChar char="§"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Ethernet：100 Mbps、1 Gbps、10 Gbps 有线接入 </a:t>
            </a: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735330" marR="0" lvl="2" indent="-28765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Pct val="100000"/>
              <a:buFont typeface="Wingdings" panose="05000000000000000000" pitchFamily="2" charset="2"/>
              <a:buChar char="§"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WiFi：11、54、450 Mbps 无线接入点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/>
            </a: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6" name="Line 2"/>
          <p:cNvSpPr>
            <a:spLocks noChangeShapeType="1"/>
          </p:cNvSpPr>
          <p:nvPr/>
        </p:nvSpPr>
        <p:spPr bwMode="auto">
          <a:xfrm>
            <a:off x="4170166" y="2675819"/>
            <a:ext cx="0" cy="3065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7" name="Line 3"/>
          <p:cNvSpPr>
            <a:spLocks noChangeShapeType="1"/>
          </p:cNvSpPr>
          <p:nvPr/>
        </p:nvSpPr>
        <p:spPr bwMode="auto">
          <a:xfrm>
            <a:off x="4478096" y="2681014"/>
            <a:ext cx="0" cy="36581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8" name="Line 4"/>
          <p:cNvSpPr>
            <a:spLocks noChangeShapeType="1"/>
          </p:cNvSpPr>
          <p:nvPr/>
        </p:nvSpPr>
        <p:spPr bwMode="auto">
          <a:xfrm flipH="1">
            <a:off x="3726933" y="2663348"/>
            <a:ext cx="51205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5" name="Line 59"/>
          <p:cNvSpPr>
            <a:spLocks noChangeShapeType="1"/>
          </p:cNvSpPr>
          <p:nvPr/>
        </p:nvSpPr>
        <p:spPr bwMode="auto">
          <a:xfrm flipH="1">
            <a:off x="3354851" y="2518893"/>
            <a:ext cx="78032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6" name="Line 61"/>
          <p:cNvSpPr>
            <a:spLocks noChangeShapeType="1"/>
          </p:cNvSpPr>
          <p:nvPr/>
        </p:nvSpPr>
        <p:spPr bwMode="auto">
          <a:xfrm flipV="1">
            <a:off x="4296137" y="2114630"/>
            <a:ext cx="0" cy="3512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99" name="Group 62"/>
          <p:cNvGrpSpPr/>
          <p:nvPr/>
        </p:nvGrpSpPr>
        <p:grpSpPr bwMode="auto">
          <a:xfrm>
            <a:off x="4075687" y="1818447"/>
            <a:ext cx="641521" cy="410499"/>
            <a:chOff x="2967" y="478"/>
            <a:chExt cx="788" cy="625"/>
          </a:xfrm>
        </p:grpSpPr>
        <p:pic>
          <p:nvPicPr>
            <p:cNvPr id="200" name="Picture 63" descr="access_point_stylized_small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1" name="Picture 64" descr="antenna_radiation_stylized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02" name="Group 65"/>
          <p:cNvGrpSpPr/>
          <p:nvPr/>
        </p:nvGrpSpPr>
        <p:grpSpPr bwMode="auto">
          <a:xfrm>
            <a:off x="4558577" y="1396516"/>
            <a:ext cx="457229" cy="462461"/>
            <a:chOff x="877" y="1008"/>
            <a:chExt cx="2747" cy="2591"/>
          </a:xfrm>
        </p:grpSpPr>
        <p:pic>
          <p:nvPicPr>
            <p:cNvPr id="203" name="Picture 66" descr="antenna_stylize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4" name="Picture 67" descr="laptop_keyboard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5" name="Freeform 68"/>
            <p:cNvSpPr/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206" name="Picture 69" descr="screen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7" name="Freeform 70"/>
            <p:cNvSpPr/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8" name="Freeform 71"/>
            <p:cNvSpPr/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9" name="Freeform 72"/>
            <p:cNvSpPr/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0" name="Freeform 73"/>
            <p:cNvSpPr/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1" name="Freeform 74"/>
            <p:cNvSpPr/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2" name="Freeform 75"/>
            <p:cNvSpPr/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13" name="Group 76"/>
            <p:cNvGrpSpPr/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220" name="Freeform 77"/>
              <p:cNvSpPr/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1" name="Freeform 78"/>
              <p:cNvSpPr/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2" name="Freeform 79"/>
              <p:cNvSpPr/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3" name="Freeform 80"/>
              <p:cNvSpPr/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4" name="Freeform 81"/>
              <p:cNvSpPr/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5" name="Freeform 82"/>
              <p:cNvSpPr/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214" name="Freeform 83"/>
            <p:cNvSpPr/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5" name="Freeform 84"/>
            <p:cNvSpPr/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6" name="Freeform 85"/>
            <p:cNvSpPr/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7" name="Freeform 86"/>
            <p:cNvSpPr/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8" name="Freeform 87"/>
            <p:cNvSpPr/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9" name="Freeform 88"/>
            <p:cNvSpPr/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26" name="Group 89"/>
          <p:cNvGrpSpPr/>
          <p:nvPr/>
        </p:nvGrpSpPr>
        <p:grpSpPr bwMode="auto">
          <a:xfrm>
            <a:off x="3434166" y="1579422"/>
            <a:ext cx="416406" cy="409460"/>
            <a:chOff x="877" y="1008"/>
            <a:chExt cx="2747" cy="2591"/>
          </a:xfrm>
        </p:grpSpPr>
        <p:pic>
          <p:nvPicPr>
            <p:cNvPr id="227" name="Picture 90" descr="antenna_stylized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28" name="Picture 91" descr="laptop_keyboard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29" name="Freeform 92"/>
            <p:cNvSpPr/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230" name="Picture 93" descr="screen"/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31" name="Freeform 94"/>
            <p:cNvSpPr/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2" name="Freeform 95"/>
            <p:cNvSpPr/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3" name="Freeform 96"/>
            <p:cNvSpPr/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4" name="Freeform 97"/>
            <p:cNvSpPr/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5" name="Freeform 98"/>
            <p:cNvSpPr/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6" name="Freeform 99"/>
            <p:cNvSpPr/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37" name="Group 100"/>
            <p:cNvGrpSpPr/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244" name="Freeform 101"/>
              <p:cNvSpPr/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5" name="Freeform 102"/>
              <p:cNvSpPr/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6" name="Freeform 103"/>
              <p:cNvSpPr/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7" name="Freeform 104"/>
              <p:cNvSpPr/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8" name="Freeform 105"/>
              <p:cNvSpPr/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9" name="Freeform 106"/>
              <p:cNvSpPr/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238" name="Freeform 107"/>
            <p:cNvSpPr/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9" name="Freeform 108"/>
            <p:cNvSpPr/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0" name="Freeform 109"/>
            <p:cNvSpPr/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1" name="Freeform 110"/>
            <p:cNvSpPr/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2" name="Freeform 111"/>
            <p:cNvSpPr/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3" name="Freeform 112"/>
            <p:cNvSpPr/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50" name="Group 113"/>
          <p:cNvGrpSpPr/>
          <p:nvPr/>
        </p:nvGrpSpPr>
        <p:grpSpPr bwMode="auto">
          <a:xfrm>
            <a:off x="3983542" y="1377810"/>
            <a:ext cx="466561" cy="403224"/>
            <a:chOff x="877" y="1008"/>
            <a:chExt cx="2747" cy="2591"/>
          </a:xfrm>
        </p:grpSpPr>
        <p:pic>
          <p:nvPicPr>
            <p:cNvPr id="251" name="Picture 114" descr="antenna_stylized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52" name="Picture 115" descr="laptop_keyboard"/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3" name="Freeform 116"/>
            <p:cNvSpPr/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254" name="Picture 117" descr="screen"/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5" name="Freeform 118"/>
            <p:cNvSpPr/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6" name="Freeform 119"/>
            <p:cNvSpPr/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7" name="Freeform 120"/>
            <p:cNvSpPr/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8" name="Freeform 121"/>
            <p:cNvSpPr/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9" name="Freeform 122"/>
            <p:cNvSpPr/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0" name="Freeform 123"/>
            <p:cNvSpPr/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61" name="Group 124"/>
            <p:cNvGrpSpPr/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268" name="Freeform 125"/>
              <p:cNvSpPr/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9" name="Freeform 126"/>
              <p:cNvSpPr/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0" name="Freeform 127"/>
              <p:cNvSpPr/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1" name="Freeform 128"/>
              <p:cNvSpPr/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2" name="Freeform 129"/>
              <p:cNvSpPr/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3" name="Freeform 130"/>
              <p:cNvSpPr/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262" name="Freeform 131"/>
            <p:cNvSpPr/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3" name="Freeform 132"/>
            <p:cNvSpPr/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4" name="Freeform 133"/>
            <p:cNvSpPr/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5" name="Freeform 134"/>
            <p:cNvSpPr/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6" name="Freeform 135"/>
            <p:cNvSpPr/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7" name="Freeform 136"/>
            <p:cNvSpPr/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283" name="Line 305"/>
          <p:cNvSpPr>
            <a:spLocks noChangeShapeType="1"/>
          </p:cNvSpPr>
          <p:nvPr/>
        </p:nvSpPr>
        <p:spPr bwMode="auto">
          <a:xfrm flipV="1">
            <a:off x="4581905" y="1972254"/>
            <a:ext cx="1225888" cy="501952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84" name="Line 306"/>
          <p:cNvSpPr>
            <a:spLocks noChangeShapeType="1"/>
          </p:cNvSpPr>
          <p:nvPr/>
        </p:nvSpPr>
        <p:spPr bwMode="auto">
          <a:xfrm>
            <a:off x="5916269" y="2557345"/>
            <a:ext cx="0" cy="427126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85" name="Line 340"/>
          <p:cNvSpPr>
            <a:spLocks noChangeShapeType="1"/>
          </p:cNvSpPr>
          <p:nvPr/>
        </p:nvSpPr>
        <p:spPr bwMode="auto">
          <a:xfrm>
            <a:off x="6196205" y="2552149"/>
            <a:ext cx="0" cy="42712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86" name="Group 230"/>
          <p:cNvGrpSpPr/>
          <p:nvPr/>
        </p:nvGrpSpPr>
        <p:grpSpPr bwMode="auto">
          <a:xfrm>
            <a:off x="5797296" y="2957452"/>
            <a:ext cx="268272" cy="501952"/>
            <a:chOff x="4140" y="429"/>
            <a:chExt cx="1425" cy="2396"/>
          </a:xfrm>
        </p:grpSpPr>
        <p:sp>
          <p:nvSpPr>
            <p:cNvPr id="287" name="Freeform 231"/>
            <p:cNvSpPr/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8" name="Rectangle 232"/>
            <p:cNvSpPr>
              <a:spLocks noChangeArrowheads="1"/>
            </p:cNvSpPr>
            <p:nvPr/>
          </p:nvSpPr>
          <p:spPr bwMode="auto">
            <a:xfrm>
              <a:off x="4208" y="429"/>
              <a:ext cx="1047" cy="2282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89" name="Freeform 233"/>
            <p:cNvSpPr/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0" name="Freeform 234"/>
            <p:cNvSpPr/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1" name="Rectangle 235"/>
            <p:cNvSpPr>
              <a:spLocks noChangeArrowheads="1"/>
            </p:cNvSpPr>
            <p:nvPr/>
          </p:nvSpPr>
          <p:spPr bwMode="auto">
            <a:xfrm>
              <a:off x="4214" y="692"/>
              <a:ext cx="595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grpSp>
          <p:nvGrpSpPr>
            <p:cNvPr id="292" name="Group 236"/>
            <p:cNvGrpSpPr/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17" name="AutoShape 237"/>
              <p:cNvSpPr>
                <a:spLocks noChangeArrowheads="1"/>
              </p:cNvSpPr>
              <p:nvPr/>
            </p:nvSpPr>
            <p:spPr bwMode="auto">
              <a:xfrm>
                <a:off x="612" y="2567"/>
                <a:ext cx="727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318" name="AutoShape 238"/>
              <p:cNvSpPr>
                <a:spLocks noChangeArrowheads="1"/>
              </p:cNvSpPr>
              <p:nvPr/>
            </p:nvSpPr>
            <p:spPr bwMode="auto">
              <a:xfrm>
                <a:off x="627" y="2581"/>
                <a:ext cx="696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93" name="Rectangle 239"/>
            <p:cNvSpPr>
              <a:spLocks noChangeArrowheads="1"/>
            </p:cNvSpPr>
            <p:nvPr/>
          </p:nvSpPr>
          <p:spPr bwMode="auto">
            <a:xfrm>
              <a:off x="4227" y="1019"/>
              <a:ext cx="595" cy="45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grpSp>
          <p:nvGrpSpPr>
            <p:cNvPr id="294" name="Group 240"/>
            <p:cNvGrpSpPr/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15" name="AutoShape 241"/>
              <p:cNvSpPr>
                <a:spLocks noChangeArrowheads="1"/>
              </p:cNvSpPr>
              <p:nvPr/>
            </p:nvSpPr>
            <p:spPr bwMode="auto">
              <a:xfrm>
                <a:off x="614" y="2569"/>
                <a:ext cx="727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316" name="AutoShape 242"/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96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95" name="Rectangle 243"/>
            <p:cNvSpPr>
              <a:spLocks noChangeArrowheads="1"/>
            </p:cNvSpPr>
            <p:nvPr/>
          </p:nvSpPr>
          <p:spPr bwMode="auto">
            <a:xfrm>
              <a:off x="4214" y="1357"/>
              <a:ext cx="601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96" name="Rectangle 244"/>
            <p:cNvSpPr>
              <a:spLocks noChangeArrowheads="1"/>
            </p:cNvSpPr>
            <p:nvPr/>
          </p:nvSpPr>
          <p:spPr bwMode="auto">
            <a:xfrm>
              <a:off x="4227" y="1654"/>
              <a:ext cx="595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grpSp>
          <p:nvGrpSpPr>
            <p:cNvPr id="297" name="Group 245"/>
            <p:cNvGrpSpPr/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13" name="AutoShape 246"/>
              <p:cNvSpPr>
                <a:spLocks noChangeArrowheads="1"/>
              </p:cNvSpPr>
              <p:nvPr/>
            </p:nvSpPr>
            <p:spPr bwMode="auto">
              <a:xfrm>
                <a:off x="614" y="2570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314" name="AutoShape 247"/>
              <p:cNvSpPr>
                <a:spLocks noChangeArrowheads="1"/>
              </p:cNvSpPr>
              <p:nvPr/>
            </p:nvSpPr>
            <p:spPr bwMode="auto">
              <a:xfrm>
                <a:off x="629" y="2584"/>
                <a:ext cx="695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98" name="Freeform 248"/>
            <p:cNvSpPr/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99" name="Group 249"/>
            <p:cNvGrpSpPr/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11" name="AutoShape 250"/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312" name="AutoShape 251"/>
              <p:cNvSpPr>
                <a:spLocks noChangeArrowheads="1"/>
              </p:cNvSpPr>
              <p:nvPr/>
            </p:nvSpPr>
            <p:spPr bwMode="auto">
              <a:xfrm>
                <a:off x="632" y="2583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00" name="Rectangle 252"/>
            <p:cNvSpPr>
              <a:spLocks noChangeArrowheads="1"/>
            </p:cNvSpPr>
            <p:nvPr/>
          </p:nvSpPr>
          <p:spPr bwMode="auto">
            <a:xfrm>
              <a:off x="5249" y="429"/>
              <a:ext cx="68" cy="2287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1" name="Freeform 253"/>
            <p:cNvSpPr/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2" name="Freeform 254"/>
            <p:cNvSpPr/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3" name="Oval 255"/>
            <p:cNvSpPr>
              <a:spLocks noChangeArrowheads="1"/>
            </p:cNvSpPr>
            <p:nvPr/>
          </p:nvSpPr>
          <p:spPr bwMode="auto">
            <a:xfrm>
              <a:off x="5515" y="2612"/>
              <a:ext cx="50" cy="94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4" name="Freeform 256"/>
            <p:cNvSpPr/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5" name="AutoShape 257"/>
            <p:cNvSpPr>
              <a:spLocks noChangeArrowheads="1"/>
            </p:cNvSpPr>
            <p:nvPr/>
          </p:nvSpPr>
          <p:spPr bwMode="auto">
            <a:xfrm>
              <a:off x="4140" y="2676"/>
              <a:ext cx="1202" cy="149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6" name="AutoShape 258"/>
            <p:cNvSpPr>
              <a:spLocks noChangeArrowheads="1"/>
            </p:cNvSpPr>
            <p:nvPr/>
          </p:nvSpPr>
          <p:spPr bwMode="auto">
            <a:xfrm>
              <a:off x="4208" y="2711"/>
              <a:ext cx="1066" cy="84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7" name="Oval 259"/>
            <p:cNvSpPr>
              <a:spLocks noChangeArrowheads="1"/>
            </p:cNvSpPr>
            <p:nvPr/>
          </p:nvSpPr>
          <p:spPr bwMode="auto">
            <a:xfrm>
              <a:off x="4307" y="2383"/>
              <a:ext cx="161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8" name="Oval 260"/>
            <p:cNvSpPr>
              <a:spLocks noChangeArrowheads="1"/>
            </p:cNvSpPr>
            <p:nvPr/>
          </p:nvSpPr>
          <p:spPr bwMode="auto">
            <a:xfrm>
              <a:off x="4487" y="2383"/>
              <a:ext cx="161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9" name="Oval 261"/>
            <p:cNvSpPr>
              <a:spLocks noChangeArrowheads="1"/>
            </p:cNvSpPr>
            <p:nvPr/>
          </p:nvSpPr>
          <p:spPr bwMode="auto">
            <a:xfrm>
              <a:off x="4660" y="2379"/>
              <a:ext cx="161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10" name="Rectangle 262"/>
            <p:cNvSpPr>
              <a:spLocks noChangeArrowheads="1"/>
            </p:cNvSpPr>
            <p:nvPr/>
          </p:nvSpPr>
          <p:spPr bwMode="auto">
            <a:xfrm>
              <a:off x="5063" y="1833"/>
              <a:ext cx="87" cy="764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320" name="Text Box 343"/>
          <p:cNvSpPr txBox="1">
            <a:spLocks noChangeArrowheads="1"/>
          </p:cNvSpPr>
          <p:nvPr/>
        </p:nvSpPr>
        <p:spPr bwMode="auto">
          <a:xfrm>
            <a:off x="4764388" y="2906529"/>
            <a:ext cx="927409" cy="4624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Ethernet </a:t>
            </a: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交换机</a:t>
            </a: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321" name="Line 344"/>
          <p:cNvSpPr>
            <a:spLocks noChangeShapeType="1"/>
          </p:cNvSpPr>
          <p:nvPr/>
        </p:nvSpPr>
        <p:spPr bwMode="auto">
          <a:xfrm>
            <a:off x="6439983" y="3178810"/>
            <a:ext cx="386079" cy="0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22" name="Text Box 345"/>
          <p:cNvSpPr txBox="1">
            <a:spLocks noChangeArrowheads="1"/>
          </p:cNvSpPr>
          <p:nvPr/>
        </p:nvSpPr>
        <p:spPr bwMode="auto">
          <a:xfrm>
            <a:off x="6660355" y="2915882"/>
            <a:ext cx="1603958" cy="4624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机构邮件、</a:t>
            </a: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Web 服务器</a:t>
            </a: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323" name="Text Box 346"/>
          <p:cNvSpPr txBox="1">
            <a:spLocks noChangeArrowheads="1"/>
          </p:cNvSpPr>
          <p:nvPr/>
        </p:nvSpPr>
        <p:spPr bwMode="auto">
          <a:xfrm>
            <a:off x="7268479" y="2511682"/>
            <a:ext cx="1719743" cy="2698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机构路由器</a:t>
            </a: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324" name="Line 347"/>
          <p:cNvSpPr>
            <a:spLocks noChangeShapeType="1"/>
          </p:cNvSpPr>
          <p:nvPr/>
        </p:nvSpPr>
        <p:spPr bwMode="auto">
          <a:xfrm>
            <a:off x="6585783" y="2140611"/>
            <a:ext cx="739499" cy="434401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25" name="Line 348"/>
          <p:cNvSpPr>
            <a:spLocks noChangeShapeType="1"/>
          </p:cNvSpPr>
          <p:nvPr/>
        </p:nvSpPr>
        <p:spPr bwMode="auto">
          <a:xfrm>
            <a:off x="6639438" y="1920292"/>
            <a:ext cx="713838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26" name="Line 349"/>
          <p:cNvSpPr>
            <a:spLocks noChangeShapeType="1"/>
          </p:cNvSpPr>
          <p:nvPr/>
        </p:nvSpPr>
        <p:spPr bwMode="auto">
          <a:xfrm>
            <a:off x="7396433" y="1918214"/>
            <a:ext cx="713838" cy="0"/>
          </a:xfrm>
          <a:prstGeom prst="line">
            <a:avLst/>
          </a:prstGeom>
          <a:noFill/>
          <a:ln w="28575">
            <a:solidFill>
              <a:schemeClr val="tx1"/>
            </a:solidFill>
            <a:prstDash val="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27" name="Line 350"/>
          <p:cNvSpPr>
            <a:spLocks noChangeShapeType="1"/>
          </p:cNvSpPr>
          <p:nvPr/>
        </p:nvSpPr>
        <p:spPr bwMode="auto">
          <a:xfrm>
            <a:off x="6948534" y="1976411"/>
            <a:ext cx="369749" cy="217201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28" name="Text Box 351"/>
          <p:cNvSpPr txBox="1">
            <a:spLocks noChangeArrowheads="1"/>
          </p:cNvSpPr>
          <p:nvPr/>
        </p:nvSpPr>
        <p:spPr bwMode="auto">
          <a:xfrm>
            <a:off x="7321915" y="2109434"/>
            <a:ext cx="1612869" cy="65503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企业到 </a:t>
            </a: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ISP（互联网）的链路</a:t>
            </a: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335" name="Line 359"/>
          <p:cNvSpPr>
            <a:spLocks noChangeShapeType="1"/>
          </p:cNvSpPr>
          <p:nvPr/>
        </p:nvSpPr>
        <p:spPr bwMode="auto">
          <a:xfrm>
            <a:off x="6202037" y="2116709"/>
            <a:ext cx="0" cy="1943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336" name="Group 360"/>
          <p:cNvGrpSpPr/>
          <p:nvPr/>
        </p:nvGrpSpPr>
        <p:grpSpPr bwMode="auto">
          <a:xfrm>
            <a:off x="6120389" y="2953295"/>
            <a:ext cx="268272" cy="501952"/>
            <a:chOff x="4140" y="429"/>
            <a:chExt cx="1425" cy="2396"/>
          </a:xfrm>
        </p:grpSpPr>
        <p:sp>
          <p:nvSpPr>
            <p:cNvPr id="337" name="Freeform 361"/>
            <p:cNvSpPr/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8" name="Rectangle 362"/>
            <p:cNvSpPr>
              <a:spLocks noChangeArrowheads="1"/>
            </p:cNvSpPr>
            <p:nvPr/>
          </p:nvSpPr>
          <p:spPr bwMode="auto">
            <a:xfrm>
              <a:off x="4208" y="429"/>
              <a:ext cx="1047" cy="2282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39" name="Freeform 363"/>
            <p:cNvSpPr/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0" name="Freeform 364"/>
            <p:cNvSpPr/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1" name="Rectangle 365"/>
            <p:cNvSpPr>
              <a:spLocks noChangeArrowheads="1"/>
            </p:cNvSpPr>
            <p:nvPr/>
          </p:nvSpPr>
          <p:spPr bwMode="auto">
            <a:xfrm>
              <a:off x="4214" y="692"/>
              <a:ext cx="595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grpSp>
          <p:nvGrpSpPr>
            <p:cNvPr id="342" name="Group 366"/>
            <p:cNvGrpSpPr/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67" name="AutoShape 367"/>
              <p:cNvSpPr>
                <a:spLocks noChangeArrowheads="1"/>
              </p:cNvSpPr>
              <p:nvPr/>
            </p:nvSpPr>
            <p:spPr bwMode="auto">
              <a:xfrm>
                <a:off x="612" y="2567"/>
                <a:ext cx="727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368" name="AutoShape 368"/>
              <p:cNvSpPr>
                <a:spLocks noChangeArrowheads="1"/>
              </p:cNvSpPr>
              <p:nvPr/>
            </p:nvSpPr>
            <p:spPr bwMode="auto">
              <a:xfrm>
                <a:off x="627" y="2581"/>
                <a:ext cx="696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43" name="Rectangle 369"/>
            <p:cNvSpPr>
              <a:spLocks noChangeArrowheads="1"/>
            </p:cNvSpPr>
            <p:nvPr/>
          </p:nvSpPr>
          <p:spPr bwMode="auto">
            <a:xfrm>
              <a:off x="4227" y="1019"/>
              <a:ext cx="595" cy="45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grpSp>
          <p:nvGrpSpPr>
            <p:cNvPr id="344" name="Group 370"/>
            <p:cNvGrpSpPr/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65" name="AutoShape 371"/>
              <p:cNvSpPr>
                <a:spLocks noChangeArrowheads="1"/>
              </p:cNvSpPr>
              <p:nvPr/>
            </p:nvSpPr>
            <p:spPr bwMode="auto">
              <a:xfrm>
                <a:off x="614" y="2569"/>
                <a:ext cx="727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366" name="AutoShape 372"/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96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45" name="Rectangle 373"/>
            <p:cNvSpPr>
              <a:spLocks noChangeArrowheads="1"/>
            </p:cNvSpPr>
            <p:nvPr/>
          </p:nvSpPr>
          <p:spPr bwMode="auto">
            <a:xfrm>
              <a:off x="4214" y="1357"/>
              <a:ext cx="601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46" name="Rectangle 374"/>
            <p:cNvSpPr>
              <a:spLocks noChangeArrowheads="1"/>
            </p:cNvSpPr>
            <p:nvPr/>
          </p:nvSpPr>
          <p:spPr bwMode="auto">
            <a:xfrm>
              <a:off x="4227" y="1654"/>
              <a:ext cx="595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grpSp>
          <p:nvGrpSpPr>
            <p:cNvPr id="347" name="Group 375"/>
            <p:cNvGrpSpPr/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63" name="AutoShape 376"/>
              <p:cNvSpPr>
                <a:spLocks noChangeArrowheads="1"/>
              </p:cNvSpPr>
              <p:nvPr/>
            </p:nvSpPr>
            <p:spPr bwMode="auto">
              <a:xfrm>
                <a:off x="614" y="2570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364" name="AutoShape 377"/>
              <p:cNvSpPr>
                <a:spLocks noChangeArrowheads="1"/>
              </p:cNvSpPr>
              <p:nvPr/>
            </p:nvSpPr>
            <p:spPr bwMode="auto">
              <a:xfrm>
                <a:off x="629" y="2584"/>
                <a:ext cx="695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48" name="Freeform 378"/>
            <p:cNvSpPr/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349" name="Group 379"/>
            <p:cNvGrpSpPr/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61" name="AutoShape 380"/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362" name="AutoShape 381"/>
              <p:cNvSpPr>
                <a:spLocks noChangeArrowheads="1"/>
              </p:cNvSpPr>
              <p:nvPr/>
            </p:nvSpPr>
            <p:spPr bwMode="auto">
              <a:xfrm>
                <a:off x="632" y="2583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50" name="Rectangle 382"/>
            <p:cNvSpPr>
              <a:spLocks noChangeArrowheads="1"/>
            </p:cNvSpPr>
            <p:nvPr/>
          </p:nvSpPr>
          <p:spPr bwMode="auto">
            <a:xfrm>
              <a:off x="5249" y="429"/>
              <a:ext cx="68" cy="2287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1" name="Freeform 383"/>
            <p:cNvSpPr/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2" name="Freeform 384"/>
            <p:cNvSpPr/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3" name="Oval 385"/>
            <p:cNvSpPr>
              <a:spLocks noChangeArrowheads="1"/>
            </p:cNvSpPr>
            <p:nvPr/>
          </p:nvSpPr>
          <p:spPr bwMode="auto">
            <a:xfrm>
              <a:off x="5515" y="2612"/>
              <a:ext cx="50" cy="94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4" name="Freeform 386"/>
            <p:cNvSpPr/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5" name="AutoShape 387"/>
            <p:cNvSpPr>
              <a:spLocks noChangeArrowheads="1"/>
            </p:cNvSpPr>
            <p:nvPr/>
          </p:nvSpPr>
          <p:spPr bwMode="auto">
            <a:xfrm>
              <a:off x="4140" y="2676"/>
              <a:ext cx="1202" cy="149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6" name="AutoShape 388"/>
            <p:cNvSpPr>
              <a:spLocks noChangeArrowheads="1"/>
            </p:cNvSpPr>
            <p:nvPr/>
          </p:nvSpPr>
          <p:spPr bwMode="auto">
            <a:xfrm>
              <a:off x="4208" y="2711"/>
              <a:ext cx="1066" cy="84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7" name="Oval 389"/>
            <p:cNvSpPr>
              <a:spLocks noChangeArrowheads="1"/>
            </p:cNvSpPr>
            <p:nvPr/>
          </p:nvSpPr>
          <p:spPr bwMode="auto">
            <a:xfrm>
              <a:off x="4307" y="2383"/>
              <a:ext cx="161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8" name="Oval 390"/>
            <p:cNvSpPr>
              <a:spLocks noChangeArrowheads="1"/>
            </p:cNvSpPr>
            <p:nvPr/>
          </p:nvSpPr>
          <p:spPr bwMode="auto">
            <a:xfrm>
              <a:off x="4487" y="2383"/>
              <a:ext cx="161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59" name="Oval 391"/>
            <p:cNvSpPr>
              <a:spLocks noChangeArrowheads="1"/>
            </p:cNvSpPr>
            <p:nvPr/>
          </p:nvSpPr>
          <p:spPr bwMode="auto">
            <a:xfrm>
              <a:off x="4660" y="2379"/>
              <a:ext cx="161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60" name="Rectangle 392"/>
            <p:cNvSpPr>
              <a:spLocks noChangeArrowheads="1"/>
            </p:cNvSpPr>
            <p:nvPr/>
          </p:nvSpPr>
          <p:spPr bwMode="auto">
            <a:xfrm>
              <a:off x="5063" y="1833"/>
              <a:ext cx="87" cy="764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370" name="Group 395"/>
          <p:cNvGrpSpPr/>
          <p:nvPr/>
        </p:nvGrpSpPr>
        <p:grpSpPr bwMode="auto">
          <a:xfrm>
            <a:off x="2986268" y="2270516"/>
            <a:ext cx="531879" cy="435440"/>
            <a:chOff x="-44" y="1473"/>
            <a:chExt cx="981" cy="1105"/>
          </a:xfrm>
        </p:grpSpPr>
        <p:pic>
          <p:nvPicPr>
            <p:cNvPr id="371" name="Picture 396" descr="desktop_computer_stylized_medium"/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72" name="Freeform 397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73" name="Group 398"/>
          <p:cNvGrpSpPr/>
          <p:nvPr/>
        </p:nvGrpSpPr>
        <p:grpSpPr bwMode="auto">
          <a:xfrm>
            <a:off x="3275536" y="2564620"/>
            <a:ext cx="531879" cy="435441"/>
            <a:chOff x="-44" y="1473"/>
            <a:chExt cx="981" cy="1105"/>
          </a:xfrm>
        </p:grpSpPr>
        <p:pic>
          <p:nvPicPr>
            <p:cNvPr id="374" name="Picture 399" descr="desktop_computer_stylized_medium"/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75" name="Freeform 400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76" name="Group 401"/>
          <p:cNvGrpSpPr/>
          <p:nvPr/>
        </p:nvGrpSpPr>
        <p:grpSpPr bwMode="auto">
          <a:xfrm>
            <a:off x="3724601" y="2941863"/>
            <a:ext cx="531879" cy="435440"/>
            <a:chOff x="-44" y="1473"/>
            <a:chExt cx="981" cy="1105"/>
          </a:xfrm>
        </p:grpSpPr>
        <p:pic>
          <p:nvPicPr>
            <p:cNvPr id="377" name="Picture 402" descr="desktop_computer_stylized_medium"/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78" name="Freeform 403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79" name="Group 404"/>
          <p:cNvGrpSpPr/>
          <p:nvPr/>
        </p:nvGrpSpPr>
        <p:grpSpPr bwMode="auto">
          <a:xfrm>
            <a:off x="4145671" y="2951216"/>
            <a:ext cx="531879" cy="435441"/>
            <a:chOff x="-44" y="1473"/>
            <a:chExt cx="981" cy="1105"/>
          </a:xfrm>
        </p:grpSpPr>
        <p:pic>
          <p:nvPicPr>
            <p:cNvPr id="380" name="Picture 405" descr="desktop_computer_stylized_medium"/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81" name="Freeform 406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95" name="Group 394"/>
          <p:cNvGrpSpPr/>
          <p:nvPr/>
        </p:nvGrpSpPr>
        <p:grpSpPr>
          <a:xfrm>
            <a:off x="5763477" y="1758396"/>
            <a:ext cx="875961" cy="382215"/>
            <a:chOff x="7493876" y="2774731"/>
            <a:chExt cx="1481958" cy="894622"/>
          </a:xfrm>
        </p:grpSpPr>
        <p:sp>
          <p:nvSpPr>
            <p:cNvPr id="404" name="Freeform 403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5" name="Oval 404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406" name="Group 405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07" name="Freeform 406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8" name="Freeform 407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9" name="Freeform 408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0" name="Freeform 409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96" name="Group 395"/>
          <p:cNvGrpSpPr/>
          <p:nvPr/>
        </p:nvGrpSpPr>
        <p:grpSpPr>
          <a:xfrm>
            <a:off x="5810083" y="2299755"/>
            <a:ext cx="881870" cy="312528"/>
            <a:chOff x="3668110" y="2448910"/>
            <a:chExt cx="3794234" cy="2165130"/>
          </a:xfrm>
        </p:grpSpPr>
        <p:sp>
          <p:nvSpPr>
            <p:cNvPr id="397" name="Rectangle 396"/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98" name="Freeform 397"/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399" name="Group 398"/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400" name="Freeform 399"/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1" name="Freeform 400"/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2" name="Freeform 401"/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3" name="Freeform 402"/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319" name="Line 342"/>
          <p:cNvSpPr>
            <a:spLocks noChangeShapeType="1"/>
          </p:cNvSpPr>
          <p:nvPr/>
        </p:nvSpPr>
        <p:spPr bwMode="auto">
          <a:xfrm>
            <a:off x="4758032" y="2690368"/>
            <a:ext cx="369749" cy="217200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69" name="Line 393"/>
          <p:cNvSpPr>
            <a:spLocks noChangeShapeType="1"/>
          </p:cNvSpPr>
          <p:nvPr/>
        </p:nvSpPr>
        <p:spPr bwMode="auto">
          <a:xfrm flipH="1">
            <a:off x="5214095" y="2587483"/>
            <a:ext cx="579702" cy="329439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419" name="Group 418"/>
          <p:cNvGrpSpPr/>
          <p:nvPr/>
        </p:nvGrpSpPr>
        <p:grpSpPr>
          <a:xfrm>
            <a:off x="4009167" y="2420866"/>
            <a:ext cx="881870" cy="312528"/>
            <a:chOff x="3668110" y="2448910"/>
            <a:chExt cx="3794234" cy="2165130"/>
          </a:xfrm>
        </p:grpSpPr>
        <p:sp>
          <p:nvSpPr>
            <p:cNvPr id="420" name="Rectangle 419"/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21" name="Freeform 420"/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422" name="Group 421"/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423" name="Freeform 422"/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4" name="Freeform 423"/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5" name="Freeform 424"/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6" name="Freeform 425"/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74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引言：1-</a:t>
            </a:r>
            <a:fld id="{C4204591-24BD-A542-B9D5-F8D8A88D2FEE}" type="slidenum">
              <a:rPr lang="en-US" smtClean="0"/>
            </a:fld>
            <a:endParaRPr lang="en-US" dirty="0"/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1" name="Title 1"/>
          <p:cNvSpPr>
            <a:spLocks noGrp="1"/>
          </p:cNvSpPr>
          <p:nvPr>
            <p:ph type="title"/>
          </p:nvPr>
        </p:nvSpPr>
        <p:spPr>
          <a:xfrm>
            <a:off x="848710" y="273146"/>
            <a:ext cx="10867040" cy="894622"/>
          </a:xfrm>
        </p:spPr>
        <p:txBody>
          <a:bodyPr>
            <a:normAutofit fontScale="90000"/>
          </a:bodyPr>
          <a:lstStyle/>
          <a:p>
            <a:r>
              <a:rPr lang="en-US" altLang="en-US" sz="5400" b="0" dirty="0">
                <a:ea typeface="MS PGothic" panose="020B0600070205080204" pitchFamily="34" charset="-128"/>
              </a:rPr>
              <a:t>接入网：数据中心网络</a:t>
            </a:r>
            <a:endParaRPr lang="en-US" sz="5400" b="0" dirty="0"/>
          </a:p>
        </p:txBody>
      </p:sp>
      <p:sp>
        <p:nvSpPr>
          <p:cNvPr id="145" name="Content Placeholder 52"/>
          <p:cNvSpPr txBox="1"/>
          <p:nvPr/>
        </p:nvSpPr>
        <p:spPr>
          <a:xfrm>
            <a:off x="698688" y="1650273"/>
            <a:ext cx="6238140" cy="129787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655" marR="0" lvl="0" indent="-28765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高带宽链路（数十到数百 Gbps）将数百到数千台服务器彼此连接，并连接到互联网</a:t>
            </a: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74" name="Rectangle 419"/>
          <p:cNvSpPr>
            <a:spLocks noChangeArrowheads="1"/>
          </p:cNvSpPr>
          <p:nvPr/>
        </p:nvSpPr>
        <p:spPr bwMode="auto">
          <a:xfrm>
            <a:off x="7439074" y="3553079"/>
            <a:ext cx="986999" cy="669622"/>
          </a:xfrm>
          <a:prstGeom prst="rect">
            <a:avLst/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75" name="Freeform 274"/>
          <p:cNvSpPr/>
          <p:nvPr/>
        </p:nvSpPr>
        <p:spPr>
          <a:xfrm>
            <a:off x="8985188" y="3065778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-1" fmla="*/ 434989 w 1537226"/>
              <a:gd name="connsiteY0-2" fmla="*/ 253346 h 1763594"/>
              <a:gd name="connsiteX1-3" fmla="*/ 488 w 1537226"/>
              <a:gd name="connsiteY1-4" fmla="*/ 921706 h 1763594"/>
              <a:gd name="connsiteX2-5" fmla="*/ 368142 w 1537226"/>
              <a:gd name="connsiteY2-6" fmla="*/ 1489812 h 1763594"/>
              <a:gd name="connsiteX3-7" fmla="*/ 1187008 w 1537226"/>
              <a:gd name="connsiteY3-8" fmla="*/ 1757156 h 1763594"/>
              <a:gd name="connsiteX4-9" fmla="*/ 1521239 w 1537226"/>
              <a:gd name="connsiteY4-10" fmla="*/ 1239177 h 1763594"/>
              <a:gd name="connsiteX5-11" fmla="*/ 1468998 w 1537226"/>
              <a:gd name="connsiteY5-12" fmla="*/ 654362 h 1763594"/>
              <a:gd name="connsiteX6-13" fmla="*/ 1337412 w 1537226"/>
              <a:gd name="connsiteY6-14" fmla="*/ 136383 h 1763594"/>
              <a:gd name="connsiteX7-15" fmla="*/ 1086739 w 1537226"/>
              <a:gd name="connsiteY7-16" fmla="*/ 2711 h 1763594"/>
              <a:gd name="connsiteX8-17" fmla="*/ 434989 w 1537226"/>
              <a:gd name="connsiteY8-18" fmla="*/ 253346 h 1763594"/>
              <a:gd name="connsiteX0-19" fmla="*/ 434989 w 1537226"/>
              <a:gd name="connsiteY0-20" fmla="*/ 253346 h 1763594"/>
              <a:gd name="connsiteX1-21" fmla="*/ 488 w 1537226"/>
              <a:gd name="connsiteY1-22" fmla="*/ 921706 h 1763594"/>
              <a:gd name="connsiteX2-23" fmla="*/ 368142 w 1537226"/>
              <a:gd name="connsiteY2-24" fmla="*/ 1489812 h 1763594"/>
              <a:gd name="connsiteX3-25" fmla="*/ 1187008 w 1537226"/>
              <a:gd name="connsiteY3-26" fmla="*/ 1757156 h 1763594"/>
              <a:gd name="connsiteX4-27" fmla="*/ 1521239 w 1537226"/>
              <a:gd name="connsiteY4-28" fmla="*/ 1239177 h 1763594"/>
              <a:gd name="connsiteX5-29" fmla="*/ 1468998 w 1537226"/>
              <a:gd name="connsiteY5-30" fmla="*/ 654362 h 1763594"/>
              <a:gd name="connsiteX6-31" fmla="*/ 1337412 w 1537226"/>
              <a:gd name="connsiteY6-32" fmla="*/ 136383 h 1763594"/>
              <a:gd name="connsiteX7-33" fmla="*/ 839572 w 1537226"/>
              <a:gd name="connsiteY7-34" fmla="*/ 2711 h 1763594"/>
              <a:gd name="connsiteX8-35" fmla="*/ 434989 w 1537226"/>
              <a:gd name="connsiteY8-36" fmla="*/ 253346 h 1763594"/>
              <a:gd name="connsiteX0-37" fmla="*/ 360357 w 1536743"/>
              <a:gd name="connsiteY0-38" fmla="*/ 534641 h 1782088"/>
              <a:gd name="connsiteX1-39" fmla="*/ 5 w 1536743"/>
              <a:gd name="connsiteY1-40" fmla="*/ 940200 h 1782088"/>
              <a:gd name="connsiteX2-41" fmla="*/ 367659 w 1536743"/>
              <a:gd name="connsiteY2-42" fmla="*/ 1508306 h 1782088"/>
              <a:gd name="connsiteX3-43" fmla="*/ 1186525 w 1536743"/>
              <a:gd name="connsiteY3-44" fmla="*/ 1775650 h 1782088"/>
              <a:gd name="connsiteX4-45" fmla="*/ 1520756 w 1536743"/>
              <a:gd name="connsiteY4-46" fmla="*/ 1257671 h 1782088"/>
              <a:gd name="connsiteX5-47" fmla="*/ 1468515 w 1536743"/>
              <a:gd name="connsiteY5-48" fmla="*/ 672856 h 1782088"/>
              <a:gd name="connsiteX6-49" fmla="*/ 1336929 w 1536743"/>
              <a:gd name="connsiteY6-50" fmla="*/ 154877 h 1782088"/>
              <a:gd name="connsiteX7-51" fmla="*/ 839089 w 1536743"/>
              <a:gd name="connsiteY7-52" fmla="*/ 21205 h 1782088"/>
              <a:gd name="connsiteX8-53" fmla="*/ 360357 w 1536743"/>
              <a:gd name="connsiteY8-54" fmla="*/ 534641 h 1782088"/>
              <a:gd name="connsiteX0-55" fmla="*/ 360355 w 1536741"/>
              <a:gd name="connsiteY0-56" fmla="*/ 534641 h 1782088"/>
              <a:gd name="connsiteX1-57" fmla="*/ 3 w 1536741"/>
              <a:gd name="connsiteY1-58" fmla="*/ 940200 h 1782088"/>
              <a:gd name="connsiteX2-59" fmla="*/ 367657 w 1536741"/>
              <a:gd name="connsiteY2-60" fmla="*/ 1508306 h 1782088"/>
              <a:gd name="connsiteX3-61" fmla="*/ 1186523 w 1536741"/>
              <a:gd name="connsiteY3-62" fmla="*/ 1775650 h 1782088"/>
              <a:gd name="connsiteX4-63" fmla="*/ 1520754 w 1536741"/>
              <a:gd name="connsiteY4-64" fmla="*/ 1257671 h 1782088"/>
              <a:gd name="connsiteX5-65" fmla="*/ 1468513 w 1536741"/>
              <a:gd name="connsiteY5-66" fmla="*/ 672856 h 1782088"/>
              <a:gd name="connsiteX6-67" fmla="*/ 1336927 w 1536741"/>
              <a:gd name="connsiteY6-68" fmla="*/ 154877 h 1782088"/>
              <a:gd name="connsiteX7-69" fmla="*/ 839087 w 1536741"/>
              <a:gd name="connsiteY7-70" fmla="*/ 21205 h 1782088"/>
              <a:gd name="connsiteX8-71" fmla="*/ 360355 w 1536741"/>
              <a:gd name="connsiteY8-72" fmla="*/ 534641 h 1782088"/>
              <a:gd name="connsiteX0-73" fmla="*/ 382604 w 1558990"/>
              <a:gd name="connsiteY0-74" fmla="*/ 534641 h 1810599"/>
              <a:gd name="connsiteX1-75" fmla="*/ 22252 w 1558990"/>
              <a:gd name="connsiteY1-76" fmla="*/ 940200 h 1810599"/>
              <a:gd name="connsiteX2-77" fmla="*/ 167457 w 1558990"/>
              <a:gd name="connsiteY2-78" fmla="*/ 1672556 h 1810599"/>
              <a:gd name="connsiteX3-79" fmla="*/ 1208772 w 1558990"/>
              <a:gd name="connsiteY3-80" fmla="*/ 1775650 h 1810599"/>
              <a:gd name="connsiteX4-81" fmla="*/ 1543003 w 1558990"/>
              <a:gd name="connsiteY4-82" fmla="*/ 1257671 h 1810599"/>
              <a:gd name="connsiteX5-83" fmla="*/ 1490762 w 1558990"/>
              <a:gd name="connsiteY5-84" fmla="*/ 672856 h 1810599"/>
              <a:gd name="connsiteX6-85" fmla="*/ 1359176 w 1558990"/>
              <a:gd name="connsiteY6-86" fmla="*/ 154877 h 1810599"/>
              <a:gd name="connsiteX7-87" fmla="*/ 861336 w 1558990"/>
              <a:gd name="connsiteY7-88" fmla="*/ 21205 h 1810599"/>
              <a:gd name="connsiteX8-89" fmla="*/ 382604 w 1558990"/>
              <a:gd name="connsiteY8-90" fmla="*/ 534641 h 1810599"/>
              <a:gd name="connsiteX0-91" fmla="*/ 393458 w 1593840"/>
              <a:gd name="connsiteY0-92" fmla="*/ 534641 h 1793264"/>
              <a:gd name="connsiteX1-93" fmla="*/ 33106 w 1593840"/>
              <a:gd name="connsiteY1-94" fmla="*/ 940200 h 1793264"/>
              <a:gd name="connsiteX2-95" fmla="*/ 178311 w 1593840"/>
              <a:gd name="connsiteY2-96" fmla="*/ 1672556 h 1793264"/>
              <a:gd name="connsiteX3-97" fmla="*/ 1464139 w 1593840"/>
              <a:gd name="connsiteY3-98" fmla="*/ 1752440 h 1793264"/>
              <a:gd name="connsiteX4-99" fmla="*/ 1553857 w 1593840"/>
              <a:gd name="connsiteY4-100" fmla="*/ 1257671 h 1793264"/>
              <a:gd name="connsiteX5-101" fmla="*/ 1501616 w 1593840"/>
              <a:gd name="connsiteY5-102" fmla="*/ 672856 h 1793264"/>
              <a:gd name="connsiteX6-103" fmla="*/ 1370030 w 1593840"/>
              <a:gd name="connsiteY6-104" fmla="*/ 154877 h 1793264"/>
              <a:gd name="connsiteX7-105" fmla="*/ 872190 w 1593840"/>
              <a:gd name="connsiteY7-106" fmla="*/ 21205 h 1793264"/>
              <a:gd name="connsiteX8-107" fmla="*/ 393458 w 1593840"/>
              <a:gd name="connsiteY8-108" fmla="*/ 534641 h 1793264"/>
              <a:gd name="connsiteX0-109" fmla="*/ 393458 w 1566550"/>
              <a:gd name="connsiteY0-110" fmla="*/ 534641 h 1840341"/>
              <a:gd name="connsiteX1-111" fmla="*/ 33106 w 1566550"/>
              <a:gd name="connsiteY1-112" fmla="*/ 940200 h 1840341"/>
              <a:gd name="connsiteX2-113" fmla="*/ 178311 w 1566550"/>
              <a:gd name="connsiteY2-114" fmla="*/ 1672556 h 1840341"/>
              <a:gd name="connsiteX3-115" fmla="*/ 1464139 w 1566550"/>
              <a:gd name="connsiteY3-116" fmla="*/ 1752440 h 1840341"/>
              <a:gd name="connsiteX4-117" fmla="*/ 1553857 w 1566550"/>
              <a:gd name="connsiteY4-118" fmla="*/ 1257671 h 1840341"/>
              <a:gd name="connsiteX5-119" fmla="*/ 1501616 w 1566550"/>
              <a:gd name="connsiteY5-120" fmla="*/ 672856 h 1840341"/>
              <a:gd name="connsiteX6-121" fmla="*/ 1370030 w 1566550"/>
              <a:gd name="connsiteY6-122" fmla="*/ 154877 h 1840341"/>
              <a:gd name="connsiteX7-123" fmla="*/ 872190 w 1566550"/>
              <a:gd name="connsiteY7-124" fmla="*/ 21205 h 1840341"/>
              <a:gd name="connsiteX8-125" fmla="*/ 393458 w 1566550"/>
              <a:gd name="connsiteY8-126" fmla="*/ 534641 h 1840341"/>
              <a:gd name="connsiteX0-127" fmla="*/ 393458 w 1555557"/>
              <a:gd name="connsiteY0-128" fmla="*/ 534641 h 1787187"/>
              <a:gd name="connsiteX1-129" fmla="*/ 33106 w 1555557"/>
              <a:gd name="connsiteY1-130" fmla="*/ 940200 h 1787187"/>
              <a:gd name="connsiteX2-131" fmla="*/ 178311 w 1555557"/>
              <a:gd name="connsiteY2-132" fmla="*/ 1672556 h 1787187"/>
              <a:gd name="connsiteX3-133" fmla="*/ 1464139 w 1555557"/>
              <a:gd name="connsiteY3-134" fmla="*/ 1752440 h 1787187"/>
              <a:gd name="connsiteX4-135" fmla="*/ 1553857 w 1555557"/>
              <a:gd name="connsiteY4-136" fmla="*/ 1257671 h 1787187"/>
              <a:gd name="connsiteX5-137" fmla="*/ 1501616 w 1555557"/>
              <a:gd name="connsiteY5-138" fmla="*/ 672856 h 1787187"/>
              <a:gd name="connsiteX6-139" fmla="*/ 1370030 w 1555557"/>
              <a:gd name="connsiteY6-140" fmla="*/ 154877 h 1787187"/>
              <a:gd name="connsiteX7-141" fmla="*/ 872190 w 1555557"/>
              <a:gd name="connsiteY7-142" fmla="*/ 21205 h 1787187"/>
              <a:gd name="connsiteX8-143" fmla="*/ 393458 w 1555557"/>
              <a:gd name="connsiteY8-144" fmla="*/ 534641 h 1787187"/>
              <a:gd name="connsiteX0-145" fmla="*/ 401126 w 1664928"/>
              <a:gd name="connsiteY0-146" fmla="*/ 534641 h 1783934"/>
              <a:gd name="connsiteX1-147" fmla="*/ 40774 w 1664928"/>
              <a:gd name="connsiteY1-148" fmla="*/ 940200 h 1783934"/>
              <a:gd name="connsiteX2-149" fmla="*/ 185979 w 1664928"/>
              <a:gd name="connsiteY2-150" fmla="*/ 1672556 h 1783934"/>
              <a:gd name="connsiteX3-151" fmla="*/ 1618513 w 1664928"/>
              <a:gd name="connsiteY3-152" fmla="*/ 1747798 h 1783934"/>
              <a:gd name="connsiteX4-153" fmla="*/ 1561525 w 1664928"/>
              <a:gd name="connsiteY4-154" fmla="*/ 1257671 h 1783934"/>
              <a:gd name="connsiteX5-155" fmla="*/ 1509284 w 1664928"/>
              <a:gd name="connsiteY5-156" fmla="*/ 672856 h 1783934"/>
              <a:gd name="connsiteX6-157" fmla="*/ 1377698 w 1664928"/>
              <a:gd name="connsiteY6-158" fmla="*/ 154877 h 1783934"/>
              <a:gd name="connsiteX7-159" fmla="*/ 879858 w 1664928"/>
              <a:gd name="connsiteY7-160" fmla="*/ 21205 h 1783934"/>
              <a:gd name="connsiteX8-161" fmla="*/ 401126 w 1664928"/>
              <a:gd name="connsiteY8-162" fmla="*/ 534641 h 1783934"/>
              <a:gd name="connsiteX0-163" fmla="*/ 408119 w 1718774"/>
              <a:gd name="connsiteY0-164" fmla="*/ 534641 h 1826522"/>
              <a:gd name="connsiteX1-165" fmla="*/ 47767 w 1718774"/>
              <a:gd name="connsiteY1-166" fmla="*/ 940200 h 1826522"/>
              <a:gd name="connsiteX2-167" fmla="*/ 179001 w 1718774"/>
              <a:gd name="connsiteY2-168" fmla="*/ 1742186 h 1826522"/>
              <a:gd name="connsiteX3-169" fmla="*/ 1625506 w 1718774"/>
              <a:gd name="connsiteY3-170" fmla="*/ 1747798 h 1826522"/>
              <a:gd name="connsiteX4-171" fmla="*/ 1568518 w 1718774"/>
              <a:gd name="connsiteY4-172" fmla="*/ 1257671 h 1826522"/>
              <a:gd name="connsiteX5-173" fmla="*/ 1516277 w 1718774"/>
              <a:gd name="connsiteY5-174" fmla="*/ 672856 h 1826522"/>
              <a:gd name="connsiteX6-175" fmla="*/ 1384691 w 1718774"/>
              <a:gd name="connsiteY6-176" fmla="*/ 154877 h 1826522"/>
              <a:gd name="connsiteX7-177" fmla="*/ 886851 w 1718774"/>
              <a:gd name="connsiteY7-178" fmla="*/ 21205 h 1826522"/>
              <a:gd name="connsiteX8-179" fmla="*/ 408119 w 1718774"/>
              <a:gd name="connsiteY8-180" fmla="*/ 534641 h 1826522"/>
              <a:gd name="connsiteX0-181" fmla="*/ 477759 w 1796623"/>
              <a:gd name="connsiteY0-182" fmla="*/ 534641 h 1818043"/>
              <a:gd name="connsiteX1-183" fmla="*/ 117407 w 1796623"/>
              <a:gd name="connsiteY1-184" fmla="*/ 940200 h 1818043"/>
              <a:gd name="connsiteX2-185" fmla="*/ 136864 w 1796623"/>
              <a:gd name="connsiteY2-186" fmla="*/ 1728260 h 1818043"/>
              <a:gd name="connsiteX3-187" fmla="*/ 1695146 w 1796623"/>
              <a:gd name="connsiteY3-188" fmla="*/ 1747798 h 1818043"/>
              <a:gd name="connsiteX4-189" fmla="*/ 1638158 w 1796623"/>
              <a:gd name="connsiteY4-190" fmla="*/ 1257671 h 1818043"/>
              <a:gd name="connsiteX5-191" fmla="*/ 1585917 w 1796623"/>
              <a:gd name="connsiteY5-192" fmla="*/ 672856 h 1818043"/>
              <a:gd name="connsiteX6-193" fmla="*/ 1454331 w 1796623"/>
              <a:gd name="connsiteY6-194" fmla="*/ 154877 h 1818043"/>
              <a:gd name="connsiteX7-195" fmla="*/ 956491 w 1796623"/>
              <a:gd name="connsiteY7-196" fmla="*/ 21205 h 1818043"/>
              <a:gd name="connsiteX8-197" fmla="*/ 477759 w 1796623"/>
              <a:gd name="connsiteY8-198" fmla="*/ 534641 h 1818043"/>
              <a:gd name="connsiteX0-199" fmla="*/ 396783 w 1688820"/>
              <a:gd name="connsiteY0-200" fmla="*/ 534641 h 1815615"/>
              <a:gd name="connsiteX1-201" fmla="*/ 36431 w 1688820"/>
              <a:gd name="connsiteY1-202" fmla="*/ 940200 h 1815615"/>
              <a:gd name="connsiteX2-203" fmla="*/ 55888 w 1688820"/>
              <a:gd name="connsiteY2-204" fmla="*/ 1728260 h 1815615"/>
              <a:gd name="connsiteX3-205" fmla="*/ 421834 w 1688820"/>
              <a:gd name="connsiteY3-206" fmla="*/ 1798118 h 1815615"/>
              <a:gd name="connsiteX4-207" fmla="*/ 1614170 w 1688820"/>
              <a:gd name="connsiteY4-208" fmla="*/ 1747798 h 1815615"/>
              <a:gd name="connsiteX5-209" fmla="*/ 1557182 w 1688820"/>
              <a:gd name="connsiteY5-210" fmla="*/ 1257671 h 1815615"/>
              <a:gd name="connsiteX6-211" fmla="*/ 1504941 w 1688820"/>
              <a:gd name="connsiteY6-212" fmla="*/ 672856 h 1815615"/>
              <a:gd name="connsiteX7-213" fmla="*/ 1373355 w 1688820"/>
              <a:gd name="connsiteY7-214" fmla="*/ 154877 h 1815615"/>
              <a:gd name="connsiteX8-215" fmla="*/ 875515 w 1688820"/>
              <a:gd name="connsiteY8-216" fmla="*/ 21205 h 1815615"/>
              <a:gd name="connsiteX9" fmla="*/ 396783 w 1688820"/>
              <a:gd name="connsiteY9" fmla="*/ 534641 h 1815615"/>
              <a:gd name="connsiteX0-217" fmla="*/ 394951 w 1689541"/>
              <a:gd name="connsiteY0-218" fmla="*/ 534641 h 1877271"/>
              <a:gd name="connsiteX1-219" fmla="*/ 34599 w 1689541"/>
              <a:gd name="connsiteY1-220" fmla="*/ 940200 h 1877271"/>
              <a:gd name="connsiteX2-221" fmla="*/ 54056 w 1689541"/>
              <a:gd name="connsiteY2-222" fmla="*/ 1728260 h 1877271"/>
              <a:gd name="connsiteX3-223" fmla="*/ 385071 w 1689541"/>
              <a:gd name="connsiteY3-224" fmla="*/ 1877032 h 1877271"/>
              <a:gd name="connsiteX4-225" fmla="*/ 1612338 w 1689541"/>
              <a:gd name="connsiteY4-226" fmla="*/ 1747798 h 1877271"/>
              <a:gd name="connsiteX5-227" fmla="*/ 1555350 w 1689541"/>
              <a:gd name="connsiteY5-228" fmla="*/ 1257671 h 1877271"/>
              <a:gd name="connsiteX6-229" fmla="*/ 1503109 w 1689541"/>
              <a:gd name="connsiteY6-230" fmla="*/ 672856 h 1877271"/>
              <a:gd name="connsiteX7-231" fmla="*/ 1371523 w 1689541"/>
              <a:gd name="connsiteY7-232" fmla="*/ 154877 h 1877271"/>
              <a:gd name="connsiteX8-233" fmla="*/ 873683 w 1689541"/>
              <a:gd name="connsiteY8-234" fmla="*/ 21205 h 1877271"/>
              <a:gd name="connsiteX9-235" fmla="*/ 394951 w 1689541"/>
              <a:gd name="connsiteY9-236" fmla="*/ 534641 h 1877271"/>
              <a:gd name="connsiteX0-237" fmla="*/ 394949 w 1689541"/>
              <a:gd name="connsiteY0-238" fmla="*/ 534641 h 1877032"/>
              <a:gd name="connsiteX1-239" fmla="*/ 34597 w 1689541"/>
              <a:gd name="connsiteY1-240" fmla="*/ 940200 h 1877032"/>
              <a:gd name="connsiteX2-241" fmla="*/ 54054 w 1689541"/>
              <a:gd name="connsiteY2-242" fmla="*/ 1728260 h 1877032"/>
              <a:gd name="connsiteX3-243" fmla="*/ 385069 w 1689541"/>
              <a:gd name="connsiteY3-244" fmla="*/ 1877032 h 1877032"/>
              <a:gd name="connsiteX4-245" fmla="*/ 1612336 w 1689541"/>
              <a:gd name="connsiteY4-246" fmla="*/ 1747798 h 1877032"/>
              <a:gd name="connsiteX5-247" fmla="*/ 1555348 w 1689541"/>
              <a:gd name="connsiteY5-248" fmla="*/ 1257671 h 1877032"/>
              <a:gd name="connsiteX6-249" fmla="*/ 1503107 w 1689541"/>
              <a:gd name="connsiteY6-250" fmla="*/ 672856 h 1877032"/>
              <a:gd name="connsiteX7-251" fmla="*/ 1371521 w 1689541"/>
              <a:gd name="connsiteY7-252" fmla="*/ 154877 h 1877032"/>
              <a:gd name="connsiteX8-253" fmla="*/ 873681 w 1689541"/>
              <a:gd name="connsiteY8-254" fmla="*/ 21205 h 1877032"/>
              <a:gd name="connsiteX9-255" fmla="*/ 394949 w 1689541"/>
              <a:gd name="connsiteY9-256" fmla="*/ 534641 h 1877032"/>
              <a:gd name="connsiteX0-257" fmla="*/ 394949 w 1683795"/>
              <a:gd name="connsiteY0-258" fmla="*/ 534641 h 1877032"/>
              <a:gd name="connsiteX1-259" fmla="*/ 34597 w 1683795"/>
              <a:gd name="connsiteY1-260" fmla="*/ 940200 h 1877032"/>
              <a:gd name="connsiteX2-261" fmla="*/ 54054 w 1683795"/>
              <a:gd name="connsiteY2-262" fmla="*/ 1728260 h 1877032"/>
              <a:gd name="connsiteX3-263" fmla="*/ 385069 w 1683795"/>
              <a:gd name="connsiteY3-264" fmla="*/ 1877032 h 1877032"/>
              <a:gd name="connsiteX4-265" fmla="*/ 1605349 w 1683795"/>
              <a:gd name="connsiteY4-266" fmla="*/ 1798860 h 1877032"/>
              <a:gd name="connsiteX5-267" fmla="*/ 1555348 w 1683795"/>
              <a:gd name="connsiteY5-268" fmla="*/ 1257671 h 1877032"/>
              <a:gd name="connsiteX6-269" fmla="*/ 1503107 w 1683795"/>
              <a:gd name="connsiteY6-270" fmla="*/ 672856 h 1877032"/>
              <a:gd name="connsiteX7-271" fmla="*/ 1371521 w 1683795"/>
              <a:gd name="connsiteY7-272" fmla="*/ 154877 h 1877032"/>
              <a:gd name="connsiteX8-273" fmla="*/ 873681 w 1683795"/>
              <a:gd name="connsiteY8-274" fmla="*/ 21205 h 1877032"/>
              <a:gd name="connsiteX9-275" fmla="*/ 394949 w 1683795"/>
              <a:gd name="connsiteY9-276" fmla="*/ 534641 h 1877032"/>
              <a:gd name="connsiteX0-277" fmla="*/ 394949 w 1720794"/>
              <a:gd name="connsiteY0-278" fmla="*/ 534641 h 1877032"/>
              <a:gd name="connsiteX1-279" fmla="*/ 34597 w 1720794"/>
              <a:gd name="connsiteY1-280" fmla="*/ 940200 h 1877032"/>
              <a:gd name="connsiteX2-281" fmla="*/ 54054 w 1720794"/>
              <a:gd name="connsiteY2-282" fmla="*/ 1728260 h 1877032"/>
              <a:gd name="connsiteX3-283" fmla="*/ 385069 w 1720794"/>
              <a:gd name="connsiteY3-284" fmla="*/ 1877032 h 1877032"/>
              <a:gd name="connsiteX4-285" fmla="*/ 1605349 w 1720794"/>
              <a:gd name="connsiteY4-286" fmla="*/ 1798860 h 1877032"/>
              <a:gd name="connsiteX5-287" fmla="*/ 1555348 w 1720794"/>
              <a:gd name="connsiteY5-288" fmla="*/ 1257671 h 1877032"/>
              <a:gd name="connsiteX6-289" fmla="*/ 1503107 w 1720794"/>
              <a:gd name="connsiteY6-290" fmla="*/ 672856 h 1877032"/>
              <a:gd name="connsiteX7-291" fmla="*/ 1371521 w 1720794"/>
              <a:gd name="connsiteY7-292" fmla="*/ 154877 h 1877032"/>
              <a:gd name="connsiteX8-293" fmla="*/ 873681 w 1720794"/>
              <a:gd name="connsiteY8-294" fmla="*/ 21205 h 1877032"/>
              <a:gd name="connsiteX9-295" fmla="*/ 394949 w 1720794"/>
              <a:gd name="connsiteY9-296" fmla="*/ 534641 h 1877032"/>
              <a:gd name="connsiteX0-297" fmla="*/ 394949 w 1720794"/>
              <a:gd name="connsiteY0-298" fmla="*/ 534641 h 1877032"/>
              <a:gd name="connsiteX1-299" fmla="*/ 34597 w 1720794"/>
              <a:gd name="connsiteY1-300" fmla="*/ 940200 h 1877032"/>
              <a:gd name="connsiteX2-301" fmla="*/ 54054 w 1720794"/>
              <a:gd name="connsiteY2-302" fmla="*/ 1728260 h 1877032"/>
              <a:gd name="connsiteX3-303" fmla="*/ 385069 w 1720794"/>
              <a:gd name="connsiteY3-304" fmla="*/ 1877032 h 1877032"/>
              <a:gd name="connsiteX4-305" fmla="*/ 1605349 w 1720794"/>
              <a:gd name="connsiteY4-306" fmla="*/ 1798860 h 1877032"/>
              <a:gd name="connsiteX5-307" fmla="*/ 1555348 w 1720794"/>
              <a:gd name="connsiteY5-308" fmla="*/ 1257671 h 1877032"/>
              <a:gd name="connsiteX6-309" fmla="*/ 1503107 w 1720794"/>
              <a:gd name="connsiteY6-310" fmla="*/ 672856 h 1877032"/>
              <a:gd name="connsiteX7-311" fmla="*/ 1371521 w 1720794"/>
              <a:gd name="connsiteY7-312" fmla="*/ 154877 h 1877032"/>
              <a:gd name="connsiteX8-313" fmla="*/ 873681 w 1720794"/>
              <a:gd name="connsiteY8-314" fmla="*/ 21205 h 1877032"/>
              <a:gd name="connsiteX9-315" fmla="*/ 394949 w 1720794"/>
              <a:gd name="connsiteY9-316" fmla="*/ 534641 h 1877032"/>
              <a:gd name="connsiteX0-317" fmla="*/ 394949 w 1671512"/>
              <a:gd name="connsiteY0-318" fmla="*/ 534641 h 1877032"/>
              <a:gd name="connsiteX1-319" fmla="*/ 34597 w 1671512"/>
              <a:gd name="connsiteY1-320" fmla="*/ 940200 h 1877032"/>
              <a:gd name="connsiteX2-321" fmla="*/ 54054 w 1671512"/>
              <a:gd name="connsiteY2-322" fmla="*/ 1728260 h 1877032"/>
              <a:gd name="connsiteX3-323" fmla="*/ 385069 w 1671512"/>
              <a:gd name="connsiteY3-324" fmla="*/ 1877032 h 1877032"/>
              <a:gd name="connsiteX4-325" fmla="*/ 1605349 w 1671512"/>
              <a:gd name="connsiteY4-326" fmla="*/ 1798860 h 1877032"/>
              <a:gd name="connsiteX5-327" fmla="*/ 1555348 w 1671512"/>
              <a:gd name="connsiteY5-328" fmla="*/ 1257671 h 1877032"/>
              <a:gd name="connsiteX6-329" fmla="*/ 1503107 w 1671512"/>
              <a:gd name="connsiteY6-330" fmla="*/ 672856 h 1877032"/>
              <a:gd name="connsiteX7-331" fmla="*/ 1371521 w 1671512"/>
              <a:gd name="connsiteY7-332" fmla="*/ 154877 h 1877032"/>
              <a:gd name="connsiteX8-333" fmla="*/ 873681 w 1671512"/>
              <a:gd name="connsiteY8-334" fmla="*/ 21205 h 1877032"/>
              <a:gd name="connsiteX9-335" fmla="*/ 394949 w 1671512"/>
              <a:gd name="connsiteY9-336" fmla="*/ 534641 h 1877032"/>
              <a:gd name="connsiteX0-337" fmla="*/ 394949 w 1677296"/>
              <a:gd name="connsiteY0-338" fmla="*/ 534641 h 1877032"/>
              <a:gd name="connsiteX1-339" fmla="*/ 34597 w 1677296"/>
              <a:gd name="connsiteY1-340" fmla="*/ 940200 h 1877032"/>
              <a:gd name="connsiteX2-341" fmla="*/ 54054 w 1677296"/>
              <a:gd name="connsiteY2-342" fmla="*/ 1728260 h 1877032"/>
              <a:gd name="connsiteX3-343" fmla="*/ 385069 w 1677296"/>
              <a:gd name="connsiteY3-344" fmla="*/ 1877032 h 1877032"/>
              <a:gd name="connsiteX4-345" fmla="*/ 1612334 w 1677296"/>
              <a:gd name="connsiteY4-346" fmla="*/ 1840637 h 1877032"/>
              <a:gd name="connsiteX5-347" fmla="*/ 1555348 w 1677296"/>
              <a:gd name="connsiteY5-348" fmla="*/ 1257671 h 1877032"/>
              <a:gd name="connsiteX6-349" fmla="*/ 1503107 w 1677296"/>
              <a:gd name="connsiteY6-350" fmla="*/ 672856 h 1877032"/>
              <a:gd name="connsiteX7-351" fmla="*/ 1371521 w 1677296"/>
              <a:gd name="connsiteY7-352" fmla="*/ 154877 h 1877032"/>
              <a:gd name="connsiteX8-353" fmla="*/ 873681 w 1677296"/>
              <a:gd name="connsiteY8-354" fmla="*/ 21205 h 1877032"/>
              <a:gd name="connsiteX9-355" fmla="*/ 394949 w 1677296"/>
              <a:gd name="connsiteY9-356" fmla="*/ 534641 h 1877032"/>
              <a:gd name="connsiteX0-357" fmla="*/ 394949 w 1677298"/>
              <a:gd name="connsiteY0-358" fmla="*/ 534641 h 1877032"/>
              <a:gd name="connsiteX1-359" fmla="*/ 34597 w 1677298"/>
              <a:gd name="connsiteY1-360" fmla="*/ 940200 h 1877032"/>
              <a:gd name="connsiteX2-361" fmla="*/ 54054 w 1677298"/>
              <a:gd name="connsiteY2-362" fmla="*/ 1728260 h 1877032"/>
              <a:gd name="connsiteX3-363" fmla="*/ 385069 w 1677298"/>
              <a:gd name="connsiteY3-364" fmla="*/ 1877032 h 1877032"/>
              <a:gd name="connsiteX4-365" fmla="*/ 1612334 w 1677298"/>
              <a:gd name="connsiteY4-366" fmla="*/ 1840637 h 1877032"/>
              <a:gd name="connsiteX5-367" fmla="*/ 1555348 w 1677298"/>
              <a:gd name="connsiteY5-368" fmla="*/ 1257671 h 1877032"/>
              <a:gd name="connsiteX6-369" fmla="*/ 1503107 w 1677298"/>
              <a:gd name="connsiteY6-370" fmla="*/ 672856 h 1877032"/>
              <a:gd name="connsiteX7-371" fmla="*/ 1371521 w 1677298"/>
              <a:gd name="connsiteY7-372" fmla="*/ 154877 h 1877032"/>
              <a:gd name="connsiteX8-373" fmla="*/ 873681 w 1677298"/>
              <a:gd name="connsiteY8-374" fmla="*/ 21205 h 1877032"/>
              <a:gd name="connsiteX9-375" fmla="*/ 394949 w 1677298"/>
              <a:gd name="connsiteY9-376" fmla="*/ 534641 h 1877032"/>
              <a:gd name="connsiteX0-377" fmla="*/ 394949 w 1677296"/>
              <a:gd name="connsiteY0-378" fmla="*/ 534641 h 1904936"/>
              <a:gd name="connsiteX1-379" fmla="*/ 34597 w 1677296"/>
              <a:gd name="connsiteY1-380" fmla="*/ 940200 h 1904936"/>
              <a:gd name="connsiteX2-381" fmla="*/ 54054 w 1677296"/>
              <a:gd name="connsiteY2-382" fmla="*/ 1728260 h 1904936"/>
              <a:gd name="connsiteX3-383" fmla="*/ 385069 w 1677296"/>
              <a:gd name="connsiteY3-384" fmla="*/ 1877032 h 1904936"/>
              <a:gd name="connsiteX4-385" fmla="*/ 1612334 w 1677296"/>
              <a:gd name="connsiteY4-386" fmla="*/ 1840637 h 1904936"/>
              <a:gd name="connsiteX5-387" fmla="*/ 1555348 w 1677296"/>
              <a:gd name="connsiteY5-388" fmla="*/ 1257671 h 1904936"/>
              <a:gd name="connsiteX6-389" fmla="*/ 1503107 w 1677296"/>
              <a:gd name="connsiteY6-390" fmla="*/ 672856 h 1904936"/>
              <a:gd name="connsiteX7-391" fmla="*/ 1371521 w 1677296"/>
              <a:gd name="connsiteY7-392" fmla="*/ 154877 h 1904936"/>
              <a:gd name="connsiteX8-393" fmla="*/ 873681 w 1677296"/>
              <a:gd name="connsiteY8-394" fmla="*/ 21205 h 1904936"/>
              <a:gd name="connsiteX9-395" fmla="*/ 394949 w 1677296"/>
              <a:gd name="connsiteY9-396" fmla="*/ 534641 h 1904936"/>
              <a:gd name="connsiteX0-397" fmla="*/ 461539 w 1743887"/>
              <a:gd name="connsiteY0-398" fmla="*/ 534641 h 1904936"/>
              <a:gd name="connsiteX1-399" fmla="*/ 101187 w 1743887"/>
              <a:gd name="connsiteY1-400" fmla="*/ 940200 h 1904936"/>
              <a:gd name="connsiteX2-401" fmla="*/ 22840 w 1743887"/>
              <a:gd name="connsiteY2-402" fmla="*/ 1737812 h 1904936"/>
              <a:gd name="connsiteX3-403" fmla="*/ 451659 w 1743887"/>
              <a:gd name="connsiteY3-404" fmla="*/ 1877032 h 1904936"/>
              <a:gd name="connsiteX4-405" fmla="*/ 1678924 w 1743887"/>
              <a:gd name="connsiteY4-406" fmla="*/ 1840637 h 1904936"/>
              <a:gd name="connsiteX5-407" fmla="*/ 1621938 w 1743887"/>
              <a:gd name="connsiteY5-408" fmla="*/ 1257671 h 1904936"/>
              <a:gd name="connsiteX6-409" fmla="*/ 1569697 w 1743887"/>
              <a:gd name="connsiteY6-410" fmla="*/ 672856 h 1904936"/>
              <a:gd name="connsiteX7-411" fmla="*/ 1438111 w 1743887"/>
              <a:gd name="connsiteY7-412" fmla="*/ 154877 h 1904936"/>
              <a:gd name="connsiteX8-413" fmla="*/ 940271 w 1743887"/>
              <a:gd name="connsiteY8-414" fmla="*/ 21205 h 1904936"/>
              <a:gd name="connsiteX9-415" fmla="*/ 461539 w 1743887"/>
              <a:gd name="connsiteY9-416" fmla="*/ 534641 h 1904936"/>
              <a:gd name="connsiteX0-417" fmla="*/ 452050 w 1756359"/>
              <a:gd name="connsiteY0-418" fmla="*/ 534641 h 1891359"/>
              <a:gd name="connsiteX1-419" fmla="*/ 91698 w 1756359"/>
              <a:gd name="connsiteY1-420" fmla="*/ 940200 h 1891359"/>
              <a:gd name="connsiteX2-421" fmla="*/ 13351 w 1756359"/>
              <a:gd name="connsiteY2-422" fmla="*/ 1737812 h 1891359"/>
              <a:gd name="connsiteX3-423" fmla="*/ 309435 w 1756359"/>
              <a:gd name="connsiteY3-424" fmla="*/ 1891359 h 1891359"/>
              <a:gd name="connsiteX4-425" fmla="*/ 1669435 w 1756359"/>
              <a:gd name="connsiteY4-426" fmla="*/ 1840637 h 1891359"/>
              <a:gd name="connsiteX5-427" fmla="*/ 1612449 w 1756359"/>
              <a:gd name="connsiteY5-428" fmla="*/ 1257671 h 1891359"/>
              <a:gd name="connsiteX6-429" fmla="*/ 1560208 w 1756359"/>
              <a:gd name="connsiteY6-430" fmla="*/ 672856 h 1891359"/>
              <a:gd name="connsiteX7-431" fmla="*/ 1428622 w 1756359"/>
              <a:gd name="connsiteY7-432" fmla="*/ 154877 h 1891359"/>
              <a:gd name="connsiteX8-433" fmla="*/ 930782 w 1756359"/>
              <a:gd name="connsiteY8-434" fmla="*/ 21205 h 1891359"/>
              <a:gd name="connsiteX9-435" fmla="*/ 452050 w 1756359"/>
              <a:gd name="connsiteY9-436" fmla="*/ 534641 h 1891359"/>
              <a:gd name="connsiteX0-437" fmla="*/ 452050 w 1756257"/>
              <a:gd name="connsiteY0-438" fmla="*/ 534641 h 1891359"/>
              <a:gd name="connsiteX1-439" fmla="*/ 91698 w 1756257"/>
              <a:gd name="connsiteY1-440" fmla="*/ 940200 h 1891359"/>
              <a:gd name="connsiteX2-441" fmla="*/ 13351 w 1756257"/>
              <a:gd name="connsiteY2-442" fmla="*/ 1737812 h 1891359"/>
              <a:gd name="connsiteX3-443" fmla="*/ 309435 w 1756257"/>
              <a:gd name="connsiteY3-444" fmla="*/ 1891359 h 1891359"/>
              <a:gd name="connsiteX4-445" fmla="*/ 1669435 w 1756257"/>
              <a:gd name="connsiteY4-446" fmla="*/ 1840637 h 1891359"/>
              <a:gd name="connsiteX5-447" fmla="*/ 1612449 w 1756257"/>
              <a:gd name="connsiteY5-448" fmla="*/ 1257671 h 1891359"/>
              <a:gd name="connsiteX6-449" fmla="*/ 1563496 w 1756257"/>
              <a:gd name="connsiteY6-450" fmla="*/ 959631 h 1891359"/>
              <a:gd name="connsiteX7-451" fmla="*/ 1560208 w 1756257"/>
              <a:gd name="connsiteY7-452" fmla="*/ 672856 h 1891359"/>
              <a:gd name="connsiteX8-453" fmla="*/ 1428622 w 1756257"/>
              <a:gd name="connsiteY8-454" fmla="*/ 154877 h 1891359"/>
              <a:gd name="connsiteX9-455" fmla="*/ 930782 w 1756257"/>
              <a:gd name="connsiteY9-456" fmla="*/ 21205 h 1891359"/>
              <a:gd name="connsiteX10" fmla="*/ 452050 w 1756257"/>
              <a:gd name="connsiteY10" fmla="*/ 534641 h 1891359"/>
              <a:gd name="connsiteX0-457" fmla="*/ 452050 w 1764590"/>
              <a:gd name="connsiteY0-458" fmla="*/ 534641 h 1891359"/>
              <a:gd name="connsiteX1-459" fmla="*/ 91698 w 1764590"/>
              <a:gd name="connsiteY1-460" fmla="*/ 940200 h 1891359"/>
              <a:gd name="connsiteX2-461" fmla="*/ 13351 w 1764590"/>
              <a:gd name="connsiteY2-462" fmla="*/ 1737812 h 1891359"/>
              <a:gd name="connsiteX3-463" fmla="*/ 309435 w 1764590"/>
              <a:gd name="connsiteY3-464" fmla="*/ 1891359 h 1891359"/>
              <a:gd name="connsiteX4-465" fmla="*/ 1669435 w 1764590"/>
              <a:gd name="connsiteY4-466" fmla="*/ 1840637 h 1891359"/>
              <a:gd name="connsiteX5-467" fmla="*/ 1612449 w 1764590"/>
              <a:gd name="connsiteY5-468" fmla="*/ 1257671 h 1891359"/>
              <a:gd name="connsiteX6-469" fmla="*/ 1309780 w 1764590"/>
              <a:gd name="connsiteY6-470" fmla="*/ 1046341 h 1891359"/>
              <a:gd name="connsiteX7-471" fmla="*/ 1560208 w 1764590"/>
              <a:gd name="connsiteY7-472" fmla="*/ 672856 h 1891359"/>
              <a:gd name="connsiteX8-473" fmla="*/ 1428622 w 1764590"/>
              <a:gd name="connsiteY8-474" fmla="*/ 154877 h 1891359"/>
              <a:gd name="connsiteX9-475" fmla="*/ 930782 w 1764590"/>
              <a:gd name="connsiteY9-476" fmla="*/ 21205 h 1891359"/>
              <a:gd name="connsiteX10-477" fmla="*/ 452050 w 1764590"/>
              <a:gd name="connsiteY10-478" fmla="*/ 534641 h 1891359"/>
              <a:gd name="connsiteX0-479" fmla="*/ 452050 w 1764592"/>
              <a:gd name="connsiteY0-480" fmla="*/ 534641 h 1891359"/>
              <a:gd name="connsiteX1-481" fmla="*/ 91698 w 1764592"/>
              <a:gd name="connsiteY1-482" fmla="*/ 940200 h 1891359"/>
              <a:gd name="connsiteX2-483" fmla="*/ 13351 w 1764592"/>
              <a:gd name="connsiteY2-484" fmla="*/ 1737812 h 1891359"/>
              <a:gd name="connsiteX3-485" fmla="*/ 309435 w 1764592"/>
              <a:gd name="connsiteY3-486" fmla="*/ 1891359 h 1891359"/>
              <a:gd name="connsiteX4-487" fmla="*/ 1669435 w 1764592"/>
              <a:gd name="connsiteY4-488" fmla="*/ 1840637 h 1891359"/>
              <a:gd name="connsiteX5-489" fmla="*/ 1612449 w 1764592"/>
              <a:gd name="connsiteY5-490" fmla="*/ 1257671 h 1891359"/>
              <a:gd name="connsiteX6-491" fmla="*/ 1309780 w 1764592"/>
              <a:gd name="connsiteY6-492" fmla="*/ 1046341 h 1891359"/>
              <a:gd name="connsiteX7-493" fmla="*/ 1560208 w 1764592"/>
              <a:gd name="connsiteY7-494" fmla="*/ 672856 h 1891359"/>
              <a:gd name="connsiteX8-495" fmla="*/ 1428622 w 1764592"/>
              <a:gd name="connsiteY8-496" fmla="*/ 154877 h 1891359"/>
              <a:gd name="connsiteX9-497" fmla="*/ 930782 w 1764592"/>
              <a:gd name="connsiteY9-498" fmla="*/ 21205 h 1891359"/>
              <a:gd name="connsiteX10-499" fmla="*/ 452050 w 1764592"/>
              <a:gd name="connsiteY10-500" fmla="*/ 534641 h 1891359"/>
              <a:gd name="connsiteX0-501" fmla="*/ 452050 w 1764590"/>
              <a:gd name="connsiteY0-502" fmla="*/ 534641 h 1891359"/>
              <a:gd name="connsiteX1-503" fmla="*/ 91698 w 1764590"/>
              <a:gd name="connsiteY1-504" fmla="*/ 940200 h 1891359"/>
              <a:gd name="connsiteX2-505" fmla="*/ 13351 w 1764590"/>
              <a:gd name="connsiteY2-506" fmla="*/ 1737812 h 1891359"/>
              <a:gd name="connsiteX3-507" fmla="*/ 309435 w 1764590"/>
              <a:gd name="connsiteY3-508" fmla="*/ 1891359 h 1891359"/>
              <a:gd name="connsiteX4-509" fmla="*/ 1669435 w 1764590"/>
              <a:gd name="connsiteY4-510" fmla="*/ 1840637 h 1891359"/>
              <a:gd name="connsiteX5-511" fmla="*/ 1612449 w 1764590"/>
              <a:gd name="connsiteY5-512" fmla="*/ 1257671 h 1891359"/>
              <a:gd name="connsiteX6-513" fmla="*/ 1309780 w 1764590"/>
              <a:gd name="connsiteY6-514" fmla="*/ 1046341 h 1891359"/>
              <a:gd name="connsiteX7-515" fmla="*/ 1560208 w 1764590"/>
              <a:gd name="connsiteY7-516" fmla="*/ 672856 h 1891359"/>
              <a:gd name="connsiteX8-517" fmla="*/ 1428622 w 1764590"/>
              <a:gd name="connsiteY8-518" fmla="*/ 154877 h 1891359"/>
              <a:gd name="connsiteX9-519" fmla="*/ 930782 w 1764590"/>
              <a:gd name="connsiteY9-520" fmla="*/ 21205 h 1891359"/>
              <a:gd name="connsiteX10-521" fmla="*/ 452050 w 1764590"/>
              <a:gd name="connsiteY10-522" fmla="*/ 534641 h 1891359"/>
              <a:gd name="connsiteX0-523" fmla="*/ 452050 w 1792731"/>
              <a:gd name="connsiteY0-524" fmla="*/ 534641 h 1891359"/>
              <a:gd name="connsiteX1-525" fmla="*/ 91698 w 1792731"/>
              <a:gd name="connsiteY1-526" fmla="*/ 940200 h 1891359"/>
              <a:gd name="connsiteX2-527" fmla="*/ 13351 w 1792731"/>
              <a:gd name="connsiteY2-528" fmla="*/ 1737812 h 1891359"/>
              <a:gd name="connsiteX3-529" fmla="*/ 309435 w 1792731"/>
              <a:gd name="connsiteY3-530" fmla="*/ 1891359 h 1891359"/>
              <a:gd name="connsiteX4-531" fmla="*/ 1669435 w 1792731"/>
              <a:gd name="connsiteY4-532" fmla="*/ 1840637 h 1891359"/>
              <a:gd name="connsiteX5-533" fmla="*/ 1688563 w 1792731"/>
              <a:gd name="connsiteY5-534" fmla="*/ 1292355 h 1891359"/>
              <a:gd name="connsiteX6-535" fmla="*/ 1309780 w 1792731"/>
              <a:gd name="connsiteY6-536" fmla="*/ 1046341 h 1891359"/>
              <a:gd name="connsiteX7-537" fmla="*/ 1560208 w 1792731"/>
              <a:gd name="connsiteY7-538" fmla="*/ 672856 h 1891359"/>
              <a:gd name="connsiteX8-539" fmla="*/ 1428622 w 1792731"/>
              <a:gd name="connsiteY8-540" fmla="*/ 154877 h 1891359"/>
              <a:gd name="connsiteX9-541" fmla="*/ 930782 w 1792731"/>
              <a:gd name="connsiteY9-542" fmla="*/ 21205 h 1891359"/>
              <a:gd name="connsiteX10-543" fmla="*/ 452050 w 1792731"/>
              <a:gd name="connsiteY10-544" fmla="*/ 534641 h 1891359"/>
              <a:gd name="connsiteX0-545" fmla="*/ 452050 w 1814809"/>
              <a:gd name="connsiteY0-546" fmla="*/ 534641 h 1891359"/>
              <a:gd name="connsiteX1-547" fmla="*/ 91698 w 1814809"/>
              <a:gd name="connsiteY1-548" fmla="*/ 940200 h 1891359"/>
              <a:gd name="connsiteX2-549" fmla="*/ 13351 w 1814809"/>
              <a:gd name="connsiteY2-550" fmla="*/ 1737812 h 1891359"/>
              <a:gd name="connsiteX3-551" fmla="*/ 309435 w 1814809"/>
              <a:gd name="connsiteY3-552" fmla="*/ 1891359 h 1891359"/>
              <a:gd name="connsiteX4-553" fmla="*/ 1669435 w 1814809"/>
              <a:gd name="connsiteY4-554" fmla="*/ 1840637 h 1891359"/>
              <a:gd name="connsiteX5-555" fmla="*/ 1688563 w 1814809"/>
              <a:gd name="connsiteY5-556" fmla="*/ 1292355 h 1891359"/>
              <a:gd name="connsiteX6-557" fmla="*/ 1309780 w 1814809"/>
              <a:gd name="connsiteY6-558" fmla="*/ 1046341 h 1891359"/>
              <a:gd name="connsiteX7-559" fmla="*/ 1560208 w 1814809"/>
              <a:gd name="connsiteY7-560" fmla="*/ 672856 h 1891359"/>
              <a:gd name="connsiteX8-561" fmla="*/ 1428622 w 1814809"/>
              <a:gd name="connsiteY8-562" fmla="*/ 154877 h 1891359"/>
              <a:gd name="connsiteX9-563" fmla="*/ 930782 w 1814809"/>
              <a:gd name="connsiteY9-564" fmla="*/ 21205 h 1891359"/>
              <a:gd name="connsiteX10-565" fmla="*/ 452050 w 1814809"/>
              <a:gd name="connsiteY10-566" fmla="*/ 534641 h 1891359"/>
              <a:gd name="connsiteX0-567" fmla="*/ 452050 w 1814809"/>
              <a:gd name="connsiteY0-568" fmla="*/ 534641 h 1891359"/>
              <a:gd name="connsiteX1-569" fmla="*/ 91698 w 1814809"/>
              <a:gd name="connsiteY1-570" fmla="*/ 940200 h 1891359"/>
              <a:gd name="connsiteX2-571" fmla="*/ 13351 w 1814809"/>
              <a:gd name="connsiteY2-572" fmla="*/ 1737812 h 1891359"/>
              <a:gd name="connsiteX3-573" fmla="*/ 309435 w 1814809"/>
              <a:gd name="connsiteY3-574" fmla="*/ 1891359 h 1891359"/>
              <a:gd name="connsiteX4-575" fmla="*/ 1669435 w 1814809"/>
              <a:gd name="connsiteY4-576" fmla="*/ 1840637 h 1891359"/>
              <a:gd name="connsiteX5-577" fmla="*/ 1688563 w 1814809"/>
              <a:gd name="connsiteY5-578" fmla="*/ 1292355 h 1891359"/>
              <a:gd name="connsiteX6-579" fmla="*/ 1309780 w 1814809"/>
              <a:gd name="connsiteY6-580" fmla="*/ 1046341 h 1891359"/>
              <a:gd name="connsiteX7-581" fmla="*/ 1619996 w 1814809"/>
              <a:gd name="connsiteY7-582" fmla="*/ 526399 h 1891359"/>
              <a:gd name="connsiteX8-583" fmla="*/ 1428622 w 1814809"/>
              <a:gd name="connsiteY8-584" fmla="*/ 154877 h 1891359"/>
              <a:gd name="connsiteX9-585" fmla="*/ 930782 w 1814809"/>
              <a:gd name="connsiteY9-586" fmla="*/ 21205 h 1891359"/>
              <a:gd name="connsiteX10-587" fmla="*/ 452050 w 1814809"/>
              <a:gd name="connsiteY10-588" fmla="*/ 534641 h 1891359"/>
              <a:gd name="connsiteX0-589" fmla="*/ 452050 w 1814809"/>
              <a:gd name="connsiteY0-590" fmla="*/ 542872 h 1899590"/>
              <a:gd name="connsiteX1-591" fmla="*/ 91698 w 1814809"/>
              <a:gd name="connsiteY1-592" fmla="*/ 948431 h 1899590"/>
              <a:gd name="connsiteX2-593" fmla="*/ 13351 w 1814809"/>
              <a:gd name="connsiteY2-594" fmla="*/ 1746043 h 1899590"/>
              <a:gd name="connsiteX3-595" fmla="*/ 309435 w 1814809"/>
              <a:gd name="connsiteY3-596" fmla="*/ 1899590 h 1899590"/>
              <a:gd name="connsiteX4-597" fmla="*/ 1669435 w 1814809"/>
              <a:gd name="connsiteY4-598" fmla="*/ 1848868 h 1899590"/>
              <a:gd name="connsiteX5-599" fmla="*/ 1688563 w 1814809"/>
              <a:gd name="connsiteY5-600" fmla="*/ 1300586 h 1899590"/>
              <a:gd name="connsiteX6-601" fmla="*/ 1309780 w 1814809"/>
              <a:gd name="connsiteY6-602" fmla="*/ 1054572 h 1899590"/>
              <a:gd name="connsiteX7-603" fmla="*/ 1619996 w 1814809"/>
              <a:gd name="connsiteY7-604" fmla="*/ 534630 h 1899590"/>
              <a:gd name="connsiteX8-605" fmla="*/ 1488411 w 1814809"/>
              <a:gd name="connsiteY8-606" fmla="*/ 129049 h 1899590"/>
              <a:gd name="connsiteX9-607" fmla="*/ 930782 w 1814809"/>
              <a:gd name="connsiteY9-608" fmla="*/ 29436 h 1899590"/>
              <a:gd name="connsiteX10-609" fmla="*/ 452050 w 1814809"/>
              <a:gd name="connsiteY10-610" fmla="*/ 542872 h 1899590"/>
              <a:gd name="connsiteX0-611" fmla="*/ 452050 w 1814809"/>
              <a:gd name="connsiteY0-612" fmla="*/ 540513 h 1897231"/>
              <a:gd name="connsiteX1-613" fmla="*/ 91698 w 1814809"/>
              <a:gd name="connsiteY1-614" fmla="*/ 946072 h 1897231"/>
              <a:gd name="connsiteX2-615" fmla="*/ 13351 w 1814809"/>
              <a:gd name="connsiteY2-616" fmla="*/ 1743684 h 1897231"/>
              <a:gd name="connsiteX3-617" fmla="*/ 309435 w 1814809"/>
              <a:gd name="connsiteY3-618" fmla="*/ 1897231 h 1897231"/>
              <a:gd name="connsiteX4-619" fmla="*/ 1669435 w 1814809"/>
              <a:gd name="connsiteY4-620" fmla="*/ 1846509 h 1897231"/>
              <a:gd name="connsiteX5-621" fmla="*/ 1688563 w 1814809"/>
              <a:gd name="connsiteY5-622" fmla="*/ 1298227 h 1897231"/>
              <a:gd name="connsiteX6-623" fmla="*/ 1309780 w 1814809"/>
              <a:gd name="connsiteY6-624" fmla="*/ 1052213 h 1897231"/>
              <a:gd name="connsiteX7-625" fmla="*/ 1619996 w 1814809"/>
              <a:gd name="connsiteY7-626" fmla="*/ 532271 h 1897231"/>
              <a:gd name="connsiteX8-627" fmla="*/ 1488411 w 1814809"/>
              <a:gd name="connsiteY8-628" fmla="*/ 126690 h 1897231"/>
              <a:gd name="connsiteX9-629" fmla="*/ 930782 w 1814809"/>
              <a:gd name="connsiteY9-630" fmla="*/ 27077 h 1897231"/>
              <a:gd name="connsiteX10-631" fmla="*/ 452050 w 1814809"/>
              <a:gd name="connsiteY10-632" fmla="*/ 540513 h 1897231"/>
              <a:gd name="connsiteX0-633" fmla="*/ 452050 w 1814809"/>
              <a:gd name="connsiteY0-634" fmla="*/ 540513 h 1897231"/>
              <a:gd name="connsiteX1-635" fmla="*/ 91698 w 1814809"/>
              <a:gd name="connsiteY1-636" fmla="*/ 946072 h 1897231"/>
              <a:gd name="connsiteX2-637" fmla="*/ 13351 w 1814809"/>
              <a:gd name="connsiteY2-638" fmla="*/ 1743684 h 1897231"/>
              <a:gd name="connsiteX3-639" fmla="*/ 309435 w 1814809"/>
              <a:gd name="connsiteY3-640" fmla="*/ 1897231 h 1897231"/>
              <a:gd name="connsiteX4-641" fmla="*/ 1669435 w 1814809"/>
              <a:gd name="connsiteY4-642" fmla="*/ 1846509 h 1897231"/>
              <a:gd name="connsiteX5-643" fmla="*/ 1688563 w 1814809"/>
              <a:gd name="connsiteY5-644" fmla="*/ 1298227 h 1897231"/>
              <a:gd name="connsiteX6-645" fmla="*/ 1309780 w 1814809"/>
              <a:gd name="connsiteY6-646" fmla="*/ 1052213 h 1897231"/>
              <a:gd name="connsiteX7-647" fmla="*/ 1619996 w 1814809"/>
              <a:gd name="connsiteY7-648" fmla="*/ 532271 h 1897231"/>
              <a:gd name="connsiteX8-649" fmla="*/ 1488411 w 1814809"/>
              <a:gd name="connsiteY8-650" fmla="*/ 126690 h 1897231"/>
              <a:gd name="connsiteX9-651" fmla="*/ 930782 w 1814809"/>
              <a:gd name="connsiteY9-652" fmla="*/ 27077 h 1897231"/>
              <a:gd name="connsiteX10-653" fmla="*/ 452050 w 1814809"/>
              <a:gd name="connsiteY10-654" fmla="*/ 540513 h 1897231"/>
              <a:gd name="connsiteX0-655" fmla="*/ 288567 w 1811701"/>
              <a:gd name="connsiteY0-656" fmla="*/ 555674 h 1898251"/>
              <a:gd name="connsiteX1-657" fmla="*/ 88590 w 1811701"/>
              <a:gd name="connsiteY1-658" fmla="*/ 947092 h 1898251"/>
              <a:gd name="connsiteX2-659" fmla="*/ 10243 w 1811701"/>
              <a:gd name="connsiteY2-660" fmla="*/ 1744704 h 1898251"/>
              <a:gd name="connsiteX3-661" fmla="*/ 306327 w 1811701"/>
              <a:gd name="connsiteY3-662" fmla="*/ 1898251 h 1898251"/>
              <a:gd name="connsiteX4-663" fmla="*/ 1666327 w 1811701"/>
              <a:gd name="connsiteY4-664" fmla="*/ 1847529 h 1898251"/>
              <a:gd name="connsiteX5-665" fmla="*/ 1685455 w 1811701"/>
              <a:gd name="connsiteY5-666" fmla="*/ 1299247 h 1898251"/>
              <a:gd name="connsiteX6-667" fmla="*/ 1306672 w 1811701"/>
              <a:gd name="connsiteY6-668" fmla="*/ 1053233 h 1898251"/>
              <a:gd name="connsiteX7-669" fmla="*/ 1616888 w 1811701"/>
              <a:gd name="connsiteY7-670" fmla="*/ 533291 h 1898251"/>
              <a:gd name="connsiteX8-671" fmla="*/ 1485303 w 1811701"/>
              <a:gd name="connsiteY8-672" fmla="*/ 127710 h 1898251"/>
              <a:gd name="connsiteX9-673" fmla="*/ 927674 w 1811701"/>
              <a:gd name="connsiteY9-674" fmla="*/ 28097 h 1898251"/>
              <a:gd name="connsiteX10-675" fmla="*/ 288567 w 1811701"/>
              <a:gd name="connsiteY10-676" fmla="*/ 555674 h 1898251"/>
              <a:gd name="connsiteX0-677" fmla="*/ 288567 w 1811701"/>
              <a:gd name="connsiteY0-678" fmla="*/ 479828 h 1822405"/>
              <a:gd name="connsiteX1-679" fmla="*/ 88590 w 1811701"/>
              <a:gd name="connsiteY1-680" fmla="*/ 871246 h 1822405"/>
              <a:gd name="connsiteX2-681" fmla="*/ 10243 w 1811701"/>
              <a:gd name="connsiteY2-682" fmla="*/ 1668858 h 1822405"/>
              <a:gd name="connsiteX3-683" fmla="*/ 306327 w 1811701"/>
              <a:gd name="connsiteY3-684" fmla="*/ 1822405 h 1822405"/>
              <a:gd name="connsiteX4-685" fmla="*/ 1666327 w 1811701"/>
              <a:gd name="connsiteY4-686" fmla="*/ 1771683 h 1822405"/>
              <a:gd name="connsiteX5-687" fmla="*/ 1685455 w 1811701"/>
              <a:gd name="connsiteY5-688" fmla="*/ 1223401 h 1822405"/>
              <a:gd name="connsiteX6-689" fmla="*/ 1306672 w 1811701"/>
              <a:gd name="connsiteY6-690" fmla="*/ 977387 h 1822405"/>
              <a:gd name="connsiteX7-691" fmla="*/ 1616888 w 1811701"/>
              <a:gd name="connsiteY7-692" fmla="*/ 457445 h 1822405"/>
              <a:gd name="connsiteX8-693" fmla="*/ 1485303 w 1811701"/>
              <a:gd name="connsiteY8-694" fmla="*/ 51864 h 1822405"/>
              <a:gd name="connsiteX9-695" fmla="*/ 895599 w 1811701"/>
              <a:gd name="connsiteY9-696" fmla="*/ 79530 h 1822405"/>
              <a:gd name="connsiteX10-697" fmla="*/ 288567 w 1811701"/>
              <a:gd name="connsiteY10-698" fmla="*/ 479828 h 1822405"/>
              <a:gd name="connsiteX0-699" fmla="*/ 288567 w 1811701"/>
              <a:gd name="connsiteY0-700" fmla="*/ 419258 h 1761835"/>
              <a:gd name="connsiteX1-701" fmla="*/ 88590 w 1811701"/>
              <a:gd name="connsiteY1-702" fmla="*/ 810676 h 1761835"/>
              <a:gd name="connsiteX2-703" fmla="*/ 10243 w 1811701"/>
              <a:gd name="connsiteY2-704" fmla="*/ 1608288 h 1761835"/>
              <a:gd name="connsiteX3-705" fmla="*/ 306327 w 1811701"/>
              <a:gd name="connsiteY3-706" fmla="*/ 1761835 h 1761835"/>
              <a:gd name="connsiteX4-707" fmla="*/ 1666327 w 1811701"/>
              <a:gd name="connsiteY4-708" fmla="*/ 1711113 h 1761835"/>
              <a:gd name="connsiteX5-709" fmla="*/ 1685455 w 1811701"/>
              <a:gd name="connsiteY5-710" fmla="*/ 1162831 h 1761835"/>
              <a:gd name="connsiteX6-711" fmla="*/ 1306672 w 1811701"/>
              <a:gd name="connsiteY6-712" fmla="*/ 916817 h 1761835"/>
              <a:gd name="connsiteX7-713" fmla="*/ 1616888 w 1811701"/>
              <a:gd name="connsiteY7-714" fmla="*/ 396875 h 1761835"/>
              <a:gd name="connsiteX8-715" fmla="*/ 1373040 w 1811701"/>
              <a:gd name="connsiteY8-716" fmla="*/ 118574 h 1761835"/>
              <a:gd name="connsiteX9-717" fmla="*/ 895599 w 1811701"/>
              <a:gd name="connsiteY9-718" fmla="*/ 18960 h 1761835"/>
              <a:gd name="connsiteX10-719" fmla="*/ 288567 w 1811701"/>
              <a:gd name="connsiteY10-720" fmla="*/ 419258 h 1761835"/>
              <a:gd name="connsiteX0-721" fmla="*/ 288567 w 1811701"/>
              <a:gd name="connsiteY0-722" fmla="*/ 419258 h 1761835"/>
              <a:gd name="connsiteX1-723" fmla="*/ 88590 w 1811701"/>
              <a:gd name="connsiteY1-724" fmla="*/ 810676 h 1761835"/>
              <a:gd name="connsiteX2-725" fmla="*/ 10243 w 1811701"/>
              <a:gd name="connsiteY2-726" fmla="*/ 1608288 h 1761835"/>
              <a:gd name="connsiteX3-727" fmla="*/ 306327 w 1811701"/>
              <a:gd name="connsiteY3-728" fmla="*/ 1761835 h 1761835"/>
              <a:gd name="connsiteX4-729" fmla="*/ 1666327 w 1811701"/>
              <a:gd name="connsiteY4-730" fmla="*/ 1711113 h 1761835"/>
              <a:gd name="connsiteX5-731" fmla="*/ 1685455 w 1811701"/>
              <a:gd name="connsiteY5-732" fmla="*/ 1162831 h 1761835"/>
              <a:gd name="connsiteX6-733" fmla="*/ 1306672 w 1811701"/>
              <a:gd name="connsiteY6-734" fmla="*/ 916817 h 1761835"/>
              <a:gd name="connsiteX7-735" fmla="*/ 1584814 w 1811701"/>
              <a:gd name="connsiteY7-736" fmla="*/ 510012 h 1761835"/>
              <a:gd name="connsiteX8-737" fmla="*/ 1373040 w 1811701"/>
              <a:gd name="connsiteY8-738" fmla="*/ 118574 h 1761835"/>
              <a:gd name="connsiteX9-739" fmla="*/ 895599 w 1811701"/>
              <a:gd name="connsiteY9-740" fmla="*/ 18960 h 1761835"/>
              <a:gd name="connsiteX10-741" fmla="*/ 288567 w 1811701"/>
              <a:gd name="connsiteY10-742" fmla="*/ 419258 h 1761835"/>
              <a:gd name="connsiteX0-743" fmla="*/ 288567 w 1770444"/>
              <a:gd name="connsiteY0-744" fmla="*/ 419258 h 1761835"/>
              <a:gd name="connsiteX1-745" fmla="*/ 88590 w 1770444"/>
              <a:gd name="connsiteY1-746" fmla="*/ 810676 h 1761835"/>
              <a:gd name="connsiteX2-747" fmla="*/ 10243 w 1770444"/>
              <a:gd name="connsiteY2-748" fmla="*/ 1608288 h 1761835"/>
              <a:gd name="connsiteX3-749" fmla="*/ 306327 w 1770444"/>
              <a:gd name="connsiteY3-750" fmla="*/ 1761835 h 1761835"/>
              <a:gd name="connsiteX4-751" fmla="*/ 1666327 w 1770444"/>
              <a:gd name="connsiteY4-752" fmla="*/ 1711113 h 1761835"/>
              <a:gd name="connsiteX5-753" fmla="*/ 1589229 w 1770444"/>
              <a:gd name="connsiteY5-754" fmla="*/ 1176973 h 1761835"/>
              <a:gd name="connsiteX6-755" fmla="*/ 1306672 w 1770444"/>
              <a:gd name="connsiteY6-756" fmla="*/ 916817 h 1761835"/>
              <a:gd name="connsiteX7-757" fmla="*/ 1584814 w 1770444"/>
              <a:gd name="connsiteY7-758" fmla="*/ 510012 h 1761835"/>
              <a:gd name="connsiteX8-759" fmla="*/ 1373040 w 1770444"/>
              <a:gd name="connsiteY8-760" fmla="*/ 118574 h 1761835"/>
              <a:gd name="connsiteX9-761" fmla="*/ 895599 w 1770444"/>
              <a:gd name="connsiteY9-762" fmla="*/ 18960 h 1761835"/>
              <a:gd name="connsiteX10-763" fmla="*/ 288567 w 1770444"/>
              <a:gd name="connsiteY10-764" fmla="*/ 419258 h 1761835"/>
              <a:gd name="connsiteX0-765" fmla="*/ 288567 w 1592514"/>
              <a:gd name="connsiteY0-766" fmla="*/ 419258 h 1863058"/>
              <a:gd name="connsiteX1-767" fmla="*/ 88590 w 1592514"/>
              <a:gd name="connsiteY1-768" fmla="*/ 810676 h 1863058"/>
              <a:gd name="connsiteX2-769" fmla="*/ 10243 w 1592514"/>
              <a:gd name="connsiteY2-770" fmla="*/ 1608288 h 1863058"/>
              <a:gd name="connsiteX3-771" fmla="*/ 306327 w 1592514"/>
              <a:gd name="connsiteY3-772" fmla="*/ 1761835 h 1863058"/>
              <a:gd name="connsiteX4-773" fmla="*/ 1377650 w 1592514"/>
              <a:gd name="connsiteY4-774" fmla="*/ 1838393 h 1863058"/>
              <a:gd name="connsiteX5-775" fmla="*/ 1589229 w 1592514"/>
              <a:gd name="connsiteY5-776" fmla="*/ 1176973 h 1863058"/>
              <a:gd name="connsiteX6-777" fmla="*/ 1306672 w 1592514"/>
              <a:gd name="connsiteY6-778" fmla="*/ 916817 h 1863058"/>
              <a:gd name="connsiteX7-779" fmla="*/ 1584814 w 1592514"/>
              <a:gd name="connsiteY7-780" fmla="*/ 510012 h 1863058"/>
              <a:gd name="connsiteX8-781" fmla="*/ 1373040 w 1592514"/>
              <a:gd name="connsiteY8-782" fmla="*/ 118574 h 1863058"/>
              <a:gd name="connsiteX9-783" fmla="*/ 895599 w 1592514"/>
              <a:gd name="connsiteY9-784" fmla="*/ 18960 h 1863058"/>
              <a:gd name="connsiteX10-785" fmla="*/ 288567 w 1592514"/>
              <a:gd name="connsiteY10-786" fmla="*/ 419258 h 1863058"/>
              <a:gd name="connsiteX0-787" fmla="*/ 421322 w 1594935"/>
              <a:gd name="connsiteY0-788" fmla="*/ 616342 h 1876292"/>
              <a:gd name="connsiteX1-789" fmla="*/ 91011 w 1594935"/>
              <a:gd name="connsiteY1-790" fmla="*/ 823910 h 1876292"/>
              <a:gd name="connsiteX2-791" fmla="*/ 12664 w 1594935"/>
              <a:gd name="connsiteY2-792" fmla="*/ 1621522 h 1876292"/>
              <a:gd name="connsiteX3-793" fmla="*/ 308748 w 1594935"/>
              <a:gd name="connsiteY3-794" fmla="*/ 1775069 h 1876292"/>
              <a:gd name="connsiteX4-795" fmla="*/ 1380071 w 1594935"/>
              <a:gd name="connsiteY4-796" fmla="*/ 1851627 h 1876292"/>
              <a:gd name="connsiteX5-797" fmla="*/ 1591650 w 1594935"/>
              <a:gd name="connsiteY5-798" fmla="*/ 1190207 h 1876292"/>
              <a:gd name="connsiteX6-799" fmla="*/ 1309093 w 1594935"/>
              <a:gd name="connsiteY6-800" fmla="*/ 930051 h 1876292"/>
              <a:gd name="connsiteX7-801" fmla="*/ 1587235 w 1594935"/>
              <a:gd name="connsiteY7-802" fmla="*/ 523246 h 1876292"/>
              <a:gd name="connsiteX8-803" fmla="*/ 1375461 w 1594935"/>
              <a:gd name="connsiteY8-804" fmla="*/ 131808 h 1876292"/>
              <a:gd name="connsiteX9-805" fmla="*/ 898020 w 1594935"/>
              <a:gd name="connsiteY9-806" fmla="*/ 32194 h 1876292"/>
              <a:gd name="connsiteX10-807" fmla="*/ 421322 w 1594935"/>
              <a:gd name="connsiteY10-808" fmla="*/ 616342 h 1876292"/>
              <a:gd name="connsiteX0-809" fmla="*/ 413257 w 1586870"/>
              <a:gd name="connsiteY0-810" fmla="*/ 616342 h 1876292"/>
              <a:gd name="connsiteX1-811" fmla="*/ 140873 w 1586870"/>
              <a:gd name="connsiteY1-812" fmla="*/ 993617 h 1876292"/>
              <a:gd name="connsiteX2-813" fmla="*/ 4599 w 1586870"/>
              <a:gd name="connsiteY2-814" fmla="*/ 1621522 h 1876292"/>
              <a:gd name="connsiteX3-815" fmla="*/ 300683 w 1586870"/>
              <a:gd name="connsiteY3-816" fmla="*/ 1775069 h 1876292"/>
              <a:gd name="connsiteX4-817" fmla="*/ 1372006 w 1586870"/>
              <a:gd name="connsiteY4-818" fmla="*/ 1851627 h 1876292"/>
              <a:gd name="connsiteX5-819" fmla="*/ 1583585 w 1586870"/>
              <a:gd name="connsiteY5-820" fmla="*/ 1190207 h 1876292"/>
              <a:gd name="connsiteX6-821" fmla="*/ 1301028 w 1586870"/>
              <a:gd name="connsiteY6-822" fmla="*/ 930051 h 1876292"/>
              <a:gd name="connsiteX7-823" fmla="*/ 1579170 w 1586870"/>
              <a:gd name="connsiteY7-824" fmla="*/ 523246 h 1876292"/>
              <a:gd name="connsiteX8-825" fmla="*/ 1367396 w 1586870"/>
              <a:gd name="connsiteY8-826" fmla="*/ 131808 h 1876292"/>
              <a:gd name="connsiteX9-827" fmla="*/ 889955 w 1586870"/>
              <a:gd name="connsiteY9-828" fmla="*/ 32194 h 1876292"/>
              <a:gd name="connsiteX10-829" fmla="*/ 413257 w 1586870"/>
              <a:gd name="connsiteY10-830" fmla="*/ 616342 h 1876292"/>
              <a:gd name="connsiteX0-831" fmla="*/ 284962 w 1458575"/>
              <a:gd name="connsiteY0-832" fmla="*/ 616342 h 1908017"/>
              <a:gd name="connsiteX1-833" fmla="*/ 12578 w 1458575"/>
              <a:gd name="connsiteY1-834" fmla="*/ 993617 h 1908017"/>
              <a:gd name="connsiteX2-835" fmla="*/ 172388 w 1458575"/>
              <a:gd name="connsiteY2-836" fmla="*/ 1775069 h 1908017"/>
              <a:gd name="connsiteX3-837" fmla="*/ 1243711 w 1458575"/>
              <a:gd name="connsiteY3-838" fmla="*/ 1851627 h 1908017"/>
              <a:gd name="connsiteX4-839" fmla="*/ 1455290 w 1458575"/>
              <a:gd name="connsiteY4-840" fmla="*/ 1190207 h 1908017"/>
              <a:gd name="connsiteX5-841" fmla="*/ 1172733 w 1458575"/>
              <a:gd name="connsiteY5-842" fmla="*/ 930051 h 1908017"/>
              <a:gd name="connsiteX6-843" fmla="*/ 1450875 w 1458575"/>
              <a:gd name="connsiteY6-844" fmla="*/ 523246 h 1908017"/>
              <a:gd name="connsiteX7-845" fmla="*/ 1239101 w 1458575"/>
              <a:gd name="connsiteY7-846" fmla="*/ 131808 h 1908017"/>
              <a:gd name="connsiteX8-847" fmla="*/ 761660 w 1458575"/>
              <a:gd name="connsiteY8-848" fmla="*/ 32194 h 1908017"/>
              <a:gd name="connsiteX9-849" fmla="*/ 284962 w 1458575"/>
              <a:gd name="connsiteY9-850" fmla="*/ 616342 h 1908017"/>
              <a:gd name="connsiteX0-851" fmla="*/ 343858 w 1519131"/>
              <a:gd name="connsiteY0-852" fmla="*/ 616342 h 1885036"/>
              <a:gd name="connsiteX1-853" fmla="*/ 71474 w 1519131"/>
              <a:gd name="connsiteY1-854" fmla="*/ 993617 h 1885036"/>
              <a:gd name="connsiteX2-855" fmla="*/ 115432 w 1519131"/>
              <a:gd name="connsiteY2-856" fmla="*/ 1704358 h 1885036"/>
              <a:gd name="connsiteX3-857" fmla="*/ 1302607 w 1519131"/>
              <a:gd name="connsiteY3-858" fmla="*/ 1851627 h 1885036"/>
              <a:gd name="connsiteX4-859" fmla="*/ 1514186 w 1519131"/>
              <a:gd name="connsiteY4-860" fmla="*/ 1190207 h 1885036"/>
              <a:gd name="connsiteX5-861" fmla="*/ 1231629 w 1519131"/>
              <a:gd name="connsiteY5-862" fmla="*/ 930051 h 1885036"/>
              <a:gd name="connsiteX6-863" fmla="*/ 1509771 w 1519131"/>
              <a:gd name="connsiteY6-864" fmla="*/ 523246 h 1885036"/>
              <a:gd name="connsiteX7-865" fmla="*/ 1297997 w 1519131"/>
              <a:gd name="connsiteY7-866" fmla="*/ 131808 h 1885036"/>
              <a:gd name="connsiteX8-867" fmla="*/ 820556 w 1519131"/>
              <a:gd name="connsiteY8-868" fmla="*/ 32194 h 1885036"/>
              <a:gd name="connsiteX9-869" fmla="*/ 343858 w 1519131"/>
              <a:gd name="connsiteY9-870" fmla="*/ 616342 h 1885036"/>
              <a:gd name="connsiteX0-871" fmla="*/ 343858 w 1549812"/>
              <a:gd name="connsiteY0-872" fmla="*/ 616342 h 1800235"/>
              <a:gd name="connsiteX1-873" fmla="*/ 71474 w 1549812"/>
              <a:gd name="connsiteY1-874" fmla="*/ 993617 h 1800235"/>
              <a:gd name="connsiteX2-875" fmla="*/ 115432 w 1549812"/>
              <a:gd name="connsiteY2-876" fmla="*/ 1704358 h 1800235"/>
              <a:gd name="connsiteX3-877" fmla="*/ 1389496 w 1549812"/>
              <a:gd name="connsiteY3-878" fmla="*/ 1724347 h 1800235"/>
              <a:gd name="connsiteX4-879" fmla="*/ 1514186 w 1549812"/>
              <a:gd name="connsiteY4-880" fmla="*/ 1190207 h 1800235"/>
              <a:gd name="connsiteX5-881" fmla="*/ 1231629 w 1549812"/>
              <a:gd name="connsiteY5-882" fmla="*/ 930051 h 1800235"/>
              <a:gd name="connsiteX6-883" fmla="*/ 1509771 w 1549812"/>
              <a:gd name="connsiteY6-884" fmla="*/ 523246 h 1800235"/>
              <a:gd name="connsiteX7-885" fmla="*/ 1297997 w 1549812"/>
              <a:gd name="connsiteY7-886" fmla="*/ 131808 h 1800235"/>
              <a:gd name="connsiteX8-887" fmla="*/ 820556 w 1549812"/>
              <a:gd name="connsiteY8-888" fmla="*/ 32194 h 1800235"/>
              <a:gd name="connsiteX9-889" fmla="*/ 343858 w 1549812"/>
              <a:gd name="connsiteY9-890" fmla="*/ 616342 h 1800235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  <a:cxn ang="0">
                <a:pos x="connsiteX7-15" y="connsiteY7-16"/>
              </a:cxn>
              <a:cxn ang="0">
                <a:pos x="connsiteX8-17" y="connsiteY8-18"/>
              </a:cxn>
              <a:cxn ang="0">
                <a:pos x="connsiteX9-235" y="connsiteY9-236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76" name="Freeform 417"/>
          <p:cNvSpPr/>
          <p:nvPr/>
        </p:nvSpPr>
        <p:spPr bwMode="auto">
          <a:xfrm>
            <a:off x="7274076" y="1826035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77" name="AutoShape 420"/>
          <p:cNvSpPr>
            <a:spLocks noChangeArrowheads="1"/>
          </p:cNvSpPr>
          <p:nvPr/>
        </p:nvSpPr>
        <p:spPr bwMode="auto">
          <a:xfrm>
            <a:off x="7205350" y="3289251"/>
            <a:ext cx="1458912" cy="317850"/>
          </a:xfrm>
          <a:prstGeom prst="triangle">
            <a:avLst>
              <a:gd name="adj" fmla="val 50000"/>
            </a:avLst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CCFF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78" name="Freeform 427"/>
          <p:cNvSpPr/>
          <p:nvPr/>
        </p:nvSpPr>
        <p:spPr bwMode="auto">
          <a:xfrm>
            <a:off x="7712401" y="4683134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79" name="Text Box 580"/>
          <p:cNvSpPr txBox="1">
            <a:spLocks noChangeArrowheads="1"/>
          </p:cNvSpPr>
          <p:nvPr/>
        </p:nvSpPr>
        <p:spPr bwMode="auto">
          <a:xfrm>
            <a:off x="7679274" y="1488461"/>
            <a:ext cx="13394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移动网络</a:t>
            </a:r>
            <a:endParaRPr kumimoji="0" lang="en-US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80" name="Text Box 580"/>
          <p:cNvSpPr txBox="1">
            <a:spLocks noChangeArrowheads="1"/>
          </p:cNvSpPr>
          <p:nvPr/>
        </p:nvSpPr>
        <p:spPr bwMode="auto">
          <a:xfrm>
            <a:off x="7330835" y="4191922"/>
            <a:ext cx="1955646" cy="268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家庭网络</a:t>
            </a:r>
            <a:endParaRPr kumimoji="0" lang="en-US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81" name="Text Box 580"/>
          <p:cNvSpPr txBox="1">
            <a:spLocks noChangeArrowheads="1"/>
          </p:cNvSpPr>
          <p:nvPr/>
        </p:nvSpPr>
        <p:spPr bwMode="auto">
          <a:xfrm>
            <a:off x="7306908" y="5779775"/>
            <a:ext cx="1195135" cy="44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企业</a:t>
            </a:r>
            <a:endParaRPr kumimoji="0" lang="en-US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 pitchFamily="34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          网络</a:t>
            </a:r>
            <a:endParaRPr kumimoji="0" lang="en-US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82" name="Freeform 281"/>
          <p:cNvSpPr/>
          <p:nvPr/>
        </p:nvSpPr>
        <p:spPr>
          <a:xfrm>
            <a:off x="10222146" y="3179540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-1" fmla="*/ 434989 w 1537226"/>
              <a:gd name="connsiteY0-2" fmla="*/ 253346 h 1763594"/>
              <a:gd name="connsiteX1-3" fmla="*/ 488 w 1537226"/>
              <a:gd name="connsiteY1-4" fmla="*/ 921706 h 1763594"/>
              <a:gd name="connsiteX2-5" fmla="*/ 368142 w 1537226"/>
              <a:gd name="connsiteY2-6" fmla="*/ 1489812 h 1763594"/>
              <a:gd name="connsiteX3-7" fmla="*/ 1187008 w 1537226"/>
              <a:gd name="connsiteY3-8" fmla="*/ 1757156 h 1763594"/>
              <a:gd name="connsiteX4-9" fmla="*/ 1521239 w 1537226"/>
              <a:gd name="connsiteY4-10" fmla="*/ 1239177 h 1763594"/>
              <a:gd name="connsiteX5-11" fmla="*/ 1468998 w 1537226"/>
              <a:gd name="connsiteY5-12" fmla="*/ 654362 h 1763594"/>
              <a:gd name="connsiteX6-13" fmla="*/ 1337412 w 1537226"/>
              <a:gd name="connsiteY6-14" fmla="*/ 136383 h 1763594"/>
              <a:gd name="connsiteX7-15" fmla="*/ 1086739 w 1537226"/>
              <a:gd name="connsiteY7-16" fmla="*/ 2711 h 1763594"/>
              <a:gd name="connsiteX8-17" fmla="*/ 434989 w 1537226"/>
              <a:gd name="connsiteY8-18" fmla="*/ 253346 h 1763594"/>
              <a:gd name="connsiteX0-19" fmla="*/ 434989 w 1537226"/>
              <a:gd name="connsiteY0-20" fmla="*/ 253346 h 1763594"/>
              <a:gd name="connsiteX1-21" fmla="*/ 488 w 1537226"/>
              <a:gd name="connsiteY1-22" fmla="*/ 921706 h 1763594"/>
              <a:gd name="connsiteX2-23" fmla="*/ 368142 w 1537226"/>
              <a:gd name="connsiteY2-24" fmla="*/ 1489812 h 1763594"/>
              <a:gd name="connsiteX3-25" fmla="*/ 1187008 w 1537226"/>
              <a:gd name="connsiteY3-26" fmla="*/ 1757156 h 1763594"/>
              <a:gd name="connsiteX4-27" fmla="*/ 1521239 w 1537226"/>
              <a:gd name="connsiteY4-28" fmla="*/ 1239177 h 1763594"/>
              <a:gd name="connsiteX5-29" fmla="*/ 1468998 w 1537226"/>
              <a:gd name="connsiteY5-30" fmla="*/ 654362 h 1763594"/>
              <a:gd name="connsiteX6-31" fmla="*/ 1337412 w 1537226"/>
              <a:gd name="connsiteY6-32" fmla="*/ 136383 h 1763594"/>
              <a:gd name="connsiteX7-33" fmla="*/ 839572 w 1537226"/>
              <a:gd name="connsiteY7-34" fmla="*/ 2711 h 1763594"/>
              <a:gd name="connsiteX8-35" fmla="*/ 434989 w 1537226"/>
              <a:gd name="connsiteY8-36" fmla="*/ 253346 h 1763594"/>
              <a:gd name="connsiteX0-37" fmla="*/ 360357 w 1536743"/>
              <a:gd name="connsiteY0-38" fmla="*/ 534641 h 1782088"/>
              <a:gd name="connsiteX1-39" fmla="*/ 5 w 1536743"/>
              <a:gd name="connsiteY1-40" fmla="*/ 940200 h 1782088"/>
              <a:gd name="connsiteX2-41" fmla="*/ 367659 w 1536743"/>
              <a:gd name="connsiteY2-42" fmla="*/ 1508306 h 1782088"/>
              <a:gd name="connsiteX3-43" fmla="*/ 1186525 w 1536743"/>
              <a:gd name="connsiteY3-44" fmla="*/ 1775650 h 1782088"/>
              <a:gd name="connsiteX4-45" fmla="*/ 1520756 w 1536743"/>
              <a:gd name="connsiteY4-46" fmla="*/ 1257671 h 1782088"/>
              <a:gd name="connsiteX5-47" fmla="*/ 1468515 w 1536743"/>
              <a:gd name="connsiteY5-48" fmla="*/ 672856 h 1782088"/>
              <a:gd name="connsiteX6-49" fmla="*/ 1336929 w 1536743"/>
              <a:gd name="connsiteY6-50" fmla="*/ 154877 h 1782088"/>
              <a:gd name="connsiteX7-51" fmla="*/ 839089 w 1536743"/>
              <a:gd name="connsiteY7-52" fmla="*/ 21205 h 1782088"/>
              <a:gd name="connsiteX8-53" fmla="*/ 360357 w 1536743"/>
              <a:gd name="connsiteY8-54" fmla="*/ 534641 h 1782088"/>
              <a:gd name="connsiteX0-55" fmla="*/ 360355 w 1536741"/>
              <a:gd name="connsiteY0-56" fmla="*/ 534641 h 1782088"/>
              <a:gd name="connsiteX1-57" fmla="*/ 3 w 1536741"/>
              <a:gd name="connsiteY1-58" fmla="*/ 940200 h 1782088"/>
              <a:gd name="connsiteX2-59" fmla="*/ 367657 w 1536741"/>
              <a:gd name="connsiteY2-60" fmla="*/ 1508306 h 1782088"/>
              <a:gd name="connsiteX3-61" fmla="*/ 1186523 w 1536741"/>
              <a:gd name="connsiteY3-62" fmla="*/ 1775650 h 1782088"/>
              <a:gd name="connsiteX4-63" fmla="*/ 1520754 w 1536741"/>
              <a:gd name="connsiteY4-64" fmla="*/ 1257671 h 1782088"/>
              <a:gd name="connsiteX5-65" fmla="*/ 1468513 w 1536741"/>
              <a:gd name="connsiteY5-66" fmla="*/ 672856 h 1782088"/>
              <a:gd name="connsiteX6-67" fmla="*/ 1336927 w 1536741"/>
              <a:gd name="connsiteY6-68" fmla="*/ 154877 h 1782088"/>
              <a:gd name="connsiteX7-69" fmla="*/ 839087 w 1536741"/>
              <a:gd name="connsiteY7-70" fmla="*/ 21205 h 1782088"/>
              <a:gd name="connsiteX8-71" fmla="*/ 360355 w 1536741"/>
              <a:gd name="connsiteY8-72" fmla="*/ 534641 h 1782088"/>
              <a:gd name="connsiteX0-73" fmla="*/ 360355 w 1534770"/>
              <a:gd name="connsiteY0-74" fmla="*/ 553225 h 1800672"/>
              <a:gd name="connsiteX1-75" fmla="*/ 3 w 1534770"/>
              <a:gd name="connsiteY1-76" fmla="*/ 958784 h 1800672"/>
              <a:gd name="connsiteX2-77" fmla="*/ 367657 w 1534770"/>
              <a:gd name="connsiteY2-78" fmla="*/ 1526890 h 1800672"/>
              <a:gd name="connsiteX3-79" fmla="*/ 1186523 w 1534770"/>
              <a:gd name="connsiteY3-80" fmla="*/ 1794234 h 1800672"/>
              <a:gd name="connsiteX4-81" fmla="*/ 1520754 w 1534770"/>
              <a:gd name="connsiteY4-82" fmla="*/ 1276255 h 1800672"/>
              <a:gd name="connsiteX5-83" fmla="*/ 1468513 w 1534770"/>
              <a:gd name="connsiteY5-84" fmla="*/ 691440 h 1800672"/>
              <a:gd name="connsiteX6-85" fmla="*/ 1435794 w 1534770"/>
              <a:gd name="connsiteY6-86" fmla="*/ 107761 h 1800672"/>
              <a:gd name="connsiteX7-87" fmla="*/ 839087 w 1534770"/>
              <a:gd name="connsiteY7-88" fmla="*/ 39789 h 1800672"/>
              <a:gd name="connsiteX8-89" fmla="*/ 360355 w 1534770"/>
              <a:gd name="connsiteY8-90" fmla="*/ 553225 h 1800672"/>
              <a:gd name="connsiteX0-91" fmla="*/ 360355 w 1580585"/>
              <a:gd name="connsiteY0-92" fmla="*/ 553225 h 1880420"/>
              <a:gd name="connsiteX1-93" fmla="*/ 3 w 1580585"/>
              <a:gd name="connsiteY1-94" fmla="*/ 958784 h 1880420"/>
              <a:gd name="connsiteX2-95" fmla="*/ 367657 w 1580585"/>
              <a:gd name="connsiteY2-96" fmla="*/ 1526890 h 1880420"/>
              <a:gd name="connsiteX3-97" fmla="*/ 1186523 w 1580585"/>
              <a:gd name="connsiteY3-98" fmla="*/ 1794234 h 1880420"/>
              <a:gd name="connsiteX4-99" fmla="*/ 1570188 w 1580585"/>
              <a:gd name="connsiteY4-100" fmla="*/ 1785433 h 1880420"/>
              <a:gd name="connsiteX5-101" fmla="*/ 1468513 w 1580585"/>
              <a:gd name="connsiteY5-102" fmla="*/ 691440 h 1880420"/>
              <a:gd name="connsiteX6-103" fmla="*/ 1435794 w 1580585"/>
              <a:gd name="connsiteY6-104" fmla="*/ 107761 h 1880420"/>
              <a:gd name="connsiteX7-105" fmla="*/ 839087 w 1580585"/>
              <a:gd name="connsiteY7-106" fmla="*/ 39789 h 1880420"/>
              <a:gd name="connsiteX8-107" fmla="*/ 360355 w 1580585"/>
              <a:gd name="connsiteY8-108" fmla="*/ 553225 h 1880420"/>
              <a:gd name="connsiteX0-109" fmla="*/ 316588 w 1580732"/>
              <a:gd name="connsiteY0-110" fmla="*/ 359285 h 1867156"/>
              <a:gd name="connsiteX1-111" fmla="*/ 150 w 1580732"/>
              <a:gd name="connsiteY1-112" fmla="*/ 945520 h 1867156"/>
              <a:gd name="connsiteX2-113" fmla="*/ 367804 w 1580732"/>
              <a:gd name="connsiteY2-114" fmla="*/ 1513626 h 1867156"/>
              <a:gd name="connsiteX3-115" fmla="*/ 1186670 w 1580732"/>
              <a:gd name="connsiteY3-116" fmla="*/ 1780970 h 1867156"/>
              <a:gd name="connsiteX4-117" fmla="*/ 1570335 w 1580732"/>
              <a:gd name="connsiteY4-118" fmla="*/ 1772169 h 1867156"/>
              <a:gd name="connsiteX5-119" fmla="*/ 1468660 w 1580732"/>
              <a:gd name="connsiteY5-120" fmla="*/ 678176 h 1867156"/>
              <a:gd name="connsiteX6-121" fmla="*/ 1435941 w 1580732"/>
              <a:gd name="connsiteY6-122" fmla="*/ 94497 h 1867156"/>
              <a:gd name="connsiteX7-123" fmla="*/ 839234 w 1580732"/>
              <a:gd name="connsiteY7-124" fmla="*/ 26525 h 1867156"/>
              <a:gd name="connsiteX8-125" fmla="*/ 316588 w 1580732"/>
              <a:gd name="connsiteY8-126" fmla="*/ 359285 h 1867156"/>
              <a:gd name="connsiteX0-127" fmla="*/ 163575 w 1427719"/>
              <a:gd name="connsiteY0-128" fmla="*/ 359285 h 1867156"/>
              <a:gd name="connsiteX1-129" fmla="*/ 836 w 1427719"/>
              <a:gd name="connsiteY1-130" fmla="*/ 1076921 h 1867156"/>
              <a:gd name="connsiteX2-131" fmla="*/ 214791 w 1427719"/>
              <a:gd name="connsiteY2-132" fmla="*/ 1513626 h 1867156"/>
              <a:gd name="connsiteX3-133" fmla="*/ 1033657 w 1427719"/>
              <a:gd name="connsiteY3-134" fmla="*/ 1780970 h 1867156"/>
              <a:gd name="connsiteX4-135" fmla="*/ 1417322 w 1427719"/>
              <a:gd name="connsiteY4-136" fmla="*/ 1772169 h 1867156"/>
              <a:gd name="connsiteX5-137" fmla="*/ 1315647 w 1427719"/>
              <a:gd name="connsiteY5-138" fmla="*/ 678176 h 1867156"/>
              <a:gd name="connsiteX6-139" fmla="*/ 1282928 w 1427719"/>
              <a:gd name="connsiteY6-140" fmla="*/ 94497 h 1867156"/>
              <a:gd name="connsiteX7-141" fmla="*/ 686221 w 1427719"/>
              <a:gd name="connsiteY7-142" fmla="*/ 26525 h 1867156"/>
              <a:gd name="connsiteX8-143" fmla="*/ 163575 w 1427719"/>
              <a:gd name="connsiteY8-144" fmla="*/ 359285 h 1867156"/>
              <a:gd name="connsiteX0-145" fmla="*/ 163575 w 1426632"/>
              <a:gd name="connsiteY0-146" fmla="*/ 394322 h 1902193"/>
              <a:gd name="connsiteX1-147" fmla="*/ 836 w 1426632"/>
              <a:gd name="connsiteY1-148" fmla="*/ 1111958 h 1902193"/>
              <a:gd name="connsiteX2-149" fmla="*/ 214791 w 1426632"/>
              <a:gd name="connsiteY2-150" fmla="*/ 1548663 h 1902193"/>
              <a:gd name="connsiteX3-151" fmla="*/ 1033657 w 1426632"/>
              <a:gd name="connsiteY3-152" fmla="*/ 1816007 h 1902193"/>
              <a:gd name="connsiteX4-153" fmla="*/ 1417322 w 1426632"/>
              <a:gd name="connsiteY4-154" fmla="*/ 1807206 h 1902193"/>
              <a:gd name="connsiteX5-155" fmla="*/ 1315647 w 1426632"/>
              <a:gd name="connsiteY5-156" fmla="*/ 713213 h 1902193"/>
              <a:gd name="connsiteX6-157" fmla="*/ 1401843 w 1426632"/>
              <a:gd name="connsiteY6-158" fmla="*/ 63834 h 1902193"/>
              <a:gd name="connsiteX7-159" fmla="*/ 686221 w 1426632"/>
              <a:gd name="connsiteY7-160" fmla="*/ 61562 h 1902193"/>
              <a:gd name="connsiteX8-161" fmla="*/ 163575 w 1426632"/>
              <a:gd name="connsiteY8-162" fmla="*/ 394322 h 1902193"/>
              <a:gd name="connsiteX0-163" fmla="*/ 163575 w 1435249"/>
              <a:gd name="connsiteY0-164" fmla="*/ 394322 h 1885560"/>
              <a:gd name="connsiteX1-165" fmla="*/ 836 w 1435249"/>
              <a:gd name="connsiteY1-166" fmla="*/ 1111958 h 1885560"/>
              <a:gd name="connsiteX2-167" fmla="*/ 214791 w 1435249"/>
              <a:gd name="connsiteY2-168" fmla="*/ 1548663 h 1885560"/>
              <a:gd name="connsiteX3-169" fmla="*/ 1033657 w 1435249"/>
              <a:gd name="connsiteY3-170" fmla="*/ 1816007 h 1885560"/>
              <a:gd name="connsiteX4-171" fmla="*/ 1417322 w 1435249"/>
              <a:gd name="connsiteY4-172" fmla="*/ 1807206 h 1885560"/>
              <a:gd name="connsiteX5-173" fmla="*/ 1375103 w 1435249"/>
              <a:gd name="connsiteY5-174" fmla="*/ 943164 h 1885560"/>
              <a:gd name="connsiteX6-175" fmla="*/ 1401843 w 1435249"/>
              <a:gd name="connsiteY6-176" fmla="*/ 63834 h 1885560"/>
              <a:gd name="connsiteX7-177" fmla="*/ 686221 w 1435249"/>
              <a:gd name="connsiteY7-178" fmla="*/ 61562 h 1885560"/>
              <a:gd name="connsiteX8-179" fmla="*/ 163575 w 1435249"/>
              <a:gd name="connsiteY8-180" fmla="*/ 394322 h 1885560"/>
              <a:gd name="connsiteX0-181" fmla="*/ 128947 w 1438213"/>
              <a:gd name="connsiteY0-182" fmla="*/ 345176 h 1883146"/>
              <a:gd name="connsiteX1-183" fmla="*/ 3802 w 1438213"/>
              <a:gd name="connsiteY1-184" fmla="*/ 1109544 h 1883146"/>
              <a:gd name="connsiteX2-185" fmla="*/ 217757 w 1438213"/>
              <a:gd name="connsiteY2-186" fmla="*/ 1546249 h 1883146"/>
              <a:gd name="connsiteX3-187" fmla="*/ 1036623 w 1438213"/>
              <a:gd name="connsiteY3-188" fmla="*/ 1813593 h 1883146"/>
              <a:gd name="connsiteX4-189" fmla="*/ 1420288 w 1438213"/>
              <a:gd name="connsiteY4-190" fmla="*/ 1804792 h 1883146"/>
              <a:gd name="connsiteX5-191" fmla="*/ 1378069 w 1438213"/>
              <a:gd name="connsiteY5-192" fmla="*/ 940750 h 1883146"/>
              <a:gd name="connsiteX6-193" fmla="*/ 1404809 w 1438213"/>
              <a:gd name="connsiteY6-194" fmla="*/ 61420 h 1883146"/>
              <a:gd name="connsiteX7-195" fmla="*/ 689187 w 1438213"/>
              <a:gd name="connsiteY7-196" fmla="*/ 59148 h 1883146"/>
              <a:gd name="connsiteX8-197" fmla="*/ 128947 w 1438213"/>
              <a:gd name="connsiteY8-198" fmla="*/ 345176 h 1883146"/>
              <a:gd name="connsiteX0-199" fmla="*/ 126587 w 1435854"/>
              <a:gd name="connsiteY0-200" fmla="*/ 353278 h 1891248"/>
              <a:gd name="connsiteX1-201" fmla="*/ 1442 w 1435854"/>
              <a:gd name="connsiteY1-202" fmla="*/ 1117646 h 1891248"/>
              <a:gd name="connsiteX2-203" fmla="*/ 215397 w 1435854"/>
              <a:gd name="connsiteY2-204" fmla="*/ 1554351 h 1891248"/>
              <a:gd name="connsiteX3-205" fmla="*/ 1034263 w 1435854"/>
              <a:gd name="connsiteY3-206" fmla="*/ 1821695 h 1891248"/>
              <a:gd name="connsiteX4-207" fmla="*/ 1417928 w 1435854"/>
              <a:gd name="connsiteY4-208" fmla="*/ 1812894 h 1891248"/>
              <a:gd name="connsiteX5-209" fmla="*/ 1375709 w 1435854"/>
              <a:gd name="connsiteY5-210" fmla="*/ 948852 h 1891248"/>
              <a:gd name="connsiteX6-211" fmla="*/ 1402449 w 1435854"/>
              <a:gd name="connsiteY6-212" fmla="*/ 69522 h 1891248"/>
              <a:gd name="connsiteX7-213" fmla="*/ 221605 w 1435854"/>
              <a:gd name="connsiteY7-214" fmla="*/ 47778 h 1891248"/>
              <a:gd name="connsiteX8-215" fmla="*/ 126587 w 1435854"/>
              <a:gd name="connsiteY8-216" fmla="*/ 353278 h 1891248"/>
              <a:gd name="connsiteX0-217" fmla="*/ 35803 w 1453152"/>
              <a:gd name="connsiteY0-218" fmla="*/ 439993 h 1896181"/>
              <a:gd name="connsiteX1-219" fmla="*/ 18740 w 1453152"/>
              <a:gd name="connsiteY1-220" fmla="*/ 1122579 h 1896181"/>
              <a:gd name="connsiteX2-221" fmla="*/ 232695 w 1453152"/>
              <a:gd name="connsiteY2-222" fmla="*/ 1559284 h 1896181"/>
              <a:gd name="connsiteX3-223" fmla="*/ 1051561 w 1453152"/>
              <a:gd name="connsiteY3-224" fmla="*/ 1826628 h 1896181"/>
              <a:gd name="connsiteX4-225" fmla="*/ 1435226 w 1453152"/>
              <a:gd name="connsiteY4-226" fmla="*/ 1817827 h 1896181"/>
              <a:gd name="connsiteX5-227" fmla="*/ 1393007 w 1453152"/>
              <a:gd name="connsiteY5-228" fmla="*/ 953785 h 1896181"/>
              <a:gd name="connsiteX6-229" fmla="*/ 1419747 w 1453152"/>
              <a:gd name="connsiteY6-230" fmla="*/ 74455 h 1896181"/>
              <a:gd name="connsiteX7-231" fmla="*/ 238903 w 1453152"/>
              <a:gd name="connsiteY7-232" fmla="*/ 52711 h 1896181"/>
              <a:gd name="connsiteX8-233" fmla="*/ 35803 w 1453152"/>
              <a:gd name="connsiteY8-234" fmla="*/ 439993 h 1896181"/>
              <a:gd name="connsiteX0-235" fmla="*/ 35803 w 1447873"/>
              <a:gd name="connsiteY0-236" fmla="*/ 439993 h 1952840"/>
              <a:gd name="connsiteX1-237" fmla="*/ 18740 w 1447873"/>
              <a:gd name="connsiteY1-238" fmla="*/ 1122579 h 1952840"/>
              <a:gd name="connsiteX2-239" fmla="*/ 232695 w 1447873"/>
              <a:gd name="connsiteY2-240" fmla="*/ 1559284 h 1952840"/>
              <a:gd name="connsiteX3-241" fmla="*/ 1130848 w 1447873"/>
              <a:gd name="connsiteY3-242" fmla="*/ 1925181 h 1952840"/>
              <a:gd name="connsiteX4-243" fmla="*/ 1435226 w 1447873"/>
              <a:gd name="connsiteY4-244" fmla="*/ 1817827 h 1952840"/>
              <a:gd name="connsiteX5-245" fmla="*/ 1393007 w 1447873"/>
              <a:gd name="connsiteY5-246" fmla="*/ 953785 h 1952840"/>
              <a:gd name="connsiteX6-247" fmla="*/ 1419747 w 1447873"/>
              <a:gd name="connsiteY6-248" fmla="*/ 74455 h 1952840"/>
              <a:gd name="connsiteX7-249" fmla="*/ 238903 w 1447873"/>
              <a:gd name="connsiteY7-250" fmla="*/ 52711 h 1952840"/>
              <a:gd name="connsiteX8-251" fmla="*/ 35803 w 1447873"/>
              <a:gd name="connsiteY8-252" fmla="*/ 439993 h 1952840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  <a:cxn ang="0">
                <a:pos x="connsiteX7-15" y="connsiteY7-16"/>
              </a:cxn>
              <a:cxn ang="0">
                <a:pos x="connsiteX8-17" y="connsiteY8-1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9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329" name="Group 328"/>
          <p:cNvGrpSpPr/>
          <p:nvPr/>
        </p:nvGrpSpPr>
        <p:grpSpPr>
          <a:xfrm>
            <a:off x="10837700" y="3928050"/>
            <a:ext cx="687393" cy="721548"/>
            <a:chOff x="5203089" y="1751190"/>
            <a:chExt cx="858331" cy="662414"/>
          </a:xfrm>
        </p:grpSpPr>
        <p:sp>
          <p:nvSpPr>
            <p:cNvPr id="330" name="Freeform 329"/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-1" fmla="*/ 3618 w 651290"/>
                <a:gd name="connsiteY0-2" fmla="*/ 593378 h 593378"/>
                <a:gd name="connsiteX1-3" fmla="*/ 0 w 651290"/>
                <a:gd name="connsiteY1-4" fmla="*/ 242416 h 593378"/>
                <a:gd name="connsiteX2-5" fmla="*/ 423338 w 651290"/>
                <a:gd name="connsiteY2-6" fmla="*/ 101308 h 593378"/>
                <a:gd name="connsiteX3-7" fmla="*/ 647672 w 651290"/>
                <a:gd name="connsiteY3-8" fmla="*/ 0 h 593378"/>
                <a:gd name="connsiteX4-9" fmla="*/ 651290 w 651290"/>
                <a:gd name="connsiteY4-10" fmla="*/ 593378 h 593378"/>
                <a:gd name="connsiteX5-11" fmla="*/ 3618 w 651290"/>
                <a:gd name="connsiteY5-12" fmla="*/ 593378 h 593378"/>
                <a:gd name="connsiteX0-13" fmla="*/ 3618 w 651290"/>
                <a:gd name="connsiteY0-14" fmla="*/ 662124 h 662124"/>
                <a:gd name="connsiteX1-15" fmla="*/ 0 w 651290"/>
                <a:gd name="connsiteY1-16" fmla="*/ 311162 h 662124"/>
                <a:gd name="connsiteX2-17" fmla="*/ 376300 w 651290"/>
                <a:gd name="connsiteY2-18" fmla="*/ 0 h 662124"/>
                <a:gd name="connsiteX3-19" fmla="*/ 647672 w 651290"/>
                <a:gd name="connsiteY3-20" fmla="*/ 68746 h 662124"/>
                <a:gd name="connsiteX4-21" fmla="*/ 651290 w 651290"/>
                <a:gd name="connsiteY4-22" fmla="*/ 662124 h 662124"/>
                <a:gd name="connsiteX5-23" fmla="*/ 3618 w 651290"/>
                <a:gd name="connsiteY5-24" fmla="*/ 662124 h 662124"/>
                <a:gd name="connsiteX0-25" fmla="*/ 0 w 647672"/>
                <a:gd name="connsiteY0-26" fmla="*/ 662124 h 662124"/>
                <a:gd name="connsiteX1-27" fmla="*/ 123021 w 647672"/>
                <a:gd name="connsiteY1-28" fmla="*/ 83217 h 662124"/>
                <a:gd name="connsiteX2-29" fmla="*/ 372682 w 647672"/>
                <a:gd name="connsiteY2-30" fmla="*/ 0 h 662124"/>
                <a:gd name="connsiteX3-31" fmla="*/ 644054 w 647672"/>
                <a:gd name="connsiteY3-32" fmla="*/ 68746 h 662124"/>
                <a:gd name="connsiteX4-33" fmla="*/ 647672 w 647672"/>
                <a:gd name="connsiteY4-34" fmla="*/ 662124 h 662124"/>
                <a:gd name="connsiteX5-35" fmla="*/ 0 w 647672"/>
                <a:gd name="connsiteY5-36" fmla="*/ 662124 h 662124"/>
                <a:gd name="connsiteX0-37" fmla="*/ 7238 w 524651"/>
                <a:gd name="connsiteY0-38" fmla="*/ 669360 h 669360"/>
                <a:gd name="connsiteX1-39" fmla="*/ 0 w 524651"/>
                <a:gd name="connsiteY1-40" fmla="*/ 83217 h 669360"/>
                <a:gd name="connsiteX2-41" fmla="*/ 249661 w 524651"/>
                <a:gd name="connsiteY2-42" fmla="*/ 0 h 669360"/>
                <a:gd name="connsiteX3-43" fmla="*/ 521033 w 524651"/>
                <a:gd name="connsiteY3-44" fmla="*/ 68746 h 669360"/>
                <a:gd name="connsiteX4-45" fmla="*/ 524651 w 524651"/>
                <a:gd name="connsiteY4-46" fmla="*/ 662124 h 669360"/>
                <a:gd name="connsiteX5-47" fmla="*/ 7238 w 524651"/>
                <a:gd name="connsiteY5-48" fmla="*/ 669360 h 669360"/>
                <a:gd name="connsiteX0-49" fmla="*/ 438 w 528706"/>
                <a:gd name="connsiteY0-50" fmla="*/ 665742 h 665742"/>
                <a:gd name="connsiteX1-51" fmla="*/ 4055 w 528706"/>
                <a:gd name="connsiteY1-52" fmla="*/ 83217 h 665742"/>
                <a:gd name="connsiteX2-53" fmla="*/ 253716 w 528706"/>
                <a:gd name="connsiteY2-54" fmla="*/ 0 h 665742"/>
                <a:gd name="connsiteX3-55" fmla="*/ 525088 w 528706"/>
                <a:gd name="connsiteY3-56" fmla="*/ 68746 h 665742"/>
                <a:gd name="connsiteX4-57" fmla="*/ 528706 w 528706"/>
                <a:gd name="connsiteY4-58" fmla="*/ 662124 h 665742"/>
                <a:gd name="connsiteX5-59" fmla="*/ 438 w 528706"/>
                <a:gd name="connsiteY5-60" fmla="*/ 665742 h 665742"/>
                <a:gd name="connsiteX0-61" fmla="*/ 155 w 546514"/>
                <a:gd name="connsiteY0-62" fmla="*/ 662124 h 662124"/>
                <a:gd name="connsiteX1-63" fmla="*/ 21863 w 546514"/>
                <a:gd name="connsiteY1-64" fmla="*/ 83217 h 662124"/>
                <a:gd name="connsiteX2-65" fmla="*/ 271524 w 546514"/>
                <a:gd name="connsiteY2-66" fmla="*/ 0 h 662124"/>
                <a:gd name="connsiteX3-67" fmla="*/ 542896 w 546514"/>
                <a:gd name="connsiteY3-68" fmla="*/ 68746 h 662124"/>
                <a:gd name="connsiteX4-69" fmla="*/ 546514 w 546514"/>
                <a:gd name="connsiteY4-70" fmla="*/ 662124 h 662124"/>
                <a:gd name="connsiteX5-71" fmla="*/ 155 w 546514"/>
                <a:gd name="connsiteY5-72" fmla="*/ 662124 h 662124"/>
                <a:gd name="connsiteX0-73" fmla="*/ 10856 w 524651"/>
                <a:gd name="connsiteY0-74" fmla="*/ 658506 h 662124"/>
                <a:gd name="connsiteX1-75" fmla="*/ 0 w 524651"/>
                <a:gd name="connsiteY1-76" fmla="*/ 83217 h 662124"/>
                <a:gd name="connsiteX2-77" fmla="*/ 249661 w 524651"/>
                <a:gd name="connsiteY2-78" fmla="*/ 0 h 662124"/>
                <a:gd name="connsiteX3-79" fmla="*/ 521033 w 524651"/>
                <a:gd name="connsiteY3-80" fmla="*/ 68746 h 662124"/>
                <a:gd name="connsiteX4-81" fmla="*/ 524651 w 524651"/>
                <a:gd name="connsiteY4-82" fmla="*/ 662124 h 662124"/>
                <a:gd name="connsiteX5-83" fmla="*/ 10856 w 524651"/>
                <a:gd name="connsiteY5-84" fmla="*/ 658506 h 66212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1" name="Freeform 330"/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332" name="Straight Connector 331"/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Straight Connector 332"/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Straight Connector 333"/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2" name="Straight Connector 381"/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3" name="Straight Connector 382"/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4" name="Straight Connector 383"/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85" name="Group 384"/>
          <p:cNvGrpSpPr/>
          <p:nvPr/>
        </p:nvGrpSpPr>
        <p:grpSpPr>
          <a:xfrm>
            <a:off x="10771171" y="3194171"/>
            <a:ext cx="594613" cy="648336"/>
            <a:chOff x="5203089" y="1751190"/>
            <a:chExt cx="858331" cy="662414"/>
          </a:xfrm>
        </p:grpSpPr>
        <p:sp>
          <p:nvSpPr>
            <p:cNvPr id="386" name="Freeform 385"/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-1" fmla="*/ 3618 w 651290"/>
                <a:gd name="connsiteY0-2" fmla="*/ 593378 h 593378"/>
                <a:gd name="connsiteX1-3" fmla="*/ 0 w 651290"/>
                <a:gd name="connsiteY1-4" fmla="*/ 242416 h 593378"/>
                <a:gd name="connsiteX2-5" fmla="*/ 423338 w 651290"/>
                <a:gd name="connsiteY2-6" fmla="*/ 101308 h 593378"/>
                <a:gd name="connsiteX3-7" fmla="*/ 647672 w 651290"/>
                <a:gd name="connsiteY3-8" fmla="*/ 0 h 593378"/>
                <a:gd name="connsiteX4-9" fmla="*/ 651290 w 651290"/>
                <a:gd name="connsiteY4-10" fmla="*/ 593378 h 593378"/>
                <a:gd name="connsiteX5-11" fmla="*/ 3618 w 651290"/>
                <a:gd name="connsiteY5-12" fmla="*/ 593378 h 593378"/>
                <a:gd name="connsiteX0-13" fmla="*/ 3618 w 651290"/>
                <a:gd name="connsiteY0-14" fmla="*/ 662124 h 662124"/>
                <a:gd name="connsiteX1-15" fmla="*/ 0 w 651290"/>
                <a:gd name="connsiteY1-16" fmla="*/ 311162 h 662124"/>
                <a:gd name="connsiteX2-17" fmla="*/ 376300 w 651290"/>
                <a:gd name="connsiteY2-18" fmla="*/ 0 h 662124"/>
                <a:gd name="connsiteX3-19" fmla="*/ 647672 w 651290"/>
                <a:gd name="connsiteY3-20" fmla="*/ 68746 h 662124"/>
                <a:gd name="connsiteX4-21" fmla="*/ 651290 w 651290"/>
                <a:gd name="connsiteY4-22" fmla="*/ 662124 h 662124"/>
                <a:gd name="connsiteX5-23" fmla="*/ 3618 w 651290"/>
                <a:gd name="connsiteY5-24" fmla="*/ 662124 h 662124"/>
                <a:gd name="connsiteX0-25" fmla="*/ 0 w 647672"/>
                <a:gd name="connsiteY0-26" fmla="*/ 662124 h 662124"/>
                <a:gd name="connsiteX1-27" fmla="*/ 123021 w 647672"/>
                <a:gd name="connsiteY1-28" fmla="*/ 83217 h 662124"/>
                <a:gd name="connsiteX2-29" fmla="*/ 372682 w 647672"/>
                <a:gd name="connsiteY2-30" fmla="*/ 0 h 662124"/>
                <a:gd name="connsiteX3-31" fmla="*/ 644054 w 647672"/>
                <a:gd name="connsiteY3-32" fmla="*/ 68746 h 662124"/>
                <a:gd name="connsiteX4-33" fmla="*/ 647672 w 647672"/>
                <a:gd name="connsiteY4-34" fmla="*/ 662124 h 662124"/>
                <a:gd name="connsiteX5-35" fmla="*/ 0 w 647672"/>
                <a:gd name="connsiteY5-36" fmla="*/ 662124 h 662124"/>
                <a:gd name="connsiteX0-37" fmla="*/ 7238 w 524651"/>
                <a:gd name="connsiteY0-38" fmla="*/ 669360 h 669360"/>
                <a:gd name="connsiteX1-39" fmla="*/ 0 w 524651"/>
                <a:gd name="connsiteY1-40" fmla="*/ 83217 h 669360"/>
                <a:gd name="connsiteX2-41" fmla="*/ 249661 w 524651"/>
                <a:gd name="connsiteY2-42" fmla="*/ 0 h 669360"/>
                <a:gd name="connsiteX3-43" fmla="*/ 521033 w 524651"/>
                <a:gd name="connsiteY3-44" fmla="*/ 68746 h 669360"/>
                <a:gd name="connsiteX4-45" fmla="*/ 524651 w 524651"/>
                <a:gd name="connsiteY4-46" fmla="*/ 662124 h 669360"/>
                <a:gd name="connsiteX5-47" fmla="*/ 7238 w 524651"/>
                <a:gd name="connsiteY5-48" fmla="*/ 669360 h 669360"/>
                <a:gd name="connsiteX0-49" fmla="*/ 438 w 528706"/>
                <a:gd name="connsiteY0-50" fmla="*/ 665742 h 665742"/>
                <a:gd name="connsiteX1-51" fmla="*/ 4055 w 528706"/>
                <a:gd name="connsiteY1-52" fmla="*/ 83217 h 665742"/>
                <a:gd name="connsiteX2-53" fmla="*/ 253716 w 528706"/>
                <a:gd name="connsiteY2-54" fmla="*/ 0 h 665742"/>
                <a:gd name="connsiteX3-55" fmla="*/ 525088 w 528706"/>
                <a:gd name="connsiteY3-56" fmla="*/ 68746 h 665742"/>
                <a:gd name="connsiteX4-57" fmla="*/ 528706 w 528706"/>
                <a:gd name="connsiteY4-58" fmla="*/ 662124 h 665742"/>
                <a:gd name="connsiteX5-59" fmla="*/ 438 w 528706"/>
                <a:gd name="connsiteY5-60" fmla="*/ 665742 h 665742"/>
                <a:gd name="connsiteX0-61" fmla="*/ 155 w 546514"/>
                <a:gd name="connsiteY0-62" fmla="*/ 662124 h 662124"/>
                <a:gd name="connsiteX1-63" fmla="*/ 21863 w 546514"/>
                <a:gd name="connsiteY1-64" fmla="*/ 83217 h 662124"/>
                <a:gd name="connsiteX2-65" fmla="*/ 271524 w 546514"/>
                <a:gd name="connsiteY2-66" fmla="*/ 0 h 662124"/>
                <a:gd name="connsiteX3-67" fmla="*/ 542896 w 546514"/>
                <a:gd name="connsiteY3-68" fmla="*/ 68746 h 662124"/>
                <a:gd name="connsiteX4-69" fmla="*/ 546514 w 546514"/>
                <a:gd name="connsiteY4-70" fmla="*/ 662124 h 662124"/>
                <a:gd name="connsiteX5-71" fmla="*/ 155 w 546514"/>
                <a:gd name="connsiteY5-72" fmla="*/ 662124 h 662124"/>
                <a:gd name="connsiteX0-73" fmla="*/ 10856 w 524651"/>
                <a:gd name="connsiteY0-74" fmla="*/ 658506 h 662124"/>
                <a:gd name="connsiteX1-75" fmla="*/ 0 w 524651"/>
                <a:gd name="connsiteY1-76" fmla="*/ 83217 h 662124"/>
                <a:gd name="connsiteX2-77" fmla="*/ 249661 w 524651"/>
                <a:gd name="connsiteY2-78" fmla="*/ 0 h 662124"/>
                <a:gd name="connsiteX3-79" fmla="*/ 521033 w 524651"/>
                <a:gd name="connsiteY3-80" fmla="*/ 68746 h 662124"/>
                <a:gd name="connsiteX4-81" fmla="*/ 524651 w 524651"/>
                <a:gd name="connsiteY4-82" fmla="*/ 662124 h 662124"/>
                <a:gd name="connsiteX5-83" fmla="*/ 10856 w 524651"/>
                <a:gd name="connsiteY5-84" fmla="*/ 658506 h 66212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7" name="Freeform 386"/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388" name="Straight Connector 387"/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Straight Connector 388"/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0" name="Straight Connector 389"/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1" name="Straight Connector 390"/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2" name="Straight Connector 391"/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3" name="Straight Connector 392"/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94" name="Freeform 393"/>
          <p:cNvSpPr/>
          <p:nvPr/>
        </p:nvSpPr>
        <p:spPr>
          <a:xfrm>
            <a:off x="9540813" y="1782042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-1" fmla="*/ 434989 w 1537226"/>
              <a:gd name="connsiteY0-2" fmla="*/ 253346 h 1763594"/>
              <a:gd name="connsiteX1-3" fmla="*/ 488 w 1537226"/>
              <a:gd name="connsiteY1-4" fmla="*/ 921706 h 1763594"/>
              <a:gd name="connsiteX2-5" fmla="*/ 368142 w 1537226"/>
              <a:gd name="connsiteY2-6" fmla="*/ 1489812 h 1763594"/>
              <a:gd name="connsiteX3-7" fmla="*/ 1187008 w 1537226"/>
              <a:gd name="connsiteY3-8" fmla="*/ 1757156 h 1763594"/>
              <a:gd name="connsiteX4-9" fmla="*/ 1521239 w 1537226"/>
              <a:gd name="connsiteY4-10" fmla="*/ 1239177 h 1763594"/>
              <a:gd name="connsiteX5-11" fmla="*/ 1468998 w 1537226"/>
              <a:gd name="connsiteY5-12" fmla="*/ 654362 h 1763594"/>
              <a:gd name="connsiteX6-13" fmla="*/ 1337412 w 1537226"/>
              <a:gd name="connsiteY6-14" fmla="*/ 136383 h 1763594"/>
              <a:gd name="connsiteX7-15" fmla="*/ 1086739 w 1537226"/>
              <a:gd name="connsiteY7-16" fmla="*/ 2711 h 1763594"/>
              <a:gd name="connsiteX8-17" fmla="*/ 434989 w 1537226"/>
              <a:gd name="connsiteY8-18" fmla="*/ 253346 h 1763594"/>
              <a:gd name="connsiteX0-19" fmla="*/ 434989 w 1537226"/>
              <a:gd name="connsiteY0-20" fmla="*/ 253346 h 1763594"/>
              <a:gd name="connsiteX1-21" fmla="*/ 488 w 1537226"/>
              <a:gd name="connsiteY1-22" fmla="*/ 921706 h 1763594"/>
              <a:gd name="connsiteX2-23" fmla="*/ 368142 w 1537226"/>
              <a:gd name="connsiteY2-24" fmla="*/ 1489812 h 1763594"/>
              <a:gd name="connsiteX3-25" fmla="*/ 1187008 w 1537226"/>
              <a:gd name="connsiteY3-26" fmla="*/ 1757156 h 1763594"/>
              <a:gd name="connsiteX4-27" fmla="*/ 1521239 w 1537226"/>
              <a:gd name="connsiteY4-28" fmla="*/ 1239177 h 1763594"/>
              <a:gd name="connsiteX5-29" fmla="*/ 1468998 w 1537226"/>
              <a:gd name="connsiteY5-30" fmla="*/ 654362 h 1763594"/>
              <a:gd name="connsiteX6-31" fmla="*/ 1337412 w 1537226"/>
              <a:gd name="connsiteY6-32" fmla="*/ 136383 h 1763594"/>
              <a:gd name="connsiteX7-33" fmla="*/ 839572 w 1537226"/>
              <a:gd name="connsiteY7-34" fmla="*/ 2711 h 1763594"/>
              <a:gd name="connsiteX8-35" fmla="*/ 434989 w 1537226"/>
              <a:gd name="connsiteY8-36" fmla="*/ 253346 h 1763594"/>
              <a:gd name="connsiteX0-37" fmla="*/ 360357 w 1536743"/>
              <a:gd name="connsiteY0-38" fmla="*/ 534641 h 1782088"/>
              <a:gd name="connsiteX1-39" fmla="*/ 5 w 1536743"/>
              <a:gd name="connsiteY1-40" fmla="*/ 940200 h 1782088"/>
              <a:gd name="connsiteX2-41" fmla="*/ 367659 w 1536743"/>
              <a:gd name="connsiteY2-42" fmla="*/ 1508306 h 1782088"/>
              <a:gd name="connsiteX3-43" fmla="*/ 1186525 w 1536743"/>
              <a:gd name="connsiteY3-44" fmla="*/ 1775650 h 1782088"/>
              <a:gd name="connsiteX4-45" fmla="*/ 1520756 w 1536743"/>
              <a:gd name="connsiteY4-46" fmla="*/ 1257671 h 1782088"/>
              <a:gd name="connsiteX5-47" fmla="*/ 1468515 w 1536743"/>
              <a:gd name="connsiteY5-48" fmla="*/ 672856 h 1782088"/>
              <a:gd name="connsiteX6-49" fmla="*/ 1336929 w 1536743"/>
              <a:gd name="connsiteY6-50" fmla="*/ 154877 h 1782088"/>
              <a:gd name="connsiteX7-51" fmla="*/ 839089 w 1536743"/>
              <a:gd name="connsiteY7-52" fmla="*/ 21205 h 1782088"/>
              <a:gd name="connsiteX8-53" fmla="*/ 360357 w 1536743"/>
              <a:gd name="connsiteY8-54" fmla="*/ 534641 h 1782088"/>
              <a:gd name="connsiteX0-55" fmla="*/ 360355 w 1536741"/>
              <a:gd name="connsiteY0-56" fmla="*/ 534641 h 1782088"/>
              <a:gd name="connsiteX1-57" fmla="*/ 3 w 1536741"/>
              <a:gd name="connsiteY1-58" fmla="*/ 940200 h 1782088"/>
              <a:gd name="connsiteX2-59" fmla="*/ 367657 w 1536741"/>
              <a:gd name="connsiteY2-60" fmla="*/ 1508306 h 1782088"/>
              <a:gd name="connsiteX3-61" fmla="*/ 1186523 w 1536741"/>
              <a:gd name="connsiteY3-62" fmla="*/ 1775650 h 1782088"/>
              <a:gd name="connsiteX4-63" fmla="*/ 1520754 w 1536741"/>
              <a:gd name="connsiteY4-64" fmla="*/ 1257671 h 1782088"/>
              <a:gd name="connsiteX5-65" fmla="*/ 1468513 w 1536741"/>
              <a:gd name="connsiteY5-66" fmla="*/ 672856 h 1782088"/>
              <a:gd name="connsiteX6-67" fmla="*/ 1336927 w 1536741"/>
              <a:gd name="connsiteY6-68" fmla="*/ 154877 h 1782088"/>
              <a:gd name="connsiteX7-69" fmla="*/ 839087 w 1536741"/>
              <a:gd name="connsiteY7-70" fmla="*/ 21205 h 1782088"/>
              <a:gd name="connsiteX8-71" fmla="*/ 360355 w 1536741"/>
              <a:gd name="connsiteY8-72" fmla="*/ 534641 h 1782088"/>
              <a:gd name="connsiteX0-73" fmla="*/ 360355 w 1494463"/>
              <a:gd name="connsiteY0-74" fmla="*/ 534641 h 1775651"/>
              <a:gd name="connsiteX1-75" fmla="*/ 3 w 1494463"/>
              <a:gd name="connsiteY1-76" fmla="*/ 940200 h 1775651"/>
              <a:gd name="connsiteX2-77" fmla="*/ 367657 w 1494463"/>
              <a:gd name="connsiteY2-78" fmla="*/ 1508306 h 1775651"/>
              <a:gd name="connsiteX3-79" fmla="*/ 1186523 w 1494463"/>
              <a:gd name="connsiteY3-80" fmla="*/ 1775650 h 1775651"/>
              <a:gd name="connsiteX4-81" fmla="*/ 1467465 w 1494463"/>
              <a:gd name="connsiteY4-82" fmla="*/ 1510813 h 1775651"/>
              <a:gd name="connsiteX5-83" fmla="*/ 1468513 w 1494463"/>
              <a:gd name="connsiteY5-84" fmla="*/ 672856 h 1775651"/>
              <a:gd name="connsiteX6-85" fmla="*/ 1336927 w 1494463"/>
              <a:gd name="connsiteY6-86" fmla="*/ 154877 h 1775651"/>
              <a:gd name="connsiteX7-87" fmla="*/ 839087 w 1494463"/>
              <a:gd name="connsiteY7-88" fmla="*/ 21205 h 1775651"/>
              <a:gd name="connsiteX8-89" fmla="*/ 360355 w 1494463"/>
              <a:gd name="connsiteY8-90" fmla="*/ 534641 h 1775651"/>
              <a:gd name="connsiteX0-91" fmla="*/ 360355 w 1491064"/>
              <a:gd name="connsiteY0-92" fmla="*/ 552327 h 1793337"/>
              <a:gd name="connsiteX1-93" fmla="*/ 3 w 1491064"/>
              <a:gd name="connsiteY1-94" fmla="*/ 957886 h 1793337"/>
              <a:gd name="connsiteX2-95" fmla="*/ 367657 w 1491064"/>
              <a:gd name="connsiteY2-96" fmla="*/ 1525992 h 1793337"/>
              <a:gd name="connsiteX3-97" fmla="*/ 1186523 w 1491064"/>
              <a:gd name="connsiteY3-98" fmla="*/ 1793336 h 1793337"/>
              <a:gd name="connsiteX4-99" fmla="*/ 1467465 w 1491064"/>
              <a:gd name="connsiteY4-100" fmla="*/ 1528499 h 1793337"/>
              <a:gd name="connsiteX5-101" fmla="*/ 1468513 w 1491064"/>
              <a:gd name="connsiteY5-102" fmla="*/ 690542 h 1793337"/>
              <a:gd name="connsiteX6-103" fmla="*/ 1407977 w 1491064"/>
              <a:gd name="connsiteY6-104" fmla="*/ 109278 h 1793337"/>
              <a:gd name="connsiteX7-105" fmla="*/ 839087 w 1491064"/>
              <a:gd name="connsiteY7-106" fmla="*/ 38891 h 1793337"/>
              <a:gd name="connsiteX8-107" fmla="*/ 360355 w 1491064"/>
              <a:gd name="connsiteY8-108" fmla="*/ 552327 h 1793337"/>
              <a:gd name="connsiteX0-109" fmla="*/ 360355 w 1502818"/>
              <a:gd name="connsiteY0-110" fmla="*/ 552327 h 1612281"/>
              <a:gd name="connsiteX1-111" fmla="*/ 3 w 1502818"/>
              <a:gd name="connsiteY1-112" fmla="*/ 957886 h 1612281"/>
              <a:gd name="connsiteX2-113" fmla="*/ 367657 w 1502818"/>
              <a:gd name="connsiteY2-114" fmla="*/ 1525992 h 1612281"/>
              <a:gd name="connsiteX3-115" fmla="*/ 1026659 w 1502818"/>
              <a:gd name="connsiteY3-116" fmla="*/ 1582385 h 1612281"/>
              <a:gd name="connsiteX4-117" fmla="*/ 1467465 w 1502818"/>
              <a:gd name="connsiteY4-118" fmla="*/ 1528499 h 1612281"/>
              <a:gd name="connsiteX5-119" fmla="*/ 1468513 w 1502818"/>
              <a:gd name="connsiteY5-120" fmla="*/ 690542 h 1612281"/>
              <a:gd name="connsiteX6-121" fmla="*/ 1407977 w 1502818"/>
              <a:gd name="connsiteY6-122" fmla="*/ 109278 h 1612281"/>
              <a:gd name="connsiteX7-123" fmla="*/ 839087 w 1502818"/>
              <a:gd name="connsiteY7-124" fmla="*/ 38891 h 1612281"/>
              <a:gd name="connsiteX8-125" fmla="*/ 360355 w 1502818"/>
              <a:gd name="connsiteY8-126" fmla="*/ 552327 h 1612281"/>
              <a:gd name="connsiteX0-127" fmla="*/ 360384 w 1502847"/>
              <a:gd name="connsiteY0-128" fmla="*/ 552327 h 1803602"/>
              <a:gd name="connsiteX1-129" fmla="*/ 32 w 1502847"/>
              <a:gd name="connsiteY1-130" fmla="*/ 957886 h 1803602"/>
              <a:gd name="connsiteX2-131" fmla="*/ 385448 w 1502847"/>
              <a:gd name="connsiteY2-132" fmla="*/ 1779134 h 1803602"/>
              <a:gd name="connsiteX3-133" fmla="*/ 1026688 w 1502847"/>
              <a:gd name="connsiteY3-134" fmla="*/ 1582385 h 1803602"/>
              <a:gd name="connsiteX4-135" fmla="*/ 1467494 w 1502847"/>
              <a:gd name="connsiteY4-136" fmla="*/ 1528499 h 1803602"/>
              <a:gd name="connsiteX5-137" fmla="*/ 1468542 w 1502847"/>
              <a:gd name="connsiteY5-138" fmla="*/ 690542 h 1803602"/>
              <a:gd name="connsiteX6-139" fmla="*/ 1408006 w 1502847"/>
              <a:gd name="connsiteY6-140" fmla="*/ 109278 h 1803602"/>
              <a:gd name="connsiteX7-141" fmla="*/ 839116 w 1502847"/>
              <a:gd name="connsiteY7-142" fmla="*/ 38891 h 1803602"/>
              <a:gd name="connsiteX8-143" fmla="*/ 360384 w 1502847"/>
              <a:gd name="connsiteY8-144" fmla="*/ 552327 h 1803602"/>
              <a:gd name="connsiteX0-145" fmla="*/ 360384 w 1502847"/>
              <a:gd name="connsiteY0-146" fmla="*/ 552327 h 1826319"/>
              <a:gd name="connsiteX1-147" fmla="*/ 32 w 1502847"/>
              <a:gd name="connsiteY1-148" fmla="*/ 957886 h 1826319"/>
              <a:gd name="connsiteX2-149" fmla="*/ 385448 w 1502847"/>
              <a:gd name="connsiteY2-150" fmla="*/ 1779134 h 1826319"/>
              <a:gd name="connsiteX3-151" fmla="*/ 1026688 w 1502847"/>
              <a:gd name="connsiteY3-152" fmla="*/ 1582385 h 1826319"/>
              <a:gd name="connsiteX4-153" fmla="*/ 1467494 w 1502847"/>
              <a:gd name="connsiteY4-154" fmla="*/ 1528499 h 1826319"/>
              <a:gd name="connsiteX5-155" fmla="*/ 1468542 w 1502847"/>
              <a:gd name="connsiteY5-156" fmla="*/ 690542 h 1826319"/>
              <a:gd name="connsiteX6-157" fmla="*/ 1408006 w 1502847"/>
              <a:gd name="connsiteY6-158" fmla="*/ 109278 h 1826319"/>
              <a:gd name="connsiteX7-159" fmla="*/ 839116 w 1502847"/>
              <a:gd name="connsiteY7-160" fmla="*/ 38891 h 1826319"/>
              <a:gd name="connsiteX8-161" fmla="*/ 360384 w 1502847"/>
              <a:gd name="connsiteY8-162" fmla="*/ 552327 h 1826319"/>
              <a:gd name="connsiteX0-163" fmla="*/ 289852 w 1503366"/>
              <a:gd name="connsiteY0-164" fmla="*/ 461730 h 1820101"/>
              <a:gd name="connsiteX1-165" fmla="*/ 551 w 1503366"/>
              <a:gd name="connsiteY1-166" fmla="*/ 951668 h 1820101"/>
              <a:gd name="connsiteX2-167" fmla="*/ 385967 w 1503366"/>
              <a:gd name="connsiteY2-168" fmla="*/ 1772916 h 1820101"/>
              <a:gd name="connsiteX3-169" fmla="*/ 1027207 w 1503366"/>
              <a:gd name="connsiteY3-170" fmla="*/ 1576167 h 1820101"/>
              <a:gd name="connsiteX4-171" fmla="*/ 1468013 w 1503366"/>
              <a:gd name="connsiteY4-172" fmla="*/ 1522281 h 1820101"/>
              <a:gd name="connsiteX5-173" fmla="*/ 1469061 w 1503366"/>
              <a:gd name="connsiteY5-174" fmla="*/ 684324 h 1820101"/>
              <a:gd name="connsiteX6-175" fmla="*/ 1408525 w 1503366"/>
              <a:gd name="connsiteY6-176" fmla="*/ 103060 h 1820101"/>
              <a:gd name="connsiteX7-177" fmla="*/ 839635 w 1503366"/>
              <a:gd name="connsiteY7-178" fmla="*/ 32673 h 1820101"/>
              <a:gd name="connsiteX8-179" fmla="*/ 289852 w 1503366"/>
              <a:gd name="connsiteY8-180" fmla="*/ 461730 h 1820101"/>
              <a:gd name="connsiteX0-181" fmla="*/ 293376 w 1506890"/>
              <a:gd name="connsiteY0-182" fmla="*/ 461730 h 1820101"/>
              <a:gd name="connsiteX1-183" fmla="*/ 4075 w 1506890"/>
              <a:gd name="connsiteY1-184" fmla="*/ 951668 h 1820101"/>
              <a:gd name="connsiteX2-185" fmla="*/ 389491 w 1506890"/>
              <a:gd name="connsiteY2-186" fmla="*/ 1772916 h 1820101"/>
              <a:gd name="connsiteX3-187" fmla="*/ 1030731 w 1506890"/>
              <a:gd name="connsiteY3-188" fmla="*/ 1576167 h 1820101"/>
              <a:gd name="connsiteX4-189" fmla="*/ 1471537 w 1506890"/>
              <a:gd name="connsiteY4-190" fmla="*/ 1522281 h 1820101"/>
              <a:gd name="connsiteX5-191" fmla="*/ 1472585 w 1506890"/>
              <a:gd name="connsiteY5-192" fmla="*/ 684324 h 1820101"/>
              <a:gd name="connsiteX6-193" fmla="*/ 1412049 w 1506890"/>
              <a:gd name="connsiteY6-194" fmla="*/ 103060 h 1820101"/>
              <a:gd name="connsiteX7-195" fmla="*/ 843159 w 1506890"/>
              <a:gd name="connsiteY7-196" fmla="*/ 32673 h 1820101"/>
              <a:gd name="connsiteX8-197" fmla="*/ 293376 w 1506890"/>
              <a:gd name="connsiteY8-198" fmla="*/ 461730 h 1820101"/>
              <a:gd name="connsiteX0-199" fmla="*/ 203955 w 1545103"/>
              <a:gd name="connsiteY0-200" fmla="*/ 206126 h 1802639"/>
              <a:gd name="connsiteX1-201" fmla="*/ 42288 w 1545103"/>
              <a:gd name="connsiteY1-202" fmla="*/ 934206 h 1802639"/>
              <a:gd name="connsiteX2-203" fmla="*/ 427704 w 1545103"/>
              <a:gd name="connsiteY2-204" fmla="*/ 1755454 h 1802639"/>
              <a:gd name="connsiteX3-205" fmla="*/ 1068944 w 1545103"/>
              <a:gd name="connsiteY3-206" fmla="*/ 1558705 h 1802639"/>
              <a:gd name="connsiteX4-207" fmla="*/ 1509750 w 1545103"/>
              <a:gd name="connsiteY4-208" fmla="*/ 1504819 h 1802639"/>
              <a:gd name="connsiteX5-209" fmla="*/ 1510798 w 1545103"/>
              <a:gd name="connsiteY5-210" fmla="*/ 666862 h 1802639"/>
              <a:gd name="connsiteX6-211" fmla="*/ 1450262 w 1545103"/>
              <a:gd name="connsiteY6-212" fmla="*/ 85598 h 1802639"/>
              <a:gd name="connsiteX7-213" fmla="*/ 881372 w 1545103"/>
              <a:gd name="connsiteY7-214" fmla="*/ 15211 h 1802639"/>
              <a:gd name="connsiteX8-215" fmla="*/ 203955 w 1545103"/>
              <a:gd name="connsiteY8-216" fmla="*/ 206126 h 1802639"/>
              <a:gd name="connsiteX0-217" fmla="*/ 147252 w 1634267"/>
              <a:gd name="connsiteY0-218" fmla="*/ 113266 h 1796376"/>
              <a:gd name="connsiteX1-219" fmla="*/ 131452 w 1634267"/>
              <a:gd name="connsiteY1-220" fmla="*/ 927943 h 1796376"/>
              <a:gd name="connsiteX2-221" fmla="*/ 516868 w 1634267"/>
              <a:gd name="connsiteY2-222" fmla="*/ 1749191 h 1796376"/>
              <a:gd name="connsiteX3-223" fmla="*/ 1158108 w 1634267"/>
              <a:gd name="connsiteY3-224" fmla="*/ 1552442 h 1796376"/>
              <a:gd name="connsiteX4-225" fmla="*/ 1598914 w 1634267"/>
              <a:gd name="connsiteY4-226" fmla="*/ 1498556 h 1796376"/>
              <a:gd name="connsiteX5-227" fmla="*/ 1599962 w 1634267"/>
              <a:gd name="connsiteY5-228" fmla="*/ 660599 h 1796376"/>
              <a:gd name="connsiteX6-229" fmla="*/ 1539426 w 1634267"/>
              <a:gd name="connsiteY6-230" fmla="*/ 79335 h 1796376"/>
              <a:gd name="connsiteX7-231" fmla="*/ 970536 w 1634267"/>
              <a:gd name="connsiteY7-232" fmla="*/ 8948 h 1796376"/>
              <a:gd name="connsiteX8-233" fmla="*/ 147252 w 1634267"/>
              <a:gd name="connsiteY8-234" fmla="*/ 113266 h 1796376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  <a:cxn ang="0">
                <a:pos x="connsiteX7-15" y="connsiteY7-16"/>
              </a:cxn>
              <a:cxn ang="0">
                <a:pos x="connsiteX8-17" y="connsiteY8-1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7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11" name="TextBox 410"/>
          <p:cNvSpPr txBox="1"/>
          <p:nvPr/>
        </p:nvSpPr>
        <p:spPr>
          <a:xfrm>
            <a:off x="9427201" y="1851195"/>
            <a:ext cx="1725088" cy="2862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全国或全球 ISP</a:t>
            </a:r>
            <a:endParaRPr kumimoji="0" 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12" name="Rectangle 411"/>
          <p:cNvSpPr/>
          <p:nvPr/>
        </p:nvSpPr>
        <p:spPr>
          <a:xfrm>
            <a:off x="9279068" y="3677908"/>
            <a:ext cx="305749" cy="197847"/>
          </a:xfrm>
          <a:prstGeom prst="rect">
            <a:avLst/>
          </a:prstGeom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13" name="TextBox 412"/>
          <p:cNvSpPr txBox="1"/>
          <p:nvPr/>
        </p:nvSpPr>
        <p:spPr>
          <a:xfrm>
            <a:off x="8766162" y="3447919"/>
            <a:ext cx="1040639" cy="4801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本地或区域 ISP</a:t>
            </a:r>
            <a:endParaRPr kumimoji="0" 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14" name="TextBox 413"/>
          <p:cNvSpPr txBox="1"/>
          <p:nvPr/>
        </p:nvSpPr>
        <p:spPr>
          <a:xfrm>
            <a:off x="10917767" y="4677937"/>
            <a:ext cx="813043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数据中心 </a:t>
            </a:r>
            <a:endParaRPr kumimoji="0" lang="en-US" sz="105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网络</a:t>
            </a:r>
            <a:endParaRPr kumimoji="0" lang="en-US" sz="105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15" name="TextBox 414"/>
          <p:cNvSpPr txBox="1"/>
          <p:nvPr/>
        </p:nvSpPr>
        <p:spPr>
          <a:xfrm>
            <a:off x="10063018" y="4228248"/>
            <a:ext cx="843051" cy="6740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内容 </a:t>
            </a:r>
            <a:endParaRPr kumimoji="0" 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提供商 </a:t>
            </a:r>
            <a:endParaRPr kumimoji="0" 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网络</a:t>
            </a:r>
            <a:endParaRPr kumimoji="0" 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416" name="Straight Connector 415"/>
          <p:cNvCxnSpPr/>
          <p:nvPr/>
        </p:nvCxnSpPr>
        <p:spPr>
          <a:xfrm flipH="1" flipV="1">
            <a:off x="10559920" y="3580125"/>
            <a:ext cx="412964" cy="63712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7" name="Straight Connector 416"/>
          <p:cNvCxnSpPr/>
          <p:nvPr/>
        </p:nvCxnSpPr>
        <p:spPr>
          <a:xfrm flipH="1" flipV="1">
            <a:off x="10660835" y="3640684"/>
            <a:ext cx="345866" cy="738975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8" name="Straight Connector 417"/>
          <p:cNvCxnSpPr/>
          <p:nvPr/>
        </p:nvCxnSpPr>
        <p:spPr>
          <a:xfrm flipV="1">
            <a:off x="10636897" y="3633421"/>
            <a:ext cx="335987" cy="39534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7" name="Straight Connector 426"/>
          <p:cNvCxnSpPr/>
          <p:nvPr/>
        </p:nvCxnSpPr>
        <p:spPr>
          <a:xfrm flipH="1" flipV="1">
            <a:off x="10570774" y="3594896"/>
            <a:ext cx="1" cy="485748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8" name="Straight Connector 427"/>
          <p:cNvCxnSpPr/>
          <p:nvPr/>
        </p:nvCxnSpPr>
        <p:spPr>
          <a:xfrm flipH="1" flipV="1">
            <a:off x="10550620" y="4071642"/>
            <a:ext cx="508543" cy="348647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9" name="Straight Connector 428"/>
          <p:cNvCxnSpPr/>
          <p:nvPr/>
        </p:nvCxnSpPr>
        <p:spPr>
          <a:xfrm flipH="1">
            <a:off x="9895195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0" name="Straight Connector 429"/>
          <p:cNvCxnSpPr/>
          <p:nvPr/>
        </p:nvCxnSpPr>
        <p:spPr>
          <a:xfrm flipH="1">
            <a:off x="9219616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1" name="Straight Connector 430"/>
          <p:cNvCxnSpPr/>
          <p:nvPr/>
        </p:nvCxnSpPr>
        <p:spPr>
          <a:xfrm flipH="1">
            <a:off x="9276868" y="3507672"/>
            <a:ext cx="382424" cy="51705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2" name="Straight Connector 431"/>
          <p:cNvCxnSpPr/>
          <p:nvPr/>
        </p:nvCxnSpPr>
        <p:spPr>
          <a:xfrm>
            <a:off x="9733069" y="3507672"/>
            <a:ext cx="0" cy="54029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3" name="Straight Connector 432"/>
          <p:cNvCxnSpPr/>
          <p:nvPr/>
        </p:nvCxnSpPr>
        <p:spPr>
          <a:xfrm>
            <a:off x="10137668" y="2754692"/>
            <a:ext cx="488174" cy="83933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4" name="Straight Connector 433"/>
          <p:cNvCxnSpPr/>
          <p:nvPr/>
        </p:nvCxnSpPr>
        <p:spPr>
          <a:xfrm flipH="1">
            <a:off x="9798719" y="2695013"/>
            <a:ext cx="380432" cy="694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5" name="Straight Connector 434"/>
          <p:cNvCxnSpPr/>
          <p:nvPr/>
        </p:nvCxnSpPr>
        <p:spPr>
          <a:xfrm flipH="1">
            <a:off x="10100635" y="2169432"/>
            <a:ext cx="761467" cy="577355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6" name="Straight Connector 435"/>
          <p:cNvCxnSpPr/>
          <p:nvPr/>
        </p:nvCxnSpPr>
        <p:spPr>
          <a:xfrm flipH="1">
            <a:off x="10100635" y="2268313"/>
            <a:ext cx="397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7" name="Straight Connector 436"/>
          <p:cNvCxnSpPr/>
          <p:nvPr/>
        </p:nvCxnSpPr>
        <p:spPr>
          <a:xfrm flipH="1">
            <a:off x="10672135" y="2200506"/>
            <a:ext cx="14936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8" name="Straight Connector 437"/>
          <p:cNvCxnSpPr/>
          <p:nvPr/>
        </p:nvCxnSpPr>
        <p:spPr>
          <a:xfrm flipH="1">
            <a:off x="10142166" y="2718967"/>
            <a:ext cx="574283" cy="2782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9" name="Straight Connector 438"/>
          <p:cNvCxnSpPr/>
          <p:nvPr/>
        </p:nvCxnSpPr>
        <p:spPr>
          <a:xfrm flipH="1">
            <a:off x="10069542" y="2169432"/>
            <a:ext cx="788589" cy="9888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0" name="Straight Connector 439"/>
          <p:cNvCxnSpPr/>
          <p:nvPr/>
        </p:nvCxnSpPr>
        <p:spPr>
          <a:xfrm flipH="1">
            <a:off x="10862103" y="2127325"/>
            <a:ext cx="279002" cy="421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1" name="Straight Connector 440"/>
          <p:cNvCxnSpPr/>
          <p:nvPr/>
        </p:nvCxnSpPr>
        <p:spPr>
          <a:xfrm flipH="1" flipV="1">
            <a:off x="10681994" y="2718967"/>
            <a:ext cx="353541" cy="67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2" name="Straight Connector 441"/>
          <p:cNvCxnSpPr/>
          <p:nvPr/>
        </p:nvCxnSpPr>
        <p:spPr>
          <a:xfrm flipH="1">
            <a:off x="8769223" y="2268313"/>
            <a:ext cx="1300319" cy="606622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43" name="Line 541"/>
          <p:cNvSpPr>
            <a:spLocks noChangeShapeType="1"/>
          </p:cNvSpPr>
          <p:nvPr/>
        </p:nvSpPr>
        <p:spPr bwMode="auto">
          <a:xfrm flipV="1">
            <a:off x="9378705" y="4113379"/>
            <a:ext cx="429324" cy="70560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44" name="Line 424"/>
          <p:cNvSpPr>
            <a:spLocks noChangeShapeType="1"/>
          </p:cNvSpPr>
          <p:nvPr/>
        </p:nvSpPr>
        <p:spPr bwMode="auto">
          <a:xfrm flipV="1">
            <a:off x="8244554" y="4047456"/>
            <a:ext cx="969051" cy="31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45" name="Oval 800"/>
          <p:cNvSpPr>
            <a:spLocks noChangeArrowheads="1"/>
          </p:cNvSpPr>
          <p:nvPr/>
        </p:nvSpPr>
        <p:spPr bwMode="auto">
          <a:xfrm>
            <a:off x="8174541" y="2292995"/>
            <a:ext cx="52388" cy="49485"/>
          </a:xfrm>
          <a:prstGeom prst="ellipse">
            <a:avLst/>
          </a:prstGeom>
          <a:solidFill>
            <a:schemeClr val="tx2"/>
          </a:solidFill>
          <a:ln w="9525">
            <a:solidFill>
              <a:schemeClr val="tx1"/>
            </a:solidFill>
            <a:rou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446" name="Group 445"/>
          <p:cNvGrpSpPr/>
          <p:nvPr/>
        </p:nvGrpSpPr>
        <p:grpSpPr>
          <a:xfrm>
            <a:off x="10410609" y="3496138"/>
            <a:ext cx="353678" cy="198344"/>
            <a:chOff x="7493876" y="2774731"/>
            <a:chExt cx="1481958" cy="894622"/>
          </a:xfrm>
        </p:grpSpPr>
        <p:sp>
          <p:nvSpPr>
            <p:cNvPr id="447" name="Freeform 446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48" name="Oval 447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449" name="Group 448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50" name="Freeform 449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1" name="Freeform 450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2" name="Freeform 451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3" name="Freeform 452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54" name="Group 453"/>
          <p:cNvGrpSpPr/>
          <p:nvPr/>
        </p:nvGrpSpPr>
        <p:grpSpPr>
          <a:xfrm>
            <a:off x="9948724" y="2202292"/>
            <a:ext cx="353678" cy="198344"/>
            <a:chOff x="7493876" y="2774731"/>
            <a:chExt cx="1481958" cy="894622"/>
          </a:xfrm>
        </p:grpSpPr>
        <p:sp>
          <p:nvSpPr>
            <p:cNvPr id="455" name="Freeform 454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56" name="Oval 455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457" name="Group 456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58" name="Freeform 457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9" name="Freeform 458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0" name="Freeform 459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1" name="Freeform 460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62" name="Group 461"/>
          <p:cNvGrpSpPr/>
          <p:nvPr/>
        </p:nvGrpSpPr>
        <p:grpSpPr>
          <a:xfrm>
            <a:off x="10527214" y="2613367"/>
            <a:ext cx="353678" cy="198344"/>
            <a:chOff x="7493876" y="2774731"/>
            <a:chExt cx="1481958" cy="894622"/>
          </a:xfrm>
        </p:grpSpPr>
        <p:sp>
          <p:nvSpPr>
            <p:cNvPr id="463" name="Freeform 462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64" name="Oval 463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465" name="Group 464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66" name="Freeform 465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7" name="Freeform 466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8" name="Freeform 467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9" name="Freeform 468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70" name="Group 469"/>
          <p:cNvGrpSpPr/>
          <p:nvPr/>
        </p:nvGrpSpPr>
        <p:grpSpPr>
          <a:xfrm>
            <a:off x="10643825" y="2107963"/>
            <a:ext cx="353678" cy="198344"/>
            <a:chOff x="7493876" y="2774731"/>
            <a:chExt cx="1481958" cy="894622"/>
          </a:xfrm>
        </p:grpSpPr>
        <p:sp>
          <p:nvSpPr>
            <p:cNvPr id="471" name="Freeform 470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72" name="Oval 471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473" name="Group 472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74" name="Freeform 473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75" name="Freeform 474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76" name="Freeform 475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77" name="Freeform 476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78" name="Group 477"/>
          <p:cNvGrpSpPr/>
          <p:nvPr/>
        </p:nvGrpSpPr>
        <p:grpSpPr>
          <a:xfrm>
            <a:off x="9098788" y="3956624"/>
            <a:ext cx="367224" cy="240304"/>
            <a:chOff x="7493876" y="2774731"/>
            <a:chExt cx="1481958" cy="894622"/>
          </a:xfrm>
        </p:grpSpPr>
        <p:sp>
          <p:nvSpPr>
            <p:cNvPr id="479" name="Freeform 478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80" name="Oval 479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481" name="Group 480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82" name="Freeform 481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3" name="Freeform 482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4" name="Freeform 483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5" name="Freeform 484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86" name="Group 485"/>
          <p:cNvGrpSpPr/>
          <p:nvPr/>
        </p:nvGrpSpPr>
        <p:grpSpPr>
          <a:xfrm>
            <a:off x="9980126" y="2661565"/>
            <a:ext cx="353678" cy="198344"/>
            <a:chOff x="7493876" y="2774731"/>
            <a:chExt cx="1481958" cy="894622"/>
          </a:xfrm>
        </p:grpSpPr>
        <p:sp>
          <p:nvSpPr>
            <p:cNvPr id="487" name="Freeform 486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88" name="Oval 487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489" name="Group 488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90" name="Freeform 489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91" name="Freeform 490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92" name="Freeform 491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93" name="Freeform 492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94" name="Group 493"/>
          <p:cNvGrpSpPr/>
          <p:nvPr/>
        </p:nvGrpSpPr>
        <p:grpSpPr>
          <a:xfrm>
            <a:off x="9497138" y="3394032"/>
            <a:ext cx="367224" cy="240304"/>
            <a:chOff x="7493876" y="2774731"/>
            <a:chExt cx="1481958" cy="894622"/>
          </a:xfrm>
        </p:grpSpPr>
        <p:sp>
          <p:nvSpPr>
            <p:cNvPr id="495" name="Freeform 494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96" name="Oval 495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497" name="Group 496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98" name="Freeform 497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99" name="Freeform 498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0" name="Freeform 499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1" name="Freeform 500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02" name="Group 501"/>
          <p:cNvGrpSpPr/>
          <p:nvPr/>
        </p:nvGrpSpPr>
        <p:grpSpPr>
          <a:xfrm>
            <a:off x="9601554" y="3999763"/>
            <a:ext cx="367224" cy="240304"/>
            <a:chOff x="7493876" y="2774731"/>
            <a:chExt cx="1481958" cy="894622"/>
          </a:xfrm>
        </p:grpSpPr>
        <p:sp>
          <p:nvSpPr>
            <p:cNvPr id="503" name="Freeform 502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04" name="Oval 503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05" name="Group 504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06" name="Freeform 505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7" name="Freeform 506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8" name="Freeform 507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9" name="Freeform 508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10" name="Group 509"/>
          <p:cNvGrpSpPr/>
          <p:nvPr/>
        </p:nvGrpSpPr>
        <p:grpSpPr>
          <a:xfrm>
            <a:off x="10375259" y="3992325"/>
            <a:ext cx="353678" cy="198344"/>
            <a:chOff x="7493876" y="2774731"/>
            <a:chExt cx="1481958" cy="894622"/>
          </a:xfrm>
        </p:grpSpPr>
        <p:sp>
          <p:nvSpPr>
            <p:cNvPr id="511" name="Freeform 510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2" name="Oval 511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13" name="Group 512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14" name="Freeform 513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15" name="Freeform 514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16" name="Freeform 515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17" name="Freeform 516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pic>
        <p:nvPicPr>
          <p:cNvPr id="518" name="Picture 653" descr="iphone_stylized_small"/>
          <p:cNvPicPr>
            <a:picLocks noChangeAspect="1"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9572" y="1917025"/>
            <a:ext cx="136841" cy="32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19" name="Picture 1018" descr="laptop_keyboard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464781" y="2605090"/>
            <a:ext cx="437221" cy="1595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20" name="Freeform 1019"/>
          <p:cNvSpPr/>
          <p:nvPr/>
        </p:nvSpPr>
        <p:spPr bwMode="auto">
          <a:xfrm>
            <a:off x="7609678" y="2450304"/>
            <a:ext cx="351919" cy="208167"/>
          </a:xfrm>
          <a:custGeom>
            <a:avLst/>
            <a:gdLst>
              <a:gd name="T0" fmla="*/ 775798119 w 2982"/>
              <a:gd name="T1" fmla="*/ 0 h 2442"/>
              <a:gd name="T2" fmla="*/ 0 w 2982"/>
              <a:gd name="T3" fmla="*/ 211226083 h 2442"/>
              <a:gd name="T4" fmla="*/ 2147483646 w 2982"/>
              <a:gd name="T5" fmla="*/ 263880059 h 2442"/>
              <a:gd name="T6" fmla="*/ 2147483646 w 2982"/>
              <a:gd name="T7" fmla="*/ 52653891 h 2442"/>
              <a:gd name="T8" fmla="*/ 775798119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521" name="Picture 1020" descr="screen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7011" y="2455658"/>
            <a:ext cx="319785" cy="1894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22" name="Freeform 1021"/>
          <p:cNvSpPr/>
          <p:nvPr/>
        </p:nvSpPr>
        <p:spPr bwMode="auto">
          <a:xfrm>
            <a:off x="7673752" y="2444163"/>
            <a:ext cx="298167" cy="38736"/>
          </a:xfrm>
          <a:custGeom>
            <a:avLst/>
            <a:gdLst>
              <a:gd name="T0" fmla="*/ 193616298 w 2528"/>
              <a:gd name="T1" fmla="*/ 0 h 455"/>
              <a:gd name="T2" fmla="*/ 2147483646 w 2528"/>
              <a:gd name="T3" fmla="*/ 52445139 h 455"/>
              <a:gd name="T4" fmla="*/ 2147483646 w 2528"/>
              <a:gd name="T5" fmla="*/ 52445139 h 455"/>
              <a:gd name="T6" fmla="*/ 0 w 2528"/>
              <a:gd name="T7" fmla="*/ 52445139 h 455"/>
              <a:gd name="T8" fmla="*/ 193616298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23" name="Freeform 1022"/>
          <p:cNvSpPr/>
          <p:nvPr/>
        </p:nvSpPr>
        <p:spPr bwMode="auto">
          <a:xfrm>
            <a:off x="7606562" y="2443848"/>
            <a:ext cx="82770" cy="161243"/>
          </a:xfrm>
          <a:custGeom>
            <a:avLst/>
            <a:gdLst>
              <a:gd name="T0" fmla="*/ 773664160 w 702"/>
              <a:gd name="T1" fmla="*/ 0 h 1893"/>
              <a:gd name="T2" fmla="*/ 0 w 702"/>
              <a:gd name="T3" fmla="*/ 210739916 h 1893"/>
              <a:gd name="T4" fmla="*/ 193416040 w 702"/>
              <a:gd name="T5" fmla="*/ 210739916 h 1893"/>
              <a:gd name="T6" fmla="*/ 967080200 w 702"/>
              <a:gd name="T7" fmla="*/ 52529017 h 1893"/>
              <a:gd name="T8" fmla="*/ 773664160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24" name="Freeform 1023"/>
          <p:cNvSpPr/>
          <p:nvPr/>
        </p:nvSpPr>
        <p:spPr bwMode="auto">
          <a:xfrm>
            <a:off x="7880579" y="2472664"/>
            <a:ext cx="89197" cy="186122"/>
          </a:xfrm>
          <a:custGeom>
            <a:avLst/>
            <a:gdLst>
              <a:gd name="T0" fmla="*/ 969024527 w 756"/>
              <a:gd name="T1" fmla="*/ 0 h 2184"/>
              <a:gd name="T2" fmla="*/ 193802074 w 756"/>
              <a:gd name="T3" fmla="*/ 263660221 h 2184"/>
              <a:gd name="T4" fmla="*/ 0 w 756"/>
              <a:gd name="T5" fmla="*/ 263660221 h 2184"/>
              <a:gd name="T6" fmla="*/ 775222454 w 756"/>
              <a:gd name="T7" fmla="*/ 52610059 h 2184"/>
              <a:gd name="T8" fmla="*/ 969024527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25" name="Freeform 1024"/>
          <p:cNvSpPr/>
          <p:nvPr/>
        </p:nvSpPr>
        <p:spPr bwMode="auto">
          <a:xfrm>
            <a:off x="7605588" y="2596902"/>
            <a:ext cx="327185" cy="62828"/>
          </a:xfrm>
          <a:custGeom>
            <a:avLst/>
            <a:gdLst>
              <a:gd name="T0" fmla="*/ 193829444 w 2773"/>
              <a:gd name="T1" fmla="*/ 0 h 738"/>
              <a:gd name="T2" fmla="*/ 0 w 2773"/>
              <a:gd name="T3" fmla="*/ 52443587 h 738"/>
              <a:gd name="T4" fmla="*/ 2147483646 w 2773"/>
              <a:gd name="T5" fmla="*/ 104894411 h 738"/>
              <a:gd name="T6" fmla="*/ 2147483646 w 2773"/>
              <a:gd name="T7" fmla="*/ 52443587 h 738"/>
              <a:gd name="T8" fmla="*/ 193829444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26" name="Freeform 1025"/>
          <p:cNvSpPr/>
          <p:nvPr/>
        </p:nvSpPr>
        <p:spPr bwMode="auto">
          <a:xfrm>
            <a:off x="7890512" y="2474238"/>
            <a:ext cx="83549" cy="186909"/>
          </a:xfrm>
          <a:custGeom>
            <a:avLst/>
            <a:gdLst>
              <a:gd name="T0" fmla="*/ 2147483646 w 637"/>
              <a:gd name="T1" fmla="*/ 0 h 1659"/>
              <a:gd name="T2" fmla="*/ 2147483646 w 637"/>
              <a:gd name="T3" fmla="*/ 0 h 1659"/>
              <a:gd name="T4" fmla="*/ 295581541 w 637"/>
              <a:gd name="T5" fmla="*/ 2147483646 h 1659"/>
              <a:gd name="T6" fmla="*/ 0 w 637"/>
              <a:gd name="T7" fmla="*/ 2147483646 h 1659"/>
              <a:gd name="T8" fmla="*/ 214748364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27" name="Freeform 1026"/>
          <p:cNvSpPr/>
          <p:nvPr/>
        </p:nvSpPr>
        <p:spPr bwMode="auto">
          <a:xfrm>
            <a:off x="7605977" y="2605248"/>
            <a:ext cx="290961" cy="62041"/>
          </a:xfrm>
          <a:custGeom>
            <a:avLst/>
            <a:gdLst>
              <a:gd name="T0" fmla="*/ 0 w 2216"/>
              <a:gd name="T1" fmla="*/ 0 h 550"/>
              <a:gd name="T2" fmla="*/ 296523134 w 2216"/>
              <a:gd name="T3" fmla="*/ 324379338 h 550"/>
              <a:gd name="T4" fmla="*/ 2147483646 w 2216"/>
              <a:gd name="T5" fmla="*/ 2147483646 h 550"/>
              <a:gd name="T6" fmla="*/ 2147483646 w 2216"/>
              <a:gd name="T7" fmla="*/ 2147483646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528" name="Group 1027"/>
          <p:cNvGrpSpPr/>
          <p:nvPr/>
        </p:nvGrpSpPr>
        <p:grpSpPr bwMode="auto">
          <a:xfrm>
            <a:off x="7601109" y="2671540"/>
            <a:ext cx="98740" cy="36846"/>
            <a:chOff x="1740" y="2642"/>
            <a:chExt cx="752" cy="327"/>
          </a:xfrm>
        </p:grpSpPr>
        <p:sp>
          <p:nvSpPr>
            <p:cNvPr id="529" name="Freeform 1028"/>
            <p:cNvSpPr/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30" name="Freeform 1029"/>
            <p:cNvSpPr/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31" name="Freeform 1030"/>
            <p:cNvSpPr/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32" name="Freeform 1031"/>
            <p:cNvSpPr/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33" name="Freeform 1032"/>
            <p:cNvSpPr/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34" name="Freeform 1033"/>
            <p:cNvSpPr/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535" name="Freeform 1034"/>
          <p:cNvSpPr/>
          <p:nvPr/>
        </p:nvSpPr>
        <p:spPr bwMode="auto">
          <a:xfrm>
            <a:off x="7770154" y="2677051"/>
            <a:ext cx="119578" cy="80936"/>
          </a:xfrm>
          <a:custGeom>
            <a:avLst/>
            <a:gdLst>
              <a:gd name="T0" fmla="*/ 213221464 w 990"/>
              <a:gd name="T1" fmla="*/ 1090686587 h 792"/>
              <a:gd name="T2" fmla="*/ 1915477586 w 990"/>
              <a:gd name="T3" fmla="*/ 0 h 792"/>
              <a:gd name="T4" fmla="*/ 1915477586 w 990"/>
              <a:gd name="T5" fmla="*/ 108859840 h 792"/>
              <a:gd name="T6" fmla="*/ 0 w 990"/>
              <a:gd name="T7" fmla="*/ 1090686587 h 792"/>
              <a:gd name="T8" fmla="*/ 213221464 w 990"/>
              <a:gd name="T9" fmla="*/ 1090686587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36" name="Freeform 1035"/>
          <p:cNvSpPr/>
          <p:nvPr/>
        </p:nvSpPr>
        <p:spPr bwMode="auto">
          <a:xfrm>
            <a:off x="7464976" y="2683507"/>
            <a:ext cx="305957" cy="73850"/>
          </a:xfrm>
          <a:custGeom>
            <a:avLst/>
            <a:gdLst>
              <a:gd name="T0" fmla="*/ 213486572 w 2532"/>
              <a:gd name="T1" fmla="*/ 0 h 723"/>
              <a:gd name="T2" fmla="*/ 213486572 w 2532"/>
              <a:gd name="T3" fmla="*/ 0 h 723"/>
              <a:gd name="T4" fmla="*/ 2147483646 w 2532"/>
              <a:gd name="T5" fmla="*/ 979380008 h 723"/>
              <a:gd name="T6" fmla="*/ 2147483646 w 2532"/>
              <a:gd name="T7" fmla="*/ 1088085165 h 723"/>
              <a:gd name="T8" fmla="*/ 0 w 2532"/>
              <a:gd name="T9" fmla="*/ 108705259 h 723"/>
              <a:gd name="T10" fmla="*/ 21348657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37" name="Freeform 1036"/>
          <p:cNvSpPr/>
          <p:nvPr/>
        </p:nvSpPr>
        <p:spPr bwMode="auto">
          <a:xfrm>
            <a:off x="7465171" y="2669965"/>
            <a:ext cx="3311" cy="14959"/>
          </a:xfrm>
          <a:custGeom>
            <a:avLst/>
            <a:gdLst>
              <a:gd name="T0" fmla="*/ 262278191 w 26"/>
              <a:gd name="T1" fmla="*/ 107489981 h 147"/>
              <a:gd name="T2" fmla="*/ 262278191 w 26"/>
              <a:gd name="T3" fmla="*/ 214969480 h 147"/>
              <a:gd name="T4" fmla="*/ 0 w 26"/>
              <a:gd name="T5" fmla="*/ 214969480 h 147"/>
              <a:gd name="T6" fmla="*/ 262278191 w 26"/>
              <a:gd name="T7" fmla="*/ 0 h 147"/>
              <a:gd name="T8" fmla="*/ 262278191 w 26"/>
              <a:gd name="T9" fmla="*/ 10748998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38" name="Freeform 1037"/>
          <p:cNvSpPr/>
          <p:nvPr/>
        </p:nvSpPr>
        <p:spPr bwMode="auto">
          <a:xfrm>
            <a:off x="7465366" y="2609027"/>
            <a:ext cx="142170" cy="61883"/>
          </a:xfrm>
          <a:custGeom>
            <a:avLst/>
            <a:gdLst>
              <a:gd name="T0" fmla="*/ 2136125890 w 1176"/>
              <a:gd name="T1" fmla="*/ 0 h 606"/>
              <a:gd name="T2" fmla="*/ 0 w 1176"/>
              <a:gd name="T3" fmla="*/ 870000945 h 606"/>
              <a:gd name="T4" fmla="*/ 213789467 w 1176"/>
              <a:gd name="T5" fmla="*/ 870000945 h 606"/>
              <a:gd name="T6" fmla="*/ 2136125890 w 1176"/>
              <a:gd name="T7" fmla="*/ 108617123 h 606"/>
              <a:gd name="T8" fmla="*/ 2136125890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39" name="Freeform 1038"/>
          <p:cNvSpPr/>
          <p:nvPr/>
        </p:nvSpPr>
        <p:spPr bwMode="auto">
          <a:xfrm>
            <a:off x="7474909" y="2673115"/>
            <a:ext cx="290182" cy="71016"/>
          </a:xfrm>
          <a:custGeom>
            <a:avLst/>
            <a:gdLst>
              <a:gd name="T0" fmla="*/ 173112702 w 2532"/>
              <a:gd name="T1" fmla="*/ 0 h 723"/>
              <a:gd name="T2" fmla="*/ 173112702 w 2532"/>
              <a:gd name="T3" fmla="*/ 0 h 723"/>
              <a:gd name="T4" fmla="*/ 2069773885 w 2532"/>
              <a:gd name="T5" fmla="*/ 558173482 h 723"/>
              <a:gd name="T6" fmla="*/ 2069773885 w 2532"/>
              <a:gd name="T7" fmla="*/ 558173482 h 723"/>
              <a:gd name="T8" fmla="*/ 0 w 2532"/>
              <a:gd name="T9" fmla="*/ 92871346 h 723"/>
              <a:gd name="T10" fmla="*/ 17311270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40" name="Freeform 1039"/>
          <p:cNvSpPr/>
          <p:nvPr/>
        </p:nvSpPr>
        <p:spPr bwMode="auto">
          <a:xfrm flipV="1">
            <a:off x="7764701" y="2668076"/>
            <a:ext cx="118410" cy="73535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962694895 h 723"/>
              <a:gd name="T6" fmla="*/ 0 w 2532"/>
              <a:gd name="T7" fmla="*/ 962694895 h 723"/>
              <a:gd name="T8" fmla="*/ 0 w 2532"/>
              <a:gd name="T9" fmla="*/ 107314314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541" name="Picture 568" descr="light2.png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8831667" y="2392289"/>
            <a:ext cx="92772" cy="4054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42" name="Picture 603" descr="car_icon_small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99539" y="2116958"/>
            <a:ext cx="849312" cy="168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43" name="Picture 1116" descr="laptop_keyboard"/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510375" y="3605209"/>
            <a:ext cx="286699" cy="11944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44" name="Freeform 1117"/>
          <p:cNvSpPr/>
          <p:nvPr/>
        </p:nvSpPr>
        <p:spPr bwMode="auto">
          <a:xfrm>
            <a:off x="7605388" y="3489299"/>
            <a:ext cx="230764" cy="155883"/>
          </a:xfrm>
          <a:custGeom>
            <a:avLst/>
            <a:gdLst>
              <a:gd name="T0" fmla="*/ 143665061 w 2982"/>
              <a:gd name="T1" fmla="*/ 0 h 2442"/>
              <a:gd name="T2" fmla="*/ 0 w 2982"/>
              <a:gd name="T3" fmla="*/ 66329557 h 2442"/>
              <a:gd name="T4" fmla="*/ 573719931 w 2982"/>
              <a:gd name="T5" fmla="*/ 82975142 h 2442"/>
              <a:gd name="T6" fmla="*/ 717384993 w 2982"/>
              <a:gd name="T7" fmla="*/ 16645585 h 2442"/>
              <a:gd name="T8" fmla="*/ 14366506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545" name="Picture 1118" descr="screen"/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16754" y="3493308"/>
            <a:ext cx="209692" cy="1418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46" name="Freeform 1119"/>
          <p:cNvSpPr/>
          <p:nvPr/>
        </p:nvSpPr>
        <p:spPr bwMode="auto">
          <a:xfrm>
            <a:off x="7647403" y="3484701"/>
            <a:ext cx="195517" cy="29007"/>
          </a:xfrm>
          <a:custGeom>
            <a:avLst/>
            <a:gdLst>
              <a:gd name="T0" fmla="*/ 35620212 w 2528"/>
              <a:gd name="T1" fmla="*/ 0 h 455"/>
              <a:gd name="T2" fmla="*/ 608343257 w 2528"/>
              <a:gd name="T3" fmla="*/ 16582250 h 455"/>
              <a:gd name="T4" fmla="*/ 572256449 w 2528"/>
              <a:gd name="T5" fmla="*/ 16582250 h 455"/>
              <a:gd name="T6" fmla="*/ 0 w 2528"/>
              <a:gd name="T7" fmla="*/ 16582250 h 455"/>
              <a:gd name="T8" fmla="*/ 35620212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47" name="Freeform 1120"/>
          <p:cNvSpPr/>
          <p:nvPr/>
        </p:nvSpPr>
        <p:spPr bwMode="auto">
          <a:xfrm>
            <a:off x="7603345" y="3484465"/>
            <a:ext cx="54275" cy="120745"/>
          </a:xfrm>
          <a:custGeom>
            <a:avLst/>
            <a:gdLst>
              <a:gd name="T0" fmla="*/ 142804406 w 702"/>
              <a:gd name="T1" fmla="*/ 0 h 1893"/>
              <a:gd name="T2" fmla="*/ 0 w 702"/>
              <a:gd name="T3" fmla="*/ 66174575 h 1893"/>
              <a:gd name="T4" fmla="*/ 35584530 w 702"/>
              <a:gd name="T5" fmla="*/ 66174575 h 1893"/>
              <a:gd name="T6" fmla="*/ 178855222 w 702"/>
              <a:gd name="T7" fmla="*/ 16607700 h 1893"/>
              <a:gd name="T8" fmla="*/ 142804406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48" name="Freeform 1121"/>
          <p:cNvSpPr/>
          <p:nvPr/>
        </p:nvSpPr>
        <p:spPr bwMode="auto">
          <a:xfrm>
            <a:off x="7783026" y="3506043"/>
            <a:ext cx="58489" cy="139375"/>
          </a:xfrm>
          <a:custGeom>
            <a:avLst/>
            <a:gdLst>
              <a:gd name="T0" fmla="*/ 179213623 w 756"/>
              <a:gd name="T1" fmla="*/ 0 h 2184"/>
              <a:gd name="T2" fmla="*/ 35656008 w 756"/>
              <a:gd name="T3" fmla="*/ 82904513 h 2184"/>
              <a:gd name="T4" fmla="*/ 0 w 756"/>
              <a:gd name="T5" fmla="*/ 82904513 h 2184"/>
              <a:gd name="T6" fmla="*/ 143090785 w 756"/>
              <a:gd name="T7" fmla="*/ 16632211 h 2184"/>
              <a:gd name="T8" fmla="*/ 179213623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49" name="Freeform 1122"/>
          <p:cNvSpPr/>
          <p:nvPr/>
        </p:nvSpPr>
        <p:spPr bwMode="auto">
          <a:xfrm>
            <a:off x="7602706" y="3599078"/>
            <a:ext cx="214545" cy="47048"/>
          </a:xfrm>
          <a:custGeom>
            <a:avLst/>
            <a:gdLst>
              <a:gd name="T0" fmla="*/ 35658648 w 2773"/>
              <a:gd name="T1" fmla="*/ 0 h 738"/>
              <a:gd name="T2" fmla="*/ 0 w 2773"/>
              <a:gd name="T3" fmla="*/ 16581742 h 738"/>
              <a:gd name="T4" fmla="*/ 573357470 w 2773"/>
              <a:gd name="T5" fmla="*/ 33163485 h 738"/>
              <a:gd name="T6" fmla="*/ 573357470 w 2773"/>
              <a:gd name="T7" fmla="*/ 16581742 h 738"/>
              <a:gd name="T8" fmla="*/ 35658648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50" name="Freeform 1123"/>
          <p:cNvSpPr/>
          <p:nvPr/>
        </p:nvSpPr>
        <p:spPr bwMode="auto">
          <a:xfrm>
            <a:off x="7789539" y="3507222"/>
            <a:ext cx="54786" cy="139965"/>
          </a:xfrm>
          <a:custGeom>
            <a:avLst/>
            <a:gdLst>
              <a:gd name="T0" fmla="*/ 656550006 w 637"/>
              <a:gd name="T1" fmla="*/ 0 h 1659"/>
              <a:gd name="T2" fmla="*/ 656550006 w 637"/>
              <a:gd name="T3" fmla="*/ 0 h 1659"/>
              <a:gd name="T4" fmla="*/ 54716163 w 637"/>
              <a:gd name="T5" fmla="*/ 2147483646 h 1659"/>
              <a:gd name="T6" fmla="*/ 0 w 637"/>
              <a:gd name="T7" fmla="*/ 2147483646 h 1659"/>
              <a:gd name="T8" fmla="*/ 65655000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51" name="Freeform 1124"/>
          <p:cNvSpPr/>
          <p:nvPr/>
        </p:nvSpPr>
        <p:spPr bwMode="auto">
          <a:xfrm>
            <a:off x="7602962" y="3605327"/>
            <a:ext cx="190792" cy="46458"/>
          </a:xfrm>
          <a:custGeom>
            <a:avLst/>
            <a:gdLst>
              <a:gd name="T0" fmla="*/ 0 w 2216"/>
              <a:gd name="T1" fmla="*/ 0 h 550"/>
              <a:gd name="T2" fmla="*/ 54884212 w 2216"/>
              <a:gd name="T3" fmla="*/ 101852492 h 550"/>
              <a:gd name="T4" fmla="*/ 2147483646 w 2216"/>
              <a:gd name="T5" fmla="*/ 1017940055 h 550"/>
              <a:gd name="T6" fmla="*/ 2147483646 w 2216"/>
              <a:gd name="T7" fmla="*/ 865464562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552" name="Group 1125"/>
          <p:cNvGrpSpPr/>
          <p:nvPr/>
        </p:nvGrpSpPr>
        <p:grpSpPr bwMode="auto">
          <a:xfrm>
            <a:off x="7599769" y="3654969"/>
            <a:ext cx="64747" cy="27592"/>
            <a:chOff x="1740" y="2642"/>
            <a:chExt cx="752" cy="327"/>
          </a:xfrm>
        </p:grpSpPr>
        <p:sp>
          <p:nvSpPr>
            <p:cNvPr id="553" name="Freeform 1126"/>
            <p:cNvSpPr/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54" name="Freeform 1127"/>
            <p:cNvSpPr/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55" name="Freeform 1128"/>
            <p:cNvSpPr/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56" name="Freeform 1129"/>
            <p:cNvSpPr/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57" name="Freeform 1130"/>
            <p:cNvSpPr/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58" name="Freeform 1131"/>
            <p:cNvSpPr/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559" name="Freeform 1132"/>
          <p:cNvSpPr/>
          <p:nvPr/>
        </p:nvSpPr>
        <p:spPr bwMode="auto">
          <a:xfrm>
            <a:off x="7710617" y="3659096"/>
            <a:ext cx="78411" cy="60608"/>
          </a:xfrm>
          <a:custGeom>
            <a:avLst/>
            <a:gdLst>
              <a:gd name="T0" fmla="*/ 39250883 w 990"/>
              <a:gd name="T1" fmla="*/ 342828616 h 792"/>
              <a:gd name="T2" fmla="*/ 354255671 w 990"/>
              <a:gd name="T3" fmla="*/ 0 h 792"/>
              <a:gd name="T4" fmla="*/ 354255671 w 990"/>
              <a:gd name="T5" fmla="*/ 34504242 h 792"/>
              <a:gd name="T6" fmla="*/ 0 w 990"/>
              <a:gd name="T7" fmla="*/ 342828616 h 792"/>
              <a:gd name="T8" fmla="*/ 39250883 w 990"/>
              <a:gd name="T9" fmla="*/ 342828616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60" name="Freeform 1133"/>
          <p:cNvSpPr/>
          <p:nvPr/>
        </p:nvSpPr>
        <p:spPr bwMode="auto">
          <a:xfrm>
            <a:off x="7510503" y="3663931"/>
            <a:ext cx="200625" cy="55302"/>
          </a:xfrm>
          <a:custGeom>
            <a:avLst/>
            <a:gdLst>
              <a:gd name="T0" fmla="*/ 39302216 w 2532"/>
              <a:gd name="T1" fmla="*/ 0 h 723"/>
              <a:gd name="T2" fmla="*/ 39302216 w 2532"/>
              <a:gd name="T3" fmla="*/ 0 h 723"/>
              <a:gd name="T4" fmla="*/ 867084690 w 2532"/>
              <a:gd name="T5" fmla="*/ 307891170 h 723"/>
              <a:gd name="T6" fmla="*/ 867084690 w 2532"/>
              <a:gd name="T7" fmla="*/ 342351506 h 723"/>
              <a:gd name="T8" fmla="*/ 0 w 2532"/>
              <a:gd name="T9" fmla="*/ 34009889 h 723"/>
              <a:gd name="T10" fmla="*/ 39302216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61" name="Freeform 1134"/>
          <p:cNvSpPr/>
          <p:nvPr/>
        </p:nvSpPr>
        <p:spPr bwMode="auto">
          <a:xfrm>
            <a:off x="7510631" y="3653790"/>
            <a:ext cx="2171" cy="11202"/>
          </a:xfrm>
          <a:custGeom>
            <a:avLst/>
            <a:gdLst>
              <a:gd name="T0" fmla="*/ 48903362 w 26"/>
              <a:gd name="T1" fmla="*/ 33634500 h 147"/>
              <a:gd name="T2" fmla="*/ 48903362 w 26"/>
              <a:gd name="T3" fmla="*/ 67263209 h 147"/>
              <a:gd name="T4" fmla="*/ 0 w 26"/>
              <a:gd name="T5" fmla="*/ 67263209 h 147"/>
              <a:gd name="T6" fmla="*/ 48903362 w 26"/>
              <a:gd name="T7" fmla="*/ 0 h 147"/>
              <a:gd name="T8" fmla="*/ 48903362 w 26"/>
              <a:gd name="T9" fmla="*/ 33634500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62" name="Freeform 1135"/>
          <p:cNvSpPr/>
          <p:nvPr/>
        </p:nvSpPr>
        <p:spPr bwMode="auto">
          <a:xfrm>
            <a:off x="7510758" y="3608157"/>
            <a:ext cx="93225" cy="46340"/>
          </a:xfrm>
          <a:custGeom>
            <a:avLst/>
            <a:gdLst>
              <a:gd name="T0" fmla="*/ 395043791 w 1176"/>
              <a:gd name="T1" fmla="*/ 0 h 606"/>
              <a:gd name="T2" fmla="*/ 0 w 1176"/>
              <a:gd name="T3" fmla="*/ 273654982 h 606"/>
              <a:gd name="T4" fmla="*/ 39357994 w 1176"/>
              <a:gd name="T5" fmla="*/ 273654982 h 606"/>
              <a:gd name="T6" fmla="*/ 395043791 w 1176"/>
              <a:gd name="T7" fmla="*/ 33985420 h 606"/>
              <a:gd name="T8" fmla="*/ 39504379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63" name="Freeform 1136"/>
          <p:cNvSpPr/>
          <p:nvPr/>
        </p:nvSpPr>
        <p:spPr bwMode="auto">
          <a:xfrm>
            <a:off x="7517016" y="3656149"/>
            <a:ext cx="190281" cy="53180"/>
          </a:xfrm>
          <a:custGeom>
            <a:avLst/>
            <a:gdLst>
              <a:gd name="T0" fmla="*/ 31829833 w 2532"/>
              <a:gd name="T1" fmla="*/ 0 h 723"/>
              <a:gd name="T2" fmla="*/ 31829833 w 2532"/>
              <a:gd name="T3" fmla="*/ 0 h 723"/>
              <a:gd name="T4" fmla="*/ 382827787 w 2532"/>
              <a:gd name="T5" fmla="*/ 175498781 h 723"/>
              <a:gd name="T6" fmla="*/ 382827787 w 2532"/>
              <a:gd name="T7" fmla="*/ 175498781 h 723"/>
              <a:gd name="T8" fmla="*/ 0 w 2532"/>
              <a:gd name="T9" fmla="*/ 29448186 h 723"/>
              <a:gd name="T10" fmla="*/ 31829833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64" name="Freeform 1137"/>
          <p:cNvSpPr/>
          <p:nvPr/>
        </p:nvSpPr>
        <p:spPr bwMode="auto">
          <a:xfrm flipV="1">
            <a:off x="7707042" y="3652375"/>
            <a:ext cx="77645" cy="55066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302641137 h 723"/>
              <a:gd name="T6" fmla="*/ 0 w 2532"/>
              <a:gd name="T7" fmla="*/ 302641137 h 723"/>
              <a:gd name="T8" fmla="*/ 0 w 2532"/>
              <a:gd name="T9" fmla="*/ 33575256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565" name="Picture 1140" descr="desktop_computer_stylized_medium"/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7991996" y="3567143"/>
            <a:ext cx="359261" cy="3420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66" name="Freeform 1141"/>
          <p:cNvSpPr/>
          <p:nvPr/>
        </p:nvSpPr>
        <p:spPr bwMode="auto">
          <a:xfrm flipH="1">
            <a:off x="8145217" y="3599942"/>
            <a:ext cx="169400" cy="156753"/>
          </a:xfrm>
          <a:custGeom>
            <a:avLst/>
            <a:gdLst>
              <a:gd name="T0" fmla="*/ 0 w 356"/>
              <a:gd name="T1" fmla="*/ 0 h 368"/>
              <a:gd name="T2" fmla="*/ 300 w 356"/>
              <a:gd name="T3" fmla="*/ 14 h 368"/>
              <a:gd name="T4" fmla="*/ 356 w 356"/>
              <a:gd name="T5" fmla="*/ 294 h 368"/>
              <a:gd name="T6" fmla="*/ 78 w 356"/>
              <a:gd name="T7" fmla="*/ 368 h 368"/>
              <a:gd name="T8" fmla="*/ 0 w 356"/>
              <a:gd name="T9" fmla="*/ 0 h 36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6"/>
              <a:gd name="T16" fmla="*/ 0 h 368"/>
              <a:gd name="T17" fmla="*/ 356 w 356"/>
              <a:gd name="T18" fmla="*/ 368 h 36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6" h="368">
                <a:moveTo>
                  <a:pt x="0" y="0"/>
                </a:moveTo>
                <a:lnTo>
                  <a:pt x="300" y="14"/>
                </a:lnTo>
                <a:lnTo>
                  <a:pt x="356" y="294"/>
                </a:lnTo>
                <a:lnTo>
                  <a:pt x="78" y="368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chemeClr val="bg1"/>
              </a:gs>
            </a:gsLst>
            <a:lin ang="27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prstDash val="solid"/>
                <a:round/>
              </a14:hiddenLine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567" name="Picture 571" descr="fridge2.png"/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3199" y="3385017"/>
            <a:ext cx="189578" cy="3370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568" name="Group 950"/>
          <p:cNvGrpSpPr/>
          <p:nvPr/>
        </p:nvGrpSpPr>
        <p:grpSpPr bwMode="auto">
          <a:xfrm>
            <a:off x="10288915" y="5273951"/>
            <a:ext cx="177192" cy="330833"/>
            <a:chOff x="4140" y="429"/>
            <a:chExt cx="1425" cy="2396"/>
          </a:xfrm>
        </p:grpSpPr>
        <p:sp>
          <p:nvSpPr>
            <p:cNvPr id="569" name="Freeform 951"/>
            <p:cNvSpPr/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0" name="Rectangle 952"/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71" name="Freeform 953"/>
            <p:cNvSpPr/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2" name="Freeform 954"/>
            <p:cNvSpPr/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3" name="Rectangle 955"/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574" name="Group 956"/>
            <p:cNvGrpSpPr/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599" name="AutoShape 957"/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600" name="AutoShape 958"/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575" name="Rectangle 959"/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576" name="Group 960"/>
            <p:cNvGrpSpPr/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597" name="AutoShape 961"/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598" name="AutoShape 962"/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577" name="Rectangle 963"/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78" name="Rectangle 964"/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579" name="Group 965"/>
            <p:cNvGrpSpPr/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595" name="AutoShape 966"/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596" name="AutoShape 967"/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580" name="Freeform 968"/>
            <p:cNvSpPr/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81" name="Group 969"/>
            <p:cNvGrpSpPr/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593" name="AutoShape 970"/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594" name="AutoShape 971"/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582" name="Rectangle 972"/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83" name="Freeform 973"/>
            <p:cNvSpPr/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4" name="Freeform 974"/>
            <p:cNvSpPr/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5" name="Oval 975"/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86" name="Freeform 976"/>
            <p:cNvSpPr/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7" name="AutoShape 977"/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88" name="AutoShape 978"/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89" name="Oval 979"/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90" name="Oval 980"/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91" name="Oval 981"/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92" name="Rectangle 982"/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601" name="Group 590"/>
          <p:cNvGrpSpPr/>
          <p:nvPr/>
        </p:nvGrpSpPr>
        <p:grpSpPr bwMode="auto">
          <a:xfrm flipH="1">
            <a:off x="7980855" y="4900161"/>
            <a:ext cx="345630" cy="320302"/>
            <a:chOff x="2839" y="3501"/>
            <a:chExt cx="755" cy="803"/>
          </a:xfrm>
        </p:grpSpPr>
        <p:pic>
          <p:nvPicPr>
            <p:cNvPr id="602" name="Picture 591" descr="desktop_computer_stylized_medium"/>
            <p:cNvPicPr>
              <a:picLocks noChangeAspect="1" noChangeArrowheads="1"/>
            </p:cNvPicPr>
            <p:nvPr/>
          </p:nvPicPr>
          <p:blipFill>
            <a:blip r:embed="rId10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03" name="Freeform 592"/>
            <p:cNvSpPr/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604" name="Picture 1066" descr="laptop_keyboard"/>
          <p:cNvPicPr>
            <a:picLocks noChangeAspect="1" noChangeArrowheads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216586" y="6040274"/>
            <a:ext cx="253501" cy="1203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05" name="Freeform 1067"/>
          <p:cNvSpPr/>
          <p:nvPr/>
        </p:nvSpPr>
        <p:spPr bwMode="auto">
          <a:xfrm>
            <a:off x="9300597" y="5923494"/>
            <a:ext cx="204043" cy="157052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606" name="Picture 1068" descr="screen"/>
          <p:cNvPicPr>
            <a:picLocks noChangeAspect="1" noChangeArrowheads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10647" y="5927534"/>
            <a:ext cx="185412" cy="14291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07" name="Freeform 1069"/>
          <p:cNvSpPr/>
          <p:nvPr/>
        </p:nvSpPr>
        <p:spPr bwMode="auto">
          <a:xfrm>
            <a:off x="9337747" y="5918861"/>
            <a:ext cx="172878" cy="29225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08" name="Freeform 1070"/>
          <p:cNvSpPr/>
          <p:nvPr/>
        </p:nvSpPr>
        <p:spPr bwMode="auto">
          <a:xfrm>
            <a:off x="9298791" y="5918624"/>
            <a:ext cx="47990" cy="121650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09" name="Freeform 1071"/>
          <p:cNvSpPr/>
          <p:nvPr/>
        </p:nvSpPr>
        <p:spPr bwMode="auto">
          <a:xfrm>
            <a:off x="9457666" y="5940364"/>
            <a:ext cx="51716" cy="14042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10" name="Freeform 1072"/>
          <p:cNvSpPr/>
          <p:nvPr/>
        </p:nvSpPr>
        <p:spPr bwMode="auto">
          <a:xfrm>
            <a:off x="9298226" y="6034096"/>
            <a:ext cx="189702" cy="47401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12" name="Freeform 1073"/>
          <p:cNvSpPr/>
          <p:nvPr/>
        </p:nvSpPr>
        <p:spPr bwMode="auto">
          <a:xfrm>
            <a:off x="9463425" y="5941552"/>
            <a:ext cx="48442" cy="141014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13" name="Freeform 1074"/>
          <p:cNvSpPr/>
          <p:nvPr/>
        </p:nvSpPr>
        <p:spPr bwMode="auto">
          <a:xfrm>
            <a:off x="9298452" y="6040392"/>
            <a:ext cx="168700" cy="46807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614" name="Group 1075"/>
          <p:cNvGrpSpPr/>
          <p:nvPr/>
        </p:nvGrpSpPr>
        <p:grpSpPr bwMode="auto">
          <a:xfrm>
            <a:off x="9295629" y="6090407"/>
            <a:ext cx="57249" cy="27799"/>
            <a:chOff x="1740" y="2642"/>
            <a:chExt cx="752" cy="327"/>
          </a:xfrm>
        </p:grpSpPr>
        <p:sp>
          <p:nvSpPr>
            <p:cNvPr id="615" name="Freeform 1076"/>
            <p:cNvSpPr/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6" name="Freeform 1077"/>
            <p:cNvSpPr/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7" name="Freeform 1078"/>
            <p:cNvSpPr/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8" name="Freeform 1079"/>
            <p:cNvSpPr/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9" name="Freeform 1080"/>
            <p:cNvSpPr/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20" name="Freeform 1081"/>
            <p:cNvSpPr/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21" name="Freeform 1082"/>
          <p:cNvSpPr/>
          <p:nvPr/>
        </p:nvSpPr>
        <p:spPr bwMode="auto">
          <a:xfrm>
            <a:off x="9393642" y="6094565"/>
            <a:ext cx="69332" cy="61063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22" name="Freeform 1083"/>
          <p:cNvSpPr/>
          <p:nvPr/>
        </p:nvSpPr>
        <p:spPr bwMode="auto">
          <a:xfrm>
            <a:off x="9216699" y="6099436"/>
            <a:ext cx="177394" cy="55717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23" name="Freeform 1084"/>
          <p:cNvSpPr/>
          <p:nvPr/>
        </p:nvSpPr>
        <p:spPr bwMode="auto">
          <a:xfrm>
            <a:off x="9216812" y="6089219"/>
            <a:ext cx="1920" cy="11286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24" name="Freeform 1085"/>
          <p:cNvSpPr/>
          <p:nvPr/>
        </p:nvSpPr>
        <p:spPr bwMode="auto">
          <a:xfrm>
            <a:off x="9216925" y="6043244"/>
            <a:ext cx="82430" cy="46688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25" name="Freeform 1086"/>
          <p:cNvSpPr/>
          <p:nvPr/>
        </p:nvSpPr>
        <p:spPr bwMode="auto">
          <a:xfrm>
            <a:off x="9222458" y="6091595"/>
            <a:ext cx="168248" cy="53578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26" name="Freeform 1087"/>
          <p:cNvSpPr/>
          <p:nvPr/>
        </p:nvSpPr>
        <p:spPr bwMode="auto">
          <a:xfrm flipV="1">
            <a:off x="9390480" y="6087793"/>
            <a:ext cx="68654" cy="5547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627" name="Group 590"/>
          <p:cNvGrpSpPr/>
          <p:nvPr/>
        </p:nvGrpSpPr>
        <p:grpSpPr bwMode="auto">
          <a:xfrm flipH="1">
            <a:off x="8153909" y="5504657"/>
            <a:ext cx="345630" cy="320302"/>
            <a:chOff x="2839" y="3501"/>
            <a:chExt cx="755" cy="803"/>
          </a:xfrm>
        </p:grpSpPr>
        <p:pic>
          <p:nvPicPr>
            <p:cNvPr id="628" name="Picture 591" descr="desktop_computer_stylized_medium"/>
            <p:cNvPicPr>
              <a:picLocks noChangeAspect="1" noChangeArrowheads="1"/>
            </p:cNvPicPr>
            <p:nvPr/>
          </p:nvPicPr>
          <p:blipFill>
            <a:blip r:embed="rId10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29" name="Freeform 592"/>
            <p:cNvSpPr/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630" name="Group 590"/>
          <p:cNvGrpSpPr/>
          <p:nvPr/>
        </p:nvGrpSpPr>
        <p:grpSpPr bwMode="auto">
          <a:xfrm flipH="1">
            <a:off x="8552134" y="5526130"/>
            <a:ext cx="345630" cy="320302"/>
            <a:chOff x="2839" y="3501"/>
            <a:chExt cx="755" cy="803"/>
          </a:xfrm>
        </p:grpSpPr>
        <p:pic>
          <p:nvPicPr>
            <p:cNvPr id="631" name="Picture 591" descr="desktop_computer_stylized_medium"/>
            <p:cNvPicPr>
              <a:picLocks noChangeAspect="1" noChangeArrowheads="1"/>
            </p:cNvPicPr>
            <p:nvPr/>
          </p:nvPicPr>
          <p:blipFill>
            <a:blip r:embed="rId10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32" name="Freeform 592"/>
            <p:cNvSpPr/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633" name="Picture 1066" descr="laptop_keyboard"/>
          <p:cNvPicPr>
            <a:picLocks noChangeAspect="1" noChangeArrowheads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550087" y="5949454"/>
            <a:ext cx="260920" cy="99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34" name="Freeform 1067"/>
          <p:cNvSpPr/>
          <p:nvPr/>
        </p:nvSpPr>
        <p:spPr bwMode="auto">
          <a:xfrm>
            <a:off x="9636557" y="5853324"/>
            <a:ext cx="210015" cy="129281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635" name="Picture 1068" descr="screen"/>
          <p:cNvPicPr>
            <a:picLocks noChangeAspect="1" noChangeArrowheads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646901" y="5856649"/>
            <a:ext cx="190838" cy="1176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36" name="Freeform 1069"/>
          <p:cNvSpPr/>
          <p:nvPr/>
        </p:nvSpPr>
        <p:spPr bwMode="auto">
          <a:xfrm>
            <a:off x="9674794" y="5849510"/>
            <a:ext cx="177937" cy="24057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37" name="Freeform 1070"/>
          <p:cNvSpPr/>
          <p:nvPr/>
        </p:nvSpPr>
        <p:spPr bwMode="auto">
          <a:xfrm>
            <a:off x="9634698" y="5849315"/>
            <a:ext cx="49395" cy="100139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38" name="Freeform 1071"/>
          <p:cNvSpPr/>
          <p:nvPr/>
        </p:nvSpPr>
        <p:spPr bwMode="auto">
          <a:xfrm>
            <a:off x="9798223" y="5867211"/>
            <a:ext cx="53230" cy="11559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39" name="Freeform 1072"/>
          <p:cNvSpPr/>
          <p:nvPr/>
        </p:nvSpPr>
        <p:spPr bwMode="auto">
          <a:xfrm>
            <a:off x="9634116" y="5944369"/>
            <a:ext cx="195254" cy="39019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40" name="Freeform 1073"/>
          <p:cNvSpPr/>
          <p:nvPr/>
        </p:nvSpPr>
        <p:spPr bwMode="auto">
          <a:xfrm>
            <a:off x="9804150" y="5868189"/>
            <a:ext cx="49860" cy="116079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41" name="Freeform 1074"/>
          <p:cNvSpPr/>
          <p:nvPr/>
        </p:nvSpPr>
        <p:spPr bwMode="auto">
          <a:xfrm>
            <a:off x="9634349" y="5949552"/>
            <a:ext cx="173637" cy="38530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642" name="Group 1075"/>
          <p:cNvGrpSpPr/>
          <p:nvPr/>
        </p:nvGrpSpPr>
        <p:grpSpPr bwMode="auto">
          <a:xfrm>
            <a:off x="9631443" y="5990722"/>
            <a:ext cx="58925" cy="22883"/>
            <a:chOff x="1740" y="2642"/>
            <a:chExt cx="752" cy="327"/>
          </a:xfrm>
        </p:grpSpPr>
        <p:sp>
          <p:nvSpPr>
            <p:cNvPr id="643" name="Freeform 1076"/>
            <p:cNvSpPr/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4" name="Freeform 1077"/>
            <p:cNvSpPr/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5" name="Freeform 1078"/>
            <p:cNvSpPr/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6" name="Freeform 1079"/>
            <p:cNvSpPr/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7" name="Freeform 1080"/>
            <p:cNvSpPr/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8" name="Freeform 1081"/>
            <p:cNvSpPr/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49" name="Freeform 1082"/>
          <p:cNvSpPr/>
          <p:nvPr/>
        </p:nvSpPr>
        <p:spPr bwMode="auto">
          <a:xfrm>
            <a:off x="9732325" y="5994145"/>
            <a:ext cx="71361" cy="50265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0" name="Freeform 1083"/>
          <p:cNvSpPr/>
          <p:nvPr/>
        </p:nvSpPr>
        <p:spPr bwMode="auto">
          <a:xfrm>
            <a:off x="9550204" y="5998154"/>
            <a:ext cx="182586" cy="4586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1" name="Freeform 1084"/>
          <p:cNvSpPr/>
          <p:nvPr/>
        </p:nvSpPr>
        <p:spPr bwMode="auto">
          <a:xfrm>
            <a:off x="9550320" y="5989744"/>
            <a:ext cx="1976" cy="9290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2" name="Freeform 1085"/>
          <p:cNvSpPr/>
          <p:nvPr/>
        </p:nvSpPr>
        <p:spPr bwMode="auto">
          <a:xfrm>
            <a:off x="9550436" y="5951899"/>
            <a:ext cx="84843" cy="38432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3" name="Freeform 1086"/>
          <p:cNvSpPr/>
          <p:nvPr/>
        </p:nvSpPr>
        <p:spPr bwMode="auto">
          <a:xfrm>
            <a:off x="9556131" y="5991700"/>
            <a:ext cx="173172" cy="4410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4" name="Freeform 1087"/>
          <p:cNvSpPr/>
          <p:nvPr/>
        </p:nvSpPr>
        <p:spPr bwMode="auto">
          <a:xfrm flipV="1">
            <a:off x="9729071" y="5988571"/>
            <a:ext cx="70663" cy="4566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655" name="Group 983"/>
          <p:cNvGrpSpPr/>
          <p:nvPr/>
        </p:nvGrpSpPr>
        <p:grpSpPr bwMode="auto">
          <a:xfrm>
            <a:off x="10017877" y="5636388"/>
            <a:ext cx="171450" cy="348944"/>
            <a:chOff x="4140" y="429"/>
            <a:chExt cx="1425" cy="2396"/>
          </a:xfrm>
        </p:grpSpPr>
        <p:sp>
          <p:nvSpPr>
            <p:cNvPr id="656" name="Freeform 984"/>
            <p:cNvSpPr/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7" name="Rectangle 985"/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58" name="Freeform 986"/>
            <p:cNvSpPr/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9" name="Freeform 987"/>
            <p:cNvSpPr/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0" name="Rectangle 988"/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661" name="Group 989"/>
            <p:cNvGrpSpPr/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686" name="AutoShape 990"/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687" name="AutoShape 991"/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662" name="Rectangle 992"/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663" name="Group 993"/>
            <p:cNvGrpSpPr/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684" name="AutoShape 994"/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685" name="AutoShape 995"/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664" name="Rectangle 996"/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65" name="Rectangle 997"/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666" name="Group 998"/>
            <p:cNvGrpSpPr/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682" name="AutoShape 999"/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683" name="AutoShape 1000"/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667" name="Freeform 1001"/>
            <p:cNvSpPr/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668" name="Group 1002"/>
            <p:cNvGrpSpPr/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680" name="AutoShape 1003"/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681" name="AutoShape 1004"/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669" name="Rectangle 1005"/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70" name="Freeform 1006"/>
            <p:cNvSpPr/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71" name="Freeform 1007"/>
            <p:cNvSpPr/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72" name="Oval 1008"/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73" name="Freeform 1009"/>
            <p:cNvSpPr/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74" name="AutoShape 1010"/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75" name="AutoShape 1011"/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76" name="Oval 1012"/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77" name="Oval 1013"/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78" name="Oval 1014"/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79" name="Rectangle 1015"/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688" name="Group 590"/>
          <p:cNvGrpSpPr/>
          <p:nvPr/>
        </p:nvGrpSpPr>
        <p:grpSpPr bwMode="auto">
          <a:xfrm flipH="1">
            <a:off x="7773981" y="5281060"/>
            <a:ext cx="345630" cy="320302"/>
            <a:chOff x="2839" y="3501"/>
            <a:chExt cx="755" cy="803"/>
          </a:xfrm>
        </p:grpSpPr>
        <p:pic>
          <p:nvPicPr>
            <p:cNvPr id="689" name="Picture 591" descr="desktop_computer_stylized_medium"/>
            <p:cNvPicPr>
              <a:picLocks noChangeAspect="1" noChangeArrowheads="1"/>
            </p:cNvPicPr>
            <p:nvPr/>
          </p:nvPicPr>
          <p:blipFill>
            <a:blip r:embed="rId10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90" name="Freeform 592"/>
            <p:cNvSpPr/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693" name="Group 692"/>
          <p:cNvGrpSpPr/>
          <p:nvPr/>
        </p:nvGrpSpPr>
        <p:grpSpPr>
          <a:xfrm>
            <a:off x="7439074" y="1859725"/>
            <a:ext cx="1802647" cy="1120859"/>
            <a:chOff x="7439074" y="1859725"/>
            <a:chExt cx="1802647" cy="1120859"/>
          </a:xfrm>
        </p:grpSpPr>
        <p:pic>
          <p:nvPicPr>
            <p:cNvPr id="798" name="Picture 799" descr="cell_tower_radiation copy"/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980866" y="2158167"/>
              <a:ext cx="457200" cy="3327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99" name="Line 426"/>
            <p:cNvSpPr>
              <a:spLocks noChangeShapeType="1"/>
            </p:cNvSpPr>
            <p:nvPr/>
          </p:nvSpPr>
          <p:spPr bwMode="auto">
            <a:xfrm>
              <a:off x="8207860" y="2700359"/>
              <a:ext cx="227964" cy="17435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800" name="Group 783"/>
            <p:cNvGrpSpPr/>
            <p:nvPr/>
          </p:nvGrpSpPr>
          <p:grpSpPr bwMode="auto">
            <a:xfrm>
              <a:off x="8050698" y="2309376"/>
              <a:ext cx="298450" cy="464008"/>
              <a:chOff x="3130" y="3288"/>
              <a:chExt cx="410" cy="742"/>
            </a:xfrm>
          </p:grpSpPr>
          <p:sp>
            <p:nvSpPr>
              <p:cNvPr id="813" name="Line 270"/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14" name="Line 271"/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15" name="Line 272"/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16" name="Line 273"/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17" name="Line 274"/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18" name="Line 275"/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19" name="Line 276"/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20" name="Line 277"/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21" name="Line 278"/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22" name="Line 279"/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23" name="Line 280"/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24" name="Line 281"/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25" name="Line 282"/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26" name="Line 283"/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27" name="Line 284"/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801" name="Group 800"/>
            <p:cNvGrpSpPr/>
            <p:nvPr/>
          </p:nvGrpSpPr>
          <p:grpSpPr>
            <a:xfrm>
              <a:off x="8439827" y="2812309"/>
              <a:ext cx="353678" cy="168275"/>
              <a:chOff x="7493876" y="2774731"/>
              <a:chExt cx="1481958" cy="894622"/>
            </a:xfrm>
          </p:grpSpPr>
          <p:sp>
            <p:nvSpPr>
              <p:cNvPr id="806" name="Freeform 805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07" name="Oval 806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808" name="Group 807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809" name="Freeform 808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10" name="Freeform 809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11" name="Freeform 810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12" name="Freeform 811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pic>
          <p:nvPicPr>
            <p:cNvPr id="802" name="Picture 654" descr="antenna_radiation_stylized"/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750224" y="1859725"/>
              <a:ext cx="415925" cy="887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03" name="Picture 1017" descr="antenna_stylized"/>
            <p:cNvPicPr>
              <a:picLocks noChangeAspect="1" noChangeArrowheads="1"/>
            </p:cNvPicPr>
            <p:nvPr/>
          </p:nvPicPr>
          <p:blipFill>
            <a:blip r:embed="rId1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39074" y="2356613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04" name="Picture 1017" descr="antenna_stylized"/>
            <p:cNvPicPr>
              <a:picLocks noChangeAspect="1" noChangeArrowheads="1"/>
            </p:cNvPicPr>
            <p:nvPr/>
          </p:nvPicPr>
          <p:blipFill>
            <a:blip r:embed="rId1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637781" y="2319727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05" name="Picture 1017" descr="antenna_stylized"/>
            <p:cNvPicPr>
              <a:picLocks noChangeAspect="1" noChangeArrowheads="1"/>
            </p:cNvPicPr>
            <p:nvPr/>
          </p:nvPicPr>
          <p:blipFill>
            <a:blip r:embed="rId1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11019" y="2059124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694" name="Group 693"/>
          <p:cNvGrpSpPr/>
          <p:nvPr/>
        </p:nvGrpSpPr>
        <p:grpSpPr>
          <a:xfrm>
            <a:off x="7493518" y="3325424"/>
            <a:ext cx="911538" cy="843226"/>
            <a:chOff x="7493518" y="3325424"/>
            <a:chExt cx="911538" cy="843226"/>
          </a:xfrm>
        </p:grpSpPr>
        <p:pic>
          <p:nvPicPr>
            <p:cNvPr id="783" name="Picture 777" descr="access_point_stylized_small"/>
            <p:cNvPicPr>
              <a:picLocks noChangeAspect="1" noChangeArrowheads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13882" y="3861899"/>
              <a:ext cx="370169" cy="3067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784" name="Group 783"/>
            <p:cNvGrpSpPr/>
            <p:nvPr/>
          </p:nvGrpSpPr>
          <p:grpSpPr>
            <a:xfrm>
              <a:off x="7493518" y="3325424"/>
              <a:ext cx="911538" cy="816238"/>
              <a:chOff x="7493518" y="3325424"/>
              <a:chExt cx="911538" cy="816238"/>
            </a:xfrm>
          </p:grpSpPr>
          <p:sp>
            <p:nvSpPr>
              <p:cNvPr id="785" name="Line 443"/>
              <p:cNvSpPr>
                <a:spLocks noChangeShapeType="1"/>
              </p:cNvSpPr>
              <p:nvPr/>
            </p:nvSpPr>
            <p:spPr bwMode="auto">
              <a:xfrm>
                <a:off x="8247778" y="3829970"/>
                <a:ext cx="0" cy="13176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86" name="Line 449"/>
              <p:cNvSpPr>
                <a:spLocks noChangeShapeType="1"/>
              </p:cNvSpPr>
              <p:nvPr/>
            </p:nvSpPr>
            <p:spPr bwMode="auto">
              <a:xfrm flipV="1">
                <a:off x="7857253" y="4041107"/>
                <a:ext cx="168275" cy="3175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787" name="Picture 778" descr="antenna_radiation_stylized"/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562238" y="3813930"/>
                <a:ext cx="506412" cy="10600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788" name="Group 787"/>
              <p:cNvGrpSpPr/>
              <p:nvPr/>
            </p:nvGrpSpPr>
            <p:grpSpPr>
              <a:xfrm>
                <a:off x="8050070" y="3965994"/>
                <a:ext cx="354986" cy="175668"/>
                <a:chOff x="7493876" y="2774731"/>
                <a:chExt cx="1481958" cy="894622"/>
              </a:xfrm>
            </p:grpSpPr>
            <p:sp>
              <p:nvSpPr>
                <p:cNvPr id="791" name="Freeform 790"/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-1" fmla="*/ 8187558 w 8187558"/>
                    <a:gd name="connsiteY0-2" fmla="*/ 0 h 2617076"/>
                    <a:gd name="connsiteX1-3" fmla="*/ 8187558 w 8187558"/>
                    <a:gd name="connsiteY1-4" fmla="*/ 1271752 h 2617076"/>
                    <a:gd name="connsiteX2-5" fmla="*/ 4025462 w 8187558"/>
                    <a:gd name="connsiteY2-6" fmla="*/ 2617076 h 2617076"/>
                    <a:gd name="connsiteX3-7" fmla="*/ 0 w 8187558"/>
                    <a:gd name="connsiteY3-8" fmla="*/ 1229711 h 2617076"/>
                    <a:gd name="connsiteX4-9" fmla="*/ 31531 w 8187558"/>
                    <a:gd name="connsiteY4-10" fmla="*/ 147145 h 2617076"/>
                    <a:gd name="connsiteX5-11" fmla="*/ 4046482 w 8187558"/>
                    <a:gd name="connsiteY5-12" fmla="*/ 1576552 h 2617076"/>
                    <a:gd name="connsiteX6-13" fmla="*/ 8187558 w 8187558"/>
                    <a:gd name="connsiteY6-14" fmla="*/ 0 h 2617076"/>
                    <a:gd name="connsiteX0-15" fmla="*/ 8187558 w 8187558"/>
                    <a:gd name="connsiteY0-16" fmla="*/ 0 h 2617076"/>
                    <a:gd name="connsiteX1-17" fmla="*/ 8187558 w 8187558"/>
                    <a:gd name="connsiteY1-18" fmla="*/ 1271752 h 2617076"/>
                    <a:gd name="connsiteX2-19" fmla="*/ 4025462 w 8187558"/>
                    <a:gd name="connsiteY2-20" fmla="*/ 2617076 h 2617076"/>
                    <a:gd name="connsiteX3-21" fmla="*/ 0 w 8187558"/>
                    <a:gd name="connsiteY3-22" fmla="*/ 1229711 h 2617076"/>
                    <a:gd name="connsiteX4-23" fmla="*/ 31531 w 8187558"/>
                    <a:gd name="connsiteY4-24" fmla="*/ 147145 h 2617076"/>
                    <a:gd name="connsiteX5-25" fmla="*/ 4046482 w 8187558"/>
                    <a:gd name="connsiteY5-26" fmla="*/ 1576552 h 2617076"/>
                    <a:gd name="connsiteX6-27" fmla="*/ 8187558 w 8187558"/>
                    <a:gd name="connsiteY6-28" fmla="*/ 0 h 2617076"/>
                    <a:gd name="connsiteX0-29" fmla="*/ 8187558 w 8187558"/>
                    <a:gd name="connsiteY0-30" fmla="*/ 0 h 2617076"/>
                    <a:gd name="connsiteX1-31" fmla="*/ 8187558 w 8187558"/>
                    <a:gd name="connsiteY1-32" fmla="*/ 1271752 h 2617076"/>
                    <a:gd name="connsiteX2-33" fmla="*/ 4025462 w 8187558"/>
                    <a:gd name="connsiteY2-34" fmla="*/ 2617076 h 2617076"/>
                    <a:gd name="connsiteX3-35" fmla="*/ 0 w 8187558"/>
                    <a:gd name="connsiteY3-36" fmla="*/ 1229711 h 2617076"/>
                    <a:gd name="connsiteX4-37" fmla="*/ 31531 w 8187558"/>
                    <a:gd name="connsiteY4-38" fmla="*/ 147145 h 2617076"/>
                    <a:gd name="connsiteX5-39" fmla="*/ 4046482 w 8187558"/>
                    <a:gd name="connsiteY5-40" fmla="*/ 1576552 h 2617076"/>
                    <a:gd name="connsiteX6-41" fmla="*/ 8187558 w 8187558"/>
                    <a:gd name="connsiteY6-42" fmla="*/ 0 h 2617076"/>
                    <a:gd name="connsiteX0-43" fmla="*/ 8187558 w 8187558"/>
                    <a:gd name="connsiteY0-44" fmla="*/ 0 h 2617076"/>
                    <a:gd name="connsiteX1-45" fmla="*/ 8187558 w 8187558"/>
                    <a:gd name="connsiteY1-46" fmla="*/ 1271752 h 2617076"/>
                    <a:gd name="connsiteX2-47" fmla="*/ 4025462 w 8187558"/>
                    <a:gd name="connsiteY2-48" fmla="*/ 2617076 h 2617076"/>
                    <a:gd name="connsiteX3-49" fmla="*/ 0 w 8187558"/>
                    <a:gd name="connsiteY3-50" fmla="*/ 1229711 h 2617076"/>
                    <a:gd name="connsiteX4-51" fmla="*/ 31531 w 8187558"/>
                    <a:gd name="connsiteY4-52" fmla="*/ 147145 h 2617076"/>
                    <a:gd name="connsiteX5-53" fmla="*/ 4046482 w 8187558"/>
                    <a:gd name="connsiteY5-54" fmla="*/ 1576552 h 2617076"/>
                    <a:gd name="connsiteX6-55" fmla="*/ 8187558 w 8187558"/>
                    <a:gd name="connsiteY6-56" fmla="*/ 0 h 2617076"/>
                    <a:gd name="connsiteX0-57" fmla="*/ 8187558 w 8187558"/>
                    <a:gd name="connsiteY0-58" fmla="*/ 0 h 2617076"/>
                    <a:gd name="connsiteX1-59" fmla="*/ 8187558 w 8187558"/>
                    <a:gd name="connsiteY1-60" fmla="*/ 1271752 h 2617076"/>
                    <a:gd name="connsiteX2-61" fmla="*/ 4025462 w 8187558"/>
                    <a:gd name="connsiteY2-62" fmla="*/ 2617076 h 2617076"/>
                    <a:gd name="connsiteX3-63" fmla="*/ 0 w 8187558"/>
                    <a:gd name="connsiteY3-64" fmla="*/ 1229711 h 2617076"/>
                    <a:gd name="connsiteX4-65" fmla="*/ 31531 w 8187558"/>
                    <a:gd name="connsiteY4-66" fmla="*/ 147145 h 2617076"/>
                    <a:gd name="connsiteX5-67" fmla="*/ 4046482 w 8187558"/>
                    <a:gd name="connsiteY5-68" fmla="*/ 1576552 h 2617076"/>
                    <a:gd name="connsiteX6-69" fmla="*/ 8187558 w 8187558"/>
                    <a:gd name="connsiteY6-70" fmla="*/ 0 h 2617076"/>
                    <a:gd name="connsiteX0-71" fmla="*/ 8187558 w 8187558"/>
                    <a:gd name="connsiteY0-72" fmla="*/ 0 h 2617076"/>
                    <a:gd name="connsiteX1-73" fmla="*/ 8187558 w 8187558"/>
                    <a:gd name="connsiteY1-74" fmla="*/ 1271752 h 2617076"/>
                    <a:gd name="connsiteX2-75" fmla="*/ 4025462 w 8187558"/>
                    <a:gd name="connsiteY2-76" fmla="*/ 2617076 h 2617076"/>
                    <a:gd name="connsiteX3-77" fmla="*/ 0 w 8187558"/>
                    <a:gd name="connsiteY3-78" fmla="*/ 1229711 h 2617076"/>
                    <a:gd name="connsiteX4-79" fmla="*/ 31531 w 8187558"/>
                    <a:gd name="connsiteY4-80" fmla="*/ 147145 h 2617076"/>
                    <a:gd name="connsiteX5-81" fmla="*/ 4046482 w 8187558"/>
                    <a:gd name="connsiteY5-82" fmla="*/ 1576552 h 2617076"/>
                    <a:gd name="connsiteX6-83" fmla="*/ 8187558 w 8187558"/>
                    <a:gd name="connsiteY6-84" fmla="*/ 0 h 2617076"/>
                    <a:gd name="connsiteX0-85" fmla="*/ 8187558 w 8187558"/>
                    <a:gd name="connsiteY0-86" fmla="*/ 0 h 2638097"/>
                    <a:gd name="connsiteX1-87" fmla="*/ 8187558 w 8187558"/>
                    <a:gd name="connsiteY1-88" fmla="*/ 1271752 h 2638097"/>
                    <a:gd name="connsiteX2-89" fmla="*/ 4099035 w 8187558"/>
                    <a:gd name="connsiteY2-90" fmla="*/ 2638097 h 2638097"/>
                    <a:gd name="connsiteX3-91" fmla="*/ 0 w 8187558"/>
                    <a:gd name="connsiteY3-92" fmla="*/ 1229711 h 2638097"/>
                    <a:gd name="connsiteX4-93" fmla="*/ 31531 w 8187558"/>
                    <a:gd name="connsiteY4-94" fmla="*/ 147145 h 2638097"/>
                    <a:gd name="connsiteX5-95" fmla="*/ 4046482 w 8187558"/>
                    <a:gd name="connsiteY5-96" fmla="*/ 1576552 h 2638097"/>
                    <a:gd name="connsiteX6-97" fmla="*/ 8187558 w 8187558"/>
                    <a:gd name="connsiteY6-98" fmla="*/ 0 h 2638097"/>
                    <a:gd name="connsiteX0-99" fmla="*/ 8187558 w 8187558"/>
                    <a:gd name="connsiteY0-100" fmla="*/ 0 h 2638097"/>
                    <a:gd name="connsiteX1-101" fmla="*/ 8187558 w 8187558"/>
                    <a:gd name="connsiteY1-102" fmla="*/ 1271752 h 2638097"/>
                    <a:gd name="connsiteX2-103" fmla="*/ 4099035 w 8187558"/>
                    <a:gd name="connsiteY2-104" fmla="*/ 2638097 h 2638097"/>
                    <a:gd name="connsiteX3-105" fmla="*/ 0 w 8187558"/>
                    <a:gd name="connsiteY3-106" fmla="*/ 1229711 h 2638097"/>
                    <a:gd name="connsiteX4-107" fmla="*/ 31531 w 8187558"/>
                    <a:gd name="connsiteY4-108" fmla="*/ 147145 h 2638097"/>
                    <a:gd name="connsiteX5-109" fmla="*/ 4046482 w 8187558"/>
                    <a:gd name="connsiteY5-110" fmla="*/ 1576552 h 2638097"/>
                    <a:gd name="connsiteX6-111" fmla="*/ 8187558 w 8187558"/>
                    <a:gd name="connsiteY6-112" fmla="*/ 0 h 2638097"/>
                    <a:gd name="connsiteX0-113" fmla="*/ 8187558 w 8187558"/>
                    <a:gd name="connsiteY0-114" fmla="*/ 0 h 2638097"/>
                    <a:gd name="connsiteX1-115" fmla="*/ 8187558 w 8187558"/>
                    <a:gd name="connsiteY1-116" fmla="*/ 1271752 h 2638097"/>
                    <a:gd name="connsiteX2-117" fmla="*/ 4099035 w 8187558"/>
                    <a:gd name="connsiteY2-118" fmla="*/ 2638097 h 2638097"/>
                    <a:gd name="connsiteX3-119" fmla="*/ 0 w 8187558"/>
                    <a:gd name="connsiteY3-120" fmla="*/ 1229711 h 2638097"/>
                    <a:gd name="connsiteX4-121" fmla="*/ 31531 w 8187558"/>
                    <a:gd name="connsiteY4-122" fmla="*/ 147145 h 2638097"/>
                    <a:gd name="connsiteX5-123" fmla="*/ 4046482 w 8187558"/>
                    <a:gd name="connsiteY5-124" fmla="*/ 1576552 h 2638097"/>
                    <a:gd name="connsiteX6-125" fmla="*/ 8187558 w 8187558"/>
                    <a:gd name="connsiteY6-126" fmla="*/ 0 h 2638097"/>
                    <a:gd name="connsiteX0-127" fmla="*/ 8187558 w 8187558"/>
                    <a:gd name="connsiteY0-128" fmla="*/ 0 h 2638097"/>
                    <a:gd name="connsiteX1-129" fmla="*/ 8187558 w 8187558"/>
                    <a:gd name="connsiteY1-130" fmla="*/ 1271752 h 2638097"/>
                    <a:gd name="connsiteX2-131" fmla="*/ 4099035 w 8187558"/>
                    <a:gd name="connsiteY2-132" fmla="*/ 2638097 h 2638097"/>
                    <a:gd name="connsiteX3-133" fmla="*/ 0 w 8187558"/>
                    <a:gd name="connsiteY3-134" fmla="*/ 1229711 h 2638097"/>
                    <a:gd name="connsiteX4-135" fmla="*/ 31531 w 8187558"/>
                    <a:gd name="connsiteY4-136" fmla="*/ 147145 h 2638097"/>
                    <a:gd name="connsiteX5-137" fmla="*/ 4046482 w 8187558"/>
                    <a:gd name="connsiteY5-138" fmla="*/ 1576552 h 2638097"/>
                    <a:gd name="connsiteX6-139" fmla="*/ 8187558 w 8187558"/>
                    <a:gd name="connsiteY6-140" fmla="*/ 0 h 2638097"/>
                    <a:gd name="connsiteX0-141" fmla="*/ 8187558 w 8187558"/>
                    <a:gd name="connsiteY0-142" fmla="*/ 0 h 2638097"/>
                    <a:gd name="connsiteX1-143" fmla="*/ 8187558 w 8187558"/>
                    <a:gd name="connsiteY1-144" fmla="*/ 1271752 h 2638097"/>
                    <a:gd name="connsiteX2-145" fmla="*/ 4099035 w 8187558"/>
                    <a:gd name="connsiteY2-146" fmla="*/ 2638097 h 2638097"/>
                    <a:gd name="connsiteX3-147" fmla="*/ 0 w 8187558"/>
                    <a:gd name="connsiteY3-148" fmla="*/ 1229711 h 2638097"/>
                    <a:gd name="connsiteX4-149" fmla="*/ 31531 w 8187558"/>
                    <a:gd name="connsiteY4-150" fmla="*/ 147145 h 2638097"/>
                    <a:gd name="connsiteX5-151" fmla="*/ 4088524 w 8187558"/>
                    <a:gd name="connsiteY5-152" fmla="*/ 1597573 h 2638097"/>
                    <a:gd name="connsiteX6-153" fmla="*/ 8187558 w 8187558"/>
                    <a:gd name="connsiteY6-154" fmla="*/ 0 h 2638097"/>
                    <a:gd name="connsiteX0-155" fmla="*/ 8187558 w 8187558"/>
                    <a:gd name="connsiteY0-156" fmla="*/ 0 h 2638097"/>
                    <a:gd name="connsiteX1-157" fmla="*/ 8187558 w 8187558"/>
                    <a:gd name="connsiteY1-158" fmla="*/ 1271752 h 2638097"/>
                    <a:gd name="connsiteX2-159" fmla="*/ 4099035 w 8187558"/>
                    <a:gd name="connsiteY2-160" fmla="*/ 2638097 h 2638097"/>
                    <a:gd name="connsiteX3-161" fmla="*/ 0 w 8187558"/>
                    <a:gd name="connsiteY3-162" fmla="*/ 1229711 h 2638097"/>
                    <a:gd name="connsiteX4-163" fmla="*/ 31531 w 8187558"/>
                    <a:gd name="connsiteY4-164" fmla="*/ 147145 h 2638097"/>
                    <a:gd name="connsiteX5-165" fmla="*/ 4088524 w 8187558"/>
                    <a:gd name="connsiteY5-166" fmla="*/ 1597573 h 2638097"/>
                    <a:gd name="connsiteX6-167" fmla="*/ 8187558 w 8187558"/>
                    <a:gd name="connsiteY6-168" fmla="*/ 0 h 2638097"/>
                    <a:gd name="connsiteX0-169" fmla="*/ 8187558 w 8187558"/>
                    <a:gd name="connsiteY0-170" fmla="*/ 0 h 2638097"/>
                    <a:gd name="connsiteX1-171" fmla="*/ 8187558 w 8187558"/>
                    <a:gd name="connsiteY1-172" fmla="*/ 1271752 h 2638097"/>
                    <a:gd name="connsiteX2-173" fmla="*/ 4099035 w 8187558"/>
                    <a:gd name="connsiteY2-174" fmla="*/ 2638097 h 2638097"/>
                    <a:gd name="connsiteX3-175" fmla="*/ 0 w 8187558"/>
                    <a:gd name="connsiteY3-176" fmla="*/ 1229711 h 2638097"/>
                    <a:gd name="connsiteX4-177" fmla="*/ 31531 w 8187558"/>
                    <a:gd name="connsiteY4-178" fmla="*/ 147145 h 2638097"/>
                    <a:gd name="connsiteX5-179" fmla="*/ 4099035 w 8187558"/>
                    <a:gd name="connsiteY5-180" fmla="*/ 1566042 h 2638097"/>
                    <a:gd name="connsiteX6-181" fmla="*/ 8187558 w 8187558"/>
                    <a:gd name="connsiteY6-182" fmla="*/ 0 h 2638097"/>
                    <a:gd name="connsiteX0-183" fmla="*/ 8187558 w 8187558"/>
                    <a:gd name="connsiteY0-184" fmla="*/ 0 h 2638097"/>
                    <a:gd name="connsiteX1-185" fmla="*/ 8187558 w 8187558"/>
                    <a:gd name="connsiteY1-186" fmla="*/ 1271752 h 2638097"/>
                    <a:gd name="connsiteX2-187" fmla="*/ 4099035 w 8187558"/>
                    <a:gd name="connsiteY2-188" fmla="*/ 2638097 h 2638097"/>
                    <a:gd name="connsiteX3-189" fmla="*/ 0 w 8187558"/>
                    <a:gd name="connsiteY3-190" fmla="*/ 1229711 h 2638097"/>
                    <a:gd name="connsiteX4-191" fmla="*/ 31531 w 8187558"/>
                    <a:gd name="connsiteY4-192" fmla="*/ 147145 h 2638097"/>
                    <a:gd name="connsiteX5-193" fmla="*/ 4099035 w 8187558"/>
                    <a:gd name="connsiteY5-194" fmla="*/ 1566042 h 2638097"/>
                    <a:gd name="connsiteX6-195" fmla="*/ 8187558 w 8187558"/>
                    <a:gd name="connsiteY6-196" fmla="*/ 0 h 2638097"/>
                    <a:gd name="connsiteX0-197" fmla="*/ 8187558 w 8187558"/>
                    <a:gd name="connsiteY0-198" fmla="*/ 0 h 2638097"/>
                    <a:gd name="connsiteX1-199" fmla="*/ 8187558 w 8187558"/>
                    <a:gd name="connsiteY1-200" fmla="*/ 1271752 h 2638097"/>
                    <a:gd name="connsiteX2-201" fmla="*/ 4099035 w 8187558"/>
                    <a:gd name="connsiteY2-202" fmla="*/ 2638097 h 2638097"/>
                    <a:gd name="connsiteX3-203" fmla="*/ 0 w 8187558"/>
                    <a:gd name="connsiteY3-204" fmla="*/ 1229711 h 2638097"/>
                    <a:gd name="connsiteX4-205" fmla="*/ 31531 w 8187558"/>
                    <a:gd name="connsiteY4-206" fmla="*/ 147145 h 2638097"/>
                    <a:gd name="connsiteX5-207" fmla="*/ 4099035 w 8187558"/>
                    <a:gd name="connsiteY5-208" fmla="*/ 1566042 h 2638097"/>
                    <a:gd name="connsiteX6-209" fmla="*/ 8187558 w 8187558"/>
                    <a:gd name="connsiteY6-210" fmla="*/ 0 h 2638097"/>
                    <a:gd name="connsiteX0-211" fmla="*/ 8187558 w 8187558"/>
                    <a:gd name="connsiteY0-212" fmla="*/ 0 h 2638097"/>
                    <a:gd name="connsiteX1-213" fmla="*/ 8187558 w 8187558"/>
                    <a:gd name="connsiteY1-214" fmla="*/ 1271752 h 2638097"/>
                    <a:gd name="connsiteX2-215" fmla="*/ 4099035 w 8187558"/>
                    <a:gd name="connsiteY2-216" fmla="*/ 2638097 h 2638097"/>
                    <a:gd name="connsiteX3-217" fmla="*/ 0 w 8187558"/>
                    <a:gd name="connsiteY3-218" fmla="*/ 1229711 h 2638097"/>
                    <a:gd name="connsiteX4-219" fmla="*/ 31531 w 8187558"/>
                    <a:gd name="connsiteY4-220" fmla="*/ 147145 h 2638097"/>
                    <a:gd name="connsiteX5-221" fmla="*/ 4099035 w 8187558"/>
                    <a:gd name="connsiteY5-222" fmla="*/ 1566042 h 2638097"/>
                    <a:gd name="connsiteX6-223" fmla="*/ 8187558 w 8187558"/>
                    <a:gd name="connsiteY6-224" fmla="*/ 0 h 2638097"/>
                    <a:gd name="connsiteX0-225" fmla="*/ 8187558 w 8187558"/>
                    <a:gd name="connsiteY0-226" fmla="*/ 0 h 2638097"/>
                    <a:gd name="connsiteX1-227" fmla="*/ 8187558 w 8187558"/>
                    <a:gd name="connsiteY1-228" fmla="*/ 1271752 h 2638097"/>
                    <a:gd name="connsiteX2-229" fmla="*/ 4099035 w 8187558"/>
                    <a:gd name="connsiteY2-230" fmla="*/ 2638097 h 2638097"/>
                    <a:gd name="connsiteX3-231" fmla="*/ 0 w 8187558"/>
                    <a:gd name="connsiteY3-232" fmla="*/ 1229711 h 2638097"/>
                    <a:gd name="connsiteX4-233" fmla="*/ 31531 w 8187558"/>
                    <a:gd name="connsiteY4-234" fmla="*/ 147145 h 2638097"/>
                    <a:gd name="connsiteX5-235" fmla="*/ 4099035 w 8187558"/>
                    <a:gd name="connsiteY5-236" fmla="*/ 1566042 h 2638097"/>
                    <a:gd name="connsiteX6-237" fmla="*/ 8187558 w 8187558"/>
                    <a:gd name="connsiteY6-238" fmla="*/ 0 h 2638097"/>
                    <a:gd name="connsiteX0-239" fmla="*/ 8187558 w 8187558"/>
                    <a:gd name="connsiteY0-240" fmla="*/ 0 h 2638097"/>
                    <a:gd name="connsiteX1-241" fmla="*/ 8187558 w 8187558"/>
                    <a:gd name="connsiteY1-242" fmla="*/ 1271752 h 2638097"/>
                    <a:gd name="connsiteX2-243" fmla="*/ 4099035 w 8187558"/>
                    <a:gd name="connsiteY2-244" fmla="*/ 2638097 h 2638097"/>
                    <a:gd name="connsiteX3-245" fmla="*/ 0 w 8187558"/>
                    <a:gd name="connsiteY3-246" fmla="*/ 1229711 h 2638097"/>
                    <a:gd name="connsiteX4-247" fmla="*/ 31531 w 8187558"/>
                    <a:gd name="connsiteY4-248" fmla="*/ 147145 h 2638097"/>
                    <a:gd name="connsiteX5-249" fmla="*/ 4099035 w 8187558"/>
                    <a:gd name="connsiteY5-250" fmla="*/ 1566042 h 2638097"/>
                    <a:gd name="connsiteX6-251" fmla="*/ 8187558 w 8187558"/>
                    <a:gd name="connsiteY6-252" fmla="*/ 0 h 2638097"/>
                    <a:gd name="connsiteX0-253" fmla="*/ 8187558 w 8187558"/>
                    <a:gd name="connsiteY0-254" fmla="*/ 0 h 2638097"/>
                    <a:gd name="connsiteX1-255" fmla="*/ 8187558 w 8187558"/>
                    <a:gd name="connsiteY1-256" fmla="*/ 1271752 h 2638097"/>
                    <a:gd name="connsiteX2-257" fmla="*/ 4099035 w 8187558"/>
                    <a:gd name="connsiteY2-258" fmla="*/ 2638097 h 2638097"/>
                    <a:gd name="connsiteX3-259" fmla="*/ 0 w 8187558"/>
                    <a:gd name="connsiteY3-260" fmla="*/ 1229711 h 2638097"/>
                    <a:gd name="connsiteX4-261" fmla="*/ 31531 w 8187558"/>
                    <a:gd name="connsiteY4-262" fmla="*/ 147145 h 2638097"/>
                    <a:gd name="connsiteX5-263" fmla="*/ 4099035 w 8187558"/>
                    <a:gd name="connsiteY5-264" fmla="*/ 1566042 h 2638097"/>
                    <a:gd name="connsiteX6-265" fmla="*/ 8187558 w 8187558"/>
                    <a:gd name="connsiteY6-266" fmla="*/ 0 h 2638097"/>
                    <a:gd name="connsiteX0-267" fmla="*/ 8187558 w 8187558"/>
                    <a:gd name="connsiteY0-268" fmla="*/ 0 h 2638097"/>
                    <a:gd name="connsiteX1-269" fmla="*/ 8187558 w 8187558"/>
                    <a:gd name="connsiteY1-270" fmla="*/ 1271752 h 2638097"/>
                    <a:gd name="connsiteX2-271" fmla="*/ 4099035 w 8187558"/>
                    <a:gd name="connsiteY2-272" fmla="*/ 2638097 h 2638097"/>
                    <a:gd name="connsiteX3-273" fmla="*/ 0 w 8187558"/>
                    <a:gd name="connsiteY3-274" fmla="*/ 1229711 h 2638097"/>
                    <a:gd name="connsiteX4-275" fmla="*/ 31531 w 8187558"/>
                    <a:gd name="connsiteY4-276" fmla="*/ 147145 h 2638097"/>
                    <a:gd name="connsiteX5-277" fmla="*/ 4099035 w 8187558"/>
                    <a:gd name="connsiteY5-278" fmla="*/ 1566042 h 2638097"/>
                    <a:gd name="connsiteX6-279" fmla="*/ 8187558 w 8187558"/>
                    <a:gd name="connsiteY6-280" fmla="*/ 0 h 2638097"/>
                    <a:gd name="connsiteX0-281" fmla="*/ 8187558 w 8187558"/>
                    <a:gd name="connsiteY0-282" fmla="*/ 0 h 2638097"/>
                    <a:gd name="connsiteX1-283" fmla="*/ 8187558 w 8187558"/>
                    <a:gd name="connsiteY1-284" fmla="*/ 1271752 h 2638097"/>
                    <a:gd name="connsiteX2-285" fmla="*/ 4099035 w 8187558"/>
                    <a:gd name="connsiteY2-286" fmla="*/ 2638097 h 2638097"/>
                    <a:gd name="connsiteX3-287" fmla="*/ 0 w 8187558"/>
                    <a:gd name="connsiteY3-288" fmla="*/ 1229711 h 2638097"/>
                    <a:gd name="connsiteX4-289" fmla="*/ 31531 w 8187558"/>
                    <a:gd name="connsiteY4-290" fmla="*/ 147145 h 2638097"/>
                    <a:gd name="connsiteX5-291" fmla="*/ 4099035 w 8187558"/>
                    <a:gd name="connsiteY5-292" fmla="*/ 1566042 h 2638097"/>
                    <a:gd name="connsiteX6-293" fmla="*/ 8187558 w 8187558"/>
                    <a:gd name="connsiteY6-294" fmla="*/ 0 h 2638097"/>
                    <a:gd name="connsiteX0-295" fmla="*/ 8176538 w 8176538"/>
                    <a:gd name="connsiteY0-296" fmla="*/ 0 h 2638097"/>
                    <a:gd name="connsiteX1-297" fmla="*/ 8176538 w 8176538"/>
                    <a:gd name="connsiteY1-298" fmla="*/ 1271752 h 2638097"/>
                    <a:gd name="connsiteX2-299" fmla="*/ 4088015 w 8176538"/>
                    <a:gd name="connsiteY2-300" fmla="*/ 2638097 h 2638097"/>
                    <a:gd name="connsiteX3-301" fmla="*/ 0 w 8176538"/>
                    <a:gd name="connsiteY3-302" fmla="*/ 1269888 h 2638097"/>
                    <a:gd name="connsiteX4-303" fmla="*/ 20511 w 8176538"/>
                    <a:gd name="connsiteY4-304" fmla="*/ 147145 h 2638097"/>
                    <a:gd name="connsiteX5-305" fmla="*/ 4088015 w 8176538"/>
                    <a:gd name="connsiteY5-306" fmla="*/ 1566042 h 2638097"/>
                    <a:gd name="connsiteX6-307" fmla="*/ 8176538 w 8176538"/>
                    <a:gd name="connsiteY6-308" fmla="*/ 0 h 2638097"/>
                    <a:gd name="connsiteX0-309" fmla="*/ 8176538 w 8176538"/>
                    <a:gd name="connsiteY0-310" fmla="*/ 0 h 2772020"/>
                    <a:gd name="connsiteX1-311" fmla="*/ 8176538 w 8176538"/>
                    <a:gd name="connsiteY1-312" fmla="*/ 1271752 h 2772020"/>
                    <a:gd name="connsiteX2-313" fmla="*/ 4099034 w 8176538"/>
                    <a:gd name="connsiteY2-314" fmla="*/ 2772020 h 2772020"/>
                    <a:gd name="connsiteX3-315" fmla="*/ 0 w 8176538"/>
                    <a:gd name="connsiteY3-316" fmla="*/ 1269888 h 2772020"/>
                    <a:gd name="connsiteX4-317" fmla="*/ 20511 w 8176538"/>
                    <a:gd name="connsiteY4-318" fmla="*/ 147145 h 2772020"/>
                    <a:gd name="connsiteX5-319" fmla="*/ 4088015 w 8176538"/>
                    <a:gd name="connsiteY5-320" fmla="*/ 1566042 h 2772020"/>
                    <a:gd name="connsiteX6-321" fmla="*/ 8176538 w 8176538"/>
                    <a:gd name="connsiteY6-322" fmla="*/ 0 h 2772020"/>
                    <a:gd name="connsiteX0-323" fmla="*/ 8176538 w 8176538"/>
                    <a:gd name="connsiteY0-324" fmla="*/ 0 h 2772339"/>
                    <a:gd name="connsiteX1-325" fmla="*/ 8176538 w 8176538"/>
                    <a:gd name="connsiteY1-326" fmla="*/ 1378890 h 2772339"/>
                    <a:gd name="connsiteX2-327" fmla="*/ 4099034 w 8176538"/>
                    <a:gd name="connsiteY2-328" fmla="*/ 2772020 h 2772339"/>
                    <a:gd name="connsiteX3-329" fmla="*/ 0 w 8176538"/>
                    <a:gd name="connsiteY3-330" fmla="*/ 1269888 h 2772339"/>
                    <a:gd name="connsiteX4-331" fmla="*/ 20511 w 8176538"/>
                    <a:gd name="connsiteY4-332" fmla="*/ 147145 h 2772339"/>
                    <a:gd name="connsiteX5-333" fmla="*/ 4088015 w 8176538"/>
                    <a:gd name="connsiteY5-334" fmla="*/ 1566042 h 2772339"/>
                    <a:gd name="connsiteX6-335" fmla="*/ 8176538 w 8176538"/>
                    <a:gd name="connsiteY6-336" fmla="*/ 0 h 2772339"/>
                    <a:gd name="connsiteX0-337" fmla="*/ 8176538 w 8176538"/>
                    <a:gd name="connsiteY0-338" fmla="*/ 0 h 2825888"/>
                    <a:gd name="connsiteX1-339" fmla="*/ 8176538 w 8176538"/>
                    <a:gd name="connsiteY1-340" fmla="*/ 1378890 h 2825888"/>
                    <a:gd name="connsiteX2-341" fmla="*/ 4099034 w 8176538"/>
                    <a:gd name="connsiteY2-342" fmla="*/ 2825590 h 2825888"/>
                    <a:gd name="connsiteX3-343" fmla="*/ 0 w 8176538"/>
                    <a:gd name="connsiteY3-344" fmla="*/ 1269888 h 2825888"/>
                    <a:gd name="connsiteX4-345" fmla="*/ 20511 w 8176538"/>
                    <a:gd name="connsiteY4-346" fmla="*/ 147145 h 2825888"/>
                    <a:gd name="connsiteX5-347" fmla="*/ 4088015 w 8176538"/>
                    <a:gd name="connsiteY5-348" fmla="*/ 1566042 h 2825888"/>
                    <a:gd name="connsiteX6-349" fmla="*/ 8176538 w 8176538"/>
                    <a:gd name="connsiteY6-350" fmla="*/ 0 h 2825888"/>
                    <a:gd name="connsiteX0-351" fmla="*/ 8165518 w 8165518"/>
                    <a:gd name="connsiteY0-352" fmla="*/ 0 h 2825606"/>
                    <a:gd name="connsiteX1-353" fmla="*/ 8165518 w 8165518"/>
                    <a:gd name="connsiteY1-354" fmla="*/ 1378890 h 2825606"/>
                    <a:gd name="connsiteX2-355" fmla="*/ 4088014 w 8165518"/>
                    <a:gd name="connsiteY2-356" fmla="*/ 2825590 h 2825606"/>
                    <a:gd name="connsiteX3-357" fmla="*/ 0 w 8165518"/>
                    <a:gd name="connsiteY3-358" fmla="*/ 1403811 h 2825606"/>
                    <a:gd name="connsiteX4-359" fmla="*/ 9491 w 8165518"/>
                    <a:gd name="connsiteY4-360" fmla="*/ 147145 h 2825606"/>
                    <a:gd name="connsiteX5-361" fmla="*/ 4076995 w 8165518"/>
                    <a:gd name="connsiteY5-362" fmla="*/ 1566042 h 2825606"/>
                    <a:gd name="connsiteX6-363" fmla="*/ 8165518 w 8165518"/>
                    <a:gd name="connsiteY6-364" fmla="*/ 0 h 2825606"/>
                    <a:gd name="connsiteX0-365" fmla="*/ 8165518 w 8165518"/>
                    <a:gd name="connsiteY0-366" fmla="*/ 0 h 2879174"/>
                    <a:gd name="connsiteX1-367" fmla="*/ 8165518 w 8165518"/>
                    <a:gd name="connsiteY1-368" fmla="*/ 1378890 h 2879174"/>
                    <a:gd name="connsiteX2-369" fmla="*/ 4132092 w 8165518"/>
                    <a:gd name="connsiteY2-370" fmla="*/ 2879159 h 2879174"/>
                    <a:gd name="connsiteX3-371" fmla="*/ 0 w 8165518"/>
                    <a:gd name="connsiteY3-372" fmla="*/ 1403811 h 2879174"/>
                    <a:gd name="connsiteX4-373" fmla="*/ 9491 w 8165518"/>
                    <a:gd name="connsiteY4-374" fmla="*/ 147145 h 2879174"/>
                    <a:gd name="connsiteX5-375" fmla="*/ 4076995 w 8165518"/>
                    <a:gd name="connsiteY5-376" fmla="*/ 1566042 h 2879174"/>
                    <a:gd name="connsiteX6-377" fmla="*/ 8165518 w 8165518"/>
                    <a:gd name="connsiteY6-378" fmla="*/ 0 h 2879174"/>
                    <a:gd name="connsiteX0-379" fmla="*/ 8165518 w 8176537"/>
                    <a:gd name="connsiteY0-380" fmla="*/ 0 h 2879410"/>
                    <a:gd name="connsiteX1-381" fmla="*/ 8176537 w 8176537"/>
                    <a:gd name="connsiteY1-382" fmla="*/ 1499420 h 2879410"/>
                    <a:gd name="connsiteX2-383" fmla="*/ 4132092 w 8176537"/>
                    <a:gd name="connsiteY2-384" fmla="*/ 2879159 h 2879410"/>
                    <a:gd name="connsiteX3-385" fmla="*/ 0 w 8176537"/>
                    <a:gd name="connsiteY3-386" fmla="*/ 1403811 h 2879410"/>
                    <a:gd name="connsiteX4-387" fmla="*/ 9491 w 8176537"/>
                    <a:gd name="connsiteY4-388" fmla="*/ 147145 h 2879410"/>
                    <a:gd name="connsiteX5-389" fmla="*/ 4076995 w 8176537"/>
                    <a:gd name="connsiteY5-390" fmla="*/ 1566042 h 2879410"/>
                    <a:gd name="connsiteX6-391" fmla="*/ 8165518 w 8176537"/>
                    <a:gd name="connsiteY6-392" fmla="*/ 0 h 2879410"/>
                    <a:gd name="connsiteX0-393" fmla="*/ 8165518 w 8176537"/>
                    <a:gd name="connsiteY0-394" fmla="*/ 0 h 2879262"/>
                    <a:gd name="connsiteX1-395" fmla="*/ 8176537 w 8176537"/>
                    <a:gd name="connsiteY1-396" fmla="*/ 1499420 h 2879262"/>
                    <a:gd name="connsiteX2-397" fmla="*/ 4132092 w 8176537"/>
                    <a:gd name="connsiteY2-398" fmla="*/ 2879159 h 2879262"/>
                    <a:gd name="connsiteX3-399" fmla="*/ 0 w 8176537"/>
                    <a:gd name="connsiteY3-400" fmla="*/ 1403811 h 2879262"/>
                    <a:gd name="connsiteX4-401" fmla="*/ 9491 w 8176537"/>
                    <a:gd name="connsiteY4-402" fmla="*/ 147145 h 2879262"/>
                    <a:gd name="connsiteX5-403" fmla="*/ 4076995 w 8176537"/>
                    <a:gd name="connsiteY5-404" fmla="*/ 1566042 h 2879262"/>
                    <a:gd name="connsiteX6-405" fmla="*/ 8165518 w 8176537"/>
                    <a:gd name="connsiteY6-406" fmla="*/ 0 h 2879262"/>
                    <a:gd name="connsiteX0-407" fmla="*/ 8165518 w 8176537"/>
                    <a:gd name="connsiteY0-408" fmla="*/ 0 h 2879163"/>
                    <a:gd name="connsiteX1-409" fmla="*/ 8176537 w 8176537"/>
                    <a:gd name="connsiteY1-410" fmla="*/ 1499420 h 2879163"/>
                    <a:gd name="connsiteX2-411" fmla="*/ 4132092 w 8176537"/>
                    <a:gd name="connsiteY2-412" fmla="*/ 2879159 h 2879163"/>
                    <a:gd name="connsiteX3-413" fmla="*/ 0 w 8176537"/>
                    <a:gd name="connsiteY3-414" fmla="*/ 1510948 h 2879163"/>
                    <a:gd name="connsiteX4-415" fmla="*/ 9491 w 8176537"/>
                    <a:gd name="connsiteY4-416" fmla="*/ 147145 h 2879163"/>
                    <a:gd name="connsiteX5-417" fmla="*/ 4076995 w 8176537"/>
                    <a:gd name="connsiteY5-418" fmla="*/ 1566042 h 2879163"/>
                    <a:gd name="connsiteX6-419" fmla="*/ 8165518 w 8176537"/>
                    <a:gd name="connsiteY6-420" fmla="*/ 0 h 2879163"/>
                    <a:gd name="connsiteX0-421" fmla="*/ 8165518 w 8198577"/>
                    <a:gd name="connsiteY0-422" fmla="*/ 0 h 2879451"/>
                    <a:gd name="connsiteX1-423" fmla="*/ 8198577 w 8198577"/>
                    <a:gd name="connsiteY1-424" fmla="*/ 1606558 h 2879451"/>
                    <a:gd name="connsiteX2-425" fmla="*/ 4132092 w 8198577"/>
                    <a:gd name="connsiteY2-426" fmla="*/ 2879159 h 2879451"/>
                    <a:gd name="connsiteX3-427" fmla="*/ 0 w 8198577"/>
                    <a:gd name="connsiteY3-428" fmla="*/ 1510948 h 2879451"/>
                    <a:gd name="connsiteX4-429" fmla="*/ 9491 w 8198577"/>
                    <a:gd name="connsiteY4-430" fmla="*/ 147145 h 2879451"/>
                    <a:gd name="connsiteX5-431" fmla="*/ 4076995 w 8198577"/>
                    <a:gd name="connsiteY5-432" fmla="*/ 1566042 h 2879451"/>
                    <a:gd name="connsiteX6-433" fmla="*/ 8165518 w 8198577"/>
                    <a:gd name="connsiteY6-434" fmla="*/ 0 h 2879451"/>
                    <a:gd name="connsiteX0-435" fmla="*/ 8165518 w 8165518"/>
                    <a:gd name="connsiteY0-436" fmla="*/ 0 h 2880066"/>
                    <a:gd name="connsiteX1-437" fmla="*/ 8165518 w 8165518"/>
                    <a:gd name="connsiteY1-438" fmla="*/ 1673520 h 2880066"/>
                    <a:gd name="connsiteX2-439" fmla="*/ 4132092 w 8165518"/>
                    <a:gd name="connsiteY2-440" fmla="*/ 2879159 h 2880066"/>
                    <a:gd name="connsiteX3-441" fmla="*/ 0 w 8165518"/>
                    <a:gd name="connsiteY3-442" fmla="*/ 1510948 h 2880066"/>
                    <a:gd name="connsiteX4-443" fmla="*/ 9491 w 8165518"/>
                    <a:gd name="connsiteY4-444" fmla="*/ 147145 h 2880066"/>
                    <a:gd name="connsiteX5-445" fmla="*/ 4076995 w 8165518"/>
                    <a:gd name="connsiteY5-446" fmla="*/ 1566042 h 2880066"/>
                    <a:gd name="connsiteX6-447" fmla="*/ 8165518 w 8165518"/>
                    <a:gd name="connsiteY6-448" fmla="*/ 0 h 2880066"/>
                    <a:gd name="connsiteX0-449" fmla="*/ 8156794 w 8156794"/>
                    <a:gd name="connsiteY0-450" fmla="*/ 0 h 2879270"/>
                    <a:gd name="connsiteX1-451" fmla="*/ 8156794 w 8156794"/>
                    <a:gd name="connsiteY1-452" fmla="*/ 1673520 h 2879270"/>
                    <a:gd name="connsiteX2-453" fmla="*/ 4123368 w 8156794"/>
                    <a:gd name="connsiteY2-454" fmla="*/ 2879159 h 2879270"/>
                    <a:gd name="connsiteX3-455" fmla="*/ 2295 w 8156794"/>
                    <a:gd name="connsiteY3-456" fmla="*/ 1618086 h 2879270"/>
                    <a:gd name="connsiteX4-457" fmla="*/ 767 w 8156794"/>
                    <a:gd name="connsiteY4-458" fmla="*/ 147145 h 2879270"/>
                    <a:gd name="connsiteX5-459" fmla="*/ 4068271 w 8156794"/>
                    <a:gd name="connsiteY5-460" fmla="*/ 1566042 h 2879270"/>
                    <a:gd name="connsiteX6-461" fmla="*/ 8156794 w 8156794"/>
                    <a:gd name="connsiteY6-462" fmla="*/ 0 h 2879270"/>
                    <a:gd name="connsiteX0-463" fmla="*/ 8156794 w 8156794"/>
                    <a:gd name="connsiteY0-464" fmla="*/ 0 h 2973000"/>
                    <a:gd name="connsiteX1-465" fmla="*/ 8156794 w 8156794"/>
                    <a:gd name="connsiteY1-466" fmla="*/ 1673520 h 2973000"/>
                    <a:gd name="connsiteX2-467" fmla="*/ 4134388 w 8156794"/>
                    <a:gd name="connsiteY2-468" fmla="*/ 2972904 h 2973000"/>
                    <a:gd name="connsiteX3-469" fmla="*/ 2295 w 8156794"/>
                    <a:gd name="connsiteY3-470" fmla="*/ 1618086 h 2973000"/>
                    <a:gd name="connsiteX4-471" fmla="*/ 767 w 8156794"/>
                    <a:gd name="connsiteY4-472" fmla="*/ 147145 h 2973000"/>
                    <a:gd name="connsiteX5-473" fmla="*/ 4068271 w 8156794"/>
                    <a:gd name="connsiteY5-474" fmla="*/ 1566042 h 2973000"/>
                    <a:gd name="connsiteX6-475" fmla="*/ 8156794 w 8156794"/>
                    <a:gd name="connsiteY6-476" fmla="*/ 0 h 2973000"/>
                    <a:gd name="connsiteX0-477" fmla="*/ 8156794 w 8156794"/>
                    <a:gd name="connsiteY0-478" fmla="*/ 0 h 2973000"/>
                    <a:gd name="connsiteX1-479" fmla="*/ 8156794 w 8156794"/>
                    <a:gd name="connsiteY1-480" fmla="*/ 1673520 h 2973000"/>
                    <a:gd name="connsiteX2-481" fmla="*/ 4134388 w 8156794"/>
                    <a:gd name="connsiteY2-482" fmla="*/ 2972904 h 2973000"/>
                    <a:gd name="connsiteX3-483" fmla="*/ 2295 w 8156794"/>
                    <a:gd name="connsiteY3-484" fmla="*/ 1618086 h 2973000"/>
                    <a:gd name="connsiteX4-485" fmla="*/ 767 w 8156794"/>
                    <a:gd name="connsiteY4-486" fmla="*/ 147145 h 2973000"/>
                    <a:gd name="connsiteX5-487" fmla="*/ 4068271 w 8156794"/>
                    <a:gd name="connsiteY5-488" fmla="*/ 1566042 h 2973000"/>
                    <a:gd name="connsiteX6-489" fmla="*/ 8156794 w 8156794"/>
                    <a:gd name="connsiteY6-490" fmla="*/ 0 h 2973000"/>
                    <a:gd name="connsiteX0-491" fmla="*/ 8156794 w 8156794"/>
                    <a:gd name="connsiteY0-492" fmla="*/ 0 h 2973000"/>
                    <a:gd name="connsiteX1-493" fmla="*/ 8156794 w 8156794"/>
                    <a:gd name="connsiteY1-494" fmla="*/ 1673520 h 2973000"/>
                    <a:gd name="connsiteX2-495" fmla="*/ 4134388 w 8156794"/>
                    <a:gd name="connsiteY2-496" fmla="*/ 2972904 h 2973000"/>
                    <a:gd name="connsiteX3-497" fmla="*/ 2295 w 8156794"/>
                    <a:gd name="connsiteY3-498" fmla="*/ 1618086 h 2973000"/>
                    <a:gd name="connsiteX4-499" fmla="*/ 767 w 8156794"/>
                    <a:gd name="connsiteY4-500" fmla="*/ 147145 h 2973000"/>
                    <a:gd name="connsiteX5-501" fmla="*/ 4068271 w 8156794"/>
                    <a:gd name="connsiteY5-502" fmla="*/ 1566042 h 2973000"/>
                    <a:gd name="connsiteX6-503" fmla="*/ 8156794 w 8156794"/>
                    <a:gd name="connsiteY6-504" fmla="*/ 0 h 2973000"/>
                    <a:gd name="connsiteX0-505" fmla="*/ 8156794 w 8156794"/>
                    <a:gd name="connsiteY0-506" fmla="*/ 0 h 2973020"/>
                    <a:gd name="connsiteX1-507" fmla="*/ 8156794 w 8156794"/>
                    <a:gd name="connsiteY1-508" fmla="*/ 1673520 h 2973020"/>
                    <a:gd name="connsiteX2-509" fmla="*/ 4134388 w 8156794"/>
                    <a:gd name="connsiteY2-510" fmla="*/ 2972904 h 2973020"/>
                    <a:gd name="connsiteX3-511" fmla="*/ 2295 w 8156794"/>
                    <a:gd name="connsiteY3-512" fmla="*/ 1618086 h 2973020"/>
                    <a:gd name="connsiteX4-513" fmla="*/ 767 w 8156794"/>
                    <a:gd name="connsiteY4-514" fmla="*/ 147145 h 2973020"/>
                    <a:gd name="connsiteX5-515" fmla="*/ 4068271 w 8156794"/>
                    <a:gd name="connsiteY5-516" fmla="*/ 1566042 h 2973020"/>
                    <a:gd name="connsiteX6-517" fmla="*/ 8156794 w 8156794"/>
                    <a:gd name="connsiteY6-518" fmla="*/ 0 h 2973020"/>
                    <a:gd name="connsiteX0-519" fmla="*/ 8156794 w 8156794"/>
                    <a:gd name="connsiteY0-520" fmla="*/ 0 h 2973021"/>
                    <a:gd name="connsiteX1-521" fmla="*/ 8156794 w 8156794"/>
                    <a:gd name="connsiteY1-522" fmla="*/ 1673520 h 2973021"/>
                    <a:gd name="connsiteX2-523" fmla="*/ 4134388 w 8156794"/>
                    <a:gd name="connsiteY2-524" fmla="*/ 2972904 h 2973021"/>
                    <a:gd name="connsiteX3-525" fmla="*/ 2295 w 8156794"/>
                    <a:gd name="connsiteY3-526" fmla="*/ 1618086 h 2973021"/>
                    <a:gd name="connsiteX4-527" fmla="*/ 767 w 8156794"/>
                    <a:gd name="connsiteY4-528" fmla="*/ 147145 h 2973021"/>
                    <a:gd name="connsiteX5-529" fmla="*/ 4068271 w 8156794"/>
                    <a:gd name="connsiteY5-530" fmla="*/ 1566042 h 2973021"/>
                    <a:gd name="connsiteX6-531" fmla="*/ 8156794 w 8156794"/>
                    <a:gd name="connsiteY6-532" fmla="*/ 0 h 2973021"/>
                    <a:gd name="connsiteX0-533" fmla="*/ 8156794 w 8156794"/>
                    <a:gd name="connsiteY0-534" fmla="*/ 0 h 2973021"/>
                    <a:gd name="connsiteX1-535" fmla="*/ 8156794 w 8156794"/>
                    <a:gd name="connsiteY1-536" fmla="*/ 1673520 h 2973021"/>
                    <a:gd name="connsiteX2-537" fmla="*/ 4134388 w 8156794"/>
                    <a:gd name="connsiteY2-538" fmla="*/ 2972904 h 2973021"/>
                    <a:gd name="connsiteX3-539" fmla="*/ 2295 w 8156794"/>
                    <a:gd name="connsiteY3-540" fmla="*/ 1618086 h 2973021"/>
                    <a:gd name="connsiteX4-541" fmla="*/ 767 w 8156794"/>
                    <a:gd name="connsiteY4-542" fmla="*/ 147145 h 2973021"/>
                    <a:gd name="connsiteX5-543" fmla="*/ 4068271 w 8156794"/>
                    <a:gd name="connsiteY5-544" fmla="*/ 1566042 h 2973021"/>
                    <a:gd name="connsiteX6-545" fmla="*/ 8156794 w 8156794"/>
                    <a:gd name="connsiteY6-546" fmla="*/ 0 h 2973021"/>
                    <a:gd name="connsiteX0-547" fmla="*/ 8156794 w 8156794"/>
                    <a:gd name="connsiteY0-548" fmla="*/ 0 h 2973021"/>
                    <a:gd name="connsiteX1-549" fmla="*/ 8156794 w 8156794"/>
                    <a:gd name="connsiteY1-550" fmla="*/ 1673520 h 2973021"/>
                    <a:gd name="connsiteX2-551" fmla="*/ 4134388 w 8156794"/>
                    <a:gd name="connsiteY2-552" fmla="*/ 2972904 h 2973021"/>
                    <a:gd name="connsiteX3-553" fmla="*/ 2295 w 8156794"/>
                    <a:gd name="connsiteY3-554" fmla="*/ 1618086 h 2973021"/>
                    <a:gd name="connsiteX4-555" fmla="*/ 767 w 8156794"/>
                    <a:gd name="connsiteY4-556" fmla="*/ 147145 h 2973021"/>
                    <a:gd name="connsiteX5-557" fmla="*/ 4068271 w 8156794"/>
                    <a:gd name="connsiteY5-558" fmla="*/ 1566042 h 2973021"/>
                    <a:gd name="connsiteX6-559" fmla="*/ 8156794 w 8156794"/>
                    <a:gd name="connsiteY6-560" fmla="*/ 0 h 2973021"/>
                    <a:gd name="connsiteX0-561" fmla="*/ 8156794 w 8156794"/>
                    <a:gd name="connsiteY0-562" fmla="*/ 0 h 2973021"/>
                    <a:gd name="connsiteX1-563" fmla="*/ 8156794 w 8156794"/>
                    <a:gd name="connsiteY1-564" fmla="*/ 1673520 h 2973021"/>
                    <a:gd name="connsiteX2-565" fmla="*/ 4134388 w 8156794"/>
                    <a:gd name="connsiteY2-566" fmla="*/ 2972904 h 2973021"/>
                    <a:gd name="connsiteX3-567" fmla="*/ 2295 w 8156794"/>
                    <a:gd name="connsiteY3-568" fmla="*/ 1618086 h 2973021"/>
                    <a:gd name="connsiteX4-569" fmla="*/ 767 w 8156794"/>
                    <a:gd name="connsiteY4-570" fmla="*/ 147145 h 2973021"/>
                    <a:gd name="connsiteX5-571" fmla="*/ 4068271 w 8156794"/>
                    <a:gd name="connsiteY5-572" fmla="*/ 1566042 h 2973021"/>
                    <a:gd name="connsiteX6-573" fmla="*/ 8156794 w 8156794"/>
                    <a:gd name="connsiteY6-574" fmla="*/ 0 h 2973021"/>
                    <a:gd name="connsiteX0-575" fmla="*/ 8156794 w 8156794"/>
                    <a:gd name="connsiteY0-576" fmla="*/ 0 h 2973141"/>
                    <a:gd name="connsiteX1-577" fmla="*/ 8156794 w 8156794"/>
                    <a:gd name="connsiteY1-578" fmla="*/ 1673520 h 2973141"/>
                    <a:gd name="connsiteX2-579" fmla="*/ 4134388 w 8156794"/>
                    <a:gd name="connsiteY2-580" fmla="*/ 2972904 h 2973141"/>
                    <a:gd name="connsiteX3-581" fmla="*/ 2295 w 8156794"/>
                    <a:gd name="connsiteY3-582" fmla="*/ 1618086 h 2973141"/>
                    <a:gd name="connsiteX4-583" fmla="*/ 767 w 8156794"/>
                    <a:gd name="connsiteY4-584" fmla="*/ 147145 h 2973141"/>
                    <a:gd name="connsiteX5-585" fmla="*/ 4068271 w 8156794"/>
                    <a:gd name="connsiteY5-586" fmla="*/ 1566042 h 2973141"/>
                    <a:gd name="connsiteX6-587" fmla="*/ 8156794 w 8156794"/>
                    <a:gd name="connsiteY6-588" fmla="*/ 0 h 2973141"/>
                    <a:gd name="connsiteX0-589" fmla="*/ 8156794 w 8156794"/>
                    <a:gd name="connsiteY0-590" fmla="*/ 0 h 3066827"/>
                    <a:gd name="connsiteX1-591" fmla="*/ 8156794 w 8156794"/>
                    <a:gd name="connsiteY1-592" fmla="*/ 1673520 h 3066827"/>
                    <a:gd name="connsiteX2-593" fmla="*/ 4123353 w 8156794"/>
                    <a:gd name="connsiteY2-594" fmla="*/ 3066650 h 3066827"/>
                    <a:gd name="connsiteX3-595" fmla="*/ 2295 w 8156794"/>
                    <a:gd name="connsiteY3-596" fmla="*/ 1618086 h 3066827"/>
                    <a:gd name="connsiteX4-597" fmla="*/ 767 w 8156794"/>
                    <a:gd name="connsiteY4-598" fmla="*/ 147145 h 3066827"/>
                    <a:gd name="connsiteX5-599" fmla="*/ 4068271 w 8156794"/>
                    <a:gd name="connsiteY5-600" fmla="*/ 1566042 h 3066827"/>
                    <a:gd name="connsiteX6-601" fmla="*/ 8156794 w 8156794"/>
                    <a:gd name="connsiteY6-602" fmla="*/ 0 h 3066827"/>
                    <a:gd name="connsiteX0-603" fmla="*/ 8123689 w 8156794"/>
                    <a:gd name="connsiteY0-604" fmla="*/ 0 h 2999866"/>
                    <a:gd name="connsiteX1-605" fmla="*/ 8156794 w 8156794"/>
                    <a:gd name="connsiteY1-606" fmla="*/ 1606559 h 2999866"/>
                    <a:gd name="connsiteX2-607" fmla="*/ 4123353 w 8156794"/>
                    <a:gd name="connsiteY2-608" fmla="*/ 2999689 h 2999866"/>
                    <a:gd name="connsiteX3-609" fmla="*/ 2295 w 8156794"/>
                    <a:gd name="connsiteY3-610" fmla="*/ 1551125 h 2999866"/>
                    <a:gd name="connsiteX4-611" fmla="*/ 767 w 8156794"/>
                    <a:gd name="connsiteY4-612" fmla="*/ 80184 h 2999866"/>
                    <a:gd name="connsiteX5-613" fmla="*/ 4068271 w 8156794"/>
                    <a:gd name="connsiteY5-614" fmla="*/ 1499081 h 2999866"/>
                    <a:gd name="connsiteX6-615" fmla="*/ 8123689 w 8156794"/>
                    <a:gd name="connsiteY6-616" fmla="*/ 0 h 2999866"/>
                    <a:gd name="connsiteX0-617" fmla="*/ 8167828 w 8167828"/>
                    <a:gd name="connsiteY0-618" fmla="*/ 0 h 3026651"/>
                    <a:gd name="connsiteX1-619" fmla="*/ 8156794 w 8167828"/>
                    <a:gd name="connsiteY1-620" fmla="*/ 1633344 h 3026651"/>
                    <a:gd name="connsiteX2-621" fmla="*/ 4123353 w 8167828"/>
                    <a:gd name="connsiteY2-622" fmla="*/ 3026474 h 3026651"/>
                    <a:gd name="connsiteX3-623" fmla="*/ 2295 w 8167828"/>
                    <a:gd name="connsiteY3-624" fmla="*/ 1577910 h 3026651"/>
                    <a:gd name="connsiteX4-625" fmla="*/ 767 w 8167828"/>
                    <a:gd name="connsiteY4-626" fmla="*/ 106969 h 3026651"/>
                    <a:gd name="connsiteX5-627" fmla="*/ 4068271 w 8167828"/>
                    <a:gd name="connsiteY5-628" fmla="*/ 1525866 h 3026651"/>
                    <a:gd name="connsiteX6-629" fmla="*/ 8167828 w 8167828"/>
                    <a:gd name="connsiteY6-630" fmla="*/ 0 h 3026651"/>
                    <a:gd name="connsiteX0-631" fmla="*/ 8167828 w 8167828"/>
                    <a:gd name="connsiteY0-632" fmla="*/ 0 h 3027228"/>
                    <a:gd name="connsiteX1-633" fmla="*/ 8145760 w 8167828"/>
                    <a:gd name="connsiteY1-634" fmla="*/ 1686913 h 3027228"/>
                    <a:gd name="connsiteX2-635" fmla="*/ 4123353 w 8167828"/>
                    <a:gd name="connsiteY2-636" fmla="*/ 3026474 h 3027228"/>
                    <a:gd name="connsiteX3-637" fmla="*/ 2295 w 8167828"/>
                    <a:gd name="connsiteY3-638" fmla="*/ 1577910 h 3027228"/>
                    <a:gd name="connsiteX4-639" fmla="*/ 767 w 8167828"/>
                    <a:gd name="connsiteY4-640" fmla="*/ 106969 h 3027228"/>
                    <a:gd name="connsiteX5-641" fmla="*/ 4068271 w 8167828"/>
                    <a:gd name="connsiteY5-642" fmla="*/ 1525866 h 3027228"/>
                    <a:gd name="connsiteX6-643" fmla="*/ 8167828 w 8167828"/>
                    <a:gd name="connsiteY6-644" fmla="*/ 0 h 3027228"/>
                    <a:gd name="connsiteX0-645" fmla="*/ 8156794 w 8156794"/>
                    <a:gd name="connsiteY0-646" fmla="*/ 0 h 2933483"/>
                    <a:gd name="connsiteX1-647" fmla="*/ 8145760 w 8156794"/>
                    <a:gd name="connsiteY1-648" fmla="*/ 1593168 h 2933483"/>
                    <a:gd name="connsiteX2-649" fmla="*/ 4123353 w 8156794"/>
                    <a:gd name="connsiteY2-650" fmla="*/ 2932729 h 2933483"/>
                    <a:gd name="connsiteX3-651" fmla="*/ 2295 w 8156794"/>
                    <a:gd name="connsiteY3-652" fmla="*/ 1484165 h 2933483"/>
                    <a:gd name="connsiteX4-653" fmla="*/ 767 w 8156794"/>
                    <a:gd name="connsiteY4-654" fmla="*/ 13224 h 2933483"/>
                    <a:gd name="connsiteX5-655" fmla="*/ 4068271 w 8156794"/>
                    <a:gd name="connsiteY5-656" fmla="*/ 1432121 h 2933483"/>
                    <a:gd name="connsiteX6-657" fmla="*/ 8156794 w 8156794"/>
                    <a:gd name="connsiteY6-658" fmla="*/ 0 h 2933483"/>
                    <a:gd name="connsiteX0-659" fmla="*/ 8156794 w 8156794"/>
                    <a:gd name="connsiteY0-660" fmla="*/ 0 h 2933483"/>
                    <a:gd name="connsiteX1-661" fmla="*/ 8145760 w 8156794"/>
                    <a:gd name="connsiteY1-662" fmla="*/ 1593168 h 2933483"/>
                    <a:gd name="connsiteX2-663" fmla="*/ 4123353 w 8156794"/>
                    <a:gd name="connsiteY2-664" fmla="*/ 2932729 h 2933483"/>
                    <a:gd name="connsiteX3-665" fmla="*/ 2295 w 8156794"/>
                    <a:gd name="connsiteY3-666" fmla="*/ 1484165 h 2933483"/>
                    <a:gd name="connsiteX4-667" fmla="*/ 767 w 8156794"/>
                    <a:gd name="connsiteY4-668" fmla="*/ 13224 h 2933483"/>
                    <a:gd name="connsiteX5-669" fmla="*/ 4068271 w 8156794"/>
                    <a:gd name="connsiteY5-670" fmla="*/ 1432121 h 2933483"/>
                    <a:gd name="connsiteX6-671" fmla="*/ 8156794 w 8156794"/>
                    <a:gd name="connsiteY6-672" fmla="*/ 0 h 2933483"/>
                    <a:gd name="connsiteX0-673" fmla="*/ 8123689 w 8145760"/>
                    <a:gd name="connsiteY0-674" fmla="*/ 13560 h 2920259"/>
                    <a:gd name="connsiteX1-675" fmla="*/ 8145760 w 8145760"/>
                    <a:gd name="connsiteY1-676" fmla="*/ 1579944 h 2920259"/>
                    <a:gd name="connsiteX2-677" fmla="*/ 4123353 w 8145760"/>
                    <a:gd name="connsiteY2-678" fmla="*/ 2919505 h 2920259"/>
                    <a:gd name="connsiteX3-679" fmla="*/ 2295 w 8145760"/>
                    <a:gd name="connsiteY3-680" fmla="*/ 1470941 h 2920259"/>
                    <a:gd name="connsiteX4-681" fmla="*/ 767 w 8145760"/>
                    <a:gd name="connsiteY4-682" fmla="*/ 0 h 2920259"/>
                    <a:gd name="connsiteX5-683" fmla="*/ 4068271 w 8145760"/>
                    <a:gd name="connsiteY5-684" fmla="*/ 1418897 h 2920259"/>
                    <a:gd name="connsiteX6-685" fmla="*/ 8123689 w 8145760"/>
                    <a:gd name="connsiteY6-686" fmla="*/ 13560 h 2920259"/>
                    <a:gd name="connsiteX0-687" fmla="*/ 8178863 w 8178863"/>
                    <a:gd name="connsiteY0-688" fmla="*/ 26952 h 2920259"/>
                    <a:gd name="connsiteX1-689" fmla="*/ 8145760 w 8178863"/>
                    <a:gd name="connsiteY1-690" fmla="*/ 1579944 h 2920259"/>
                    <a:gd name="connsiteX2-691" fmla="*/ 4123353 w 8178863"/>
                    <a:gd name="connsiteY2-692" fmla="*/ 2919505 h 2920259"/>
                    <a:gd name="connsiteX3-693" fmla="*/ 2295 w 8178863"/>
                    <a:gd name="connsiteY3-694" fmla="*/ 1470941 h 2920259"/>
                    <a:gd name="connsiteX4-695" fmla="*/ 767 w 8178863"/>
                    <a:gd name="connsiteY4-696" fmla="*/ 0 h 2920259"/>
                    <a:gd name="connsiteX5-697" fmla="*/ 4068271 w 8178863"/>
                    <a:gd name="connsiteY5-698" fmla="*/ 1418897 h 2920259"/>
                    <a:gd name="connsiteX6-699" fmla="*/ 8178863 w 8178863"/>
                    <a:gd name="connsiteY6-700" fmla="*/ 26952 h 2920259"/>
                    <a:gd name="connsiteX0-701" fmla="*/ 8167827 w 8167827"/>
                    <a:gd name="connsiteY0-702" fmla="*/ 40343 h 2920259"/>
                    <a:gd name="connsiteX1-703" fmla="*/ 8145760 w 8167827"/>
                    <a:gd name="connsiteY1-704" fmla="*/ 1579944 h 2920259"/>
                    <a:gd name="connsiteX2-705" fmla="*/ 4123353 w 8167827"/>
                    <a:gd name="connsiteY2-706" fmla="*/ 2919505 h 2920259"/>
                    <a:gd name="connsiteX3-707" fmla="*/ 2295 w 8167827"/>
                    <a:gd name="connsiteY3-708" fmla="*/ 1470941 h 2920259"/>
                    <a:gd name="connsiteX4-709" fmla="*/ 767 w 8167827"/>
                    <a:gd name="connsiteY4-710" fmla="*/ 0 h 2920259"/>
                    <a:gd name="connsiteX5-711" fmla="*/ 4068271 w 8167827"/>
                    <a:gd name="connsiteY5-712" fmla="*/ 1418897 h 2920259"/>
                    <a:gd name="connsiteX6-713" fmla="*/ 8167827 w 8167827"/>
                    <a:gd name="connsiteY6-714" fmla="*/ 40343 h 2920259"/>
                    <a:gd name="connsiteX0-715" fmla="*/ 8123687 w 8145760"/>
                    <a:gd name="connsiteY0-716" fmla="*/ 53735 h 2920259"/>
                    <a:gd name="connsiteX1-717" fmla="*/ 8145760 w 8145760"/>
                    <a:gd name="connsiteY1-718" fmla="*/ 1579944 h 2920259"/>
                    <a:gd name="connsiteX2-719" fmla="*/ 4123353 w 8145760"/>
                    <a:gd name="connsiteY2-720" fmla="*/ 2919505 h 2920259"/>
                    <a:gd name="connsiteX3-721" fmla="*/ 2295 w 8145760"/>
                    <a:gd name="connsiteY3-722" fmla="*/ 1470941 h 2920259"/>
                    <a:gd name="connsiteX4-723" fmla="*/ 767 w 8145760"/>
                    <a:gd name="connsiteY4-724" fmla="*/ 0 h 2920259"/>
                    <a:gd name="connsiteX5-725" fmla="*/ 4068271 w 8145760"/>
                    <a:gd name="connsiteY5-726" fmla="*/ 1418897 h 2920259"/>
                    <a:gd name="connsiteX6-727" fmla="*/ 8123687 w 8145760"/>
                    <a:gd name="connsiteY6-728" fmla="*/ 53735 h 2920259"/>
                    <a:gd name="connsiteX0-729" fmla="*/ 8161918 w 8161918"/>
                    <a:gd name="connsiteY0-730" fmla="*/ 0 h 2943855"/>
                    <a:gd name="connsiteX1-731" fmla="*/ 8145760 w 8161918"/>
                    <a:gd name="connsiteY1-732" fmla="*/ 1603540 h 2943855"/>
                    <a:gd name="connsiteX2-733" fmla="*/ 4123353 w 8161918"/>
                    <a:gd name="connsiteY2-734" fmla="*/ 2943101 h 2943855"/>
                    <a:gd name="connsiteX3-735" fmla="*/ 2295 w 8161918"/>
                    <a:gd name="connsiteY3-736" fmla="*/ 1494537 h 2943855"/>
                    <a:gd name="connsiteX4-737" fmla="*/ 767 w 8161918"/>
                    <a:gd name="connsiteY4-738" fmla="*/ 23596 h 2943855"/>
                    <a:gd name="connsiteX5-739" fmla="*/ 4068271 w 8161918"/>
                    <a:gd name="connsiteY5-740" fmla="*/ 1442493 h 2943855"/>
                    <a:gd name="connsiteX6-741" fmla="*/ 8161918 w 8161918"/>
                    <a:gd name="connsiteY6-742" fmla="*/ 0 h 2943855"/>
                    <a:gd name="connsiteX0-743" fmla="*/ 8144926 w 8145760"/>
                    <a:gd name="connsiteY0-744" fmla="*/ 43424 h 2920259"/>
                    <a:gd name="connsiteX1-745" fmla="*/ 8145760 w 8145760"/>
                    <a:gd name="connsiteY1-746" fmla="*/ 1579944 h 2920259"/>
                    <a:gd name="connsiteX2-747" fmla="*/ 4123353 w 8145760"/>
                    <a:gd name="connsiteY2-748" fmla="*/ 2919505 h 2920259"/>
                    <a:gd name="connsiteX3-749" fmla="*/ 2295 w 8145760"/>
                    <a:gd name="connsiteY3-750" fmla="*/ 1470941 h 2920259"/>
                    <a:gd name="connsiteX4-751" fmla="*/ 767 w 8145760"/>
                    <a:gd name="connsiteY4-752" fmla="*/ 0 h 2920259"/>
                    <a:gd name="connsiteX5-753" fmla="*/ 4068271 w 8145760"/>
                    <a:gd name="connsiteY5-754" fmla="*/ 1418897 h 2920259"/>
                    <a:gd name="connsiteX6-755" fmla="*/ 8144926 w 8145760"/>
                    <a:gd name="connsiteY6-756" fmla="*/ 43424 h 2920259"/>
                    <a:gd name="connsiteX0-757" fmla="*/ 8161918 w 8161918"/>
                    <a:gd name="connsiteY0-758" fmla="*/ 0 h 2959321"/>
                    <a:gd name="connsiteX1-759" fmla="*/ 8145760 w 8161918"/>
                    <a:gd name="connsiteY1-760" fmla="*/ 1619006 h 2959321"/>
                    <a:gd name="connsiteX2-761" fmla="*/ 4123353 w 8161918"/>
                    <a:gd name="connsiteY2-762" fmla="*/ 2958567 h 2959321"/>
                    <a:gd name="connsiteX3-763" fmla="*/ 2295 w 8161918"/>
                    <a:gd name="connsiteY3-764" fmla="*/ 1510003 h 2959321"/>
                    <a:gd name="connsiteX4-765" fmla="*/ 767 w 8161918"/>
                    <a:gd name="connsiteY4-766" fmla="*/ 39062 h 2959321"/>
                    <a:gd name="connsiteX5-767" fmla="*/ 4068271 w 8161918"/>
                    <a:gd name="connsiteY5-768" fmla="*/ 1457959 h 2959321"/>
                    <a:gd name="connsiteX6-769" fmla="*/ 8161918 w 8161918"/>
                    <a:gd name="connsiteY6-770" fmla="*/ 0 h 2959321"/>
                    <a:gd name="connsiteX0-771" fmla="*/ 8161918 w 8162752"/>
                    <a:gd name="connsiteY0-772" fmla="*/ 0 h 2959488"/>
                    <a:gd name="connsiteX1-773" fmla="*/ 8162752 w 8162752"/>
                    <a:gd name="connsiteY1-774" fmla="*/ 1629317 h 2959488"/>
                    <a:gd name="connsiteX2-775" fmla="*/ 4123353 w 8162752"/>
                    <a:gd name="connsiteY2-776" fmla="*/ 2958567 h 2959488"/>
                    <a:gd name="connsiteX3-777" fmla="*/ 2295 w 8162752"/>
                    <a:gd name="connsiteY3-778" fmla="*/ 1510003 h 2959488"/>
                    <a:gd name="connsiteX4-779" fmla="*/ 767 w 8162752"/>
                    <a:gd name="connsiteY4-780" fmla="*/ 39062 h 2959488"/>
                    <a:gd name="connsiteX5-781" fmla="*/ 4068271 w 8162752"/>
                    <a:gd name="connsiteY5-782" fmla="*/ 1457959 h 2959488"/>
                    <a:gd name="connsiteX6-783" fmla="*/ 8161918 w 8162752"/>
                    <a:gd name="connsiteY6-784" fmla="*/ 0 h 2959488"/>
                    <a:gd name="connsiteX0-785" fmla="*/ 8165930 w 8166764"/>
                    <a:gd name="connsiteY0-786" fmla="*/ 7337 h 2966825"/>
                    <a:gd name="connsiteX1-787" fmla="*/ 8166764 w 8166764"/>
                    <a:gd name="connsiteY1-788" fmla="*/ 1636654 h 2966825"/>
                    <a:gd name="connsiteX2-789" fmla="*/ 4127365 w 8166764"/>
                    <a:gd name="connsiteY2-790" fmla="*/ 2965904 h 2966825"/>
                    <a:gd name="connsiteX3-791" fmla="*/ 6307 w 8166764"/>
                    <a:gd name="connsiteY3-792" fmla="*/ 1517340 h 2966825"/>
                    <a:gd name="connsiteX4-793" fmla="*/ 532 w 8166764"/>
                    <a:gd name="connsiteY4-794" fmla="*/ 0 h 2966825"/>
                    <a:gd name="connsiteX5-795" fmla="*/ 4072283 w 8166764"/>
                    <a:gd name="connsiteY5-796" fmla="*/ 1465296 h 2966825"/>
                    <a:gd name="connsiteX6-797" fmla="*/ 8165930 w 8166764"/>
                    <a:gd name="connsiteY6-798" fmla="*/ 7337 h 2966825"/>
                    <a:gd name="connsiteX0-799" fmla="*/ 8168119 w 8168953"/>
                    <a:gd name="connsiteY0-800" fmla="*/ 7337 h 2966682"/>
                    <a:gd name="connsiteX1-801" fmla="*/ 8168953 w 8168953"/>
                    <a:gd name="connsiteY1-802" fmla="*/ 1636654 h 2966682"/>
                    <a:gd name="connsiteX2-803" fmla="*/ 4129554 w 8168953"/>
                    <a:gd name="connsiteY2-804" fmla="*/ 2965904 h 2966682"/>
                    <a:gd name="connsiteX3-805" fmla="*/ 0 w 8168953"/>
                    <a:gd name="connsiteY3-806" fmla="*/ 1527651 h 2966682"/>
                    <a:gd name="connsiteX4-807" fmla="*/ 2721 w 8168953"/>
                    <a:gd name="connsiteY4-808" fmla="*/ 0 h 2966682"/>
                    <a:gd name="connsiteX5-809" fmla="*/ 4074472 w 8168953"/>
                    <a:gd name="connsiteY5-810" fmla="*/ 1465296 h 2966682"/>
                    <a:gd name="connsiteX6-811" fmla="*/ 8168119 w 8168953"/>
                    <a:gd name="connsiteY6-812" fmla="*/ 7337 h 2966682"/>
                    <a:gd name="connsiteX0-813" fmla="*/ 8168119 w 8168953"/>
                    <a:gd name="connsiteY0-814" fmla="*/ 7337 h 3100377"/>
                    <a:gd name="connsiteX1-815" fmla="*/ 8168953 w 8168953"/>
                    <a:gd name="connsiteY1-816" fmla="*/ 1636654 h 3100377"/>
                    <a:gd name="connsiteX2-817" fmla="*/ 4118520 w 8168953"/>
                    <a:gd name="connsiteY2-818" fmla="*/ 3099826 h 3100377"/>
                    <a:gd name="connsiteX3-819" fmla="*/ 0 w 8168953"/>
                    <a:gd name="connsiteY3-820" fmla="*/ 1527651 h 3100377"/>
                    <a:gd name="connsiteX4-821" fmla="*/ 2721 w 8168953"/>
                    <a:gd name="connsiteY4-822" fmla="*/ 0 h 3100377"/>
                    <a:gd name="connsiteX5-823" fmla="*/ 4074472 w 8168953"/>
                    <a:gd name="connsiteY5-824" fmla="*/ 1465296 h 3100377"/>
                    <a:gd name="connsiteX6-825" fmla="*/ 8168119 w 8168953"/>
                    <a:gd name="connsiteY6-826" fmla="*/ 7337 h 3100377"/>
                    <a:gd name="connsiteX0-827" fmla="*/ 8168119 w 8168953"/>
                    <a:gd name="connsiteY0-828" fmla="*/ 7337 h 3100429"/>
                    <a:gd name="connsiteX1-829" fmla="*/ 8168953 w 8168953"/>
                    <a:gd name="connsiteY1-830" fmla="*/ 1636654 h 3100429"/>
                    <a:gd name="connsiteX2-831" fmla="*/ 4118520 w 8168953"/>
                    <a:gd name="connsiteY2-832" fmla="*/ 3099826 h 3100429"/>
                    <a:gd name="connsiteX3-833" fmla="*/ 0 w 8168953"/>
                    <a:gd name="connsiteY3-834" fmla="*/ 1527651 h 3100429"/>
                    <a:gd name="connsiteX4-835" fmla="*/ 2721 w 8168953"/>
                    <a:gd name="connsiteY4-836" fmla="*/ 0 h 3100429"/>
                    <a:gd name="connsiteX5-837" fmla="*/ 4074472 w 8168953"/>
                    <a:gd name="connsiteY5-838" fmla="*/ 1465296 h 3100429"/>
                    <a:gd name="connsiteX6-839" fmla="*/ 8168119 w 8168953"/>
                    <a:gd name="connsiteY6-840" fmla="*/ 7337 h 3100429"/>
                    <a:gd name="connsiteX0-841" fmla="*/ 8165849 w 8166683"/>
                    <a:gd name="connsiteY0-842" fmla="*/ 7337 h 3099826"/>
                    <a:gd name="connsiteX1-843" fmla="*/ 8166683 w 8166683"/>
                    <a:gd name="connsiteY1-844" fmla="*/ 1636654 h 3099826"/>
                    <a:gd name="connsiteX2-845" fmla="*/ 4116250 w 8166683"/>
                    <a:gd name="connsiteY2-846" fmla="*/ 3099826 h 3099826"/>
                    <a:gd name="connsiteX3-847" fmla="*/ 8764 w 8166683"/>
                    <a:gd name="connsiteY3-848" fmla="*/ 1634789 h 3099826"/>
                    <a:gd name="connsiteX4-849" fmla="*/ 451 w 8166683"/>
                    <a:gd name="connsiteY4-850" fmla="*/ 0 h 3099826"/>
                    <a:gd name="connsiteX5-851" fmla="*/ 4072202 w 8166683"/>
                    <a:gd name="connsiteY5-852" fmla="*/ 1465296 h 3099826"/>
                    <a:gd name="connsiteX6-853" fmla="*/ 8165849 w 8166683"/>
                    <a:gd name="connsiteY6-854" fmla="*/ 7337 h 3099826"/>
                    <a:gd name="connsiteX0-855" fmla="*/ 8165849 w 8166683"/>
                    <a:gd name="connsiteY0-856" fmla="*/ 7337 h 3099826"/>
                    <a:gd name="connsiteX1-857" fmla="*/ 8166683 w 8166683"/>
                    <a:gd name="connsiteY1-858" fmla="*/ 1636654 h 3099826"/>
                    <a:gd name="connsiteX2-859" fmla="*/ 4116250 w 8166683"/>
                    <a:gd name="connsiteY2-860" fmla="*/ 3099826 h 3099826"/>
                    <a:gd name="connsiteX3-861" fmla="*/ 8764 w 8166683"/>
                    <a:gd name="connsiteY3-862" fmla="*/ 1634789 h 3099826"/>
                    <a:gd name="connsiteX4-863" fmla="*/ 451 w 8166683"/>
                    <a:gd name="connsiteY4-864" fmla="*/ 0 h 3099826"/>
                    <a:gd name="connsiteX5-865" fmla="*/ 4072202 w 8166683"/>
                    <a:gd name="connsiteY5-866" fmla="*/ 1465296 h 3099826"/>
                    <a:gd name="connsiteX6-867" fmla="*/ 8165849 w 8166683"/>
                    <a:gd name="connsiteY6-868" fmla="*/ 7337 h 3099826"/>
                    <a:gd name="connsiteX0-869" fmla="*/ 8165849 w 8166683"/>
                    <a:gd name="connsiteY0-870" fmla="*/ 7337 h 3099826"/>
                    <a:gd name="connsiteX1-871" fmla="*/ 8166683 w 8166683"/>
                    <a:gd name="connsiteY1-872" fmla="*/ 1636654 h 3099826"/>
                    <a:gd name="connsiteX2-873" fmla="*/ 4116250 w 8166683"/>
                    <a:gd name="connsiteY2-874" fmla="*/ 3099826 h 3099826"/>
                    <a:gd name="connsiteX3-875" fmla="*/ 8764 w 8166683"/>
                    <a:gd name="connsiteY3-876" fmla="*/ 1634789 h 3099826"/>
                    <a:gd name="connsiteX4-877" fmla="*/ 451 w 8166683"/>
                    <a:gd name="connsiteY4-878" fmla="*/ 0 h 3099826"/>
                    <a:gd name="connsiteX5-879" fmla="*/ 4061168 w 8166683"/>
                    <a:gd name="connsiteY5-880" fmla="*/ 1438511 h 3099826"/>
                    <a:gd name="connsiteX6-881" fmla="*/ 8165849 w 8166683"/>
                    <a:gd name="connsiteY6-882" fmla="*/ 7337 h 3099826"/>
                    <a:gd name="connsiteX0-883" fmla="*/ 8165849 w 8166683"/>
                    <a:gd name="connsiteY0-884" fmla="*/ 7337 h 3099826"/>
                    <a:gd name="connsiteX1-885" fmla="*/ 8166683 w 8166683"/>
                    <a:gd name="connsiteY1-886" fmla="*/ 1636654 h 3099826"/>
                    <a:gd name="connsiteX2-887" fmla="*/ 4116250 w 8166683"/>
                    <a:gd name="connsiteY2-888" fmla="*/ 3099826 h 3099826"/>
                    <a:gd name="connsiteX3-889" fmla="*/ 8764 w 8166683"/>
                    <a:gd name="connsiteY3-890" fmla="*/ 1634789 h 3099826"/>
                    <a:gd name="connsiteX4-891" fmla="*/ 451 w 8166683"/>
                    <a:gd name="connsiteY4-892" fmla="*/ 0 h 3099826"/>
                    <a:gd name="connsiteX5-893" fmla="*/ 4061168 w 8166683"/>
                    <a:gd name="connsiteY5-894" fmla="*/ 1438511 h 3099826"/>
                    <a:gd name="connsiteX6-895" fmla="*/ 8165849 w 8166683"/>
                    <a:gd name="connsiteY6-896" fmla="*/ 7337 h 309982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92" name="Oval 791"/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793" name="Group 792"/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794" name="Freeform 793"/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-1" fmla="*/ 3725333 w 4641485"/>
                      <a:gd name="connsiteY0-2" fmla="*/ 0 h 1049866"/>
                      <a:gd name="connsiteX1-3" fmla="*/ 4641485 w 4641485"/>
                      <a:gd name="connsiteY1-4" fmla="*/ 239402 h 1049866"/>
                      <a:gd name="connsiteX2-5" fmla="*/ 3962400 w 4641485"/>
                      <a:gd name="connsiteY2-6" fmla="*/ 541866 h 1049866"/>
                      <a:gd name="connsiteX3-7" fmla="*/ 3742267 w 4641485"/>
                      <a:gd name="connsiteY3-8" fmla="*/ 457200 h 1049866"/>
                      <a:gd name="connsiteX4-9" fmla="*/ 2269067 w 4641485"/>
                      <a:gd name="connsiteY4-10" fmla="*/ 1049866 h 1049866"/>
                      <a:gd name="connsiteX5-11" fmla="*/ 880533 w 4641485"/>
                      <a:gd name="connsiteY5-12" fmla="*/ 457200 h 1049866"/>
                      <a:gd name="connsiteX6-13" fmla="*/ 592667 w 4641485"/>
                      <a:gd name="connsiteY6-14" fmla="*/ 541866 h 1049866"/>
                      <a:gd name="connsiteX7-15" fmla="*/ 0 w 4641485"/>
                      <a:gd name="connsiteY7-16" fmla="*/ 254000 h 1049866"/>
                      <a:gd name="connsiteX8-17" fmla="*/ 880533 w 4641485"/>
                      <a:gd name="connsiteY8-18" fmla="*/ 16933 h 1049866"/>
                      <a:gd name="connsiteX9-19" fmla="*/ 2302933 w 4641485"/>
                      <a:gd name="connsiteY9-20" fmla="*/ 626533 h 1049866"/>
                      <a:gd name="connsiteX10-21" fmla="*/ 3725333 w 4641485"/>
                      <a:gd name="connsiteY10-22" fmla="*/ 0 h 1049866"/>
                      <a:gd name="connsiteX0-23" fmla="*/ 3756864 w 4673016"/>
                      <a:gd name="connsiteY0-24" fmla="*/ 0 h 1049866"/>
                      <a:gd name="connsiteX1-25" fmla="*/ 4673016 w 4673016"/>
                      <a:gd name="connsiteY1-26" fmla="*/ 239402 h 1049866"/>
                      <a:gd name="connsiteX2-27" fmla="*/ 3993931 w 4673016"/>
                      <a:gd name="connsiteY2-28" fmla="*/ 541866 h 1049866"/>
                      <a:gd name="connsiteX3-29" fmla="*/ 3773798 w 4673016"/>
                      <a:gd name="connsiteY3-30" fmla="*/ 457200 h 1049866"/>
                      <a:gd name="connsiteX4-31" fmla="*/ 2300598 w 4673016"/>
                      <a:gd name="connsiteY4-32" fmla="*/ 1049866 h 1049866"/>
                      <a:gd name="connsiteX5-33" fmla="*/ 912064 w 4673016"/>
                      <a:gd name="connsiteY5-34" fmla="*/ 457200 h 1049866"/>
                      <a:gd name="connsiteX6-35" fmla="*/ 624198 w 4673016"/>
                      <a:gd name="connsiteY6-36" fmla="*/ 541866 h 1049866"/>
                      <a:gd name="connsiteX7-37" fmla="*/ 0 w 4673016"/>
                      <a:gd name="connsiteY7-38" fmla="*/ 232979 h 1049866"/>
                      <a:gd name="connsiteX8-39" fmla="*/ 912064 w 4673016"/>
                      <a:gd name="connsiteY8-40" fmla="*/ 16933 h 1049866"/>
                      <a:gd name="connsiteX9-41" fmla="*/ 2334464 w 4673016"/>
                      <a:gd name="connsiteY9-42" fmla="*/ 626533 h 1049866"/>
                      <a:gd name="connsiteX10-43" fmla="*/ 3756864 w 4673016"/>
                      <a:gd name="connsiteY10-44" fmla="*/ 0 h 1049866"/>
                      <a:gd name="connsiteX0-45" fmla="*/ 3756864 w 4673016"/>
                      <a:gd name="connsiteY0-46" fmla="*/ 0 h 1049866"/>
                      <a:gd name="connsiteX1-47" fmla="*/ 4673016 w 4673016"/>
                      <a:gd name="connsiteY1-48" fmla="*/ 239402 h 1049866"/>
                      <a:gd name="connsiteX2-49" fmla="*/ 3993931 w 4673016"/>
                      <a:gd name="connsiteY2-50" fmla="*/ 541866 h 1049866"/>
                      <a:gd name="connsiteX3-51" fmla="*/ 3784308 w 4673016"/>
                      <a:gd name="connsiteY3-52" fmla="*/ 404648 h 1049866"/>
                      <a:gd name="connsiteX4-53" fmla="*/ 2300598 w 4673016"/>
                      <a:gd name="connsiteY4-54" fmla="*/ 1049866 h 1049866"/>
                      <a:gd name="connsiteX5-55" fmla="*/ 912064 w 4673016"/>
                      <a:gd name="connsiteY5-56" fmla="*/ 457200 h 1049866"/>
                      <a:gd name="connsiteX6-57" fmla="*/ 624198 w 4673016"/>
                      <a:gd name="connsiteY6-58" fmla="*/ 541866 h 1049866"/>
                      <a:gd name="connsiteX7-59" fmla="*/ 0 w 4673016"/>
                      <a:gd name="connsiteY7-60" fmla="*/ 232979 h 1049866"/>
                      <a:gd name="connsiteX8-61" fmla="*/ 912064 w 4673016"/>
                      <a:gd name="connsiteY8-62" fmla="*/ 16933 h 1049866"/>
                      <a:gd name="connsiteX9-63" fmla="*/ 2334464 w 4673016"/>
                      <a:gd name="connsiteY9-64" fmla="*/ 626533 h 1049866"/>
                      <a:gd name="connsiteX10-65" fmla="*/ 3756864 w 4673016"/>
                      <a:gd name="connsiteY10-66" fmla="*/ 0 h 1049866"/>
                      <a:gd name="connsiteX0-67" fmla="*/ 3756864 w 4673016"/>
                      <a:gd name="connsiteY0-68" fmla="*/ 0 h 1049866"/>
                      <a:gd name="connsiteX1-69" fmla="*/ 4673016 w 4673016"/>
                      <a:gd name="connsiteY1-70" fmla="*/ 239402 h 1049866"/>
                      <a:gd name="connsiteX2-71" fmla="*/ 3993931 w 4673016"/>
                      <a:gd name="connsiteY2-72" fmla="*/ 541866 h 1049866"/>
                      <a:gd name="connsiteX3-73" fmla="*/ 3794818 w 4673016"/>
                      <a:gd name="connsiteY3-74" fmla="*/ 436179 h 1049866"/>
                      <a:gd name="connsiteX4-75" fmla="*/ 2300598 w 4673016"/>
                      <a:gd name="connsiteY4-76" fmla="*/ 1049866 h 1049866"/>
                      <a:gd name="connsiteX5-77" fmla="*/ 912064 w 4673016"/>
                      <a:gd name="connsiteY5-78" fmla="*/ 457200 h 1049866"/>
                      <a:gd name="connsiteX6-79" fmla="*/ 624198 w 4673016"/>
                      <a:gd name="connsiteY6-80" fmla="*/ 541866 h 1049866"/>
                      <a:gd name="connsiteX7-81" fmla="*/ 0 w 4673016"/>
                      <a:gd name="connsiteY7-82" fmla="*/ 232979 h 1049866"/>
                      <a:gd name="connsiteX8-83" fmla="*/ 912064 w 4673016"/>
                      <a:gd name="connsiteY8-84" fmla="*/ 16933 h 1049866"/>
                      <a:gd name="connsiteX9-85" fmla="*/ 2334464 w 4673016"/>
                      <a:gd name="connsiteY9-86" fmla="*/ 626533 h 1049866"/>
                      <a:gd name="connsiteX10-87" fmla="*/ 3756864 w 4673016"/>
                      <a:gd name="connsiteY10-88" fmla="*/ 0 h 1049866"/>
                      <a:gd name="connsiteX0-89" fmla="*/ 3756864 w 4673016"/>
                      <a:gd name="connsiteY0-90" fmla="*/ 0 h 1049866"/>
                      <a:gd name="connsiteX1-91" fmla="*/ 4673016 w 4673016"/>
                      <a:gd name="connsiteY1-92" fmla="*/ 239402 h 1049866"/>
                      <a:gd name="connsiteX2-93" fmla="*/ 3993931 w 4673016"/>
                      <a:gd name="connsiteY2-94" fmla="*/ 541866 h 1049866"/>
                      <a:gd name="connsiteX3-95" fmla="*/ 3794818 w 4673016"/>
                      <a:gd name="connsiteY3-96" fmla="*/ 436179 h 1049866"/>
                      <a:gd name="connsiteX4-97" fmla="*/ 2300598 w 4673016"/>
                      <a:gd name="connsiteY4-98" fmla="*/ 1049866 h 1049866"/>
                      <a:gd name="connsiteX5-99" fmla="*/ 912064 w 4673016"/>
                      <a:gd name="connsiteY5-100" fmla="*/ 457200 h 1049866"/>
                      <a:gd name="connsiteX6-101" fmla="*/ 624198 w 4673016"/>
                      <a:gd name="connsiteY6-102" fmla="*/ 541866 h 1049866"/>
                      <a:gd name="connsiteX7-103" fmla="*/ 0 w 4673016"/>
                      <a:gd name="connsiteY7-104" fmla="*/ 232979 h 1049866"/>
                      <a:gd name="connsiteX8-105" fmla="*/ 912064 w 4673016"/>
                      <a:gd name="connsiteY8-106" fmla="*/ 16933 h 1049866"/>
                      <a:gd name="connsiteX9-107" fmla="*/ 2323954 w 4673016"/>
                      <a:gd name="connsiteY9-108" fmla="*/ 616023 h 1049866"/>
                      <a:gd name="connsiteX10-109" fmla="*/ 3756864 w 4673016"/>
                      <a:gd name="connsiteY10-110" fmla="*/ 0 h 1049866"/>
                      <a:gd name="connsiteX0-111" fmla="*/ 3756864 w 4673016"/>
                      <a:gd name="connsiteY0-112" fmla="*/ 0 h 1049866"/>
                      <a:gd name="connsiteX1-113" fmla="*/ 4673016 w 4673016"/>
                      <a:gd name="connsiteY1-114" fmla="*/ 239402 h 1049866"/>
                      <a:gd name="connsiteX2-115" fmla="*/ 3993931 w 4673016"/>
                      <a:gd name="connsiteY2-116" fmla="*/ 541866 h 1049866"/>
                      <a:gd name="connsiteX3-117" fmla="*/ 3794818 w 4673016"/>
                      <a:gd name="connsiteY3-118" fmla="*/ 436179 h 1049866"/>
                      <a:gd name="connsiteX4-119" fmla="*/ 2300598 w 4673016"/>
                      <a:gd name="connsiteY4-120" fmla="*/ 1049866 h 1049866"/>
                      <a:gd name="connsiteX5-121" fmla="*/ 912064 w 4673016"/>
                      <a:gd name="connsiteY5-122" fmla="*/ 457200 h 1049866"/>
                      <a:gd name="connsiteX6-123" fmla="*/ 624198 w 4673016"/>
                      <a:gd name="connsiteY6-124" fmla="*/ 541866 h 1049866"/>
                      <a:gd name="connsiteX7-125" fmla="*/ 0 w 4673016"/>
                      <a:gd name="connsiteY7-126" fmla="*/ 275021 h 1049866"/>
                      <a:gd name="connsiteX8-127" fmla="*/ 912064 w 4673016"/>
                      <a:gd name="connsiteY8-128" fmla="*/ 16933 h 1049866"/>
                      <a:gd name="connsiteX9-129" fmla="*/ 2323954 w 4673016"/>
                      <a:gd name="connsiteY9-130" fmla="*/ 616023 h 1049866"/>
                      <a:gd name="connsiteX10-131" fmla="*/ 3756864 w 4673016"/>
                      <a:gd name="connsiteY10-132" fmla="*/ 0 h 1049866"/>
                      <a:gd name="connsiteX0-133" fmla="*/ 3756864 w 4673016"/>
                      <a:gd name="connsiteY0-134" fmla="*/ 0 h 1049866"/>
                      <a:gd name="connsiteX1-135" fmla="*/ 4673016 w 4673016"/>
                      <a:gd name="connsiteY1-136" fmla="*/ 239402 h 1049866"/>
                      <a:gd name="connsiteX2-137" fmla="*/ 3993931 w 4673016"/>
                      <a:gd name="connsiteY2-138" fmla="*/ 541866 h 1049866"/>
                      <a:gd name="connsiteX3-139" fmla="*/ 3815839 w 4673016"/>
                      <a:gd name="connsiteY3-140" fmla="*/ 467710 h 1049866"/>
                      <a:gd name="connsiteX4-141" fmla="*/ 2300598 w 4673016"/>
                      <a:gd name="connsiteY4-142" fmla="*/ 1049866 h 1049866"/>
                      <a:gd name="connsiteX5-143" fmla="*/ 912064 w 4673016"/>
                      <a:gd name="connsiteY5-144" fmla="*/ 457200 h 1049866"/>
                      <a:gd name="connsiteX6-145" fmla="*/ 624198 w 4673016"/>
                      <a:gd name="connsiteY6-146" fmla="*/ 541866 h 1049866"/>
                      <a:gd name="connsiteX7-147" fmla="*/ 0 w 4673016"/>
                      <a:gd name="connsiteY7-148" fmla="*/ 275021 h 1049866"/>
                      <a:gd name="connsiteX8-149" fmla="*/ 912064 w 4673016"/>
                      <a:gd name="connsiteY8-150" fmla="*/ 16933 h 1049866"/>
                      <a:gd name="connsiteX9-151" fmla="*/ 2323954 w 4673016"/>
                      <a:gd name="connsiteY9-152" fmla="*/ 616023 h 1049866"/>
                      <a:gd name="connsiteX10-153" fmla="*/ 3756864 w 4673016"/>
                      <a:gd name="connsiteY10-154" fmla="*/ 0 h 104986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95" name="Freeform 794"/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96" name="Freeform 795"/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97" name="Freeform 796"/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-1" fmla="*/ 168165 w 3731172"/>
                      <a:gd name="connsiteY0-2" fmla="*/ 73572 h 1418896"/>
                      <a:gd name="connsiteX1-3" fmla="*/ 451945 w 3731172"/>
                      <a:gd name="connsiteY1-4" fmla="*/ 0 h 1418896"/>
                      <a:gd name="connsiteX2-5" fmla="*/ 1881352 w 3731172"/>
                      <a:gd name="connsiteY2-6" fmla="*/ 599089 h 1418896"/>
                      <a:gd name="connsiteX3-7" fmla="*/ 3363310 w 3731172"/>
                      <a:gd name="connsiteY3-8" fmla="*/ 0 h 1418896"/>
                      <a:gd name="connsiteX4-9" fmla="*/ 3584027 w 3731172"/>
                      <a:gd name="connsiteY4-10" fmla="*/ 73572 h 1418896"/>
                      <a:gd name="connsiteX5-11" fmla="*/ 2627586 w 3731172"/>
                      <a:gd name="connsiteY5-12" fmla="*/ 441434 h 1418896"/>
                      <a:gd name="connsiteX6-13" fmla="*/ 2596055 w 3731172"/>
                      <a:gd name="connsiteY6-14" fmla="*/ 914400 h 1418896"/>
                      <a:gd name="connsiteX7-15" fmla="*/ 3731172 w 3731172"/>
                      <a:gd name="connsiteY7-16" fmla="*/ 1345324 h 1418896"/>
                      <a:gd name="connsiteX8-17" fmla="*/ 3447393 w 3731172"/>
                      <a:gd name="connsiteY8-18" fmla="*/ 1408386 h 1418896"/>
                      <a:gd name="connsiteX9-19" fmla="*/ 1870841 w 3731172"/>
                      <a:gd name="connsiteY9-20" fmla="*/ 746234 h 1418896"/>
                      <a:gd name="connsiteX10-21" fmla="*/ 262758 w 3731172"/>
                      <a:gd name="connsiteY10-22" fmla="*/ 1418896 h 1418896"/>
                      <a:gd name="connsiteX11-23" fmla="*/ 0 w 3731172"/>
                      <a:gd name="connsiteY11-24" fmla="*/ 1324303 h 1418896"/>
                      <a:gd name="connsiteX12-25" fmla="*/ 1145627 w 3731172"/>
                      <a:gd name="connsiteY12-26" fmla="*/ 882869 h 1418896"/>
                      <a:gd name="connsiteX13-27" fmla="*/ 1114096 w 3731172"/>
                      <a:gd name="connsiteY13-28" fmla="*/ 409903 h 1418896"/>
                      <a:gd name="connsiteX14-29" fmla="*/ 441434 w 3731172"/>
                      <a:gd name="connsiteY14-30" fmla="*/ 10510 h 1418896"/>
                      <a:gd name="connsiteX15-31" fmla="*/ 441434 w 3731172"/>
                      <a:gd name="connsiteY15-32" fmla="*/ 10510 h 1418896"/>
                      <a:gd name="connsiteX0-33" fmla="*/ 168165 w 3731172"/>
                      <a:gd name="connsiteY0-34" fmla="*/ 73572 h 1418896"/>
                      <a:gd name="connsiteX1-35" fmla="*/ 451945 w 3731172"/>
                      <a:gd name="connsiteY1-36" fmla="*/ 0 h 1418896"/>
                      <a:gd name="connsiteX2-37" fmla="*/ 1881352 w 3731172"/>
                      <a:gd name="connsiteY2-38" fmla="*/ 599089 h 1418896"/>
                      <a:gd name="connsiteX3-39" fmla="*/ 3363310 w 3731172"/>
                      <a:gd name="connsiteY3-40" fmla="*/ 0 h 1418896"/>
                      <a:gd name="connsiteX4-41" fmla="*/ 3584027 w 3731172"/>
                      <a:gd name="connsiteY4-42" fmla="*/ 73572 h 1418896"/>
                      <a:gd name="connsiteX5-43" fmla="*/ 2627586 w 3731172"/>
                      <a:gd name="connsiteY5-44" fmla="*/ 441434 h 1418896"/>
                      <a:gd name="connsiteX6-45" fmla="*/ 2596055 w 3731172"/>
                      <a:gd name="connsiteY6-46" fmla="*/ 914400 h 1418896"/>
                      <a:gd name="connsiteX7-47" fmla="*/ 3731172 w 3731172"/>
                      <a:gd name="connsiteY7-48" fmla="*/ 1345324 h 1418896"/>
                      <a:gd name="connsiteX8-49" fmla="*/ 3447393 w 3731172"/>
                      <a:gd name="connsiteY8-50" fmla="*/ 1408386 h 1418896"/>
                      <a:gd name="connsiteX9-51" fmla="*/ 1870841 w 3731172"/>
                      <a:gd name="connsiteY9-52" fmla="*/ 746234 h 1418896"/>
                      <a:gd name="connsiteX10-53" fmla="*/ 262758 w 3731172"/>
                      <a:gd name="connsiteY10-54" fmla="*/ 1418896 h 1418896"/>
                      <a:gd name="connsiteX11-55" fmla="*/ 0 w 3731172"/>
                      <a:gd name="connsiteY11-56" fmla="*/ 1324303 h 1418896"/>
                      <a:gd name="connsiteX12-57" fmla="*/ 1145627 w 3731172"/>
                      <a:gd name="connsiteY12-58" fmla="*/ 882869 h 1418896"/>
                      <a:gd name="connsiteX13-59" fmla="*/ 1114096 w 3731172"/>
                      <a:gd name="connsiteY13-60" fmla="*/ 409903 h 1418896"/>
                      <a:gd name="connsiteX14-61" fmla="*/ 441434 w 3731172"/>
                      <a:gd name="connsiteY14-62" fmla="*/ 10510 h 1418896"/>
                      <a:gd name="connsiteX0-63" fmla="*/ 168165 w 3731172"/>
                      <a:gd name="connsiteY0-64" fmla="*/ 73572 h 1418896"/>
                      <a:gd name="connsiteX1-65" fmla="*/ 451945 w 3731172"/>
                      <a:gd name="connsiteY1-66" fmla="*/ 0 h 1418896"/>
                      <a:gd name="connsiteX2-67" fmla="*/ 1881352 w 3731172"/>
                      <a:gd name="connsiteY2-68" fmla="*/ 599089 h 1418896"/>
                      <a:gd name="connsiteX3-69" fmla="*/ 3363310 w 3731172"/>
                      <a:gd name="connsiteY3-70" fmla="*/ 0 h 1418896"/>
                      <a:gd name="connsiteX4-71" fmla="*/ 3584027 w 3731172"/>
                      <a:gd name="connsiteY4-72" fmla="*/ 73572 h 1418896"/>
                      <a:gd name="connsiteX5-73" fmla="*/ 2627586 w 3731172"/>
                      <a:gd name="connsiteY5-74" fmla="*/ 441434 h 1418896"/>
                      <a:gd name="connsiteX6-75" fmla="*/ 2596055 w 3731172"/>
                      <a:gd name="connsiteY6-76" fmla="*/ 914400 h 1418896"/>
                      <a:gd name="connsiteX7-77" fmla="*/ 3731172 w 3731172"/>
                      <a:gd name="connsiteY7-78" fmla="*/ 1345324 h 1418896"/>
                      <a:gd name="connsiteX8-79" fmla="*/ 3447393 w 3731172"/>
                      <a:gd name="connsiteY8-80" fmla="*/ 1408386 h 1418896"/>
                      <a:gd name="connsiteX9-81" fmla="*/ 1870841 w 3731172"/>
                      <a:gd name="connsiteY9-82" fmla="*/ 746234 h 1418896"/>
                      <a:gd name="connsiteX10-83" fmla="*/ 262758 w 3731172"/>
                      <a:gd name="connsiteY10-84" fmla="*/ 1418896 h 1418896"/>
                      <a:gd name="connsiteX11-85" fmla="*/ 0 w 3731172"/>
                      <a:gd name="connsiteY11-86" fmla="*/ 1324303 h 1418896"/>
                      <a:gd name="connsiteX12-87" fmla="*/ 1145627 w 3731172"/>
                      <a:gd name="connsiteY12-88" fmla="*/ 882869 h 1418896"/>
                      <a:gd name="connsiteX13-89" fmla="*/ 1114096 w 3731172"/>
                      <a:gd name="connsiteY13-90" fmla="*/ 409903 h 1418896"/>
                      <a:gd name="connsiteX14-91" fmla="*/ 357351 w 3731172"/>
                      <a:gd name="connsiteY14-92" fmla="*/ 115613 h 1418896"/>
                      <a:gd name="connsiteX0-93" fmla="*/ 168165 w 3731172"/>
                      <a:gd name="connsiteY0-94" fmla="*/ 73572 h 1418896"/>
                      <a:gd name="connsiteX1-95" fmla="*/ 451945 w 3731172"/>
                      <a:gd name="connsiteY1-96" fmla="*/ 0 h 1418896"/>
                      <a:gd name="connsiteX2-97" fmla="*/ 1881352 w 3731172"/>
                      <a:gd name="connsiteY2-98" fmla="*/ 599089 h 1418896"/>
                      <a:gd name="connsiteX3-99" fmla="*/ 3363310 w 3731172"/>
                      <a:gd name="connsiteY3-100" fmla="*/ 0 h 1418896"/>
                      <a:gd name="connsiteX4-101" fmla="*/ 3584027 w 3731172"/>
                      <a:gd name="connsiteY4-102" fmla="*/ 73572 h 1418896"/>
                      <a:gd name="connsiteX5-103" fmla="*/ 2627586 w 3731172"/>
                      <a:gd name="connsiteY5-104" fmla="*/ 441434 h 1418896"/>
                      <a:gd name="connsiteX6-105" fmla="*/ 2596055 w 3731172"/>
                      <a:gd name="connsiteY6-106" fmla="*/ 914400 h 1418896"/>
                      <a:gd name="connsiteX7-107" fmla="*/ 3731172 w 3731172"/>
                      <a:gd name="connsiteY7-108" fmla="*/ 1345324 h 1418896"/>
                      <a:gd name="connsiteX8-109" fmla="*/ 3447393 w 3731172"/>
                      <a:gd name="connsiteY8-110" fmla="*/ 1408386 h 1418896"/>
                      <a:gd name="connsiteX9-111" fmla="*/ 1870841 w 3731172"/>
                      <a:gd name="connsiteY9-112" fmla="*/ 746234 h 1418896"/>
                      <a:gd name="connsiteX10-113" fmla="*/ 262758 w 3731172"/>
                      <a:gd name="connsiteY10-114" fmla="*/ 1418896 h 1418896"/>
                      <a:gd name="connsiteX11-115" fmla="*/ 0 w 3731172"/>
                      <a:gd name="connsiteY11-116" fmla="*/ 1324303 h 1418896"/>
                      <a:gd name="connsiteX12-117" fmla="*/ 1145627 w 3731172"/>
                      <a:gd name="connsiteY12-118" fmla="*/ 882869 h 1418896"/>
                      <a:gd name="connsiteX13-119" fmla="*/ 1114096 w 3731172"/>
                      <a:gd name="connsiteY13-120" fmla="*/ 409903 h 1418896"/>
                      <a:gd name="connsiteX14-121" fmla="*/ 147144 w 3731172"/>
                      <a:gd name="connsiteY14-122" fmla="*/ 63061 h 1418896"/>
                      <a:gd name="connsiteX0-123" fmla="*/ 168165 w 3731172"/>
                      <a:gd name="connsiteY0-124" fmla="*/ 73572 h 1418896"/>
                      <a:gd name="connsiteX1-125" fmla="*/ 451945 w 3731172"/>
                      <a:gd name="connsiteY1-126" fmla="*/ 0 h 1418896"/>
                      <a:gd name="connsiteX2-127" fmla="*/ 1881352 w 3731172"/>
                      <a:gd name="connsiteY2-128" fmla="*/ 599089 h 1418896"/>
                      <a:gd name="connsiteX3-129" fmla="*/ 3363310 w 3731172"/>
                      <a:gd name="connsiteY3-130" fmla="*/ 0 h 1418896"/>
                      <a:gd name="connsiteX4-131" fmla="*/ 3584027 w 3731172"/>
                      <a:gd name="connsiteY4-132" fmla="*/ 73572 h 1418896"/>
                      <a:gd name="connsiteX5-133" fmla="*/ 2627586 w 3731172"/>
                      <a:gd name="connsiteY5-134" fmla="*/ 441434 h 1418896"/>
                      <a:gd name="connsiteX6-135" fmla="*/ 2596055 w 3731172"/>
                      <a:gd name="connsiteY6-136" fmla="*/ 914400 h 1418896"/>
                      <a:gd name="connsiteX7-137" fmla="*/ 3731172 w 3731172"/>
                      <a:gd name="connsiteY7-138" fmla="*/ 1345324 h 1418896"/>
                      <a:gd name="connsiteX8-139" fmla="*/ 3447393 w 3731172"/>
                      <a:gd name="connsiteY8-140" fmla="*/ 1408386 h 1418896"/>
                      <a:gd name="connsiteX9-141" fmla="*/ 1870841 w 3731172"/>
                      <a:gd name="connsiteY9-142" fmla="*/ 746234 h 1418896"/>
                      <a:gd name="connsiteX10-143" fmla="*/ 262758 w 3731172"/>
                      <a:gd name="connsiteY10-144" fmla="*/ 1418896 h 1418896"/>
                      <a:gd name="connsiteX11-145" fmla="*/ 0 w 3731172"/>
                      <a:gd name="connsiteY11-146" fmla="*/ 1324303 h 1418896"/>
                      <a:gd name="connsiteX12-147" fmla="*/ 1145627 w 3731172"/>
                      <a:gd name="connsiteY12-148" fmla="*/ 882869 h 1418896"/>
                      <a:gd name="connsiteX13-149" fmla="*/ 1114096 w 3731172"/>
                      <a:gd name="connsiteY13-150" fmla="*/ 420413 h 1418896"/>
                      <a:gd name="connsiteX14-151" fmla="*/ 147144 w 3731172"/>
                      <a:gd name="connsiteY14-152" fmla="*/ 63061 h 1418896"/>
                      <a:gd name="connsiteX0-153" fmla="*/ 168165 w 3731172"/>
                      <a:gd name="connsiteY0-154" fmla="*/ 73572 h 1418896"/>
                      <a:gd name="connsiteX1-155" fmla="*/ 451945 w 3731172"/>
                      <a:gd name="connsiteY1-156" fmla="*/ 0 h 1418896"/>
                      <a:gd name="connsiteX2-157" fmla="*/ 1881352 w 3731172"/>
                      <a:gd name="connsiteY2-158" fmla="*/ 599089 h 1418896"/>
                      <a:gd name="connsiteX3-159" fmla="*/ 3363310 w 3731172"/>
                      <a:gd name="connsiteY3-160" fmla="*/ 0 h 1418896"/>
                      <a:gd name="connsiteX4-161" fmla="*/ 3584027 w 3731172"/>
                      <a:gd name="connsiteY4-162" fmla="*/ 73572 h 1418896"/>
                      <a:gd name="connsiteX5-163" fmla="*/ 2627586 w 3731172"/>
                      <a:gd name="connsiteY5-164" fmla="*/ 441434 h 1418896"/>
                      <a:gd name="connsiteX6-165" fmla="*/ 2596055 w 3731172"/>
                      <a:gd name="connsiteY6-166" fmla="*/ 914400 h 1418896"/>
                      <a:gd name="connsiteX7-167" fmla="*/ 3731172 w 3731172"/>
                      <a:gd name="connsiteY7-168" fmla="*/ 1345324 h 1418896"/>
                      <a:gd name="connsiteX8-169" fmla="*/ 3447393 w 3731172"/>
                      <a:gd name="connsiteY8-170" fmla="*/ 1408386 h 1418896"/>
                      <a:gd name="connsiteX9-171" fmla="*/ 1870841 w 3731172"/>
                      <a:gd name="connsiteY9-172" fmla="*/ 746234 h 1418896"/>
                      <a:gd name="connsiteX10-173" fmla="*/ 262758 w 3731172"/>
                      <a:gd name="connsiteY10-174" fmla="*/ 1418896 h 1418896"/>
                      <a:gd name="connsiteX11-175" fmla="*/ 0 w 3731172"/>
                      <a:gd name="connsiteY11-176" fmla="*/ 1324303 h 1418896"/>
                      <a:gd name="connsiteX12-177" fmla="*/ 1145627 w 3731172"/>
                      <a:gd name="connsiteY12-178" fmla="*/ 882869 h 1418896"/>
                      <a:gd name="connsiteX13-179" fmla="*/ 1114096 w 3731172"/>
                      <a:gd name="connsiteY13-180" fmla="*/ 420413 h 1418896"/>
                      <a:gd name="connsiteX14-181" fmla="*/ 189185 w 3731172"/>
                      <a:gd name="connsiteY14-182" fmla="*/ 84081 h 1418896"/>
                      <a:gd name="connsiteX0-183" fmla="*/ 168165 w 3731172"/>
                      <a:gd name="connsiteY0-184" fmla="*/ 73572 h 1418896"/>
                      <a:gd name="connsiteX1-185" fmla="*/ 451945 w 3731172"/>
                      <a:gd name="connsiteY1-186" fmla="*/ 0 h 1418896"/>
                      <a:gd name="connsiteX2-187" fmla="*/ 1881352 w 3731172"/>
                      <a:gd name="connsiteY2-188" fmla="*/ 599089 h 1418896"/>
                      <a:gd name="connsiteX3-189" fmla="*/ 3363310 w 3731172"/>
                      <a:gd name="connsiteY3-190" fmla="*/ 0 h 1418896"/>
                      <a:gd name="connsiteX4-191" fmla="*/ 3584027 w 3731172"/>
                      <a:gd name="connsiteY4-192" fmla="*/ 73572 h 1418896"/>
                      <a:gd name="connsiteX5-193" fmla="*/ 2627586 w 3731172"/>
                      <a:gd name="connsiteY5-194" fmla="*/ 441434 h 1418896"/>
                      <a:gd name="connsiteX6-195" fmla="*/ 2596055 w 3731172"/>
                      <a:gd name="connsiteY6-196" fmla="*/ 914400 h 1418896"/>
                      <a:gd name="connsiteX7-197" fmla="*/ 3731172 w 3731172"/>
                      <a:gd name="connsiteY7-198" fmla="*/ 1345324 h 1418896"/>
                      <a:gd name="connsiteX8-199" fmla="*/ 3447393 w 3731172"/>
                      <a:gd name="connsiteY8-200" fmla="*/ 1408386 h 1418896"/>
                      <a:gd name="connsiteX9-201" fmla="*/ 1870841 w 3731172"/>
                      <a:gd name="connsiteY9-202" fmla="*/ 746234 h 1418896"/>
                      <a:gd name="connsiteX10-203" fmla="*/ 262758 w 3731172"/>
                      <a:gd name="connsiteY10-204" fmla="*/ 1418896 h 1418896"/>
                      <a:gd name="connsiteX11-205" fmla="*/ 0 w 3731172"/>
                      <a:gd name="connsiteY11-206" fmla="*/ 1324303 h 1418896"/>
                      <a:gd name="connsiteX12-207" fmla="*/ 1145627 w 3731172"/>
                      <a:gd name="connsiteY12-208" fmla="*/ 882869 h 1418896"/>
                      <a:gd name="connsiteX13-209" fmla="*/ 1114096 w 3731172"/>
                      <a:gd name="connsiteY13-210" fmla="*/ 420413 h 1418896"/>
                      <a:gd name="connsiteX14-211" fmla="*/ 189185 w 3731172"/>
                      <a:gd name="connsiteY14-212" fmla="*/ 84081 h 1418896"/>
                      <a:gd name="connsiteX15-213" fmla="*/ 168165 w 3731172"/>
                      <a:gd name="connsiteY15-214" fmla="*/ 73572 h 1418896"/>
                      <a:gd name="connsiteX0-215" fmla="*/ 168165 w 3731172"/>
                      <a:gd name="connsiteY0-216" fmla="*/ 73572 h 1418896"/>
                      <a:gd name="connsiteX1-217" fmla="*/ 451945 w 3731172"/>
                      <a:gd name="connsiteY1-218" fmla="*/ 0 h 1418896"/>
                      <a:gd name="connsiteX2-219" fmla="*/ 1881352 w 3731172"/>
                      <a:gd name="connsiteY2-220" fmla="*/ 599089 h 1418896"/>
                      <a:gd name="connsiteX3-221" fmla="*/ 3363310 w 3731172"/>
                      <a:gd name="connsiteY3-222" fmla="*/ 0 h 1418896"/>
                      <a:gd name="connsiteX4-223" fmla="*/ 3584027 w 3731172"/>
                      <a:gd name="connsiteY4-224" fmla="*/ 73572 h 1418896"/>
                      <a:gd name="connsiteX5-225" fmla="*/ 2627586 w 3731172"/>
                      <a:gd name="connsiteY5-226" fmla="*/ 441434 h 1418896"/>
                      <a:gd name="connsiteX6-227" fmla="*/ 2596055 w 3731172"/>
                      <a:gd name="connsiteY6-228" fmla="*/ 914400 h 1418896"/>
                      <a:gd name="connsiteX7-229" fmla="*/ 3731172 w 3731172"/>
                      <a:gd name="connsiteY7-230" fmla="*/ 1345324 h 1418896"/>
                      <a:gd name="connsiteX8-231" fmla="*/ 3447393 w 3731172"/>
                      <a:gd name="connsiteY8-232" fmla="*/ 1408386 h 1418896"/>
                      <a:gd name="connsiteX9-233" fmla="*/ 1870841 w 3731172"/>
                      <a:gd name="connsiteY9-234" fmla="*/ 746234 h 1418896"/>
                      <a:gd name="connsiteX10-235" fmla="*/ 262758 w 3731172"/>
                      <a:gd name="connsiteY10-236" fmla="*/ 1418896 h 1418896"/>
                      <a:gd name="connsiteX11-237" fmla="*/ 0 w 3731172"/>
                      <a:gd name="connsiteY11-238" fmla="*/ 1324303 h 1418896"/>
                      <a:gd name="connsiteX12-239" fmla="*/ 1145627 w 3731172"/>
                      <a:gd name="connsiteY12-240" fmla="*/ 882869 h 1418896"/>
                      <a:gd name="connsiteX13-241" fmla="*/ 1156137 w 3731172"/>
                      <a:gd name="connsiteY13-242" fmla="*/ 441434 h 1418896"/>
                      <a:gd name="connsiteX14-243" fmla="*/ 189185 w 3731172"/>
                      <a:gd name="connsiteY14-244" fmla="*/ 84081 h 1418896"/>
                      <a:gd name="connsiteX15-245" fmla="*/ 168165 w 3731172"/>
                      <a:gd name="connsiteY15-246" fmla="*/ 73572 h 1418896"/>
                      <a:gd name="connsiteX0-247" fmla="*/ 168165 w 3731172"/>
                      <a:gd name="connsiteY0-248" fmla="*/ 73572 h 1418896"/>
                      <a:gd name="connsiteX1-249" fmla="*/ 451945 w 3731172"/>
                      <a:gd name="connsiteY1-250" fmla="*/ 0 h 1418896"/>
                      <a:gd name="connsiteX2-251" fmla="*/ 1881352 w 3731172"/>
                      <a:gd name="connsiteY2-252" fmla="*/ 599089 h 1418896"/>
                      <a:gd name="connsiteX3-253" fmla="*/ 3363310 w 3731172"/>
                      <a:gd name="connsiteY3-254" fmla="*/ 0 h 1418896"/>
                      <a:gd name="connsiteX4-255" fmla="*/ 3584027 w 3731172"/>
                      <a:gd name="connsiteY4-256" fmla="*/ 73572 h 1418896"/>
                      <a:gd name="connsiteX5-257" fmla="*/ 2627586 w 3731172"/>
                      <a:gd name="connsiteY5-258" fmla="*/ 441434 h 1418896"/>
                      <a:gd name="connsiteX6-259" fmla="*/ 2596055 w 3731172"/>
                      <a:gd name="connsiteY6-260" fmla="*/ 914400 h 1418896"/>
                      <a:gd name="connsiteX7-261" fmla="*/ 3731172 w 3731172"/>
                      <a:gd name="connsiteY7-262" fmla="*/ 1345324 h 1418896"/>
                      <a:gd name="connsiteX8-263" fmla="*/ 3447393 w 3731172"/>
                      <a:gd name="connsiteY8-264" fmla="*/ 1408386 h 1418896"/>
                      <a:gd name="connsiteX9-265" fmla="*/ 1870841 w 3731172"/>
                      <a:gd name="connsiteY9-266" fmla="*/ 746234 h 1418896"/>
                      <a:gd name="connsiteX10-267" fmla="*/ 262758 w 3731172"/>
                      <a:gd name="connsiteY10-268" fmla="*/ 1418896 h 1418896"/>
                      <a:gd name="connsiteX11-269" fmla="*/ 0 w 3731172"/>
                      <a:gd name="connsiteY11-270" fmla="*/ 1324303 h 1418896"/>
                      <a:gd name="connsiteX12-271" fmla="*/ 1145627 w 3731172"/>
                      <a:gd name="connsiteY12-272" fmla="*/ 882869 h 1418896"/>
                      <a:gd name="connsiteX13-273" fmla="*/ 1145626 w 3731172"/>
                      <a:gd name="connsiteY13-274" fmla="*/ 451945 h 1418896"/>
                      <a:gd name="connsiteX14-275" fmla="*/ 189185 w 3731172"/>
                      <a:gd name="connsiteY14-276" fmla="*/ 84081 h 1418896"/>
                      <a:gd name="connsiteX15-277" fmla="*/ 168165 w 3731172"/>
                      <a:gd name="connsiteY15-278" fmla="*/ 73572 h 1418896"/>
                      <a:gd name="connsiteX0-279" fmla="*/ 168165 w 3731172"/>
                      <a:gd name="connsiteY0-280" fmla="*/ 73572 h 1418896"/>
                      <a:gd name="connsiteX1-281" fmla="*/ 451945 w 3731172"/>
                      <a:gd name="connsiteY1-282" fmla="*/ 0 h 1418896"/>
                      <a:gd name="connsiteX2-283" fmla="*/ 1881352 w 3731172"/>
                      <a:gd name="connsiteY2-284" fmla="*/ 599089 h 1418896"/>
                      <a:gd name="connsiteX3-285" fmla="*/ 3363310 w 3731172"/>
                      <a:gd name="connsiteY3-286" fmla="*/ 0 h 1418896"/>
                      <a:gd name="connsiteX4-287" fmla="*/ 3584027 w 3731172"/>
                      <a:gd name="connsiteY4-288" fmla="*/ 73572 h 1418896"/>
                      <a:gd name="connsiteX5-289" fmla="*/ 2627586 w 3731172"/>
                      <a:gd name="connsiteY5-290" fmla="*/ 441434 h 1418896"/>
                      <a:gd name="connsiteX6-291" fmla="*/ 2596055 w 3731172"/>
                      <a:gd name="connsiteY6-292" fmla="*/ 914400 h 1418896"/>
                      <a:gd name="connsiteX7-293" fmla="*/ 3731172 w 3731172"/>
                      <a:gd name="connsiteY7-294" fmla="*/ 1345324 h 1418896"/>
                      <a:gd name="connsiteX8-295" fmla="*/ 3447393 w 3731172"/>
                      <a:gd name="connsiteY8-296" fmla="*/ 1408386 h 1418896"/>
                      <a:gd name="connsiteX9-297" fmla="*/ 1870841 w 3731172"/>
                      <a:gd name="connsiteY9-298" fmla="*/ 746234 h 1418896"/>
                      <a:gd name="connsiteX10-299" fmla="*/ 262758 w 3731172"/>
                      <a:gd name="connsiteY10-300" fmla="*/ 1418896 h 1418896"/>
                      <a:gd name="connsiteX11-301" fmla="*/ 0 w 3731172"/>
                      <a:gd name="connsiteY11-302" fmla="*/ 1324303 h 1418896"/>
                      <a:gd name="connsiteX12-303" fmla="*/ 1145627 w 3731172"/>
                      <a:gd name="connsiteY12-304" fmla="*/ 903890 h 1418896"/>
                      <a:gd name="connsiteX13-305" fmla="*/ 1145626 w 3731172"/>
                      <a:gd name="connsiteY13-306" fmla="*/ 451945 h 1418896"/>
                      <a:gd name="connsiteX14-307" fmla="*/ 189185 w 3731172"/>
                      <a:gd name="connsiteY14-308" fmla="*/ 84081 h 1418896"/>
                      <a:gd name="connsiteX15-309" fmla="*/ 168165 w 3731172"/>
                      <a:gd name="connsiteY15-310" fmla="*/ 73572 h 1418896"/>
                      <a:gd name="connsiteX0-311" fmla="*/ 147144 w 3710151"/>
                      <a:gd name="connsiteY0-312" fmla="*/ 73572 h 1418896"/>
                      <a:gd name="connsiteX1-313" fmla="*/ 430924 w 3710151"/>
                      <a:gd name="connsiteY1-314" fmla="*/ 0 h 1418896"/>
                      <a:gd name="connsiteX2-315" fmla="*/ 1860331 w 3710151"/>
                      <a:gd name="connsiteY2-316" fmla="*/ 599089 h 1418896"/>
                      <a:gd name="connsiteX3-317" fmla="*/ 3342289 w 3710151"/>
                      <a:gd name="connsiteY3-318" fmla="*/ 0 h 1418896"/>
                      <a:gd name="connsiteX4-319" fmla="*/ 3563006 w 3710151"/>
                      <a:gd name="connsiteY4-320" fmla="*/ 73572 h 1418896"/>
                      <a:gd name="connsiteX5-321" fmla="*/ 2606565 w 3710151"/>
                      <a:gd name="connsiteY5-322" fmla="*/ 441434 h 1418896"/>
                      <a:gd name="connsiteX6-323" fmla="*/ 2575034 w 3710151"/>
                      <a:gd name="connsiteY6-324" fmla="*/ 914400 h 1418896"/>
                      <a:gd name="connsiteX7-325" fmla="*/ 3710151 w 3710151"/>
                      <a:gd name="connsiteY7-326" fmla="*/ 1345324 h 1418896"/>
                      <a:gd name="connsiteX8-327" fmla="*/ 3426372 w 3710151"/>
                      <a:gd name="connsiteY8-328" fmla="*/ 1408386 h 1418896"/>
                      <a:gd name="connsiteX9-329" fmla="*/ 1849820 w 3710151"/>
                      <a:gd name="connsiteY9-330" fmla="*/ 746234 h 1418896"/>
                      <a:gd name="connsiteX10-331" fmla="*/ 241737 w 3710151"/>
                      <a:gd name="connsiteY10-332" fmla="*/ 1418896 h 1418896"/>
                      <a:gd name="connsiteX11-333" fmla="*/ 0 w 3710151"/>
                      <a:gd name="connsiteY11-334" fmla="*/ 1334814 h 1418896"/>
                      <a:gd name="connsiteX12-335" fmla="*/ 1124606 w 3710151"/>
                      <a:gd name="connsiteY12-336" fmla="*/ 903890 h 1418896"/>
                      <a:gd name="connsiteX13-337" fmla="*/ 1124605 w 3710151"/>
                      <a:gd name="connsiteY13-338" fmla="*/ 451945 h 1418896"/>
                      <a:gd name="connsiteX14-339" fmla="*/ 168164 w 3710151"/>
                      <a:gd name="connsiteY14-340" fmla="*/ 84081 h 1418896"/>
                      <a:gd name="connsiteX15-341" fmla="*/ 147144 w 3710151"/>
                      <a:gd name="connsiteY15-342" fmla="*/ 73572 h 1418896"/>
                      <a:gd name="connsiteX0-343" fmla="*/ 147144 w 3710151"/>
                      <a:gd name="connsiteY0-344" fmla="*/ 73572 h 1418896"/>
                      <a:gd name="connsiteX1-345" fmla="*/ 430924 w 3710151"/>
                      <a:gd name="connsiteY1-346" fmla="*/ 0 h 1418896"/>
                      <a:gd name="connsiteX2-347" fmla="*/ 1860331 w 3710151"/>
                      <a:gd name="connsiteY2-348" fmla="*/ 599089 h 1418896"/>
                      <a:gd name="connsiteX3-349" fmla="*/ 3342289 w 3710151"/>
                      <a:gd name="connsiteY3-350" fmla="*/ 0 h 1418896"/>
                      <a:gd name="connsiteX4-351" fmla="*/ 3563006 w 3710151"/>
                      <a:gd name="connsiteY4-352" fmla="*/ 73572 h 1418896"/>
                      <a:gd name="connsiteX5-353" fmla="*/ 2606565 w 3710151"/>
                      <a:gd name="connsiteY5-354" fmla="*/ 441434 h 1418896"/>
                      <a:gd name="connsiteX6-355" fmla="*/ 2606565 w 3710151"/>
                      <a:gd name="connsiteY6-356" fmla="*/ 924910 h 1418896"/>
                      <a:gd name="connsiteX7-357" fmla="*/ 3710151 w 3710151"/>
                      <a:gd name="connsiteY7-358" fmla="*/ 1345324 h 1418896"/>
                      <a:gd name="connsiteX8-359" fmla="*/ 3426372 w 3710151"/>
                      <a:gd name="connsiteY8-360" fmla="*/ 1408386 h 1418896"/>
                      <a:gd name="connsiteX9-361" fmla="*/ 1849820 w 3710151"/>
                      <a:gd name="connsiteY9-362" fmla="*/ 746234 h 1418896"/>
                      <a:gd name="connsiteX10-363" fmla="*/ 241737 w 3710151"/>
                      <a:gd name="connsiteY10-364" fmla="*/ 1418896 h 1418896"/>
                      <a:gd name="connsiteX11-365" fmla="*/ 0 w 3710151"/>
                      <a:gd name="connsiteY11-366" fmla="*/ 1334814 h 1418896"/>
                      <a:gd name="connsiteX12-367" fmla="*/ 1124606 w 3710151"/>
                      <a:gd name="connsiteY12-368" fmla="*/ 903890 h 1418896"/>
                      <a:gd name="connsiteX13-369" fmla="*/ 1124605 w 3710151"/>
                      <a:gd name="connsiteY13-370" fmla="*/ 451945 h 1418896"/>
                      <a:gd name="connsiteX14-371" fmla="*/ 168164 w 3710151"/>
                      <a:gd name="connsiteY14-372" fmla="*/ 84081 h 1418896"/>
                      <a:gd name="connsiteX15-373" fmla="*/ 147144 w 3710151"/>
                      <a:gd name="connsiteY15-374" fmla="*/ 73572 h 1418896"/>
                      <a:gd name="connsiteX0-375" fmla="*/ 147144 w 3710151"/>
                      <a:gd name="connsiteY0-376" fmla="*/ 73572 h 1418896"/>
                      <a:gd name="connsiteX1-377" fmla="*/ 430924 w 3710151"/>
                      <a:gd name="connsiteY1-378" fmla="*/ 0 h 1418896"/>
                      <a:gd name="connsiteX2-379" fmla="*/ 1860331 w 3710151"/>
                      <a:gd name="connsiteY2-380" fmla="*/ 599089 h 1418896"/>
                      <a:gd name="connsiteX3-381" fmla="*/ 3342289 w 3710151"/>
                      <a:gd name="connsiteY3-382" fmla="*/ 0 h 1418896"/>
                      <a:gd name="connsiteX4-383" fmla="*/ 3563006 w 3710151"/>
                      <a:gd name="connsiteY4-384" fmla="*/ 73572 h 1418896"/>
                      <a:gd name="connsiteX5-385" fmla="*/ 2606565 w 3710151"/>
                      <a:gd name="connsiteY5-386" fmla="*/ 441434 h 1418896"/>
                      <a:gd name="connsiteX6-387" fmla="*/ 2610282 w 3710151"/>
                      <a:gd name="connsiteY6-388" fmla="*/ 902607 h 1418896"/>
                      <a:gd name="connsiteX7-389" fmla="*/ 3710151 w 3710151"/>
                      <a:gd name="connsiteY7-390" fmla="*/ 1345324 h 1418896"/>
                      <a:gd name="connsiteX8-391" fmla="*/ 3426372 w 3710151"/>
                      <a:gd name="connsiteY8-392" fmla="*/ 1408386 h 1418896"/>
                      <a:gd name="connsiteX9-393" fmla="*/ 1849820 w 3710151"/>
                      <a:gd name="connsiteY9-394" fmla="*/ 746234 h 1418896"/>
                      <a:gd name="connsiteX10-395" fmla="*/ 241737 w 3710151"/>
                      <a:gd name="connsiteY10-396" fmla="*/ 1418896 h 1418896"/>
                      <a:gd name="connsiteX11-397" fmla="*/ 0 w 3710151"/>
                      <a:gd name="connsiteY11-398" fmla="*/ 1334814 h 1418896"/>
                      <a:gd name="connsiteX12-399" fmla="*/ 1124606 w 3710151"/>
                      <a:gd name="connsiteY12-400" fmla="*/ 903890 h 1418896"/>
                      <a:gd name="connsiteX13-401" fmla="*/ 1124605 w 3710151"/>
                      <a:gd name="connsiteY13-402" fmla="*/ 451945 h 1418896"/>
                      <a:gd name="connsiteX14-403" fmla="*/ 168164 w 3710151"/>
                      <a:gd name="connsiteY14-404" fmla="*/ 84081 h 1418896"/>
                      <a:gd name="connsiteX15-405" fmla="*/ 147144 w 3710151"/>
                      <a:gd name="connsiteY15-406" fmla="*/ 73572 h 1418896"/>
                      <a:gd name="connsiteX0-407" fmla="*/ 147144 w 3710151"/>
                      <a:gd name="connsiteY0-408" fmla="*/ 73572 h 1418896"/>
                      <a:gd name="connsiteX1-409" fmla="*/ 430924 w 3710151"/>
                      <a:gd name="connsiteY1-410" fmla="*/ 0 h 1418896"/>
                      <a:gd name="connsiteX2-411" fmla="*/ 1860331 w 3710151"/>
                      <a:gd name="connsiteY2-412" fmla="*/ 599089 h 1418896"/>
                      <a:gd name="connsiteX3-413" fmla="*/ 3342289 w 3710151"/>
                      <a:gd name="connsiteY3-414" fmla="*/ 0 h 1418896"/>
                      <a:gd name="connsiteX4-415" fmla="*/ 3563006 w 3710151"/>
                      <a:gd name="connsiteY4-416" fmla="*/ 73572 h 1418896"/>
                      <a:gd name="connsiteX5-417" fmla="*/ 2617717 w 3710151"/>
                      <a:gd name="connsiteY5-418" fmla="*/ 445151 h 1418896"/>
                      <a:gd name="connsiteX6-419" fmla="*/ 2610282 w 3710151"/>
                      <a:gd name="connsiteY6-420" fmla="*/ 902607 h 1418896"/>
                      <a:gd name="connsiteX7-421" fmla="*/ 3710151 w 3710151"/>
                      <a:gd name="connsiteY7-422" fmla="*/ 1345324 h 1418896"/>
                      <a:gd name="connsiteX8-423" fmla="*/ 3426372 w 3710151"/>
                      <a:gd name="connsiteY8-424" fmla="*/ 1408386 h 1418896"/>
                      <a:gd name="connsiteX9-425" fmla="*/ 1849820 w 3710151"/>
                      <a:gd name="connsiteY9-426" fmla="*/ 746234 h 1418896"/>
                      <a:gd name="connsiteX10-427" fmla="*/ 241737 w 3710151"/>
                      <a:gd name="connsiteY10-428" fmla="*/ 1418896 h 1418896"/>
                      <a:gd name="connsiteX11-429" fmla="*/ 0 w 3710151"/>
                      <a:gd name="connsiteY11-430" fmla="*/ 1334814 h 1418896"/>
                      <a:gd name="connsiteX12-431" fmla="*/ 1124606 w 3710151"/>
                      <a:gd name="connsiteY12-432" fmla="*/ 903890 h 1418896"/>
                      <a:gd name="connsiteX13-433" fmla="*/ 1124605 w 3710151"/>
                      <a:gd name="connsiteY13-434" fmla="*/ 451945 h 1418896"/>
                      <a:gd name="connsiteX14-435" fmla="*/ 168164 w 3710151"/>
                      <a:gd name="connsiteY14-436" fmla="*/ 84081 h 1418896"/>
                      <a:gd name="connsiteX15-437" fmla="*/ 147144 w 3710151"/>
                      <a:gd name="connsiteY15-438" fmla="*/ 73572 h 1418896"/>
                      <a:gd name="connsiteX0-439" fmla="*/ 147144 w 3710151"/>
                      <a:gd name="connsiteY0-440" fmla="*/ 73572 h 1418896"/>
                      <a:gd name="connsiteX1-441" fmla="*/ 430924 w 3710151"/>
                      <a:gd name="connsiteY1-442" fmla="*/ 0 h 1418896"/>
                      <a:gd name="connsiteX2-443" fmla="*/ 1860331 w 3710151"/>
                      <a:gd name="connsiteY2-444" fmla="*/ 599089 h 1418896"/>
                      <a:gd name="connsiteX3-445" fmla="*/ 3342289 w 3710151"/>
                      <a:gd name="connsiteY3-446" fmla="*/ 0 h 1418896"/>
                      <a:gd name="connsiteX4-447" fmla="*/ 3563006 w 3710151"/>
                      <a:gd name="connsiteY4-448" fmla="*/ 73572 h 1418896"/>
                      <a:gd name="connsiteX5-449" fmla="*/ 2617717 w 3710151"/>
                      <a:gd name="connsiteY5-450" fmla="*/ 448868 h 1418896"/>
                      <a:gd name="connsiteX6-451" fmla="*/ 2610282 w 3710151"/>
                      <a:gd name="connsiteY6-452" fmla="*/ 902607 h 1418896"/>
                      <a:gd name="connsiteX7-453" fmla="*/ 3710151 w 3710151"/>
                      <a:gd name="connsiteY7-454" fmla="*/ 1345324 h 1418896"/>
                      <a:gd name="connsiteX8-455" fmla="*/ 3426372 w 3710151"/>
                      <a:gd name="connsiteY8-456" fmla="*/ 1408386 h 1418896"/>
                      <a:gd name="connsiteX9-457" fmla="*/ 1849820 w 3710151"/>
                      <a:gd name="connsiteY9-458" fmla="*/ 746234 h 1418896"/>
                      <a:gd name="connsiteX10-459" fmla="*/ 241737 w 3710151"/>
                      <a:gd name="connsiteY10-460" fmla="*/ 1418896 h 1418896"/>
                      <a:gd name="connsiteX11-461" fmla="*/ 0 w 3710151"/>
                      <a:gd name="connsiteY11-462" fmla="*/ 1334814 h 1418896"/>
                      <a:gd name="connsiteX12-463" fmla="*/ 1124606 w 3710151"/>
                      <a:gd name="connsiteY12-464" fmla="*/ 903890 h 1418896"/>
                      <a:gd name="connsiteX13-465" fmla="*/ 1124605 w 3710151"/>
                      <a:gd name="connsiteY13-466" fmla="*/ 451945 h 1418896"/>
                      <a:gd name="connsiteX14-467" fmla="*/ 168164 w 3710151"/>
                      <a:gd name="connsiteY14-468" fmla="*/ 84081 h 1418896"/>
                      <a:gd name="connsiteX15-469" fmla="*/ 147144 w 3710151"/>
                      <a:gd name="connsiteY15-470" fmla="*/ 73572 h 1418896"/>
                      <a:gd name="connsiteX0-471" fmla="*/ 147144 w 3710151"/>
                      <a:gd name="connsiteY0-472" fmla="*/ 73572 h 1418896"/>
                      <a:gd name="connsiteX1-473" fmla="*/ 430924 w 3710151"/>
                      <a:gd name="connsiteY1-474" fmla="*/ 0 h 1418896"/>
                      <a:gd name="connsiteX2-475" fmla="*/ 1838028 w 3710151"/>
                      <a:gd name="connsiteY2-476" fmla="*/ 591655 h 1418896"/>
                      <a:gd name="connsiteX3-477" fmla="*/ 3342289 w 3710151"/>
                      <a:gd name="connsiteY3-478" fmla="*/ 0 h 1418896"/>
                      <a:gd name="connsiteX4-479" fmla="*/ 3563006 w 3710151"/>
                      <a:gd name="connsiteY4-480" fmla="*/ 73572 h 1418896"/>
                      <a:gd name="connsiteX5-481" fmla="*/ 2617717 w 3710151"/>
                      <a:gd name="connsiteY5-482" fmla="*/ 448868 h 1418896"/>
                      <a:gd name="connsiteX6-483" fmla="*/ 2610282 w 3710151"/>
                      <a:gd name="connsiteY6-484" fmla="*/ 902607 h 1418896"/>
                      <a:gd name="connsiteX7-485" fmla="*/ 3710151 w 3710151"/>
                      <a:gd name="connsiteY7-486" fmla="*/ 1345324 h 1418896"/>
                      <a:gd name="connsiteX8-487" fmla="*/ 3426372 w 3710151"/>
                      <a:gd name="connsiteY8-488" fmla="*/ 1408386 h 1418896"/>
                      <a:gd name="connsiteX9-489" fmla="*/ 1849820 w 3710151"/>
                      <a:gd name="connsiteY9-490" fmla="*/ 746234 h 1418896"/>
                      <a:gd name="connsiteX10-491" fmla="*/ 241737 w 3710151"/>
                      <a:gd name="connsiteY10-492" fmla="*/ 1418896 h 1418896"/>
                      <a:gd name="connsiteX11-493" fmla="*/ 0 w 3710151"/>
                      <a:gd name="connsiteY11-494" fmla="*/ 1334814 h 1418896"/>
                      <a:gd name="connsiteX12-495" fmla="*/ 1124606 w 3710151"/>
                      <a:gd name="connsiteY12-496" fmla="*/ 903890 h 1418896"/>
                      <a:gd name="connsiteX13-497" fmla="*/ 1124605 w 3710151"/>
                      <a:gd name="connsiteY13-498" fmla="*/ 451945 h 1418896"/>
                      <a:gd name="connsiteX14-499" fmla="*/ 168164 w 3710151"/>
                      <a:gd name="connsiteY14-500" fmla="*/ 84081 h 1418896"/>
                      <a:gd name="connsiteX15-501" fmla="*/ 147144 w 3710151"/>
                      <a:gd name="connsiteY15-502" fmla="*/ 73572 h 1418896"/>
                      <a:gd name="connsiteX0-503" fmla="*/ 147144 w 3710151"/>
                      <a:gd name="connsiteY0-504" fmla="*/ 73572 h 1418896"/>
                      <a:gd name="connsiteX1-505" fmla="*/ 430924 w 3710151"/>
                      <a:gd name="connsiteY1-506" fmla="*/ 0 h 1418896"/>
                      <a:gd name="connsiteX2-507" fmla="*/ 1838028 w 3710151"/>
                      <a:gd name="connsiteY2-508" fmla="*/ 591655 h 1418896"/>
                      <a:gd name="connsiteX3-509" fmla="*/ 3342289 w 3710151"/>
                      <a:gd name="connsiteY3-510" fmla="*/ 0 h 1418896"/>
                      <a:gd name="connsiteX4-511" fmla="*/ 3563006 w 3710151"/>
                      <a:gd name="connsiteY4-512" fmla="*/ 73572 h 1418896"/>
                      <a:gd name="connsiteX5-513" fmla="*/ 2617717 w 3710151"/>
                      <a:gd name="connsiteY5-514" fmla="*/ 448868 h 1418896"/>
                      <a:gd name="connsiteX6-515" fmla="*/ 2610282 w 3710151"/>
                      <a:gd name="connsiteY6-516" fmla="*/ 902607 h 1418896"/>
                      <a:gd name="connsiteX7-517" fmla="*/ 3710151 w 3710151"/>
                      <a:gd name="connsiteY7-518" fmla="*/ 1345324 h 1418896"/>
                      <a:gd name="connsiteX8-519" fmla="*/ 3426372 w 3710151"/>
                      <a:gd name="connsiteY8-520" fmla="*/ 1408386 h 1418896"/>
                      <a:gd name="connsiteX9-521" fmla="*/ 1849820 w 3710151"/>
                      <a:gd name="connsiteY9-522" fmla="*/ 746234 h 1418896"/>
                      <a:gd name="connsiteX10-523" fmla="*/ 241737 w 3710151"/>
                      <a:gd name="connsiteY10-524" fmla="*/ 1418896 h 1418896"/>
                      <a:gd name="connsiteX11-525" fmla="*/ 0 w 3710151"/>
                      <a:gd name="connsiteY11-526" fmla="*/ 1334814 h 1418896"/>
                      <a:gd name="connsiteX12-527" fmla="*/ 1124606 w 3710151"/>
                      <a:gd name="connsiteY12-528" fmla="*/ 903890 h 1418896"/>
                      <a:gd name="connsiteX13-529" fmla="*/ 1087434 w 3710151"/>
                      <a:gd name="connsiteY13-530" fmla="*/ 451945 h 1418896"/>
                      <a:gd name="connsiteX14-531" fmla="*/ 168164 w 3710151"/>
                      <a:gd name="connsiteY14-532" fmla="*/ 84081 h 1418896"/>
                      <a:gd name="connsiteX15-533" fmla="*/ 147144 w 3710151"/>
                      <a:gd name="connsiteY15-534" fmla="*/ 73572 h 1418896"/>
                      <a:gd name="connsiteX0-535" fmla="*/ 147144 w 3710151"/>
                      <a:gd name="connsiteY0-536" fmla="*/ 73572 h 1418896"/>
                      <a:gd name="connsiteX1-537" fmla="*/ 430924 w 3710151"/>
                      <a:gd name="connsiteY1-538" fmla="*/ 0 h 1418896"/>
                      <a:gd name="connsiteX2-539" fmla="*/ 1838028 w 3710151"/>
                      <a:gd name="connsiteY2-540" fmla="*/ 591655 h 1418896"/>
                      <a:gd name="connsiteX3-541" fmla="*/ 3342289 w 3710151"/>
                      <a:gd name="connsiteY3-542" fmla="*/ 0 h 1418896"/>
                      <a:gd name="connsiteX4-543" fmla="*/ 3563006 w 3710151"/>
                      <a:gd name="connsiteY4-544" fmla="*/ 73572 h 1418896"/>
                      <a:gd name="connsiteX5-545" fmla="*/ 2617717 w 3710151"/>
                      <a:gd name="connsiteY5-546" fmla="*/ 448868 h 1418896"/>
                      <a:gd name="connsiteX6-547" fmla="*/ 2610282 w 3710151"/>
                      <a:gd name="connsiteY6-548" fmla="*/ 902607 h 1418896"/>
                      <a:gd name="connsiteX7-549" fmla="*/ 3710151 w 3710151"/>
                      <a:gd name="connsiteY7-550" fmla="*/ 1345324 h 1418896"/>
                      <a:gd name="connsiteX8-551" fmla="*/ 3426372 w 3710151"/>
                      <a:gd name="connsiteY8-552" fmla="*/ 1408386 h 1418896"/>
                      <a:gd name="connsiteX9-553" fmla="*/ 1849820 w 3710151"/>
                      <a:gd name="connsiteY9-554" fmla="*/ 746234 h 1418896"/>
                      <a:gd name="connsiteX10-555" fmla="*/ 241737 w 3710151"/>
                      <a:gd name="connsiteY10-556" fmla="*/ 1418896 h 1418896"/>
                      <a:gd name="connsiteX11-557" fmla="*/ 0 w 3710151"/>
                      <a:gd name="connsiteY11-558" fmla="*/ 1334814 h 1418896"/>
                      <a:gd name="connsiteX12-559" fmla="*/ 1098586 w 3710151"/>
                      <a:gd name="connsiteY12-560" fmla="*/ 903890 h 1418896"/>
                      <a:gd name="connsiteX13-561" fmla="*/ 1087434 w 3710151"/>
                      <a:gd name="connsiteY13-562" fmla="*/ 451945 h 1418896"/>
                      <a:gd name="connsiteX14-563" fmla="*/ 168164 w 3710151"/>
                      <a:gd name="connsiteY14-564" fmla="*/ 84081 h 1418896"/>
                      <a:gd name="connsiteX15-565" fmla="*/ 147144 w 3710151"/>
                      <a:gd name="connsiteY15-566" fmla="*/ 73572 h 1418896"/>
                      <a:gd name="connsiteX0-567" fmla="*/ 162012 w 3725019"/>
                      <a:gd name="connsiteY0-568" fmla="*/ 73572 h 1418896"/>
                      <a:gd name="connsiteX1-569" fmla="*/ 445792 w 3725019"/>
                      <a:gd name="connsiteY1-570" fmla="*/ 0 h 1418896"/>
                      <a:gd name="connsiteX2-571" fmla="*/ 1852896 w 3725019"/>
                      <a:gd name="connsiteY2-572" fmla="*/ 591655 h 1418896"/>
                      <a:gd name="connsiteX3-573" fmla="*/ 3357157 w 3725019"/>
                      <a:gd name="connsiteY3-574" fmla="*/ 0 h 1418896"/>
                      <a:gd name="connsiteX4-575" fmla="*/ 3577874 w 3725019"/>
                      <a:gd name="connsiteY4-576" fmla="*/ 73572 h 1418896"/>
                      <a:gd name="connsiteX5-577" fmla="*/ 2632585 w 3725019"/>
                      <a:gd name="connsiteY5-578" fmla="*/ 448868 h 1418896"/>
                      <a:gd name="connsiteX6-579" fmla="*/ 2625150 w 3725019"/>
                      <a:gd name="connsiteY6-580" fmla="*/ 902607 h 1418896"/>
                      <a:gd name="connsiteX7-581" fmla="*/ 3725019 w 3725019"/>
                      <a:gd name="connsiteY7-582" fmla="*/ 1345324 h 1418896"/>
                      <a:gd name="connsiteX8-583" fmla="*/ 3441240 w 3725019"/>
                      <a:gd name="connsiteY8-584" fmla="*/ 1408386 h 1418896"/>
                      <a:gd name="connsiteX9-585" fmla="*/ 1864688 w 3725019"/>
                      <a:gd name="connsiteY9-586" fmla="*/ 746234 h 1418896"/>
                      <a:gd name="connsiteX10-587" fmla="*/ 256605 w 3725019"/>
                      <a:gd name="connsiteY10-588" fmla="*/ 1418896 h 1418896"/>
                      <a:gd name="connsiteX11-589" fmla="*/ 0 w 3725019"/>
                      <a:gd name="connsiteY11-590" fmla="*/ 1331097 h 1418896"/>
                      <a:gd name="connsiteX12-591" fmla="*/ 1113454 w 3725019"/>
                      <a:gd name="connsiteY12-592" fmla="*/ 903890 h 1418896"/>
                      <a:gd name="connsiteX13-593" fmla="*/ 1102302 w 3725019"/>
                      <a:gd name="connsiteY13-594" fmla="*/ 451945 h 1418896"/>
                      <a:gd name="connsiteX14-595" fmla="*/ 183032 w 3725019"/>
                      <a:gd name="connsiteY14-596" fmla="*/ 84081 h 1418896"/>
                      <a:gd name="connsiteX15-597" fmla="*/ 162012 w 3725019"/>
                      <a:gd name="connsiteY15-598" fmla="*/ 73572 h 141889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  <a:cxn ang="0">
                        <a:pos x="connsiteX11-23" y="connsiteY11-24"/>
                      </a:cxn>
                      <a:cxn ang="0">
                        <a:pos x="connsiteX12-25" y="connsiteY12-26"/>
                      </a:cxn>
                      <a:cxn ang="0">
                        <a:pos x="connsiteX13-27" y="connsiteY13-28"/>
                      </a:cxn>
                      <a:cxn ang="0">
                        <a:pos x="connsiteX14-29" y="connsiteY14-30"/>
                      </a:cxn>
                      <a:cxn ang="0">
                        <a:pos x="connsiteX15-31" y="connsiteY15-32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pic>
            <p:nvPicPr>
              <p:cNvPr id="789" name="Picture 1115" descr="antenna_stylized"/>
              <p:cNvPicPr>
                <a:picLocks noChangeAspect="1" noChangeArrowheads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93518" y="3419140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90" name="Picture 1115" descr="antenna_stylized"/>
              <p:cNvPicPr>
                <a:picLocks noChangeAspect="1" noChangeArrowheads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03435" y="3325424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696" name="Group 695"/>
          <p:cNvGrpSpPr/>
          <p:nvPr/>
        </p:nvGrpSpPr>
        <p:grpSpPr>
          <a:xfrm>
            <a:off x="7975881" y="4741266"/>
            <a:ext cx="2318709" cy="1245936"/>
            <a:chOff x="7948367" y="4775686"/>
            <a:chExt cx="2318709" cy="1245936"/>
          </a:xfrm>
        </p:grpSpPr>
        <p:sp>
          <p:nvSpPr>
            <p:cNvPr id="712" name="Line 428"/>
            <p:cNvSpPr>
              <a:spLocks noChangeShapeType="1"/>
            </p:cNvSpPr>
            <p:nvPr/>
          </p:nvSpPr>
          <p:spPr bwMode="auto">
            <a:xfrm rot="16200000" flipV="1">
              <a:off x="9789609" y="5251739"/>
              <a:ext cx="388062" cy="75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13" name="Line 435"/>
            <p:cNvSpPr>
              <a:spLocks noChangeShapeType="1"/>
            </p:cNvSpPr>
            <p:nvPr/>
          </p:nvSpPr>
          <p:spPr bwMode="auto">
            <a:xfrm>
              <a:off x="8210207" y="5117334"/>
              <a:ext cx="226800" cy="1270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14" name="Line 440"/>
            <p:cNvSpPr>
              <a:spLocks noChangeShapeType="1"/>
            </p:cNvSpPr>
            <p:nvPr/>
          </p:nvSpPr>
          <p:spPr bwMode="auto">
            <a:xfrm flipV="1">
              <a:off x="8459425" y="5036562"/>
              <a:ext cx="404236" cy="20777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715" name="Group 714"/>
            <p:cNvGrpSpPr/>
            <p:nvPr/>
          </p:nvGrpSpPr>
          <p:grpSpPr>
            <a:xfrm>
              <a:off x="7948367" y="4775686"/>
              <a:ext cx="2318709" cy="1245936"/>
              <a:chOff x="7948367" y="4775686"/>
              <a:chExt cx="2318709" cy="1245936"/>
            </a:xfrm>
          </p:grpSpPr>
          <p:sp>
            <p:nvSpPr>
              <p:cNvPr id="716" name="Line 430"/>
              <p:cNvSpPr>
                <a:spLocks noChangeShapeType="1"/>
              </p:cNvSpPr>
              <p:nvPr/>
            </p:nvSpPr>
            <p:spPr bwMode="auto">
              <a:xfrm rot="16200000">
                <a:off x="10209926" y="5405286"/>
                <a:ext cx="0" cy="11430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17" name="Line 431"/>
              <p:cNvSpPr>
                <a:spLocks noChangeShapeType="1"/>
              </p:cNvSpPr>
              <p:nvPr/>
            </p:nvSpPr>
            <p:spPr bwMode="auto">
              <a:xfrm>
                <a:off x="9432959" y="4838517"/>
                <a:ext cx="524483" cy="261537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18" name="Line 432"/>
              <p:cNvSpPr>
                <a:spLocks noChangeShapeType="1"/>
              </p:cNvSpPr>
              <p:nvPr/>
            </p:nvSpPr>
            <p:spPr bwMode="auto">
              <a:xfrm flipV="1">
                <a:off x="8850066" y="4838517"/>
                <a:ext cx="569255" cy="24626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19" name="Line 433"/>
              <p:cNvSpPr>
                <a:spLocks noChangeShapeType="1"/>
              </p:cNvSpPr>
              <p:nvPr/>
            </p:nvSpPr>
            <p:spPr bwMode="auto">
              <a:xfrm flipV="1">
                <a:off x="8821744" y="5108876"/>
                <a:ext cx="103050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20" name="Line 436"/>
              <p:cNvSpPr>
                <a:spLocks noChangeShapeType="1"/>
              </p:cNvSpPr>
              <p:nvPr/>
            </p:nvSpPr>
            <p:spPr bwMode="auto">
              <a:xfrm flipV="1">
                <a:off x="7948367" y="5290470"/>
                <a:ext cx="412750" cy="1270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21" name="Line 439"/>
              <p:cNvSpPr>
                <a:spLocks noChangeShapeType="1"/>
              </p:cNvSpPr>
              <p:nvPr/>
            </p:nvSpPr>
            <p:spPr bwMode="auto">
              <a:xfrm flipH="1">
                <a:off x="8373817" y="5282252"/>
                <a:ext cx="68080" cy="29396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22" name="Line 440"/>
              <p:cNvSpPr>
                <a:spLocks noChangeShapeType="1"/>
              </p:cNvSpPr>
              <p:nvPr/>
            </p:nvSpPr>
            <p:spPr bwMode="auto">
              <a:xfrm flipH="1" flipV="1">
                <a:off x="8488731" y="5307931"/>
                <a:ext cx="280374" cy="2698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23" name="Line 441"/>
              <p:cNvSpPr>
                <a:spLocks noChangeShapeType="1"/>
              </p:cNvSpPr>
              <p:nvPr/>
            </p:nvSpPr>
            <p:spPr bwMode="auto">
              <a:xfrm>
                <a:off x="8488731" y="5258048"/>
                <a:ext cx="914184" cy="46862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24" name="Line 428"/>
              <p:cNvSpPr>
                <a:spLocks noChangeShapeType="1"/>
              </p:cNvSpPr>
              <p:nvPr/>
            </p:nvSpPr>
            <p:spPr bwMode="auto">
              <a:xfrm rot="16200000" flipV="1">
                <a:off x="9885545" y="5583471"/>
                <a:ext cx="366793" cy="1482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725" name="Picture 781" descr="antenna_radiation_stylized"/>
              <p:cNvPicPr>
                <a:picLocks noChangeAspect="1" noChangeArrowheads="1"/>
              </p:cNvPicPr>
              <p:nvPr/>
            </p:nvPicPr>
            <p:blipFill>
              <a:blip r:embed="rId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242073" y="5480938"/>
                <a:ext cx="452014" cy="9515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26" name="Picture 780" descr="access_point_stylized_small"/>
              <p:cNvPicPr>
                <a:picLocks noChangeAspect="1" noChangeArrowheads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290610" y="5524232"/>
                <a:ext cx="380935" cy="3174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727" name="Group 726"/>
              <p:cNvGrpSpPr/>
              <p:nvPr/>
            </p:nvGrpSpPr>
            <p:grpSpPr>
              <a:xfrm>
                <a:off x="9783558" y="4989983"/>
                <a:ext cx="393760" cy="218578"/>
                <a:chOff x="7493876" y="2774731"/>
                <a:chExt cx="1481958" cy="894622"/>
              </a:xfrm>
            </p:grpSpPr>
            <p:sp>
              <p:nvSpPr>
                <p:cNvPr id="762" name="Freeform 761"/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-1" fmla="*/ 8187558 w 8187558"/>
                    <a:gd name="connsiteY0-2" fmla="*/ 0 h 2617076"/>
                    <a:gd name="connsiteX1-3" fmla="*/ 8187558 w 8187558"/>
                    <a:gd name="connsiteY1-4" fmla="*/ 1271752 h 2617076"/>
                    <a:gd name="connsiteX2-5" fmla="*/ 4025462 w 8187558"/>
                    <a:gd name="connsiteY2-6" fmla="*/ 2617076 h 2617076"/>
                    <a:gd name="connsiteX3-7" fmla="*/ 0 w 8187558"/>
                    <a:gd name="connsiteY3-8" fmla="*/ 1229711 h 2617076"/>
                    <a:gd name="connsiteX4-9" fmla="*/ 31531 w 8187558"/>
                    <a:gd name="connsiteY4-10" fmla="*/ 147145 h 2617076"/>
                    <a:gd name="connsiteX5-11" fmla="*/ 4046482 w 8187558"/>
                    <a:gd name="connsiteY5-12" fmla="*/ 1576552 h 2617076"/>
                    <a:gd name="connsiteX6-13" fmla="*/ 8187558 w 8187558"/>
                    <a:gd name="connsiteY6-14" fmla="*/ 0 h 2617076"/>
                    <a:gd name="connsiteX0-15" fmla="*/ 8187558 w 8187558"/>
                    <a:gd name="connsiteY0-16" fmla="*/ 0 h 2617076"/>
                    <a:gd name="connsiteX1-17" fmla="*/ 8187558 w 8187558"/>
                    <a:gd name="connsiteY1-18" fmla="*/ 1271752 h 2617076"/>
                    <a:gd name="connsiteX2-19" fmla="*/ 4025462 w 8187558"/>
                    <a:gd name="connsiteY2-20" fmla="*/ 2617076 h 2617076"/>
                    <a:gd name="connsiteX3-21" fmla="*/ 0 w 8187558"/>
                    <a:gd name="connsiteY3-22" fmla="*/ 1229711 h 2617076"/>
                    <a:gd name="connsiteX4-23" fmla="*/ 31531 w 8187558"/>
                    <a:gd name="connsiteY4-24" fmla="*/ 147145 h 2617076"/>
                    <a:gd name="connsiteX5-25" fmla="*/ 4046482 w 8187558"/>
                    <a:gd name="connsiteY5-26" fmla="*/ 1576552 h 2617076"/>
                    <a:gd name="connsiteX6-27" fmla="*/ 8187558 w 8187558"/>
                    <a:gd name="connsiteY6-28" fmla="*/ 0 h 2617076"/>
                    <a:gd name="connsiteX0-29" fmla="*/ 8187558 w 8187558"/>
                    <a:gd name="connsiteY0-30" fmla="*/ 0 h 2617076"/>
                    <a:gd name="connsiteX1-31" fmla="*/ 8187558 w 8187558"/>
                    <a:gd name="connsiteY1-32" fmla="*/ 1271752 h 2617076"/>
                    <a:gd name="connsiteX2-33" fmla="*/ 4025462 w 8187558"/>
                    <a:gd name="connsiteY2-34" fmla="*/ 2617076 h 2617076"/>
                    <a:gd name="connsiteX3-35" fmla="*/ 0 w 8187558"/>
                    <a:gd name="connsiteY3-36" fmla="*/ 1229711 h 2617076"/>
                    <a:gd name="connsiteX4-37" fmla="*/ 31531 w 8187558"/>
                    <a:gd name="connsiteY4-38" fmla="*/ 147145 h 2617076"/>
                    <a:gd name="connsiteX5-39" fmla="*/ 4046482 w 8187558"/>
                    <a:gd name="connsiteY5-40" fmla="*/ 1576552 h 2617076"/>
                    <a:gd name="connsiteX6-41" fmla="*/ 8187558 w 8187558"/>
                    <a:gd name="connsiteY6-42" fmla="*/ 0 h 2617076"/>
                    <a:gd name="connsiteX0-43" fmla="*/ 8187558 w 8187558"/>
                    <a:gd name="connsiteY0-44" fmla="*/ 0 h 2617076"/>
                    <a:gd name="connsiteX1-45" fmla="*/ 8187558 w 8187558"/>
                    <a:gd name="connsiteY1-46" fmla="*/ 1271752 h 2617076"/>
                    <a:gd name="connsiteX2-47" fmla="*/ 4025462 w 8187558"/>
                    <a:gd name="connsiteY2-48" fmla="*/ 2617076 h 2617076"/>
                    <a:gd name="connsiteX3-49" fmla="*/ 0 w 8187558"/>
                    <a:gd name="connsiteY3-50" fmla="*/ 1229711 h 2617076"/>
                    <a:gd name="connsiteX4-51" fmla="*/ 31531 w 8187558"/>
                    <a:gd name="connsiteY4-52" fmla="*/ 147145 h 2617076"/>
                    <a:gd name="connsiteX5-53" fmla="*/ 4046482 w 8187558"/>
                    <a:gd name="connsiteY5-54" fmla="*/ 1576552 h 2617076"/>
                    <a:gd name="connsiteX6-55" fmla="*/ 8187558 w 8187558"/>
                    <a:gd name="connsiteY6-56" fmla="*/ 0 h 2617076"/>
                    <a:gd name="connsiteX0-57" fmla="*/ 8187558 w 8187558"/>
                    <a:gd name="connsiteY0-58" fmla="*/ 0 h 2617076"/>
                    <a:gd name="connsiteX1-59" fmla="*/ 8187558 w 8187558"/>
                    <a:gd name="connsiteY1-60" fmla="*/ 1271752 h 2617076"/>
                    <a:gd name="connsiteX2-61" fmla="*/ 4025462 w 8187558"/>
                    <a:gd name="connsiteY2-62" fmla="*/ 2617076 h 2617076"/>
                    <a:gd name="connsiteX3-63" fmla="*/ 0 w 8187558"/>
                    <a:gd name="connsiteY3-64" fmla="*/ 1229711 h 2617076"/>
                    <a:gd name="connsiteX4-65" fmla="*/ 31531 w 8187558"/>
                    <a:gd name="connsiteY4-66" fmla="*/ 147145 h 2617076"/>
                    <a:gd name="connsiteX5-67" fmla="*/ 4046482 w 8187558"/>
                    <a:gd name="connsiteY5-68" fmla="*/ 1576552 h 2617076"/>
                    <a:gd name="connsiteX6-69" fmla="*/ 8187558 w 8187558"/>
                    <a:gd name="connsiteY6-70" fmla="*/ 0 h 2617076"/>
                    <a:gd name="connsiteX0-71" fmla="*/ 8187558 w 8187558"/>
                    <a:gd name="connsiteY0-72" fmla="*/ 0 h 2617076"/>
                    <a:gd name="connsiteX1-73" fmla="*/ 8187558 w 8187558"/>
                    <a:gd name="connsiteY1-74" fmla="*/ 1271752 h 2617076"/>
                    <a:gd name="connsiteX2-75" fmla="*/ 4025462 w 8187558"/>
                    <a:gd name="connsiteY2-76" fmla="*/ 2617076 h 2617076"/>
                    <a:gd name="connsiteX3-77" fmla="*/ 0 w 8187558"/>
                    <a:gd name="connsiteY3-78" fmla="*/ 1229711 h 2617076"/>
                    <a:gd name="connsiteX4-79" fmla="*/ 31531 w 8187558"/>
                    <a:gd name="connsiteY4-80" fmla="*/ 147145 h 2617076"/>
                    <a:gd name="connsiteX5-81" fmla="*/ 4046482 w 8187558"/>
                    <a:gd name="connsiteY5-82" fmla="*/ 1576552 h 2617076"/>
                    <a:gd name="connsiteX6-83" fmla="*/ 8187558 w 8187558"/>
                    <a:gd name="connsiteY6-84" fmla="*/ 0 h 2617076"/>
                    <a:gd name="connsiteX0-85" fmla="*/ 8187558 w 8187558"/>
                    <a:gd name="connsiteY0-86" fmla="*/ 0 h 2638097"/>
                    <a:gd name="connsiteX1-87" fmla="*/ 8187558 w 8187558"/>
                    <a:gd name="connsiteY1-88" fmla="*/ 1271752 h 2638097"/>
                    <a:gd name="connsiteX2-89" fmla="*/ 4099035 w 8187558"/>
                    <a:gd name="connsiteY2-90" fmla="*/ 2638097 h 2638097"/>
                    <a:gd name="connsiteX3-91" fmla="*/ 0 w 8187558"/>
                    <a:gd name="connsiteY3-92" fmla="*/ 1229711 h 2638097"/>
                    <a:gd name="connsiteX4-93" fmla="*/ 31531 w 8187558"/>
                    <a:gd name="connsiteY4-94" fmla="*/ 147145 h 2638097"/>
                    <a:gd name="connsiteX5-95" fmla="*/ 4046482 w 8187558"/>
                    <a:gd name="connsiteY5-96" fmla="*/ 1576552 h 2638097"/>
                    <a:gd name="connsiteX6-97" fmla="*/ 8187558 w 8187558"/>
                    <a:gd name="connsiteY6-98" fmla="*/ 0 h 2638097"/>
                    <a:gd name="connsiteX0-99" fmla="*/ 8187558 w 8187558"/>
                    <a:gd name="connsiteY0-100" fmla="*/ 0 h 2638097"/>
                    <a:gd name="connsiteX1-101" fmla="*/ 8187558 w 8187558"/>
                    <a:gd name="connsiteY1-102" fmla="*/ 1271752 h 2638097"/>
                    <a:gd name="connsiteX2-103" fmla="*/ 4099035 w 8187558"/>
                    <a:gd name="connsiteY2-104" fmla="*/ 2638097 h 2638097"/>
                    <a:gd name="connsiteX3-105" fmla="*/ 0 w 8187558"/>
                    <a:gd name="connsiteY3-106" fmla="*/ 1229711 h 2638097"/>
                    <a:gd name="connsiteX4-107" fmla="*/ 31531 w 8187558"/>
                    <a:gd name="connsiteY4-108" fmla="*/ 147145 h 2638097"/>
                    <a:gd name="connsiteX5-109" fmla="*/ 4046482 w 8187558"/>
                    <a:gd name="connsiteY5-110" fmla="*/ 1576552 h 2638097"/>
                    <a:gd name="connsiteX6-111" fmla="*/ 8187558 w 8187558"/>
                    <a:gd name="connsiteY6-112" fmla="*/ 0 h 2638097"/>
                    <a:gd name="connsiteX0-113" fmla="*/ 8187558 w 8187558"/>
                    <a:gd name="connsiteY0-114" fmla="*/ 0 h 2638097"/>
                    <a:gd name="connsiteX1-115" fmla="*/ 8187558 w 8187558"/>
                    <a:gd name="connsiteY1-116" fmla="*/ 1271752 h 2638097"/>
                    <a:gd name="connsiteX2-117" fmla="*/ 4099035 w 8187558"/>
                    <a:gd name="connsiteY2-118" fmla="*/ 2638097 h 2638097"/>
                    <a:gd name="connsiteX3-119" fmla="*/ 0 w 8187558"/>
                    <a:gd name="connsiteY3-120" fmla="*/ 1229711 h 2638097"/>
                    <a:gd name="connsiteX4-121" fmla="*/ 31531 w 8187558"/>
                    <a:gd name="connsiteY4-122" fmla="*/ 147145 h 2638097"/>
                    <a:gd name="connsiteX5-123" fmla="*/ 4046482 w 8187558"/>
                    <a:gd name="connsiteY5-124" fmla="*/ 1576552 h 2638097"/>
                    <a:gd name="connsiteX6-125" fmla="*/ 8187558 w 8187558"/>
                    <a:gd name="connsiteY6-126" fmla="*/ 0 h 2638097"/>
                    <a:gd name="connsiteX0-127" fmla="*/ 8187558 w 8187558"/>
                    <a:gd name="connsiteY0-128" fmla="*/ 0 h 2638097"/>
                    <a:gd name="connsiteX1-129" fmla="*/ 8187558 w 8187558"/>
                    <a:gd name="connsiteY1-130" fmla="*/ 1271752 h 2638097"/>
                    <a:gd name="connsiteX2-131" fmla="*/ 4099035 w 8187558"/>
                    <a:gd name="connsiteY2-132" fmla="*/ 2638097 h 2638097"/>
                    <a:gd name="connsiteX3-133" fmla="*/ 0 w 8187558"/>
                    <a:gd name="connsiteY3-134" fmla="*/ 1229711 h 2638097"/>
                    <a:gd name="connsiteX4-135" fmla="*/ 31531 w 8187558"/>
                    <a:gd name="connsiteY4-136" fmla="*/ 147145 h 2638097"/>
                    <a:gd name="connsiteX5-137" fmla="*/ 4046482 w 8187558"/>
                    <a:gd name="connsiteY5-138" fmla="*/ 1576552 h 2638097"/>
                    <a:gd name="connsiteX6-139" fmla="*/ 8187558 w 8187558"/>
                    <a:gd name="connsiteY6-140" fmla="*/ 0 h 2638097"/>
                    <a:gd name="connsiteX0-141" fmla="*/ 8187558 w 8187558"/>
                    <a:gd name="connsiteY0-142" fmla="*/ 0 h 2638097"/>
                    <a:gd name="connsiteX1-143" fmla="*/ 8187558 w 8187558"/>
                    <a:gd name="connsiteY1-144" fmla="*/ 1271752 h 2638097"/>
                    <a:gd name="connsiteX2-145" fmla="*/ 4099035 w 8187558"/>
                    <a:gd name="connsiteY2-146" fmla="*/ 2638097 h 2638097"/>
                    <a:gd name="connsiteX3-147" fmla="*/ 0 w 8187558"/>
                    <a:gd name="connsiteY3-148" fmla="*/ 1229711 h 2638097"/>
                    <a:gd name="connsiteX4-149" fmla="*/ 31531 w 8187558"/>
                    <a:gd name="connsiteY4-150" fmla="*/ 147145 h 2638097"/>
                    <a:gd name="connsiteX5-151" fmla="*/ 4088524 w 8187558"/>
                    <a:gd name="connsiteY5-152" fmla="*/ 1597573 h 2638097"/>
                    <a:gd name="connsiteX6-153" fmla="*/ 8187558 w 8187558"/>
                    <a:gd name="connsiteY6-154" fmla="*/ 0 h 2638097"/>
                    <a:gd name="connsiteX0-155" fmla="*/ 8187558 w 8187558"/>
                    <a:gd name="connsiteY0-156" fmla="*/ 0 h 2638097"/>
                    <a:gd name="connsiteX1-157" fmla="*/ 8187558 w 8187558"/>
                    <a:gd name="connsiteY1-158" fmla="*/ 1271752 h 2638097"/>
                    <a:gd name="connsiteX2-159" fmla="*/ 4099035 w 8187558"/>
                    <a:gd name="connsiteY2-160" fmla="*/ 2638097 h 2638097"/>
                    <a:gd name="connsiteX3-161" fmla="*/ 0 w 8187558"/>
                    <a:gd name="connsiteY3-162" fmla="*/ 1229711 h 2638097"/>
                    <a:gd name="connsiteX4-163" fmla="*/ 31531 w 8187558"/>
                    <a:gd name="connsiteY4-164" fmla="*/ 147145 h 2638097"/>
                    <a:gd name="connsiteX5-165" fmla="*/ 4088524 w 8187558"/>
                    <a:gd name="connsiteY5-166" fmla="*/ 1597573 h 2638097"/>
                    <a:gd name="connsiteX6-167" fmla="*/ 8187558 w 8187558"/>
                    <a:gd name="connsiteY6-168" fmla="*/ 0 h 2638097"/>
                    <a:gd name="connsiteX0-169" fmla="*/ 8187558 w 8187558"/>
                    <a:gd name="connsiteY0-170" fmla="*/ 0 h 2638097"/>
                    <a:gd name="connsiteX1-171" fmla="*/ 8187558 w 8187558"/>
                    <a:gd name="connsiteY1-172" fmla="*/ 1271752 h 2638097"/>
                    <a:gd name="connsiteX2-173" fmla="*/ 4099035 w 8187558"/>
                    <a:gd name="connsiteY2-174" fmla="*/ 2638097 h 2638097"/>
                    <a:gd name="connsiteX3-175" fmla="*/ 0 w 8187558"/>
                    <a:gd name="connsiteY3-176" fmla="*/ 1229711 h 2638097"/>
                    <a:gd name="connsiteX4-177" fmla="*/ 31531 w 8187558"/>
                    <a:gd name="connsiteY4-178" fmla="*/ 147145 h 2638097"/>
                    <a:gd name="connsiteX5-179" fmla="*/ 4099035 w 8187558"/>
                    <a:gd name="connsiteY5-180" fmla="*/ 1566042 h 2638097"/>
                    <a:gd name="connsiteX6-181" fmla="*/ 8187558 w 8187558"/>
                    <a:gd name="connsiteY6-182" fmla="*/ 0 h 2638097"/>
                    <a:gd name="connsiteX0-183" fmla="*/ 8187558 w 8187558"/>
                    <a:gd name="connsiteY0-184" fmla="*/ 0 h 2638097"/>
                    <a:gd name="connsiteX1-185" fmla="*/ 8187558 w 8187558"/>
                    <a:gd name="connsiteY1-186" fmla="*/ 1271752 h 2638097"/>
                    <a:gd name="connsiteX2-187" fmla="*/ 4099035 w 8187558"/>
                    <a:gd name="connsiteY2-188" fmla="*/ 2638097 h 2638097"/>
                    <a:gd name="connsiteX3-189" fmla="*/ 0 w 8187558"/>
                    <a:gd name="connsiteY3-190" fmla="*/ 1229711 h 2638097"/>
                    <a:gd name="connsiteX4-191" fmla="*/ 31531 w 8187558"/>
                    <a:gd name="connsiteY4-192" fmla="*/ 147145 h 2638097"/>
                    <a:gd name="connsiteX5-193" fmla="*/ 4099035 w 8187558"/>
                    <a:gd name="connsiteY5-194" fmla="*/ 1566042 h 2638097"/>
                    <a:gd name="connsiteX6-195" fmla="*/ 8187558 w 8187558"/>
                    <a:gd name="connsiteY6-196" fmla="*/ 0 h 2638097"/>
                    <a:gd name="connsiteX0-197" fmla="*/ 8187558 w 8187558"/>
                    <a:gd name="connsiteY0-198" fmla="*/ 0 h 2638097"/>
                    <a:gd name="connsiteX1-199" fmla="*/ 8187558 w 8187558"/>
                    <a:gd name="connsiteY1-200" fmla="*/ 1271752 h 2638097"/>
                    <a:gd name="connsiteX2-201" fmla="*/ 4099035 w 8187558"/>
                    <a:gd name="connsiteY2-202" fmla="*/ 2638097 h 2638097"/>
                    <a:gd name="connsiteX3-203" fmla="*/ 0 w 8187558"/>
                    <a:gd name="connsiteY3-204" fmla="*/ 1229711 h 2638097"/>
                    <a:gd name="connsiteX4-205" fmla="*/ 31531 w 8187558"/>
                    <a:gd name="connsiteY4-206" fmla="*/ 147145 h 2638097"/>
                    <a:gd name="connsiteX5-207" fmla="*/ 4099035 w 8187558"/>
                    <a:gd name="connsiteY5-208" fmla="*/ 1566042 h 2638097"/>
                    <a:gd name="connsiteX6-209" fmla="*/ 8187558 w 8187558"/>
                    <a:gd name="connsiteY6-210" fmla="*/ 0 h 2638097"/>
                    <a:gd name="connsiteX0-211" fmla="*/ 8187558 w 8187558"/>
                    <a:gd name="connsiteY0-212" fmla="*/ 0 h 2638097"/>
                    <a:gd name="connsiteX1-213" fmla="*/ 8187558 w 8187558"/>
                    <a:gd name="connsiteY1-214" fmla="*/ 1271752 h 2638097"/>
                    <a:gd name="connsiteX2-215" fmla="*/ 4099035 w 8187558"/>
                    <a:gd name="connsiteY2-216" fmla="*/ 2638097 h 2638097"/>
                    <a:gd name="connsiteX3-217" fmla="*/ 0 w 8187558"/>
                    <a:gd name="connsiteY3-218" fmla="*/ 1229711 h 2638097"/>
                    <a:gd name="connsiteX4-219" fmla="*/ 31531 w 8187558"/>
                    <a:gd name="connsiteY4-220" fmla="*/ 147145 h 2638097"/>
                    <a:gd name="connsiteX5-221" fmla="*/ 4099035 w 8187558"/>
                    <a:gd name="connsiteY5-222" fmla="*/ 1566042 h 2638097"/>
                    <a:gd name="connsiteX6-223" fmla="*/ 8187558 w 8187558"/>
                    <a:gd name="connsiteY6-224" fmla="*/ 0 h 2638097"/>
                    <a:gd name="connsiteX0-225" fmla="*/ 8187558 w 8187558"/>
                    <a:gd name="connsiteY0-226" fmla="*/ 0 h 2638097"/>
                    <a:gd name="connsiteX1-227" fmla="*/ 8187558 w 8187558"/>
                    <a:gd name="connsiteY1-228" fmla="*/ 1271752 h 2638097"/>
                    <a:gd name="connsiteX2-229" fmla="*/ 4099035 w 8187558"/>
                    <a:gd name="connsiteY2-230" fmla="*/ 2638097 h 2638097"/>
                    <a:gd name="connsiteX3-231" fmla="*/ 0 w 8187558"/>
                    <a:gd name="connsiteY3-232" fmla="*/ 1229711 h 2638097"/>
                    <a:gd name="connsiteX4-233" fmla="*/ 31531 w 8187558"/>
                    <a:gd name="connsiteY4-234" fmla="*/ 147145 h 2638097"/>
                    <a:gd name="connsiteX5-235" fmla="*/ 4099035 w 8187558"/>
                    <a:gd name="connsiteY5-236" fmla="*/ 1566042 h 2638097"/>
                    <a:gd name="connsiteX6-237" fmla="*/ 8187558 w 8187558"/>
                    <a:gd name="connsiteY6-238" fmla="*/ 0 h 2638097"/>
                    <a:gd name="connsiteX0-239" fmla="*/ 8187558 w 8187558"/>
                    <a:gd name="connsiteY0-240" fmla="*/ 0 h 2638097"/>
                    <a:gd name="connsiteX1-241" fmla="*/ 8187558 w 8187558"/>
                    <a:gd name="connsiteY1-242" fmla="*/ 1271752 h 2638097"/>
                    <a:gd name="connsiteX2-243" fmla="*/ 4099035 w 8187558"/>
                    <a:gd name="connsiteY2-244" fmla="*/ 2638097 h 2638097"/>
                    <a:gd name="connsiteX3-245" fmla="*/ 0 w 8187558"/>
                    <a:gd name="connsiteY3-246" fmla="*/ 1229711 h 2638097"/>
                    <a:gd name="connsiteX4-247" fmla="*/ 31531 w 8187558"/>
                    <a:gd name="connsiteY4-248" fmla="*/ 147145 h 2638097"/>
                    <a:gd name="connsiteX5-249" fmla="*/ 4099035 w 8187558"/>
                    <a:gd name="connsiteY5-250" fmla="*/ 1566042 h 2638097"/>
                    <a:gd name="connsiteX6-251" fmla="*/ 8187558 w 8187558"/>
                    <a:gd name="connsiteY6-252" fmla="*/ 0 h 2638097"/>
                    <a:gd name="connsiteX0-253" fmla="*/ 8187558 w 8187558"/>
                    <a:gd name="connsiteY0-254" fmla="*/ 0 h 2638097"/>
                    <a:gd name="connsiteX1-255" fmla="*/ 8187558 w 8187558"/>
                    <a:gd name="connsiteY1-256" fmla="*/ 1271752 h 2638097"/>
                    <a:gd name="connsiteX2-257" fmla="*/ 4099035 w 8187558"/>
                    <a:gd name="connsiteY2-258" fmla="*/ 2638097 h 2638097"/>
                    <a:gd name="connsiteX3-259" fmla="*/ 0 w 8187558"/>
                    <a:gd name="connsiteY3-260" fmla="*/ 1229711 h 2638097"/>
                    <a:gd name="connsiteX4-261" fmla="*/ 31531 w 8187558"/>
                    <a:gd name="connsiteY4-262" fmla="*/ 147145 h 2638097"/>
                    <a:gd name="connsiteX5-263" fmla="*/ 4099035 w 8187558"/>
                    <a:gd name="connsiteY5-264" fmla="*/ 1566042 h 2638097"/>
                    <a:gd name="connsiteX6-265" fmla="*/ 8187558 w 8187558"/>
                    <a:gd name="connsiteY6-266" fmla="*/ 0 h 2638097"/>
                    <a:gd name="connsiteX0-267" fmla="*/ 8187558 w 8187558"/>
                    <a:gd name="connsiteY0-268" fmla="*/ 0 h 2638097"/>
                    <a:gd name="connsiteX1-269" fmla="*/ 8187558 w 8187558"/>
                    <a:gd name="connsiteY1-270" fmla="*/ 1271752 h 2638097"/>
                    <a:gd name="connsiteX2-271" fmla="*/ 4099035 w 8187558"/>
                    <a:gd name="connsiteY2-272" fmla="*/ 2638097 h 2638097"/>
                    <a:gd name="connsiteX3-273" fmla="*/ 0 w 8187558"/>
                    <a:gd name="connsiteY3-274" fmla="*/ 1229711 h 2638097"/>
                    <a:gd name="connsiteX4-275" fmla="*/ 31531 w 8187558"/>
                    <a:gd name="connsiteY4-276" fmla="*/ 147145 h 2638097"/>
                    <a:gd name="connsiteX5-277" fmla="*/ 4099035 w 8187558"/>
                    <a:gd name="connsiteY5-278" fmla="*/ 1566042 h 2638097"/>
                    <a:gd name="connsiteX6-279" fmla="*/ 8187558 w 8187558"/>
                    <a:gd name="connsiteY6-280" fmla="*/ 0 h 2638097"/>
                    <a:gd name="connsiteX0-281" fmla="*/ 8187558 w 8187558"/>
                    <a:gd name="connsiteY0-282" fmla="*/ 0 h 2638097"/>
                    <a:gd name="connsiteX1-283" fmla="*/ 8187558 w 8187558"/>
                    <a:gd name="connsiteY1-284" fmla="*/ 1271752 h 2638097"/>
                    <a:gd name="connsiteX2-285" fmla="*/ 4099035 w 8187558"/>
                    <a:gd name="connsiteY2-286" fmla="*/ 2638097 h 2638097"/>
                    <a:gd name="connsiteX3-287" fmla="*/ 0 w 8187558"/>
                    <a:gd name="connsiteY3-288" fmla="*/ 1229711 h 2638097"/>
                    <a:gd name="connsiteX4-289" fmla="*/ 31531 w 8187558"/>
                    <a:gd name="connsiteY4-290" fmla="*/ 147145 h 2638097"/>
                    <a:gd name="connsiteX5-291" fmla="*/ 4099035 w 8187558"/>
                    <a:gd name="connsiteY5-292" fmla="*/ 1566042 h 2638097"/>
                    <a:gd name="connsiteX6-293" fmla="*/ 8187558 w 8187558"/>
                    <a:gd name="connsiteY6-294" fmla="*/ 0 h 2638097"/>
                    <a:gd name="connsiteX0-295" fmla="*/ 8176538 w 8176538"/>
                    <a:gd name="connsiteY0-296" fmla="*/ 0 h 2638097"/>
                    <a:gd name="connsiteX1-297" fmla="*/ 8176538 w 8176538"/>
                    <a:gd name="connsiteY1-298" fmla="*/ 1271752 h 2638097"/>
                    <a:gd name="connsiteX2-299" fmla="*/ 4088015 w 8176538"/>
                    <a:gd name="connsiteY2-300" fmla="*/ 2638097 h 2638097"/>
                    <a:gd name="connsiteX3-301" fmla="*/ 0 w 8176538"/>
                    <a:gd name="connsiteY3-302" fmla="*/ 1269888 h 2638097"/>
                    <a:gd name="connsiteX4-303" fmla="*/ 20511 w 8176538"/>
                    <a:gd name="connsiteY4-304" fmla="*/ 147145 h 2638097"/>
                    <a:gd name="connsiteX5-305" fmla="*/ 4088015 w 8176538"/>
                    <a:gd name="connsiteY5-306" fmla="*/ 1566042 h 2638097"/>
                    <a:gd name="connsiteX6-307" fmla="*/ 8176538 w 8176538"/>
                    <a:gd name="connsiteY6-308" fmla="*/ 0 h 2638097"/>
                    <a:gd name="connsiteX0-309" fmla="*/ 8176538 w 8176538"/>
                    <a:gd name="connsiteY0-310" fmla="*/ 0 h 2772020"/>
                    <a:gd name="connsiteX1-311" fmla="*/ 8176538 w 8176538"/>
                    <a:gd name="connsiteY1-312" fmla="*/ 1271752 h 2772020"/>
                    <a:gd name="connsiteX2-313" fmla="*/ 4099034 w 8176538"/>
                    <a:gd name="connsiteY2-314" fmla="*/ 2772020 h 2772020"/>
                    <a:gd name="connsiteX3-315" fmla="*/ 0 w 8176538"/>
                    <a:gd name="connsiteY3-316" fmla="*/ 1269888 h 2772020"/>
                    <a:gd name="connsiteX4-317" fmla="*/ 20511 w 8176538"/>
                    <a:gd name="connsiteY4-318" fmla="*/ 147145 h 2772020"/>
                    <a:gd name="connsiteX5-319" fmla="*/ 4088015 w 8176538"/>
                    <a:gd name="connsiteY5-320" fmla="*/ 1566042 h 2772020"/>
                    <a:gd name="connsiteX6-321" fmla="*/ 8176538 w 8176538"/>
                    <a:gd name="connsiteY6-322" fmla="*/ 0 h 2772020"/>
                    <a:gd name="connsiteX0-323" fmla="*/ 8176538 w 8176538"/>
                    <a:gd name="connsiteY0-324" fmla="*/ 0 h 2772339"/>
                    <a:gd name="connsiteX1-325" fmla="*/ 8176538 w 8176538"/>
                    <a:gd name="connsiteY1-326" fmla="*/ 1378890 h 2772339"/>
                    <a:gd name="connsiteX2-327" fmla="*/ 4099034 w 8176538"/>
                    <a:gd name="connsiteY2-328" fmla="*/ 2772020 h 2772339"/>
                    <a:gd name="connsiteX3-329" fmla="*/ 0 w 8176538"/>
                    <a:gd name="connsiteY3-330" fmla="*/ 1269888 h 2772339"/>
                    <a:gd name="connsiteX4-331" fmla="*/ 20511 w 8176538"/>
                    <a:gd name="connsiteY4-332" fmla="*/ 147145 h 2772339"/>
                    <a:gd name="connsiteX5-333" fmla="*/ 4088015 w 8176538"/>
                    <a:gd name="connsiteY5-334" fmla="*/ 1566042 h 2772339"/>
                    <a:gd name="connsiteX6-335" fmla="*/ 8176538 w 8176538"/>
                    <a:gd name="connsiteY6-336" fmla="*/ 0 h 2772339"/>
                    <a:gd name="connsiteX0-337" fmla="*/ 8176538 w 8176538"/>
                    <a:gd name="connsiteY0-338" fmla="*/ 0 h 2825888"/>
                    <a:gd name="connsiteX1-339" fmla="*/ 8176538 w 8176538"/>
                    <a:gd name="connsiteY1-340" fmla="*/ 1378890 h 2825888"/>
                    <a:gd name="connsiteX2-341" fmla="*/ 4099034 w 8176538"/>
                    <a:gd name="connsiteY2-342" fmla="*/ 2825590 h 2825888"/>
                    <a:gd name="connsiteX3-343" fmla="*/ 0 w 8176538"/>
                    <a:gd name="connsiteY3-344" fmla="*/ 1269888 h 2825888"/>
                    <a:gd name="connsiteX4-345" fmla="*/ 20511 w 8176538"/>
                    <a:gd name="connsiteY4-346" fmla="*/ 147145 h 2825888"/>
                    <a:gd name="connsiteX5-347" fmla="*/ 4088015 w 8176538"/>
                    <a:gd name="connsiteY5-348" fmla="*/ 1566042 h 2825888"/>
                    <a:gd name="connsiteX6-349" fmla="*/ 8176538 w 8176538"/>
                    <a:gd name="connsiteY6-350" fmla="*/ 0 h 2825888"/>
                    <a:gd name="connsiteX0-351" fmla="*/ 8165518 w 8165518"/>
                    <a:gd name="connsiteY0-352" fmla="*/ 0 h 2825606"/>
                    <a:gd name="connsiteX1-353" fmla="*/ 8165518 w 8165518"/>
                    <a:gd name="connsiteY1-354" fmla="*/ 1378890 h 2825606"/>
                    <a:gd name="connsiteX2-355" fmla="*/ 4088014 w 8165518"/>
                    <a:gd name="connsiteY2-356" fmla="*/ 2825590 h 2825606"/>
                    <a:gd name="connsiteX3-357" fmla="*/ 0 w 8165518"/>
                    <a:gd name="connsiteY3-358" fmla="*/ 1403811 h 2825606"/>
                    <a:gd name="connsiteX4-359" fmla="*/ 9491 w 8165518"/>
                    <a:gd name="connsiteY4-360" fmla="*/ 147145 h 2825606"/>
                    <a:gd name="connsiteX5-361" fmla="*/ 4076995 w 8165518"/>
                    <a:gd name="connsiteY5-362" fmla="*/ 1566042 h 2825606"/>
                    <a:gd name="connsiteX6-363" fmla="*/ 8165518 w 8165518"/>
                    <a:gd name="connsiteY6-364" fmla="*/ 0 h 2825606"/>
                    <a:gd name="connsiteX0-365" fmla="*/ 8165518 w 8165518"/>
                    <a:gd name="connsiteY0-366" fmla="*/ 0 h 2879174"/>
                    <a:gd name="connsiteX1-367" fmla="*/ 8165518 w 8165518"/>
                    <a:gd name="connsiteY1-368" fmla="*/ 1378890 h 2879174"/>
                    <a:gd name="connsiteX2-369" fmla="*/ 4132092 w 8165518"/>
                    <a:gd name="connsiteY2-370" fmla="*/ 2879159 h 2879174"/>
                    <a:gd name="connsiteX3-371" fmla="*/ 0 w 8165518"/>
                    <a:gd name="connsiteY3-372" fmla="*/ 1403811 h 2879174"/>
                    <a:gd name="connsiteX4-373" fmla="*/ 9491 w 8165518"/>
                    <a:gd name="connsiteY4-374" fmla="*/ 147145 h 2879174"/>
                    <a:gd name="connsiteX5-375" fmla="*/ 4076995 w 8165518"/>
                    <a:gd name="connsiteY5-376" fmla="*/ 1566042 h 2879174"/>
                    <a:gd name="connsiteX6-377" fmla="*/ 8165518 w 8165518"/>
                    <a:gd name="connsiteY6-378" fmla="*/ 0 h 2879174"/>
                    <a:gd name="connsiteX0-379" fmla="*/ 8165518 w 8176537"/>
                    <a:gd name="connsiteY0-380" fmla="*/ 0 h 2879410"/>
                    <a:gd name="connsiteX1-381" fmla="*/ 8176537 w 8176537"/>
                    <a:gd name="connsiteY1-382" fmla="*/ 1499420 h 2879410"/>
                    <a:gd name="connsiteX2-383" fmla="*/ 4132092 w 8176537"/>
                    <a:gd name="connsiteY2-384" fmla="*/ 2879159 h 2879410"/>
                    <a:gd name="connsiteX3-385" fmla="*/ 0 w 8176537"/>
                    <a:gd name="connsiteY3-386" fmla="*/ 1403811 h 2879410"/>
                    <a:gd name="connsiteX4-387" fmla="*/ 9491 w 8176537"/>
                    <a:gd name="connsiteY4-388" fmla="*/ 147145 h 2879410"/>
                    <a:gd name="connsiteX5-389" fmla="*/ 4076995 w 8176537"/>
                    <a:gd name="connsiteY5-390" fmla="*/ 1566042 h 2879410"/>
                    <a:gd name="connsiteX6-391" fmla="*/ 8165518 w 8176537"/>
                    <a:gd name="connsiteY6-392" fmla="*/ 0 h 2879410"/>
                    <a:gd name="connsiteX0-393" fmla="*/ 8165518 w 8176537"/>
                    <a:gd name="connsiteY0-394" fmla="*/ 0 h 2879262"/>
                    <a:gd name="connsiteX1-395" fmla="*/ 8176537 w 8176537"/>
                    <a:gd name="connsiteY1-396" fmla="*/ 1499420 h 2879262"/>
                    <a:gd name="connsiteX2-397" fmla="*/ 4132092 w 8176537"/>
                    <a:gd name="connsiteY2-398" fmla="*/ 2879159 h 2879262"/>
                    <a:gd name="connsiteX3-399" fmla="*/ 0 w 8176537"/>
                    <a:gd name="connsiteY3-400" fmla="*/ 1403811 h 2879262"/>
                    <a:gd name="connsiteX4-401" fmla="*/ 9491 w 8176537"/>
                    <a:gd name="connsiteY4-402" fmla="*/ 147145 h 2879262"/>
                    <a:gd name="connsiteX5-403" fmla="*/ 4076995 w 8176537"/>
                    <a:gd name="connsiteY5-404" fmla="*/ 1566042 h 2879262"/>
                    <a:gd name="connsiteX6-405" fmla="*/ 8165518 w 8176537"/>
                    <a:gd name="connsiteY6-406" fmla="*/ 0 h 2879262"/>
                    <a:gd name="connsiteX0-407" fmla="*/ 8165518 w 8176537"/>
                    <a:gd name="connsiteY0-408" fmla="*/ 0 h 2879163"/>
                    <a:gd name="connsiteX1-409" fmla="*/ 8176537 w 8176537"/>
                    <a:gd name="connsiteY1-410" fmla="*/ 1499420 h 2879163"/>
                    <a:gd name="connsiteX2-411" fmla="*/ 4132092 w 8176537"/>
                    <a:gd name="connsiteY2-412" fmla="*/ 2879159 h 2879163"/>
                    <a:gd name="connsiteX3-413" fmla="*/ 0 w 8176537"/>
                    <a:gd name="connsiteY3-414" fmla="*/ 1510948 h 2879163"/>
                    <a:gd name="connsiteX4-415" fmla="*/ 9491 w 8176537"/>
                    <a:gd name="connsiteY4-416" fmla="*/ 147145 h 2879163"/>
                    <a:gd name="connsiteX5-417" fmla="*/ 4076995 w 8176537"/>
                    <a:gd name="connsiteY5-418" fmla="*/ 1566042 h 2879163"/>
                    <a:gd name="connsiteX6-419" fmla="*/ 8165518 w 8176537"/>
                    <a:gd name="connsiteY6-420" fmla="*/ 0 h 2879163"/>
                    <a:gd name="connsiteX0-421" fmla="*/ 8165518 w 8198577"/>
                    <a:gd name="connsiteY0-422" fmla="*/ 0 h 2879451"/>
                    <a:gd name="connsiteX1-423" fmla="*/ 8198577 w 8198577"/>
                    <a:gd name="connsiteY1-424" fmla="*/ 1606558 h 2879451"/>
                    <a:gd name="connsiteX2-425" fmla="*/ 4132092 w 8198577"/>
                    <a:gd name="connsiteY2-426" fmla="*/ 2879159 h 2879451"/>
                    <a:gd name="connsiteX3-427" fmla="*/ 0 w 8198577"/>
                    <a:gd name="connsiteY3-428" fmla="*/ 1510948 h 2879451"/>
                    <a:gd name="connsiteX4-429" fmla="*/ 9491 w 8198577"/>
                    <a:gd name="connsiteY4-430" fmla="*/ 147145 h 2879451"/>
                    <a:gd name="connsiteX5-431" fmla="*/ 4076995 w 8198577"/>
                    <a:gd name="connsiteY5-432" fmla="*/ 1566042 h 2879451"/>
                    <a:gd name="connsiteX6-433" fmla="*/ 8165518 w 8198577"/>
                    <a:gd name="connsiteY6-434" fmla="*/ 0 h 2879451"/>
                    <a:gd name="connsiteX0-435" fmla="*/ 8165518 w 8165518"/>
                    <a:gd name="connsiteY0-436" fmla="*/ 0 h 2880066"/>
                    <a:gd name="connsiteX1-437" fmla="*/ 8165518 w 8165518"/>
                    <a:gd name="connsiteY1-438" fmla="*/ 1673520 h 2880066"/>
                    <a:gd name="connsiteX2-439" fmla="*/ 4132092 w 8165518"/>
                    <a:gd name="connsiteY2-440" fmla="*/ 2879159 h 2880066"/>
                    <a:gd name="connsiteX3-441" fmla="*/ 0 w 8165518"/>
                    <a:gd name="connsiteY3-442" fmla="*/ 1510948 h 2880066"/>
                    <a:gd name="connsiteX4-443" fmla="*/ 9491 w 8165518"/>
                    <a:gd name="connsiteY4-444" fmla="*/ 147145 h 2880066"/>
                    <a:gd name="connsiteX5-445" fmla="*/ 4076995 w 8165518"/>
                    <a:gd name="connsiteY5-446" fmla="*/ 1566042 h 2880066"/>
                    <a:gd name="connsiteX6-447" fmla="*/ 8165518 w 8165518"/>
                    <a:gd name="connsiteY6-448" fmla="*/ 0 h 2880066"/>
                    <a:gd name="connsiteX0-449" fmla="*/ 8156794 w 8156794"/>
                    <a:gd name="connsiteY0-450" fmla="*/ 0 h 2879270"/>
                    <a:gd name="connsiteX1-451" fmla="*/ 8156794 w 8156794"/>
                    <a:gd name="connsiteY1-452" fmla="*/ 1673520 h 2879270"/>
                    <a:gd name="connsiteX2-453" fmla="*/ 4123368 w 8156794"/>
                    <a:gd name="connsiteY2-454" fmla="*/ 2879159 h 2879270"/>
                    <a:gd name="connsiteX3-455" fmla="*/ 2295 w 8156794"/>
                    <a:gd name="connsiteY3-456" fmla="*/ 1618086 h 2879270"/>
                    <a:gd name="connsiteX4-457" fmla="*/ 767 w 8156794"/>
                    <a:gd name="connsiteY4-458" fmla="*/ 147145 h 2879270"/>
                    <a:gd name="connsiteX5-459" fmla="*/ 4068271 w 8156794"/>
                    <a:gd name="connsiteY5-460" fmla="*/ 1566042 h 2879270"/>
                    <a:gd name="connsiteX6-461" fmla="*/ 8156794 w 8156794"/>
                    <a:gd name="connsiteY6-462" fmla="*/ 0 h 2879270"/>
                    <a:gd name="connsiteX0-463" fmla="*/ 8156794 w 8156794"/>
                    <a:gd name="connsiteY0-464" fmla="*/ 0 h 2973000"/>
                    <a:gd name="connsiteX1-465" fmla="*/ 8156794 w 8156794"/>
                    <a:gd name="connsiteY1-466" fmla="*/ 1673520 h 2973000"/>
                    <a:gd name="connsiteX2-467" fmla="*/ 4134388 w 8156794"/>
                    <a:gd name="connsiteY2-468" fmla="*/ 2972904 h 2973000"/>
                    <a:gd name="connsiteX3-469" fmla="*/ 2295 w 8156794"/>
                    <a:gd name="connsiteY3-470" fmla="*/ 1618086 h 2973000"/>
                    <a:gd name="connsiteX4-471" fmla="*/ 767 w 8156794"/>
                    <a:gd name="connsiteY4-472" fmla="*/ 147145 h 2973000"/>
                    <a:gd name="connsiteX5-473" fmla="*/ 4068271 w 8156794"/>
                    <a:gd name="connsiteY5-474" fmla="*/ 1566042 h 2973000"/>
                    <a:gd name="connsiteX6-475" fmla="*/ 8156794 w 8156794"/>
                    <a:gd name="connsiteY6-476" fmla="*/ 0 h 2973000"/>
                    <a:gd name="connsiteX0-477" fmla="*/ 8156794 w 8156794"/>
                    <a:gd name="connsiteY0-478" fmla="*/ 0 h 2973000"/>
                    <a:gd name="connsiteX1-479" fmla="*/ 8156794 w 8156794"/>
                    <a:gd name="connsiteY1-480" fmla="*/ 1673520 h 2973000"/>
                    <a:gd name="connsiteX2-481" fmla="*/ 4134388 w 8156794"/>
                    <a:gd name="connsiteY2-482" fmla="*/ 2972904 h 2973000"/>
                    <a:gd name="connsiteX3-483" fmla="*/ 2295 w 8156794"/>
                    <a:gd name="connsiteY3-484" fmla="*/ 1618086 h 2973000"/>
                    <a:gd name="connsiteX4-485" fmla="*/ 767 w 8156794"/>
                    <a:gd name="connsiteY4-486" fmla="*/ 147145 h 2973000"/>
                    <a:gd name="connsiteX5-487" fmla="*/ 4068271 w 8156794"/>
                    <a:gd name="connsiteY5-488" fmla="*/ 1566042 h 2973000"/>
                    <a:gd name="connsiteX6-489" fmla="*/ 8156794 w 8156794"/>
                    <a:gd name="connsiteY6-490" fmla="*/ 0 h 2973000"/>
                    <a:gd name="connsiteX0-491" fmla="*/ 8156794 w 8156794"/>
                    <a:gd name="connsiteY0-492" fmla="*/ 0 h 2973000"/>
                    <a:gd name="connsiteX1-493" fmla="*/ 8156794 w 8156794"/>
                    <a:gd name="connsiteY1-494" fmla="*/ 1673520 h 2973000"/>
                    <a:gd name="connsiteX2-495" fmla="*/ 4134388 w 8156794"/>
                    <a:gd name="connsiteY2-496" fmla="*/ 2972904 h 2973000"/>
                    <a:gd name="connsiteX3-497" fmla="*/ 2295 w 8156794"/>
                    <a:gd name="connsiteY3-498" fmla="*/ 1618086 h 2973000"/>
                    <a:gd name="connsiteX4-499" fmla="*/ 767 w 8156794"/>
                    <a:gd name="connsiteY4-500" fmla="*/ 147145 h 2973000"/>
                    <a:gd name="connsiteX5-501" fmla="*/ 4068271 w 8156794"/>
                    <a:gd name="connsiteY5-502" fmla="*/ 1566042 h 2973000"/>
                    <a:gd name="connsiteX6-503" fmla="*/ 8156794 w 8156794"/>
                    <a:gd name="connsiteY6-504" fmla="*/ 0 h 2973000"/>
                    <a:gd name="connsiteX0-505" fmla="*/ 8156794 w 8156794"/>
                    <a:gd name="connsiteY0-506" fmla="*/ 0 h 2973020"/>
                    <a:gd name="connsiteX1-507" fmla="*/ 8156794 w 8156794"/>
                    <a:gd name="connsiteY1-508" fmla="*/ 1673520 h 2973020"/>
                    <a:gd name="connsiteX2-509" fmla="*/ 4134388 w 8156794"/>
                    <a:gd name="connsiteY2-510" fmla="*/ 2972904 h 2973020"/>
                    <a:gd name="connsiteX3-511" fmla="*/ 2295 w 8156794"/>
                    <a:gd name="connsiteY3-512" fmla="*/ 1618086 h 2973020"/>
                    <a:gd name="connsiteX4-513" fmla="*/ 767 w 8156794"/>
                    <a:gd name="connsiteY4-514" fmla="*/ 147145 h 2973020"/>
                    <a:gd name="connsiteX5-515" fmla="*/ 4068271 w 8156794"/>
                    <a:gd name="connsiteY5-516" fmla="*/ 1566042 h 2973020"/>
                    <a:gd name="connsiteX6-517" fmla="*/ 8156794 w 8156794"/>
                    <a:gd name="connsiteY6-518" fmla="*/ 0 h 2973020"/>
                    <a:gd name="connsiteX0-519" fmla="*/ 8156794 w 8156794"/>
                    <a:gd name="connsiteY0-520" fmla="*/ 0 h 2973021"/>
                    <a:gd name="connsiteX1-521" fmla="*/ 8156794 w 8156794"/>
                    <a:gd name="connsiteY1-522" fmla="*/ 1673520 h 2973021"/>
                    <a:gd name="connsiteX2-523" fmla="*/ 4134388 w 8156794"/>
                    <a:gd name="connsiteY2-524" fmla="*/ 2972904 h 2973021"/>
                    <a:gd name="connsiteX3-525" fmla="*/ 2295 w 8156794"/>
                    <a:gd name="connsiteY3-526" fmla="*/ 1618086 h 2973021"/>
                    <a:gd name="connsiteX4-527" fmla="*/ 767 w 8156794"/>
                    <a:gd name="connsiteY4-528" fmla="*/ 147145 h 2973021"/>
                    <a:gd name="connsiteX5-529" fmla="*/ 4068271 w 8156794"/>
                    <a:gd name="connsiteY5-530" fmla="*/ 1566042 h 2973021"/>
                    <a:gd name="connsiteX6-531" fmla="*/ 8156794 w 8156794"/>
                    <a:gd name="connsiteY6-532" fmla="*/ 0 h 2973021"/>
                    <a:gd name="connsiteX0-533" fmla="*/ 8156794 w 8156794"/>
                    <a:gd name="connsiteY0-534" fmla="*/ 0 h 2973021"/>
                    <a:gd name="connsiteX1-535" fmla="*/ 8156794 w 8156794"/>
                    <a:gd name="connsiteY1-536" fmla="*/ 1673520 h 2973021"/>
                    <a:gd name="connsiteX2-537" fmla="*/ 4134388 w 8156794"/>
                    <a:gd name="connsiteY2-538" fmla="*/ 2972904 h 2973021"/>
                    <a:gd name="connsiteX3-539" fmla="*/ 2295 w 8156794"/>
                    <a:gd name="connsiteY3-540" fmla="*/ 1618086 h 2973021"/>
                    <a:gd name="connsiteX4-541" fmla="*/ 767 w 8156794"/>
                    <a:gd name="connsiteY4-542" fmla="*/ 147145 h 2973021"/>
                    <a:gd name="connsiteX5-543" fmla="*/ 4068271 w 8156794"/>
                    <a:gd name="connsiteY5-544" fmla="*/ 1566042 h 2973021"/>
                    <a:gd name="connsiteX6-545" fmla="*/ 8156794 w 8156794"/>
                    <a:gd name="connsiteY6-546" fmla="*/ 0 h 2973021"/>
                    <a:gd name="connsiteX0-547" fmla="*/ 8156794 w 8156794"/>
                    <a:gd name="connsiteY0-548" fmla="*/ 0 h 2973021"/>
                    <a:gd name="connsiteX1-549" fmla="*/ 8156794 w 8156794"/>
                    <a:gd name="connsiteY1-550" fmla="*/ 1673520 h 2973021"/>
                    <a:gd name="connsiteX2-551" fmla="*/ 4134388 w 8156794"/>
                    <a:gd name="connsiteY2-552" fmla="*/ 2972904 h 2973021"/>
                    <a:gd name="connsiteX3-553" fmla="*/ 2295 w 8156794"/>
                    <a:gd name="connsiteY3-554" fmla="*/ 1618086 h 2973021"/>
                    <a:gd name="connsiteX4-555" fmla="*/ 767 w 8156794"/>
                    <a:gd name="connsiteY4-556" fmla="*/ 147145 h 2973021"/>
                    <a:gd name="connsiteX5-557" fmla="*/ 4068271 w 8156794"/>
                    <a:gd name="connsiteY5-558" fmla="*/ 1566042 h 2973021"/>
                    <a:gd name="connsiteX6-559" fmla="*/ 8156794 w 8156794"/>
                    <a:gd name="connsiteY6-560" fmla="*/ 0 h 2973021"/>
                    <a:gd name="connsiteX0-561" fmla="*/ 8156794 w 8156794"/>
                    <a:gd name="connsiteY0-562" fmla="*/ 0 h 2973021"/>
                    <a:gd name="connsiteX1-563" fmla="*/ 8156794 w 8156794"/>
                    <a:gd name="connsiteY1-564" fmla="*/ 1673520 h 2973021"/>
                    <a:gd name="connsiteX2-565" fmla="*/ 4134388 w 8156794"/>
                    <a:gd name="connsiteY2-566" fmla="*/ 2972904 h 2973021"/>
                    <a:gd name="connsiteX3-567" fmla="*/ 2295 w 8156794"/>
                    <a:gd name="connsiteY3-568" fmla="*/ 1618086 h 2973021"/>
                    <a:gd name="connsiteX4-569" fmla="*/ 767 w 8156794"/>
                    <a:gd name="connsiteY4-570" fmla="*/ 147145 h 2973021"/>
                    <a:gd name="connsiteX5-571" fmla="*/ 4068271 w 8156794"/>
                    <a:gd name="connsiteY5-572" fmla="*/ 1566042 h 2973021"/>
                    <a:gd name="connsiteX6-573" fmla="*/ 8156794 w 8156794"/>
                    <a:gd name="connsiteY6-574" fmla="*/ 0 h 2973021"/>
                    <a:gd name="connsiteX0-575" fmla="*/ 8156794 w 8156794"/>
                    <a:gd name="connsiteY0-576" fmla="*/ 0 h 2973141"/>
                    <a:gd name="connsiteX1-577" fmla="*/ 8156794 w 8156794"/>
                    <a:gd name="connsiteY1-578" fmla="*/ 1673520 h 2973141"/>
                    <a:gd name="connsiteX2-579" fmla="*/ 4134388 w 8156794"/>
                    <a:gd name="connsiteY2-580" fmla="*/ 2972904 h 2973141"/>
                    <a:gd name="connsiteX3-581" fmla="*/ 2295 w 8156794"/>
                    <a:gd name="connsiteY3-582" fmla="*/ 1618086 h 2973141"/>
                    <a:gd name="connsiteX4-583" fmla="*/ 767 w 8156794"/>
                    <a:gd name="connsiteY4-584" fmla="*/ 147145 h 2973141"/>
                    <a:gd name="connsiteX5-585" fmla="*/ 4068271 w 8156794"/>
                    <a:gd name="connsiteY5-586" fmla="*/ 1566042 h 2973141"/>
                    <a:gd name="connsiteX6-587" fmla="*/ 8156794 w 8156794"/>
                    <a:gd name="connsiteY6-588" fmla="*/ 0 h 2973141"/>
                    <a:gd name="connsiteX0-589" fmla="*/ 8156794 w 8156794"/>
                    <a:gd name="connsiteY0-590" fmla="*/ 0 h 3066827"/>
                    <a:gd name="connsiteX1-591" fmla="*/ 8156794 w 8156794"/>
                    <a:gd name="connsiteY1-592" fmla="*/ 1673520 h 3066827"/>
                    <a:gd name="connsiteX2-593" fmla="*/ 4123353 w 8156794"/>
                    <a:gd name="connsiteY2-594" fmla="*/ 3066650 h 3066827"/>
                    <a:gd name="connsiteX3-595" fmla="*/ 2295 w 8156794"/>
                    <a:gd name="connsiteY3-596" fmla="*/ 1618086 h 3066827"/>
                    <a:gd name="connsiteX4-597" fmla="*/ 767 w 8156794"/>
                    <a:gd name="connsiteY4-598" fmla="*/ 147145 h 3066827"/>
                    <a:gd name="connsiteX5-599" fmla="*/ 4068271 w 8156794"/>
                    <a:gd name="connsiteY5-600" fmla="*/ 1566042 h 3066827"/>
                    <a:gd name="connsiteX6-601" fmla="*/ 8156794 w 8156794"/>
                    <a:gd name="connsiteY6-602" fmla="*/ 0 h 3066827"/>
                    <a:gd name="connsiteX0-603" fmla="*/ 8123689 w 8156794"/>
                    <a:gd name="connsiteY0-604" fmla="*/ 0 h 2999866"/>
                    <a:gd name="connsiteX1-605" fmla="*/ 8156794 w 8156794"/>
                    <a:gd name="connsiteY1-606" fmla="*/ 1606559 h 2999866"/>
                    <a:gd name="connsiteX2-607" fmla="*/ 4123353 w 8156794"/>
                    <a:gd name="connsiteY2-608" fmla="*/ 2999689 h 2999866"/>
                    <a:gd name="connsiteX3-609" fmla="*/ 2295 w 8156794"/>
                    <a:gd name="connsiteY3-610" fmla="*/ 1551125 h 2999866"/>
                    <a:gd name="connsiteX4-611" fmla="*/ 767 w 8156794"/>
                    <a:gd name="connsiteY4-612" fmla="*/ 80184 h 2999866"/>
                    <a:gd name="connsiteX5-613" fmla="*/ 4068271 w 8156794"/>
                    <a:gd name="connsiteY5-614" fmla="*/ 1499081 h 2999866"/>
                    <a:gd name="connsiteX6-615" fmla="*/ 8123689 w 8156794"/>
                    <a:gd name="connsiteY6-616" fmla="*/ 0 h 2999866"/>
                    <a:gd name="connsiteX0-617" fmla="*/ 8167828 w 8167828"/>
                    <a:gd name="connsiteY0-618" fmla="*/ 0 h 3026651"/>
                    <a:gd name="connsiteX1-619" fmla="*/ 8156794 w 8167828"/>
                    <a:gd name="connsiteY1-620" fmla="*/ 1633344 h 3026651"/>
                    <a:gd name="connsiteX2-621" fmla="*/ 4123353 w 8167828"/>
                    <a:gd name="connsiteY2-622" fmla="*/ 3026474 h 3026651"/>
                    <a:gd name="connsiteX3-623" fmla="*/ 2295 w 8167828"/>
                    <a:gd name="connsiteY3-624" fmla="*/ 1577910 h 3026651"/>
                    <a:gd name="connsiteX4-625" fmla="*/ 767 w 8167828"/>
                    <a:gd name="connsiteY4-626" fmla="*/ 106969 h 3026651"/>
                    <a:gd name="connsiteX5-627" fmla="*/ 4068271 w 8167828"/>
                    <a:gd name="connsiteY5-628" fmla="*/ 1525866 h 3026651"/>
                    <a:gd name="connsiteX6-629" fmla="*/ 8167828 w 8167828"/>
                    <a:gd name="connsiteY6-630" fmla="*/ 0 h 3026651"/>
                    <a:gd name="connsiteX0-631" fmla="*/ 8167828 w 8167828"/>
                    <a:gd name="connsiteY0-632" fmla="*/ 0 h 3027228"/>
                    <a:gd name="connsiteX1-633" fmla="*/ 8145760 w 8167828"/>
                    <a:gd name="connsiteY1-634" fmla="*/ 1686913 h 3027228"/>
                    <a:gd name="connsiteX2-635" fmla="*/ 4123353 w 8167828"/>
                    <a:gd name="connsiteY2-636" fmla="*/ 3026474 h 3027228"/>
                    <a:gd name="connsiteX3-637" fmla="*/ 2295 w 8167828"/>
                    <a:gd name="connsiteY3-638" fmla="*/ 1577910 h 3027228"/>
                    <a:gd name="connsiteX4-639" fmla="*/ 767 w 8167828"/>
                    <a:gd name="connsiteY4-640" fmla="*/ 106969 h 3027228"/>
                    <a:gd name="connsiteX5-641" fmla="*/ 4068271 w 8167828"/>
                    <a:gd name="connsiteY5-642" fmla="*/ 1525866 h 3027228"/>
                    <a:gd name="connsiteX6-643" fmla="*/ 8167828 w 8167828"/>
                    <a:gd name="connsiteY6-644" fmla="*/ 0 h 3027228"/>
                    <a:gd name="connsiteX0-645" fmla="*/ 8156794 w 8156794"/>
                    <a:gd name="connsiteY0-646" fmla="*/ 0 h 2933483"/>
                    <a:gd name="connsiteX1-647" fmla="*/ 8145760 w 8156794"/>
                    <a:gd name="connsiteY1-648" fmla="*/ 1593168 h 2933483"/>
                    <a:gd name="connsiteX2-649" fmla="*/ 4123353 w 8156794"/>
                    <a:gd name="connsiteY2-650" fmla="*/ 2932729 h 2933483"/>
                    <a:gd name="connsiteX3-651" fmla="*/ 2295 w 8156794"/>
                    <a:gd name="connsiteY3-652" fmla="*/ 1484165 h 2933483"/>
                    <a:gd name="connsiteX4-653" fmla="*/ 767 w 8156794"/>
                    <a:gd name="connsiteY4-654" fmla="*/ 13224 h 2933483"/>
                    <a:gd name="connsiteX5-655" fmla="*/ 4068271 w 8156794"/>
                    <a:gd name="connsiteY5-656" fmla="*/ 1432121 h 2933483"/>
                    <a:gd name="connsiteX6-657" fmla="*/ 8156794 w 8156794"/>
                    <a:gd name="connsiteY6-658" fmla="*/ 0 h 2933483"/>
                    <a:gd name="connsiteX0-659" fmla="*/ 8156794 w 8156794"/>
                    <a:gd name="connsiteY0-660" fmla="*/ 0 h 2933483"/>
                    <a:gd name="connsiteX1-661" fmla="*/ 8145760 w 8156794"/>
                    <a:gd name="connsiteY1-662" fmla="*/ 1593168 h 2933483"/>
                    <a:gd name="connsiteX2-663" fmla="*/ 4123353 w 8156794"/>
                    <a:gd name="connsiteY2-664" fmla="*/ 2932729 h 2933483"/>
                    <a:gd name="connsiteX3-665" fmla="*/ 2295 w 8156794"/>
                    <a:gd name="connsiteY3-666" fmla="*/ 1484165 h 2933483"/>
                    <a:gd name="connsiteX4-667" fmla="*/ 767 w 8156794"/>
                    <a:gd name="connsiteY4-668" fmla="*/ 13224 h 2933483"/>
                    <a:gd name="connsiteX5-669" fmla="*/ 4068271 w 8156794"/>
                    <a:gd name="connsiteY5-670" fmla="*/ 1432121 h 2933483"/>
                    <a:gd name="connsiteX6-671" fmla="*/ 8156794 w 8156794"/>
                    <a:gd name="connsiteY6-672" fmla="*/ 0 h 2933483"/>
                    <a:gd name="connsiteX0-673" fmla="*/ 8123689 w 8145760"/>
                    <a:gd name="connsiteY0-674" fmla="*/ 13560 h 2920259"/>
                    <a:gd name="connsiteX1-675" fmla="*/ 8145760 w 8145760"/>
                    <a:gd name="connsiteY1-676" fmla="*/ 1579944 h 2920259"/>
                    <a:gd name="connsiteX2-677" fmla="*/ 4123353 w 8145760"/>
                    <a:gd name="connsiteY2-678" fmla="*/ 2919505 h 2920259"/>
                    <a:gd name="connsiteX3-679" fmla="*/ 2295 w 8145760"/>
                    <a:gd name="connsiteY3-680" fmla="*/ 1470941 h 2920259"/>
                    <a:gd name="connsiteX4-681" fmla="*/ 767 w 8145760"/>
                    <a:gd name="connsiteY4-682" fmla="*/ 0 h 2920259"/>
                    <a:gd name="connsiteX5-683" fmla="*/ 4068271 w 8145760"/>
                    <a:gd name="connsiteY5-684" fmla="*/ 1418897 h 2920259"/>
                    <a:gd name="connsiteX6-685" fmla="*/ 8123689 w 8145760"/>
                    <a:gd name="connsiteY6-686" fmla="*/ 13560 h 2920259"/>
                    <a:gd name="connsiteX0-687" fmla="*/ 8178863 w 8178863"/>
                    <a:gd name="connsiteY0-688" fmla="*/ 26952 h 2920259"/>
                    <a:gd name="connsiteX1-689" fmla="*/ 8145760 w 8178863"/>
                    <a:gd name="connsiteY1-690" fmla="*/ 1579944 h 2920259"/>
                    <a:gd name="connsiteX2-691" fmla="*/ 4123353 w 8178863"/>
                    <a:gd name="connsiteY2-692" fmla="*/ 2919505 h 2920259"/>
                    <a:gd name="connsiteX3-693" fmla="*/ 2295 w 8178863"/>
                    <a:gd name="connsiteY3-694" fmla="*/ 1470941 h 2920259"/>
                    <a:gd name="connsiteX4-695" fmla="*/ 767 w 8178863"/>
                    <a:gd name="connsiteY4-696" fmla="*/ 0 h 2920259"/>
                    <a:gd name="connsiteX5-697" fmla="*/ 4068271 w 8178863"/>
                    <a:gd name="connsiteY5-698" fmla="*/ 1418897 h 2920259"/>
                    <a:gd name="connsiteX6-699" fmla="*/ 8178863 w 8178863"/>
                    <a:gd name="connsiteY6-700" fmla="*/ 26952 h 2920259"/>
                    <a:gd name="connsiteX0-701" fmla="*/ 8167827 w 8167827"/>
                    <a:gd name="connsiteY0-702" fmla="*/ 40343 h 2920259"/>
                    <a:gd name="connsiteX1-703" fmla="*/ 8145760 w 8167827"/>
                    <a:gd name="connsiteY1-704" fmla="*/ 1579944 h 2920259"/>
                    <a:gd name="connsiteX2-705" fmla="*/ 4123353 w 8167827"/>
                    <a:gd name="connsiteY2-706" fmla="*/ 2919505 h 2920259"/>
                    <a:gd name="connsiteX3-707" fmla="*/ 2295 w 8167827"/>
                    <a:gd name="connsiteY3-708" fmla="*/ 1470941 h 2920259"/>
                    <a:gd name="connsiteX4-709" fmla="*/ 767 w 8167827"/>
                    <a:gd name="connsiteY4-710" fmla="*/ 0 h 2920259"/>
                    <a:gd name="connsiteX5-711" fmla="*/ 4068271 w 8167827"/>
                    <a:gd name="connsiteY5-712" fmla="*/ 1418897 h 2920259"/>
                    <a:gd name="connsiteX6-713" fmla="*/ 8167827 w 8167827"/>
                    <a:gd name="connsiteY6-714" fmla="*/ 40343 h 2920259"/>
                    <a:gd name="connsiteX0-715" fmla="*/ 8123687 w 8145760"/>
                    <a:gd name="connsiteY0-716" fmla="*/ 53735 h 2920259"/>
                    <a:gd name="connsiteX1-717" fmla="*/ 8145760 w 8145760"/>
                    <a:gd name="connsiteY1-718" fmla="*/ 1579944 h 2920259"/>
                    <a:gd name="connsiteX2-719" fmla="*/ 4123353 w 8145760"/>
                    <a:gd name="connsiteY2-720" fmla="*/ 2919505 h 2920259"/>
                    <a:gd name="connsiteX3-721" fmla="*/ 2295 w 8145760"/>
                    <a:gd name="connsiteY3-722" fmla="*/ 1470941 h 2920259"/>
                    <a:gd name="connsiteX4-723" fmla="*/ 767 w 8145760"/>
                    <a:gd name="connsiteY4-724" fmla="*/ 0 h 2920259"/>
                    <a:gd name="connsiteX5-725" fmla="*/ 4068271 w 8145760"/>
                    <a:gd name="connsiteY5-726" fmla="*/ 1418897 h 2920259"/>
                    <a:gd name="connsiteX6-727" fmla="*/ 8123687 w 8145760"/>
                    <a:gd name="connsiteY6-728" fmla="*/ 53735 h 2920259"/>
                    <a:gd name="connsiteX0-729" fmla="*/ 8161918 w 8161918"/>
                    <a:gd name="connsiteY0-730" fmla="*/ 0 h 2943855"/>
                    <a:gd name="connsiteX1-731" fmla="*/ 8145760 w 8161918"/>
                    <a:gd name="connsiteY1-732" fmla="*/ 1603540 h 2943855"/>
                    <a:gd name="connsiteX2-733" fmla="*/ 4123353 w 8161918"/>
                    <a:gd name="connsiteY2-734" fmla="*/ 2943101 h 2943855"/>
                    <a:gd name="connsiteX3-735" fmla="*/ 2295 w 8161918"/>
                    <a:gd name="connsiteY3-736" fmla="*/ 1494537 h 2943855"/>
                    <a:gd name="connsiteX4-737" fmla="*/ 767 w 8161918"/>
                    <a:gd name="connsiteY4-738" fmla="*/ 23596 h 2943855"/>
                    <a:gd name="connsiteX5-739" fmla="*/ 4068271 w 8161918"/>
                    <a:gd name="connsiteY5-740" fmla="*/ 1442493 h 2943855"/>
                    <a:gd name="connsiteX6-741" fmla="*/ 8161918 w 8161918"/>
                    <a:gd name="connsiteY6-742" fmla="*/ 0 h 2943855"/>
                    <a:gd name="connsiteX0-743" fmla="*/ 8144926 w 8145760"/>
                    <a:gd name="connsiteY0-744" fmla="*/ 43424 h 2920259"/>
                    <a:gd name="connsiteX1-745" fmla="*/ 8145760 w 8145760"/>
                    <a:gd name="connsiteY1-746" fmla="*/ 1579944 h 2920259"/>
                    <a:gd name="connsiteX2-747" fmla="*/ 4123353 w 8145760"/>
                    <a:gd name="connsiteY2-748" fmla="*/ 2919505 h 2920259"/>
                    <a:gd name="connsiteX3-749" fmla="*/ 2295 w 8145760"/>
                    <a:gd name="connsiteY3-750" fmla="*/ 1470941 h 2920259"/>
                    <a:gd name="connsiteX4-751" fmla="*/ 767 w 8145760"/>
                    <a:gd name="connsiteY4-752" fmla="*/ 0 h 2920259"/>
                    <a:gd name="connsiteX5-753" fmla="*/ 4068271 w 8145760"/>
                    <a:gd name="connsiteY5-754" fmla="*/ 1418897 h 2920259"/>
                    <a:gd name="connsiteX6-755" fmla="*/ 8144926 w 8145760"/>
                    <a:gd name="connsiteY6-756" fmla="*/ 43424 h 2920259"/>
                    <a:gd name="connsiteX0-757" fmla="*/ 8161918 w 8161918"/>
                    <a:gd name="connsiteY0-758" fmla="*/ 0 h 2959321"/>
                    <a:gd name="connsiteX1-759" fmla="*/ 8145760 w 8161918"/>
                    <a:gd name="connsiteY1-760" fmla="*/ 1619006 h 2959321"/>
                    <a:gd name="connsiteX2-761" fmla="*/ 4123353 w 8161918"/>
                    <a:gd name="connsiteY2-762" fmla="*/ 2958567 h 2959321"/>
                    <a:gd name="connsiteX3-763" fmla="*/ 2295 w 8161918"/>
                    <a:gd name="connsiteY3-764" fmla="*/ 1510003 h 2959321"/>
                    <a:gd name="connsiteX4-765" fmla="*/ 767 w 8161918"/>
                    <a:gd name="connsiteY4-766" fmla="*/ 39062 h 2959321"/>
                    <a:gd name="connsiteX5-767" fmla="*/ 4068271 w 8161918"/>
                    <a:gd name="connsiteY5-768" fmla="*/ 1457959 h 2959321"/>
                    <a:gd name="connsiteX6-769" fmla="*/ 8161918 w 8161918"/>
                    <a:gd name="connsiteY6-770" fmla="*/ 0 h 2959321"/>
                    <a:gd name="connsiteX0-771" fmla="*/ 8161918 w 8162752"/>
                    <a:gd name="connsiteY0-772" fmla="*/ 0 h 2959488"/>
                    <a:gd name="connsiteX1-773" fmla="*/ 8162752 w 8162752"/>
                    <a:gd name="connsiteY1-774" fmla="*/ 1629317 h 2959488"/>
                    <a:gd name="connsiteX2-775" fmla="*/ 4123353 w 8162752"/>
                    <a:gd name="connsiteY2-776" fmla="*/ 2958567 h 2959488"/>
                    <a:gd name="connsiteX3-777" fmla="*/ 2295 w 8162752"/>
                    <a:gd name="connsiteY3-778" fmla="*/ 1510003 h 2959488"/>
                    <a:gd name="connsiteX4-779" fmla="*/ 767 w 8162752"/>
                    <a:gd name="connsiteY4-780" fmla="*/ 39062 h 2959488"/>
                    <a:gd name="connsiteX5-781" fmla="*/ 4068271 w 8162752"/>
                    <a:gd name="connsiteY5-782" fmla="*/ 1457959 h 2959488"/>
                    <a:gd name="connsiteX6-783" fmla="*/ 8161918 w 8162752"/>
                    <a:gd name="connsiteY6-784" fmla="*/ 0 h 2959488"/>
                    <a:gd name="connsiteX0-785" fmla="*/ 8165930 w 8166764"/>
                    <a:gd name="connsiteY0-786" fmla="*/ 7337 h 2966825"/>
                    <a:gd name="connsiteX1-787" fmla="*/ 8166764 w 8166764"/>
                    <a:gd name="connsiteY1-788" fmla="*/ 1636654 h 2966825"/>
                    <a:gd name="connsiteX2-789" fmla="*/ 4127365 w 8166764"/>
                    <a:gd name="connsiteY2-790" fmla="*/ 2965904 h 2966825"/>
                    <a:gd name="connsiteX3-791" fmla="*/ 6307 w 8166764"/>
                    <a:gd name="connsiteY3-792" fmla="*/ 1517340 h 2966825"/>
                    <a:gd name="connsiteX4-793" fmla="*/ 532 w 8166764"/>
                    <a:gd name="connsiteY4-794" fmla="*/ 0 h 2966825"/>
                    <a:gd name="connsiteX5-795" fmla="*/ 4072283 w 8166764"/>
                    <a:gd name="connsiteY5-796" fmla="*/ 1465296 h 2966825"/>
                    <a:gd name="connsiteX6-797" fmla="*/ 8165930 w 8166764"/>
                    <a:gd name="connsiteY6-798" fmla="*/ 7337 h 2966825"/>
                    <a:gd name="connsiteX0-799" fmla="*/ 8168119 w 8168953"/>
                    <a:gd name="connsiteY0-800" fmla="*/ 7337 h 2966682"/>
                    <a:gd name="connsiteX1-801" fmla="*/ 8168953 w 8168953"/>
                    <a:gd name="connsiteY1-802" fmla="*/ 1636654 h 2966682"/>
                    <a:gd name="connsiteX2-803" fmla="*/ 4129554 w 8168953"/>
                    <a:gd name="connsiteY2-804" fmla="*/ 2965904 h 2966682"/>
                    <a:gd name="connsiteX3-805" fmla="*/ 0 w 8168953"/>
                    <a:gd name="connsiteY3-806" fmla="*/ 1527651 h 2966682"/>
                    <a:gd name="connsiteX4-807" fmla="*/ 2721 w 8168953"/>
                    <a:gd name="connsiteY4-808" fmla="*/ 0 h 2966682"/>
                    <a:gd name="connsiteX5-809" fmla="*/ 4074472 w 8168953"/>
                    <a:gd name="connsiteY5-810" fmla="*/ 1465296 h 2966682"/>
                    <a:gd name="connsiteX6-811" fmla="*/ 8168119 w 8168953"/>
                    <a:gd name="connsiteY6-812" fmla="*/ 7337 h 2966682"/>
                    <a:gd name="connsiteX0-813" fmla="*/ 8168119 w 8168953"/>
                    <a:gd name="connsiteY0-814" fmla="*/ 7337 h 3100377"/>
                    <a:gd name="connsiteX1-815" fmla="*/ 8168953 w 8168953"/>
                    <a:gd name="connsiteY1-816" fmla="*/ 1636654 h 3100377"/>
                    <a:gd name="connsiteX2-817" fmla="*/ 4118520 w 8168953"/>
                    <a:gd name="connsiteY2-818" fmla="*/ 3099826 h 3100377"/>
                    <a:gd name="connsiteX3-819" fmla="*/ 0 w 8168953"/>
                    <a:gd name="connsiteY3-820" fmla="*/ 1527651 h 3100377"/>
                    <a:gd name="connsiteX4-821" fmla="*/ 2721 w 8168953"/>
                    <a:gd name="connsiteY4-822" fmla="*/ 0 h 3100377"/>
                    <a:gd name="connsiteX5-823" fmla="*/ 4074472 w 8168953"/>
                    <a:gd name="connsiteY5-824" fmla="*/ 1465296 h 3100377"/>
                    <a:gd name="connsiteX6-825" fmla="*/ 8168119 w 8168953"/>
                    <a:gd name="connsiteY6-826" fmla="*/ 7337 h 3100377"/>
                    <a:gd name="connsiteX0-827" fmla="*/ 8168119 w 8168953"/>
                    <a:gd name="connsiteY0-828" fmla="*/ 7337 h 3100429"/>
                    <a:gd name="connsiteX1-829" fmla="*/ 8168953 w 8168953"/>
                    <a:gd name="connsiteY1-830" fmla="*/ 1636654 h 3100429"/>
                    <a:gd name="connsiteX2-831" fmla="*/ 4118520 w 8168953"/>
                    <a:gd name="connsiteY2-832" fmla="*/ 3099826 h 3100429"/>
                    <a:gd name="connsiteX3-833" fmla="*/ 0 w 8168953"/>
                    <a:gd name="connsiteY3-834" fmla="*/ 1527651 h 3100429"/>
                    <a:gd name="connsiteX4-835" fmla="*/ 2721 w 8168953"/>
                    <a:gd name="connsiteY4-836" fmla="*/ 0 h 3100429"/>
                    <a:gd name="connsiteX5-837" fmla="*/ 4074472 w 8168953"/>
                    <a:gd name="connsiteY5-838" fmla="*/ 1465296 h 3100429"/>
                    <a:gd name="connsiteX6-839" fmla="*/ 8168119 w 8168953"/>
                    <a:gd name="connsiteY6-840" fmla="*/ 7337 h 3100429"/>
                    <a:gd name="connsiteX0-841" fmla="*/ 8165849 w 8166683"/>
                    <a:gd name="connsiteY0-842" fmla="*/ 7337 h 3099826"/>
                    <a:gd name="connsiteX1-843" fmla="*/ 8166683 w 8166683"/>
                    <a:gd name="connsiteY1-844" fmla="*/ 1636654 h 3099826"/>
                    <a:gd name="connsiteX2-845" fmla="*/ 4116250 w 8166683"/>
                    <a:gd name="connsiteY2-846" fmla="*/ 3099826 h 3099826"/>
                    <a:gd name="connsiteX3-847" fmla="*/ 8764 w 8166683"/>
                    <a:gd name="connsiteY3-848" fmla="*/ 1634789 h 3099826"/>
                    <a:gd name="connsiteX4-849" fmla="*/ 451 w 8166683"/>
                    <a:gd name="connsiteY4-850" fmla="*/ 0 h 3099826"/>
                    <a:gd name="connsiteX5-851" fmla="*/ 4072202 w 8166683"/>
                    <a:gd name="connsiteY5-852" fmla="*/ 1465296 h 3099826"/>
                    <a:gd name="connsiteX6-853" fmla="*/ 8165849 w 8166683"/>
                    <a:gd name="connsiteY6-854" fmla="*/ 7337 h 3099826"/>
                    <a:gd name="connsiteX0-855" fmla="*/ 8165849 w 8166683"/>
                    <a:gd name="connsiteY0-856" fmla="*/ 7337 h 3099826"/>
                    <a:gd name="connsiteX1-857" fmla="*/ 8166683 w 8166683"/>
                    <a:gd name="connsiteY1-858" fmla="*/ 1636654 h 3099826"/>
                    <a:gd name="connsiteX2-859" fmla="*/ 4116250 w 8166683"/>
                    <a:gd name="connsiteY2-860" fmla="*/ 3099826 h 3099826"/>
                    <a:gd name="connsiteX3-861" fmla="*/ 8764 w 8166683"/>
                    <a:gd name="connsiteY3-862" fmla="*/ 1634789 h 3099826"/>
                    <a:gd name="connsiteX4-863" fmla="*/ 451 w 8166683"/>
                    <a:gd name="connsiteY4-864" fmla="*/ 0 h 3099826"/>
                    <a:gd name="connsiteX5-865" fmla="*/ 4072202 w 8166683"/>
                    <a:gd name="connsiteY5-866" fmla="*/ 1465296 h 3099826"/>
                    <a:gd name="connsiteX6-867" fmla="*/ 8165849 w 8166683"/>
                    <a:gd name="connsiteY6-868" fmla="*/ 7337 h 3099826"/>
                    <a:gd name="connsiteX0-869" fmla="*/ 8165849 w 8166683"/>
                    <a:gd name="connsiteY0-870" fmla="*/ 7337 h 3099826"/>
                    <a:gd name="connsiteX1-871" fmla="*/ 8166683 w 8166683"/>
                    <a:gd name="connsiteY1-872" fmla="*/ 1636654 h 3099826"/>
                    <a:gd name="connsiteX2-873" fmla="*/ 4116250 w 8166683"/>
                    <a:gd name="connsiteY2-874" fmla="*/ 3099826 h 3099826"/>
                    <a:gd name="connsiteX3-875" fmla="*/ 8764 w 8166683"/>
                    <a:gd name="connsiteY3-876" fmla="*/ 1634789 h 3099826"/>
                    <a:gd name="connsiteX4-877" fmla="*/ 451 w 8166683"/>
                    <a:gd name="connsiteY4-878" fmla="*/ 0 h 3099826"/>
                    <a:gd name="connsiteX5-879" fmla="*/ 4061168 w 8166683"/>
                    <a:gd name="connsiteY5-880" fmla="*/ 1438511 h 3099826"/>
                    <a:gd name="connsiteX6-881" fmla="*/ 8165849 w 8166683"/>
                    <a:gd name="connsiteY6-882" fmla="*/ 7337 h 3099826"/>
                    <a:gd name="connsiteX0-883" fmla="*/ 8165849 w 8166683"/>
                    <a:gd name="connsiteY0-884" fmla="*/ 7337 h 3099826"/>
                    <a:gd name="connsiteX1-885" fmla="*/ 8166683 w 8166683"/>
                    <a:gd name="connsiteY1-886" fmla="*/ 1636654 h 3099826"/>
                    <a:gd name="connsiteX2-887" fmla="*/ 4116250 w 8166683"/>
                    <a:gd name="connsiteY2-888" fmla="*/ 3099826 h 3099826"/>
                    <a:gd name="connsiteX3-889" fmla="*/ 8764 w 8166683"/>
                    <a:gd name="connsiteY3-890" fmla="*/ 1634789 h 3099826"/>
                    <a:gd name="connsiteX4-891" fmla="*/ 451 w 8166683"/>
                    <a:gd name="connsiteY4-892" fmla="*/ 0 h 3099826"/>
                    <a:gd name="connsiteX5-893" fmla="*/ 4061168 w 8166683"/>
                    <a:gd name="connsiteY5-894" fmla="*/ 1438511 h 3099826"/>
                    <a:gd name="connsiteX6-895" fmla="*/ 8165849 w 8166683"/>
                    <a:gd name="connsiteY6-896" fmla="*/ 7337 h 309982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63" name="Oval 762"/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764" name="Group 763"/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765" name="Freeform 764"/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-1" fmla="*/ 3725333 w 4641485"/>
                      <a:gd name="connsiteY0-2" fmla="*/ 0 h 1049866"/>
                      <a:gd name="connsiteX1-3" fmla="*/ 4641485 w 4641485"/>
                      <a:gd name="connsiteY1-4" fmla="*/ 239402 h 1049866"/>
                      <a:gd name="connsiteX2-5" fmla="*/ 3962400 w 4641485"/>
                      <a:gd name="connsiteY2-6" fmla="*/ 541866 h 1049866"/>
                      <a:gd name="connsiteX3-7" fmla="*/ 3742267 w 4641485"/>
                      <a:gd name="connsiteY3-8" fmla="*/ 457200 h 1049866"/>
                      <a:gd name="connsiteX4-9" fmla="*/ 2269067 w 4641485"/>
                      <a:gd name="connsiteY4-10" fmla="*/ 1049866 h 1049866"/>
                      <a:gd name="connsiteX5-11" fmla="*/ 880533 w 4641485"/>
                      <a:gd name="connsiteY5-12" fmla="*/ 457200 h 1049866"/>
                      <a:gd name="connsiteX6-13" fmla="*/ 592667 w 4641485"/>
                      <a:gd name="connsiteY6-14" fmla="*/ 541866 h 1049866"/>
                      <a:gd name="connsiteX7-15" fmla="*/ 0 w 4641485"/>
                      <a:gd name="connsiteY7-16" fmla="*/ 254000 h 1049866"/>
                      <a:gd name="connsiteX8-17" fmla="*/ 880533 w 4641485"/>
                      <a:gd name="connsiteY8-18" fmla="*/ 16933 h 1049866"/>
                      <a:gd name="connsiteX9-19" fmla="*/ 2302933 w 4641485"/>
                      <a:gd name="connsiteY9-20" fmla="*/ 626533 h 1049866"/>
                      <a:gd name="connsiteX10-21" fmla="*/ 3725333 w 4641485"/>
                      <a:gd name="connsiteY10-22" fmla="*/ 0 h 1049866"/>
                      <a:gd name="connsiteX0-23" fmla="*/ 3756864 w 4673016"/>
                      <a:gd name="connsiteY0-24" fmla="*/ 0 h 1049866"/>
                      <a:gd name="connsiteX1-25" fmla="*/ 4673016 w 4673016"/>
                      <a:gd name="connsiteY1-26" fmla="*/ 239402 h 1049866"/>
                      <a:gd name="connsiteX2-27" fmla="*/ 3993931 w 4673016"/>
                      <a:gd name="connsiteY2-28" fmla="*/ 541866 h 1049866"/>
                      <a:gd name="connsiteX3-29" fmla="*/ 3773798 w 4673016"/>
                      <a:gd name="connsiteY3-30" fmla="*/ 457200 h 1049866"/>
                      <a:gd name="connsiteX4-31" fmla="*/ 2300598 w 4673016"/>
                      <a:gd name="connsiteY4-32" fmla="*/ 1049866 h 1049866"/>
                      <a:gd name="connsiteX5-33" fmla="*/ 912064 w 4673016"/>
                      <a:gd name="connsiteY5-34" fmla="*/ 457200 h 1049866"/>
                      <a:gd name="connsiteX6-35" fmla="*/ 624198 w 4673016"/>
                      <a:gd name="connsiteY6-36" fmla="*/ 541866 h 1049866"/>
                      <a:gd name="connsiteX7-37" fmla="*/ 0 w 4673016"/>
                      <a:gd name="connsiteY7-38" fmla="*/ 232979 h 1049866"/>
                      <a:gd name="connsiteX8-39" fmla="*/ 912064 w 4673016"/>
                      <a:gd name="connsiteY8-40" fmla="*/ 16933 h 1049866"/>
                      <a:gd name="connsiteX9-41" fmla="*/ 2334464 w 4673016"/>
                      <a:gd name="connsiteY9-42" fmla="*/ 626533 h 1049866"/>
                      <a:gd name="connsiteX10-43" fmla="*/ 3756864 w 4673016"/>
                      <a:gd name="connsiteY10-44" fmla="*/ 0 h 1049866"/>
                      <a:gd name="connsiteX0-45" fmla="*/ 3756864 w 4673016"/>
                      <a:gd name="connsiteY0-46" fmla="*/ 0 h 1049866"/>
                      <a:gd name="connsiteX1-47" fmla="*/ 4673016 w 4673016"/>
                      <a:gd name="connsiteY1-48" fmla="*/ 239402 h 1049866"/>
                      <a:gd name="connsiteX2-49" fmla="*/ 3993931 w 4673016"/>
                      <a:gd name="connsiteY2-50" fmla="*/ 541866 h 1049866"/>
                      <a:gd name="connsiteX3-51" fmla="*/ 3784308 w 4673016"/>
                      <a:gd name="connsiteY3-52" fmla="*/ 404648 h 1049866"/>
                      <a:gd name="connsiteX4-53" fmla="*/ 2300598 w 4673016"/>
                      <a:gd name="connsiteY4-54" fmla="*/ 1049866 h 1049866"/>
                      <a:gd name="connsiteX5-55" fmla="*/ 912064 w 4673016"/>
                      <a:gd name="connsiteY5-56" fmla="*/ 457200 h 1049866"/>
                      <a:gd name="connsiteX6-57" fmla="*/ 624198 w 4673016"/>
                      <a:gd name="connsiteY6-58" fmla="*/ 541866 h 1049866"/>
                      <a:gd name="connsiteX7-59" fmla="*/ 0 w 4673016"/>
                      <a:gd name="connsiteY7-60" fmla="*/ 232979 h 1049866"/>
                      <a:gd name="connsiteX8-61" fmla="*/ 912064 w 4673016"/>
                      <a:gd name="connsiteY8-62" fmla="*/ 16933 h 1049866"/>
                      <a:gd name="connsiteX9-63" fmla="*/ 2334464 w 4673016"/>
                      <a:gd name="connsiteY9-64" fmla="*/ 626533 h 1049866"/>
                      <a:gd name="connsiteX10-65" fmla="*/ 3756864 w 4673016"/>
                      <a:gd name="connsiteY10-66" fmla="*/ 0 h 1049866"/>
                      <a:gd name="connsiteX0-67" fmla="*/ 3756864 w 4673016"/>
                      <a:gd name="connsiteY0-68" fmla="*/ 0 h 1049866"/>
                      <a:gd name="connsiteX1-69" fmla="*/ 4673016 w 4673016"/>
                      <a:gd name="connsiteY1-70" fmla="*/ 239402 h 1049866"/>
                      <a:gd name="connsiteX2-71" fmla="*/ 3993931 w 4673016"/>
                      <a:gd name="connsiteY2-72" fmla="*/ 541866 h 1049866"/>
                      <a:gd name="connsiteX3-73" fmla="*/ 3794818 w 4673016"/>
                      <a:gd name="connsiteY3-74" fmla="*/ 436179 h 1049866"/>
                      <a:gd name="connsiteX4-75" fmla="*/ 2300598 w 4673016"/>
                      <a:gd name="connsiteY4-76" fmla="*/ 1049866 h 1049866"/>
                      <a:gd name="connsiteX5-77" fmla="*/ 912064 w 4673016"/>
                      <a:gd name="connsiteY5-78" fmla="*/ 457200 h 1049866"/>
                      <a:gd name="connsiteX6-79" fmla="*/ 624198 w 4673016"/>
                      <a:gd name="connsiteY6-80" fmla="*/ 541866 h 1049866"/>
                      <a:gd name="connsiteX7-81" fmla="*/ 0 w 4673016"/>
                      <a:gd name="connsiteY7-82" fmla="*/ 232979 h 1049866"/>
                      <a:gd name="connsiteX8-83" fmla="*/ 912064 w 4673016"/>
                      <a:gd name="connsiteY8-84" fmla="*/ 16933 h 1049866"/>
                      <a:gd name="connsiteX9-85" fmla="*/ 2334464 w 4673016"/>
                      <a:gd name="connsiteY9-86" fmla="*/ 626533 h 1049866"/>
                      <a:gd name="connsiteX10-87" fmla="*/ 3756864 w 4673016"/>
                      <a:gd name="connsiteY10-88" fmla="*/ 0 h 1049866"/>
                      <a:gd name="connsiteX0-89" fmla="*/ 3756864 w 4673016"/>
                      <a:gd name="connsiteY0-90" fmla="*/ 0 h 1049866"/>
                      <a:gd name="connsiteX1-91" fmla="*/ 4673016 w 4673016"/>
                      <a:gd name="connsiteY1-92" fmla="*/ 239402 h 1049866"/>
                      <a:gd name="connsiteX2-93" fmla="*/ 3993931 w 4673016"/>
                      <a:gd name="connsiteY2-94" fmla="*/ 541866 h 1049866"/>
                      <a:gd name="connsiteX3-95" fmla="*/ 3794818 w 4673016"/>
                      <a:gd name="connsiteY3-96" fmla="*/ 436179 h 1049866"/>
                      <a:gd name="connsiteX4-97" fmla="*/ 2300598 w 4673016"/>
                      <a:gd name="connsiteY4-98" fmla="*/ 1049866 h 1049866"/>
                      <a:gd name="connsiteX5-99" fmla="*/ 912064 w 4673016"/>
                      <a:gd name="connsiteY5-100" fmla="*/ 457200 h 1049866"/>
                      <a:gd name="connsiteX6-101" fmla="*/ 624198 w 4673016"/>
                      <a:gd name="connsiteY6-102" fmla="*/ 541866 h 1049866"/>
                      <a:gd name="connsiteX7-103" fmla="*/ 0 w 4673016"/>
                      <a:gd name="connsiteY7-104" fmla="*/ 232979 h 1049866"/>
                      <a:gd name="connsiteX8-105" fmla="*/ 912064 w 4673016"/>
                      <a:gd name="connsiteY8-106" fmla="*/ 16933 h 1049866"/>
                      <a:gd name="connsiteX9-107" fmla="*/ 2323954 w 4673016"/>
                      <a:gd name="connsiteY9-108" fmla="*/ 616023 h 1049866"/>
                      <a:gd name="connsiteX10-109" fmla="*/ 3756864 w 4673016"/>
                      <a:gd name="connsiteY10-110" fmla="*/ 0 h 1049866"/>
                      <a:gd name="connsiteX0-111" fmla="*/ 3756864 w 4673016"/>
                      <a:gd name="connsiteY0-112" fmla="*/ 0 h 1049866"/>
                      <a:gd name="connsiteX1-113" fmla="*/ 4673016 w 4673016"/>
                      <a:gd name="connsiteY1-114" fmla="*/ 239402 h 1049866"/>
                      <a:gd name="connsiteX2-115" fmla="*/ 3993931 w 4673016"/>
                      <a:gd name="connsiteY2-116" fmla="*/ 541866 h 1049866"/>
                      <a:gd name="connsiteX3-117" fmla="*/ 3794818 w 4673016"/>
                      <a:gd name="connsiteY3-118" fmla="*/ 436179 h 1049866"/>
                      <a:gd name="connsiteX4-119" fmla="*/ 2300598 w 4673016"/>
                      <a:gd name="connsiteY4-120" fmla="*/ 1049866 h 1049866"/>
                      <a:gd name="connsiteX5-121" fmla="*/ 912064 w 4673016"/>
                      <a:gd name="connsiteY5-122" fmla="*/ 457200 h 1049866"/>
                      <a:gd name="connsiteX6-123" fmla="*/ 624198 w 4673016"/>
                      <a:gd name="connsiteY6-124" fmla="*/ 541866 h 1049866"/>
                      <a:gd name="connsiteX7-125" fmla="*/ 0 w 4673016"/>
                      <a:gd name="connsiteY7-126" fmla="*/ 275021 h 1049866"/>
                      <a:gd name="connsiteX8-127" fmla="*/ 912064 w 4673016"/>
                      <a:gd name="connsiteY8-128" fmla="*/ 16933 h 1049866"/>
                      <a:gd name="connsiteX9-129" fmla="*/ 2323954 w 4673016"/>
                      <a:gd name="connsiteY9-130" fmla="*/ 616023 h 1049866"/>
                      <a:gd name="connsiteX10-131" fmla="*/ 3756864 w 4673016"/>
                      <a:gd name="connsiteY10-132" fmla="*/ 0 h 1049866"/>
                      <a:gd name="connsiteX0-133" fmla="*/ 3756864 w 4673016"/>
                      <a:gd name="connsiteY0-134" fmla="*/ 0 h 1049866"/>
                      <a:gd name="connsiteX1-135" fmla="*/ 4673016 w 4673016"/>
                      <a:gd name="connsiteY1-136" fmla="*/ 239402 h 1049866"/>
                      <a:gd name="connsiteX2-137" fmla="*/ 3993931 w 4673016"/>
                      <a:gd name="connsiteY2-138" fmla="*/ 541866 h 1049866"/>
                      <a:gd name="connsiteX3-139" fmla="*/ 3815839 w 4673016"/>
                      <a:gd name="connsiteY3-140" fmla="*/ 467710 h 1049866"/>
                      <a:gd name="connsiteX4-141" fmla="*/ 2300598 w 4673016"/>
                      <a:gd name="connsiteY4-142" fmla="*/ 1049866 h 1049866"/>
                      <a:gd name="connsiteX5-143" fmla="*/ 912064 w 4673016"/>
                      <a:gd name="connsiteY5-144" fmla="*/ 457200 h 1049866"/>
                      <a:gd name="connsiteX6-145" fmla="*/ 624198 w 4673016"/>
                      <a:gd name="connsiteY6-146" fmla="*/ 541866 h 1049866"/>
                      <a:gd name="connsiteX7-147" fmla="*/ 0 w 4673016"/>
                      <a:gd name="connsiteY7-148" fmla="*/ 275021 h 1049866"/>
                      <a:gd name="connsiteX8-149" fmla="*/ 912064 w 4673016"/>
                      <a:gd name="connsiteY8-150" fmla="*/ 16933 h 1049866"/>
                      <a:gd name="connsiteX9-151" fmla="*/ 2323954 w 4673016"/>
                      <a:gd name="connsiteY9-152" fmla="*/ 616023 h 1049866"/>
                      <a:gd name="connsiteX10-153" fmla="*/ 3756864 w 4673016"/>
                      <a:gd name="connsiteY10-154" fmla="*/ 0 h 104986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66" name="Freeform 765"/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67" name="Freeform 766"/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68" name="Freeform 767"/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-1" fmla="*/ 168165 w 3731172"/>
                      <a:gd name="connsiteY0-2" fmla="*/ 73572 h 1418896"/>
                      <a:gd name="connsiteX1-3" fmla="*/ 451945 w 3731172"/>
                      <a:gd name="connsiteY1-4" fmla="*/ 0 h 1418896"/>
                      <a:gd name="connsiteX2-5" fmla="*/ 1881352 w 3731172"/>
                      <a:gd name="connsiteY2-6" fmla="*/ 599089 h 1418896"/>
                      <a:gd name="connsiteX3-7" fmla="*/ 3363310 w 3731172"/>
                      <a:gd name="connsiteY3-8" fmla="*/ 0 h 1418896"/>
                      <a:gd name="connsiteX4-9" fmla="*/ 3584027 w 3731172"/>
                      <a:gd name="connsiteY4-10" fmla="*/ 73572 h 1418896"/>
                      <a:gd name="connsiteX5-11" fmla="*/ 2627586 w 3731172"/>
                      <a:gd name="connsiteY5-12" fmla="*/ 441434 h 1418896"/>
                      <a:gd name="connsiteX6-13" fmla="*/ 2596055 w 3731172"/>
                      <a:gd name="connsiteY6-14" fmla="*/ 914400 h 1418896"/>
                      <a:gd name="connsiteX7-15" fmla="*/ 3731172 w 3731172"/>
                      <a:gd name="connsiteY7-16" fmla="*/ 1345324 h 1418896"/>
                      <a:gd name="connsiteX8-17" fmla="*/ 3447393 w 3731172"/>
                      <a:gd name="connsiteY8-18" fmla="*/ 1408386 h 1418896"/>
                      <a:gd name="connsiteX9-19" fmla="*/ 1870841 w 3731172"/>
                      <a:gd name="connsiteY9-20" fmla="*/ 746234 h 1418896"/>
                      <a:gd name="connsiteX10-21" fmla="*/ 262758 w 3731172"/>
                      <a:gd name="connsiteY10-22" fmla="*/ 1418896 h 1418896"/>
                      <a:gd name="connsiteX11-23" fmla="*/ 0 w 3731172"/>
                      <a:gd name="connsiteY11-24" fmla="*/ 1324303 h 1418896"/>
                      <a:gd name="connsiteX12-25" fmla="*/ 1145627 w 3731172"/>
                      <a:gd name="connsiteY12-26" fmla="*/ 882869 h 1418896"/>
                      <a:gd name="connsiteX13-27" fmla="*/ 1114096 w 3731172"/>
                      <a:gd name="connsiteY13-28" fmla="*/ 409903 h 1418896"/>
                      <a:gd name="connsiteX14-29" fmla="*/ 441434 w 3731172"/>
                      <a:gd name="connsiteY14-30" fmla="*/ 10510 h 1418896"/>
                      <a:gd name="connsiteX15-31" fmla="*/ 441434 w 3731172"/>
                      <a:gd name="connsiteY15-32" fmla="*/ 10510 h 1418896"/>
                      <a:gd name="connsiteX0-33" fmla="*/ 168165 w 3731172"/>
                      <a:gd name="connsiteY0-34" fmla="*/ 73572 h 1418896"/>
                      <a:gd name="connsiteX1-35" fmla="*/ 451945 w 3731172"/>
                      <a:gd name="connsiteY1-36" fmla="*/ 0 h 1418896"/>
                      <a:gd name="connsiteX2-37" fmla="*/ 1881352 w 3731172"/>
                      <a:gd name="connsiteY2-38" fmla="*/ 599089 h 1418896"/>
                      <a:gd name="connsiteX3-39" fmla="*/ 3363310 w 3731172"/>
                      <a:gd name="connsiteY3-40" fmla="*/ 0 h 1418896"/>
                      <a:gd name="connsiteX4-41" fmla="*/ 3584027 w 3731172"/>
                      <a:gd name="connsiteY4-42" fmla="*/ 73572 h 1418896"/>
                      <a:gd name="connsiteX5-43" fmla="*/ 2627586 w 3731172"/>
                      <a:gd name="connsiteY5-44" fmla="*/ 441434 h 1418896"/>
                      <a:gd name="connsiteX6-45" fmla="*/ 2596055 w 3731172"/>
                      <a:gd name="connsiteY6-46" fmla="*/ 914400 h 1418896"/>
                      <a:gd name="connsiteX7-47" fmla="*/ 3731172 w 3731172"/>
                      <a:gd name="connsiteY7-48" fmla="*/ 1345324 h 1418896"/>
                      <a:gd name="connsiteX8-49" fmla="*/ 3447393 w 3731172"/>
                      <a:gd name="connsiteY8-50" fmla="*/ 1408386 h 1418896"/>
                      <a:gd name="connsiteX9-51" fmla="*/ 1870841 w 3731172"/>
                      <a:gd name="connsiteY9-52" fmla="*/ 746234 h 1418896"/>
                      <a:gd name="connsiteX10-53" fmla="*/ 262758 w 3731172"/>
                      <a:gd name="connsiteY10-54" fmla="*/ 1418896 h 1418896"/>
                      <a:gd name="connsiteX11-55" fmla="*/ 0 w 3731172"/>
                      <a:gd name="connsiteY11-56" fmla="*/ 1324303 h 1418896"/>
                      <a:gd name="connsiteX12-57" fmla="*/ 1145627 w 3731172"/>
                      <a:gd name="connsiteY12-58" fmla="*/ 882869 h 1418896"/>
                      <a:gd name="connsiteX13-59" fmla="*/ 1114096 w 3731172"/>
                      <a:gd name="connsiteY13-60" fmla="*/ 409903 h 1418896"/>
                      <a:gd name="connsiteX14-61" fmla="*/ 441434 w 3731172"/>
                      <a:gd name="connsiteY14-62" fmla="*/ 10510 h 1418896"/>
                      <a:gd name="connsiteX0-63" fmla="*/ 168165 w 3731172"/>
                      <a:gd name="connsiteY0-64" fmla="*/ 73572 h 1418896"/>
                      <a:gd name="connsiteX1-65" fmla="*/ 451945 w 3731172"/>
                      <a:gd name="connsiteY1-66" fmla="*/ 0 h 1418896"/>
                      <a:gd name="connsiteX2-67" fmla="*/ 1881352 w 3731172"/>
                      <a:gd name="connsiteY2-68" fmla="*/ 599089 h 1418896"/>
                      <a:gd name="connsiteX3-69" fmla="*/ 3363310 w 3731172"/>
                      <a:gd name="connsiteY3-70" fmla="*/ 0 h 1418896"/>
                      <a:gd name="connsiteX4-71" fmla="*/ 3584027 w 3731172"/>
                      <a:gd name="connsiteY4-72" fmla="*/ 73572 h 1418896"/>
                      <a:gd name="connsiteX5-73" fmla="*/ 2627586 w 3731172"/>
                      <a:gd name="connsiteY5-74" fmla="*/ 441434 h 1418896"/>
                      <a:gd name="connsiteX6-75" fmla="*/ 2596055 w 3731172"/>
                      <a:gd name="connsiteY6-76" fmla="*/ 914400 h 1418896"/>
                      <a:gd name="connsiteX7-77" fmla="*/ 3731172 w 3731172"/>
                      <a:gd name="connsiteY7-78" fmla="*/ 1345324 h 1418896"/>
                      <a:gd name="connsiteX8-79" fmla="*/ 3447393 w 3731172"/>
                      <a:gd name="connsiteY8-80" fmla="*/ 1408386 h 1418896"/>
                      <a:gd name="connsiteX9-81" fmla="*/ 1870841 w 3731172"/>
                      <a:gd name="connsiteY9-82" fmla="*/ 746234 h 1418896"/>
                      <a:gd name="connsiteX10-83" fmla="*/ 262758 w 3731172"/>
                      <a:gd name="connsiteY10-84" fmla="*/ 1418896 h 1418896"/>
                      <a:gd name="connsiteX11-85" fmla="*/ 0 w 3731172"/>
                      <a:gd name="connsiteY11-86" fmla="*/ 1324303 h 1418896"/>
                      <a:gd name="connsiteX12-87" fmla="*/ 1145627 w 3731172"/>
                      <a:gd name="connsiteY12-88" fmla="*/ 882869 h 1418896"/>
                      <a:gd name="connsiteX13-89" fmla="*/ 1114096 w 3731172"/>
                      <a:gd name="connsiteY13-90" fmla="*/ 409903 h 1418896"/>
                      <a:gd name="connsiteX14-91" fmla="*/ 357351 w 3731172"/>
                      <a:gd name="connsiteY14-92" fmla="*/ 115613 h 1418896"/>
                      <a:gd name="connsiteX0-93" fmla="*/ 168165 w 3731172"/>
                      <a:gd name="connsiteY0-94" fmla="*/ 73572 h 1418896"/>
                      <a:gd name="connsiteX1-95" fmla="*/ 451945 w 3731172"/>
                      <a:gd name="connsiteY1-96" fmla="*/ 0 h 1418896"/>
                      <a:gd name="connsiteX2-97" fmla="*/ 1881352 w 3731172"/>
                      <a:gd name="connsiteY2-98" fmla="*/ 599089 h 1418896"/>
                      <a:gd name="connsiteX3-99" fmla="*/ 3363310 w 3731172"/>
                      <a:gd name="connsiteY3-100" fmla="*/ 0 h 1418896"/>
                      <a:gd name="connsiteX4-101" fmla="*/ 3584027 w 3731172"/>
                      <a:gd name="connsiteY4-102" fmla="*/ 73572 h 1418896"/>
                      <a:gd name="connsiteX5-103" fmla="*/ 2627586 w 3731172"/>
                      <a:gd name="connsiteY5-104" fmla="*/ 441434 h 1418896"/>
                      <a:gd name="connsiteX6-105" fmla="*/ 2596055 w 3731172"/>
                      <a:gd name="connsiteY6-106" fmla="*/ 914400 h 1418896"/>
                      <a:gd name="connsiteX7-107" fmla="*/ 3731172 w 3731172"/>
                      <a:gd name="connsiteY7-108" fmla="*/ 1345324 h 1418896"/>
                      <a:gd name="connsiteX8-109" fmla="*/ 3447393 w 3731172"/>
                      <a:gd name="connsiteY8-110" fmla="*/ 1408386 h 1418896"/>
                      <a:gd name="connsiteX9-111" fmla="*/ 1870841 w 3731172"/>
                      <a:gd name="connsiteY9-112" fmla="*/ 746234 h 1418896"/>
                      <a:gd name="connsiteX10-113" fmla="*/ 262758 w 3731172"/>
                      <a:gd name="connsiteY10-114" fmla="*/ 1418896 h 1418896"/>
                      <a:gd name="connsiteX11-115" fmla="*/ 0 w 3731172"/>
                      <a:gd name="connsiteY11-116" fmla="*/ 1324303 h 1418896"/>
                      <a:gd name="connsiteX12-117" fmla="*/ 1145627 w 3731172"/>
                      <a:gd name="connsiteY12-118" fmla="*/ 882869 h 1418896"/>
                      <a:gd name="connsiteX13-119" fmla="*/ 1114096 w 3731172"/>
                      <a:gd name="connsiteY13-120" fmla="*/ 409903 h 1418896"/>
                      <a:gd name="connsiteX14-121" fmla="*/ 147144 w 3731172"/>
                      <a:gd name="connsiteY14-122" fmla="*/ 63061 h 1418896"/>
                      <a:gd name="connsiteX0-123" fmla="*/ 168165 w 3731172"/>
                      <a:gd name="connsiteY0-124" fmla="*/ 73572 h 1418896"/>
                      <a:gd name="connsiteX1-125" fmla="*/ 451945 w 3731172"/>
                      <a:gd name="connsiteY1-126" fmla="*/ 0 h 1418896"/>
                      <a:gd name="connsiteX2-127" fmla="*/ 1881352 w 3731172"/>
                      <a:gd name="connsiteY2-128" fmla="*/ 599089 h 1418896"/>
                      <a:gd name="connsiteX3-129" fmla="*/ 3363310 w 3731172"/>
                      <a:gd name="connsiteY3-130" fmla="*/ 0 h 1418896"/>
                      <a:gd name="connsiteX4-131" fmla="*/ 3584027 w 3731172"/>
                      <a:gd name="connsiteY4-132" fmla="*/ 73572 h 1418896"/>
                      <a:gd name="connsiteX5-133" fmla="*/ 2627586 w 3731172"/>
                      <a:gd name="connsiteY5-134" fmla="*/ 441434 h 1418896"/>
                      <a:gd name="connsiteX6-135" fmla="*/ 2596055 w 3731172"/>
                      <a:gd name="connsiteY6-136" fmla="*/ 914400 h 1418896"/>
                      <a:gd name="connsiteX7-137" fmla="*/ 3731172 w 3731172"/>
                      <a:gd name="connsiteY7-138" fmla="*/ 1345324 h 1418896"/>
                      <a:gd name="connsiteX8-139" fmla="*/ 3447393 w 3731172"/>
                      <a:gd name="connsiteY8-140" fmla="*/ 1408386 h 1418896"/>
                      <a:gd name="connsiteX9-141" fmla="*/ 1870841 w 3731172"/>
                      <a:gd name="connsiteY9-142" fmla="*/ 746234 h 1418896"/>
                      <a:gd name="connsiteX10-143" fmla="*/ 262758 w 3731172"/>
                      <a:gd name="connsiteY10-144" fmla="*/ 1418896 h 1418896"/>
                      <a:gd name="connsiteX11-145" fmla="*/ 0 w 3731172"/>
                      <a:gd name="connsiteY11-146" fmla="*/ 1324303 h 1418896"/>
                      <a:gd name="connsiteX12-147" fmla="*/ 1145627 w 3731172"/>
                      <a:gd name="connsiteY12-148" fmla="*/ 882869 h 1418896"/>
                      <a:gd name="connsiteX13-149" fmla="*/ 1114096 w 3731172"/>
                      <a:gd name="connsiteY13-150" fmla="*/ 420413 h 1418896"/>
                      <a:gd name="connsiteX14-151" fmla="*/ 147144 w 3731172"/>
                      <a:gd name="connsiteY14-152" fmla="*/ 63061 h 1418896"/>
                      <a:gd name="connsiteX0-153" fmla="*/ 168165 w 3731172"/>
                      <a:gd name="connsiteY0-154" fmla="*/ 73572 h 1418896"/>
                      <a:gd name="connsiteX1-155" fmla="*/ 451945 w 3731172"/>
                      <a:gd name="connsiteY1-156" fmla="*/ 0 h 1418896"/>
                      <a:gd name="connsiteX2-157" fmla="*/ 1881352 w 3731172"/>
                      <a:gd name="connsiteY2-158" fmla="*/ 599089 h 1418896"/>
                      <a:gd name="connsiteX3-159" fmla="*/ 3363310 w 3731172"/>
                      <a:gd name="connsiteY3-160" fmla="*/ 0 h 1418896"/>
                      <a:gd name="connsiteX4-161" fmla="*/ 3584027 w 3731172"/>
                      <a:gd name="connsiteY4-162" fmla="*/ 73572 h 1418896"/>
                      <a:gd name="connsiteX5-163" fmla="*/ 2627586 w 3731172"/>
                      <a:gd name="connsiteY5-164" fmla="*/ 441434 h 1418896"/>
                      <a:gd name="connsiteX6-165" fmla="*/ 2596055 w 3731172"/>
                      <a:gd name="connsiteY6-166" fmla="*/ 914400 h 1418896"/>
                      <a:gd name="connsiteX7-167" fmla="*/ 3731172 w 3731172"/>
                      <a:gd name="connsiteY7-168" fmla="*/ 1345324 h 1418896"/>
                      <a:gd name="connsiteX8-169" fmla="*/ 3447393 w 3731172"/>
                      <a:gd name="connsiteY8-170" fmla="*/ 1408386 h 1418896"/>
                      <a:gd name="connsiteX9-171" fmla="*/ 1870841 w 3731172"/>
                      <a:gd name="connsiteY9-172" fmla="*/ 746234 h 1418896"/>
                      <a:gd name="connsiteX10-173" fmla="*/ 262758 w 3731172"/>
                      <a:gd name="connsiteY10-174" fmla="*/ 1418896 h 1418896"/>
                      <a:gd name="connsiteX11-175" fmla="*/ 0 w 3731172"/>
                      <a:gd name="connsiteY11-176" fmla="*/ 1324303 h 1418896"/>
                      <a:gd name="connsiteX12-177" fmla="*/ 1145627 w 3731172"/>
                      <a:gd name="connsiteY12-178" fmla="*/ 882869 h 1418896"/>
                      <a:gd name="connsiteX13-179" fmla="*/ 1114096 w 3731172"/>
                      <a:gd name="connsiteY13-180" fmla="*/ 420413 h 1418896"/>
                      <a:gd name="connsiteX14-181" fmla="*/ 189185 w 3731172"/>
                      <a:gd name="connsiteY14-182" fmla="*/ 84081 h 1418896"/>
                      <a:gd name="connsiteX0-183" fmla="*/ 168165 w 3731172"/>
                      <a:gd name="connsiteY0-184" fmla="*/ 73572 h 1418896"/>
                      <a:gd name="connsiteX1-185" fmla="*/ 451945 w 3731172"/>
                      <a:gd name="connsiteY1-186" fmla="*/ 0 h 1418896"/>
                      <a:gd name="connsiteX2-187" fmla="*/ 1881352 w 3731172"/>
                      <a:gd name="connsiteY2-188" fmla="*/ 599089 h 1418896"/>
                      <a:gd name="connsiteX3-189" fmla="*/ 3363310 w 3731172"/>
                      <a:gd name="connsiteY3-190" fmla="*/ 0 h 1418896"/>
                      <a:gd name="connsiteX4-191" fmla="*/ 3584027 w 3731172"/>
                      <a:gd name="connsiteY4-192" fmla="*/ 73572 h 1418896"/>
                      <a:gd name="connsiteX5-193" fmla="*/ 2627586 w 3731172"/>
                      <a:gd name="connsiteY5-194" fmla="*/ 441434 h 1418896"/>
                      <a:gd name="connsiteX6-195" fmla="*/ 2596055 w 3731172"/>
                      <a:gd name="connsiteY6-196" fmla="*/ 914400 h 1418896"/>
                      <a:gd name="connsiteX7-197" fmla="*/ 3731172 w 3731172"/>
                      <a:gd name="connsiteY7-198" fmla="*/ 1345324 h 1418896"/>
                      <a:gd name="connsiteX8-199" fmla="*/ 3447393 w 3731172"/>
                      <a:gd name="connsiteY8-200" fmla="*/ 1408386 h 1418896"/>
                      <a:gd name="connsiteX9-201" fmla="*/ 1870841 w 3731172"/>
                      <a:gd name="connsiteY9-202" fmla="*/ 746234 h 1418896"/>
                      <a:gd name="connsiteX10-203" fmla="*/ 262758 w 3731172"/>
                      <a:gd name="connsiteY10-204" fmla="*/ 1418896 h 1418896"/>
                      <a:gd name="connsiteX11-205" fmla="*/ 0 w 3731172"/>
                      <a:gd name="connsiteY11-206" fmla="*/ 1324303 h 1418896"/>
                      <a:gd name="connsiteX12-207" fmla="*/ 1145627 w 3731172"/>
                      <a:gd name="connsiteY12-208" fmla="*/ 882869 h 1418896"/>
                      <a:gd name="connsiteX13-209" fmla="*/ 1114096 w 3731172"/>
                      <a:gd name="connsiteY13-210" fmla="*/ 420413 h 1418896"/>
                      <a:gd name="connsiteX14-211" fmla="*/ 189185 w 3731172"/>
                      <a:gd name="connsiteY14-212" fmla="*/ 84081 h 1418896"/>
                      <a:gd name="connsiteX15-213" fmla="*/ 168165 w 3731172"/>
                      <a:gd name="connsiteY15-214" fmla="*/ 73572 h 1418896"/>
                      <a:gd name="connsiteX0-215" fmla="*/ 168165 w 3731172"/>
                      <a:gd name="connsiteY0-216" fmla="*/ 73572 h 1418896"/>
                      <a:gd name="connsiteX1-217" fmla="*/ 451945 w 3731172"/>
                      <a:gd name="connsiteY1-218" fmla="*/ 0 h 1418896"/>
                      <a:gd name="connsiteX2-219" fmla="*/ 1881352 w 3731172"/>
                      <a:gd name="connsiteY2-220" fmla="*/ 599089 h 1418896"/>
                      <a:gd name="connsiteX3-221" fmla="*/ 3363310 w 3731172"/>
                      <a:gd name="connsiteY3-222" fmla="*/ 0 h 1418896"/>
                      <a:gd name="connsiteX4-223" fmla="*/ 3584027 w 3731172"/>
                      <a:gd name="connsiteY4-224" fmla="*/ 73572 h 1418896"/>
                      <a:gd name="connsiteX5-225" fmla="*/ 2627586 w 3731172"/>
                      <a:gd name="connsiteY5-226" fmla="*/ 441434 h 1418896"/>
                      <a:gd name="connsiteX6-227" fmla="*/ 2596055 w 3731172"/>
                      <a:gd name="connsiteY6-228" fmla="*/ 914400 h 1418896"/>
                      <a:gd name="connsiteX7-229" fmla="*/ 3731172 w 3731172"/>
                      <a:gd name="connsiteY7-230" fmla="*/ 1345324 h 1418896"/>
                      <a:gd name="connsiteX8-231" fmla="*/ 3447393 w 3731172"/>
                      <a:gd name="connsiteY8-232" fmla="*/ 1408386 h 1418896"/>
                      <a:gd name="connsiteX9-233" fmla="*/ 1870841 w 3731172"/>
                      <a:gd name="connsiteY9-234" fmla="*/ 746234 h 1418896"/>
                      <a:gd name="connsiteX10-235" fmla="*/ 262758 w 3731172"/>
                      <a:gd name="connsiteY10-236" fmla="*/ 1418896 h 1418896"/>
                      <a:gd name="connsiteX11-237" fmla="*/ 0 w 3731172"/>
                      <a:gd name="connsiteY11-238" fmla="*/ 1324303 h 1418896"/>
                      <a:gd name="connsiteX12-239" fmla="*/ 1145627 w 3731172"/>
                      <a:gd name="connsiteY12-240" fmla="*/ 882869 h 1418896"/>
                      <a:gd name="connsiteX13-241" fmla="*/ 1156137 w 3731172"/>
                      <a:gd name="connsiteY13-242" fmla="*/ 441434 h 1418896"/>
                      <a:gd name="connsiteX14-243" fmla="*/ 189185 w 3731172"/>
                      <a:gd name="connsiteY14-244" fmla="*/ 84081 h 1418896"/>
                      <a:gd name="connsiteX15-245" fmla="*/ 168165 w 3731172"/>
                      <a:gd name="connsiteY15-246" fmla="*/ 73572 h 1418896"/>
                      <a:gd name="connsiteX0-247" fmla="*/ 168165 w 3731172"/>
                      <a:gd name="connsiteY0-248" fmla="*/ 73572 h 1418896"/>
                      <a:gd name="connsiteX1-249" fmla="*/ 451945 w 3731172"/>
                      <a:gd name="connsiteY1-250" fmla="*/ 0 h 1418896"/>
                      <a:gd name="connsiteX2-251" fmla="*/ 1881352 w 3731172"/>
                      <a:gd name="connsiteY2-252" fmla="*/ 599089 h 1418896"/>
                      <a:gd name="connsiteX3-253" fmla="*/ 3363310 w 3731172"/>
                      <a:gd name="connsiteY3-254" fmla="*/ 0 h 1418896"/>
                      <a:gd name="connsiteX4-255" fmla="*/ 3584027 w 3731172"/>
                      <a:gd name="connsiteY4-256" fmla="*/ 73572 h 1418896"/>
                      <a:gd name="connsiteX5-257" fmla="*/ 2627586 w 3731172"/>
                      <a:gd name="connsiteY5-258" fmla="*/ 441434 h 1418896"/>
                      <a:gd name="connsiteX6-259" fmla="*/ 2596055 w 3731172"/>
                      <a:gd name="connsiteY6-260" fmla="*/ 914400 h 1418896"/>
                      <a:gd name="connsiteX7-261" fmla="*/ 3731172 w 3731172"/>
                      <a:gd name="connsiteY7-262" fmla="*/ 1345324 h 1418896"/>
                      <a:gd name="connsiteX8-263" fmla="*/ 3447393 w 3731172"/>
                      <a:gd name="connsiteY8-264" fmla="*/ 1408386 h 1418896"/>
                      <a:gd name="connsiteX9-265" fmla="*/ 1870841 w 3731172"/>
                      <a:gd name="connsiteY9-266" fmla="*/ 746234 h 1418896"/>
                      <a:gd name="connsiteX10-267" fmla="*/ 262758 w 3731172"/>
                      <a:gd name="connsiteY10-268" fmla="*/ 1418896 h 1418896"/>
                      <a:gd name="connsiteX11-269" fmla="*/ 0 w 3731172"/>
                      <a:gd name="connsiteY11-270" fmla="*/ 1324303 h 1418896"/>
                      <a:gd name="connsiteX12-271" fmla="*/ 1145627 w 3731172"/>
                      <a:gd name="connsiteY12-272" fmla="*/ 882869 h 1418896"/>
                      <a:gd name="connsiteX13-273" fmla="*/ 1145626 w 3731172"/>
                      <a:gd name="connsiteY13-274" fmla="*/ 451945 h 1418896"/>
                      <a:gd name="connsiteX14-275" fmla="*/ 189185 w 3731172"/>
                      <a:gd name="connsiteY14-276" fmla="*/ 84081 h 1418896"/>
                      <a:gd name="connsiteX15-277" fmla="*/ 168165 w 3731172"/>
                      <a:gd name="connsiteY15-278" fmla="*/ 73572 h 1418896"/>
                      <a:gd name="connsiteX0-279" fmla="*/ 168165 w 3731172"/>
                      <a:gd name="connsiteY0-280" fmla="*/ 73572 h 1418896"/>
                      <a:gd name="connsiteX1-281" fmla="*/ 451945 w 3731172"/>
                      <a:gd name="connsiteY1-282" fmla="*/ 0 h 1418896"/>
                      <a:gd name="connsiteX2-283" fmla="*/ 1881352 w 3731172"/>
                      <a:gd name="connsiteY2-284" fmla="*/ 599089 h 1418896"/>
                      <a:gd name="connsiteX3-285" fmla="*/ 3363310 w 3731172"/>
                      <a:gd name="connsiteY3-286" fmla="*/ 0 h 1418896"/>
                      <a:gd name="connsiteX4-287" fmla="*/ 3584027 w 3731172"/>
                      <a:gd name="connsiteY4-288" fmla="*/ 73572 h 1418896"/>
                      <a:gd name="connsiteX5-289" fmla="*/ 2627586 w 3731172"/>
                      <a:gd name="connsiteY5-290" fmla="*/ 441434 h 1418896"/>
                      <a:gd name="connsiteX6-291" fmla="*/ 2596055 w 3731172"/>
                      <a:gd name="connsiteY6-292" fmla="*/ 914400 h 1418896"/>
                      <a:gd name="connsiteX7-293" fmla="*/ 3731172 w 3731172"/>
                      <a:gd name="connsiteY7-294" fmla="*/ 1345324 h 1418896"/>
                      <a:gd name="connsiteX8-295" fmla="*/ 3447393 w 3731172"/>
                      <a:gd name="connsiteY8-296" fmla="*/ 1408386 h 1418896"/>
                      <a:gd name="connsiteX9-297" fmla="*/ 1870841 w 3731172"/>
                      <a:gd name="connsiteY9-298" fmla="*/ 746234 h 1418896"/>
                      <a:gd name="connsiteX10-299" fmla="*/ 262758 w 3731172"/>
                      <a:gd name="connsiteY10-300" fmla="*/ 1418896 h 1418896"/>
                      <a:gd name="connsiteX11-301" fmla="*/ 0 w 3731172"/>
                      <a:gd name="connsiteY11-302" fmla="*/ 1324303 h 1418896"/>
                      <a:gd name="connsiteX12-303" fmla="*/ 1145627 w 3731172"/>
                      <a:gd name="connsiteY12-304" fmla="*/ 903890 h 1418896"/>
                      <a:gd name="connsiteX13-305" fmla="*/ 1145626 w 3731172"/>
                      <a:gd name="connsiteY13-306" fmla="*/ 451945 h 1418896"/>
                      <a:gd name="connsiteX14-307" fmla="*/ 189185 w 3731172"/>
                      <a:gd name="connsiteY14-308" fmla="*/ 84081 h 1418896"/>
                      <a:gd name="connsiteX15-309" fmla="*/ 168165 w 3731172"/>
                      <a:gd name="connsiteY15-310" fmla="*/ 73572 h 1418896"/>
                      <a:gd name="connsiteX0-311" fmla="*/ 147144 w 3710151"/>
                      <a:gd name="connsiteY0-312" fmla="*/ 73572 h 1418896"/>
                      <a:gd name="connsiteX1-313" fmla="*/ 430924 w 3710151"/>
                      <a:gd name="connsiteY1-314" fmla="*/ 0 h 1418896"/>
                      <a:gd name="connsiteX2-315" fmla="*/ 1860331 w 3710151"/>
                      <a:gd name="connsiteY2-316" fmla="*/ 599089 h 1418896"/>
                      <a:gd name="connsiteX3-317" fmla="*/ 3342289 w 3710151"/>
                      <a:gd name="connsiteY3-318" fmla="*/ 0 h 1418896"/>
                      <a:gd name="connsiteX4-319" fmla="*/ 3563006 w 3710151"/>
                      <a:gd name="connsiteY4-320" fmla="*/ 73572 h 1418896"/>
                      <a:gd name="connsiteX5-321" fmla="*/ 2606565 w 3710151"/>
                      <a:gd name="connsiteY5-322" fmla="*/ 441434 h 1418896"/>
                      <a:gd name="connsiteX6-323" fmla="*/ 2575034 w 3710151"/>
                      <a:gd name="connsiteY6-324" fmla="*/ 914400 h 1418896"/>
                      <a:gd name="connsiteX7-325" fmla="*/ 3710151 w 3710151"/>
                      <a:gd name="connsiteY7-326" fmla="*/ 1345324 h 1418896"/>
                      <a:gd name="connsiteX8-327" fmla="*/ 3426372 w 3710151"/>
                      <a:gd name="connsiteY8-328" fmla="*/ 1408386 h 1418896"/>
                      <a:gd name="connsiteX9-329" fmla="*/ 1849820 w 3710151"/>
                      <a:gd name="connsiteY9-330" fmla="*/ 746234 h 1418896"/>
                      <a:gd name="connsiteX10-331" fmla="*/ 241737 w 3710151"/>
                      <a:gd name="connsiteY10-332" fmla="*/ 1418896 h 1418896"/>
                      <a:gd name="connsiteX11-333" fmla="*/ 0 w 3710151"/>
                      <a:gd name="connsiteY11-334" fmla="*/ 1334814 h 1418896"/>
                      <a:gd name="connsiteX12-335" fmla="*/ 1124606 w 3710151"/>
                      <a:gd name="connsiteY12-336" fmla="*/ 903890 h 1418896"/>
                      <a:gd name="connsiteX13-337" fmla="*/ 1124605 w 3710151"/>
                      <a:gd name="connsiteY13-338" fmla="*/ 451945 h 1418896"/>
                      <a:gd name="connsiteX14-339" fmla="*/ 168164 w 3710151"/>
                      <a:gd name="connsiteY14-340" fmla="*/ 84081 h 1418896"/>
                      <a:gd name="connsiteX15-341" fmla="*/ 147144 w 3710151"/>
                      <a:gd name="connsiteY15-342" fmla="*/ 73572 h 1418896"/>
                      <a:gd name="connsiteX0-343" fmla="*/ 147144 w 3710151"/>
                      <a:gd name="connsiteY0-344" fmla="*/ 73572 h 1418896"/>
                      <a:gd name="connsiteX1-345" fmla="*/ 430924 w 3710151"/>
                      <a:gd name="connsiteY1-346" fmla="*/ 0 h 1418896"/>
                      <a:gd name="connsiteX2-347" fmla="*/ 1860331 w 3710151"/>
                      <a:gd name="connsiteY2-348" fmla="*/ 599089 h 1418896"/>
                      <a:gd name="connsiteX3-349" fmla="*/ 3342289 w 3710151"/>
                      <a:gd name="connsiteY3-350" fmla="*/ 0 h 1418896"/>
                      <a:gd name="connsiteX4-351" fmla="*/ 3563006 w 3710151"/>
                      <a:gd name="connsiteY4-352" fmla="*/ 73572 h 1418896"/>
                      <a:gd name="connsiteX5-353" fmla="*/ 2606565 w 3710151"/>
                      <a:gd name="connsiteY5-354" fmla="*/ 441434 h 1418896"/>
                      <a:gd name="connsiteX6-355" fmla="*/ 2606565 w 3710151"/>
                      <a:gd name="connsiteY6-356" fmla="*/ 924910 h 1418896"/>
                      <a:gd name="connsiteX7-357" fmla="*/ 3710151 w 3710151"/>
                      <a:gd name="connsiteY7-358" fmla="*/ 1345324 h 1418896"/>
                      <a:gd name="connsiteX8-359" fmla="*/ 3426372 w 3710151"/>
                      <a:gd name="connsiteY8-360" fmla="*/ 1408386 h 1418896"/>
                      <a:gd name="connsiteX9-361" fmla="*/ 1849820 w 3710151"/>
                      <a:gd name="connsiteY9-362" fmla="*/ 746234 h 1418896"/>
                      <a:gd name="connsiteX10-363" fmla="*/ 241737 w 3710151"/>
                      <a:gd name="connsiteY10-364" fmla="*/ 1418896 h 1418896"/>
                      <a:gd name="connsiteX11-365" fmla="*/ 0 w 3710151"/>
                      <a:gd name="connsiteY11-366" fmla="*/ 1334814 h 1418896"/>
                      <a:gd name="connsiteX12-367" fmla="*/ 1124606 w 3710151"/>
                      <a:gd name="connsiteY12-368" fmla="*/ 903890 h 1418896"/>
                      <a:gd name="connsiteX13-369" fmla="*/ 1124605 w 3710151"/>
                      <a:gd name="connsiteY13-370" fmla="*/ 451945 h 1418896"/>
                      <a:gd name="connsiteX14-371" fmla="*/ 168164 w 3710151"/>
                      <a:gd name="connsiteY14-372" fmla="*/ 84081 h 1418896"/>
                      <a:gd name="connsiteX15-373" fmla="*/ 147144 w 3710151"/>
                      <a:gd name="connsiteY15-374" fmla="*/ 73572 h 1418896"/>
                      <a:gd name="connsiteX0-375" fmla="*/ 147144 w 3710151"/>
                      <a:gd name="connsiteY0-376" fmla="*/ 73572 h 1418896"/>
                      <a:gd name="connsiteX1-377" fmla="*/ 430924 w 3710151"/>
                      <a:gd name="connsiteY1-378" fmla="*/ 0 h 1418896"/>
                      <a:gd name="connsiteX2-379" fmla="*/ 1860331 w 3710151"/>
                      <a:gd name="connsiteY2-380" fmla="*/ 599089 h 1418896"/>
                      <a:gd name="connsiteX3-381" fmla="*/ 3342289 w 3710151"/>
                      <a:gd name="connsiteY3-382" fmla="*/ 0 h 1418896"/>
                      <a:gd name="connsiteX4-383" fmla="*/ 3563006 w 3710151"/>
                      <a:gd name="connsiteY4-384" fmla="*/ 73572 h 1418896"/>
                      <a:gd name="connsiteX5-385" fmla="*/ 2606565 w 3710151"/>
                      <a:gd name="connsiteY5-386" fmla="*/ 441434 h 1418896"/>
                      <a:gd name="connsiteX6-387" fmla="*/ 2610282 w 3710151"/>
                      <a:gd name="connsiteY6-388" fmla="*/ 902607 h 1418896"/>
                      <a:gd name="connsiteX7-389" fmla="*/ 3710151 w 3710151"/>
                      <a:gd name="connsiteY7-390" fmla="*/ 1345324 h 1418896"/>
                      <a:gd name="connsiteX8-391" fmla="*/ 3426372 w 3710151"/>
                      <a:gd name="connsiteY8-392" fmla="*/ 1408386 h 1418896"/>
                      <a:gd name="connsiteX9-393" fmla="*/ 1849820 w 3710151"/>
                      <a:gd name="connsiteY9-394" fmla="*/ 746234 h 1418896"/>
                      <a:gd name="connsiteX10-395" fmla="*/ 241737 w 3710151"/>
                      <a:gd name="connsiteY10-396" fmla="*/ 1418896 h 1418896"/>
                      <a:gd name="connsiteX11-397" fmla="*/ 0 w 3710151"/>
                      <a:gd name="connsiteY11-398" fmla="*/ 1334814 h 1418896"/>
                      <a:gd name="connsiteX12-399" fmla="*/ 1124606 w 3710151"/>
                      <a:gd name="connsiteY12-400" fmla="*/ 903890 h 1418896"/>
                      <a:gd name="connsiteX13-401" fmla="*/ 1124605 w 3710151"/>
                      <a:gd name="connsiteY13-402" fmla="*/ 451945 h 1418896"/>
                      <a:gd name="connsiteX14-403" fmla="*/ 168164 w 3710151"/>
                      <a:gd name="connsiteY14-404" fmla="*/ 84081 h 1418896"/>
                      <a:gd name="connsiteX15-405" fmla="*/ 147144 w 3710151"/>
                      <a:gd name="connsiteY15-406" fmla="*/ 73572 h 1418896"/>
                      <a:gd name="connsiteX0-407" fmla="*/ 147144 w 3710151"/>
                      <a:gd name="connsiteY0-408" fmla="*/ 73572 h 1418896"/>
                      <a:gd name="connsiteX1-409" fmla="*/ 430924 w 3710151"/>
                      <a:gd name="connsiteY1-410" fmla="*/ 0 h 1418896"/>
                      <a:gd name="connsiteX2-411" fmla="*/ 1860331 w 3710151"/>
                      <a:gd name="connsiteY2-412" fmla="*/ 599089 h 1418896"/>
                      <a:gd name="connsiteX3-413" fmla="*/ 3342289 w 3710151"/>
                      <a:gd name="connsiteY3-414" fmla="*/ 0 h 1418896"/>
                      <a:gd name="connsiteX4-415" fmla="*/ 3563006 w 3710151"/>
                      <a:gd name="connsiteY4-416" fmla="*/ 73572 h 1418896"/>
                      <a:gd name="connsiteX5-417" fmla="*/ 2617717 w 3710151"/>
                      <a:gd name="connsiteY5-418" fmla="*/ 445151 h 1418896"/>
                      <a:gd name="connsiteX6-419" fmla="*/ 2610282 w 3710151"/>
                      <a:gd name="connsiteY6-420" fmla="*/ 902607 h 1418896"/>
                      <a:gd name="connsiteX7-421" fmla="*/ 3710151 w 3710151"/>
                      <a:gd name="connsiteY7-422" fmla="*/ 1345324 h 1418896"/>
                      <a:gd name="connsiteX8-423" fmla="*/ 3426372 w 3710151"/>
                      <a:gd name="connsiteY8-424" fmla="*/ 1408386 h 1418896"/>
                      <a:gd name="connsiteX9-425" fmla="*/ 1849820 w 3710151"/>
                      <a:gd name="connsiteY9-426" fmla="*/ 746234 h 1418896"/>
                      <a:gd name="connsiteX10-427" fmla="*/ 241737 w 3710151"/>
                      <a:gd name="connsiteY10-428" fmla="*/ 1418896 h 1418896"/>
                      <a:gd name="connsiteX11-429" fmla="*/ 0 w 3710151"/>
                      <a:gd name="connsiteY11-430" fmla="*/ 1334814 h 1418896"/>
                      <a:gd name="connsiteX12-431" fmla="*/ 1124606 w 3710151"/>
                      <a:gd name="connsiteY12-432" fmla="*/ 903890 h 1418896"/>
                      <a:gd name="connsiteX13-433" fmla="*/ 1124605 w 3710151"/>
                      <a:gd name="connsiteY13-434" fmla="*/ 451945 h 1418896"/>
                      <a:gd name="connsiteX14-435" fmla="*/ 168164 w 3710151"/>
                      <a:gd name="connsiteY14-436" fmla="*/ 84081 h 1418896"/>
                      <a:gd name="connsiteX15-437" fmla="*/ 147144 w 3710151"/>
                      <a:gd name="connsiteY15-438" fmla="*/ 73572 h 1418896"/>
                      <a:gd name="connsiteX0-439" fmla="*/ 147144 w 3710151"/>
                      <a:gd name="connsiteY0-440" fmla="*/ 73572 h 1418896"/>
                      <a:gd name="connsiteX1-441" fmla="*/ 430924 w 3710151"/>
                      <a:gd name="connsiteY1-442" fmla="*/ 0 h 1418896"/>
                      <a:gd name="connsiteX2-443" fmla="*/ 1860331 w 3710151"/>
                      <a:gd name="connsiteY2-444" fmla="*/ 599089 h 1418896"/>
                      <a:gd name="connsiteX3-445" fmla="*/ 3342289 w 3710151"/>
                      <a:gd name="connsiteY3-446" fmla="*/ 0 h 1418896"/>
                      <a:gd name="connsiteX4-447" fmla="*/ 3563006 w 3710151"/>
                      <a:gd name="connsiteY4-448" fmla="*/ 73572 h 1418896"/>
                      <a:gd name="connsiteX5-449" fmla="*/ 2617717 w 3710151"/>
                      <a:gd name="connsiteY5-450" fmla="*/ 448868 h 1418896"/>
                      <a:gd name="connsiteX6-451" fmla="*/ 2610282 w 3710151"/>
                      <a:gd name="connsiteY6-452" fmla="*/ 902607 h 1418896"/>
                      <a:gd name="connsiteX7-453" fmla="*/ 3710151 w 3710151"/>
                      <a:gd name="connsiteY7-454" fmla="*/ 1345324 h 1418896"/>
                      <a:gd name="connsiteX8-455" fmla="*/ 3426372 w 3710151"/>
                      <a:gd name="connsiteY8-456" fmla="*/ 1408386 h 1418896"/>
                      <a:gd name="connsiteX9-457" fmla="*/ 1849820 w 3710151"/>
                      <a:gd name="connsiteY9-458" fmla="*/ 746234 h 1418896"/>
                      <a:gd name="connsiteX10-459" fmla="*/ 241737 w 3710151"/>
                      <a:gd name="connsiteY10-460" fmla="*/ 1418896 h 1418896"/>
                      <a:gd name="connsiteX11-461" fmla="*/ 0 w 3710151"/>
                      <a:gd name="connsiteY11-462" fmla="*/ 1334814 h 1418896"/>
                      <a:gd name="connsiteX12-463" fmla="*/ 1124606 w 3710151"/>
                      <a:gd name="connsiteY12-464" fmla="*/ 903890 h 1418896"/>
                      <a:gd name="connsiteX13-465" fmla="*/ 1124605 w 3710151"/>
                      <a:gd name="connsiteY13-466" fmla="*/ 451945 h 1418896"/>
                      <a:gd name="connsiteX14-467" fmla="*/ 168164 w 3710151"/>
                      <a:gd name="connsiteY14-468" fmla="*/ 84081 h 1418896"/>
                      <a:gd name="connsiteX15-469" fmla="*/ 147144 w 3710151"/>
                      <a:gd name="connsiteY15-470" fmla="*/ 73572 h 1418896"/>
                      <a:gd name="connsiteX0-471" fmla="*/ 147144 w 3710151"/>
                      <a:gd name="connsiteY0-472" fmla="*/ 73572 h 1418896"/>
                      <a:gd name="connsiteX1-473" fmla="*/ 430924 w 3710151"/>
                      <a:gd name="connsiteY1-474" fmla="*/ 0 h 1418896"/>
                      <a:gd name="connsiteX2-475" fmla="*/ 1838028 w 3710151"/>
                      <a:gd name="connsiteY2-476" fmla="*/ 591655 h 1418896"/>
                      <a:gd name="connsiteX3-477" fmla="*/ 3342289 w 3710151"/>
                      <a:gd name="connsiteY3-478" fmla="*/ 0 h 1418896"/>
                      <a:gd name="connsiteX4-479" fmla="*/ 3563006 w 3710151"/>
                      <a:gd name="connsiteY4-480" fmla="*/ 73572 h 1418896"/>
                      <a:gd name="connsiteX5-481" fmla="*/ 2617717 w 3710151"/>
                      <a:gd name="connsiteY5-482" fmla="*/ 448868 h 1418896"/>
                      <a:gd name="connsiteX6-483" fmla="*/ 2610282 w 3710151"/>
                      <a:gd name="connsiteY6-484" fmla="*/ 902607 h 1418896"/>
                      <a:gd name="connsiteX7-485" fmla="*/ 3710151 w 3710151"/>
                      <a:gd name="connsiteY7-486" fmla="*/ 1345324 h 1418896"/>
                      <a:gd name="connsiteX8-487" fmla="*/ 3426372 w 3710151"/>
                      <a:gd name="connsiteY8-488" fmla="*/ 1408386 h 1418896"/>
                      <a:gd name="connsiteX9-489" fmla="*/ 1849820 w 3710151"/>
                      <a:gd name="connsiteY9-490" fmla="*/ 746234 h 1418896"/>
                      <a:gd name="connsiteX10-491" fmla="*/ 241737 w 3710151"/>
                      <a:gd name="connsiteY10-492" fmla="*/ 1418896 h 1418896"/>
                      <a:gd name="connsiteX11-493" fmla="*/ 0 w 3710151"/>
                      <a:gd name="connsiteY11-494" fmla="*/ 1334814 h 1418896"/>
                      <a:gd name="connsiteX12-495" fmla="*/ 1124606 w 3710151"/>
                      <a:gd name="connsiteY12-496" fmla="*/ 903890 h 1418896"/>
                      <a:gd name="connsiteX13-497" fmla="*/ 1124605 w 3710151"/>
                      <a:gd name="connsiteY13-498" fmla="*/ 451945 h 1418896"/>
                      <a:gd name="connsiteX14-499" fmla="*/ 168164 w 3710151"/>
                      <a:gd name="connsiteY14-500" fmla="*/ 84081 h 1418896"/>
                      <a:gd name="connsiteX15-501" fmla="*/ 147144 w 3710151"/>
                      <a:gd name="connsiteY15-502" fmla="*/ 73572 h 1418896"/>
                      <a:gd name="connsiteX0-503" fmla="*/ 147144 w 3710151"/>
                      <a:gd name="connsiteY0-504" fmla="*/ 73572 h 1418896"/>
                      <a:gd name="connsiteX1-505" fmla="*/ 430924 w 3710151"/>
                      <a:gd name="connsiteY1-506" fmla="*/ 0 h 1418896"/>
                      <a:gd name="connsiteX2-507" fmla="*/ 1838028 w 3710151"/>
                      <a:gd name="connsiteY2-508" fmla="*/ 591655 h 1418896"/>
                      <a:gd name="connsiteX3-509" fmla="*/ 3342289 w 3710151"/>
                      <a:gd name="connsiteY3-510" fmla="*/ 0 h 1418896"/>
                      <a:gd name="connsiteX4-511" fmla="*/ 3563006 w 3710151"/>
                      <a:gd name="connsiteY4-512" fmla="*/ 73572 h 1418896"/>
                      <a:gd name="connsiteX5-513" fmla="*/ 2617717 w 3710151"/>
                      <a:gd name="connsiteY5-514" fmla="*/ 448868 h 1418896"/>
                      <a:gd name="connsiteX6-515" fmla="*/ 2610282 w 3710151"/>
                      <a:gd name="connsiteY6-516" fmla="*/ 902607 h 1418896"/>
                      <a:gd name="connsiteX7-517" fmla="*/ 3710151 w 3710151"/>
                      <a:gd name="connsiteY7-518" fmla="*/ 1345324 h 1418896"/>
                      <a:gd name="connsiteX8-519" fmla="*/ 3426372 w 3710151"/>
                      <a:gd name="connsiteY8-520" fmla="*/ 1408386 h 1418896"/>
                      <a:gd name="connsiteX9-521" fmla="*/ 1849820 w 3710151"/>
                      <a:gd name="connsiteY9-522" fmla="*/ 746234 h 1418896"/>
                      <a:gd name="connsiteX10-523" fmla="*/ 241737 w 3710151"/>
                      <a:gd name="connsiteY10-524" fmla="*/ 1418896 h 1418896"/>
                      <a:gd name="connsiteX11-525" fmla="*/ 0 w 3710151"/>
                      <a:gd name="connsiteY11-526" fmla="*/ 1334814 h 1418896"/>
                      <a:gd name="connsiteX12-527" fmla="*/ 1124606 w 3710151"/>
                      <a:gd name="connsiteY12-528" fmla="*/ 903890 h 1418896"/>
                      <a:gd name="connsiteX13-529" fmla="*/ 1087434 w 3710151"/>
                      <a:gd name="connsiteY13-530" fmla="*/ 451945 h 1418896"/>
                      <a:gd name="connsiteX14-531" fmla="*/ 168164 w 3710151"/>
                      <a:gd name="connsiteY14-532" fmla="*/ 84081 h 1418896"/>
                      <a:gd name="connsiteX15-533" fmla="*/ 147144 w 3710151"/>
                      <a:gd name="connsiteY15-534" fmla="*/ 73572 h 1418896"/>
                      <a:gd name="connsiteX0-535" fmla="*/ 147144 w 3710151"/>
                      <a:gd name="connsiteY0-536" fmla="*/ 73572 h 1418896"/>
                      <a:gd name="connsiteX1-537" fmla="*/ 430924 w 3710151"/>
                      <a:gd name="connsiteY1-538" fmla="*/ 0 h 1418896"/>
                      <a:gd name="connsiteX2-539" fmla="*/ 1838028 w 3710151"/>
                      <a:gd name="connsiteY2-540" fmla="*/ 591655 h 1418896"/>
                      <a:gd name="connsiteX3-541" fmla="*/ 3342289 w 3710151"/>
                      <a:gd name="connsiteY3-542" fmla="*/ 0 h 1418896"/>
                      <a:gd name="connsiteX4-543" fmla="*/ 3563006 w 3710151"/>
                      <a:gd name="connsiteY4-544" fmla="*/ 73572 h 1418896"/>
                      <a:gd name="connsiteX5-545" fmla="*/ 2617717 w 3710151"/>
                      <a:gd name="connsiteY5-546" fmla="*/ 448868 h 1418896"/>
                      <a:gd name="connsiteX6-547" fmla="*/ 2610282 w 3710151"/>
                      <a:gd name="connsiteY6-548" fmla="*/ 902607 h 1418896"/>
                      <a:gd name="connsiteX7-549" fmla="*/ 3710151 w 3710151"/>
                      <a:gd name="connsiteY7-550" fmla="*/ 1345324 h 1418896"/>
                      <a:gd name="connsiteX8-551" fmla="*/ 3426372 w 3710151"/>
                      <a:gd name="connsiteY8-552" fmla="*/ 1408386 h 1418896"/>
                      <a:gd name="connsiteX9-553" fmla="*/ 1849820 w 3710151"/>
                      <a:gd name="connsiteY9-554" fmla="*/ 746234 h 1418896"/>
                      <a:gd name="connsiteX10-555" fmla="*/ 241737 w 3710151"/>
                      <a:gd name="connsiteY10-556" fmla="*/ 1418896 h 1418896"/>
                      <a:gd name="connsiteX11-557" fmla="*/ 0 w 3710151"/>
                      <a:gd name="connsiteY11-558" fmla="*/ 1334814 h 1418896"/>
                      <a:gd name="connsiteX12-559" fmla="*/ 1098586 w 3710151"/>
                      <a:gd name="connsiteY12-560" fmla="*/ 903890 h 1418896"/>
                      <a:gd name="connsiteX13-561" fmla="*/ 1087434 w 3710151"/>
                      <a:gd name="connsiteY13-562" fmla="*/ 451945 h 1418896"/>
                      <a:gd name="connsiteX14-563" fmla="*/ 168164 w 3710151"/>
                      <a:gd name="connsiteY14-564" fmla="*/ 84081 h 1418896"/>
                      <a:gd name="connsiteX15-565" fmla="*/ 147144 w 3710151"/>
                      <a:gd name="connsiteY15-566" fmla="*/ 73572 h 1418896"/>
                      <a:gd name="connsiteX0-567" fmla="*/ 162012 w 3725019"/>
                      <a:gd name="connsiteY0-568" fmla="*/ 73572 h 1418896"/>
                      <a:gd name="connsiteX1-569" fmla="*/ 445792 w 3725019"/>
                      <a:gd name="connsiteY1-570" fmla="*/ 0 h 1418896"/>
                      <a:gd name="connsiteX2-571" fmla="*/ 1852896 w 3725019"/>
                      <a:gd name="connsiteY2-572" fmla="*/ 591655 h 1418896"/>
                      <a:gd name="connsiteX3-573" fmla="*/ 3357157 w 3725019"/>
                      <a:gd name="connsiteY3-574" fmla="*/ 0 h 1418896"/>
                      <a:gd name="connsiteX4-575" fmla="*/ 3577874 w 3725019"/>
                      <a:gd name="connsiteY4-576" fmla="*/ 73572 h 1418896"/>
                      <a:gd name="connsiteX5-577" fmla="*/ 2632585 w 3725019"/>
                      <a:gd name="connsiteY5-578" fmla="*/ 448868 h 1418896"/>
                      <a:gd name="connsiteX6-579" fmla="*/ 2625150 w 3725019"/>
                      <a:gd name="connsiteY6-580" fmla="*/ 902607 h 1418896"/>
                      <a:gd name="connsiteX7-581" fmla="*/ 3725019 w 3725019"/>
                      <a:gd name="connsiteY7-582" fmla="*/ 1345324 h 1418896"/>
                      <a:gd name="connsiteX8-583" fmla="*/ 3441240 w 3725019"/>
                      <a:gd name="connsiteY8-584" fmla="*/ 1408386 h 1418896"/>
                      <a:gd name="connsiteX9-585" fmla="*/ 1864688 w 3725019"/>
                      <a:gd name="connsiteY9-586" fmla="*/ 746234 h 1418896"/>
                      <a:gd name="connsiteX10-587" fmla="*/ 256605 w 3725019"/>
                      <a:gd name="connsiteY10-588" fmla="*/ 1418896 h 1418896"/>
                      <a:gd name="connsiteX11-589" fmla="*/ 0 w 3725019"/>
                      <a:gd name="connsiteY11-590" fmla="*/ 1331097 h 1418896"/>
                      <a:gd name="connsiteX12-591" fmla="*/ 1113454 w 3725019"/>
                      <a:gd name="connsiteY12-592" fmla="*/ 903890 h 1418896"/>
                      <a:gd name="connsiteX13-593" fmla="*/ 1102302 w 3725019"/>
                      <a:gd name="connsiteY13-594" fmla="*/ 451945 h 1418896"/>
                      <a:gd name="connsiteX14-595" fmla="*/ 183032 w 3725019"/>
                      <a:gd name="connsiteY14-596" fmla="*/ 84081 h 1418896"/>
                      <a:gd name="connsiteX15-597" fmla="*/ 162012 w 3725019"/>
                      <a:gd name="connsiteY15-598" fmla="*/ 73572 h 141889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  <a:cxn ang="0">
                        <a:pos x="connsiteX11-23" y="connsiteY11-24"/>
                      </a:cxn>
                      <a:cxn ang="0">
                        <a:pos x="connsiteX12-25" y="connsiteY12-26"/>
                      </a:cxn>
                      <a:cxn ang="0">
                        <a:pos x="connsiteX13-27" y="connsiteY13-28"/>
                      </a:cxn>
                      <a:cxn ang="0">
                        <a:pos x="connsiteX14-29" y="connsiteY14-30"/>
                      </a:cxn>
                      <a:cxn ang="0">
                        <a:pos x="connsiteX15-31" y="connsiteY15-32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728" name="Group 727"/>
              <p:cNvGrpSpPr/>
              <p:nvPr/>
            </p:nvGrpSpPr>
            <p:grpSpPr>
              <a:xfrm>
                <a:off x="9849365" y="5339037"/>
                <a:ext cx="309740" cy="190838"/>
                <a:chOff x="3668110" y="2448910"/>
                <a:chExt cx="3794234" cy="2165130"/>
              </a:xfrm>
            </p:grpSpPr>
            <p:sp>
              <p:nvSpPr>
                <p:cNvPr id="755" name="Rectangle 754"/>
                <p:cNvSpPr/>
                <p:nvPr/>
              </p:nvSpPr>
              <p:spPr>
                <a:xfrm>
                  <a:off x="3668110" y="3741409"/>
                  <a:ext cx="3780587" cy="872631"/>
                </a:xfrm>
                <a:prstGeom prst="rect">
                  <a:avLst/>
                </a:pr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56" name="Freeform 755"/>
                <p:cNvSpPr/>
                <p:nvPr/>
              </p:nvSpPr>
              <p:spPr>
                <a:xfrm>
                  <a:off x="3678620" y="2448910"/>
                  <a:ext cx="3783724" cy="1324303"/>
                </a:xfrm>
                <a:custGeom>
                  <a:avLst/>
                  <a:gdLst>
                    <a:gd name="connsiteX0" fmla="*/ 0 w 3783724"/>
                    <a:gd name="connsiteY0" fmla="*/ 1313793 h 1324303"/>
                    <a:gd name="connsiteX1" fmla="*/ 0 w 3783724"/>
                    <a:gd name="connsiteY1" fmla="*/ 1313793 h 1324303"/>
                    <a:gd name="connsiteX2" fmla="*/ 252248 w 3783724"/>
                    <a:gd name="connsiteY2" fmla="*/ 0 h 1324303"/>
                    <a:gd name="connsiteX3" fmla="*/ 3415862 w 3783724"/>
                    <a:gd name="connsiteY3" fmla="*/ 21020 h 1324303"/>
                    <a:gd name="connsiteX4" fmla="*/ 3783724 w 3783724"/>
                    <a:gd name="connsiteY4" fmla="*/ 1324303 h 1324303"/>
                    <a:gd name="connsiteX5" fmla="*/ 0 w 3783724"/>
                    <a:gd name="connsiteY5" fmla="*/ 1313793 h 13243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783724" h="1324303">
                      <a:moveTo>
                        <a:pt x="0" y="1313793"/>
                      </a:moveTo>
                      <a:lnTo>
                        <a:pt x="0" y="1313793"/>
                      </a:lnTo>
                      <a:lnTo>
                        <a:pt x="252248" y="0"/>
                      </a:lnTo>
                      <a:lnTo>
                        <a:pt x="3415862" y="21020"/>
                      </a:lnTo>
                      <a:lnTo>
                        <a:pt x="3783724" y="1324303"/>
                      </a:lnTo>
                      <a:lnTo>
                        <a:pt x="0" y="1313793"/>
                      </a:lnTo>
                      <a:close/>
                    </a:path>
                  </a:pathLst>
                </a:cu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757" name="Group 756"/>
                <p:cNvGrpSpPr/>
                <p:nvPr/>
              </p:nvGrpSpPr>
              <p:grpSpPr>
                <a:xfrm>
                  <a:off x="3941378" y="2603243"/>
                  <a:ext cx="3202061" cy="1066110"/>
                  <a:chOff x="7939341" y="3037317"/>
                  <a:chExt cx="897649" cy="353919"/>
                </a:xfrm>
              </p:grpSpPr>
              <p:sp>
                <p:nvSpPr>
                  <p:cNvPr id="758" name="Freeform 757"/>
                  <p:cNvSpPr/>
                  <p:nvPr/>
                </p:nvSpPr>
                <p:spPr>
                  <a:xfrm>
                    <a:off x="7964170" y="30373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-1" fmla="*/ 3725333 w 4641485"/>
                      <a:gd name="connsiteY0-2" fmla="*/ 0 h 1049866"/>
                      <a:gd name="connsiteX1-3" fmla="*/ 4641485 w 4641485"/>
                      <a:gd name="connsiteY1-4" fmla="*/ 239402 h 1049866"/>
                      <a:gd name="connsiteX2-5" fmla="*/ 3962400 w 4641485"/>
                      <a:gd name="connsiteY2-6" fmla="*/ 541866 h 1049866"/>
                      <a:gd name="connsiteX3-7" fmla="*/ 3742267 w 4641485"/>
                      <a:gd name="connsiteY3-8" fmla="*/ 457200 h 1049866"/>
                      <a:gd name="connsiteX4-9" fmla="*/ 2269067 w 4641485"/>
                      <a:gd name="connsiteY4-10" fmla="*/ 1049866 h 1049866"/>
                      <a:gd name="connsiteX5-11" fmla="*/ 880533 w 4641485"/>
                      <a:gd name="connsiteY5-12" fmla="*/ 457200 h 1049866"/>
                      <a:gd name="connsiteX6-13" fmla="*/ 592667 w 4641485"/>
                      <a:gd name="connsiteY6-14" fmla="*/ 541866 h 1049866"/>
                      <a:gd name="connsiteX7-15" fmla="*/ 0 w 4641485"/>
                      <a:gd name="connsiteY7-16" fmla="*/ 254000 h 1049866"/>
                      <a:gd name="connsiteX8-17" fmla="*/ 880533 w 4641485"/>
                      <a:gd name="connsiteY8-18" fmla="*/ 16933 h 1049866"/>
                      <a:gd name="connsiteX9-19" fmla="*/ 2302933 w 4641485"/>
                      <a:gd name="connsiteY9-20" fmla="*/ 626533 h 1049866"/>
                      <a:gd name="connsiteX10-21" fmla="*/ 3725333 w 4641485"/>
                      <a:gd name="connsiteY10-22" fmla="*/ 0 h 1049866"/>
                      <a:gd name="connsiteX0-23" fmla="*/ 3756864 w 4673016"/>
                      <a:gd name="connsiteY0-24" fmla="*/ 0 h 1049866"/>
                      <a:gd name="connsiteX1-25" fmla="*/ 4673016 w 4673016"/>
                      <a:gd name="connsiteY1-26" fmla="*/ 239402 h 1049866"/>
                      <a:gd name="connsiteX2-27" fmla="*/ 3993931 w 4673016"/>
                      <a:gd name="connsiteY2-28" fmla="*/ 541866 h 1049866"/>
                      <a:gd name="connsiteX3-29" fmla="*/ 3773798 w 4673016"/>
                      <a:gd name="connsiteY3-30" fmla="*/ 457200 h 1049866"/>
                      <a:gd name="connsiteX4-31" fmla="*/ 2300598 w 4673016"/>
                      <a:gd name="connsiteY4-32" fmla="*/ 1049866 h 1049866"/>
                      <a:gd name="connsiteX5-33" fmla="*/ 912064 w 4673016"/>
                      <a:gd name="connsiteY5-34" fmla="*/ 457200 h 1049866"/>
                      <a:gd name="connsiteX6-35" fmla="*/ 624198 w 4673016"/>
                      <a:gd name="connsiteY6-36" fmla="*/ 541866 h 1049866"/>
                      <a:gd name="connsiteX7-37" fmla="*/ 0 w 4673016"/>
                      <a:gd name="connsiteY7-38" fmla="*/ 232979 h 1049866"/>
                      <a:gd name="connsiteX8-39" fmla="*/ 912064 w 4673016"/>
                      <a:gd name="connsiteY8-40" fmla="*/ 16933 h 1049866"/>
                      <a:gd name="connsiteX9-41" fmla="*/ 2334464 w 4673016"/>
                      <a:gd name="connsiteY9-42" fmla="*/ 626533 h 1049866"/>
                      <a:gd name="connsiteX10-43" fmla="*/ 3756864 w 4673016"/>
                      <a:gd name="connsiteY10-44" fmla="*/ 0 h 1049866"/>
                      <a:gd name="connsiteX0-45" fmla="*/ 3756864 w 4673016"/>
                      <a:gd name="connsiteY0-46" fmla="*/ 0 h 1049866"/>
                      <a:gd name="connsiteX1-47" fmla="*/ 4673016 w 4673016"/>
                      <a:gd name="connsiteY1-48" fmla="*/ 239402 h 1049866"/>
                      <a:gd name="connsiteX2-49" fmla="*/ 3993931 w 4673016"/>
                      <a:gd name="connsiteY2-50" fmla="*/ 541866 h 1049866"/>
                      <a:gd name="connsiteX3-51" fmla="*/ 3784308 w 4673016"/>
                      <a:gd name="connsiteY3-52" fmla="*/ 404648 h 1049866"/>
                      <a:gd name="connsiteX4-53" fmla="*/ 2300598 w 4673016"/>
                      <a:gd name="connsiteY4-54" fmla="*/ 1049866 h 1049866"/>
                      <a:gd name="connsiteX5-55" fmla="*/ 912064 w 4673016"/>
                      <a:gd name="connsiteY5-56" fmla="*/ 457200 h 1049866"/>
                      <a:gd name="connsiteX6-57" fmla="*/ 624198 w 4673016"/>
                      <a:gd name="connsiteY6-58" fmla="*/ 541866 h 1049866"/>
                      <a:gd name="connsiteX7-59" fmla="*/ 0 w 4673016"/>
                      <a:gd name="connsiteY7-60" fmla="*/ 232979 h 1049866"/>
                      <a:gd name="connsiteX8-61" fmla="*/ 912064 w 4673016"/>
                      <a:gd name="connsiteY8-62" fmla="*/ 16933 h 1049866"/>
                      <a:gd name="connsiteX9-63" fmla="*/ 2334464 w 4673016"/>
                      <a:gd name="connsiteY9-64" fmla="*/ 626533 h 1049866"/>
                      <a:gd name="connsiteX10-65" fmla="*/ 3756864 w 4673016"/>
                      <a:gd name="connsiteY10-66" fmla="*/ 0 h 1049866"/>
                      <a:gd name="connsiteX0-67" fmla="*/ 3756864 w 4673016"/>
                      <a:gd name="connsiteY0-68" fmla="*/ 0 h 1049866"/>
                      <a:gd name="connsiteX1-69" fmla="*/ 4673016 w 4673016"/>
                      <a:gd name="connsiteY1-70" fmla="*/ 239402 h 1049866"/>
                      <a:gd name="connsiteX2-71" fmla="*/ 3993931 w 4673016"/>
                      <a:gd name="connsiteY2-72" fmla="*/ 541866 h 1049866"/>
                      <a:gd name="connsiteX3-73" fmla="*/ 3794818 w 4673016"/>
                      <a:gd name="connsiteY3-74" fmla="*/ 436179 h 1049866"/>
                      <a:gd name="connsiteX4-75" fmla="*/ 2300598 w 4673016"/>
                      <a:gd name="connsiteY4-76" fmla="*/ 1049866 h 1049866"/>
                      <a:gd name="connsiteX5-77" fmla="*/ 912064 w 4673016"/>
                      <a:gd name="connsiteY5-78" fmla="*/ 457200 h 1049866"/>
                      <a:gd name="connsiteX6-79" fmla="*/ 624198 w 4673016"/>
                      <a:gd name="connsiteY6-80" fmla="*/ 541866 h 1049866"/>
                      <a:gd name="connsiteX7-81" fmla="*/ 0 w 4673016"/>
                      <a:gd name="connsiteY7-82" fmla="*/ 232979 h 1049866"/>
                      <a:gd name="connsiteX8-83" fmla="*/ 912064 w 4673016"/>
                      <a:gd name="connsiteY8-84" fmla="*/ 16933 h 1049866"/>
                      <a:gd name="connsiteX9-85" fmla="*/ 2334464 w 4673016"/>
                      <a:gd name="connsiteY9-86" fmla="*/ 626533 h 1049866"/>
                      <a:gd name="connsiteX10-87" fmla="*/ 3756864 w 4673016"/>
                      <a:gd name="connsiteY10-88" fmla="*/ 0 h 1049866"/>
                      <a:gd name="connsiteX0-89" fmla="*/ 3756864 w 4673016"/>
                      <a:gd name="connsiteY0-90" fmla="*/ 0 h 1049866"/>
                      <a:gd name="connsiteX1-91" fmla="*/ 4673016 w 4673016"/>
                      <a:gd name="connsiteY1-92" fmla="*/ 239402 h 1049866"/>
                      <a:gd name="connsiteX2-93" fmla="*/ 3993931 w 4673016"/>
                      <a:gd name="connsiteY2-94" fmla="*/ 541866 h 1049866"/>
                      <a:gd name="connsiteX3-95" fmla="*/ 3794818 w 4673016"/>
                      <a:gd name="connsiteY3-96" fmla="*/ 436179 h 1049866"/>
                      <a:gd name="connsiteX4-97" fmla="*/ 2300598 w 4673016"/>
                      <a:gd name="connsiteY4-98" fmla="*/ 1049866 h 1049866"/>
                      <a:gd name="connsiteX5-99" fmla="*/ 912064 w 4673016"/>
                      <a:gd name="connsiteY5-100" fmla="*/ 457200 h 1049866"/>
                      <a:gd name="connsiteX6-101" fmla="*/ 624198 w 4673016"/>
                      <a:gd name="connsiteY6-102" fmla="*/ 541866 h 1049866"/>
                      <a:gd name="connsiteX7-103" fmla="*/ 0 w 4673016"/>
                      <a:gd name="connsiteY7-104" fmla="*/ 232979 h 1049866"/>
                      <a:gd name="connsiteX8-105" fmla="*/ 912064 w 4673016"/>
                      <a:gd name="connsiteY8-106" fmla="*/ 16933 h 1049866"/>
                      <a:gd name="connsiteX9-107" fmla="*/ 2323954 w 4673016"/>
                      <a:gd name="connsiteY9-108" fmla="*/ 616023 h 1049866"/>
                      <a:gd name="connsiteX10-109" fmla="*/ 3756864 w 4673016"/>
                      <a:gd name="connsiteY10-110" fmla="*/ 0 h 1049866"/>
                      <a:gd name="connsiteX0-111" fmla="*/ 3756864 w 4673016"/>
                      <a:gd name="connsiteY0-112" fmla="*/ 0 h 1049866"/>
                      <a:gd name="connsiteX1-113" fmla="*/ 4673016 w 4673016"/>
                      <a:gd name="connsiteY1-114" fmla="*/ 239402 h 1049866"/>
                      <a:gd name="connsiteX2-115" fmla="*/ 3993931 w 4673016"/>
                      <a:gd name="connsiteY2-116" fmla="*/ 541866 h 1049866"/>
                      <a:gd name="connsiteX3-117" fmla="*/ 3794818 w 4673016"/>
                      <a:gd name="connsiteY3-118" fmla="*/ 436179 h 1049866"/>
                      <a:gd name="connsiteX4-119" fmla="*/ 2300598 w 4673016"/>
                      <a:gd name="connsiteY4-120" fmla="*/ 1049866 h 1049866"/>
                      <a:gd name="connsiteX5-121" fmla="*/ 912064 w 4673016"/>
                      <a:gd name="connsiteY5-122" fmla="*/ 457200 h 1049866"/>
                      <a:gd name="connsiteX6-123" fmla="*/ 624198 w 4673016"/>
                      <a:gd name="connsiteY6-124" fmla="*/ 541866 h 1049866"/>
                      <a:gd name="connsiteX7-125" fmla="*/ 0 w 4673016"/>
                      <a:gd name="connsiteY7-126" fmla="*/ 275021 h 1049866"/>
                      <a:gd name="connsiteX8-127" fmla="*/ 912064 w 4673016"/>
                      <a:gd name="connsiteY8-128" fmla="*/ 16933 h 1049866"/>
                      <a:gd name="connsiteX9-129" fmla="*/ 2323954 w 4673016"/>
                      <a:gd name="connsiteY9-130" fmla="*/ 616023 h 1049866"/>
                      <a:gd name="connsiteX10-131" fmla="*/ 3756864 w 4673016"/>
                      <a:gd name="connsiteY10-132" fmla="*/ 0 h 1049866"/>
                      <a:gd name="connsiteX0-133" fmla="*/ 3756864 w 4673016"/>
                      <a:gd name="connsiteY0-134" fmla="*/ 0 h 1049866"/>
                      <a:gd name="connsiteX1-135" fmla="*/ 4673016 w 4673016"/>
                      <a:gd name="connsiteY1-136" fmla="*/ 239402 h 1049866"/>
                      <a:gd name="connsiteX2-137" fmla="*/ 3993931 w 4673016"/>
                      <a:gd name="connsiteY2-138" fmla="*/ 541866 h 1049866"/>
                      <a:gd name="connsiteX3-139" fmla="*/ 3815839 w 4673016"/>
                      <a:gd name="connsiteY3-140" fmla="*/ 467710 h 1049866"/>
                      <a:gd name="connsiteX4-141" fmla="*/ 2300598 w 4673016"/>
                      <a:gd name="connsiteY4-142" fmla="*/ 1049866 h 1049866"/>
                      <a:gd name="connsiteX5-143" fmla="*/ 912064 w 4673016"/>
                      <a:gd name="connsiteY5-144" fmla="*/ 457200 h 1049866"/>
                      <a:gd name="connsiteX6-145" fmla="*/ 624198 w 4673016"/>
                      <a:gd name="connsiteY6-146" fmla="*/ 541866 h 1049866"/>
                      <a:gd name="connsiteX7-147" fmla="*/ 0 w 4673016"/>
                      <a:gd name="connsiteY7-148" fmla="*/ 275021 h 1049866"/>
                      <a:gd name="connsiteX8-149" fmla="*/ 912064 w 4673016"/>
                      <a:gd name="connsiteY8-150" fmla="*/ 16933 h 1049866"/>
                      <a:gd name="connsiteX9-151" fmla="*/ 2323954 w 4673016"/>
                      <a:gd name="connsiteY9-152" fmla="*/ 616023 h 1049866"/>
                      <a:gd name="connsiteX10-153" fmla="*/ 3756864 w 4673016"/>
                      <a:gd name="connsiteY10-154" fmla="*/ 0 h 104986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59" name="Freeform 758"/>
                  <p:cNvSpPr/>
                  <p:nvPr/>
                </p:nvSpPr>
                <p:spPr>
                  <a:xfrm>
                    <a:off x="8519948" y="32067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60" name="Freeform 759"/>
                  <p:cNvSpPr/>
                  <p:nvPr/>
                </p:nvSpPr>
                <p:spPr>
                  <a:xfrm>
                    <a:off x="7939341" y="32067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61" name="Freeform 760"/>
                  <p:cNvSpPr/>
                  <p:nvPr/>
                </p:nvSpPr>
                <p:spPr>
                  <a:xfrm>
                    <a:off x="8047413" y="31234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-1" fmla="*/ 168165 w 3731172"/>
                      <a:gd name="connsiteY0-2" fmla="*/ 73572 h 1418896"/>
                      <a:gd name="connsiteX1-3" fmla="*/ 451945 w 3731172"/>
                      <a:gd name="connsiteY1-4" fmla="*/ 0 h 1418896"/>
                      <a:gd name="connsiteX2-5" fmla="*/ 1881352 w 3731172"/>
                      <a:gd name="connsiteY2-6" fmla="*/ 599089 h 1418896"/>
                      <a:gd name="connsiteX3-7" fmla="*/ 3363310 w 3731172"/>
                      <a:gd name="connsiteY3-8" fmla="*/ 0 h 1418896"/>
                      <a:gd name="connsiteX4-9" fmla="*/ 3584027 w 3731172"/>
                      <a:gd name="connsiteY4-10" fmla="*/ 73572 h 1418896"/>
                      <a:gd name="connsiteX5-11" fmla="*/ 2627586 w 3731172"/>
                      <a:gd name="connsiteY5-12" fmla="*/ 441434 h 1418896"/>
                      <a:gd name="connsiteX6-13" fmla="*/ 2596055 w 3731172"/>
                      <a:gd name="connsiteY6-14" fmla="*/ 914400 h 1418896"/>
                      <a:gd name="connsiteX7-15" fmla="*/ 3731172 w 3731172"/>
                      <a:gd name="connsiteY7-16" fmla="*/ 1345324 h 1418896"/>
                      <a:gd name="connsiteX8-17" fmla="*/ 3447393 w 3731172"/>
                      <a:gd name="connsiteY8-18" fmla="*/ 1408386 h 1418896"/>
                      <a:gd name="connsiteX9-19" fmla="*/ 1870841 w 3731172"/>
                      <a:gd name="connsiteY9-20" fmla="*/ 746234 h 1418896"/>
                      <a:gd name="connsiteX10-21" fmla="*/ 262758 w 3731172"/>
                      <a:gd name="connsiteY10-22" fmla="*/ 1418896 h 1418896"/>
                      <a:gd name="connsiteX11-23" fmla="*/ 0 w 3731172"/>
                      <a:gd name="connsiteY11-24" fmla="*/ 1324303 h 1418896"/>
                      <a:gd name="connsiteX12-25" fmla="*/ 1145627 w 3731172"/>
                      <a:gd name="connsiteY12-26" fmla="*/ 882869 h 1418896"/>
                      <a:gd name="connsiteX13-27" fmla="*/ 1114096 w 3731172"/>
                      <a:gd name="connsiteY13-28" fmla="*/ 409903 h 1418896"/>
                      <a:gd name="connsiteX14-29" fmla="*/ 441434 w 3731172"/>
                      <a:gd name="connsiteY14-30" fmla="*/ 10510 h 1418896"/>
                      <a:gd name="connsiteX15-31" fmla="*/ 441434 w 3731172"/>
                      <a:gd name="connsiteY15-32" fmla="*/ 10510 h 1418896"/>
                      <a:gd name="connsiteX0-33" fmla="*/ 168165 w 3731172"/>
                      <a:gd name="connsiteY0-34" fmla="*/ 73572 h 1418896"/>
                      <a:gd name="connsiteX1-35" fmla="*/ 451945 w 3731172"/>
                      <a:gd name="connsiteY1-36" fmla="*/ 0 h 1418896"/>
                      <a:gd name="connsiteX2-37" fmla="*/ 1881352 w 3731172"/>
                      <a:gd name="connsiteY2-38" fmla="*/ 599089 h 1418896"/>
                      <a:gd name="connsiteX3-39" fmla="*/ 3363310 w 3731172"/>
                      <a:gd name="connsiteY3-40" fmla="*/ 0 h 1418896"/>
                      <a:gd name="connsiteX4-41" fmla="*/ 3584027 w 3731172"/>
                      <a:gd name="connsiteY4-42" fmla="*/ 73572 h 1418896"/>
                      <a:gd name="connsiteX5-43" fmla="*/ 2627586 w 3731172"/>
                      <a:gd name="connsiteY5-44" fmla="*/ 441434 h 1418896"/>
                      <a:gd name="connsiteX6-45" fmla="*/ 2596055 w 3731172"/>
                      <a:gd name="connsiteY6-46" fmla="*/ 914400 h 1418896"/>
                      <a:gd name="connsiteX7-47" fmla="*/ 3731172 w 3731172"/>
                      <a:gd name="connsiteY7-48" fmla="*/ 1345324 h 1418896"/>
                      <a:gd name="connsiteX8-49" fmla="*/ 3447393 w 3731172"/>
                      <a:gd name="connsiteY8-50" fmla="*/ 1408386 h 1418896"/>
                      <a:gd name="connsiteX9-51" fmla="*/ 1870841 w 3731172"/>
                      <a:gd name="connsiteY9-52" fmla="*/ 746234 h 1418896"/>
                      <a:gd name="connsiteX10-53" fmla="*/ 262758 w 3731172"/>
                      <a:gd name="connsiteY10-54" fmla="*/ 1418896 h 1418896"/>
                      <a:gd name="connsiteX11-55" fmla="*/ 0 w 3731172"/>
                      <a:gd name="connsiteY11-56" fmla="*/ 1324303 h 1418896"/>
                      <a:gd name="connsiteX12-57" fmla="*/ 1145627 w 3731172"/>
                      <a:gd name="connsiteY12-58" fmla="*/ 882869 h 1418896"/>
                      <a:gd name="connsiteX13-59" fmla="*/ 1114096 w 3731172"/>
                      <a:gd name="connsiteY13-60" fmla="*/ 409903 h 1418896"/>
                      <a:gd name="connsiteX14-61" fmla="*/ 441434 w 3731172"/>
                      <a:gd name="connsiteY14-62" fmla="*/ 10510 h 1418896"/>
                      <a:gd name="connsiteX0-63" fmla="*/ 168165 w 3731172"/>
                      <a:gd name="connsiteY0-64" fmla="*/ 73572 h 1418896"/>
                      <a:gd name="connsiteX1-65" fmla="*/ 451945 w 3731172"/>
                      <a:gd name="connsiteY1-66" fmla="*/ 0 h 1418896"/>
                      <a:gd name="connsiteX2-67" fmla="*/ 1881352 w 3731172"/>
                      <a:gd name="connsiteY2-68" fmla="*/ 599089 h 1418896"/>
                      <a:gd name="connsiteX3-69" fmla="*/ 3363310 w 3731172"/>
                      <a:gd name="connsiteY3-70" fmla="*/ 0 h 1418896"/>
                      <a:gd name="connsiteX4-71" fmla="*/ 3584027 w 3731172"/>
                      <a:gd name="connsiteY4-72" fmla="*/ 73572 h 1418896"/>
                      <a:gd name="connsiteX5-73" fmla="*/ 2627586 w 3731172"/>
                      <a:gd name="connsiteY5-74" fmla="*/ 441434 h 1418896"/>
                      <a:gd name="connsiteX6-75" fmla="*/ 2596055 w 3731172"/>
                      <a:gd name="connsiteY6-76" fmla="*/ 914400 h 1418896"/>
                      <a:gd name="connsiteX7-77" fmla="*/ 3731172 w 3731172"/>
                      <a:gd name="connsiteY7-78" fmla="*/ 1345324 h 1418896"/>
                      <a:gd name="connsiteX8-79" fmla="*/ 3447393 w 3731172"/>
                      <a:gd name="connsiteY8-80" fmla="*/ 1408386 h 1418896"/>
                      <a:gd name="connsiteX9-81" fmla="*/ 1870841 w 3731172"/>
                      <a:gd name="connsiteY9-82" fmla="*/ 746234 h 1418896"/>
                      <a:gd name="connsiteX10-83" fmla="*/ 262758 w 3731172"/>
                      <a:gd name="connsiteY10-84" fmla="*/ 1418896 h 1418896"/>
                      <a:gd name="connsiteX11-85" fmla="*/ 0 w 3731172"/>
                      <a:gd name="connsiteY11-86" fmla="*/ 1324303 h 1418896"/>
                      <a:gd name="connsiteX12-87" fmla="*/ 1145627 w 3731172"/>
                      <a:gd name="connsiteY12-88" fmla="*/ 882869 h 1418896"/>
                      <a:gd name="connsiteX13-89" fmla="*/ 1114096 w 3731172"/>
                      <a:gd name="connsiteY13-90" fmla="*/ 409903 h 1418896"/>
                      <a:gd name="connsiteX14-91" fmla="*/ 357351 w 3731172"/>
                      <a:gd name="connsiteY14-92" fmla="*/ 115613 h 1418896"/>
                      <a:gd name="connsiteX0-93" fmla="*/ 168165 w 3731172"/>
                      <a:gd name="connsiteY0-94" fmla="*/ 73572 h 1418896"/>
                      <a:gd name="connsiteX1-95" fmla="*/ 451945 w 3731172"/>
                      <a:gd name="connsiteY1-96" fmla="*/ 0 h 1418896"/>
                      <a:gd name="connsiteX2-97" fmla="*/ 1881352 w 3731172"/>
                      <a:gd name="connsiteY2-98" fmla="*/ 599089 h 1418896"/>
                      <a:gd name="connsiteX3-99" fmla="*/ 3363310 w 3731172"/>
                      <a:gd name="connsiteY3-100" fmla="*/ 0 h 1418896"/>
                      <a:gd name="connsiteX4-101" fmla="*/ 3584027 w 3731172"/>
                      <a:gd name="connsiteY4-102" fmla="*/ 73572 h 1418896"/>
                      <a:gd name="connsiteX5-103" fmla="*/ 2627586 w 3731172"/>
                      <a:gd name="connsiteY5-104" fmla="*/ 441434 h 1418896"/>
                      <a:gd name="connsiteX6-105" fmla="*/ 2596055 w 3731172"/>
                      <a:gd name="connsiteY6-106" fmla="*/ 914400 h 1418896"/>
                      <a:gd name="connsiteX7-107" fmla="*/ 3731172 w 3731172"/>
                      <a:gd name="connsiteY7-108" fmla="*/ 1345324 h 1418896"/>
                      <a:gd name="connsiteX8-109" fmla="*/ 3447393 w 3731172"/>
                      <a:gd name="connsiteY8-110" fmla="*/ 1408386 h 1418896"/>
                      <a:gd name="connsiteX9-111" fmla="*/ 1870841 w 3731172"/>
                      <a:gd name="connsiteY9-112" fmla="*/ 746234 h 1418896"/>
                      <a:gd name="connsiteX10-113" fmla="*/ 262758 w 3731172"/>
                      <a:gd name="connsiteY10-114" fmla="*/ 1418896 h 1418896"/>
                      <a:gd name="connsiteX11-115" fmla="*/ 0 w 3731172"/>
                      <a:gd name="connsiteY11-116" fmla="*/ 1324303 h 1418896"/>
                      <a:gd name="connsiteX12-117" fmla="*/ 1145627 w 3731172"/>
                      <a:gd name="connsiteY12-118" fmla="*/ 882869 h 1418896"/>
                      <a:gd name="connsiteX13-119" fmla="*/ 1114096 w 3731172"/>
                      <a:gd name="connsiteY13-120" fmla="*/ 409903 h 1418896"/>
                      <a:gd name="connsiteX14-121" fmla="*/ 147144 w 3731172"/>
                      <a:gd name="connsiteY14-122" fmla="*/ 63061 h 1418896"/>
                      <a:gd name="connsiteX0-123" fmla="*/ 168165 w 3731172"/>
                      <a:gd name="connsiteY0-124" fmla="*/ 73572 h 1418896"/>
                      <a:gd name="connsiteX1-125" fmla="*/ 451945 w 3731172"/>
                      <a:gd name="connsiteY1-126" fmla="*/ 0 h 1418896"/>
                      <a:gd name="connsiteX2-127" fmla="*/ 1881352 w 3731172"/>
                      <a:gd name="connsiteY2-128" fmla="*/ 599089 h 1418896"/>
                      <a:gd name="connsiteX3-129" fmla="*/ 3363310 w 3731172"/>
                      <a:gd name="connsiteY3-130" fmla="*/ 0 h 1418896"/>
                      <a:gd name="connsiteX4-131" fmla="*/ 3584027 w 3731172"/>
                      <a:gd name="connsiteY4-132" fmla="*/ 73572 h 1418896"/>
                      <a:gd name="connsiteX5-133" fmla="*/ 2627586 w 3731172"/>
                      <a:gd name="connsiteY5-134" fmla="*/ 441434 h 1418896"/>
                      <a:gd name="connsiteX6-135" fmla="*/ 2596055 w 3731172"/>
                      <a:gd name="connsiteY6-136" fmla="*/ 914400 h 1418896"/>
                      <a:gd name="connsiteX7-137" fmla="*/ 3731172 w 3731172"/>
                      <a:gd name="connsiteY7-138" fmla="*/ 1345324 h 1418896"/>
                      <a:gd name="connsiteX8-139" fmla="*/ 3447393 w 3731172"/>
                      <a:gd name="connsiteY8-140" fmla="*/ 1408386 h 1418896"/>
                      <a:gd name="connsiteX9-141" fmla="*/ 1870841 w 3731172"/>
                      <a:gd name="connsiteY9-142" fmla="*/ 746234 h 1418896"/>
                      <a:gd name="connsiteX10-143" fmla="*/ 262758 w 3731172"/>
                      <a:gd name="connsiteY10-144" fmla="*/ 1418896 h 1418896"/>
                      <a:gd name="connsiteX11-145" fmla="*/ 0 w 3731172"/>
                      <a:gd name="connsiteY11-146" fmla="*/ 1324303 h 1418896"/>
                      <a:gd name="connsiteX12-147" fmla="*/ 1145627 w 3731172"/>
                      <a:gd name="connsiteY12-148" fmla="*/ 882869 h 1418896"/>
                      <a:gd name="connsiteX13-149" fmla="*/ 1114096 w 3731172"/>
                      <a:gd name="connsiteY13-150" fmla="*/ 420413 h 1418896"/>
                      <a:gd name="connsiteX14-151" fmla="*/ 147144 w 3731172"/>
                      <a:gd name="connsiteY14-152" fmla="*/ 63061 h 1418896"/>
                      <a:gd name="connsiteX0-153" fmla="*/ 168165 w 3731172"/>
                      <a:gd name="connsiteY0-154" fmla="*/ 73572 h 1418896"/>
                      <a:gd name="connsiteX1-155" fmla="*/ 451945 w 3731172"/>
                      <a:gd name="connsiteY1-156" fmla="*/ 0 h 1418896"/>
                      <a:gd name="connsiteX2-157" fmla="*/ 1881352 w 3731172"/>
                      <a:gd name="connsiteY2-158" fmla="*/ 599089 h 1418896"/>
                      <a:gd name="connsiteX3-159" fmla="*/ 3363310 w 3731172"/>
                      <a:gd name="connsiteY3-160" fmla="*/ 0 h 1418896"/>
                      <a:gd name="connsiteX4-161" fmla="*/ 3584027 w 3731172"/>
                      <a:gd name="connsiteY4-162" fmla="*/ 73572 h 1418896"/>
                      <a:gd name="connsiteX5-163" fmla="*/ 2627586 w 3731172"/>
                      <a:gd name="connsiteY5-164" fmla="*/ 441434 h 1418896"/>
                      <a:gd name="connsiteX6-165" fmla="*/ 2596055 w 3731172"/>
                      <a:gd name="connsiteY6-166" fmla="*/ 914400 h 1418896"/>
                      <a:gd name="connsiteX7-167" fmla="*/ 3731172 w 3731172"/>
                      <a:gd name="connsiteY7-168" fmla="*/ 1345324 h 1418896"/>
                      <a:gd name="connsiteX8-169" fmla="*/ 3447393 w 3731172"/>
                      <a:gd name="connsiteY8-170" fmla="*/ 1408386 h 1418896"/>
                      <a:gd name="connsiteX9-171" fmla="*/ 1870841 w 3731172"/>
                      <a:gd name="connsiteY9-172" fmla="*/ 746234 h 1418896"/>
                      <a:gd name="connsiteX10-173" fmla="*/ 262758 w 3731172"/>
                      <a:gd name="connsiteY10-174" fmla="*/ 1418896 h 1418896"/>
                      <a:gd name="connsiteX11-175" fmla="*/ 0 w 3731172"/>
                      <a:gd name="connsiteY11-176" fmla="*/ 1324303 h 1418896"/>
                      <a:gd name="connsiteX12-177" fmla="*/ 1145627 w 3731172"/>
                      <a:gd name="connsiteY12-178" fmla="*/ 882869 h 1418896"/>
                      <a:gd name="connsiteX13-179" fmla="*/ 1114096 w 3731172"/>
                      <a:gd name="connsiteY13-180" fmla="*/ 420413 h 1418896"/>
                      <a:gd name="connsiteX14-181" fmla="*/ 189185 w 3731172"/>
                      <a:gd name="connsiteY14-182" fmla="*/ 84081 h 1418896"/>
                      <a:gd name="connsiteX0-183" fmla="*/ 168165 w 3731172"/>
                      <a:gd name="connsiteY0-184" fmla="*/ 73572 h 1418896"/>
                      <a:gd name="connsiteX1-185" fmla="*/ 451945 w 3731172"/>
                      <a:gd name="connsiteY1-186" fmla="*/ 0 h 1418896"/>
                      <a:gd name="connsiteX2-187" fmla="*/ 1881352 w 3731172"/>
                      <a:gd name="connsiteY2-188" fmla="*/ 599089 h 1418896"/>
                      <a:gd name="connsiteX3-189" fmla="*/ 3363310 w 3731172"/>
                      <a:gd name="connsiteY3-190" fmla="*/ 0 h 1418896"/>
                      <a:gd name="connsiteX4-191" fmla="*/ 3584027 w 3731172"/>
                      <a:gd name="connsiteY4-192" fmla="*/ 73572 h 1418896"/>
                      <a:gd name="connsiteX5-193" fmla="*/ 2627586 w 3731172"/>
                      <a:gd name="connsiteY5-194" fmla="*/ 441434 h 1418896"/>
                      <a:gd name="connsiteX6-195" fmla="*/ 2596055 w 3731172"/>
                      <a:gd name="connsiteY6-196" fmla="*/ 914400 h 1418896"/>
                      <a:gd name="connsiteX7-197" fmla="*/ 3731172 w 3731172"/>
                      <a:gd name="connsiteY7-198" fmla="*/ 1345324 h 1418896"/>
                      <a:gd name="connsiteX8-199" fmla="*/ 3447393 w 3731172"/>
                      <a:gd name="connsiteY8-200" fmla="*/ 1408386 h 1418896"/>
                      <a:gd name="connsiteX9-201" fmla="*/ 1870841 w 3731172"/>
                      <a:gd name="connsiteY9-202" fmla="*/ 746234 h 1418896"/>
                      <a:gd name="connsiteX10-203" fmla="*/ 262758 w 3731172"/>
                      <a:gd name="connsiteY10-204" fmla="*/ 1418896 h 1418896"/>
                      <a:gd name="connsiteX11-205" fmla="*/ 0 w 3731172"/>
                      <a:gd name="connsiteY11-206" fmla="*/ 1324303 h 1418896"/>
                      <a:gd name="connsiteX12-207" fmla="*/ 1145627 w 3731172"/>
                      <a:gd name="connsiteY12-208" fmla="*/ 882869 h 1418896"/>
                      <a:gd name="connsiteX13-209" fmla="*/ 1114096 w 3731172"/>
                      <a:gd name="connsiteY13-210" fmla="*/ 420413 h 1418896"/>
                      <a:gd name="connsiteX14-211" fmla="*/ 189185 w 3731172"/>
                      <a:gd name="connsiteY14-212" fmla="*/ 84081 h 1418896"/>
                      <a:gd name="connsiteX15-213" fmla="*/ 168165 w 3731172"/>
                      <a:gd name="connsiteY15-214" fmla="*/ 73572 h 1418896"/>
                      <a:gd name="connsiteX0-215" fmla="*/ 168165 w 3731172"/>
                      <a:gd name="connsiteY0-216" fmla="*/ 73572 h 1418896"/>
                      <a:gd name="connsiteX1-217" fmla="*/ 451945 w 3731172"/>
                      <a:gd name="connsiteY1-218" fmla="*/ 0 h 1418896"/>
                      <a:gd name="connsiteX2-219" fmla="*/ 1881352 w 3731172"/>
                      <a:gd name="connsiteY2-220" fmla="*/ 599089 h 1418896"/>
                      <a:gd name="connsiteX3-221" fmla="*/ 3363310 w 3731172"/>
                      <a:gd name="connsiteY3-222" fmla="*/ 0 h 1418896"/>
                      <a:gd name="connsiteX4-223" fmla="*/ 3584027 w 3731172"/>
                      <a:gd name="connsiteY4-224" fmla="*/ 73572 h 1418896"/>
                      <a:gd name="connsiteX5-225" fmla="*/ 2627586 w 3731172"/>
                      <a:gd name="connsiteY5-226" fmla="*/ 441434 h 1418896"/>
                      <a:gd name="connsiteX6-227" fmla="*/ 2596055 w 3731172"/>
                      <a:gd name="connsiteY6-228" fmla="*/ 914400 h 1418896"/>
                      <a:gd name="connsiteX7-229" fmla="*/ 3731172 w 3731172"/>
                      <a:gd name="connsiteY7-230" fmla="*/ 1345324 h 1418896"/>
                      <a:gd name="connsiteX8-231" fmla="*/ 3447393 w 3731172"/>
                      <a:gd name="connsiteY8-232" fmla="*/ 1408386 h 1418896"/>
                      <a:gd name="connsiteX9-233" fmla="*/ 1870841 w 3731172"/>
                      <a:gd name="connsiteY9-234" fmla="*/ 746234 h 1418896"/>
                      <a:gd name="connsiteX10-235" fmla="*/ 262758 w 3731172"/>
                      <a:gd name="connsiteY10-236" fmla="*/ 1418896 h 1418896"/>
                      <a:gd name="connsiteX11-237" fmla="*/ 0 w 3731172"/>
                      <a:gd name="connsiteY11-238" fmla="*/ 1324303 h 1418896"/>
                      <a:gd name="connsiteX12-239" fmla="*/ 1145627 w 3731172"/>
                      <a:gd name="connsiteY12-240" fmla="*/ 882869 h 1418896"/>
                      <a:gd name="connsiteX13-241" fmla="*/ 1156137 w 3731172"/>
                      <a:gd name="connsiteY13-242" fmla="*/ 441434 h 1418896"/>
                      <a:gd name="connsiteX14-243" fmla="*/ 189185 w 3731172"/>
                      <a:gd name="connsiteY14-244" fmla="*/ 84081 h 1418896"/>
                      <a:gd name="connsiteX15-245" fmla="*/ 168165 w 3731172"/>
                      <a:gd name="connsiteY15-246" fmla="*/ 73572 h 1418896"/>
                      <a:gd name="connsiteX0-247" fmla="*/ 168165 w 3731172"/>
                      <a:gd name="connsiteY0-248" fmla="*/ 73572 h 1418896"/>
                      <a:gd name="connsiteX1-249" fmla="*/ 451945 w 3731172"/>
                      <a:gd name="connsiteY1-250" fmla="*/ 0 h 1418896"/>
                      <a:gd name="connsiteX2-251" fmla="*/ 1881352 w 3731172"/>
                      <a:gd name="connsiteY2-252" fmla="*/ 599089 h 1418896"/>
                      <a:gd name="connsiteX3-253" fmla="*/ 3363310 w 3731172"/>
                      <a:gd name="connsiteY3-254" fmla="*/ 0 h 1418896"/>
                      <a:gd name="connsiteX4-255" fmla="*/ 3584027 w 3731172"/>
                      <a:gd name="connsiteY4-256" fmla="*/ 73572 h 1418896"/>
                      <a:gd name="connsiteX5-257" fmla="*/ 2627586 w 3731172"/>
                      <a:gd name="connsiteY5-258" fmla="*/ 441434 h 1418896"/>
                      <a:gd name="connsiteX6-259" fmla="*/ 2596055 w 3731172"/>
                      <a:gd name="connsiteY6-260" fmla="*/ 914400 h 1418896"/>
                      <a:gd name="connsiteX7-261" fmla="*/ 3731172 w 3731172"/>
                      <a:gd name="connsiteY7-262" fmla="*/ 1345324 h 1418896"/>
                      <a:gd name="connsiteX8-263" fmla="*/ 3447393 w 3731172"/>
                      <a:gd name="connsiteY8-264" fmla="*/ 1408386 h 1418896"/>
                      <a:gd name="connsiteX9-265" fmla="*/ 1870841 w 3731172"/>
                      <a:gd name="connsiteY9-266" fmla="*/ 746234 h 1418896"/>
                      <a:gd name="connsiteX10-267" fmla="*/ 262758 w 3731172"/>
                      <a:gd name="connsiteY10-268" fmla="*/ 1418896 h 1418896"/>
                      <a:gd name="connsiteX11-269" fmla="*/ 0 w 3731172"/>
                      <a:gd name="connsiteY11-270" fmla="*/ 1324303 h 1418896"/>
                      <a:gd name="connsiteX12-271" fmla="*/ 1145627 w 3731172"/>
                      <a:gd name="connsiteY12-272" fmla="*/ 882869 h 1418896"/>
                      <a:gd name="connsiteX13-273" fmla="*/ 1145626 w 3731172"/>
                      <a:gd name="connsiteY13-274" fmla="*/ 451945 h 1418896"/>
                      <a:gd name="connsiteX14-275" fmla="*/ 189185 w 3731172"/>
                      <a:gd name="connsiteY14-276" fmla="*/ 84081 h 1418896"/>
                      <a:gd name="connsiteX15-277" fmla="*/ 168165 w 3731172"/>
                      <a:gd name="connsiteY15-278" fmla="*/ 73572 h 1418896"/>
                      <a:gd name="connsiteX0-279" fmla="*/ 168165 w 3731172"/>
                      <a:gd name="connsiteY0-280" fmla="*/ 73572 h 1418896"/>
                      <a:gd name="connsiteX1-281" fmla="*/ 451945 w 3731172"/>
                      <a:gd name="connsiteY1-282" fmla="*/ 0 h 1418896"/>
                      <a:gd name="connsiteX2-283" fmla="*/ 1881352 w 3731172"/>
                      <a:gd name="connsiteY2-284" fmla="*/ 599089 h 1418896"/>
                      <a:gd name="connsiteX3-285" fmla="*/ 3363310 w 3731172"/>
                      <a:gd name="connsiteY3-286" fmla="*/ 0 h 1418896"/>
                      <a:gd name="connsiteX4-287" fmla="*/ 3584027 w 3731172"/>
                      <a:gd name="connsiteY4-288" fmla="*/ 73572 h 1418896"/>
                      <a:gd name="connsiteX5-289" fmla="*/ 2627586 w 3731172"/>
                      <a:gd name="connsiteY5-290" fmla="*/ 441434 h 1418896"/>
                      <a:gd name="connsiteX6-291" fmla="*/ 2596055 w 3731172"/>
                      <a:gd name="connsiteY6-292" fmla="*/ 914400 h 1418896"/>
                      <a:gd name="connsiteX7-293" fmla="*/ 3731172 w 3731172"/>
                      <a:gd name="connsiteY7-294" fmla="*/ 1345324 h 1418896"/>
                      <a:gd name="connsiteX8-295" fmla="*/ 3447393 w 3731172"/>
                      <a:gd name="connsiteY8-296" fmla="*/ 1408386 h 1418896"/>
                      <a:gd name="connsiteX9-297" fmla="*/ 1870841 w 3731172"/>
                      <a:gd name="connsiteY9-298" fmla="*/ 746234 h 1418896"/>
                      <a:gd name="connsiteX10-299" fmla="*/ 262758 w 3731172"/>
                      <a:gd name="connsiteY10-300" fmla="*/ 1418896 h 1418896"/>
                      <a:gd name="connsiteX11-301" fmla="*/ 0 w 3731172"/>
                      <a:gd name="connsiteY11-302" fmla="*/ 1324303 h 1418896"/>
                      <a:gd name="connsiteX12-303" fmla="*/ 1145627 w 3731172"/>
                      <a:gd name="connsiteY12-304" fmla="*/ 903890 h 1418896"/>
                      <a:gd name="connsiteX13-305" fmla="*/ 1145626 w 3731172"/>
                      <a:gd name="connsiteY13-306" fmla="*/ 451945 h 1418896"/>
                      <a:gd name="connsiteX14-307" fmla="*/ 189185 w 3731172"/>
                      <a:gd name="connsiteY14-308" fmla="*/ 84081 h 1418896"/>
                      <a:gd name="connsiteX15-309" fmla="*/ 168165 w 3731172"/>
                      <a:gd name="connsiteY15-310" fmla="*/ 73572 h 1418896"/>
                      <a:gd name="connsiteX0-311" fmla="*/ 147144 w 3710151"/>
                      <a:gd name="connsiteY0-312" fmla="*/ 73572 h 1418896"/>
                      <a:gd name="connsiteX1-313" fmla="*/ 430924 w 3710151"/>
                      <a:gd name="connsiteY1-314" fmla="*/ 0 h 1418896"/>
                      <a:gd name="connsiteX2-315" fmla="*/ 1860331 w 3710151"/>
                      <a:gd name="connsiteY2-316" fmla="*/ 599089 h 1418896"/>
                      <a:gd name="connsiteX3-317" fmla="*/ 3342289 w 3710151"/>
                      <a:gd name="connsiteY3-318" fmla="*/ 0 h 1418896"/>
                      <a:gd name="connsiteX4-319" fmla="*/ 3563006 w 3710151"/>
                      <a:gd name="connsiteY4-320" fmla="*/ 73572 h 1418896"/>
                      <a:gd name="connsiteX5-321" fmla="*/ 2606565 w 3710151"/>
                      <a:gd name="connsiteY5-322" fmla="*/ 441434 h 1418896"/>
                      <a:gd name="connsiteX6-323" fmla="*/ 2575034 w 3710151"/>
                      <a:gd name="connsiteY6-324" fmla="*/ 914400 h 1418896"/>
                      <a:gd name="connsiteX7-325" fmla="*/ 3710151 w 3710151"/>
                      <a:gd name="connsiteY7-326" fmla="*/ 1345324 h 1418896"/>
                      <a:gd name="connsiteX8-327" fmla="*/ 3426372 w 3710151"/>
                      <a:gd name="connsiteY8-328" fmla="*/ 1408386 h 1418896"/>
                      <a:gd name="connsiteX9-329" fmla="*/ 1849820 w 3710151"/>
                      <a:gd name="connsiteY9-330" fmla="*/ 746234 h 1418896"/>
                      <a:gd name="connsiteX10-331" fmla="*/ 241737 w 3710151"/>
                      <a:gd name="connsiteY10-332" fmla="*/ 1418896 h 1418896"/>
                      <a:gd name="connsiteX11-333" fmla="*/ 0 w 3710151"/>
                      <a:gd name="connsiteY11-334" fmla="*/ 1334814 h 1418896"/>
                      <a:gd name="connsiteX12-335" fmla="*/ 1124606 w 3710151"/>
                      <a:gd name="connsiteY12-336" fmla="*/ 903890 h 1418896"/>
                      <a:gd name="connsiteX13-337" fmla="*/ 1124605 w 3710151"/>
                      <a:gd name="connsiteY13-338" fmla="*/ 451945 h 1418896"/>
                      <a:gd name="connsiteX14-339" fmla="*/ 168164 w 3710151"/>
                      <a:gd name="connsiteY14-340" fmla="*/ 84081 h 1418896"/>
                      <a:gd name="connsiteX15-341" fmla="*/ 147144 w 3710151"/>
                      <a:gd name="connsiteY15-342" fmla="*/ 73572 h 1418896"/>
                      <a:gd name="connsiteX0-343" fmla="*/ 147144 w 3710151"/>
                      <a:gd name="connsiteY0-344" fmla="*/ 73572 h 1418896"/>
                      <a:gd name="connsiteX1-345" fmla="*/ 430924 w 3710151"/>
                      <a:gd name="connsiteY1-346" fmla="*/ 0 h 1418896"/>
                      <a:gd name="connsiteX2-347" fmla="*/ 1860331 w 3710151"/>
                      <a:gd name="connsiteY2-348" fmla="*/ 599089 h 1418896"/>
                      <a:gd name="connsiteX3-349" fmla="*/ 3342289 w 3710151"/>
                      <a:gd name="connsiteY3-350" fmla="*/ 0 h 1418896"/>
                      <a:gd name="connsiteX4-351" fmla="*/ 3563006 w 3710151"/>
                      <a:gd name="connsiteY4-352" fmla="*/ 73572 h 1418896"/>
                      <a:gd name="connsiteX5-353" fmla="*/ 2606565 w 3710151"/>
                      <a:gd name="connsiteY5-354" fmla="*/ 441434 h 1418896"/>
                      <a:gd name="connsiteX6-355" fmla="*/ 2606565 w 3710151"/>
                      <a:gd name="connsiteY6-356" fmla="*/ 924910 h 1418896"/>
                      <a:gd name="connsiteX7-357" fmla="*/ 3710151 w 3710151"/>
                      <a:gd name="connsiteY7-358" fmla="*/ 1345324 h 1418896"/>
                      <a:gd name="connsiteX8-359" fmla="*/ 3426372 w 3710151"/>
                      <a:gd name="connsiteY8-360" fmla="*/ 1408386 h 1418896"/>
                      <a:gd name="connsiteX9-361" fmla="*/ 1849820 w 3710151"/>
                      <a:gd name="connsiteY9-362" fmla="*/ 746234 h 1418896"/>
                      <a:gd name="connsiteX10-363" fmla="*/ 241737 w 3710151"/>
                      <a:gd name="connsiteY10-364" fmla="*/ 1418896 h 1418896"/>
                      <a:gd name="connsiteX11-365" fmla="*/ 0 w 3710151"/>
                      <a:gd name="connsiteY11-366" fmla="*/ 1334814 h 1418896"/>
                      <a:gd name="connsiteX12-367" fmla="*/ 1124606 w 3710151"/>
                      <a:gd name="connsiteY12-368" fmla="*/ 903890 h 1418896"/>
                      <a:gd name="connsiteX13-369" fmla="*/ 1124605 w 3710151"/>
                      <a:gd name="connsiteY13-370" fmla="*/ 451945 h 1418896"/>
                      <a:gd name="connsiteX14-371" fmla="*/ 168164 w 3710151"/>
                      <a:gd name="connsiteY14-372" fmla="*/ 84081 h 1418896"/>
                      <a:gd name="connsiteX15-373" fmla="*/ 147144 w 3710151"/>
                      <a:gd name="connsiteY15-374" fmla="*/ 73572 h 1418896"/>
                      <a:gd name="connsiteX0-375" fmla="*/ 147144 w 3710151"/>
                      <a:gd name="connsiteY0-376" fmla="*/ 73572 h 1418896"/>
                      <a:gd name="connsiteX1-377" fmla="*/ 430924 w 3710151"/>
                      <a:gd name="connsiteY1-378" fmla="*/ 0 h 1418896"/>
                      <a:gd name="connsiteX2-379" fmla="*/ 1860331 w 3710151"/>
                      <a:gd name="connsiteY2-380" fmla="*/ 599089 h 1418896"/>
                      <a:gd name="connsiteX3-381" fmla="*/ 3342289 w 3710151"/>
                      <a:gd name="connsiteY3-382" fmla="*/ 0 h 1418896"/>
                      <a:gd name="connsiteX4-383" fmla="*/ 3563006 w 3710151"/>
                      <a:gd name="connsiteY4-384" fmla="*/ 73572 h 1418896"/>
                      <a:gd name="connsiteX5-385" fmla="*/ 2606565 w 3710151"/>
                      <a:gd name="connsiteY5-386" fmla="*/ 441434 h 1418896"/>
                      <a:gd name="connsiteX6-387" fmla="*/ 2610282 w 3710151"/>
                      <a:gd name="connsiteY6-388" fmla="*/ 902607 h 1418896"/>
                      <a:gd name="connsiteX7-389" fmla="*/ 3710151 w 3710151"/>
                      <a:gd name="connsiteY7-390" fmla="*/ 1345324 h 1418896"/>
                      <a:gd name="connsiteX8-391" fmla="*/ 3426372 w 3710151"/>
                      <a:gd name="connsiteY8-392" fmla="*/ 1408386 h 1418896"/>
                      <a:gd name="connsiteX9-393" fmla="*/ 1849820 w 3710151"/>
                      <a:gd name="connsiteY9-394" fmla="*/ 746234 h 1418896"/>
                      <a:gd name="connsiteX10-395" fmla="*/ 241737 w 3710151"/>
                      <a:gd name="connsiteY10-396" fmla="*/ 1418896 h 1418896"/>
                      <a:gd name="connsiteX11-397" fmla="*/ 0 w 3710151"/>
                      <a:gd name="connsiteY11-398" fmla="*/ 1334814 h 1418896"/>
                      <a:gd name="connsiteX12-399" fmla="*/ 1124606 w 3710151"/>
                      <a:gd name="connsiteY12-400" fmla="*/ 903890 h 1418896"/>
                      <a:gd name="connsiteX13-401" fmla="*/ 1124605 w 3710151"/>
                      <a:gd name="connsiteY13-402" fmla="*/ 451945 h 1418896"/>
                      <a:gd name="connsiteX14-403" fmla="*/ 168164 w 3710151"/>
                      <a:gd name="connsiteY14-404" fmla="*/ 84081 h 1418896"/>
                      <a:gd name="connsiteX15-405" fmla="*/ 147144 w 3710151"/>
                      <a:gd name="connsiteY15-406" fmla="*/ 73572 h 1418896"/>
                      <a:gd name="connsiteX0-407" fmla="*/ 147144 w 3710151"/>
                      <a:gd name="connsiteY0-408" fmla="*/ 73572 h 1418896"/>
                      <a:gd name="connsiteX1-409" fmla="*/ 430924 w 3710151"/>
                      <a:gd name="connsiteY1-410" fmla="*/ 0 h 1418896"/>
                      <a:gd name="connsiteX2-411" fmla="*/ 1860331 w 3710151"/>
                      <a:gd name="connsiteY2-412" fmla="*/ 599089 h 1418896"/>
                      <a:gd name="connsiteX3-413" fmla="*/ 3342289 w 3710151"/>
                      <a:gd name="connsiteY3-414" fmla="*/ 0 h 1418896"/>
                      <a:gd name="connsiteX4-415" fmla="*/ 3563006 w 3710151"/>
                      <a:gd name="connsiteY4-416" fmla="*/ 73572 h 1418896"/>
                      <a:gd name="connsiteX5-417" fmla="*/ 2617717 w 3710151"/>
                      <a:gd name="connsiteY5-418" fmla="*/ 445151 h 1418896"/>
                      <a:gd name="connsiteX6-419" fmla="*/ 2610282 w 3710151"/>
                      <a:gd name="connsiteY6-420" fmla="*/ 902607 h 1418896"/>
                      <a:gd name="connsiteX7-421" fmla="*/ 3710151 w 3710151"/>
                      <a:gd name="connsiteY7-422" fmla="*/ 1345324 h 1418896"/>
                      <a:gd name="connsiteX8-423" fmla="*/ 3426372 w 3710151"/>
                      <a:gd name="connsiteY8-424" fmla="*/ 1408386 h 1418896"/>
                      <a:gd name="connsiteX9-425" fmla="*/ 1849820 w 3710151"/>
                      <a:gd name="connsiteY9-426" fmla="*/ 746234 h 1418896"/>
                      <a:gd name="connsiteX10-427" fmla="*/ 241737 w 3710151"/>
                      <a:gd name="connsiteY10-428" fmla="*/ 1418896 h 1418896"/>
                      <a:gd name="connsiteX11-429" fmla="*/ 0 w 3710151"/>
                      <a:gd name="connsiteY11-430" fmla="*/ 1334814 h 1418896"/>
                      <a:gd name="connsiteX12-431" fmla="*/ 1124606 w 3710151"/>
                      <a:gd name="connsiteY12-432" fmla="*/ 903890 h 1418896"/>
                      <a:gd name="connsiteX13-433" fmla="*/ 1124605 w 3710151"/>
                      <a:gd name="connsiteY13-434" fmla="*/ 451945 h 1418896"/>
                      <a:gd name="connsiteX14-435" fmla="*/ 168164 w 3710151"/>
                      <a:gd name="connsiteY14-436" fmla="*/ 84081 h 1418896"/>
                      <a:gd name="connsiteX15-437" fmla="*/ 147144 w 3710151"/>
                      <a:gd name="connsiteY15-438" fmla="*/ 73572 h 1418896"/>
                      <a:gd name="connsiteX0-439" fmla="*/ 147144 w 3710151"/>
                      <a:gd name="connsiteY0-440" fmla="*/ 73572 h 1418896"/>
                      <a:gd name="connsiteX1-441" fmla="*/ 430924 w 3710151"/>
                      <a:gd name="connsiteY1-442" fmla="*/ 0 h 1418896"/>
                      <a:gd name="connsiteX2-443" fmla="*/ 1860331 w 3710151"/>
                      <a:gd name="connsiteY2-444" fmla="*/ 599089 h 1418896"/>
                      <a:gd name="connsiteX3-445" fmla="*/ 3342289 w 3710151"/>
                      <a:gd name="connsiteY3-446" fmla="*/ 0 h 1418896"/>
                      <a:gd name="connsiteX4-447" fmla="*/ 3563006 w 3710151"/>
                      <a:gd name="connsiteY4-448" fmla="*/ 73572 h 1418896"/>
                      <a:gd name="connsiteX5-449" fmla="*/ 2617717 w 3710151"/>
                      <a:gd name="connsiteY5-450" fmla="*/ 448868 h 1418896"/>
                      <a:gd name="connsiteX6-451" fmla="*/ 2610282 w 3710151"/>
                      <a:gd name="connsiteY6-452" fmla="*/ 902607 h 1418896"/>
                      <a:gd name="connsiteX7-453" fmla="*/ 3710151 w 3710151"/>
                      <a:gd name="connsiteY7-454" fmla="*/ 1345324 h 1418896"/>
                      <a:gd name="connsiteX8-455" fmla="*/ 3426372 w 3710151"/>
                      <a:gd name="connsiteY8-456" fmla="*/ 1408386 h 1418896"/>
                      <a:gd name="connsiteX9-457" fmla="*/ 1849820 w 3710151"/>
                      <a:gd name="connsiteY9-458" fmla="*/ 746234 h 1418896"/>
                      <a:gd name="connsiteX10-459" fmla="*/ 241737 w 3710151"/>
                      <a:gd name="connsiteY10-460" fmla="*/ 1418896 h 1418896"/>
                      <a:gd name="connsiteX11-461" fmla="*/ 0 w 3710151"/>
                      <a:gd name="connsiteY11-462" fmla="*/ 1334814 h 1418896"/>
                      <a:gd name="connsiteX12-463" fmla="*/ 1124606 w 3710151"/>
                      <a:gd name="connsiteY12-464" fmla="*/ 903890 h 1418896"/>
                      <a:gd name="connsiteX13-465" fmla="*/ 1124605 w 3710151"/>
                      <a:gd name="connsiteY13-466" fmla="*/ 451945 h 1418896"/>
                      <a:gd name="connsiteX14-467" fmla="*/ 168164 w 3710151"/>
                      <a:gd name="connsiteY14-468" fmla="*/ 84081 h 1418896"/>
                      <a:gd name="connsiteX15-469" fmla="*/ 147144 w 3710151"/>
                      <a:gd name="connsiteY15-470" fmla="*/ 73572 h 1418896"/>
                      <a:gd name="connsiteX0-471" fmla="*/ 147144 w 3710151"/>
                      <a:gd name="connsiteY0-472" fmla="*/ 73572 h 1418896"/>
                      <a:gd name="connsiteX1-473" fmla="*/ 430924 w 3710151"/>
                      <a:gd name="connsiteY1-474" fmla="*/ 0 h 1418896"/>
                      <a:gd name="connsiteX2-475" fmla="*/ 1838028 w 3710151"/>
                      <a:gd name="connsiteY2-476" fmla="*/ 591655 h 1418896"/>
                      <a:gd name="connsiteX3-477" fmla="*/ 3342289 w 3710151"/>
                      <a:gd name="connsiteY3-478" fmla="*/ 0 h 1418896"/>
                      <a:gd name="connsiteX4-479" fmla="*/ 3563006 w 3710151"/>
                      <a:gd name="connsiteY4-480" fmla="*/ 73572 h 1418896"/>
                      <a:gd name="connsiteX5-481" fmla="*/ 2617717 w 3710151"/>
                      <a:gd name="connsiteY5-482" fmla="*/ 448868 h 1418896"/>
                      <a:gd name="connsiteX6-483" fmla="*/ 2610282 w 3710151"/>
                      <a:gd name="connsiteY6-484" fmla="*/ 902607 h 1418896"/>
                      <a:gd name="connsiteX7-485" fmla="*/ 3710151 w 3710151"/>
                      <a:gd name="connsiteY7-486" fmla="*/ 1345324 h 1418896"/>
                      <a:gd name="connsiteX8-487" fmla="*/ 3426372 w 3710151"/>
                      <a:gd name="connsiteY8-488" fmla="*/ 1408386 h 1418896"/>
                      <a:gd name="connsiteX9-489" fmla="*/ 1849820 w 3710151"/>
                      <a:gd name="connsiteY9-490" fmla="*/ 746234 h 1418896"/>
                      <a:gd name="connsiteX10-491" fmla="*/ 241737 w 3710151"/>
                      <a:gd name="connsiteY10-492" fmla="*/ 1418896 h 1418896"/>
                      <a:gd name="connsiteX11-493" fmla="*/ 0 w 3710151"/>
                      <a:gd name="connsiteY11-494" fmla="*/ 1334814 h 1418896"/>
                      <a:gd name="connsiteX12-495" fmla="*/ 1124606 w 3710151"/>
                      <a:gd name="connsiteY12-496" fmla="*/ 903890 h 1418896"/>
                      <a:gd name="connsiteX13-497" fmla="*/ 1124605 w 3710151"/>
                      <a:gd name="connsiteY13-498" fmla="*/ 451945 h 1418896"/>
                      <a:gd name="connsiteX14-499" fmla="*/ 168164 w 3710151"/>
                      <a:gd name="connsiteY14-500" fmla="*/ 84081 h 1418896"/>
                      <a:gd name="connsiteX15-501" fmla="*/ 147144 w 3710151"/>
                      <a:gd name="connsiteY15-502" fmla="*/ 73572 h 1418896"/>
                      <a:gd name="connsiteX0-503" fmla="*/ 147144 w 3710151"/>
                      <a:gd name="connsiteY0-504" fmla="*/ 73572 h 1418896"/>
                      <a:gd name="connsiteX1-505" fmla="*/ 430924 w 3710151"/>
                      <a:gd name="connsiteY1-506" fmla="*/ 0 h 1418896"/>
                      <a:gd name="connsiteX2-507" fmla="*/ 1838028 w 3710151"/>
                      <a:gd name="connsiteY2-508" fmla="*/ 591655 h 1418896"/>
                      <a:gd name="connsiteX3-509" fmla="*/ 3342289 w 3710151"/>
                      <a:gd name="connsiteY3-510" fmla="*/ 0 h 1418896"/>
                      <a:gd name="connsiteX4-511" fmla="*/ 3563006 w 3710151"/>
                      <a:gd name="connsiteY4-512" fmla="*/ 73572 h 1418896"/>
                      <a:gd name="connsiteX5-513" fmla="*/ 2617717 w 3710151"/>
                      <a:gd name="connsiteY5-514" fmla="*/ 448868 h 1418896"/>
                      <a:gd name="connsiteX6-515" fmla="*/ 2610282 w 3710151"/>
                      <a:gd name="connsiteY6-516" fmla="*/ 902607 h 1418896"/>
                      <a:gd name="connsiteX7-517" fmla="*/ 3710151 w 3710151"/>
                      <a:gd name="connsiteY7-518" fmla="*/ 1345324 h 1418896"/>
                      <a:gd name="connsiteX8-519" fmla="*/ 3426372 w 3710151"/>
                      <a:gd name="connsiteY8-520" fmla="*/ 1408386 h 1418896"/>
                      <a:gd name="connsiteX9-521" fmla="*/ 1849820 w 3710151"/>
                      <a:gd name="connsiteY9-522" fmla="*/ 746234 h 1418896"/>
                      <a:gd name="connsiteX10-523" fmla="*/ 241737 w 3710151"/>
                      <a:gd name="connsiteY10-524" fmla="*/ 1418896 h 1418896"/>
                      <a:gd name="connsiteX11-525" fmla="*/ 0 w 3710151"/>
                      <a:gd name="connsiteY11-526" fmla="*/ 1334814 h 1418896"/>
                      <a:gd name="connsiteX12-527" fmla="*/ 1124606 w 3710151"/>
                      <a:gd name="connsiteY12-528" fmla="*/ 903890 h 1418896"/>
                      <a:gd name="connsiteX13-529" fmla="*/ 1087434 w 3710151"/>
                      <a:gd name="connsiteY13-530" fmla="*/ 451945 h 1418896"/>
                      <a:gd name="connsiteX14-531" fmla="*/ 168164 w 3710151"/>
                      <a:gd name="connsiteY14-532" fmla="*/ 84081 h 1418896"/>
                      <a:gd name="connsiteX15-533" fmla="*/ 147144 w 3710151"/>
                      <a:gd name="connsiteY15-534" fmla="*/ 73572 h 1418896"/>
                      <a:gd name="connsiteX0-535" fmla="*/ 147144 w 3710151"/>
                      <a:gd name="connsiteY0-536" fmla="*/ 73572 h 1418896"/>
                      <a:gd name="connsiteX1-537" fmla="*/ 430924 w 3710151"/>
                      <a:gd name="connsiteY1-538" fmla="*/ 0 h 1418896"/>
                      <a:gd name="connsiteX2-539" fmla="*/ 1838028 w 3710151"/>
                      <a:gd name="connsiteY2-540" fmla="*/ 591655 h 1418896"/>
                      <a:gd name="connsiteX3-541" fmla="*/ 3342289 w 3710151"/>
                      <a:gd name="connsiteY3-542" fmla="*/ 0 h 1418896"/>
                      <a:gd name="connsiteX4-543" fmla="*/ 3563006 w 3710151"/>
                      <a:gd name="connsiteY4-544" fmla="*/ 73572 h 1418896"/>
                      <a:gd name="connsiteX5-545" fmla="*/ 2617717 w 3710151"/>
                      <a:gd name="connsiteY5-546" fmla="*/ 448868 h 1418896"/>
                      <a:gd name="connsiteX6-547" fmla="*/ 2610282 w 3710151"/>
                      <a:gd name="connsiteY6-548" fmla="*/ 902607 h 1418896"/>
                      <a:gd name="connsiteX7-549" fmla="*/ 3710151 w 3710151"/>
                      <a:gd name="connsiteY7-550" fmla="*/ 1345324 h 1418896"/>
                      <a:gd name="connsiteX8-551" fmla="*/ 3426372 w 3710151"/>
                      <a:gd name="connsiteY8-552" fmla="*/ 1408386 h 1418896"/>
                      <a:gd name="connsiteX9-553" fmla="*/ 1849820 w 3710151"/>
                      <a:gd name="connsiteY9-554" fmla="*/ 746234 h 1418896"/>
                      <a:gd name="connsiteX10-555" fmla="*/ 241737 w 3710151"/>
                      <a:gd name="connsiteY10-556" fmla="*/ 1418896 h 1418896"/>
                      <a:gd name="connsiteX11-557" fmla="*/ 0 w 3710151"/>
                      <a:gd name="connsiteY11-558" fmla="*/ 1334814 h 1418896"/>
                      <a:gd name="connsiteX12-559" fmla="*/ 1098586 w 3710151"/>
                      <a:gd name="connsiteY12-560" fmla="*/ 903890 h 1418896"/>
                      <a:gd name="connsiteX13-561" fmla="*/ 1087434 w 3710151"/>
                      <a:gd name="connsiteY13-562" fmla="*/ 451945 h 1418896"/>
                      <a:gd name="connsiteX14-563" fmla="*/ 168164 w 3710151"/>
                      <a:gd name="connsiteY14-564" fmla="*/ 84081 h 1418896"/>
                      <a:gd name="connsiteX15-565" fmla="*/ 147144 w 3710151"/>
                      <a:gd name="connsiteY15-566" fmla="*/ 73572 h 1418896"/>
                      <a:gd name="connsiteX0-567" fmla="*/ 162012 w 3725019"/>
                      <a:gd name="connsiteY0-568" fmla="*/ 73572 h 1418896"/>
                      <a:gd name="connsiteX1-569" fmla="*/ 445792 w 3725019"/>
                      <a:gd name="connsiteY1-570" fmla="*/ 0 h 1418896"/>
                      <a:gd name="connsiteX2-571" fmla="*/ 1852896 w 3725019"/>
                      <a:gd name="connsiteY2-572" fmla="*/ 591655 h 1418896"/>
                      <a:gd name="connsiteX3-573" fmla="*/ 3357157 w 3725019"/>
                      <a:gd name="connsiteY3-574" fmla="*/ 0 h 1418896"/>
                      <a:gd name="connsiteX4-575" fmla="*/ 3577874 w 3725019"/>
                      <a:gd name="connsiteY4-576" fmla="*/ 73572 h 1418896"/>
                      <a:gd name="connsiteX5-577" fmla="*/ 2632585 w 3725019"/>
                      <a:gd name="connsiteY5-578" fmla="*/ 448868 h 1418896"/>
                      <a:gd name="connsiteX6-579" fmla="*/ 2625150 w 3725019"/>
                      <a:gd name="connsiteY6-580" fmla="*/ 902607 h 1418896"/>
                      <a:gd name="connsiteX7-581" fmla="*/ 3725019 w 3725019"/>
                      <a:gd name="connsiteY7-582" fmla="*/ 1345324 h 1418896"/>
                      <a:gd name="connsiteX8-583" fmla="*/ 3441240 w 3725019"/>
                      <a:gd name="connsiteY8-584" fmla="*/ 1408386 h 1418896"/>
                      <a:gd name="connsiteX9-585" fmla="*/ 1864688 w 3725019"/>
                      <a:gd name="connsiteY9-586" fmla="*/ 746234 h 1418896"/>
                      <a:gd name="connsiteX10-587" fmla="*/ 256605 w 3725019"/>
                      <a:gd name="connsiteY10-588" fmla="*/ 1418896 h 1418896"/>
                      <a:gd name="connsiteX11-589" fmla="*/ 0 w 3725019"/>
                      <a:gd name="connsiteY11-590" fmla="*/ 1331097 h 1418896"/>
                      <a:gd name="connsiteX12-591" fmla="*/ 1113454 w 3725019"/>
                      <a:gd name="connsiteY12-592" fmla="*/ 903890 h 1418896"/>
                      <a:gd name="connsiteX13-593" fmla="*/ 1102302 w 3725019"/>
                      <a:gd name="connsiteY13-594" fmla="*/ 451945 h 1418896"/>
                      <a:gd name="connsiteX14-595" fmla="*/ 183032 w 3725019"/>
                      <a:gd name="connsiteY14-596" fmla="*/ 84081 h 1418896"/>
                      <a:gd name="connsiteX15-597" fmla="*/ 162012 w 3725019"/>
                      <a:gd name="connsiteY15-598" fmla="*/ 73572 h 141889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  <a:cxn ang="0">
                        <a:pos x="connsiteX11-23" y="connsiteY11-24"/>
                      </a:cxn>
                      <a:cxn ang="0">
                        <a:pos x="connsiteX12-25" y="connsiteY12-26"/>
                      </a:cxn>
                      <a:cxn ang="0">
                        <a:pos x="connsiteX13-27" y="connsiteY13-28"/>
                      </a:cxn>
                      <a:cxn ang="0">
                        <a:pos x="connsiteX14-29" y="connsiteY14-30"/>
                      </a:cxn>
                      <a:cxn ang="0">
                        <a:pos x="connsiteX15-31" y="connsiteY15-32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729" name="Group 728"/>
              <p:cNvGrpSpPr/>
              <p:nvPr/>
            </p:nvGrpSpPr>
            <p:grpSpPr>
              <a:xfrm>
                <a:off x="8676619" y="4967420"/>
                <a:ext cx="393760" cy="218578"/>
                <a:chOff x="7493876" y="2774731"/>
                <a:chExt cx="1481958" cy="894622"/>
              </a:xfrm>
            </p:grpSpPr>
            <p:sp>
              <p:nvSpPr>
                <p:cNvPr id="748" name="Freeform 747"/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-1" fmla="*/ 8187558 w 8187558"/>
                    <a:gd name="connsiteY0-2" fmla="*/ 0 h 2617076"/>
                    <a:gd name="connsiteX1-3" fmla="*/ 8187558 w 8187558"/>
                    <a:gd name="connsiteY1-4" fmla="*/ 1271752 h 2617076"/>
                    <a:gd name="connsiteX2-5" fmla="*/ 4025462 w 8187558"/>
                    <a:gd name="connsiteY2-6" fmla="*/ 2617076 h 2617076"/>
                    <a:gd name="connsiteX3-7" fmla="*/ 0 w 8187558"/>
                    <a:gd name="connsiteY3-8" fmla="*/ 1229711 h 2617076"/>
                    <a:gd name="connsiteX4-9" fmla="*/ 31531 w 8187558"/>
                    <a:gd name="connsiteY4-10" fmla="*/ 147145 h 2617076"/>
                    <a:gd name="connsiteX5-11" fmla="*/ 4046482 w 8187558"/>
                    <a:gd name="connsiteY5-12" fmla="*/ 1576552 h 2617076"/>
                    <a:gd name="connsiteX6-13" fmla="*/ 8187558 w 8187558"/>
                    <a:gd name="connsiteY6-14" fmla="*/ 0 h 2617076"/>
                    <a:gd name="connsiteX0-15" fmla="*/ 8187558 w 8187558"/>
                    <a:gd name="connsiteY0-16" fmla="*/ 0 h 2617076"/>
                    <a:gd name="connsiteX1-17" fmla="*/ 8187558 w 8187558"/>
                    <a:gd name="connsiteY1-18" fmla="*/ 1271752 h 2617076"/>
                    <a:gd name="connsiteX2-19" fmla="*/ 4025462 w 8187558"/>
                    <a:gd name="connsiteY2-20" fmla="*/ 2617076 h 2617076"/>
                    <a:gd name="connsiteX3-21" fmla="*/ 0 w 8187558"/>
                    <a:gd name="connsiteY3-22" fmla="*/ 1229711 h 2617076"/>
                    <a:gd name="connsiteX4-23" fmla="*/ 31531 w 8187558"/>
                    <a:gd name="connsiteY4-24" fmla="*/ 147145 h 2617076"/>
                    <a:gd name="connsiteX5-25" fmla="*/ 4046482 w 8187558"/>
                    <a:gd name="connsiteY5-26" fmla="*/ 1576552 h 2617076"/>
                    <a:gd name="connsiteX6-27" fmla="*/ 8187558 w 8187558"/>
                    <a:gd name="connsiteY6-28" fmla="*/ 0 h 2617076"/>
                    <a:gd name="connsiteX0-29" fmla="*/ 8187558 w 8187558"/>
                    <a:gd name="connsiteY0-30" fmla="*/ 0 h 2617076"/>
                    <a:gd name="connsiteX1-31" fmla="*/ 8187558 w 8187558"/>
                    <a:gd name="connsiteY1-32" fmla="*/ 1271752 h 2617076"/>
                    <a:gd name="connsiteX2-33" fmla="*/ 4025462 w 8187558"/>
                    <a:gd name="connsiteY2-34" fmla="*/ 2617076 h 2617076"/>
                    <a:gd name="connsiteX3-35" fmla="*/ 0 w 8187558"/>
                    <a:gd name="connsiteY3-36" fmla="*/ 1229711 h 2617076"/>
                    <a:gd name="connsiteX4-37" fmla="*/ 31531 w 8187558"/>
                    <a:gd name="connsiteY4-38" fmla="*/ 147145 h 2617076"/>
                    <a:gd name="connsiteX5-39" fmla="*/ 4046482 w 8187558"/>
                    <a:gd name="connsiteY5-40" fmla="*/ 1576552 h 2617076"/>
                    <a:gd name="connsiteX6-41" fmla="*/ 8187558 w 8187558"/>
                    <a:gd name="connsiteY6-42" fmla="*/ 0 h 2617076"/>
                    <a:gd name="connsiteX0-43" fmla="*/ 8187558 w 8187558"/>
                    <a:gd name="connsiteY0-44" fmla="*/ 0 h 2617076"/>
                    <a:gd name="connsiteX1-45" fmla="*/ 8187558 w 8187558"/>
                    <a:gd name="connsiteY1-46" fmla="*/ 1271752 h 2617076"/>
                    <a:gd name="connsiteX2-47" fmla="*/ 4025462 w 8187558"/>
                    <a:gd name="connsiteY2-48" fmla="*/ 2617076 h 2617076"/>
                    <a:gd name="connsiteX3-49" fmla="*/ 0 w 8187558"/>
                    <a:gd name="connsiteY3-50" fmla="*/ 1229711 h 2617076"/>
                    <a:gd name="connsiteX4-51" fmla="*/ 31531 w 8187558"/>
                    <a:gd name="connsiteY4-52" fmla="*/ 147145 h 2617076"/>
                    <a:gd name="connsiteX5-53" fmla="*/ 4046482 w 8187558"/>
                    <a:gd name="connsiteY5-54" fmla="*/ 1576552 h 2617076"/>
                    <a:gd name="connsiteX6-55" fmla="*/ 8187558 w 8187558"/>
                    <a:gd name="connsiteY6-56" fmla="*/ 0 h 2617076"/>
                    <a:gd name="connsiteX0-57" fmla="*/ 8187558 w 8187558"/>
                    <a:gd name="connsiteY0-58" fmla="*/ 0 h 2617076"/>
                    <a:gd name="connsiteX1-59" fmla="*/ 8187558 w 8187558"/>
                    <a:gd name="connsiteY1-60" fmla="*/ 1271752 h 2617076"/>
                    <a:gd name="connsiteX2-61" fmla="*/ 4025462 w 8187558"/>
                    <a:gd name="connsiteY2-62" fmla="*/ 2617076 h 2617076"/>
                    <a:gd name="connsiteX3-63" fmla="*/ 0 w 8187558"/>
                    <a:gd name="connsiteY3-64" fmla="*/ 1229711 h 2617076"/>
                    <a:gd name="connsiteX4-65" fmla="*/ 31531 w 8187558"/>
                    <a:gd name="connsiteY4-66" fmla="*/ 147145 h 2617076"/>
                    <a:gd name="connsiteX5-67" fmla="*/ 4046482 w 8187558"/>
                    <a:gd name="connsiteY5-68" fmla="*/ 1576552 h 2617076"/>
                    <a:gd name="connsiteX6-69" fmla="*/ 8187558 w 8187558"/>
                    <a:gd name="connsiteY6-70" fmla="*/ 0 h 2617076"/>
                    <a:gd name="connsiteX0-71" fmla="*/ 8187558 w 8187558"/>
                    <a:gd name="connsiteY0-72" fmla="*/ 0 h 2617076"/>
                    <a:gd name="connsiteX1-73" fmla="*/ 8187558 w 8187558"/>
                    <a:gd name="connsiteY1-74" fmla="*/ 1271752 h 2617076"/>
                    <a:gd name="connsiteX2-75" fmla="*/ 4025462 w 8187558"/>
                    <a:gd name="connsiteY2-76" fmla="*/ 2617076 h 2617076"/>
                    <a:gd name="connsiteX3-77" fmla="*/ 0 w 8187558"/>
                    <a:gd name="connsiteY3-78" fmla="*/ 1229711 h 2617076"/>
                    <a:gd name="connsiteX4-79" fmla="*/ 31531 w 8187558"/>
                    <a:gd name="connsiteY4-80" fmla="*/ 147145 h 2617076"/>
                    <a:gd name="connsiteX5-81" fmla="*/ 4046482 w 8187558"/>
                    <a:gd name="connsiteY5-82" fmla="*/ 1576552 h 2617076"/>
                    <a:gd name="connsiteX6-83" fmla="*/ 8187558 w 8187558"/>
                    <a:gd name="connsiteY6-84" fmla="*/ 0 h 2617076"/>
                    <a:gd name="connsiteX0-85" fmla="*/ 8187558 w 8187558"/>
                    <a:gd name="connsiteY0-86" fmla="*/ 0 h 2638097"/>
                    <a:gd name="connsiteX1-87" fmla="*/ 8187558 w 8187558"/>
                    <a:gd name="connsiteY1-88" fmla="*/ 1271752 h 2638097"/>
                    <a:gd name="connsiteX2-89" fmla="*/ 4099035 w 8187558"/>
                    <a:gd name="connsiteY2-90" fmla="*/ 2638097 h 2638097"/>
                    <a:gd name="connsiteX3-91" fmla="*/ 0 w 8187558"/>
                    <a:gd name="connsiteY3-92" fmla="*/ 1229711 h 2638097"/>
                    <a:gd name="connsiteX4-93" fmla="*/ 31531 w 8187558"/>
                    <a:gd name="connsiteY4-94" fmla="*/ 147145 h 2638097"/>
                    <a:gd name="connsiteX5-95" fmla="*/ 4046482 w 8187558"/>
                    <a:gd name="connsiteY5-96" fmla="*/ 1576552 h 2638097"/>
                    <a:gd name="connsiteX6-97" fmla="*/ 8187558 w 8187558"/>
                    <a:gd name="connsiteY6-98" fmla="*/ 0 h 2638097"/>
                    <a:gd name="connsiteX0-99" fmla="*/ 8187558 w 8187558"/>
                    <a:gd name="connsiteY0-100" fmla="*/ 0 h 2638097"/>
                    <a:gd name="connsiteX1-101" fmla="*/ 8187558 w 8187558"/>
                    <a:gd name="connsiteY1-102" fmla="*/ 1271752 h 2638097"/>
                    <a:gd name="connsiteX2-103" fmla="*/ 4099035 w 8187558"/>
                    <a:gd name="connsiteY2-104" fmla="*/ 2638097 h 2638097"/>
                    <a:gd name="connsiteX3-105" fmla="*/ 0 w 8187558"/>
                    <a:gd name="connsiteY3-106" fmla="*/ 1229711 h 2638097"/>
                    <a:gd name="connsiteX4-107" fmla="*/ 31531 w 8187558"/>
                    <a:gd name="connsiteY4-108" fmla="*/ 147145 h 2638097"/>
                    <a:gd name="connsiteX5-109" fmla="*/ 4046482 w 8187558"/>
                    <a:gd name="connsiteY5-110" fmla="*/ 1576552 h 2638097"/>
                    <a:gd name="connsiteX6-111" fmla="*/ 8187558 w 8187558"/>
                    <a:gd name="connsiteY6-112" fmla="*/ 0 h 2638097"/>
                    <a:gd name="connsiteX0-113" fmla="*/ 8187558 w 8187558"/>
                    <a:gd name="connsiteY0-114" fmla="*/ 0 h 2638097"/>
                    <a:gd name="connsiteX1-115" fmla="*/ 8187558 w 8187558"/>
                    <a:gd name="connsiteY1-116" fmla="*/ 1271752 h 2638097"/>
                    <a:gd name="connsiteX2-117" fmla="*/ 4099035 w 8187558"/>
                    <a:gd name="connsiteY2-118" fmla="*/ 2638097 h 2638097"/>
                    <a:gd name="connsiteX3-119" fmla="*/ 0 w 8187558"/>
                    <a:gd name="connsiteY3-120" fmla="*/ 1229711 h 2638097"/>
                    <a:gd name="connsiteX4-121" fmla="*/ 31531 w 8187558"/>
                    <a:gd name="connsiteY4-122" fmla="*/ 147145 h 2638097"/>
                    <a:gd name="connsiteX5-123" fmla="*/ 4046482 w 8187558"/>
                    <a:gd name="connsiteY5-124" fmla="*/ 1576552 h 2638097"/>
                    <a:gd name="connsiteX6-125" fmla="*/ 8187558 w 8187558"/>
                    <a:gd name="connsiteY6-126" fmla="*/ 0 h 2638097"/>
                    <a:gd name="connsiteX0-127" fmla="*/ 8187558 w 8187558"/>
                    <a:gd name="connsiteY0-128" fmla="*/ 0 h 2638097"/>
                    <a:gd name="connsiteX1-129" fmla="*/ 8187558 w 8187558"/>
                    <a:gd name="connsiteY1-130" fmla="*/ 1271752 h 2638097"/>
                    <a:gd name="connsiteX2-131" fmla="*/ 4099035 w 8187558"/>
                    <a:gd name="connsiteY2-132" fmla="*/ 2638097 h 2638097"/>
                    <a:gd name="connsiteX3-133" fmla="*/ 0 w 8187558"/>
                    <a:gd name="connsiteY3-134" fmla="*/ 1229711 h 2638097"/>
                    <a:gd name="connsiteX4-135" fmla="*/ 31531 w 8187558"/>
                    <a:gd name="connsiteY4-136" fmla="*/ 147145 h 2638097"/>
                    <a:gd name="connsiteX5-137" fmla="*/ 4046482 w 8187558"/>
                    <a:gd name="connsiteY5-138" fmla="*/ 1576552 h 2638097"/>
                    <a:gd name="connsiteX6-139" fmla="*/ 8187558 w 8187558"/>
                    <a:gd name="connsiteY6-140" fmla="*/ 0 h 2638097"/>
                    <a:gd name="connsiteX0-141" fmla="*/ 8187558 w 8187558"/>
                    <a:gd name="connsiteY0-142" fmla="*/ 0 h 2638097"/>
                    <a:gd name="connsiteX1-143" fmla="*/ 8187558 w 8187558"/>
                    <a:gd name="connsiteY1-144" fmla="*/ 1271752 h 2638097"/>
                    <a:gd name="connsiteX2-145" fmla="*/ 4099035 w 8187558"/>
                    <a:gd name="connsiteY2-146" fmla="*/ 2638097 h 2638097"/>
                    <a:gd name="connsiteX3-147" fmla="*/ 0 w 8187558"/>
                    <a:gd name="connsiteY3-148" fmla="*/ 1229711 h 2638097"/>
                    <a:gd name="connsiteX4-149" fmla="*/ 31531 w 8187558"/>
                    <a:gd name="connsiteY4-150" fmla="*/ 147145 h 2638097"/>
                    <a:gd name="connsiteX5-151" fmla="*/ 4088524 w 8187558"/>
                    <a:gd name="connsiteY5-152" fmla="*/ 1597573 h 2638097"/>
                    <a:gd name="connsiteX6-153" fmla="*/ 8187558 w 8187558"/>
                    <a:gd name="connsiteY6-154" fmla="*/ 0 h 2638097"/>
                    <a:gd name="connsiteX0-155" fmla="*/ 8187558 w 8187558"/>
                    <a:gd name="connsiteY0-156" fmla="*/ 0 h 2638097"/>
                    <a:gd name="connsiteX1-157" fmla="*/ 8187558 w 8187558"/>
                    <a:gd name="connsiteY1-158" fmla="*/ 1271752 h 2638097"/>
                    <a:gd name="connsiteX2-159" fmla="*/ 4099035 w 8187558"/>
                    <a:gd name="connsiteY2-160" fmla="*/ 2638097 h 2638097"/>
                    <a:gd name="connsiteX3-161" fmla="*/ 0 w 8187558"/>
                    <a:gd name="connsiteY3-162" fmla="*/ 1229711 h 2638097"/>
                    <a:gd name="connsiteX4-163" fmla="*/ 31531 w 8187558"/>
                    <a:gd name="connsiteY4-164" fmla="*/ 147145 h 2638097"/>
                    <a:gd name="connsiteX5-165" fmla="*/ 4088524 w 8187558"/>
                    <a:gd name="connsiteY5-166" fmla="*/ 1597573 h 2638097"/>
                    <a:gd name="connsiteX6-167" fmla="*/ 8187558 w 8187558"/>
                    <a:gd name="connsiteY6-168" fmla="*/ 0 h 2638097"/>
                    <a:gd name="connsiteX0-169" fmla="*/ 8187558 w 8187558"/>
                    <a:gd name="connsiteY0-170" fmla="*/ 0 h 2638097"/>
                    <a:gd name="connsiteX1-171" fmla="*/ 8187558 w 8187558"/>
                    <a:gd name="connsiteY1-172" fmla="*/ 1271752 h 2638097"/>
                    <a:gd name="connsiteX2-173" fmla="*/ 4099035 w 8187558"/>
                    <a:gd name="connsiteY2-174" fmla="*/ 2638097 h 2638097"/>
                    <a:gd name="connsiteX3-175" fmla="*/ 0 w 8187558"/>
                    <a:gd name="connsiteY3-176" fmla="*/ 1229711 h 2638097"/>
                    <a:gd name="connsiteX4-177" fmla="*/ 31531 w 8187558"/>
                    <a:gd name="connsiteY4-178" fmla="*/ 147145 h 2638097"/>
                    <a:gd name="connsiteX5-179" fmla="*/ 4099035 w 8187558"/>
                    <a:gd name="connsiteY5-180" fmla="*/ 1566042 h 2638097"/>
                    <a:gd name="connsiteX6-181" fmla="*/ 8187558 w 8187558"/>
                    <a:gd name="connsiteY6-182" fmla="*/ 0 h 2638097"/>
                    <a:gd name="connsiteX0-183" fmla="*/ 8187558 w 8187558"/>
                    <a:gd name="connsiteY0-184" fmla="*/ 0 h 2638097"/>
                    <a:gd name="connsiteX1-185" fmla="*/ 8187558 w 8187558"/>
                    <a:gd name="connsiteY1-186" fmla="*/ 1271752 h 2638097"/>
                    <a:gd name="connsiteX2-187" fmla="*/ 4099035 w 8187558"/>
                    <a:gd name="connsiteY2-188" fmla="*/ 2638097 h 2638097"/>
                    <a:gd name="connsiteX3-189" fmla="*/ 0 w 8187558"/>
                    <a:gd name="connsiteY3-190" fmla="*/ 1229711 h 2638097"/>
                    <a:gd name="connsiteX4-191" fmla="*/ 31531 w 8187558"/>
                    <a:gd name="connsiteY4-192" fmla="*/ 147145 h 2638097"/>
                    <a:gd name="connsiteX5-193" fmla="*/ 4099035 w 8187558"/>
                    <a:gd name="connsiteY5-194" fmla="*/ 1566042 h 2638097"/>
                    <a:gd name="connsiteX6-195" fmla="*/ 8187558 w 8187558"/>
                    <a:gd name="connsiteY6-196" fmla="*/ 0 h 2638097"/>
                    <a:gd name="connsiteX0-197" fmla="*/ 8187558 w 8187558"/>
                    <a:gd name="connsiteY0-198" fmla="*/ 0 h 2638097"/>
                    <a:gd name="connsiteX1-199" fmla="*/ 8187558 w 8187558"/>
                    <a:gd name="connsiteY1-200" fmla="*/ 1271752 h 2638097"/>
                    <a:gd name="connsiteX2-201" fmla="*/ 4099035 w 8187558"/>
                    <a:gd name="connsiteY2-202" fmla="*/ 2638097 h 2638097"/>
                    <a:gd name="connsiteX3-203" fmla="*/ 0 w 8187558"/>
                    <a:gd name="connsiteY3-204" fmla="*/ 1229711 h 2638097"/>
                    <a:gd name="connsiteX4-205" fmla="*/ 31531 w 8187558"/>
                    <a:gd name="connsiteY4-206" fmla="*/ 147145 h 2638097"/>
                    <a:gd name="connsiteX5-207" fmla="*/ 4099035 w 8187558"/>
                    <a:gd name="connsiteY5-208" fmla="*/ 1566042 h 2638097"/>
                    <a:gd name="connsiteX6-209" fmla="*/ 8187558 w 8187558"/>
                    <a:gd name="connsiteY6-210" fmla="*/ 0 h 2638097"/>
                    <a:gd name="connsiteX0-211" fmla="*/ 8187558 w 8187558"/>
                    <a:gd name="connsiteY0-212" fmla="*/ 0 h 2638097"/>
                    <a:gd name="connsiteX1-213" fmla="*/ 8187558 w 8187558"/>
                    <a:gd name="connsiteY1-214" fmla="*/ 1271752 h 2638097"/>
                    <a:gd name="connsiteX2-215" fmla="*/ 4099035 w 8187558"/>
                    <a:gd name="connsiteY2-216" fmla="*/ 2638097 h 2638097"/>
                    <a:gd name="connsiteX3-217" fmla="*/ 0 w 8187558"/>
                    <a:gd name="connsiteY3-218" fmla="*/ 1229711 h 2638097"/>
                    <a:gd name="connsiteX4-219" fmla="*/ 31531 w 8187558"/>
                    <a:gd name="connsiteY4-220" fmla="*/ 147145 h 2638097"/>
                    <a:gd name="connsiteX5-221" fmla="*/ 4099035 w 8187558"/>
                    <a:gd name="connsiteY5-222" fmla="*/ 1566042 h 2638097"/>
                    <a:gd name="connsiteX6-223" fmla="*/ 8187558 w 8187558"/>
                    <a:gd name="connsiteY6-224" fmla="*/ 0 h 2638097"/>
                    <a:gd name="connsiteX0-225" fmla="*/ 8187558 w 8187558"/>
                    <a:gd name="connsiteY0-226" fmla="*/ 0 h 2638097"/>
                    <a:gd name="connsiteX1-227" fmla="*/ 8187558 w 8187558"/>
                    <a:gd name="connsiteY1-228" fmla="*/ 1271752 h 2638097"/>
                    <a:gd name="connsiteX2-229" fmla="*/ 4099035 w 8187558"/>
                    <a:gd name="connsiteY2-230" fmla="*/ 2638097 h 2638097"/>
                    <a:gd name="connsiteX3-231" fmla="*/ 0 w 8187558"/>
                    <a:gd name="connsiteY3-232" fmla="*/ 1229711 h 2638097"/>
                    <a:gd name="connsiteX4-233" fmla="*/ 31531 w 8187558"/>
                    <a:gd name="connsiteY4-234" fmla="*/ 147145 h 2638097"/>
                    <a:gd name="connsiteX5-235" fmla="*/ 4099035 w 8187558"/>
                    <a:gd name="connsiteY5-236" fmla="*/ 1566042 h 2638097"/>
                    <a:gd name="connsiteX6-237" fmla="*/ 8187558 w 8187558"/>
                    <a:gd name="connsiteY6-238" fmla="*/ 0 h 2638097"/>
                    <a:gd name="connsiteX0-239" fmla="*/ 8187558 w 8187558"/>
                    <a:gd name="connsiteY0-240" fmla="*/ 0 h 2638097"/>
                    <a:gd name="connsiteX1-241" fmla="*/ 8187558 w 8187558"/>
                    <a:gd name="connsiteY1-242" fmla="*/ 1271752 h 2638097"/>
                    <a:gd name="connsiteX2-243" fmla="*/ 4099035 w 8187558"/>
                    <a:gd name="connsiteY2-244" fmla="*/ 2638097 h 2638097"/>
                    <a:gd name="connsiteX3-245" fmla="*/ 0 w 8187558"/>
                    <a:gd name="connsiteY3-246" fmla="*/ 1229711 h 2638097"/>
                    <a:gd name="connsiteX4-247" fmla="*/ 31531 w 8187558"/>
                    <a:gd name="connsiteY4-248" fmla="*/ 147145 h 2638097"/>
                    <a:gd name="connsiteX5-249" fmla="*/ 4099035 w 8187558"/>
                    <a:gd name="connsiteY5-250" fmla="*/ 1566042 h 2638097"/>
                    <a:gd name="connsiteX6-251" fmla="*/ 8187558 w 8187558"/>
                    <a:gd name="connsiteY6-252" fmla="*/ 0 h 2638097"/>
                    <a:gd name="connsiteX0-253" fmla="*/ 8187558 w 8187558"/>
                    <a:gd name="connsiteY0-254" fmla="*/ 0 h 2638097"/>
                    <a:gd name="connsiteX1-255" fmla="*/ 8187558 w 8187558"/>
                    <a:gd name="connsiteY1-256" fmla="*/ 1271752 h 2638097"/>
                    <a:gd name="connsiteX2-257" fmla="*/ 4099035 w 8187558"/>
                    <a:gd name="connsiteY2-258" fmla="*/ 2638097 h 2638097"/>
                    <a:gd name="connsiteX3-259" fmla="*/ 0 w 8187558"/>
                    <a:gd name="connsiteY3-260" fmla="*/ 1229711 h 2638097"/>
                    <a:gd name="connsiteX4-261" fmla="*/ 31531 w 8187558"/>
                    <a:gd name="connsiteY4-262" fmla="*/ 147145 h 2638097"/>
                    <a:gd name="connsiteX5-263" fmla="*/ 4099035 w 8187558"/>
                    <a:gd name="connsiteY5-264" fmla="*/ 1566042 h 2638097"/>
                    <a:gd name="connsiteX6-265" fmla="*/ 8187558 w 8187558"/>
                    <a:gd name="connsiteY6-266" fmla="*/ 0 h 2638097"/>
                    <a:gd name="connsiteX0-267" fmla="*/ 8187558 w 8187558"/>
                    <a:gd name="connsiteY0-268" fmla="*/ 0 h 2638097"/>
                    <a:gd name="connsiteX1-269" fmla="*/ 8187558 w 8187558"/>
                    <a:gd name="connsiteY1-270" fmla="*/ 1271752 h 2638097"/>
                    <a:gd name="connsiteX2-271" fmla="*/ 4099035 w 8187558"/>
                    <a:gd name="connsiteY2-272" fmla="*/ 2638097 h 2638097"/>
                    <a:gd name="connsiteX3-273" fmla="*/ 0 w 8187558"/>
                    <a:gd name="connsiteY3-274" fmla="*/ 1229711 h 2638097"/>
                    <a:gd name="connsiteX4-275" fmla="*/ 31531 w 8187558"/>
                    <a:gd name="connsiteY4-276" fmla="*/ 147145 h 2638097"/>
                    <a:gd name="connsiteX5-277" fmla="*/ 4099035 w 8187558"/>
                    <a:gd name="connsiteY5-278" fmla="*/ 1566042 h 2638097"/>
                    <a:gd name="connsiteX6-279" fmla="*/ 8187558 w 8187558"/>
                    <a:gd name="connsiteY6-280" fmla="*/ 0 h 2638097"/>
                    <a:gd name="connsiteX0-281" fmla="*/ 8187558 w 8187558"/>
                    <a:gd name="connsiteY0-282" fmla="*/ 0 h 2638097"/>
                    <a:gd name="connsiteX1-283" fmla="*/ 8187558 w 8187558"/>
                    <a:gd name="connsiteY1-284" fmla="*/ 1271752 h 2638097"/>
                    <a:gd name="connsiteX2-285" fmla="*/ 4099035 w 8187558"/>
                    <a:gd name="connsiteY2-286" fmla="*/ 2638097 h 2638097"/>
                    <a:gd name="connsiteX3-287" fmla="*/ 0 w 8187558"/>
                    <a:gd name="connsiteY3-288" fmla="*/ 1229711 h 2638097"/>
                    <a:gd name="connsiteX4-289" fmla="*/ 31531 w 8187558"/>
                    <a:gd name="connsiteY4-290" fmla="*/ 147145 h 2638097"/>
                    <a:gd name="connsiteX5-291" fmla="*/ 4099035 w 8187558"/>
                    <a:gd name="connsiteY5-292" fmla="*/ 1566042 h 2638097"/>
                    <a:gd name="connsiteX6-293" fmla="*/ 8187558 w 8187558"/>
                    <a:gd name="connsiteY6-294" fmla="*/ 0 h 2638097"/>
                    <a:gd name="connsiteX0-295" fmla="*/ 8176538 w 8176538"/>
                    <a:gd name="connsiteY0-296" fmla="*/ 0 h 2638097"/>
                    <a:gd name="connsiteX1-297" fmla="*/ 8176538 w 8176538"/>
                    <a:gd name="connsiteY1-298" fmla="*/ 1271752 h 2638097"/>
                    <a:gd name="connsiteX2-299" fmla="*/ 4088015 w 8176538"/>
                    <a:gd name="connsiteY2-300" fmla="*/ 2638097 h 2638097"/>
                    <a:gd name="connsiteX3-301" fmla="*/ 0 w 8176538"/>
                    <a:gd name="connsiteY3-302" fmla="*/ 1269888 h 2638097"/>
                    <a:gd name="connsiteX4-303" fmla="*/ 20511 w 8176538"/>
                    <a:gd name="connsiteY4-304" fmla="*/ 147145 h 2638097"/>
                    <a:gd name="connsiteX5-305" fmla="*/ 4088015 w 8176538"/>
                    <a:gd name="connsiteY5-306" fmla="*/ 1566042 h 2638097"/>
                    <a:gd name="connsiteX6-307" fmla="*/ 8176538 w 8176538"/>
                    <a:gd name="connsiteY6-308" fmla="*/ 0 h 2638097"/>
                    <a:gd name="connsiteX0-309" fmla="*/ 8176538 w 8176538"/>
                    <a:gd name="connsiteY0-310" fmla="*/ 0 h 2772020"/>
                    <a:gd name="connsiteX1-311" fmla="*/ 8176538 w 8176538"/>
                    <a:gd name="connsiteY1-312" fmla="*/ 1271752 h 2772020"/>
                    <a:gd name="connsiteX2-313" fmla="*/ 4099034 w 8176538"/>
                    <a:gd name="connsiteY2-314" fmla="*/ 2772020 h 2772020"/>
                    <a:gd name="connsiteX3-315" fmla="*/ 0 w 8176538"/>
                    <a:gd name="connsiteY3-316" fmla="*/ 1269888 h 2772020"/>
                    <a:gd name="connsiteX4-317" fmla="*/ 20511 w 8176538"/>
                    <a:gd name="connsiteY4-318" fmla="*/ 147145 h 2772020"/>
                    <a:gd name="connsiteX5-319" fmla="*/ 4088015 w 8176538"/>
                    <a:gd name="connsiteY5-320" fmla="*/ 1566042 h 2772020"/>
                    <a:gd name="connsiteX6-321" fmla="*/ 8176538 w 8176538"/>
                    <a:gd name="connsiteY6-322" fmla="*/ 0 h 2772020"/>
                    <a:gd name="connsiteX0-323" fmla="*/ 8176538 w 8176538"/>
                    <a:gd name="connsiteY0-324" fmla="*/ 0 h 2772339"/>
                    <a:gd name="connsiteX1-325" fmla="*/ 8176538 w 8176538"/>
                    <a:gd name="connsiteY1-326" fmla="*/ 1378890 h 2772339"/>
                    <a:gd name="connsiteX2-327" fmla="*/ 4099034 w 8176538"/>
                    <a:gd name="connsiteY2-328" fmla="*/ 2772020 h 2772339"/>
                    <a:gd name="connsiteX3-329" fmla="*/ 0 w 8176538"/>
                    <a:gd name="connsiteY3-330" fmla="*/ 1269888 h 2772339"/>
                    <a:gd name="connsiteX4-331" fmla="*/ 20511 w 8176538"/>
                    <a:gd name="connsiteY4-332" fmla="*/ 147145 h 2772339"/>
                    <a:gd name="connsiteX5-333" fmla="*/ 4088015 w 8176538"/>
                    <a:gd name="connsiteY5-334" fmla="*/ 1566042 h 2772339"/>
                    <a:gd name="connsiteX6-335" fmla="*/ 8176538 w 8176538"/>
                    <a:gd name="connsiteY6-336" fmla="*/ 0 h 2772339"/>
                    <a:gd name="connsiteX0-337" fmla="*/ 8176538 w 8176538"/>
                    <a:gd name="connsiteY0-338" fmla="*/ 0 h 2825888"/>
                    <a:gd name="connsiteX1-339" fmla="*/ 8176538 w 8176538"/>
                    <a:gd name="connsiteY1-340" fmla="*/ 1378890 h 2825888"/>
                    <a:gd name="connsiteX2-341" fmla="*/ 4099034 w 8176538"/>
                    <a:gd name="connsiteY2-342" fmla="*/ 2825590 h 2825888"/>
                    <a:gd name="connsiteX3-343" fmla="*/ 0 w 8176538"/>
                    <a:gd name="connsiteY3-344" fmla="*/ 1269888 h 2825888"/>
                    <a:gd name="connsiteX4-345" fmla="*/ 20511 w 8176538"/>
                    <a:gd name="connsiteY4-346" fmla="*/ 147145 h 2825888"/>
                    <a:gd name="connsiteX5-347" fmla="*/ 4088015 w 8176538"/>
                    <a:gd name="connsiteY5-348" fmla="*/ 1566042 h 2825888"/>
                    <a:gd name="connsiteX6-349" fmla="*/ 8176538 w 8176538"/>
                    <a:gd name="connsiteY6-350" fmla="*/ 0 h 2825888"/>
                    <a:gd name="connsiteX0-351" fmla="*/ 8165518 w 8165518"/>
                    <a:gd name="connsiteY0-352" fmla="*/ 0 h 2825606"/>
                    <a:gd name="connsiteX1-353" fmla="*/ 8165518 w 8165518"/>
                    <a:gd name="connsiteY1-354" fmla="*/ 1378890 h 2825606"/>
                    <a:gd name="connsiteX2-355" fmla="*/ 4088014 w 8165518"/>
                    <a:gd name="connsiteY2-356" fmla="*/ 2825590 h 2825606"/>
                    <a:gd name="connsiteX3-357" fmla="*/ 0 w 8165518"/>
                    <a:gd name="connsiteY3-358" fmla="*/ 1403811 h 2825606"/>
                    <a:gd name="connsiteX4-359" fmla="*/ 9491 w 8165518"/>
                    <a:gd name="connsiteY4-360" fmla="*/ 147145 h 2825606"/>
                    <a:gd name="connsiteX5-361" fmla="*/ 4076995 w 8165518"/>
                    <a:gd name="connsiteY5-362" fmla="*/ 1566042 h 2825606"/>
                    <a:gd name="connsiteX6-363" fmla="*/ 8165518 w 8165518"/>
                    <a:gd name="connsiteY6-364" fmla="*/ 0 h 2825606"/>
                    <a:gd name="connsiteX0-365" fmla="*/ 8165518 w 8165518"/>
                    <a:gd name="connsiteY0-366" fmla="*/ 0 h 2879174"/>
                    <a:gd name="connsiteX1-367" fmla="*/ 8165518 w 8165518"/>
                    <a:gd name="connsiteY1-368" fmla="*/ 1378890 h 2879174"/>
                    <a:gd name="connsiteX2-369" fmla="*/ 4132092 w 8165518"/>
                    <a:gd name="connsiteY2-370" fmla="*/ 2879159 h 2879174"/>
                    <a:gd name="connsiteX3-371" fmla="*/ 0 w 8165518"/>
                    <a:gd name="connsiteY3-372" fmla="*/ 1403811 h 2879174"/>
                    <a:gd name="connsiteX4-373" fmla="*/ 9491 w 8165518"/>
                    <a:gd name="connsiteY4-374" fmla="*/ 147145 h 2879174"/>
                    <a:gd name="connsiteX5-375" fmla="*/ 4076995 w 8165518"/>
                    <a:gd name="connsiteY5-376" fmla="*/ 1566042 h 2879174"/>
                    <a:gd name="connsiteX6-377" fmla="*/ 8165518 w 8165518"/>
                    <a:gd name="connsiteY6-378" fmla="*/ 0 h 2879174"/>
                    <a:gd name="connsiteX0-379" fmla="*/ 8165518 w 8176537"/>
                    <a:gd name="connsiteY0-380" fmla="*/ 0 h 2879410"/>
                    <a:gd name="connsiteX1-381" fmla="*/ 8176537 w 8176537"/>
                    <a:gd name="connsiteY1-382" fmla="*/ 1499420 h 2879410"/>
                    <a:gd name="connsiteX2-383" fmla="*/ 4132092 w 8176537"/>
                    <a:gd name="connsiteY2-384" fmla="*/ 2879159 h 2879410"/>
                    <a:gd name="connsiteX3-385" fmla="*/ 0 w 8176537"/>
                    <a:gd name="connsiteY3-386" fmla="*/ 1403811 h 2879410"/>
                    <a:gd name="connsiteX4-387" fmla="*/ 9491 w 8176537"/>
                    <a:gd name="connsiteY4-388" fmla="*/ 147145 h 2879410"/>
                    <a:gd name="connsiteX5-389" fmla="*/ 4076995 w 8176537"/>
                    <a:gd name="connsiteY5-390" fmla="*/ 1566042 h 2879410"/>
                    <a:gd name="connsiteX6-391" fmla="*/ 8165518 w 8176537"/>
                    <a:gd name="connsiteY6-392" fmla="*/ 0 h 2879410"/>
                    <a:gd name="connsiteX0-393" fmla="*/ 8165518 w 8176537"/>
                    <a:gd name="connsiteY0-394" fmla="*/ 0 h 2879262"/>
                    <a:gd name="connsiteX1-395" fmla="*/ 8176537 w 8176537"/>
                    <a:gd name="connsiteY1-396" fmla="*/ 1499420 h 2879262"/>
                    <a:gd name="connsiteX2-397" fmla="*/ 4132092 w 8176537"/>
                    <a:gd name="connsiteY2-398" fmla="*/ 2879159 h 2879262"/>
                    <a:gd name="connsiteX3-399" fmla="*/ 0 w 8176537"/>
                    <a:gd name="connsiteY3-400" fmla="*/ 1403811 h 2879262"/>
                    <a:gd name="connsiteX4-401" fmla="*/ 9491 w 8176537"/>
                    <a:gd name="connsiteY4-402" fmla="*/ 147145 h 2879262"/>
                    <a:gd name="connsiteX5-403" fmla="*/ 4076995 w 8176537"/>
                    <a:gd name="connsiteY5-404" fmla="*/ 1566042 h 2879262"/>
                    <a:gd name="connsiteX6-405" fmla="*/ 8165518 w 8176537"/>
                    <a:gd name="connsiteY6-406" fmla="*/ 0 h 2879262"/>
                    <a:gd name="connsiteX0-407" fmla="*/ 8165518 w 8176537"/>
                    <a:gd name="connsiteY0-408" fmla="*/ 0 h 2879163"/>
                    <a:gd name="connsiteX1-409" fmla="*/ 8176537 w 8176537"/>
                    <a:gd name="connsiteY1-410" fmla="*/ 1499420 h 2879163"/>
                    <a:gd name="connsiteX2-411" fmla="*/ 4132092 w 8176537"/>
                    <a:gd name="connsiteY2-412" fmla="*/ 2879159 h 2879163"/>
                    <a:gd name="connsiteX3-413" fmla="*/ 0 w 8176537"/>
                    <a:gd name="connsiteY3-414" fmla="*/ 1510948 h 2879163"/>
                    <a:gd name="connsiteX4-415" fmla="*/ 9491 w 8176537"/>
                    <a:gd name="connsiteY4-416" fmla="*/ 147145 h 2879163"/>
                    <a:gd name="connsiteX5-417" fmla="*/ 4076995 w 8176537"/>
                    <a:gd name="connsiteY5-418" fmla="*/ 1566042 h 2879163"/>
                    <a:gd name="connsiteX6-419" fmla="*/ 8165518 w 8176537"/>
                    <a:gd name="connsiteY6-420" fmla="*/ 0 h 2879163"/>
                    <a:gd name="connsiteX0-421" fmla="*/ 8165518 w 8198577"/>
                    <a:gd name="connsiteY0-422" fmla="*/ 0 h 2879451"/>
                    <a:gd name="connsiteX1-423" fmla="*/ 8198577 w 8198577"/>
                    <a:gd name="connsiteY1-424" fmla="*/ 1606558 h 2879451"/>
                    <a:gd name="connsiteX2-425" fmla="*/ 4132092 w 8198577"/>
                    <a:gd name="connsiteY2-426" fmla="*/ 2879159 h 2879451"/>
                    <a:gd name="connsiteX3-427" fmla="*/ 0 w 8198577"/>
                    <a:gd name="connsiteY3-428" fmla="*/ 1510948 h 2879451"/>
                    <a:gd name="connsiteX4-429" fmla="*/ 9491 w 8198577"/>
                    <a:gd name="connsiteY4-430" fmla="*/ 147145 h 2879451"/>
                    <a:gd name="connsiteX5-431" fmla="*/ 4076995 w 8198577"/>
                    <a:gd name="connsiteY5-432" fmla="*/ 1566042 h 2879451"/>
                    <a:gd name="connsiteX6-433" fmla="*/ 8165518 w 8198577"/>
                    <a:gd name="connsiteY6-434" fmla="*/ 0 h 2879451"/>
                    <a:gd name="connsiteX0-435" fmla="*/ 8165518 w 8165518"/>
                    <a:gd name="connsiteY0-436" fmla="*/ 0 h 2880066"/>
                    <a:gd name="connsiteX1-437" fmla="*/ 8165518 w 8165518"/>
                    <a:gd name="connsiteY1-438" fmla="*/ 1673520 h 2880066"/>
                    <a:gd name="connsiteX2-439" fmla="*/ 4132092 w 8165518"/>
                    <a:gd name="connsiteY2-440" fmla="*/ 2879159 h 2880066"/>
                    <a:gd name="connsiteX3-441" fmla="*/ 0 w 8165518"/>
                    <a:gd name="connsiteY3-442" fmla="*/ 1510948 h 2880066"/>
                    <a:gd name="connsiteX4-443" fmla="*/ 9491 w 8165518"/>
                    <a:gd name="connsiteY4-444" fmla="*/ 147145 h 2880066"/>
                    <a:gd name="connsiteX5-445" fmla="*/ 4076995 w 8165518"/>
                    <a:gd name="connsiteY5-446" fmla="*/ 1566042 h 2880066"/>
                    <a:gd name="connsiteX6-447" fmla="*/ 8165518 w 8165518"/>
                    <a:gd name="connsiteY6-448" fmla="*/ 0 h 2880066"/>
                    <a:gd name="connsiteX0-449" fmla="*/ 8156794 w 8156794"/>
                    <a:gd name="connsiteY0-450" fmla="*/ 0 h 2879270"/>
                    <a:gd name="connsiteX1-451" fmla="*/ 8156794 w 8156794"/>
                    <a:gd name="connsiteY1-452" fmla="*/ 1673520 h 2879270"/>
                    <a:gd name="connsiteX2-453" fmla="*/ 4123368 w 8156794"/>
                    <a:gd name="connsiteY2-454" fmla="*/ 2879159 h 2879270"/>
                    <a:gd name="connsiteX3-455" fmla="*/ 2295 w 8156794"/>
                    <a:gd name="connsiteY3-456" fmla="*/ 1618086 h 2879270"/>
                    <a:gd name="connsiteX4-457" fmla="*/ 767 w 8156794"/>
                    <a:gd name="connsiteY4-458" fmla="*/ 147145 h 2879270"/>
                    <a:gd name="connsiteX5-459" fmla="*/ 4068271 w 8156794"/>
                    <a:gd name="connsiteY5-460" fmla="*/ 1566042 h 2879270"/>
                    <a:gd name="connsiteX6-461" fmla="*/ 8156794 w 8156794"/>
                    <a:gd name="connsiteY6-462" fmla="*/ 0 h 2879270"/>
                    <a:gd name="connsiteX0-463" fmla="*/ 8156794 w 8156794"/>
                    <a:gd name="connsiteY0-464" fmla="*/ 0 h 2973000"/>
                    <a:gd name="connsiteX1-465" fmla="*/ 8156794 w 8156794"/>
                    <a:gd name="connsiteY1-466" fmla="*/ 1673520 h 2973000"/>
                    <a:gd name="connsiteX2-467" fmla="*/ 4134388 w 8156794"/>
                    <a:gd name="connsiteY2-468" fmla="*/ 2972904 h 2973000"/>
                    <a:gd name="connsiteX3-469" fmla="*/ 2295 w 8156794"/>
                    <a:gd name="connsiteY3-470" fmla="*/ 1618086 h 2973000"/>
                    <a:gd name="connsiteX4-471" fmla="*/ 767 w 8156794"/>
                    <a:gd name="connsiteY4-472" fmla="*/ 147145 h 2973000"/>
                    <a:gd name="connsiteX5-473" fmla="*/ 4068271 w 8156794"/>
                    <a:gd name="connsiteY5-474" fmla="*/ 1566042 h 2973000"/>
                    <a:gd name="connsiteX6-475" fmla="*/ 8156794 w 8156794"/>
                    <a:gd name="connsiteY6-476" fmla="*/ 0 h 2973000"/>
                    <a:gd name="connsiteX0-477" fmla="*/ 8156794 w 8156794"/>
                    <a:gd name="connsiteY0-478" fmla="*/ 0 h 2973000"/>
                    <a:gd name="connsiteX1-479" fmla="*/ 8156794 w 8156794"/>
                    <a:gd name="connsiteY1-480" fmla="*/ 1673520 h 2973000"/>
                    <a:gd name="connsiteX2-481" fmla="*/ 4134388 w 8156794"/>
                    <a:gd name="connsiteY2-482" fmla="*/ 2972904 h 2973000"/>
                    <a:gd name="connsiteX3-483" fmla="*/ 2295 w 8156794"/>
                    <a:gd name="connsiteY3-484" fmla="*/ 1618086 h 2973000"/>
                    <a:gd name="connsiteX4-485" fmla="*/ 767 w 8156794"/>
                    <a:gd name="connsiteY4-486" fmla="*/ 147145 h 2973000"/>
                    <a:gd name="connsiteX5-487" fmla="*/ 4068271 w 8156794"/>
                    <a:gd name="connsiteY5-488" fmla="*/ 1566042 h 2973000"/>
                    <a:gd name="connsiteX6-489" fmla="*/ 8156794 w 8156794"/>
                    <a:gd name="connsiteY6-490" fmla="*/ 0 h 2973000"/>
                    <a:gd name="connsiteX0-491" fmla="*/ 8156794 w 8156794"/>
                    <a:gd name="connsiteY0-492" fmla="*/ 0 h 2973000"/>
                    <a:gd name="connsiteX1-493" fmla="*/ 8156794 w 8156794"/>
                    <a:gd name="connsiteY1-494" fmla="*/ 1673520 h 2973000"/>
                    <a:gd name="connsiteX2-495" fmla="*/ 4134388 w 8156794"/>
                    <a:gd name="connsiteY2-496" fmla="*/ 2972904 h 2973000"/>
                    <a:gd name="connsiteX3-497" fmla="*/ 2295 w 8156794"/>
                    <a:gd name="connsiteY3-498" fmla="*/ 1618086 h 2973000"/>
                    <a:gd name="connsiteX4-499" fmla="*/ 767 w 8156794"/>
                    <a:gd name="connsiteY4-500" fmla="*/ 147145 h 2973000"/>
                    <a:gd name="connsiteX5-501" fmla="*/ 4068271 w 8156794"/>
                    <a:gd name="connsiteY5-502" fmla="*/ 1566042 h 2973000"/>
                    <a:gd name="connsiteX6-503" fmla="*/ 8156794 w 8156794"/>
                    <a:gd name="connsiteY6-504" fmla="*/ 0 h 2973000"/>
                    <a:gd name="connsiteX0-505" fmla="*/ 8156794 w 8156794"/>
                    <a:gd name="connsiteY0-506" fmla="*/ 0 h 2973020"/>
                    <a:gd name="connsiteX1-507" fmla="*/ 8156794 w 8156794"/>
                    <a:gd name="connsiteY1-508" fmla="*/ 1673520 h 2973020"/>
                    <a:gd name="connsiteX2-509" fmla="*/ 4134388 w 8156794"/>
                    <a:gd name="connsiteY2-510" fmla="*/ 2972904 h 2973020"/>
                    <a:gd name="connsiteX3-511" fmla="*/ 2295 w 8156794"/>
                    <a:gd name="connsiteY3-512" fmla="*/ 1618086 h 2973020"/>
                    <a:gd name="connsiteX4-513" fmla="*/ 767 w 8156794"/>
                    <a:gd name="connsiteY4-514" fmla="*/ 147145 h 2973020"/>
                    <a:gd name="connsiteX5-515" fmla="*/ 4068271 w 8156794"/>
                    <a:gd name="connsiteY5-516" fmla="*/ 1566042 h 2973020"/>
                    <a:gd name="connsiteX6-517" fmla="*/ 8156794 w 8156794"/>
                    <a:gd name="connsiteY6-518" fmla="*/ 0 h 2973020"/>
                    <a:gd name="connsiteX0-519" fmla="*/ 8156794 w 8156794"/>
                    <a:gd name="connsiteY0-520" fmla="*/ 0 h 2973021"/>
                    <a:gd name="connsiteX1-521" fmla="*/ 8156794 w 8156794"/>
                    <a:gd name="connsiteY1-522" fmla="*/ 1673520 h 2973021"/>
                    <a:gd name="connsiteX2-523" fmla="*/ 4134388 w 8156794"/>
                    <a:gd name="connsiteY2-524" fmla="*/ 2972904 h 2973021"/>
                    <a:gd name="connsiteX3-525" fmla="*/ 2295 w 8156794"/>
                    <a:gd name="connsiteY3-526" fmla="*/ 1618086 h 2973021"/>
                    <a:gd name="connsiteX4-527" fmla="*/ 767 w 8156794"/>
                    <a:gd name="connsiteY4-528" fmla="*/ 147145 h 2973021"/>
                    <a:gd name="connsiteX5-529" fmla="*/ 4068271 w 8156794"/>
                    <a:gd name="connsiteY5-530" fmla="*/ 1566042 h 2973021"/>
                    <a:gd name="connsiteX6-531" fmla="*/ 8156794 w 8156794"/>
                    <a:gd name="connsiteY6-532" fmla="*/ 0 h 2973021"/>
                    <a:gd name="connsiteX0-533" fmla="*/ 8156794 w 8156794"/>
                    <a:gd name="connsiteY0-534" fmla="*/ 0 h 2973021"/>
                    <a:gd name="connsiteX1-535" fmla="*/ 8156794 w 8156794"/>
                    <a:gd name="connsiteY1-536" fmla="*/ 1673520 h 2973021"/>
                    <a:gd name="connsiteX2-537" fmla="*/ 4134388 w 8156794"/>
                    <a:gd name="connsiteY2-538" fmla="*/ 2972904 h 2973021"/>
                    <a:gd name="connsiteX3-539" fmla="*/ 2295 w 8156794"/>
                    <a:gd name="connsiteY3-540" fmla="*/ 1618086 h 2973021"/>
                    <a:gd name="connsiteX4-541" fmla="*/ 767 w 8156794"/>
                    <a:gd name="connsiteY4-542" fmla="*/ 147145 h 2973021"/>
                    <a:gd name="connsiteX5-543" fmla="*/ 4068271 w 8156794"/>
                    <a:gd name="connsiteY5-544" fmla="*/ 1566042 h 2973021"/>
                    <a:gd name="connsiteX6-545" fmla="*/ 8156794 w 8156794"/>
                    <a:gd name="connsiteY6-546" fmla="*/ 0 h 2973021"/>
                    <a:gd name="connsiteX0-547" fmla="*/ 8156794 w 8156794"/>
                    <a:gd name="connsiteY0-548" fmla="*/ 0 h 2973021"/>
                    <a:gd name="connsiteX1-549" fmla="*/ 8156794 w 8156794"/>
                    <a:gd name="connsiteY1-550" fmla="*/ 1673520 h 2973021"/>
                    <a:gd name="connsiteX2-551" fmla="*/ 4134388 w 8156794"/>
                    <a:gd name="connsiteY2-552" fmla="*/ 2972904 h 2973021"/>
                    <a:gd name="connsiteX3-553" fmla="*/ 2295 w 8156794"/>
                    <a:gd name="connsiteY3-554" fmla="*/ 1618086 h 2973021"/>
                    <a:gd name="connsiteX4-555" fmla="*/ 767 w 8156794"/>
                    <a:gd name="connsiteY4-556" fmla="*/ 147145 h 2973021"/>
                    <a:gd name="connsiteX5-557" fmla="*/ 4068271 w 8156794"/>
                    <a:gd name="connsiteY5-558" fmla="*/ 1566042 h 2973021"/>
                    <a:gd name="connsiteX6-559" fmla="*/ 8156794 w 8156794"/>
                    <a:gd name="connsiteY6-560" fmla="*/ 0 h 2973021"/>
                    <a:gd name="connsiteX0-561" fmla="*/ 8156794 w 8156794"/>
                    <a:gd name="connsiteY0-562" fmla="*/ 0 h 2973021"/>
                    <a:gd name="connsiteX1-563" fmla="*/ 8156794 w 8156794"/>
                    <a:gd name="connsiteY1-564" fmla="*/ 1673520 h 2973021"/>
                    <a:gd name="connsiteX2-565" fmla="*/ 4134388 w 8156794"/>
                    <a:gd name="connsiteY2-566" fmla="*/ 2972904 h 2973021"/>
                    <a:gd name="connsiteX3-567" fmla="*/ 2295 w 8156794"/>
                    <a:gd name="connsiteY3-568" fmla="*/ 1618086 h 2973021"/>
                    <a:gd name="connsiteX4-569" fmla="*/ 767 w 8156794"/>
                    <a:gd name="connsiteY4-570" fmla="*/ 147145 h 2973021"/>
                    <a:gd name="connsiteX5-571" fmla="*/ 4068271 w 8156794"/>
                    <a:gd name="connsiteY5-572" fmla="*/ 1566042 h 2973021"/>
                    <a:gd name="connsiteX6-573" fmla="*/ 8156794 w 8156794"/>
                    <a:gd name="connsiteY6-574" fmla="*/ 0 h 2973021"/>
                    <a:gd name="connsiteX0-575" fmla="*/ 8156794 w 8156794"/>
                    <a:gd name="connsiteY0-576" fmla="*/ 0 h 2973141"/>
                    <a:gd name="connsiteX1-577" fmla="*/ 8156794 w 8156794"/>
                    <a:gd name="connsiteY1-578" fmla="*/ 1673520 h 2973141"/>
                    <a:gd name="connsiteX2-579" fmla="*/ 4134388 w 8156794"/>
                    <a:gd name="connsiteY2-580" fmla="*/ 2972904 h 2973141"/>
                    <a:gd name="connsiteX3-581" fmla="*/ 2295 w 8156794"/>
                    <a:gd name="connsiteY3-582" fmla="*/ 1618086 h 2973141"/>
                    <a:gd name="connsiteX4-583" fmla="*/ 767 w 8156794"/>
                    <a:gd name="connsiteY4-584" fmla="*/ 147145 h 2973141"/>
                    <a:gd name="connsiteX5-585" fmla="*/ 4068271 w 8156794"/>
                    <a:gd name="connsiteY5-586" fmla="*/ 1566042 h 2973141"/>
                    <a:gd name="connsiteX6-587" fmla="*/ 8156794 w 8156794"/>
                    <a:gd name="connsiteY6-588" fmla="*/ 0 h 2973141"/>
                    <a:gd name="connsiteX0-589" fmla="*/ 8156794 w 8156794"/>
                    <a:gd name="connsiteY0-590" fmla="*/ 0 h 3066827"/>
                    <a:gd name="connsiteX1-591" fmla="*/ 8156794 w 8156794"/>
                    <a:gd name="connsiteY1-592" fmla="*/ 1673520 h 3066827"/>
                    <a:gd name="connsiteX2-593" fmla="*/ 4123353 w 8156794"/>
                    <a:gd name="connsiteY2-594" fmla="*/ 3066650 h 3066827"/>
                    <a:gd name="connsiteX3-595" fmla="*/ 2295 w 8156794"/>
                    <a:gd name="connsiteY3-596" fmla="*/ 1618086 h 3066827"/>
                    <a:gd name="connsiteX4-597" fmla="*/ 767 w 8156794"/>
                    <a:gd name="connsiteY4-598" fmla="*/ 147145 h 3066827"/>
                    <a:gd name="connsiteX5-599" fmla="*/ 4068271 w 8156794"/>
                    <a:gd name="connsiteY5-600" fmla="*/ 1566042 h 3066827"/>
                    <a:gd name="connsiteX6-601" fmla="*/ 8156794 w 8156794"/>
                    <a:gd name="connsiteY6-602" fmla="*/ 0 h 3066827"/>
                    <a:gd name="connsiteX0-603" fmla="*/ 8123689 w 8156794"/>
                    <a:gd name="connsiteY0-604" fmla="*/ 0 h 2999866"/>
                    <a:gd name="connsiteX1-605" fmla="*/ 8156794 w 8156794"/>
                    <a:gd name="connsiteY1-606" fmla="*/ 1606559 h 2999866"/>
                    <a:gd name="connsiteX2-607" fmla="*/ 4123353 w 8156794"/>
                    <a:gd name="connsiteY2-608" fmla="*/ 2999689 h 2999866"/>
                    <a:gd name="connsiteX3-609" fmla="*/ 2295 w 8156794"/>
                    <a:gd name="connsiteY3-610" fmla="*/ 1551125 h 2999866"/>
                    <a:gd name="connsiteX4-611" fmla="*/ 767 w 8156794"/>
                    <a:gd name="connsiteY4-612" fmla="*/ 80184 h 2999866"/>
                    <a:gd name="connsiteX5-613" fmla="*/ 4068271 w 8156794"/>
                    <a:gd name="connsiteY5-614" fmla="*/ 1499081 h 2999866"/>
                    <a:gd name="connsiteX6-615" fmla="*/ 8123689 w 8156794"/>
                    <a:gd name="connsiteY6-616" fmla="*/ 0 h 2999866"/>
                    <a:gd name="connsiteX0-617" fmla="*/ 8167828 w 8167828"/>
                    <a:gd name="connsiteY0-618" fmla="*/ 0 h 3026651"/>
                    <a:gd name="connsiteX1-619" fmla="*/ 8156794 w 8167828"/>
                    <a:gd name="connsiteY1-620" fmla="*/ 1633344 h 3026651"/>
                    <a:gd name="connsiteX2-621" fmla="*/ 4123353 w 8167828"/>
                    <a:gd name="connsiteY2-622" fmla="*/ 3026474 h 3026651"/>
                    <a:gd name="connsiteX3-623" fmla="*/ 2295 w 8167828"/>
                    <a:gd name="connsiteY3-624" fmla="*/ 1577910 h 3026651"/>
                    <a:gd name="connsiteX4-625" fmla="*/ 767 w 8167828"/>
                    <a:gd name="connsiteY4-626" fmla="*/ 106969 h 3026651"/>
                    <a:gd name="connsiteX5-627" fmla="*/ 4068271 w 8167828"/>
                    <a:gd name="connsiteY5-628" fmla="*/ 1525866 h 3026651"/>
                    <a:gd name="connsiteX6-629" fmla="*/ 8167828 w 8167828"/>
                    <a:gd name="connsiteY6-630" fmla="*/ 0 h 3026651"/>
                    <a:gd name="connsiteX0-631" fmla="*/ 8167828 w 8167828"/>
                    <a:gd name="connsiteY0-632" fmla="*/ 0 h 3027228"/>
                    <a:gd name="connsiteX1-633" fmla="*/ 8145760 w 8167828"/>
                    <a:gd name="connsiteY1-634" fmla="*/ 1686913 h 3027228"/>
                    <a:gd name="connsiteX2-635" fmla="*/ 4123353 w 8167828"/>
                    <a:gd name="connsiteY2-636" fmla="*/ 3026474 h 3027228"/>
                    <a:gd name="connsiteX3-637" fmla="*/ 2295 w 8167828"/>
                    <a:gd name="connsiteY3-638" fmla="*/ 1577910 h 3027228"/>
                    <a:gd name="connsiteX4-639" fmla="*/ 767 w 8167828"/>
                    <a:gd name="connsiteY4-640" fmla="*/ 106969 h 3027228"/>
                    <a:gd name="connsiteX5-641" fmla="*/ 4068271 w 8167828"/>
                    <a:gd name="connsiteY5-642" fmla="*/ 1525866 h 3027228"/>
                    <a:gd name="connsiteX6-643" fmla="*/ 8167828 w 8167828"/>
                    <a:gd name="connsiteY6-644" fmla="*/ 0 h 3027228"/>
                    <a:gd name="connsiteX0-645" fmla="*/ 8156794 w 8156794"/>
                    <a:gd name="connsiteY0-646" fmla="*/ 0 h 2933483"/>
                    <a:gd name="connsiteX1-647" fmla="*/ 8145760 w 8156794"/>
                    <a:gd name="connsiteY1-648" fmla="*/ 1593168 h 2933483"/>
                    <a:gd name="connsiteX2-649" fmla="*/ 4123353 w 8156794"/>
                    <a:gd name="connsiteY2-650" fmla="*/ 2932729 h 2933483"/>
                    <a:gd name="connsiteX3-651" fmla="*/ 2295 w 8156794"/>
                    <a:gd name="connsiteY3-652" fmla="*/ 1484165 h 2933483"/>
                    <a:gd name="connsiteX4-653" fmla="*/ 767 w 8156794"/>
                    <a:gd name="connsiteY4-654" fmla="*/ 13224 h 2933483"/>
                    <a:gd name="connsiteX5-655" fmla="*/ 4068271 w 8156794"/>
                    <a:gd name="connsiteY5-656" fmla="*/ 1432121 h 2933483"/>
                    <a:gd name="connsiteX6-657" fmla="*/ 8156794 w 8156794"/>
                    <a:gd name="connsiteY6-658" fmla="*/ 0 h 2933483"/>
                    <a:gd name="connsiteX0-659" fmla="*/ 8156794 w 8156794"/>
                    <a:gd name="connsiteY0-660" fmla="*/ 0 h 2933483"/>
                    <a:gd name="connsiteX1-661" fmla="*/ 8145760 w 8156794"/>
                    <a:gd name="connsiteY1-662" fmla="*/ 1593168 h 2933483"/>
                    <a:gd name="connsiteX2-663" fmla="*/ 4123353 w 8156794"/>
                    <a:gd name="connsiteY2-664" fmla="*/ 2932729 h 2933483"/>
                    <a:gd name="connsiteX3-665" fmla="*/ 2295 w 8156794"/>
                    <a:gd name="connsiteY3-666" fmla="*/ 1484165 h 2933483"/>
                    <a:gd name="connsiteX4-667" fmla="*/ 767 w 8156794"/>
                    <a:gd name="connsiteY4-668" fmla="*/ 13224 h 2933483"/>
                    <a:gd name="connsiteX5-669" fmla="*/ 4068271 w 8156794"/>
                    <a:gd name="connsiteY5-670" fmla="*/ 1432121 h 2933483"/>
                    <a:gd name="connsiteX6-671" fmla="*/ 8156794 w 8156794"/>
                    <a:gd name="connsiteY6-672" fmla="*/ 0 h 2933483"/>
                    <a:gd name="connsiteX0-673" fmla="*/ 8123689 w 8145760"/>
                    <a:gd name="connsiteY0-674" fmla="*/ 13560 h 2920259"/>
                    <a:gd name="connsiteX1-675" fmla="*/ 8145760 w 8145760"/>
                    <a:gd name="connsiteY1-676" fmla="*/ 1579944 h 2920259"/>
                    <a:gd name="connsiteX2-677" fmla="*/ 4123353 w 8145760"/>
                    <a:gd name="connsiteY2-678" fmla="*/ 2919505 h 2920259"/>
                    <a:gd name="connsiteX3-679" fmla="*/ 2295 w 8145760"/>
                    <a:gd name="connsiteY3-680" fmla="*/ 1470941 h 2920259"/>
                    <a:gd name="connsiteX4-681" fmla="*/ 767 w 8145760"/>
                    <a:gd name="connsiteY4-682" fmla="*/ 0 h 2920259"/>
                    <a:gd name="connsiteX5-683" fmla="*/ 4068271 w 8145760"/>
                    <a:gd name="connsiteY5-684" fmla="*/ 1418897 h 2920259"/>
                    <a:gd name="connsiteX6-685" fmla="*/ 8123689 w 8145760"/>
                    <a:gd name="connsiteY6-686" fmla="*/ 13560 h 2920259"/>
                    <a:gd name="connsiteX0-687" fmla="*/ 8178863 w 8178863"/>
                    <a:gd name="connsiteY0-688" fmla="*/ 26952 h 2920259"/>
                    <a:gd name="connsiteX1-689" fmla="*/ 8145760 w 8178863"/>
                    <a:gd name="connsiteY1-690" fmla="*/ 1579944 h 2920259"/>
                    <a:gd name="connsiteX2-691" fmla="*/ 4123353 w 8178863"/>
                    <a:gd name="connsiteY2-692" fmla="*/ 2919505 h 2920259"/>
                    <a:gd name="connsiteX3-693" fmla="*/ 2295 w 8178863"/>
                    <a:gd name="connsiteY3-694" fmla="*/ 1470941 h 2920259"/>
                    <a:gd name="connsiteX4-695" fmla="*/ 767 w 8178863"/>
                    <a:gd name="connsiteY4-696" fmla="*/ 0 h 2920259"/>
                    <a:gd name="connsiteX5-697" fmla="*/ 4068271 w 8178863"/>
                    <a:gd name="connsiteY5-698" fmla="*/ 1418897 h 2920259"/>
                    <a:gd name="connsiteX6-699" fmla="*/ 8178863 w 8178863"/>
                    <a:gd name="connsiteY6-700" fmla="*/ 26952 h 2920259"/>
                    <a:gd name="connsiteX0-701" fmla="*/ 8167827 w 8167827"/>
                    <a:gd name="connsiteY0-702" fmla="*/ 40343 h 2920259"/>
                    <a:gd name="connsiteX1-703" fmla="*/ 8145760 w 8167827"/>
                    <a:gd name="connsiteY1-704" fmla="*/ 1579944 h 2920259"/>
                    <a:gd name="connsiteX2-705" fmla="*/ 4123353 w 8167827"/>
                    <a:gd name="connsiteY2-706" fmla="*/ 2919505 h 2920259"/>
                    <a:gd name="connsiteX3-707" fmla="*/ 2295 w 8167827"/>
                    <a:gd name="connsiteY3-708" fmla="*/ 1470941 h 2920259"/>
                    <a:gd name="connsiteX4-709" fmla="*/ 767 w 8167827"/>
                    <a:gd name="connsiteY4-710" fmla="*/ 0 h 2920259"/>
                    <a:gd name="connsiteX5-711" fmla="*/ 4068271 w 8167827"/>
                    <a:gd name="connsiteY5-712" fmla="*/ 1418897 h 2920259"/>
                    <a:gd name="connsiteX6-713" fmla="*/ 8167827 w 8167827"/>
                    <a:gd name="connsiteY6-714" fmla="*/ 40343 h 2920259"/>
                    <a:gd name="connsiteX0-715" fmla="*/ 8123687 w 8145760"/>
                    <a:gd name="connsiteY0-716" fmla="*/ 53735 h 2920259"/>
                    <a:gd name="connsiteX1-717" fmla="*/ 8145760 w 8145760"/>
                    <a:gd name="connsiteY1-718" fmla="*/ 1579944 h 2920259"/>
                    <a:gd name="connsiteX2-719" fmla="*/ 4123353 w 8145760"/>
                    <a:gd name="connsiteY2-720" fmla="*/ 2919505 h 2920259"/>
                    <a:gd name="connsiteX3-721" fmla="*/ 2295 w 8145760"/>
                    <a:gd name="connsiteY3-722" fmla="*/ 1470941 h 2920259"/>
                    <a:gd name="connsiteX4-723" fmla="*/ 767 w 8145760"/>
                    <a:gd name="connsiteY4-724" fmla="*/ 0 h 2920259"/>
                    <a:gd name="connsiteX5-725" fmla="*/ 4068271 w 8145760"/>
                    <a:gd name="connsiteY5-726" fmla="*/ 1418897 h 2920259"/>
                    <a:gd name="connsiteX6-727" fmla="*/ 8123687 w 8145760"/>
                    <a:gd name="connsiteY6-728" fmla="*/ 53735 h 2920259"/>
                    <a:gd name="connsiteX0-729" fmla="*/ 8161918 w 8161918"/>
                    <a:gd name="connsiteY0-730" fmla="*/ 0 h 2943855"/>
                    <a:gd name="connsiteX1-731" fmla="*/ 8145760 w 8161918"/>
                    <a:gd name="connsiteY1-732" fmla="*/ 1603540 h 2943855"/>
                    <a:gd name="connsiteX2-733" fmla="*/ 4123353 w 8161918"/>
                    <a:gd name="connsiteY2-734" fmla="*/ 2943101 h 2943855"/>
                    <a:gd name="connsiteX3-735" fmla="*/ 2295 w 8161918"/>
                    <a:gd name="connsiteY3-736" fmla="*/ 1494537 h 2943855"/>
                    <a:gd name="connsiteX4-737" fmla="*/ 767 w 8161918"/>
                    <a:gd name="connsiteY4-738" fmla="*/ 23596 h 2943855"/>
                    <a:gd name="connsiteX5-739" fmla="*/ 4068271 w 8161918"/>
                    <a:gd name="connsiteY5-740" fmla="*/ 1442493 h 2943855"/>
                    <a:gd name="connsiteX6-741" fmla="*/ 8161918 w 8161918"/>
                    <a:gd name="connsiteY6-742" fmla="*/ 0 h 2943855"/>
                    <a:gd name="connsiteX0-743" fmla="*/ 8144926 w 8145760"/>
                    <a:gd name="connsiteY0-744" fmla="*/ 43424 h 2920259"/>
                    <a:gd name="connsiteX1-745" fmla="*/ 8145760 w 8145760"/>
                    <a:gd name="connsiteY1-746" fmla="*/ 1579944 h 2920259"/>
                    <a:gd name="connsiteX2-747" fmla="*/ 4123353 w 8145760"/>
                    <a:gd name="connsiteY2-748" fmla="*/ 2919505 h 2920259"/>
                    <a:gd name="connsiteX3-749" fmla="*/ 2295 w 8145760"/>
                    <a:gd name="connsiteY3-750" fmla="*/ 1470941 h 2920259"/>
                    <a:gd name="connsiteX4-751" fmla="*/ 767 w 8145760"/>
                    <a:gd name="connsiteY4-752" fmla="*/ 0 h 2920259"/>
                    <a:gd name="connsiteX5-753" fmla="*/ 4068271 w 8145760"/>
                    <a:gd name="connsiteY5-754" fmla="*/ 1418897 h 2920259"/>
                    <a:gd name="connsiteX6-755" fmla="*/ 8144926 w 8145760"/>
                    <a:gd name="connsiteY6-756" fmla="*/ 43424 h 2920259"/>
                    <a:gd name="connsiteX0-757" fmla="*/ 8161918 w 8161918"/>
                    <a:gd name="connsiteY0-758" fmla="*/ 0 h 2959321"/>
                    <a:gd name="connsiteX1-759" fmla="*/ 8145760 w 8161918"/>
                    <a:gd name="connsiteY1-760" fmla="*/ 1619006 h 2959321"/>
                    <a:gd name="connsiteX2-761" fmla="*/ 4123353 w 8161918"/>
                    <a:gd name="connsiteY2-762" fmla="*/ 2958567 h 2959321"/>
                    <a:gd name="connsiteX3-763" fmla="*/ 2295 w 8161918"/>
                    <a:gd name="connsiteY3-764" fmla="*/ 1510003 h 2959321"/>
                    <a:gd name="connsiteX4-765" fmla="*/ 767 w 8161918"/>
                    <a:gd name="connsiteY4-766" fmla="*/ 39062 h 2959321"/>
                    <a:gd name="connsiteX5-767" fmla="*/ 4068271 w 8161918"/>
                    <a:gd name="connsiteY5-768" fmla="*/ 1457959 h 2959321"/>
                    <a:gd name="connsiteX6-769" fmla="*/ 8161918 w 8161918"/>
                    <a:gd name="connsiteY6-770" fmla="*/ 0 h 2959321"/>
                    <a:gd name="connsiteX0-771" fmla="*/ 8161918 w 8162752"/>
                    <a:gd name="connsiteY0-772" fmla="*/ 0 h 2959488"/>
                    <a:gd name="connsiteX1-773" fmla="*/ 8162752 w 8162752"/>
                    <a:gd name="connsiteY1-774" fmla="*/ 1629317 h 2959488"/>
                    <a:gd name="connsiteX2-775" fmla="*/ 4123353 w 8162752"/>
                    <a:gd name="connsiteY2-776" fmla="*/ 2958567 h 2959488"/>
                    <a:gd name="connsiteX3-777" fmla="*/ 2295 w 8162752"/>
                    <a:gd name="connsiteY3-778" fmla="*/ 1510003 h 2959488"/>
                    <a:gd name="connsiteX4-779" fmla="*/ 767 w 8162752"/>
                    <a:gd name="connsiteY4-780" fmla="*/ 39062 h 2959488"/>
                    <a:gd name="connsiteX5-781" fmla="*/ 4068271 w 8162752"/>
                    <a:gd name="connsiteY5-782" fmla="*/ 1457959 h 2959488"/>
                    <a:gd name="connsiteX6-783" fmla="*/ 8161918 w 8162752"/>
                    <a:gd name="connsiteY6-784" fmla="*/ 0 h 2959488"/>
                    <a:gd name="connsiteX0-785" fmla="*/ 8165930 w 8166764"/>
                    <a:gd name="connsiteY0-786" fmla="*/ 7337 h 2966825"/>
                    <a:gd name="connsiteX1-787" fmla="*/ 8166764 w 8166764"/>
                    <a:gd name="connsiteY1-788" fmla="*/ 1636654 h 2966825"/>
                    <a:gd name="connsiteX2-789" fmla="*/ 4127365 w 8166764"/>
                    <a:gd name="connsiteY2-790" fmla="*/ 2965904 h 2966825"/>
                    <a:gd name="connsiteX3-791" fmla="*/ 6307 w 8166764"/>
                    <a:gd name="connsiteY3-792" fmla="*/ 1517340 h 2966825"/>
                    <a:gd name="connsiteX4-793" fmla="*/ 532 w 8166764"/>
                    <a:gd name="connsiteY4-794" fmla="*/ 0 h 2966825"/>
                    <a:gd name="connsiteX5-795" fmla="*/ 4072283 w 8166764"/>
                    <a:gd name="connsiteY5-796" fmla="*/ 1465296 h 2966825"/>
                    <a:gd name="connsiteX6-797" fmla="*/ 8165930 w 8166764"/>
                    <a:gd name="connsiteY6-798" fmla="*/ 7337 h 2966825"/>
                    <a:gd name="connsiteX0-799" fmla="*/ 8168119 w 8168953"/>
                    <a:gd name="connsiteY0-800" fmla="*/ 7337 h 2966682"/>
                    <a:gd name="connsiteX1-801" fmla="*/ 8168953 w 8168953"/>
                    <a:gd name="connsiteY1-802" fmla="*/ 1636654 h 2966682"/>
                    <a:gd name="connsiteX2-803" fmla="*/ 4129554 w 8168953"/>
                    <a:gd name="connsiteY2-804" fmla="*/ 2965904 h 2966682"/>
                    <a:gd name="connsiteX3-805" fmla="*/ 0 w 8168953"/>
                    <a:gd name="connsiteY3-806" fmla="*/ 1527651 h 2966682"/>
                    <a:gd name="connsiteX4-807" fmla="*/ 2721 w 8168953"/>
                    <a:gd name="connsiteY4-808" fmla="*/ 0 h 2966682"/>
                    <a:gd name="connsiteX5-809" fmla="*/ 4074472 w 8168953"/>
                    <a:gd name="connsiteY5-810" fmla="*/ 1465296 h 2966682"/>
                    <a:gd name="connsiteX6-811" fmla="*/ 8168119 w 8168953"/>
                    <a:gd name="connsiteY6-812" fmla="*/ 7337 h 2966682"/>
                    <a:gd name="connsiteX0-813" fmla="*/ 8168119 w 8168953"/>
                    <a:gd name="connsiteY0-814" fmla="*/ 7337 h 3100377"/>
                    <a:gd name="connsiteX1-815" fmla="*/ 8168953 w 8168953"/>
                    <a:gd name="connsiteY1-816" fmla="*/ 1636654 h 3100377"/>
                    <a:gd name="connsiteX2-817" fmla="*/ 4118520 w 8168953"/>
                    <a:gd name="connsiteY2-818" fmla="*/ 3099826 h 3100377"/>
                    <a:gd name="connsiteX3-819" fmla="*/ 0 w 8168953"/>
                    <a:gd name="connsiteY3-820" fmla="*/ 1527651 h 3100377"/>
                    <a:gd name="connsiteX4-821" fmla="*/ 2721 w 8168953"/>
                    <a:gd name="connsiteY4-822" fmla="*/ 0 h 3100377"/>
                    <a:gd name="connsiteX5-823" fmla="*/ 4074472 w 8168953"/>
                    <a:gd name="connsiteY5-824" fmla="*/ 1465296 h 3100377"/>
                    <a:gd name="connsiteX6-825" fmla="*/ 8168119 w 8168953"/>
                    <a:gd name="connsiteY6-826" fmla="*/ 7337 h 3100377"/>
                    <a:gd name="connsiteX0-827" fmla="*/ 8168119 w 8168953"/>
                    <a:gd name="connsiteY0-828" fmla="*/ 7337 h 3100429"/>
                    <a:gd name="connsiteX1-829" fmla="*/ 8168953 w 8168953"/>
                    <a:gd name="connsiteY1-830" fmla="*/ 1636654 h 3100429"/>
                    <a:gd name="connsiteX2-831" fmla="*/ 4118520 w 8168953"/>
                    <a:gd name="connsiteY2-832" fmla="*/ 3099826 h 3100429"/>
                    <a:gd name="connsiteX3-833" fmla="*/ 0 w 8168953"/>
                    <a:gd name="connsiteY3-834" fmla="*/ 1527651 h 3100429"/>
                    <a:gd name="connsiteX4-835" fmla="*/ 2721 w 8168953"/>
                    <a:gd name="connsiteY4-836" fmla="*/ 0 h 3100429"/>
                    <a:gd name="connsiteX5-837" fmla="*/ 4074472 w 8168953"/>
                    <a:gd name="connsiteY5-838" fmla="*/ 1465296 h 3100429"/>
                    <a:gd name="connsiteX6-839" fmla="*/ 8168119 w 8168953"/>
                    <a:gd name="connsiteY6-840" fmla="*/ 7337 h 3100429"/>
                    <a:gd name="connsiteX0-841" fmla="*/ 8165849 w 8166683"/>
                    <a:gd name="connsiteY0-842" fmla="*/ 7337 h 3099826"/>
                    <a:gd name="connsiteX1-843" fmla="*/ 8166683 w 8166683"/>
                    <a:gd name="connsiteY1-844" fmla="*/ 1636654 h 3099826"/>
                    <a:gd name="connsiteX2-845" fmla="*/ 4116250 w 8166683"/>
                    <a:gd name="connsiteY2-846" fmla="*/ 3099826 h 3099826"/>
                    <a:gd name="connsiteX3-847" fmla="*/ 8764 w 8166683"/>
                    <a:gd name="connsiteY3-848" fmla="*/ 1634789 h 3099826"/>
                    <a:gd name="connsiteX4-849" fmla="*/ 451 w 8166683"/>
                    <a:gd name="connsiteY4-850" fmla="*/ 0 h 3099826"/>
                    <a:gd name="connsiteX5-851" fmla="*/ 4072202 w 8166683"/>
                    <a:gd name="connsiteY5-852" fmla="*/ 1465296 h 3099826"/>
                    <a:gd name="connsiteX6-853" fmla="*/ 8165849 w 8166683"/>
                    <a:gd name="connsiteY6-854" fmla="*/ 7337 h 3099826"/>
                    <a:gd name="connsiteX0-855" fmla="*/ 8165849 w 8166683"/>
                    <a:gd name="connsiteY0-856" fmla="*/ 7337 h 3099826"/>
                    <a:gd name="connsiteX1-857" fmla="*/ 8166683 w 8166683"/>
                    <a:gd name="connsiteY1-858" fmla="*/ 1636654 h 3099826"/>
                    <a:gd name="connsiteX2-859" fmla="*/ 4116250 w 8166683"/>
                    <a:gd name="connsiteY2-860" fmla="*/ 3099826 h 3099826"/>
                    <a:gd name="connsiteX3-861" fmla="*/ 8764 w 8166683"/>
                    <a:gd name="connsiteY3-862" fmla="*/ 1634789 h 3099826"/>
                    <a:gd name="connsiteX4-863" fmla="*/ 451 w 8166683"/>
                    <a:gd name="connsiteY4-864" fmla="*/ 0 h 3099826"/>
                    <a:gd name="connsiteX5-865" fmla="*/ 4072202 w 8166683"/>
                    <a:gd name="connsiteY5-866" fmla="*/ 1465296 h 3099826"/>
                    <a:gd name="connsiteX6-867" fmla="*/ 8165849 w 8166683"/>
                    <a:gd name="connsiteY6-868" fmla="*/ 7337 h 3099826"/>
                    <a:gd name="connsiteX0-869" fmla="*/ 8165849 w 8166683"/>
                    <a:gd name="connsiteY0-870" fmla="*/ 7337 h 3099826"/>
                    <a:gd name="connsiteX1-871" fmla="*/ 8166683 w 8166683"/>
                    <a:gd name="connsiteY1-872" fmla="*/ 1636654 h 3099826"/>
                    <a:gd name="connsiteX2-873" fmla="*/ 4116250 w 8166683"/>
                    <a:gd name="connsiteY2-874" fmla="*/ 3099826 h 3099826"/>
                    <a:gd name="connsiteX3-875" fmla="*/ 8764 w 8166683"/>
                    <a:gd name="connsiteY3-876" fmla="*/ 1634789 h 3099826"/>
                    <a:gd name="connsiteX4-877" fmla="*/ 451 w 8166683"/>
                    <a:gd name="connsiteY4-878" fmla="*/ 0 h 3099826"/>
                    <a:gd name="connsiteX5-879" fmla="*/ 4061168 w 8166683"/>
                    <a:gd name="connsiteY5-880" fmla="*/ 1438511 h 3099826"/>
                    <a:gd name="connsiteX6-881" fmla="*/ 8165849 w 8166683"/>
                    <a:gd name="connsiteY6-882" fmla="*/ 7337 h 3099826"/>
                    <a:gd name="connsiteX0-883" fmla="*/ 8165849 w 8166683"/>
                    <a:gd name="connsiteY0-884" fmla="*/ 7337 h 3099826"/>
                    <a:gd name="connsiteX1-885" fmla="*/ 8166683 w 8166683"/>
                    <a:gd name="connsiteY1-886" fmla="*/ 1636654 h 3099826"/>
                    <a:gd name="connsiteX2-887" fmla="*/ 4116250 w 8166683"/>
                    <a:gd name="connsiteY2-888" fmla="*/ 3099826 h 3099826"/>
                    <a:gd name="connsiteX3-889" fmla="*/ 8764 w 8166683"/>
                    <a:gd name="connsiteY3-890" fmla="*/ 1634789 h 3099826"/>
                    <a:gd name="connsiteX4-891" fmla="*/ 451 w 8166683"/>
                    <a:gd name="connsiteY4-892" fmla="*/ 0 h 3099826"/>
                    <a:gd name="connsiteX5-893" fmla="*/ 4061168 w 8166683"/>
                    <a:gd name="connsiteY5-894" fmla="*/ 1438511 h 3099826"/>
                    <a:gd name="connsiteX6-895" fmla="*/ 8165849 w 8166683"/>
                    <a:gd name="connsiteY6-896" fmla="*/ 7337 h 309982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49" name="Oval 748"/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750" name="Group 749"/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751" name="Freeform 750"/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-1" fmla="*/ 3725333 w 4641485"/>
                      <a:gd name="connsiteY0-2" fmla="*/ 0 h 1049866"/>
                      <a:gd name="connsiteX1-3" fmla="*/ 4641485 w 4641485"/>
                      <a:gd name="connsiteY1-4" fmla="*/ 239402 h 1049866"/>
                      <a:gd name="connsiteX2-5" fmla="*/ 3962400 w 4641485"/>
                      <a:gd name="connsiteY2-6" fmla="*/ 541866 h 1049866"/>
                      <a:gd name="connsiteX3-7" fmla="*/ 3742267 w 4641485"/>
                      <a:gd name="connsiteY3-8" fmla="*/ 457200 h 1049866"/>
                      <a:gd name="connsiteX4-9" fmla="*/ 2269067 w 4641485"/>
                      <a:gd name="connsiteY4-10" fmla="*/ 1049866 h 1049866"/>
                      <a:gd name="connsiteX5-11" fmla="*/ 880533 w 4641485"/>
                      <a:gd name="connsiteY5-12" fmla="*/ 457200 h 1049866"/>
                      <a:gd name="connsiteX6-13" fmla="*/ 592667 w 4641485"/>
                      <a:gd name="connsiteY6-14" fmla="*/ 541866 h 1049866"/>
                      <a:gd name="connsiteX7-15" fmla="*/ 0 w 4641485"/>
                      <a:gd name="connsiteY7-16" fmla="*/ 254000 h 1049866"/>
                      <a:gd name="connsiteX8-17" fmla="*/ 880533 w 4641485"/>
                      <a:gd name="connsiteY8-18" fmla="*/ 16933 h 1049866"/>
                      <a:gd name="connsiteX9-19" fmla="*/ 2302933 w 4641485"/>
                      <a:gd name="connsiteY9-20" fmla="*/ 626533 h 1049866"/>
                      <a:gd name="connsiteX10-21" fmla="*/ 3725333 w 4641485"/>
                      <a:gd name="connsiteY10-22" fmla="*/ 0 h 1049866"/>
                      <a:gd name="connsiteX0-23" fmla="*/ 3756864 w 4673016"/>
                      <a:gd name="connsiteY0-24" fmla="*/ 0 h 1049866"/>
                      <a:gd name="connsiteX1-25" fmla="*/ 4673016 w 4673016"/>
                      <a:gd name="connsiteY1-26" fmla="*/ 239402 h 1049866"/>
                      <a:gd name="connsiteX2-27" fmla="*/ 3993931 w 4673016"/>
                      <a:gd name="connsiteY2-28" fmla="*/ 541866 h 1049866"/>
                      <a:gd name="connsiteX3-29" fmla="*/ 3773798 w 4673016"/>
                      <a:gd name="connsiteY3-30" fmla="*/ 457200 h 1049866"/>
                      <a:gd name="connsiteX4-31" fmla="*/ 2300598 w 4673016"/>
                      <a:gd name="connsiteY4-32" fmla="*/ 1049866 h 1049866"/>
                      <a:gd name="connsiteX5-33" fmla="*/ 912064 w 4673016"/>
                      <a:gd name="connsiteY5-34" fmla="*/ 457200 h 1049866"/>
                      <a:gd name="connsiteX6-35" fmla="*/ 624198 w 4673016"/>
                      <a:gd name="connsiteY6-36" fmla="*/ 541866 h 1049866"/>
                      <a:gd name="connsiteX7-37" fmla="*/ 0 w 4673016"/>
                      <a:gd name="connsiteY7-38" fmla="*/ 232979 h 1049866"/>
                      <a:gd name="connsiteX8-39" fmla="*/ 912064 w 4673016"/>
                      <a:gd name="connsiteY8-40" fmla="*/ 16933 h 1049866"/>
                      <a:gd name="connsiteX9-41" fmla="*/ 2334464 w 4673016"/>
                      <a:gd name="connsiteY9-42" fmla="*/ 626533 h 1049866"/>
                      <a:gd name="connsiteX10-43" fmla="*/ 3756864 w 4673016"/>
                      <a:gd name="connsiteY10-44" fmla="*/ 0 h 1049866"/>
                      <a:gd name="connsiteX0-45" fmla="*/ 3756864 w 4673016"/>
                      <a:gd name="connsiteY0-46" fmla="*/ 0 h 1049866"/>
                      <a:gd name="connsiteX1-47" fmla="*/ 4673016 w 4673016"/>
                      <a:gd name="connsiteY1-48" fmla="*/ 239402 h 1049866"/>
                      <a:gd name="connsiteX2-49" fmla="*/ 3993931 w 4673016"/>
                      <a:gd name="connsiteY2-50" fmla="*/ 541866 h 1049866"/>
                      <a:gd name="connsiteX3-51" fmla="*/ 3784308 w 4673016"/>
                      <a:gd name="connsiteY3-52" fmla="*/ 404648 h 1049866"/>
                      <a:gd name="connsiteX4-53" fmla="*/ 2300598 w 4673016"/>
                      <a:gd name="connsiteY4-54" fmla="*/ 1049866 h 1049866"/>
                      <a:gd name="connsiteX5-55" fmla="*/ 912064 w 4673016"/>
                      <a:gd name="connsiteY5-56" fmla="*/ 457200 h 1049866"/>
                      <a:gd name="connsiteX6-57" fmla="*/ 624198 w 4673016"/>
                      <a:gd name="connsiteY6-58" fmla="*/ 541866 h 1049866"/>
                      <a:gd name="connsiteX7-59" fmla="*/ 0 w 4673016"/>
                      <a:gd name="connsiteY7-60" fmla="*/ 232979 h 1049866"/>
                      <a:gd name="connsiteX8-61" fmla="*/ 912064 w 4673016"/>
                      <a:gd name="connsiteY8-62" fmla="*/ 16933 h 1049866"/>
                      <a:gd name="connsiteX9-63" fmla="*/ 2334464 w 4673016"/>
                      <a:gd name="connsiteY9-64" fmla="*/ 626533 h 1049866"/>
                      <a:gd name="connsiteX10-65" fmla="*/ 3756864 w 4673016"/>
                      <a:gd name="connsiteY10-66" fmla="*/ 0 h 1049866"/>
                      <a:gd name="connsiteX0-67" fmla="*/ 3756864 w 4673016"/>
                      <a:gd name="connsiteY0-68" fmla="*/ 0 h 1049866"/>
                      <a:gd name="connsiteX1-69" fmla="*/ 4673016 w 4673016"/>
                      <a:gd name="connsiteY1-70" fmla="*/ 239402 h 1049866"/>
                      <a:gd name="connsiteX2-71" fmla="*/ 3993931 w 4673016"/>
                      <a:gd name="connsiteY2-72" fmla="*/ 541866 h 1049866"/>
                      <a:gd name="connsiteX3-73" fmla="*/ 3794818 w 4673016"/>
                      <a:gd name="connsiteY3-74" fmla="*/ 436179 h 1049866"/>
                      <a:gd name="connsiteX4-75" fmla="*/ 2300598 w 4673016"/>
                      <a:gd name="connsiteY4-76" fmla="*/ 1049866 h 1049866"/>
                      <a:gd name="connsiteX5-77" fmla="*/ 912064 w 4673016"/>
                      <a:gd name="connsiteY5-78" fmla="*/ 457200 h 1049866"/>
                      <a:gd name="connsiteX6-79" fmla="*/ 624198 w 4673016"/>
                      <a:gd name="connsiteY6-80" fmla="*/ 541866 h 1049866"/>
                      <a:gd name="connsiteX7-81" fmla="*/ 0 w 4673016"/>
                      <a:gd name="connsiteY7-82" fmla="*/ 232979 h 1049866"/>
                      <a:gd name="connsiteX8-83" fmla="*/ 912064 w 4673016"/>
                      <a:gd name="connsiteY8-84" fmla="*/ 16933 h 1049866"/>
                      <a:gd name="connsiteX9-85" fmla="*/ 2334464 w 4673016"/>
                      <a:gd name="connsiteY9-86" fmla="*/ 626533 h 1049866"/>
                      <a:gd name="connsiteX10-87" fmla="*/ 3756864 w 4673016"/>
                      <a:gd name="connsiteY10-88" fmla="*/ 0 h 1049866"/>
                      <a:gd name="connsiteX0-89" fmla="*/ 3756864 w 4673016"/>
                      <a:gd name="connsiteY0-90" fmla="*/ 0 h 1049866"/>
                      <a:gd name="connsiteX1-91" fmla="*/ 4673016 w 4673016"/>
                      <a:gd name="connsiteY1-92" fmla="*/ 239402 h 1049866"/>
                      <a:gd name="connsiteX2-93" fmla="*/ 3993931 w 4673016"/>
                      <a:gd name="connsiteY2-94" fmla="*/ 541866 h 1049866"/>
                      <a:gd name="connsiteX3-95" fmla="*/ 3794818 w 4673016"/>
                      <a:gd name="connsiteY3-96" fmla="*/ 436179 h 1049866"/>
                      <a:gd name="connsiteX4-97" fmla="*/ 2300598 w 4673016"/>
                      <a:gd name="connsiteY4-98" fmla="*/ 1049866 h 1049866"/>
                      <a:gd name="connsiteX5-99" fmla="*/ 912064 w 4673016"/>
                      <a:gd name="connsiteY5-100" fmla="*/ 457200 h 1049866"/>
                      <a:gd name="connsiteX6-101" fmla="*/ 624198 w 4673016"/>
                      <a:gd name="connsiteY6-102" fmla="*/ 541866 h 1049866"/>
                      <a:gd name="connsiteX7-103" fmla="*/ 0 w 4673016"/>
                      <a:gd name="connsiteY7-104" fmla="*/ 232979 h 1049866"/>
                      <a:gd name="connsiteX8-105" fmla="*/ 912064 w 4673016"/>
                      <a:gd name="connsiteY8-106" fmla="*/ 16933 h 1049866"/>
                      <a:gd name="connsiteX9-107" fmla="*/ 2323954 w 4673016"/>
                      <a:gd name="connsiteY9-108" fmla="*/ 616023 h 1049866"/>
                      <a:gd name="connsiteX10-109" fmla="*/ 3756864 w 4673016"/>
                      <a:gd name="connsiteY10-110" fmla="*/ 0 h 1049866"/>
                      <a:gd name="connsiteX0-111" fmla="*/ 3756864 w 4673016"/>
                      <a:gd name="connsiteY0-112" fmla="*/ 0 h 1049866"/>
                      <a:gd name="connsiteX1-113" fmla="*/ 4673016 w 4673016"/>
                      <a:gd name="connsiteY1-114" fmla="*/ 239402 h 1049866"/>
                      <a:gd name="connsiteX2-115" fmla="*/ 3993931 w 4673016"/>
                      <a:gd name="connsiteY2-116" fmla="*/ 541866 h 1049866"/>
                      <a:gd name="connsiteX3-117" fmla="*/ 3794818 w 4673016"/>
                      <a:gd name="connsiteY3-118" fmla="*/ 436179 h 1049866"/>
                      <a:gd name="connsiteX4-119" fmla="*/ 2300598 w 4673016"/>
                      <a:gd name="connsiteY4-120" fmla="*/ 1049866 h 1049866"/>
                      <a:gd name="connsiteX5-121" fmla="*/ 912064 w 4673016"/>
                      <a:gd name="connsiteY5-122" fmla="*/ 457200 h 1049866"/>
                      <a:gd name="connsiteX6-123" fmla="*/ 624198 w 4673016"/>
                      <a:gd name="connsiteY6-124" fmla="*/ 541866 h 1049866"/>
                      <a:gd name="connsiteX7-125" fmla="*/ 0 w 4673016"/>
                      <a:gd name="connsiteY7-126" fmla="*/ 275021 h 1049866"/>
                      <a:gd name="connsiteX8-127" fmla="*/ 912064 w 4673016"/>
                      <a:gd name="connsiteY8-128" fmla="*/ 16933 h 1049866"/>
                      <a:gd name="connsiteX9-129" fmla="*/ 2323954 w 4673016"/>
                      <a:gd name="connsiteY9-130" fmla="*/ 616023 h 1049866"/>
                      <a:gd name="connsiteX10-131" fmla="*/ 3756864 w 4673016"/>
                      <a:gd name="connsiteY10-132" fmla="*/ 0 h 1049866"/>
                      <a:gd name="connsiteX0-133" fmla="*/ 3756864 w 4673016"/>
                      <a:gd name="connsiteY0-134" fmla="*/ 0 h 1049866"/>
                      <a:gd name="connsiteX1-135" fmla="*/ 4673016 w 4673016"/>
                      <a:gd name="connsiteY1-136" fmla="*/ 239402 h 1049866"/>
                      <a:gd name="connsiteX2-137" fmla="*/ 3993931 w 4673016"/>
                      <a:gd name="connsiteY2-138" fmla="*/ 541866 h 1049866"/>
                      <a:gd name="connsiteX3-139" fmla="*/ 3815839 w 4673016"/>
                      <a:gd name="connsiteY3-140" fmla="*/ 467710 h 1049866"/>
                      <a:gd name="connsiteX4-141" fmla="*/ 2300598 w 4673016"/>
                      <a:gd name="connsiteY4-142" fmla="*/ 1049866 h 1049866"/>
                      <a:gd name="connsiteX5-143" fmla="*/ 912064 w 4673016"/>
                      <a:gd name="connsiteY5-144" fmla="*/ 457200 h 1049866"/>
                      <a:gd name="connsiteX6-145" fmla="*/ 624198 w 4673016"/>
                      <a:gd name="connsiteY6-146" fmla="*/ 541866 h 1049866"/>
                      <a:gd name="connsiteX7-147" fmla="*/ 0 w 4673016"/>
                      <a:gd name="connsiteY7-148" fmla="*/ 275021 h 1049866"/>
                      <a:gd name="connsiteX8-149" fmla="*/ 912064 w 4673016"/>
                      <a:gd name="connsiteY8-150" fmla="*/ 16933 h 1049866"/>
                      <a:gd name="connsiteX9-151" fmla="*/ 2323954 w 4673016"/>
                      <a:gd name="connsiteY9-152" fmla="*/ 616023 h 1049866"/>
                      <a:gd name="connsiteX10-153" fmla="*/ 3756864 w 4673016"/>
                      <a:gd name="connsiteY10-154" fmla="*/ 0 h 104986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52" name="Freeform 751"/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53" name="Freeform 752"/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54" name="Freeform 753"/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-1" fmla="*/ 168165 w 3731172"/>
                      <a:gd name="connsiteY0-2" fmla="*/ 73572 h 1418896"/>
                      <a:gd name="connsiteX1-3" fmla="*/ 451945 w 3731172"/>
                      <a:gd name="connsiteY1-4" fmla="*/ 0 h 1418896"/>
                      <a:gd name="connsiteX2-5" fmla="*/ 1881352 w 3731172"/>
                      <a:gd name="connsiteY2-6" fmla="*/ 599089 h 1418896"/>
                      <a:gd name="connsiteX3-7" fmla="*/ 3363310 w 3731172"/>
                      <a:gd name="connsiteY3-8" fmla="*/ 0 h 1418896"/>
                      <a:gd name="connsiteX4-9" fmla="*/ 3584027 w 3731172"/>
                      <a:gd name="connsiteY4-10" fmla="*/ 73572 h 1418896"/>
                      <a:gd name="connsiteX5-11" fmla="*/ 2627586 w 3731172"/>
                      <a:gd name="connsiteY5-12" fmla="*/ 441434 h 1418896"/>
                      <a:gd name="connsiteX6-13" fmla="*/ 2596055 w 3731172"/>
                      <a:gd name="connsiteY6-14" fmla="*/ 914400 h 1418896"/>
                      <a:gd name="connsiteX7-15" fmla="*/ 3731172 w 3731172"/>
                      <a:gd name="connsiteY7-16" fmla="*/ 1345324 h 1418896"/>
                      <a:gd name="connsiteX8-17" fmla="*/ 3447393 w 3731172"/>
                      <a:gd name="connsiteY8-18" fmla="*/ 1408386 h 1418896"/>
                      <a:gd name="connsiteX9-19" fmla="*/ 1870841 w 3731172"/>
                      <a:gd name="connsiteY9-20" fmla="*/ 746234 h 1418896"/>
                      <a:gd name="connsiteX10-21" fmla="*/ 262758 w 3731172"/>
                      <a:gd name="connsiteY10-22" fmla="*/ 1418896 h 1418896"/>
                      <a:gd name="connsiteX11-23" fmla="*/ 0 w 3731172"/>
                      <a:gd name="connsiteY11-24" fmla="*/ 1324303 h 1418896"/>
                      <a:gd name="connsiteX12-25" fmla="*/ 1145627 w 3731172"/>
                      <a:gd name="connsiteY12-26" fmla="*/ 882869 h 1418896"/>
                      <a:gd name="connsiteX13-27" fmla="*/ 1114096 w 3731172"/>
                      <a:gd name="connsiteY13-28" fmla="*/ 409903 h 1418896"/>
                      <a:gd name="connsiteX14-29" fmla="*/ 441434 w 3731172"/>
                      <a:gd name="connsiteY14-30" fmla="*/ 10510 h 1418896"/>
                      <a:gd name="connsiteX15-31" fmla="*/ 441434 w 3731172"/>
                      <a:gd name="connsiteY15-32" fmla="*/ 10510 h 1418896"/>
                      <a:gd name="connsiteX0-33" fmla="*/ 168165 w 3731172"/>
                      <a:gd name="connsiteY0-34" fmla="*/ 73572 h 1418896"/>
                      <a:gd name="connsiteX1-35" fmla="*/ 451945 w 3731172"/>
                      <a:gd name="connsiteY1-36" fmla="*/ 0 h 1418896"/>
                      <a:gd name="connsiteX2-37" fmla="*/ 1881352 w 3731172"/>
                      <a:gd name="connsiteY2-38" fmla="*/ 599089 h 1418896"/>
                      <a:gd name="connsiteX3-39" fmla="*/ 3363310 w 3731172"/>
                      <a:gd name="connsiteY3-40" fmla="*/ 0 h 1418896"/>
                      <a:gd name="connsiteX4-41" fmla="*/ 3584027 w 3731172"/>
                      <a:gd name="connsiteY4-42" fmla="*/ 73572 h 1418896"/>
                      <a:gd name="connsiteX5-43" fmla="*/ 2627586 w 3731172"/>
                      <a:gd name="connsiteY5-44" fmla="*/ 441434 h 1418896"/>
                      <a:gd name="connsiteX6-45" fmla="*/ 2596055 w 3731172"/>
                      <a:gd name="connsiteY6-46" fmla="*/ 914400 h 1418896"/>
                      <a:gd name="connsiteX7-47" fmla="*/ 3731172 w 3731172"/>
                      <a:gd name="connsiteY7-48" fmla="*/ 1345324 h 1418896"/>
                      <a:gd name="connsiteX8-49" fmla="*/ 3447393 w 3731172"/>
                      <a:gd name="connsiteY8-50" fmla="*/ 1408386 h 1418896"/>
                      <a:gd name="connsiteX9-51" fmla="*/ 1870841 w 3731172"/>
                      <a:gd name="connsiteY9-52" fmla="*/ 746234 h 1418896"/>
                      <a:gd name="connsiteX10-53" fmla="*/ 262758 w 3731172"/>
                      <a:gd name="connsiteY10-54" fmla="*/ 1418896 h 1418896"/>
                      <a:gd name="connsiteX11-55" fmla="*/ 0 w 3731172"/>
                      <a:gd name="connsiteY11-56" fmla="*/ 1324303 h 1418896"/>
                      <a:gd name="connsiteX12-57" fmla="*/ 1145627 w 3731172"/>
                      <a:gd name="connsiteY12-58" fmla="*/ 882869 h 1418896"/>
                      <a:gd name="connsiteX13-59" fmla="*/ 1114096 w 3731172"/>
                      <a:gd name="connsiteY13-60" fmla="*/ 409903 h 1418896"/>
                      <a:gd name="connsiteX14-61" fmla="*/ 441434 w 3731172"/>
                      <a:gd name="connsiteY14-62" fmla="*/ 10510 h 1418896"/>
                      <a:gd name="connsiteX0-63" fmla="*/ 168165 w 3731172"/>
                      <a:gd name="connsiteY0-64" fmla="*/ 73572 h 1418896"/>
                      <a:gd name="connsiteX1-65" fmla="*/ 451945 w 3731172"/>
                      <a:gd name="connsiteY1-66" fmla="*/ 0 h 1418896"/>
                      <a:gd name="connsiteX2-67" fmla="*/ 1881352 w 3731172"/>
                      <a:gd name="connsiteY2-68" fmla="*/ 599089 h 1418896"/>
                      <a:gd name="connsiteX3-69" fmla="*/ 3363310 w 3731172"/>
                      <a:gd name="connsiteY3-70" fmla="*/ 0 h 1418896"/>
                      <a:gd name="connsiteX4-71" fmla="*/ 3584027 w 3731172"/>
                      <a:gd name="connsiteY4-72" fmla="*/ 73572 h 1418896"/>
                      <a:gd name="connsiteX5-73" fmla="*/ 2627586 w 3731172"/>
                      <a:gd name="connsiteY5-74" fmla="*/ 441434 h 1418896"/>
                      <a:gd name="connsiteX6-75" fmla="*/ 2596055 w 3731172"/>
                      <a:gd name="connsiteY6-76" fmla="*/ 914400 h 1418896"/>
                      <a:gd name="connsiteX7-77" fmla="*/ 3731172 w 3731172"/>
                      <a:gd name="connsiteY7-78" fmla="*/ 1345324 h 1418896"/>
                      <a:gd name="connsiteX8-79" fmla="*/ 3447393 w 3731172"/>
                      <a:gd name="connsiteY8-80" fmla="*/ 1408386 h 1418896"/>
                      <a:gd name="connsiteX9-81" fmla="*/ 1870841 w 3731172"/>
                      <a:gd name="connsiteY9-82" fmla="*/ 746234 h 1418896"/>
                      <a:gd name="connsiteX10-83" fmla="*/ 262758 w 3731172"/>
                      <a:gd name="connsiteY10-84" fmla="*/ 1418896 h 1418896"/>
                      <a:gd name="connsiteX11-85" fmla="*/ 0 w 3731172"/>
                      <a:gd name="connsiteY11-86" fmla="*/ 1324303 h 1418896"/>
                      <a:gd name="connsiteX12-87" fmla="*/ 1145627 w 3731172"/>
                      <a:gd name="connsiteY12-88" fmla="*/ 882869 h 1418896"/>
                      <a:gd name="connsiteX13-89" fmla="*/ 1114096 w 3731172"/>
                      <a:gd name="connsiteY13-90" fmla="*/ 409903 h 1418896"/>
                      <a:gd name="connsiteX14-91" fmla="*/ 357351 w 3731172"/>
                      <a:gd name="connsiteY14-92" fmla="*/ 115613 h 1418896"/>
                      <a:gd name="connsiteX0-93" fmla="*/ 168165 w 3731172"/>
                      <a:gd name="connsiteY0-94" fmla="*/ 73572 h 1418896"/>
                      <a:gd name="connsiteX1-95" fmla="*/ 451945 w 3731172"/>
                      <a:gd name="connsiteY1-96" fmla="*/ 0 h 1418896"/>
                      <a:gd name="connsiteX2-97" fmla="*/ 1881352 w 3731172"/>
                      <a:gd name="connsiteY2-98" fmla="*/ 599089 h 1418896"/>
                      <a:gd name="connsiteX3-99" fmla="*/ 3363310 w 3731172"/>
                      <a:gd name="connsiteY3-100" fmla="*/ 0 h 1418896"/>
                      <a:gd name="connsiteX4-101" fmla="*/ 3584027 w 3731172"/>
                      <a:gd name="connsiteY4-102" fmla="*/ 73572 h 1418896"/>
                      <a:gd name="connsiteX5-103" fmla="*/ 2627586 w 3731172"/>
                      <a:gd name="connsiteY5-104" fmla="*/ 441434 h 1418896"/>
                      <a:gd name="connsiteX6-105" fmla="*/ 2596055 w 3731172"/>
                      <a:gd name="connsiteY6-106" fmla="*/ 914400 h 1418896"/>
                      <a:gd name="connsiteX7-107" fmla="*/ 3731172 w 3731172"/>
                      <a:gd name="connsiteY7-108" fmla="*/ 1345324 h 1418896"/>
                      <a:gd name="connsiteX8-109" fmla="*/ 3447393 w 3731172"/>
                      <a:gd name="connsiteY8-110" fmla="*/ 1408386 h 1418896"/>
                      <a:gd name="connsiteX9-111" fmla="*/ 1870841 w 3731172"/>
                      <a:gd name="connsiteY9-112" fmla="*/ 746234 h 1418896"/>
                      <a:gd name="connsiteX10-113" fmla="*/ 262758 w 3731172"/>
                      <a:gd name="connsiteY10-114" fmla="*/ 1418896 h 1418896"/>
                      <a:gd name="connsiteX11-115" fmla="*/ 0 w 3731172"/>
                      <a:gd name="connsiteY11-116" fmla="*/ 1324303 h 1418896"/>
                      <a:gd name="connsiteX12-117" fmla="*/ 1145627 w 3731172"/>
                      <a:gd name="connsiteY12-118" fmla="*/ 882869 h 1418896"/>
                      <a:gd name="connsiteX13-119" fmla="*/ 1114096 w 3731172"/>
                      <a:gd name="connsiteY13-120" fmla="*/ 409903 h 1418896"/>
                      <a:gd name="connsiteX14-121" fmla="*/ 147144 w 3731172"/>
                      <a:gd name="connsiteY14-122" fmla="*/ 63061 h 1418896"/>
                      <a:gd name="connsiteX0-123" fmla="*/ 168165 w 3731172"/>
                      <a:gd name="connsiteY0-124" fmla="*/ 73572 h 1418896"/>
                      <a:gd name="connsiteX1-125" fmla="*/ 451945 w 3731172"/>
                      <a:gd name="connsiteY1-126" fmla="*/ 0 h 1418896"/>
                      <a:gd name="connsiteX2-127" fmla="*/ 1881352 w 3731172"/>
                      <a:gd name="connsiteY2-128" fmla="*/ 599089 h 1418896"/>
                      <a:gd name="connsiteX3-129" fmla="*/ 3363310 w 3731172"/>
                      <a:gd name="connsiteY3-130" fmla="*/ 0 h 1418896"/>
                      <a:gd name="connsiteX4-131" fmla="*/ 3584027 w 3731172"/>
                      <a:gd name="connsiteY4-132" fmla="*/ 73572 h 1418896"/>
                      <a:gd name="connsiteX5-133" fmla="*/ 2627586 w 3731172"/>
                      <a:gd name="connsiteY5-134" fmla="*/ 441434 h 1418896"/>
                      <a:gd name="connsiteX6-135" fmla="*/ 2596055 w 3731172"/>
                      <a:gd name="connsiteY6-136" fmla="*/ 914400 h 1418896"/>
                      <a:gd name="connsiteX7-137" fmla="*/ 3731172 w 3731172"/>
                      <a:gd name="connsiteY7-138" fmla="*/ 1345324 h 1418896"/>
                      <a:gd name="connsiteX8-139" fmla="*/ 3447393 w 3731172"/>
                      <a:gd name="connsiteY8-140" fmla="*/ 1408386 h 1418896"/>
                      <a:gd name="connsiteX9-141" fmla="*/ 1870841 w 3731172"/>
                      <a:gd name="connsiteY9-142" fmla="*/ 746234 h 1418896"/>
                      <a:gd name="connsiteX10-143" fmla="*/ 262758 w 3731172"/>
                      <a:gd name="connsiteY10-144" fmla="*/ 1418896 h 1418896"/>
                      <a:gd name="connsiteX11-145" fmla="*/ 0 w 3731172"/>
                      <a:gd name="connsiteY11-146" fmla="*/ 1324303 h 1418896"/>
                      <a:gd name="connsiteX12-147" fmla="*/ 1145627 w 3731172"/>
                      <a:gd name="connsiteY12-148" fmla="*/ 882869 h 1418896"/>
                      <a:gd name="connsiteX13-149" fmla="*/ 1114096 w 3731172"/>
                      <a:gd name="connsiteY13-150" fmla="*/ 420413 h 1418896"/>
                      <a:gd name="connsiteX14-151" fmla="*/ 147144 w 3731172"/>
                      <a:gd name="connsiteY14-152" fmla="*/ 63061 h 1418896"/>
                      <a:gd name="connsiteX0-153" fmla="*/ 168165 w 3731172"/>
                      <a:gd name="connsiteY0-154" fmla="*/ 73572 h 1418896"/>
                      <a:gd name="connsiteX1-155" fmla="*/ 451945 w 3731172"/>
                      <a:gd name="connsiteY1-156" fmla="*/ 0 h 1418896"/>
                      <a:gd name="connsiteX2-157" fmla="*/ 1881352 w 3731172"/>
                      <a:gd name="connsiteY2-158" fmla="*/ 599089 h 1418896"/>
                      <a:gd name="connsiteX3-159" fmla="*/ 3363310 w 3731172"/>
                      <a:gd name="connsiteY3-160" fmla="*/ 0 h 1418896"/>
                      <a:gd name="connsiteX4-161" fmla="*/ 3584027 w 3731172"/>
                      <a:gd name="connsiteY4-162" fmla="*/ 73572 h 1418896"/>
                      <a:gd name="connsiteX5-163" fmla="*/ 2627586 w 3731172"/>
                      <a:gd name="connsiteY5-164" fmla="*/ 441434 h 1418896"/>
                      <a:gd name="connsiteX6-165" fmla="*/ 2596055 w 3731172"/>
                      <a:gd name="connsiteY6-166" fmla="*/ 914400 h 1418896"/>
                      <a:gd name="connsiteX7-167" fmla="*/ 3731172 w 3731172"/>
                      <a:gd name="connsiteY7-168" fmla="*/ 1345324 h 1418896"/>
                      <a:gd name="connsiteX8-169" fmla="*/ 3447393 w 3731172"/>
                      <a:gd name="connsiteY8-170" fmla="*/ 1408386 h 1418896"/>
                      <a:gd name="connsiteX9-171" fmla="*/ 1870841 w 3731172"/>
                      <a:gd name="connsiteY9-172" fmla="*/ 746234 h 1418896"/>
                      <a:gd name="connsiteX10-173" fmla="*/ 262758 w 3731172"/>
                      <a:gd name="connsiteY10-174" fmla="*/ 1418896 h 1418896"/>
                      <a:gd name="connsiteX11-175" fmla="*/ 0 w 3731172"/>
                      <a:gd name="connsiteY11-176" fmla="*/ 1324303 h 1418896"/>
                      <a:gd name="connsiteX12-177" fmla="*/ 1145627 w 3731172"/>
                      <a:gd name="connsiteY12-178" fmla="*/ 882869 h 1418896"/>
                      <a:gd name="connsiteX13-179" fmla="*/ 1114096 w 3731172"/>
                      <a:gd name="connsiteY13-180" fmla="*/ 420413 h 1418896"/>
                      <a:gd name="connsiteX14-181" fmla="*/ 189185 w 3731172"/>
                      <a:gd name="connsiteY14-182" fmla="*/ 84081 h 1418896"/>
                      <a:gd name="connsiteX0-183" fmla="*/ 168165 w 3731172"/>
                      <a:gd name="connsiteY0-184" fmla="*/ 73572 h 1418896"/>
                      <a:gd name="connsiteX1-185" fmla="*/ 451945 w 3731172"/>
                      <a:gd name="connsiteY1-186" fmla="*/ 0 h 1418896"/>
                      <a:gd name="connsiteX2-187" fmla="*/ 1881352 w 3731172"/>
                      <a:gd name="connsiteY2-188" fmla="*/ 599089 h 1418896"/>
                      <a:gd name="connsiteX3-189" fmla="*/ 3363310 w 3731172"/>
                      <a:gd name="connsiteY3-190" fmla="*/ 0 h 1418896"/>
                      <a:gd name="connsiteX4-191" fmla="*/ 3584027 w 3731172"/>
                      <a:gd name="connsiteY4-192" fmla="*/ 73572 h 1418896"/>
                      <a:gd name="connsiteX5-193" fmla="*/ 2627586 w 3731172"/>
                      <a:gd name="connsiteY5-194" fmla="*/ 441434 h 1418896"/>
                      <a:gd name="connsiteX6-195" fmla="*/ 2596055 w 3731172"/>
                      <a:gd name="connsiteY6-196" fmla="*/ 914400 h 1418896"/>
                      <a:gd name="connsiteX7-197" fmla="*/ 3731172 w 3731172"/>
                      <a:gd name="connsiteY7-198" fmla="*/ 1345324 h 1418896"/>
                      <a:gd name="connsiteX8-199" fmla="*/ 3447393 w 3731172"/>
                      <a:gd name="connsiteY8-200" fmla="*/ 1408386 h 1418896"/>
                      <a:gd name="connsiteX9-201" fmla="*/ 1870841 w 3731172"/>
                      <a:gd name="connsiteY9-202" fmla="*/ 746234 h 1418896"/>
                      <a:gd name="connsiteX10-203" fmla="*/ 262758 w 3731172"/>
                      <a:gd name="connsiteY10-204" fmla="*/ 1418896 h 1418896"/>
                      <a:gd name="connsiteX11-205" fmla="*/ 0 w 3731172"/>
                      <a:gd name="connsiteY11-206" fmla="*/ 1324303 h 1418896"/>
                      <a:gd name="connsiteX12-207" fmla="*/ 1145627 w 3731172"/>
                      <a:gd name="connsiteY12-208" fmla="*/ 882869 h 1418896"/>
                      <a:gd name="connsiteX13-209" fmla="*/ 1114096 w 3731172"/>
                      <a:gd name="connsiteY13-210" fmla="*/ 420413 h 1418896"/>
                      <a:gd name="connsiteX14-211" fmla="*/ 189185 w 3731172"/>
                      <a:gd name="connsiteY14-212" fmla="*/ 84081 h 1418896"/>
                      <a:gd name="connsiteX15-213" fmla="*/ 168165 w 3731172"/>
                      <a:gd name="connsiteY15-214" fmla="*/ 73572 h 1418896"/>
                      <a:gd name="connsiteX0-215" fmla="*/ 168165 w 3731172"/>
                      <a:gd name="connsiteY0-216" fmla="*/ 73572 h 1418896"/>
                      <a:gd name="connsiteX1-217" fmla="*/ 451945 w 3731172"/>
                      <a:gd name="connsiteY1-218" fmla="*/ 0 h 1418896"/>
                      <a:gd name="connsiteX2-219" fmla="*/ 1881352 w 3731172"/>
                      <a:gd name="connsiteY2-220" fmla="*/ 599089 h 1418896"/>
                      <a:gd name="connsiteX3-221" fmla="*/ 3363310 w 3731172"/>
                      <a:gd name="connsiteY3-222" fmla="*/ 0 h 1418896"/>
                      <a:gd name="connsiteX4-223" fmla="*/ 3584027 w 3731172"/>
                      <a:gd name="connsiteY4-224" fmla="*/ 73572 h 1418896"/>
                      <a:gd name="connsiteX5-225" fmla="*/ 2627586 w 3731172"/>
                      <a:gd name="connsiteY5-226" fmla="*/ 441434 h 1418896"/>
                      <a:gd name="connsiteX6-227" fmla="*/ 2596055 w 3731172"/>
                      <a:gd name="connsiteY6-228" fmla="*/ 914400 h 1418896"/>
                      <a:gd name="connsiteX7-229" fmla="*/ 3731172 w 3731172"/>
                      <a:gd name="connsiteY7-230" fmla="*/ 1345324 h 1418896"/>
                      <a:gd name="connsiteX8-231" fmla="*/ 3447393 w 3731172"/>
                      <a:gd name="connsiteY8-232" fmla="*/ 1408386 h 1418896"/>
                      <a:gd name="connsiteX9-233" fmla="*/ 1870841 w 3731172"/>
                      <a:gd name="connsiteY9-234" fmla="*/ 746234 h 1418896"/>
                      <a:gd name="connsiteX10-235" fmla="*/ 262758 w 3731172"/>
                      <a:gd name="connsiteY10-236" fmla="*/ 1418896 h 1418896"/>
                      <a:gd name="connsiteX11-237" fmla="*/ 0 w 3731172"/>
                      <a:gd name="connsiteY11-238" fmla="*/ 1324303 h 1418896"/>
                      <a:gd name="connsiteX12-239" fmla="*/ 1145627 w 3731172"/>
                      <a:gd name="connsiteY12-240" fmla="*/ 882869 h 1418896"/>
                      <a:gd name="connsiteX13-241" fmla="*/ 1156137 w 3731172"/>
                      <a:gd name="connsiteY13-242" fmla="*/ 441434 h 1418896"/>
                      <a:gd name="connsiteX14-243" fmla="*/ 189185 w 3731172"/>
                      <a:gd name="connsiteY14-244" fmla="*/ 84081 h 1418896"/>
                      <a:gd name="connsiteX15-245" fmla="*/ 168165 w 3731172"/>
                      <a:gd name="connsiteY15-246" fmla="*/ 73572 h 1418896"/>
                      <a:gd name="connsiteX0-247" fmla="*/ 168165 w 3731172"/>
                      <a:gd name="connsiteY0-248" fmla="*/ 73572 h 1418896"/>
                      <a:gd name="connsiteX1-249" fmla="*/ 451945 w 3731172"/>
                      <a:gd name="connsiteY1-250" fmla="*/ 0 h 1418896"/>
                      <a:gd name="connsiteX2-251" fmla="*/ 1881352 w 3731172"/>
                      <a:gd name="connsiteY2-252" fmla="*/ 599089 h 1418896"/>
                      <a:gd name="connsiteX3-253" fmla="*/ 3363310 w 3731172"/>
                      <a:gd name="connsiteY3-254" fmla="*/ 0 h 1418896"/>
                      <a:gd name="connsiteX4-255" fmla="*/ 3584027 w 3731172"/>
                      <a:gd name="connsiteY4-256" fmla="*/ 73572 h 1418896"/>
                      <a:gd name="connsiteX5-257" fmla="*/ 2627586 w 3731172"/>
                      <a:gd name="connsiteY5-258" fmla="*/ 441434 h 1418896"/>
                      <a:gd name="connsiteX6-259" fmla="*/ 2596055 w 3731172"/>
                      <a:gd name="connsiteY6-260" fmla="*/ 914400 h 1418896"/>
                      <a:gd name="connsiteX7-261" fmla="*/ 3731172 w 3731172"/>
                      <a:gd name="connsiteY7-262" fmla="*/ 1345324 h 1418896"/>
                      <a:gd name="connsiteX8-263" fmla="*/ 3447393 w 3731172"/>
                      <a:gd name="connsiteY8-264" fmla="*/ 1408386 h 1418896"/>
                      <a:gd name="connsiteX9-265" fmla="*/ 1870841 w 3731172"/>
                      <a:gd name="connsiteY9-266" fmla="*/ 746234 h 1418896"/>
                      <a:gd name="connsiteX10-267" fmla="*/ 262758 w 3731172"/>
                      <a:gd name="connsiteY10-268" fmla="*/ 1418896 h 1418896"/>
                      <a:gd name="connsiteX11-269" fmla="*/ 0 w 3731172"/>
                      <a:gd name="connsiteY11-270" fmla="*/ 1324303 h 1418896"/>
                      <a:gd name="connsiteX12-271" fmla="*/ 1145627 w 3731172"/>
                      <a:gd name="connsiteY12-272" fmla="*/ 882869 h 1418896"/>
                      <a:gd name="connsiteX13-273" fmla="*/ 1145626 w 3731172"/>
                      <a:gd name="connsiteY13-274" fmla="*/ 451945 h 1418896"/>
                      <a:gd name="connsiteX14-275" fmla="*/ 189185 w 3731172"/>
                      <a:gd name="connsiteY14-276" fmla="*/ 84081 h 1418896"/>
                      <a:gd name="connsiteX15-277" fmla="*/ 168165 w 3731172"/>
                      <a:gd name="connsiteY15-278" fmla="*/ 73572 h 1418896"/>
                      <a:gd name="connsiteX0-279" fmla="*/ 168165 w 3731172"/>
                      <a:gd name="connsiteY0-280" fmla="*/ 73572 h 1418896"/>
                      <a:gd name="connsiteX1-281" fmla="*/ 451945 w 3731172"/>
                      <a:gd name="connsiteY1-282" fmla="*/ 0 h 1418896"/>
                      <a:gd name="connsiteX2-283" fmla="*/ 1881352 w 3731172"/>
                      <a:gd name="connsiteY2-284" fmla="*/ 599089 h 1418896"/>
                      <a:gd name="connsiteX3-285" fmla="*/ 3363310 w 3731172"/>
                      <a:gd name="connsiteY3-286" fmla="*/ 0 h 1418896"/>
                      <a:gd name="connsiteX4-287" fmla="*/ 3584027 w 3731172"/>
                      <a:gd name="connsiteY4-288" fmla="*/ 73572 h 1418896"/>
                      <a:gd name="connsiteX5-289" fmla="*/ 2627586 w 3731172"/>
                      <a:gd name="connsiteY5-290" fmla="*/ 441434 h 1418896"/>
                      <a:gd name="connsiteX6-291" fmla="*/ 2596055 w 3731172"/>
                      <a:gd name="connsiteY6-292" fmla="*/ 914400 h 1418896"/>
                      <a:gd name="connsiteX7-293" fmla="*/ 3731172 w 3731172"/>
                      <a:gd name="connsiteY7-294" fmla="*/ 1345324 h 1418896"/>
                      <a:gd name="connsiteX8-295" fmla="*/ 3447393 w 3731172"/>
                      <a:gd name="connsiteY8-296" fmla="*/ 1408386 h 1418896"/>
                      <a:gd name="connsiteX9-297" fmla="*/ 1870841 w 3731172"/>
                      <a:gd name="connsiteY9-298" fmla="*/ 746234 h 1418896"/>
                      <a:gd name="connsiteX10-299" fmla="*/ 262758 w 3731172"/>
                      <a:gd name="connsiteY10-300" fmla="*/ 1418896 h 1418896"/>
                      <a:gd name="connsiteX11-301" fmla="*/ 0 w 3731172"/>
                      <a:gd name="connsiteY11-302" fmla="*/ 1324303 h 1418896"/>
                      <a:gd name="connsiteX12-303" fmla="*/ 1145627 w 3731172"/>
                      <a:gd name="connsiteY12-304" fmla="*/ 903890 h 1418896"/>
                      <a:gd name="connsiteX13-305" fmla="*/ 1145626 w 3731172"/>
                      <a:gd name="connsiteY13-306" fmla="*/ 451945 h 1418896"/>
                      <a:gd name="connsiteX14-307" fmla="*/ 189185 w 3731172"/>
                      <a:gd name="connsiteY14-308" fmla="*/ 84081 h 1418896"/>
                      <a:gd name="connsiteX15-309" fmla="*/ 168165 w 3731172"/>
                      <a:gd name="connsiteY15-310" fmla="*/ 73572 h 1418896"/>
                      <a:gd name="connsiteX0-311" fmla="*/ 147144 w 3710151"/>
                      <a:gd name="connsiteY0-312" fmla="*/ 73572 h 1418896"/>
                      <a:gd name="connsiteX1-313" fmla="*/ 430924 w 3710151"/>
                      <a:gd name="connsiteY1-314" fmla="*/ 0 h 1418896"/>
                      <a:gd name="connsiteX2-315" fmla="*/ 1860331 w 3710151"/>
                      <a:gd name="connsiteY2-316" fmla="*/ 599089 h 1418896"/>
                      <a:gd name="connsiteX3-317" fmla="*/ 3342289 w 3710151"/>
                      <a:gd name="connsiteY3-318" fmla="*/ 0 h 1418896"/>
                      <a:gd name="connsiteX4-319" fmla="*/ 3563006 w 3710151"/>
                      <a:gd name="connsiteY4-320" fmla="*/ 73572 h 1418896"/>
                      <a:gd name="connsiteX5-321" fmla="*/ 2606565 w 3710151"/>
                      <a:gd name="connsiteY5-322" fmla="*/ 441434 h 1418896"/>
                      <a:gd name="connsiteX6-323" fmla="*/ 2575034 w 3710151"/>
                      <a:gd name="connsiteY6-324" fmla="*/ 914400 h 1418896"/>
                      <a:gd name="connsiteX7-325" fmla="*/ 3710151 w 3710151"/>
                      <a:gd name="connsiteY7-326" fmla="*/ 1345324 h 1418896"/>
                      <a:gd name="connsiteX8-327" fmla="*/ 3426372 w 3710151"/>
                      <a:gd name="connsiteY8-328" fmla="*/ 1408386 h 1418896"/>
                      <a:gd name="connsiteX9-329" fmla="*/ 1849820 w 3710151"/>
                      <a:gd name="connsiteY9-330" fmla="*/ 746234 h 1418896"/>
                      <a:gd name="connsiteX10-331" fmla="*/ 241737 w 3710151"/>
                      <a:gd name="connsiteY10-332" fmla="*/ 1418896 h 1418896"/>
                      <a:gd name="connsiteX11-333" fmla="*/ 0 w 3710151"/>
                      <a:gd name="connsiteY11-334" fmla="*/ 1334814 h 1418896"/>
                      <a:gd name="connsiteX12-335" fmla="*/ 1124606 w 3710151"/>
                      <a:gd name="connsiteY12-336" fmla="*/ 903890 h 1418896"/>
                      <a:gd name="connsiteX13-337" fmla="*/ 1124605 w 3710151"/>
                      <a:gd name="connsiteY13-338" fmla="*/ 451945 h 1418896"/>
                      <a:gd name="connsiteX14-339" fmla="*/ 168164 w 3710151"/>
                      <a:gd name="connsiteY14-340" fmla="*/ 84081 h 1418896"/>
                      <a:gd name="connsiteX15-341" fmla="*/ 147144 w 3710151"/>
                      <a:gd name="connsiteY15-342" fmla="*/ 73572 h 1418896"/>
                      <a:gd name="connsiteX0-343" fmla="*/ 147144 w 3710151"/>
                      <a:gd name="connsiteY0-344" fmla="*/ 73572 h 1418896"/>
                      <a:gd name="connsiteX1-345" fmla="*/ 430924 w 3710151"/>
                      <a:gd name="connsiteY1-346" fmla="*/ 0 h 1418896"/>
                      <a:gd name="connsiteX2-347" fmla="*/ 1860331 w 3710151"/>
                      <a:gd name="connsiteY2-348" fmla="*/ 599089 h 1418896"/>
                      <a:gd name="connsiteX3-349" fmla="*/ 3342289 w 3710151"/>
                      <a:gd name="connsiteY3-350" fmla="*/ 0 h 1418896"/>
                      <a:gd name="connsiteX4-351" fmla="*/ 3563006 w 3710151"/>
                      <a:gd name="connsiteY4-352" fmla="*/ 73572 h 1418896"/>
                      <a:gd name="connsiteX5-353" fmla="*/ 2606565 w 3710151"/>
                      <a:gd name="connsiteY5-354" fmla="*/ 441434 h 1418896"/>
                      <a:gd name="connsiteX6-355" fmla="*/ 2606565 w 3710151"/>
                      <a:gd name="connsiteY6-356" fmla="*/ 924910 h 1418896"/>
                      <a:gd name="connsiteX7-357" fmla="*/ 3710151 w 3710151"/>
                      <a:gd name="connsiteY7-358" fmla="*/ 1345324 h 1418896"/>
                      <a:gd name="connsiteX8-359" fmla="*/ 3426372 w 3710151"/>
                      <a:gd name="connsiteY8-360" fmla="*/ 1408386 h 1418896"/>
                      <a:gd name="connsiteX9-361" fmla="*/ 1849820 w 3710151"/>
                      <a:gd name="connsiteY9-362" fmla="*/ 746234 h 1418896"/>
                      <a:gd name="connsiteX10-363" fmla="*/ 241737 w 3710151"/>
                      <a:gd name="connsiteY10-364" fmla="*/ 1418896 h 1418896"/>
                      <a:gd name="connsiteX11-365" fmla="*/ 0 w 3710151"/>
                      <a:gd name="connsiteY11-366" fmla="*/ 1334814 h 1418896"/>
                      <a:gd name="connsiteX12-367" fmla="*/ 1124606 w 3710151"/>
                      <a:gd name="connsiteY12-368" fmla="*/ 903890 h 1418896"/>
                      <a:gd name="connsiteX13-369" fmla="*/ 1124605 w 3710151"/>
                      <a:gd name="connsiteY13-370" fmla="*/ 451945 h 1418896"/>
                      <a:gd name="connsiteX14-371" fmla="*/ 168164 w 3710151"/>
                      <a:gd name="connsiteY14-372" fmla="*/ 84081 h 1418896"/>
                      <a:gd name="connsiteX15-373" fmla="*/ 147144 w 3710151"/>
                      <a:gd name="connsiteY15-374" fmla="*/ 73572 h 1418896"/>
                      <a:gd name="connsiteX0-375" fmla="*/ 147144 w 3710151"/>
                      <a:gd name="connsiteY0-376" fmla="*/ 73572 h 1418896"/>
                      <a:gd name="connsiteX1-377" fmla="*/ 430924 w 3710151"/>
                      <a:gd name="connsiteY1-378" fmla="*/ 0 h 1418896"/>
                      <a:gd name="connsiteX2-379" fmla="*/ 1860331 w 3710151"/>
                      <a:gd name="connsiteY2-380" fmla="*/ 599089 h 1418896"/>
                      <a:gd name="connsiteX3-381" fmla="*/ 3342289 w 3710151"/>
                      <a:gd name="connsiteY3-382" fmla="*/ 0 h 1418896"/>
                      <a:gd name="connsiteX4-383" fmla="*/ 3563006 w 3710151"/>
                      <a:gd name="connsiteY4-384" fmla="*/ 73572 h 1418896"/>
                      <a:gd name="connsiteX5-385" fmla="*/ 2606565 w 3710151"/>
                      <a:gd name="connsiteY5-386" fmla="*/ 441434 h 1418896"/>
                      <a:gd name="connsiteX6-387" fmla="*/ 2610282 w 3710151"/>
                      <a:gd name="connsiteY6-388" fmla="*/ 902607 h 1418896"/>
                      <a:gd name="connsiteX7-389" fmla="*/ 3710151 w 3710151"/>
                      <a:gd name="connsiteY7-390" fmla="*/ 1345324 h 1418896"/>
                      <a:gd name="connsiteX8-391" fmla="*/ 3426372 w 3710151"/>
                      <a:gd name="connsiteY8-392" fmla="*/ 1408386 h 1418896"/>
                      <a:gd name="connsiteX9-393" fmla="*/ 1849820 w 3710151"/>
                      <a:gd name="connsiteY9-394" fmla="*/ 746234 h 1418896"/>
                      <a:gd name="connsiteX10-395" fmla="*/ 241737 w 3710151"/>
                      <a:gd name="connsiteY10-396" fmla="*/ 1418896 h 1418896"/>
                      <a:gd name="connsiteX11-397" fmla="*/ 0 w 3710151"/>
                      <a:gd name="connsiteY11-398" fmla="*/ 1334814 h 1418896"/>
                      <a:gd name="connsiteX12-399" fmla="*/ 1124606 w 3710151"/>
                      <a:gd name="connsiteY12-400" fmla="*/ 903890 h 1418896"/>
                      <a:gd name="connsiteX13-401" fmla="*/ 1124605 w 3710151"/>
                      <a:gd name="connsiteY13-402" fmla="*/ 451945 h 1418896"/>
                      <a:gd name="connsiteX14-403" fmla="*/ 168164 w 3710151"/>
                      <a:gd name="connsiteY14-404" fmla="*/ 84081 h 1418896"/>
                      <a:gd name="connsiteX15-405" fmla="*/ 147144 w 3710151"/>
                      <a:gd name="connsiteY15-406" fmla="*/ 73572 h 1418896"/>
                      <a:gd name="connsiteX0-407" fmla="*/ 147144 w 3710151"/>
                      <a:gd name="connsiteY0-408" fmla="*/ 73572 h 1418896"/>
                      <a:gd name="connsiteX1-409" fmla="*/ 430924 w 3710151"/>
                      <a:gd name="connsiteY1-410" fmla="*/ 0 h 1418896"/>
                      <a:gd name="connsiteX2-411" fmla="*/ 1860331 w 3710151"/>
                      <a:gd name="connsiteY2-412" fmla="*/ 599089 h 1418896"/>
                      <a:gd name="connsiteX3-413" fmla="*/ 3342289 w 3710151"/>
                      <a:gd name="connsiteY3-414" fmla="*/ 0 h 1418896"/>
                      <a:gd name="connsiteX4-415" fmla="*/ 3563006 w 3710151"/>
                      <a:gd name="connsiteY4-416" fmla="*/ 73572 h 1418896"/>
                      <a:gd name="connsiteX5-417" fmla="*/ 2617717 w 3710151"/>
                      <a:gd name="connsiteY5-418" fmla="*/ 445151 h 1418896"/>
                      <a:gd name="connsiteX6-419" fmla="*/ 2610282 w 3710151"/>
                      <a:gd name="connsiteY6-420" fmla="*/ 902607 h 1418896"/>
                      <a:gd name="connsiteX7-421" fmla="*/ 3710151 w 3710151"/>
                      <a:gd name="connsiteY7-422" fmla="*/ 1345324 h 1418896"/>
                      <a:gd name="connsiteX8-423" fmla="*/ 3426372 w 3710151"/>
                      <a:gd name="connsiteY8-424" fmla="*/ 1408386 h 1418896"/>
                      <a:gd name="connsiteX9-425" fmla="*/ 1849820 w 3710151"/>
                      <a:gd name="connsiteY9-426" fmla="*/ 746234 h 1418896"/>
                      <a:gd name="connsiteX10-427" fmla="*/ 241737 w 3710151"/>
                      <a:gd name="connsiteY10-428" fmla="*/ 1418896 h 1418896"/>
                      <a:gd name="connsiteX11-429" fmla="*/ 0 w 3710151"/>
                      <a:gd name="connsiteY11-430" fmla="*/ 1334814 h 1418896"/>
                      <a:gd name="connsiteX12-431" fmla="*/ 1124606 w 3710151"/>
                      <a:gd name="connsiteY12-432" fmla="*/ 903890 h 1418896"/>
                      <a:gd name="connsiteX13-433" fmla="*/ 1124605 w 3710151"/>
                      <a:gd name="connsiteY13-434" fmla="*/ 451945 h 1418896"/>
                      <a:gd name="connsiteX14-435" fmla="*/ 168164 w 3710151"/>
                      <a:gd name="connsiteY14-436" fmla="*/ 84081 h 1418896"/>
                      <a:gd name="connsiteX15-437" fmla="*/ 147144 w 3710151"/>
                      <a:gd name="connsiteY15-438" fmla="*/ 73572 h 1418896"/>
                      <a:gd name="connsiteX0-439" fmla="*/ 147144 w 3710151"/>
                      <a:gd name="connsiteY0-440" fmla="*/ 73572 h 1418896"/>
                      <a:gd name="connsiteX1-441" fmla="*/ 430924 w 3710151"/>
                      <a:gd name="connsiteY1-442" fmla="*/ 0 h 1418896"/>
                      <a:gd name="connsiteX2-443" fmla="*/ 1860331 w 3710151"/>
                      <a:gd name="connsiteY2-444" fmla="*/ 599089 h 1418896"/>
                      <a:gd name="connsiteX3-445" fmla="*/ 3342289 w 3710151"/>
                      <a:gd name="connsiteY3-446" fmla="*/ 0 h 1418896"/>
                      <a:gd name="connsiteX4-447" fmla="*/ 3563006 w 3710151"/>
                      <a:gd name="connsiteY4-448" fmla="*/ 73572 h 1418896"/>
                      <a:gd name="connsiteX5-449" fmla="*/ 2617717 w 3710151"/>
                      <a:gd name="connsiteY5-450" fmla="*/ 448868 h 1418896"/>
                      <a:gd name="connsiteX6-451" fmla="*/ 2610282 w 3710151"/>
                      <a:gd name="connsiteY6-452" fmla="*/ 902607 h 1418896"/>
                      <a:gd name="connsiteX7-453" fmla="*/ 3710151 w 3710151"/>
                      <a:gd name="connsiteY7-454" fmla="*/ 1345324 h 1418896"/>
                      <a:gd name="connsiteX8-455" fmla="*/ 3426372 w 3710151"/>
                      <a:gd name="connsiteY8-456" fmla="*/ 1408386 h 1418896"/>
                      <a:gd name="connsiteX9-457" fmla="*/ 1849820 w 3710151"/>
                      <a:gd name="connsiteY9-458" fmla="*/ 746234 h 1418896"/>
                      <a:gd name="connsiteX10-459" fmla="*/ 241737 w 3710151"/>
                      <a:gd name="connsiteY10-460" fmla="*/ 1418896 h 1418896"/>
                      <a:gd name="connsiteX11-461" fmla="*/ 0 w 3710151"/>
                      <a:gd name="connsiteY11-462" fmla="*/ 1334814 h 1418896"/>
                      <a:gd name="connsiteX12-463" fmla="*/ 1124606 w 3710151"/>
                      <a:gd name="connsiteY12-464" fmla="*/ 903890 h 1418896"/>
                      <a:gd name="connsiteX13-465" fmla="*/ 1124605 w 3710151"/>
                      <a:gd name="connsiteY13-466" fmla="*/ 451945 h 1418896"/>
                      <a:gd name="connsiteX14-467" fmla="*/ 168164 w 3710151"/>
                      <a:gd name="connsiteY14-468" fmla="*/ 84081 h 1418896"/>
                      <a:gd name="connsiteX15-469" fmla="*/ 147144 w 3710151"/>
                      <a:gd name="connsiteY15-470" fmla="*/ 73572 h 1418896"/>
                      <a:gd name="connsiteX0-471" fmla="*/ 147144 w 3710151"/>
                      <a:gd name="connsiteY0-472" fmla="*/ 73572 h 1418896"/>
                      <a:gd name="connsiteX1-473" fmla="*/ 430924 w 3710151"/>
                      <a:gd name="connsiteY1-474" fmla="*/ 0 h 1418896"/>
                      <a:gd name="connsiteX2-475" fmla="*/ 1838028 w 3710151"/>
                      <a:gd name="connsiteY2-476" fmla="*/ 591655 h 1418896"/>
                      <a:gd name="connsiteX3-477" fmla="*/ 3342289 w 3710151"/>
                      <a:gd name="connsiteY3-478" fmla="*/ 0 h 1418896"/>
                      <a:gd name="connsiteX4-479" fmla="*/ 3563006 w 3710151"/>
                      <a:gd name="connsiteY4-480" fmla="*/ 73572 h 1418896"/>
                      <a:gd name="connsiteX5-481" fmla="*/ 2617717 w 3710151"/>
                      <a:gd name="connsiteY5-482" fmla="*/ 448868 h 1418896"/>
                      <a:gd name="connsiteX6-483" fmla="*/ 2610282 w 3710151"/>
                      <a:gd name="connsiteY6-484" fmla="*/ 902607 h 1418896"/>
                      <a:gd name="connsiteX7-485" fmla="*/ 3710151 w 3710151"/>
                      <a:gd name="connsiteY7-486" fmla="*/ 1345324 h 1418896"/>
                      <a:gd name="connsiteX8-487" fmla="*/ 3426372 w 3710151"/>
                      <a:gd name="connsiteY8-488" fmla="*/ 1408386 h 1418896"/>
                      <a:gd name="connsiteX9-489" fmla="*/ 1849820 w 3710151"/>
                      <a:gd name="connsiteY9-490" fmla="*/ 746234 h 1418896"/>
                      <a:gd name="connsiteX10-491" fmla="*/ 241737 w 3710151"/>
                      <a:gd name="connsiteY10-492" fmla="*/ 1418896 h 1418896"/>
                      <a:gd name="connsiteX11-493" fmla="*/ 0 w 3710151"/>
                      <a:gd name="connsiteY11-494" fmla="*/ 1334814 h 1418896"/>
                      <a:gd name="connsiteX12-495" fmla="*/ 1124606 w 3710151"/>
                      <a:gd name="connsiteY12-496" fmla="*/ 903890 h 1418896"/>
                      <a:gd name="connsiteX13-497" fmla="*/ 1124605 w 3710151"/>
                      <a:gd name="connsiteY13-498" fmla="*/ 451945 h 1418896"/>
                      <a:gd name="connsiteX14-499" fmla="*/ 168164 w 3710151"/>
                      <a:gd name="connsiteY14-500" fmla="*/ 84081 h 1418896"/>
                      <a:gd name="connsiteX15-501" fmla="*/ 147144 w 3710151"/>
                      <a:gd name="connsiteY15-502" fmla="*/ 73572 h 1418896"/>
                      <a:gd name="connsiteX0-503" fmla="*/ 147144 w 3710151"/>
                      <a:gd name="connsiteY0-504" fmla="*/ 73572 h 1418896"/>
                      <a:gd name="connsiteX1-505" fmla="*/ 430924 w 3710151"/>
                      <a:gd name="connsiteY1-506" fmla="*/ 0 h 1418896"/>
                      <a:gd name="connsiteX2-507" fmla="*/ 1838028 w 3710151"/>
                      <a:gd name="connsiteY2-508" fmla="*/ 591655 h 1418896"/>
                      <a:gd name="connsiteX3-509" fmla="*/ 3342289 w 3710151"/>
                      <a:gd name="connsiteY3-510" fmla="*/ 0 h 1418896"/>
                      <a:gd name="connsiteX4-511" fmla="*/ 3563006 w 3710151"/>
                      <a:gd name="connsiteY4-512" fmla="*/ 73572 h 1418896"/>
                      <a:gd name="connsiteX5-513" fmla="*/ 2617717 w 3710151"/>
                      <a:gd name="connsiteY5-514" fmla="*/ 448868 h 1418896"/>
                      <a:gd name="connsiteX6-515" fmla="*/ 2610282 w 3710151"/>
                      <a:gd name="connsiteY6-516" fmla="*/ 902607 h 1418896"/>
                      <a:gd name="connsiteX7-517" fmla="*/ 3710151 w 3710151"/>
                      <a:gd name="connsiteY7-518" fmla="*/ 1345324 h 1418896"/>
                      <a:gd name="connsiteX8-519" fmla="*/ 3426372 w 3710151"/>
                      <a:gd name="connsiteY8-520" fmla="*/ 1408386 h 1418896"/>
                      <a:gd name="connsiteX9-521" fmla="*/ 1849820 w 3710151"/>
                      <a:gd name="connsiteY9-522" fmla="*/ 746234 h 1418896"/>
                      <a:gd name="connsiteX10-523" fmla="*/ 241737 w 3710151"/>
                      <a:gd name="connsiteY10-524" fmla="*/ 1418896 h 1418896"/>
                      <a:gd name="connsiteX11-525" fmla="*/ 0 w 3710151"/>
                      <a:gd name="connsiteY11-526" fmla="*/ 1334814 h 1418896"/>
                      <a:gd name="connsiteX12-527" fmla="*/ 1124606 w 3710151"/>
                      <a:gd name="connsiteY12-528" fmla="*/ 903890 h 1418896"/>
                      <a:gd name="connsiteX13-529" fmla="*/ 1087434 w 3710151"/>
                      <a:gd name="connsiteY13-530" fmla="*/ 451945 h 1418896"/>
                      <a:gd name="connsiteX14-531" fmla="*/ 168164 w 3710151"/>
                      <a:gd name="connsiteY14-532" fmla="*/ 84081 h 1418896"/>
                      <a:gd name="connsiteX15-533" fmla="*/ 147144 w 3710151"/>
                      <a:gd name="connsiteY15-534" fmla="*/ 73572 h 1418896"/>
                      <a:gd name="connsiteX0-535" fmla="*/ 147144 w 3710151"/>
                      <a:gd name="connsiteY0-536" fmla="*/ 73572 h 1418896"/>
                      <a:gd name="connsiteX1-537" fmla="*/ 430924 w 3710151"/>
                      <a:gd name="connsiteY1-538" fmla="*/ 0 h 1418896"/>
                      <a:gd name="connsiteX2-539" fmla="*/ 1838028 w 3710151"/>
                      <a:gd name="connsiteY2-540" fmla="*/ 591655 h 1418896"/>
                      <a:gd name="connsiteX3-541" fmla="*/ 3342289 w 3710151"/>
                      <a:gd name="connsiteY3-542" fmla="*/ 0 h 1418896"/>
                      <a:gd name="connsiteX4-543" fmla="*/ 3563006 w 3710151"/>
                      <a:gd name="connsiteY4-544" fmla="*/ 73572 h 1418896"/>
                      <a:gd name="connsiteX5-545" fmla="*/ 2617717 w 3710151"/>
                      <a:gd name="connsiteY5-546" fmla="*/ 448868 h 1418896"/>
                      <a:gd name="connsiteX6-547" fmla="*/ 2610282 w 3710151"/>
                      <a:gd name="connsiteY6-548" fmla="*/ 902607 h 1418896"/>
                      <a:gd name="connsiteX7-549" fmla="*/ 3710151 w 3710151"/>
                      <a:gd name="connsiteY7-550" fmla="*/ 1345324 h 1418896"/>
                      <a:gd name="connsiteX8-551" fmla="*/ 3426372 w 3710151"/>
                      <a:gd name="connsiteY8-552" fmla="*/ 1408386 h 1418896"/>
                      <a:gd name="connsiteX9-553" fmla="*/ 1849820 w 3710151"/>
                      <a:gd name="connsiteY9-554" fmla="*/ 746234 h 1418896"/>
                      <a:gd name="connsiteX10-555" fmla="*/ 241737 w 3710151"/>
                      <a:gd name="connsiteY10-556" fmla="*/ 1418896 h 1418896"/>
                      <a:gd name="connsiteX11-557" fmla="*/ 0 w 3710151"/>
                      <a:gd name="connsiteY11-558" fmla="*/ 1334814 h 1418896"/>
                      <a:gd name="connsiteX12-559" fmla="*/ 1098586 w 3710151"/>
                      <a:gd name="connsiteY12-560" fmla="*/ 903890 h 1418896"/>
                      <a:gd name="connsiteX13-561" fmla="*/ 1087434 w 3710151"/>
                      <a:gd name="connsiteY13-562" fmla="*/ 451945 h 1418896"/>
                      <a:gd name="connsiteX14-563" fmla="*/ 168164 w 3710151"/>
                      <a:gd name="connsiteY14-564" fmla="*/ 84081 h 1418896"/>
                      <a:gd name="connsiteX15-565" fmla="*/ 147144 w 3710151"/>
                      <a:gd name="connsiteY15-566" fmla="*/ 73572 h 1418896"/>
                      <a:gd name="connsiteX0-567" fmla="*/ 162012 w 3725019"/>
                      <a:gd name="connsiteY0-568" fmla="*/ 73572 h 1418896"/>
                      <a:gd name="connsiteX1-569" fmla="*/ 445792 w 3725019"/>
                      <a:gd name="connsiteY1-570" fmla="*/ 0 h 1418896"/>
                      <a:gd name="connsiteX2-571" fmla="*/ 1852896 w 3725019"/>
                      <a:gd name="connsiteY2-572" fmla="*/ 591655 h 1418896"/>
                      <a:gd name="connsiteX3-573" fmla="*/ 3357157 w 3725019"/>
                      <a:gd name="connsiteY3-574" fmla="*/ 0 h 1418896"/>
                      <a:gd name="connsiteX4-575" fmla="*/ 3577874 w 3725019"/>
                      <a:gd name="connsiteY4-576" fmla="*/ 73572 h 1418896"/>
                      <a:gd name="connsiteX5-577" fmla="*/ 2632585 w 3725019"/>
                      <a:gd name="connsiteY5-578" fmla="*/ 448868 h 1418896"/>
                      <a:gd name="connsiteX6-579" fmla="*/ 2625150 w 3725019"/>
                      <a:gd name="connsiteY6-580" fmla="*/ 902607 h 1418896"/>
                      <a:gd name="connsiteX7-581" fmla="*/ 3725019 w 3725019"/>
                      <a:gd name="connsiteY7-582" fmla="*/ 1345324 h 1418896"/>
                      <a:gd name="connsiteX8-583" fmla="*/ 3441240 w 3725019"/>
                      <a:gd name="connsiteY8-584" fmla="*/ 1408386 h 1418896"/>
                      <a:gd name="connsiteX9-585" fmla="*/ 1864688 w 3725019"/>
                      <a:gd name="connsiteY9-586" fmla="*/ 746234 h 1418896"/>
                      <a:gd name="connsiteX10-587" fmla="*/ 256605 w 3725019"/>
                      <a:gd name="connsiteY10-588" fmla="*/ 1418896 h 1418896"/>
                      <a:gd name="connsiteX11-589" fmla="*/ 0 w 3725019"/>
                      <a:gd name="connsiteY11-590" fmla="*/ 1331097 h 1418896"/>
                      <a:gd name="connsiteX12-591" fmla="*/ 1113454 w 3725019"/>
                      <a:gd name="connsiteY12-592" fmla="*/ 903890 h 1418896"/>
                      <a:gd name="connsiteX13-593" fmla="*/ 1102302 w 3725019"/>
                      <a:gd name="connsiteY13-594" fmla="*/ 451945 h 1418896"/>
                      <a:gd name="connsiteX14-595" fmla="*/ 183032 w 3725019"/>
                      <a:gd name="connsiteY14-596" fmla="*/ 84081 h 1418896"/>
                      <a:gd name="connsiteX15-597" fmla="*/ 162012 w 3725019"/>
                      <a:gd name="connsiteY15-598" fmla="*/ 73572 h 141889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  <a:cxn ang="0">
                        <a:pos x="connsiteX11-23" y="connsiteY11-24"/>
                      </a:cxn>
                      <a:cxn ang="0">
                        <a:pos x="connsiteX12-25" y="connsiteY12-26"/>
                      </a:cxn>
                      <a:cxn ang="0">
                        <a:pos x="connsiteX13-27" y="connsiteY13-28"/>
                      </a:cxn>
                      <a:cxn ang="0">
                        <a:pos x="connsiteX14-29" y="connsiteY14-30"/>
                      </a:cxn>
                      <a:cxn ang="0">
                        <a:pos x="connsiteX15-31" y="connsiteY15-32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730" name="Group 729"/>
              <p:cNvGrpSpPr/>
              <p:nvPr/>
            </p:nvGrpSpPr>
            <p:grpSpPr>
              <a:xfrm>
                <a:off x="8311520" y="5194433"/>
                <a:ext cx="309740" cy="190838"/>
                <a:chOff x="3668110" y="2448910"/>
                <a:chExt cx="3794234" cy="2165130"/>
              </a:xfrm>
            </p:grpSpPr>
            <p:sp>
              <p:nvSpPr>
                <p:cNvPr id="741" name="Rectangle 740"/>
                <p:cNvSpPr/>
                <p:nvPr/>
              </p:nvSpPr>
              <p:spPr>
                <a:xfrm>
                  <a:off x="3668110" y="3741409"/>
                  <a:ext cx="3780587" cy="872631"/>
                </a:xfrm>
                <a:prstGeom prst="rect">
                  <a:avLst/>
                </a:pr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42" name="Freeform 741"/>
                <p:cNvSpPr/>
                <p:nvPr/>
              </p:nvSpPr>
              <p:spPr>
                <a:xfrm>
                  <a:off x="3678620" y="2448910"/>
                  <a:ext cx="3783724" cy="1324303"/>
                </a:xfrm>
                <a:custGeom>
                  <a:avLst/>
                  <a:gdLst>
                    <a:gd name="connsiteX0" fmla="*/ 0 w 3783724"/>
                    <a:gd name="connsiteY0" fmla="*/ 1313793 h 1324303"/>
                    <a:gd name="connsiteX1" fmla="*/ 0 w 3783724"/>
                    <a:gd name="connsiteY1" fmla="*/ 1313793 h 1324303"/>
                    <a:gd name="connsiteX2" fmla="*/ 252248 w 3783724"/>
                    <a:gd name="connsiteY2" fmla="*/ 0 h 1324303"/>
                    <a:gd name="connsiteX3" fmla="*/ 3415862 w 3783724"/>
                    <a:gd name="connsiteY3" fmla="*/ 21020 h 1324303"/>
                    <a:gd name="connsiteX4" fmla="*/ 3783724 w 3783724"/>
                    <a:gd name="connsiteY4" fmla="*/ 1324303 h 1324303"/>
                    <a:gd name="connsiteX5" fmla="*/ 0 w 3783724"/>
                    <a:gd name="connsiteY5" fmla="*/ 1313793 h 13243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783724" h="1324303">
                      <a:moveTo>
                        <a:pt x="0" y="1313793"/>
                      </a:moveTo>
                      <a:lnTo>
                        <a:pt x="0" y="1313793"/>
                      </a:lnTo>
                      <a:lnTo>
                        <a:pt x="252248" y="0"/>
                      </a:lnTo>
                      <a:lnTo>
                        <a:pt x="3415862" y="21020"/>
                      </a:lnTo>
                      <a:lnTo>
                        <a:pt x="3783724" y="1324303"/>
                      </a:lnTo>
                      <a:lnTo>
                        <a:pt x="0" y="1313793"/>
                      </a:lnTo>
                      <a:close/>
                    </a:path>
                  </a:pathLst>
                </a:cu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743" name="Group 742"/>
                <p:cNvGrpSpPr/>
                <p:nvPr/>
              </p:nvGrpSpPr>
              <p:grpSpPr>
                <a:xfrm>
                  <a:off x="3941378" y="2603243"/>
                  <a:ext cx="3202061" cy="1066110"/>
                  <a:chOff x="7939341" y="3037317"/>
                  <a:chExt cx="897649" cy="353919"/>
                </a:xfrm>
              </p:grpSpPr>
              <p:sp>
                <p:nvSpPr>
                  <p:cNvPr id="744" name="Freeform 743"/>
                  <p:cNvSpPr/>
                  <p:nvPr/>
                </p:nvSpPr>
                <p:spPr>
                  <a:xfrm>
                    <a:off x="7964170" y="30373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-1" fmla="*/ 3725333 w 4641485"/>
                      <a:gd name="connsiteY0-2" fmla="*/ 0 h 1049866"/>
                      <a:gd name="connsiteX1-3" fmla="*/ 4641485 w 4641485"/>
                      <a:gd name="connsiteY1-4" fmla="*/ 239402 h 1049866"/>
                      <a:gd name="connsiteX2-5" fmla="*/ 3962400 w 4641485"/>
                      <a:gd name="connsiteY2-6" fmla="*/ 541866 h 1049866"/>
                      <a:gd name="connsiteX3-7" fmla="*/ 3742267 w 4641485"/>
                      <a:gd name="connsiteY3-8" fmla="*/ 457200 h 1049866"/>
                      <a:gd name="connsiteX4-9" fmla="*/ 2269067 w 4641485"/>
                      <a:gd name="connsiteY4-10" fmla="*/ 1049866 h 1049866"/>
                      <a:gd name="connsiteX5-11" fmla="*/ 880533 w 4641485"/>
                      <a:gd name="connsiteY5-12" fmla="*/ 457200 h 1049866"/>
                      <a:gd name="connsiteX6-13" fmla="*/ 592667 w 4641485"/>
                      <a:gd name="connsiteY6-14" fmla="*/ 541866 h 1049866"/>
                      <a:gd name="connsiteX7-15" fmla="*/ 0 w 4641485"/>
                      <a:gd name="connsiteY7-16" fmla="*/ 254000 h 1049866"/>
                      <a:gd name="connsiteX8-17" fmla="*/ 880533 w 4641485"/>
                      <a:gd name="connsiteY8-18" fmla="*/ 16933 h 1049866"/>
                      <a:gd name="connsiteX9-19" fmla="*/ 2302933 w 4641485"/>
                      <a:gd name="connsiteY9-20" fmla="*/ 626533 h 1049866"/>
                      <a:gd name="connsiteX10-21" fmla="*/ 3725333 w 4641485"/>
                      <a:gd name="connsiteY10-22" fmla="*/ 0 h 1049866"/>
                      <a:gd name="connsiteX0-23" fmla="*/ 3756864 w 4673016"/>
                      <a:gd name="connsiteY0-24" fmla="*/ 0 h 1049866"/>
                      <a:gd name="connsiteX1-25" fmla="*/ 4673016 w 4673016"/>
                      <a:gd name="connsiteY1-26" fmla="*/ 239402 h 1049866"/>
                      <a:gd name="connsiteX2-27" fmla="*/ 3993931 w 4673016"/>
                      <a:gd name="connsiteY2-28" fmla="*/ 541866 h 1049866"/>
                      <a:gd name="connsiteX3-29" fmla="*/ 3773798 w 4673016"/>
                      <a:gd name="connsiteY3-30" fmla="*/ 457200 h 1049866"/>
                      <a:gd name="connsiteX4-31" fmla="*/ 2300598 w 4673016"/>
                      <a:gd name="connsiteY4-32" fmla="*/ 1049866 h 1049866"/>
                      <a:gd name="connsiteX5-33" fmla="*/ 912064 w 4673016"/>
                      <a:gd name="connsiteY5-34" fmla="*/ 457200 h 1049866"/>
                      <a:gd name="connsiteX6-35" fmla="*/ 624198 w 4673016"/>
                      <a:gd name="connsiteY6-36" fmla="*/ 541866 h 1049866"/>
                      <a:gd name="connsiteX7-37" fmla="*/ 0 w 4673016"/>
                      <a:gd name="connsiteY7-38" fmla="*/ 232979 h 1049866"/>
                      <a:gd name="connsiteX8-39" fmla="*/ 912064 w 4673016"/>
                      <a:gd name="connsiteY8-40" fmla="*/ 16933 h 1049866"/>
                      <a:gd name="connsiteX9-41" fmla="*/ 2334464 w 4673016"/>
                      <a:gd name="connsiteY9-42" fmla="*/ 626533 h 1049866"/>
                      <a:gd name="connsiteX10-43" fmla="*/ 3756864 w 4673016"/>
                      <a:gd name="connsiteY10-44" fmla="*/ 0 h 1049866"/>
                      <a:gd name="connsiteX0-45" fmla="*/ 3756864 w 4673016"/>
                      <a:gd name="connsiteY0-46" fmla="*/ 0 h 1049866"/>
                      <a:gd name="connsiteX1-47" fmla="*/ 4673016 w 4673016"/>
                      <a:gd name="connsiteY1-48" fmla="*/ 239402 h 1049866"/>
                      <a:gd name="connsiteX2-49" fmla="*/ 3993931 w 4673016"/>
                      <a:gd name="connsiteY2-50" fmla="*/ 541866 h 1049866"/>
                      <a:gd name="connsiteX3-51" fmla="*/ 3784308 w 4673016"/>
                      <a:gd name="connsiteY3-52" fmla="*/ 404648 h 1049866"/>
                      <a:gd name="connsiteX4-53" fmla="*/ 2300598 w 4673016"/>
                      <a:gd name="connsiteY4-54" fmla="*/ 1049866 h 1049866"/>
                      <a:gd name="connsiteX5-55" fmla="*/ 912064 w 4673016"/>
                      <a:gd name="connsiteY5-56" fmla="*/ 457200 h 1049866"/>
                      <a:gd name="connsiteX6-57" fmla="*/ 624198 w 4673016"/>
                      <a:gd name="connsiteY6-58" fmla="*/ 541866 h 1049866"/>
                      <a:gd name="connsiteX7-59" fmla="*/ 0 w 4673016"/>
                      <a:gd name="connsiteY7-60" fmla="*/ 232979 h 1049866"/>
                      <a:gd name="connsiteX8-61" fmla="*/ 912064 w 4673016"/>
                      <a:gd name="connsiteY8-62" fmla="*/ 16933 h 1049866"/>
                      <a:gd name="connsiteX9-63" fmla="*/ 2334464 w 4673016"/>
                      <a:gd name="connsiteY9-64" fmla="*/ 626533 h 1049866"/>
                      <a:gd name="connsiteX10-65" fmla="*/ 3756864 w 4673016"/>
                      <a:gd name="connsiteY10-66" fmla="*/ 0 h 1049866"/>
                      <a:gd name="connsiteX0-67" fmla="*/ 3756864 w 4673016"/>
                      <a:gd name="connsiteY0-68" fmla="*/ 0 h 1049866"/>
                      <a:gd name="connsiteX1-69" fmla="*/ 4673016 w 4673016"/>
                      <a:gd name="connsiteY1-70" fmla="*/ 239402 h 1049866"/>
                      <a:gd name="connsiteX2-71" fmla="*/ 3993931 w 4673016"/>
                      <a:gd name="connsiteY2-72" fmla="*/ 541866 h 1049866"/>
                      <a:gd name="connsiteX3-73" fmla="*/ 3794818 w 4673016"/>
                      <a:gd name="connsiteY3-74" fmla="*/ 436179 h 1049866"/>
                      <a:gd name="connsiteX4-75" fmla="*/ 2300598 w 4673016"/>
                      <a:gd name="connsiteY4-76" fmla="*/ 1049866 h 1049866"/>
                      <a:gd name="connsiteX5-77" fmla="*/ 912064 w 4673016"/>
                      <a:gd name="connsiteY5-78" fmla="*/ 457200 h 1049866"/>
                      <a:gd name="connsiteX6-79" fmla="*/ 624198 w 4673016"/>
                      <a:gd name="connsiteY6-80" fmla="*/ 541866 h 1049866"/>
                      <a:gd name="connsiteX7-81" fmla="*/ 0 w 4673016"/>
                      <a:gd name="connsiteY7-82" fmla="*/ 232979 h 1049866"/>
                      <a:gd name="connsiteX8-83" fmla="*/ 912064 w 4673016"/>
                      <a:gd name="connsiteY8-84" fmla="*/ 16933 h 1049866"/>
                      <a:gd name="connsiteX9-85" fmla="*/ 2334464 w 4673016"/>
                      <a:gd name="connsiteY9-86" fmla="*/ 626533 h 1049866"/>
                      <a:gd name="connsiteX10-87" fmla="*/ 3756864 w 4673016"/>
                      <a:gd name="connsiteY10-88" fmla="*/ 0 h 1049866"/>
                      <a:gd name="connsiteX0-89" fmla="*/ 3756864 w 4673016"/>
                      <a:gd name="connsiteY0-90" fmla="*/ 0 h 1049866"/>
                      <a:gd name="connsiteX1-91" fmla="*/ 4673016 w 4673016"/>
                      <a:gd name="connsiteY1-92" fmla="*/ 239402 h 1049866"/>
                      <a:gd name="connsiteX2-93" fmla="*/ 3993931 w 4673016"/>
                      <a:gd name="connsiteY2-94" fmla="*/ 541866 h 1049866"/>
                      <a:gd name="connsiteX3-95" fmla="*/ 3794818 w 4673016"/>
                      <a:gd name="connsiteY3-96" fmla="*/ 436179 h 1049866"/>
                      <a:gd name="connsiteX4-97" fmla="*/ 2300598 w 4673016"/>
                      <a:gd name="connsiteY4-98" fmla="*/ 1049866 h 1049866"/>
                      <a:gd name="connsiteX5-99" fmla="*/ 912064 w 4673016"/>
                      <a:gd name="connsiteY5-100" fmla="*/ 457200 h 1049866"/>
                      <a:gd name="connsiteX6-101" fmla="*/ 624198 w 4673016"/>
                      <a:gd name="connsiteY6-102" fmla="*/ 541866 h 1049866"/>
                      <a:gd name="connsiteX7-103" fmla="*/ 0 w 4673016"/>
                      <a:gd name="connsiteY7-104" fmla="*/ 232979 h 1049866"/>
                      <a:gd name="connsiteX8-105" fmla="*/ 912064 w 4673016"/>
                      <a:gd name="connsiteY8-106" fmla="*/ 16933 h 1049866"/>
                      <a:gd name="connsiteX9-107" fmla="*/ 2323954 w 4673016"/>
                      <a:gd name="connsiteY9-108" fmla="*/ 616023 h 1049866"/>
                      <a:gd name="connsiteX10-109" fmla="*/ 3756864 w 4673016"/>
                      <a:gd name="connsiteY10-110" fmla="*/ 0 h 1049866"/>
                      <a:gd name="connsiteX0-111" fmla="*/ 3756864 w 4673016"/>
                      <a:gd name="connsiteY0-112" fmla="*/ 0 h 1049866"/>
                      <a:gd name="connsiteX1-113" fmla="*/ 4673016 w 4673016"/>
                      <a:gd name="connsiteY1-114" fmla="*/ 239402 h 1049866"/>
                      <a:gd name="connsiteX2-115" fmla="*/ 3993931 w 4673016"/>
                      <a:gd name="connsiteY2-116" fmla="*/ 541866 h 1049866"/>
                      <a:gd name="connsiteX3-117" fmla="*/ 3794818 w 4673016"/>
                      <a:gd name="connsiteY3-118" fmla="*/ 436179 h 1049866"/>
                      <a:gd name="connsiteX4-119" fmla="*/ 2300598 w 4673016"/>
                      <a:gd name="connsiteY4-120" fmla="*/ 1049866 h 1049866"/>
                      <a:gd name="connsiteX5-121" fmla="*/ 912064 w 4673016"/>
                      <a:gd name="connsiteY5-122" fmla="*/ 457200 h 1049866"/>
                      <a:gd name="connsiteX6-123" fmla="*/ 624198 w 4673016"/>
                      <a:gd name="connsiteY6-124" fmla="*/ 541866 h 1049866"/>
                      <a:gd name="connsiteX7-125" fmla="*/ 0 w 4673016"/>
                      <a:gd name="connsiteY7-126" fmla="*/ 275021 h 1049866"/>
                      <a:gd name="connsiteX8-127" fmla="*/ 912064 w 4673016"/>
                      <a:gd name="connsiteY8-128" fmla="*/ 16933 h 1049866"/>
                      <a:gd name="connsiteX9-129" fmla="*/ 2323954 w 4673016"/>
                      <a:gd name="connsiteY9-130" fmla="*/ 616023 h 1049866"/>
                      <a:gd name="connsiteX10-131" fmla="*/ 3756864 w 4673016"/>
                      <a:gd name="connsiteY10-132" fmla="*/ 0 h 1049866"/>
                      <a:gd name="connsiteX0-133" fmla="*/ 3756864 w 4673016"/>
                      <a:gd name="connsiteY0-134" fmla="*/ 0 h 1049866"/>
                      <a:gd name="connsiteX1-135" fmla="*/ 4673016 w 4673016"/>
                      <a:gd name="connsiteY1-136" fmla="*/ 239402 h 1049866"/>
                      <a:gd name="connsiteX2-137" fmla="*/ 3993931 w 4673016"/>
                      <a:gd name="connsiteY2-138" fmla="*/ 541866 h 1049866"/>
                      <a:gd name="connsiteX3-139" fmla="*/ 3815839 w 4673016"/>
                      <a:gd name="connsiteY3-140" fmla="*/ 467710 h 1049866"/>
                      <a:gd name="connsiteX4-141" fmla="*/ 2300598 w 4673016"/>
                      <a:gd name="connsiteY4-142" fmla="*/ 1049866 h 1049866"/>
                      <a:gd name="connsiteX5-143" fmla="*/ 912064 w 4673016"/>
                      <a:gd name="connsiteY5-144" fmla="*/ 457200 h 1049866"/>
                      <a:gd name="connsiteX6-145" fmla="*/ 624198 w 4673016"/>
                      <a:gd name="connsiteY6-146" fmla="*/ 541866 h 1049866"/>
                      <a:gd name="connsiteX7-147" fmla="*/ 0 w 4673016"/>
                      <a:gd name="connsiteY7-148" fmla="*/ 275021 h 1049866"/>
                      <a:gd name="connsiteX8-149" fmla="*/ 912064 w 4673016"/>
                      <a:gd name="connsiteY8-150" fmla="*/ 16933 h 1049866"/>
                      <a:gd name="connsiteX9-151" fmla="*/ 2323954 w 4673016"/>
                      <a:gd name="connsiteY9-152" fmla="*/ 616023 h 1049866"/>
                      <a:gd name="connsiteX10-153" fmla="*/ 3756864 w 4673016"/>
                      <a:gd name="connsiteY10-154" fmla="*/ 0 h 104986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45" name="Freeform 744"/>
                  <p:cNvSpPr/>
                  <p:nvPr/>
                </p:nvSpPr>
                <p:spPr>
                  <a:xfrm>
                    <a:off x="8519948" y="32067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46" name="Freeform 745"/>
                  <p:cNvSpPr/>
                  <p:nvPr/>
                </p:nvSpPr>
                <p:spPr>
                  <a:xfrm>
                    <a:off x="7939341" y="32067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47" name="Freeform 746"/>
                  <p:cNvSpPr/>
                  <p:nvPr/>
                </p:nvSpPr>
                <p:spPr>
                  <a:xfrm>
                    <a:off x="8047413" y="31234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-1" fmla="*/ 168165 w 3731172"/>
                      <a:gd name="connsiteY0-2" fmla="*/ 73572 h 1418896"/>
                      <a:gd name="connsiteX1-3" fmla="*/ 451945 w 3731172"/>
                      <a:gd name="connsiteY1-4" fmla="*/ 0 h 1418896"/>
                      <a:gd name="connsiteX2-5" fmla="*/ 1881352 w 3731172"/>
                      <a:gd name="connsiteY2-6" fmla="*/ 599089 h 1418896"/>
                      <a:gd name="connsiteX3-7" fmla="*/ 3363310 w 3731172"/>
                      <a:gd name="connsiteY3-8" fmla="*/ 0 h 1418896"/>
                      <a:gd name="connsiteX4-9" fmla="*/ 3584027 w 3731172"/>
                      <a:gd name="connsiteY4-10" fmla="*/ 73572 h 1418896"/>
                      <a:gd name="connsiteX5-11" fmla="*/ 2627586 w 3731172"/>
                      <a:gd name="connsiteY5-12" fmla="*/ 441434 h 1418896"/>
                      <a:gd name="connsiteX6-13" fmla="*/ 2596055 w 3731172"/>
                      <a:gd name="connsiteY6-14" fmla="*/ 914400 h 1418896"/>
                      <a:gd name="connsiteX7-15" fmla="*/ 3731172 w 3731172"/>
                      <a:gd name="connsiteY7-16" fmla="*/ 1345324 h 1418896"/>
                      <a:gd name="connsiteX8-17" fmla="*/ 3447393 w 3731172"/>
                      <a:gd name="connsiteY8-18" fmla="*/ 1408386 h 1418896"/>
                      <a:gd name="connsiteX9-19" fmla="*/ 1870841 w 3731172"/>
                      <a:gd name="connsiteY9-20" fmla="*/ 746234 h 1418896"/>
                      <a:gd name="connsiteX10-21" fmla="*/ 262758 w 3731172"/>
                      <a:gd name="connsiteY10-22" fmla="*/ 1418896 h 1418896"/>
                      <a:gd name="connsiteX11-23" fmla="*/ 0 w 3731172"/>
                      <a:gd name="connsiteY11-24" fmla="*/ 1324303 h 1418896"/>
                      <a:gd name="connsiteX12-25" fmla="*/ 1145627 w 3731172"/>
                      <a:gd name="connsiteY12-26" fmla="*/ 882869 h 1418896"/>
                      <a:gd name="connsiteX13-27" fmla="*/ 1114096 w 3731172"/>
                      <a:gd name="connsiteY13-28" fmla="*/ 409903 h 1418896"/>
                      <a:gd name="connsiteX14-29" fmla="*/ 441434 w 3731172"/>
                      <a:gd name="connsiteY14-30" fmla="*/ 10510 h 1418896"/>
                      <a:gd name="connsiteX15-31" fmla="*/ 441434 w 3731172"/>
                      <a:gd name="connsiteY15-32" fmla="*/ 10510 h 1418896"/>
                      <a:gd name="connsiteX0-33" fmla="*/ 168165 w 3731172"/>
                      <a:gd name="connsiteY0-34" fmla="*/ 73572 h 1418896"/>
                      <a:gd name="connsiteX1-35" fmla="*/ 451945 w 3731172"/>
                      <a:gd name="connsiteY1-36" fmla="*/ 0 h 1418896"/>
                      <a:gd name="connsiteX2-37" fmla="*/ 1881352 w 3731172"/>
                      <a:gd name="connsiteY2-38" fmla="*/ 599089 h 1418896"/>
                      <a:gd name="connsiteX3-39" fmla="*/ 3363310 w 3731172"/>
                      <a:gd name="connsiteY3-40" fmla="*/ 0 h 1418896"/>
                      <a:gd name="connsiteX4-41" fmla="*/ 3584027 w 3731172"/>
                      <a:gd name="connsiteY4-42" fmla="*/ 73572 h 1418896"/>
                      <a:gd name="connsiteX5-43" fmla="*/ 2627586 w 3731172"/>
                      <a:gd name="connsiteY5-44" fmla="*/ 441434 h 1418896"/>
                      <a:gd name="connsiteX6-45" fmla="*/ 2596055 w 3731172"/>
                      <a:gd name="connsiteY6-46" fmla="*/ 914400 h 1418896"/>
                      <a:gd name="connsiteX7-47" fmla="*/ 3731172 w 3731172"/>
                      <a:gd name="connsiteY7-48" fmla="*/ 1345324 h 1418896"/>
                      <a:gd name="connsiteX8-49" fmla="*/ 3447393 w 3731172"/>
                      <a:gd name="connsiteY8-50" fmla="*/ 1408386 h 1418896"/>
                      <a:gd name="connsiteX9-51" fmla="*/ 1870841 w 3731172"/>
                      <a:gd name="connsiteY9-52" fmla="*/ 746234 h 1418896"/>
                      <a:gd name="connsiteX10-53" fmla="*/ 262758 w 3731172"/>
                      <a:gd name="connsiteY10-54" fmla="*/ 1418896 h 1418896"/>
                      <a:gd name="connsiteX11-55" fmla="*/ 0 w 3731172"/>
                      <a:gd name="connsiteY11-56" fmla="*/ 1324303 h 1418896"/>
                      <a:gd name="connsiteX12-57" fmla="*/ 1145627 w 3731172"/>
                      <a:gd name="connsiteY12-58" fmla="*/ 882869 h 1418896"/>
                      <a:gd name="connsiteX13-59" fmla="*/ 1114096 w 3731172"/>
                      <a:gd name="connsiteY13-60" fmla="*/ 409903 h 1418896"/>
                      <a:gd name="connsiteX14-61" fmla="*/ 441434 w 3731172"/>
                      <a:gd name="connsiteY14-62" fmla="*/ 10510 h 1418896"/>
                      <a:gd name="connsiteX0-63" fmla="*/ 168165 w 3731172"/>
                      <a:gd name="connsiteY0-64" fmla="*/ 73572 h 1418896"/>
                      <a:gd name="connsiteX1-65" fmla="*/ 451945 w 3731172"/>
                      <a:gd name="connsiteY1-66" fmla="*/ 0 h 1418896"/>
                      <a:gd name="connsiteX2-67" fmla="*/ 1881352 w 3731172"/>
                      <a:gd name="connsiteY2-68" fmla="*/ 599089 h 1418896"/>
                      <a:gd name="connsiteX3-69" fmla="*/ 3363310 w 3731172"/>
                      <a:gd name="connsiteY3-70" fmla="*/ 0 h 1418896"/>
                      <a:gd name="connsiteX4-71" fmla="*/ 3584027 w 3731172"/>
                      <a:gd name="connsiteY4-72" fmla="*/ 73572 h 1418896"/>
                      <a:gd name="connsiteX5-73" fmla="*/ 2627586 w 3731172"/>
                      <a:gd name="connsiteY5-74" fmla="*/ 441434 h 1418896"/>
                      <a:gd name="connsiteX6-75" fmla="*/ 2596055 w 3731172"/>
                      <a:gd name="connsiteY6-76" fmla="*/ 914400 h 1418896"/>
                      <a:gd name="connsiteX7-77" fmla="*/ 3731172 w 3731172"/>
                      <a:gd name="connsiteY7-78" fmla="*/ 1345324 h 1418896"/>
                      <a:gd name="connsiteX8-79" fmla="*/ 3447393 w 3731172"/>
                      <a:gd name="connsiteY8-80" fmla="*/ 1408386 h 1418896"/>
                      <a:gd name="connsiteX9-81" fmla="*/ 1870841 w 3731172"/>
                      <a:gd name="connsiteY9-82" fmla="*/ 746234 h 1418896"/>
                      <a:gd name="connsiteX10-83" fmla="*/ 262758 w 3731172"/>
                      <a:gd name="connsiteY10-84" fmla="*/ 1418896 h 1418896"/>
                      <a:gd name="connsiteX11-85" fmla="*/ 0 w 3731172"/>
                      <a:gd name="connsiteY11-86" fmla="*/ 1324303 h 1418896"/>
                      <a:gd name="connsiteX12-87" fmla="*/ 1145627 w 3731172"/>
                      <a:gd name="connsiteY12-88" fmla="*/ 882869 h 1418896"/>
                      <a:gd name="connsiteX13-89" fmla="*/ 1114096 w 3731172"/>
                      <a:gd name="connsiteY13-90" fmla="*/ 409903 h 1418896"/>
                      <a:gd name="connsiteX14-91" fmla="*/ 357351 w 3731172"/>
                      <a:gd name="connsiteY14-92" fmla="*/ 115613 h 1418896"/>
                      <a:gd name="connsiteX0-93" fmla="*/ 168165 w 3731172"/>
                      <a:gd name="connsiteY0-94" fmla="*/ 73572 h 1418896"/>
                      <a:gd name="connsiteX1-95" fmla="*/ 451945 w 3731172"/>
                      <a:gd name="connsiteY1-96" fmla="*/ 0 h 1418896"/>
                      <a:gd name="connsiteX2-97" fmla="*/ 1881352 w 3731172"/>
                      <a:gd name="connsiteY2-98" fmla="*/ 599089 h 1418896"/>
                      <a:gd name="connsiteX3-99" fmla="*/ 3363310 w 3731172"/>
                      <a:gd name="connsiteY3-100" fmla="*/ 0 h 1418896"/>
                      <a:gd name="connsiteX4-101" fmla="*/ 3584027 w 3731172"/>
                      <a:gd name="connsiteY4-102" fmla="*/ 73572 h 1418896"/>
                      <a:gd name="connsiteX5-103" fmla="*/ 2627586 w 3731172"/>
                      <a:gd name="connsiteY5-104" fmla="*/ 441434 h 1418896"/>
                      <a:gd name="connsiteX6-105" fmla="*/ 2596055 w 3731172"/>
                      <a:gd name="connsiteY6-106" fmla="*/ 914400 h 1418896"/>
                      <a:gd name="connsiteX7-107" fmla="*/ 3731172 w 3731172"/>
                      <a:gd name="connsiteY7-108" fmla="*/ 1345324 h 1418896"/>
                      <a:gd name="connsiteX8-109" fmla="*/ 3447393 w 3731172"/>
                      <a:gd name="connsiteY8-110" fmla="*/ 1408386 h 1418896"/>
                      <a:gd name="connsiteX9-111" fmla="*/ 1870841 w 3731172"/>
                      <a:gd name="connsiteY9-112" fmla="*/ 746234 h 1418896"/>
                      <a:gd name="connsiteX10-113" fmla="*/ 262758 w 3731172"/>
                      <a:gd name="connsiteY10-114" fmla="*/ 1418896 h 1418896"/>
                      <a:gd name="connsiteX11-115" fmla="*/ 0 w 3731172"/>
                      <a:gd name="connsiteY11-116" fmla="*/ 1324303 h 1418896"/>
                      <a:gd name="connsiteX12-117" fmla="*/ 1145627 w 3731172"/>
                      <a:gd name="connsiteY12-118" fmla="*/ 882869 h 1418896"/>
                      <a:gd name="connsiteX13-119" fmla="*/ 1114096 w 3731172"/>
                      <a:gd name="connsiteY13-120" fmla="*/ 409903 h 1418896"/>
                      <a:gd name="connsiteX14-121" fmla="*/ 147144 w 3731172"/>
                      <a:gd name="connsiteY14-122" fmla="*/ 63061 h 1418896"/>
                      <a:gd name="connsiteX0-123" fmla="*/ 168165 w 3731172"/>
                      <a:gd name="connsiteY0-124" fmla="*/ 73572 h 1418896"/>
                      <a:gd name="connsiteX1-125" fmla="*/ 451945 w 3731172"/>
                      <a:gd name="connsiteY1-126" fmla="*/ 0 h 1418896"/>
                      <a:gd name="connsiteX2-127" fmla="*/ 1881352 w 3731172"/>
                      <a:gd name="connsiteY2-128" fmla="*/ 599089 h 1418896"/>
                      <a:gd name="connsiteX3-129" fmla="*/ 3363310 w 3731172"/>
                      <a:gd name="connsiteY3-130" fmla="*/ 0 h 1418896"/>
                      <a:gd name="connsiteX4-131" fmla="*/ 3584027 w 3731172"/>
                      <a:gd name="connsiteY4-132" fmla="*/ 73572 h 1418896"/>
                      <a:gd name="connsiteX5-133" fmla="*/ 2627586 w 3731172"/>
                      <a:gd name="connsiteY5-134" fmla="*/ 441434 h 1418896"/>
                      <a:gd name="connsiteX6-135" fmla="*/ 2596055 w 3731172"/>
                      <a:gd name="connsiteY6-136" fmla="*/ 914400 h 1418896"/>
                      <a:gd name="connsiteX7-137" fmla="*/ 3731172 w 3731172"/>
                      <a:gd name="connsiteY7-138" fmla="*/ 1345324 h 1418896"/>
                      <a:gd name="connsiteX8-139" fmla="*/ 3447393 w 3731172"/>
                      <a:gd name="connsiteY8-140" fmla="*/ 1408386 h 1418896"/>
                      <a:gd name="connsiteX9-141" fmla="*/ 1870841 w 3731172"/>
                      <a:gd name="connsiteY9-142" fmla="*/ 746234 h 1418896"/>
                      <a:gd name="connsiteX10-143" fmla="*/ 262758 w 3731172"/>
                      <a:gd name="connsiteY10-144" fmla="*/ 1418896 h 1418896"/>
                      <a:gd name="connsiteX11-145" fmla="*/ 0 w 3731172"/>
                      <a:gd name="connsiteY11-146" fmla="*/ 1324303 h 1418896"/>
                      <a:gd name="connsiteX12-147" fmla="*/ 1145627 w 3731172"/>
                      <a:gd name="connsiteY12-148" fmla="*/ 882869 h 1418896"/>
                      <a:gd name="connsiteX13-149" fmla="*/ 1114096 w 3731172"/>
                      <a:gd name="connsiteY13-150" fmla="*/ 420413 h 1418896"/>
                      <a:gd name="connsiteX14-151" fmla="*/ 147144 w 3731172"/>
                      <a:gd name="connsiteY14-152" fmla="*/ 63061 h 1418896"/>
                      <a:gd name="connsiteX0-153" fmla="*/ 168165 w 3731172"/>
                      <a:gd name="connsiteY0-154" fmla="*/ 73572 h 1418896"/>
                      <a:gd name="connsiteX1-155" fmla="*/ 451945 w 3731172"/>
                      <a:gd name="connsiteY1-156" fmla="*/ 0 h 1418896"/>
                      <a:gd name="connsiteX2-157" fmla="*/ 1881352 w 3731172"/>
                      <a:gd name="connsiteY2-158" fmla="*/ 599089 h 1418896"/>
                      <a:gd name="connsiteX3-159" fmla="*/ 3363310 w 3731172"/>
                      <a:gd name="connsiteY3-160" fmla="*/ 0 h 1418896"/>
                      <a:gd name="connsiteX4-161" fmla="*/ 3584027 w 3731172"/>
                      <a:gd name="connsiteY4-162" fmla="*/ 73572 h 1418896"/>
                      <a:gd name="connsiteX5-163" fmla="*/ 2627586 w 3731172"/>
                      <a:gd name="connsiteY5-164" fmla="*/ 441434 h 1418896"/>
                      <a:gd name="connsiteX6-165" fmla="*/ 2596055 w 3731172"/>
                      <a:gd name="connsiteY6-166" fmla="*/ 914400 h 1418896"/>
                      <a:gd name="connsiteX7-167" fmla="*/ 3731172 w 3731172"/>
                      <a:gd name="connsiteY7-168" fmla="*/ 1345324 h 1418896"/>
                      <a:gd name="connsiteX8-169" fmla="*/ 3447393 w 3731172"/>
                      <a:gd name="connsiteY8-170" fmla="*/ 1408386 h 1418896"/>
                      <a:gd name="connsiteX9-171" fmla="*/ 1870841 w 3731172"/>
                      <a:gd name="connsiteY9-172" fmla="*/ 746234 h 1418896"/>
                      <a:gd name="connsiteX10-173" fmla="*/ 262758 w 3731172"/>
                      <a:gd name="connsiteY10-174" fmla="*/ 1418896 h 1418896"/>
                      <a:gd name="connsiteX11-175" fmla="*/ 0 w 3731172"/>
                      <a:gd name="connsiteY11-176" fmla="*/ 1324303 h 1418896"/>
                      <a:gd name="connsiteX12-177" fmla="*/ 1145627 w 3731172"/>
                      <a:gd name="connsiteY12-178" fmla="*/ 882869 h 1418896"/>
                      <a:gd name="connsiteX13-179" fmla="*/ 1114096 w 3731172"/>
                      <a:gd name="connsiteY13-180" fmla="*/ 420413 h 1418896"/>
                      <a:gd name="connsiteX14-181" fmla="*/ 189185 w 3731172"/>
                      <a:gd name="connsiteY14-182" fmla="*/ 84081 h 1418896"/>
                      <a:gd name="connsiteX0-183" fmla="*/ 168165 w 3731172"/>
                      <a:gd name="connsiteY0-184" fmla="*/ 73572 h 1418896"/>
                      <a:gd name="connsiteX1-185" fmla="*/ 451945 w 3731172"/>
                      <a:gd name="connsiteY1-186" fmla="*/ 0 h 1418896"/>
                      <a:gd name="connsiteX2-187" fmla="*/ 1881352 w 3731172"/>
                      <a:gd name="connsiteY2-188" fmla="*/ 599089 h 1418896"/>
                      <a:gd name="connsiteX3-189" fmla="*/ 3363310 w 3731172"/>
                      <a:gd name="connsiteY3-190" fmla="*/ 0 h 1418896"/>
                      <a:gd name="connsiteX4-191" fmla="*/ 3584027 w 3731172"/>
                      <a:gd name="connsiteY4-192" fmla="*/ 73572 h 1418896"/>
                      <a:gd name="connsiteX5-193" fmla="*/ 2627586 w 3731172"/>
                      <a:gd name="connsiteY5-194" fmla="*/ 441434 h 1418896"/>
                      <a:gd name="connsiteX6-195" fmla="*/ 2596055 w 3731172"/>
                      <a:gd name="connsiteY6-196" fmla="*/ 914400 h 1418896"/>
                      <a:gd name="connsiteX7-197" fmla="*/ 3731172 w 3731172"/>
                      <a:gd name="connsiteY7-198" fmla="*/ 1345324 h 1418896"/>
                      <a:gd name="connsiteX8-199" fmla="*/ 3447393 w 3731172"/>
                      <a:gd name="connsiteY8-200" fmla="*/ 1408386 h 1418896"/>
                      <a:gd name="connsiteX9-201" fmla="*/ 1870841 w 3731172"/>
                      <a:gd name="connsiteY9-202" fmla="*/ 746234 h 1418896"/>
                      <a:gd name="connsiteX10-203" fmla="*/ 262758 w 3731172"/>
                      <a:gd name="connsiteY10-204" fmla="*/ 1418896 h 1418896"/>
                      <a:gd name="connsiteX11-205" fmla="*/ 0 w 3731172"/>
                      <a:gd name="connsiteY11-206" fmla="*/ 1324303 h 1418896"/>
                      <a:gd name="connsiteX12-207" fmla="*/ 1145627 w 3731172"/>
                      <a:gd name="connsiteY12-208" fmla="*/ 882869 h 1418896"/>
                      <a:gd name="connsiteX13-209" fmla="*/ 1114096 w 3731172"/>
                      <a:gd name="connsiteY13-210" fmla="*/ 420413 h 1418896"/>
                      <a:gd name="connsiteX14-211" fmla="*/ 189185 w 3731172"/>
                      <a:gd name="connsiteY14-212" fmla="*/ 84081 h 1418896"/>
                      <a:gd name="connsiteX15-213" fmla="*/ 168165 w 3731172"/>
                      <a:gd name="connsiteY15-214" fmla="*/ 73572 h 1418896"/>
                      <a:gd name="connsiteX0-215" fmla="*/ 168165 w 3731172"/>
                      <a:gd name="connsiteY0-216" fmla="*/ 73572 h 1418896"/>
                      <a:gd name="connsiteX1-217" fmla="*/ 451945 w 3731172"/>
                      <a:gd name="connsiteY1-218" fmla="*/ 0 h 1418896"/>
                      <a:gd name="connsiteX2-219" fmla="*/ 1881352 w 3731172"/>
                      <a:gd name="connsiteY2-220" fmla="*/ 599089 h 1418896"/>
                      <a:gd name="connsiteX3-221" fmla="*/ 3363310 w 3731172"/>
                      <a:gd name="connsiteY3-222" fmla="*/ 0 h 1418896"/>
                      <a:gd name="connsiteX4-223" fmla="*/ 3584027 w 3731172"/>
                      <a:gd name="connsiteY4-224" fmla="*/ 73572 h 1418896"/>
                      <a:gd name="connsiteX5-225" fmla="*/ 2627586 w 3731172"/>
                      <a:gd name="connsiteY5-226" fmla="*/ 441434 h 1418896"/>
                      <a:gd name="connsiteX6-227" fmla="*/ 2596055 w 3731172"/>
                      <a:gd name="connsiteY6-228" fmla="*/ 914400 h 1418896"/>
                      <a:gd name="connsiteX7-229" fmla="*/ 3731172 w 3731172"/>
                      <a:gd name="connsiteY7-230" fmla="*/ 1345324 h 1418896"/>
                      <a:gd name="connsiteX8-231" fmla="*/ 3447393 w 3731172"/>
                      <a:gd name="connsiteY8-232" fmla="*/ 1408386 h 1418896"/>
                      <a:gd name="connsiteX9-233" fmla="*/ 1870841 w 3731172"/>
                      <a:gd name="connsiteY9-234" fmla="*/ 746234 h 1418896"/>
                      <a:gd name="connsiteX10-235" fmla="*/ 262758 w 3731172"/>
                      <a:gd name="connsiteY10-236" fmla="*/ 1418896 h 1418896"/>
                      <a:gd name="connsiteX11-237" fmla="*/ 0 w 3731172"/>
                      <a:gd name="connsiteY11-238" fmla="*/ 1324303 h 1418896"/>
                      <a:gd name="connsiteX12-239" fmla="*/ 1145627 w 3731172"/>
                      <a:gd name="connsiteY12-240" fmla="*/ 882869 h 1418896"/>
                      <a:gd name="connsiteX13-241" fmla="*/ 1156137 w 3731172"/>
                      <a:gd name="connsiteY13-242" fmla="*/ 441434 h 1418896"/>
                      <a:gd name="connsiteX14-243" fmla="*/ 189185 w 3731172"/>
                      <a:gd name="connsiteY14-244" fmla="*/ 84081 h 1418896"/>
                      <a:gd name="connsiteX15-245" fmla="*/ 168165 w 3731172"/>
                      <a:gd name="connsiteY15-246" fmla="*/ 73572 h 1418896"/>
                      <a:gd name="connsiteX0-247" fmla="*/ 168165 w 3731172"/>
                      <a:gd name="connsiteY0-248" fmla="*/ 73572 h 1418896"/>
                      <a:gd name="connsiteX1-249" fmla="*/ 451945 w 3731172"/>
                      <a:gd name="connsiteY1-250" fmla="*/ 0 h 1418896"/>
                      <a:gd name="connsiteX2-251" fmla="*/ 1881352 w 3731172"/>
                      <a:gd name="connsiteY2-252" fmla="*/ 599089 h 1418896"/>
                      <a:gd name="connsiteX3-253" fmla="*/ 3363310 w 3731172"/>
                      <a:gd name="connsiteY3-254" fmla="*/ 0 h 1418896"/>
                      <a:gd name="connsiteX4-255" fmla="*/ 3584027 w 3731172"/>
                      <a:gd name="connsiteY4-256" fmla="*/ 73572 h 1418896"/>
                      <a:gd name="connsiteX5-257" fmla="*/ 2627586 w 3731172"/>
                      <a:gd name="connsiteY5-258" fmla="*/ 441434 h 1418896"/>
                      <a:gd name="connsiteX6-259" fmla="*/ 2596055 w 3731172"/>
                      <a:gd name="connsiteY6-260" fmla="*/ 914400 h 1418896"/>
                      <a:gd name="connsiteX7-261" fmla="*/ 3731172 w 3731172"/>
                      <a:gd name="connsiteY7-262" fmla="*/ 1345324 h 1418896"/>
                      <a:gd name="connsiteX8-263" fmla="*/ 3447393 w 3731172"/>
                      <a:gd name="connsiteY8-264" fmla="*/ 1408386 h 1418896"/>
                      <a:gd name="connsiteX9-265" fmla="*/ 1870841 w 3731172"/>
                      <a:gd name="connsiteY9-266" fmla="*/ 746234 h 1418896"/>
                      <a:gd name="connsiteX10-267" fmla="*/ 262758 w 3731172"/>
                      <a:gd name="connsiteY10-268" fmla="*/ 1418896 h 1418896"/>
                      <a:gd name="connsiteX11-269" fmla="*/ 0 w 3731172"/>
                      <a:gd name="connsiteY11-270" fmla="*/ 1324303 h 1418896"/>
                      <a:gd name="connsiteX12-271" fmla="*/ 1145627 w 3731172"/>
                      <a:gd name="connsiteY12-272" fmla="*/ 882869 h 1418896"/>
                      <a:gd name="connsiteX13-273" fmla="*/ 1145626 w 3731172"/>
                      <a:gd name="connsiteY13-274" fmla="*/ 451945 h 1418896"/>
                      <a:gd name="connsiteX14-275" fmla="*/ 189185 w 3731172"/>
                      <a:gd name="connsiteY14-276" fmla="*/ 84081 h 1418896"/>
                      <a:gd name="connsiteX15-277" fmla="*/ 168165 w 3731172"/>
                      <a:gd name="connsiteY15-278" fmla="*/ 73572 h 1418896"/>
                      <a:gd name="connsiteX0-279" fmla="*/ 168165 w 3731172"/>
                      <a:gd name="connsiteY0-280" fmla="*/ 73572 h 1418896"/>
                      <a:gd name="connsiteX1-281" fmla="*/ 451945 w 3731172"/>
                      <a:gd name="connsiteY1-282" fmla="*/ 0 h 1418896"/>
                      <a:gd name="connsiteX2-283" fmla="*/ 1881352 w 3731172"/>
                      <a:gd name="connsiteY2-284" fmla="*/ 599089 h 1418896"/>
                      <a:gd name="connsiteX3-285" fmla="*/ 3363310 w 3731172"/>
                      <a:gd name="connsiteY3-286" fmla="*/ 0 h 1418896"/>
                      <a:gd name="connsiteX4-287" fmla="*/ 3584027 w 3731172"/>
                      <a:gd name="connsiteY4-288" fmla="*/ 73572 h 1418896"/>
                      <a:gd name="connsiteX5-289" fmla="*/ 2627586 w 3731172"/>
                      <a:gd name="connsiteY5-290" fmla="*/ 441434 h 1418896"/>
                      <a:gd name="connsiteX6-291" fmla="*/ 2596055 w 3731172"/>
                      <a:gd name="connsiteY6-292" fmla="*/ 914400 h 1418896"/>
                      <a:gd name="connsiteX7-293" fmla="*/ 3731172 w 3731172"/>
                      <a:gd name="connsiteY7-294" fmla="*/ 1345324 h 1418896"/>
                      <a:gd name="connsiteX8-295" fmla="*/ 3447393 w 3731172"/>
                      <a:gd name="connsiteY8-296" fmla="*/ 1408386 h 1418896"/>
                      <a:gd name="connsiteX9-297" fmla="*/ 1870841 w 3731172"/>
                      <a:gd name="connsiteY9-298" fmla="*/ 746234 h 1418896"/>
                      <a:gd name="connsiteX10-299" fmla="*/ 262758 w 3731172"/>
                      <a:gd name="connsiteY10-300" fmla="*/ 1418896 h 1418896"/>
                      <a:gd name="connsiteX11-301" fmla="*/ 0 w 3731172"/>
                      <a:gd name="connsiteY11-302" fmla="*/ 1324303 h 1418896"/>
                      <a:gd name="connsiteX12-303" fmla="*/ 1145627 w 3731172"/>
                      <a:gd name="connsiteY12-304" fmla="*/ 903890 h 1418896"/>
                      <a:gd name="connsiteX13-305" fmla="*/ 1145626 w 3731172"/>
                      <a:gd name="connsiteY13-306" fmla="*/ 451945 h 1418896"/>
                      <a:gd name="connsiteX14-307" fmla="*/ 189185 w 3731172"/>
                      <a:gd name="connsiteY14-308" fmla="*/ 84081 h 1418896"/>
                      <a:gd name="connsiteX15-309" fmla="*/ 168165 w 3731172"/>
                      <a:gd name="connsiteY15-310" fmla="*/ 73572 h 1418896"/>
                      <a:gd name="connsiteX0-311" fmla="*/ 147144 w 3710151"/>
                      <a:gd name="connsiteY0-312" fmla="*/ 73572 h 1418896"/>
                      <a:gd name="connsiteX1-313" fmla="*/ 430924 w 3710151"/>
                      <a:gd name="connsiteY1-314" fmla="*/ 0 h 1418896"/>
                      <a:gd name="connsiteX2-315" fmla="*/ 1860331 w 3710151"/>
                      <a:gd name="connsiteY2-316" fmla="*/ 599089 h 1418896"/>
                      <a:gd name="connsiteX3-317" fmla="*/ 3342289 w 3710151"/>
                      <a:gd name="connsiteY3-318" fmla="*/ 0 h 1418896"/>
                      <a:gd name="connsiteX4-319" fmla="*/ 3563006 w 3710151"/>
                      <a:gd name="connsiteY4-320" fmla="*/ 73572 h 1418896"/>
                      <a:gd name="connsiteX5-321" fmla="*/ 2606565 w 3710151"/>
                      <a:gd name="connsiteY5-322" fmla="*/ 441434 h 1418896"/>
                      <a:gd name="connsiteX6-323" fmla="*/ 2575034 w 3710151"/>
                      <a:gd name="connsiteY6-324" fmla="*/ 914400 h 1418896"/>
                      <a:gd name="connsiteX7-325" fmla="*/ 3710151 w 3710151"/>
                      <a:gd name="connsiteY7-326" fmla="*/ 1345324 h 1418896"/>
                      <a:gd name="connsiteX8-327" fmla="*/ 3426372 w 3710151"/>
                      <a:gd name="connsiteY8-328" fmla="*/ 1408386 h 1418896"/>
                      <a:gd name="connsiteX9-329" fmla="*/ 1849820 w 3710151"/>
                      <a:gd name="connsiteY9-330" fmla="*/ 746234 h 1418896"/>
                      <a:gd name="connsiteX10-331" fmla="*/ 241737 w 3710151"/>
                      <a:gd name="connsiteY10-332" fmla="*/ 1418896 h 1418896"/>
                      <a:gd name="connsiteX11-333" fmla="*/ 0 w 3710151"/>
                      <a:gd name="connsiteY11-334" fmla="*/ 1334814 h 1418896"/>
                      <a:gd name="connsiteX12-335" fmla="*/ 1124606 w 3710151"/>
                      <a:gd name="connsiteY12-336" fmla="*/ 903890 h 1418896"/>
                      <a:gd name="connsiteX13-337" fmla="*/ 1124605 w 3710151"/>
                      <a:gd name="connsiteY13-338" fmla="*/ 451945 h 1418896"/>
                      <a:gd name="connsiteX14-339" fmla="*/ 168164 w 3710151"/>
                      <a:gd name="connsiteY14-340" fmla="*/ 84081 h 1418896"/>
                      <a:gd name="connsiteX15-341" fmla="*/ 147144 w 3710151"/>
                      <a:gd name="connsiteY15-342" fmla="*/ 73572 h 1418896"/>
                      <a:gd name="connsiteX0-343" fmla="*/ 147144 w 3710151"/>
                      <a:gd name="connsiteY0-344" fmla="*/ 73572 h 1418896"/>
                      <a:gd name="connsiteX1-345" fmla="*/ 430924 w 3710151"/>
                      <a:gd name="connsiteY1-346" fmla="*/ 0 h 1418896"/>
                      <a:gd name="connsiteX2-347" fmla="*/ 1860331 w 3710151"/>
                      <a:gd name="connsiteY2-348" fmla="*/ 599089 h 1418896"/>
                      <a:gd name="connsiteX3-349" fmla="*/ 3342289 w 3710151"/>
                      <a:gd name="connsiteY3-350" fmla="*/ 0 h 1418896"/>
                      <a:gd name="connsiteX4-351" fmla="*/ 3563006 w 3710151"/>
                      <a:gd name="connsiteY4-352" fmla="*/ 73572 h 1418896"/>
                      <a:gd name="connsiteX5-353" fmla="*/ 2606565 w 3710151"/>
                      <a:gd name="connsiteY5-354" fmla="*/ 441434 h 1418896"/>
                      <a:gd name="connsiteX6-355" fmla="*/ 2606565 w 3710151"/>
                      <a:gd name="connsiteY6-356" fmla="*/ 924910 h 1418896"/>
                      <a:gd name="connsiteX7-357" fmla="*/ 3710151 w 3710151"/>
                      <a:gd name="connsiteY7-358" fmla="*/ 1345324 h 1418896"/>
                      <a:gd name="connsiteX8-359" fmla="*/ 3426372 w 3710151"/>
                      <a:gd name="connsiteY8-360" fmla="*/ 1408386 h 1418896"/>
                      <a:gd name="connsiteX9-361" fmla="*/ 1849820 w 3710151"/>
                      <a:gd name="connsiteY9-362" fmla="*/ 746234 h 1418896"/>
                      <a:gd name="connsiteX10-363" fmla="*/ 241737 w 3710151"/>
                      <a:gd name="connsiteY10-364" fmla="*/ 1418896 h 1418896"/>
                      <a:gd name="connsiteX11-365" fmla="*/ 0 w 3710151"/>
                      <a:gd name="connsiteY11-366" fmla="*/ 1334814 h 1418896"/>
                      <a:gd name="connsiteX12-367" fmla="*/ 1124606 w 3710151"/>
                      <a:gd name="connsiteY12-368" fmla="*/ 903890 h 1418896"/>
                      <a:gd name="connsiteX13-369" fmla="*/ 1124605 w 3710151"/>
                      <a:gd name="connsiteY13-370" fmla="*/ 451945 h 1418896"/>
                      <a:gd name="connsiteX14-371" fmla="*/ 168164 w 3710151"/>
                      <a:gd name="connsiteY14-372" fmla="*/ 84081 h 1418896"/>
                      <a:gd name="connsiteX15-373" fmla="*/ 147144 w 3710151"/>
                      <a:gd name="connsiteY15-374" fmla="*/ 73572 h 1418896"/>
                      <a:gd name="connsiteX0-375" fmla="*/ 147144 w 3710151"/>
                      <a:gd name="connsiteY0-376" fmla="*/ 73572 h 1418896"/>
                      <a:gd name="connsiteX1-377" fmla="*/ 430924 w 3710151"/>
                      <a:gd name="connsiteY1-378" fmla="*/ 0 h 1418896"/>
                      <a:gd name="connsiteX2-379" fmla="*/ 1860331 w 3710151"/>
                      <a:gd name="connsiteY2-380" fmla="*/ 599089 h 1418896"/>
                      <a:gd name="connsiteX3-381" fmla="*/ 3342289 w 3710151"/>
                      <a:gd name="connsiteY3-382" fmla="*/ 0 h 1418896"/>
                      <a:gd name="connsiteX4-383" fmla="*/ 3563006 w 3710151"/>
                      <a:gd name="connsiteY4-384" fmla="*/ 73572 h 1418896"/>
                      <a:gd name="connsiteX5-385" fmla="*/ 2606565 w 3710151"/>
                      <a:gd name="connsiteY5-386" fmla="*/ 441434 h 1418896"/>
                      <a:gd name="connsiteX6-387" fmla="*/ 2610282 w 3710151"/>
                      <a:gd name="connsiteY6-388" fmla="*/ 902607 h 1418896"/>
                      <a:gd name="connsiteX7-389" fmla="*/ 3710151 w 3710151"/>
                      <a:gd name="connsiteY7-390" fmla="*/ 1345324 h 1418896"/>
                      <a:gd name="connsiteX8-391" fmla="*/ 3426372 w 3710151"/>
                      <a:gd name="connsiteY8-392" fmla="*/ 1408386 h 1418896"/>
                      <a:gd name="connsiteX9-393" fmla="*/ 1849820 w 3710151"/>
                      <a:gd name="connsiteY9-394" fmla="*/ 746234 h 1418896"/>
                      <a:gd name="connsiteX10-395" fmla="*/ 241737 w 3710151"/>
                      <a:gd name="connsiteY10-396" fmla="*/ 1418896 h 1418896"/>
                      <a:gd name="connsiteX11-397" fmla="*/ 0 w 3710151"/>
                      <a:gd name="connsiteY11-398" fmla="*/ 1334814 h 1418896"/>
                      <a:gd name="connsiteX12-399" fmla="*/ 1124606 w 3710151"/>
                      <a:gd name="connsiteY12-400" fmla="*/ 903890 h 1418896"/>
                      <a:gd name="connsiteX13-401" fmla="*/ 1124605 w 3710151"/>
                      <a:gd name="connsiteY13-402" fmla="*/ 451945 h 1418896"/>
                      <a:gd name="connsiteX14-403" fmla="*/ 168164 w 3710151"/>
                      <a:gd name="connsiteY14-404" fmla="*/ 84081 h 1418896"/>
                      <a:gd name="connsiteX15-405" fmla="*/ 147144 w 3710151"/>
                      <a:gd name="connsiteY15-406" fmla="*/ 73572 h 1418896"/>
                      <a:gd name="connsiteX0-407" fmla="*/ 147144 w 3710151"/>
                      <a:gd name="connsiteY0-408" fmla="*/ 73572 h 1418896"/>
                      <a:gd name="connsiteX1-409" fmla="*/ 430924 w 3710151"/>
                      <a:gd name="connsiteY1-410" fmla="*/ 0 h 1418896"/>
                      <a:gd name="connsiteX2-411" fmla="*/ 1860331 w 3710151"/>
                      <a:gd name="connsiteY2-412" fmla="*/ 599089 h 1418896"/>
                      <a:gd name="connsiteX3-413" fmla="*/ 3342289 w 3710151"/>
                      <a:gd name="connsiteY3-414" fmla="*/ 0 h 1418896"/>
                      <a:gd name="connsiteX4-415" fmla="*/ 3563006 w 3710151"/>
                      <a:gd name="connsiteY4-416" fmla="*/ 73572 h 1418896"/>
                      <a:gd name="connsiteX5-417" fmla="*/ 2617717 w 3710151"/>
                      <a:gd name="connsiteY5-418" fmla="*/ 445151 h 1418896"/>
                      <a:gd name="connsiteX6-419" fmla="*/ 2610282 w 3710151"/>
                      <a:gd name="connsiteY6-420" fmla="*/ 902607 h 1418896"/>
                      <a:gd name="connsiteX7-421" fmla="*/ 3710151 w 3710151"/>
                      <a:gd name="connsiteY7-422" fmla="*/ 1345324 h 1418896"/>
                      <a:gd name="connsiteX8-423" fmla="*/ 3426372 w 3710151"/>
                      <a:gd name="connsiteY8-424" fmla="*/ 1408386 h 1418896"/>
                      <a:gd name="connsiteX9-425" fmla="*/ 1849820 w 3710151"/>
                      <a:gd name="connsiteY9-426" fmla="*/ 746234 h 1418896"/>
                      <a:gd name="connsiteX10-427" fmla="*/ 241737 w 3710151"/>
                      <a:gd name="connsiteY10-428" fmla="*/ 1418896 h 1418896"/>
                      <a:gd name="connsiteX11-429" fmla="*/ 0 w 3710151"/>
                      <a:gd name="connsiteY11-430" fmla="*/ 1334814 h 1418896"/>
                      <a:gd name="connsiteX12-431" fmla="*/ 1124606 w 3710151"/>
                      <a:gd name="connsiteY12-432" fmla="*/ 903890 h 1418896"/>
                      <a:gd name="connsiteX13-433" fmla="*/ 1124605 w 3710151"/>
                      <a:gd name="connsiteY13-434" fmla="*/ 451945 h 1418896"/>
                      <a:gd name="connsiteX14-435" fmla="*/ 168164 w 3710151"/>
                      <a:gd name="connsiteY14-436" fmla="*/ 84081 h 1418896"/>
                      <a:gd name="connsiteX15-437" fmla="*/ 147144 w 3710151"/>
                      <a:gd name="connsiteY15-438" fmla="*/ 73572 h 1418896"/>
                      <a:gd name="connsiteX0-439" fmla="*/ 147144 w 3710151"/>
                      <a:gd name="connsiteY0-440" fmla="*/ 73572 h 1418896"/>
                      <a:gd name="connsiteX1-441" fmla="*/ 430924 w 3710151"/>
                      <a:gd name="connsiteY1-442" fmla="*/ 0 h 1418896"/>
                      <a:gd name="connsiteX2-443" fmla="*/ 1860331 w 3710151"/>
                      <a:gd name="connsiteY2-444" fmla="*/ 599089 h 1418896"/>
                      <a:gd name="connsiteX3-445" fmla="*/ 3342289 w 3710151"/>
                      <a:gd name="connsiteY3-446" fmla="*/ 0 h 1418896"/>
                      <a:gd name="connsiteX4-447" fmla="*/ 3563006 w 3710151"/>
                      <a:gd name="connsiteY4-448" fmla="*/ 73572 h 1418896"/>
                      <a:gd name="connsiteX5-449" fmla="*/ 2617717 w 3710151"/>
                      <a:gd name="connsiteY5-450" fmla="*/ 448868 h 1418896"/>
                      <a:gd name="connsiteX6-451" fmla="*/ 2610282 w 3710151"/>
                      <a:gd name="connsiteY6-452" fmla="*/ 902607 h 1418896"/>
                      <a:gd name="connsiteX7-453" fmla="*/ 3710151 w 3710151"/>
                      <a:gd name="connsiteY7-454" fmla="*/ 1345324 h 1418896"/>
                      <a:gd name="connsiteX8-455" fmla="*/ 3426372 w 3710151"/>
                      <a:gd name="connsiteY8-456" fmla="*/ 1408386 h 1418896"/>
                      <a:gd name="connsiteX9-457" fmla="*/ 1849820 w 3710151"/>
                      <a:gd name="connsiteY9-458" fmla="*/ 746234 h 1418896"/>
                      <a:gd name="connsiteX10-459" fmla="*/ 241737 w 3710151"/>
                      <a:gd name="connsiteY10-460" fmla="*/ 1418896 h 1418896"/>
                      <a:gd name="connsiteX11-461" fmla="*/ 0 w 3710151"/>
                      <a:gd name="connsiteY11-462" fmla="*/ 1334814 h 1418896"/>
                      <a:gd name="connsiteX12-463" fmla="*/ 1124606 w 3710151"/>
                      <a:gd name="connsiteY12-464" fmla="*/ 903890 h 1418896"/>
                      <a:gd name="connsiteX13-465" fmla="*/ 1124605 w 3710151"/>
                      <a:gd name="connsiteY13-466" fmla="*/ 451945 h 1418896"/>
                      <a:gd name="connsiteX14-467" fmla="*/ 168164 w 3710151"/>
                      <a:gd name="connsiteY14-468" fmla="*/ 84081 h 1418896"/>
                      <a:gd name="connsiteX15-469" fmla="*/ 147144 w 3710151"/>
                      <a:gd name="connsiteY15-470" fmla="*/ 73572 h 1418896"/>
                      <a:gd name="connsiteX0-471" fmla="*/ 147144 w 3710151"/>
                      <a:gd name="connsiteY0-472" fmla="*/ 73572 h 1418896"/>
                      <a:gd name="connsiteX1-473" fmla="*/ 430924 w 3710151"/>
                      <a:gd name="connsiteY1-474" fmla="*/ 0 h 1418896"/>
                      <a:gd name="connsiteX2-475" fmla="*/ 1838028 w 3710151"/>
                      <a:gd name="connsiteY2-476" fmla="*/ 591655 h 1418896"/>
                      <a:gd name="connsiteX3-477" fmla="*/ 3342289 w 3710151"/>
                      <a:gd name="connsiteY3-478" fmla="*/ 0 h 1418896"/>
                      <a:gd name="connsiteX4-479" fmla="*/ 3563006 w 3710151"/>
                      <a:gd name="connsiteY4-480" fmla="*/ 73572 h 1418896"/>
                      <a:gd name="connsiteX5-481" fmla="*/ 2617717 w 3710151"/>
                      <a:gd name="connsiteY5-482" fmla="*/ 448868 h 1418896"/>
                      <a:gd name="connsiteX6-483" fmla="*/ 2610282 w 3710151"/>
                      <a:gd name="connsiteY6-484" fmla="*/ 902607 h 1418896"/>
                      <a:gd name="connsiteX7-485" fmla="*/ 3710151 w 3710151"/>
                      <a:gd name="connsiteY7-486" fmla="*/ 1345324 h 1418896"/>
                      <a:gd name="connsiteX8-487" fmla="*/ 3426372 w 3710151"/>
                      <a:gd name="connsiteY8-488" fmla="*/ 1408386 h 1418896"/>
                      <a:gd name="connsiteX9-489" fmla="*/ 1849820 w 3710151"/>
                      <a:gd name="connsiteY9-490" fmla="*/ 746234 h 1418896"/>
                      <a:gd name="connsiteX10-491" fmla="*/ 241737 w 3710151"/>
                      <a:gd name="connsiteY10-492" fmla="*/ 1418896 h 1418896"/>
                      <a:gd name="connsiteX11-493" fmla="*/ 0 w 3710151"/>
                      <a:gd name="connsiteY11-494" fmla="*/ 1334814 h 1418896"/>
                      <a:gd name="connsiteX12-495" fmla="*/ 1124606 w 3710151"/>
                      <a:gd name="connsiteY12-496" fmla="*/ 903890 h 1418896"/>
                      <a:gd name="connsiteX13-497" fmla="*/ 1124605 w 3710151"/>
                      <a:gd name="connsiteY13-498" fmla="*/ 451945 h 1418896"/>
                      <a:gd name="connsiteX14-499" fmla="*/ 168164 w 3710151"/>
                      <a:gd name="connsiteY14-500" fmla="*/ 84081 h 1418896"/>
                      <a:gd name="connsiteX15-501" fmla="*/ 147144 w 3710151"/>
                      <a:gd name="connsiteY15-502" fmla="*/ 73572 h 1418896"/>
                      <a:gd name="connsiteX0-503" fmla="*/ 147144 w 3710151"/>
                      <a:gd name="connsiteY0-504" fmla="*/ 73572 h 1418896"/>
                      <a:gd name="connsiteX1-505" fmla="*/ 430924 w 3710151"/>
                      <a:gd name="connsiteY1-506" fmla="*/ 0 h 1418896"/>
                      <a:gd name="connsiteX2-507" fmla="*/ 1838028 w 3710151"/>
                      <a:gd name="connsiteY2-508" fmla="*/ 591655 h 1418896"/>
                      <a:gd name="connsiteX3-509" fmla="*/ 3342289 w 3710151"/>
                      <a:gd name="connsiteY3-510" fmla="*/ 0 h 1418896"/>
                      <a:gd name="connsiteX4-511" fmla="*/ 3563006 w 3710151"/>
                      <a:gd name="connsiteY4-512" fmla="*/ 73572 h 1418896"/>
                      <a:gd name="connsiteX5-513" fmla="*/ 2617717 w 3710151"/>
                      <a:gd name="connsiteY5-514" fmla="*/ 448868 h 1418896"/>
                      <a:gd name="connsiteX6-515" fmla="*/ 2610282 w 3710151"/>
                      <a:gd name="connsiteY6-516" fmla="*/ 902607 h 1418896"/>
                      <a:gd name="connsiteX7-517" fmla="*/ 3710151 w 3710151"/>
                      <a:gd name="connsiteY7-518" fmla="*/ 1345324 h 1418896"/>
                      <a:gd name="connsiteX8-519" fmla="*/ 3426372 w 3710151"/>
                      <a:gd name="connsiteY8-520" fmla="*/ 1408386 h 1418896"/>
                      <a:gd name="connsiteX9-521" fmla="*/ 1849820 w 3710151"/>
                      <a:gd name="connsiteY9-522" fmla="*/ 746234 h 1418896"/>
                      <a:gd name="connsiteX10-523" fmla="*/ 241737 w 3710151"/>
                      <a:gd name="connsiteY10-524" fmla="*/ 1418896 h 1418896"/>
                      <a:gd name="connsiteX11-525" fmla="*/ 0 w 3710151"/>
                      <a:gd name="connsiteY11-526" fmla="*/ 1334814 h 1418896"/>
                      <a:gd name="connsiteX12-527" fmla="*/ 1124606 w 3710151"/>
                      <a:gd name="connsiteY12-528" fmla="*/ 903890 h 1418896"/>
                      <a:gd name="connsiteX13-529" fmla="*/ 1087434 w 3710151"/>
                      <a:gd name="connsiteY13-530" fmla="*/ 451945 h 1418896"/>
                      <a:gd name="connsiteX14-531" fmla="*/ 168164 w 3710151"/>
                      <a:gd name="connsiteY14-532" fmla="*/ 84081 h 1418896"/>
                      <a:gd name="connsiteX15-533" fmla="*/ 147144 w 3710151"/>
                      <a:gd name="connsiteY15-534" fmla="*/ 73572 h 1418896"/>
                      <a:gd name="connsiteX0-535" fmla="*/ 147144 w 3710151"/>
                      <a:gd name="connsiteY0-536" fmla="*/ 73572 h 1418896"/>
                      <a:gd name="connsiteX1-537" fmla="*/ 430924 w 3710151"/>
                      <a:gd name="connsiteY1-538" fmla="*/ 0 h 1418896"/>
                      <a:gd name="connsiteX2-539" fmla="*/ 1838028 w 3710151"/>
                      <a:gd name="connsiteY2-540" fmla="*/ 591655 h 1418896"/>
                      <a:gd name="connsiteX3-541" fmla="*/ 3342289 w 3710151"/>
                      <a:gd name="connsiteY3-542" fmla="*/ 0 h 1418896"/>
                      <a:gd name="connsiteX4-543" fmla="*/ 3563006 w 3710151"/>
                      <a:gd name="connsiteY4-544" fmla="*/ 73572 h 1418896"/>
                      <a:gd name="connsiteX5-545" fmla="*/ 2617717 w 3710151"/>
                      <a:gd name="connsiteY5-546" fmla="*/ 448868 h 1418896"/>
                      <a:gd name="connsiteX6-547" fmla="*/ 2610282 w 3710151"/>
                      <a:gd name="connsiteY6-548" fmla="*/ 902607 h 1418896"/>
                      <a:gd name="connsiteX7-549" fmla="*/ 3710151 w 3710151"/>
                      <a:gd name="connsiteY7-550" fmla="*/ 1345324 h 1418896"/>
                      <a:gd name="connsiteX8-551" fmla="*/ 3426372 w 3710151"/>
                      <a:gd name="connsiteY8-552" fmla="*/ 1408386 h 1418896"/>
                      <a:gd name="connsiteX9-553" fmla="*/ 1849820 w 3710151"/>
                      <a:gd name="connsiteY9-554" fmla="*/ 746234 h 1418896"/>
                      <a:gd name="connsiteX10-555" fmla="*/ 241737 w 3710151"/>
                      <a:gd name="connsiteY10-556" fmla="*/ 1418896 h 1418896"/>
                      <a:gd name="connsiteX11-557" fmla="*/ 0 w 3710151"/>
                      <a:gd name="connsiteY11-558" fmla="*/ 1334814 h 1418896"/>
                      <a:gd name="connsiteX12-559" fmla="*/ 1098586 w 3710151"/>
                      <a:gd name="connsiteY12-560" fmla="*/ 903890 h 1418896"/>
                      <a:gd name="connsiteX13-561" fmla="*/ 1087434 w 3710151"/>
                      <a:gd name="connsiteY13-562" fmla="*/ 451945 h 1418896"/>
                      <a:gd name="connsiteX14-563" fmla="*/ 168164 w 3710151"/>
                      <a:gd name="connsiteY14-564" fmla="*/ 84081 h 1418896"/>
                      <a:gd name="connsiteX15-565" fmla="*/ 147144 w 3710151"/>
                      <a:gd name="connsiteY15-566" fmla="*/ 73572 h 1418896"/>
                      <a:gd name="connsiteX0-567" fmla="*/ 162012 w 3725019"/>
                      <a:gd name="connsiteY0-568" fmla="*/ 73572 h 1418896"/>
                      <a:gd name="connsiteX1-569" fmla="*/ 445792 w 3725019"/>
                      <a:gd name="connsiteY1-570" fmla="*/ 0 h 1418896"/>
                      <a:gd name="connsiteX2-571" fmla="*/ 1852896 w 3725019"/>
                      <a:gd name="connsiteY2-572" fmla="*/ 591655 h 1418896"/>
                      <a:gd name="connsiteX3-573" fmla="*/ 3357157 w 3725019"/>
                      <a:gd name="connsiteY3-574" fmla="*/ 0 h 1418896"/>
                      <a:gd name="connsiteX4-575" fmla="*/ 3577874 w 3725019"/>
                      <a:gd name="connsiteY4-576" fmla="*/ 73572 h 1418896"/>
                      <a:gd name="connsiteX5-577" fmla="*/ 2632585 w 3725019"/>
                      <a:gd name="connsiteY5-578" fmla="*/ 448868 h 1418896"/>
                      <a:gd name="connsiteX6-579" fmla="*/ 2625150 w 3725019"/>
                      <a:gd name="connsiteY6-580" fmla="*/ 902607 h 1418896"/>
                      <a:gd name="connsiteX7-581" fmla="*/ 3725019 w 3725019"/>
                      <a:gd name="connsiteY7-582" fmla="*/ 1345324 h 1418896"/>
                      <a:gd name="connsiteX8-583" fmla="*/ 3441240 w 3725019"/>
                      <a:gd name="connsiteY8-584" fmla="*/ 1408386 h 1418896"/>
                      <a:gd name="connsiteX9-585" fmla="*/ 1864688 w 3725019"/>
                      <a:gd name="connsiteY9-586" fmla="*/ 746234 h 1418896"/>
                      <a:gd name="connsiteX10-587" fmla="*/ 256605 w 3725019"/>
                      <a:gd name="connsiteY10-588" fmla="*/ 1418896 h 1418896"/>
                      <a:gd name="connsiteX11-589" fmla="*/ 0 w 3725019"/>
                      <a:gd name="connsiteY11-590" fmla="*/ 1331097 h 1418896"/>
                      <a:gd name="connsiteX12-591" fmla="*/ 1113454 w 3725019"/>
                      <a:gd name="connsiteY12-592" fmla="*/ 903890 h 1418896"/>
                      <a:gd name="connsiteX13-593" fmla="*/ 1102302 w 3725019"/>
                      <a:gd name="connsiteY13-594" fmla="*/ 451945 h 1418896"/>
                      <a:gd name="connsiteX14-595" fmla="*/ 183032 w 3725019"/>
                      <a:gd name="connsiteY14-596" fmla="*/ 84081 h 1418896"/>
                      <a:gd name="connsiteX15-597" fmla="*/ 162012 w 3725019"/>
                      <a:gd name="connsiteY15-598" fmla="*/ 73572 h 141889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  <a:cxn ang="0">
                        <a:pos x="connsiteX11-23" y="connsiteY11-24"/>
                      </a:cxn>
                      <a:cxn ang="0">
                        <a:pos x="connsiteX12-25" y="connsiteY12-26"/>
                      </a:cxn>
                      <a:cxn ang="0">
                        <a:pos x="connsiteX13-27" y="connsiteY13-28"/>
                      </a:cxn>
                      <a:cxn ang="0">
                        <a:pos x="connsiteX14-29" y="connsiteY14-30"/>
                      </a:cxn>
                      <a:cxn ang="0">
                        <a:pos x="connsiteX15-31" y="connsiteY15-32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731" name="Group 730"/>
              <p:cNvGrpSpPr/>
              <p:nvPr/>
            </p:nvGrpSpPr>
            <p:grpSpPr>
              <a:xfrm>
                <a:off x="9247893" y="4775686"/>
                <a:ext cx="393760" cy="218578"/>
                <a:chOff x="7493876" y="2774731"/>
                <a:chExt cx="1481958" cy="894622"/>
              </a:xfrm>
            </p:grpSpPr>
            <p:sp>
              <p:nvSpPr>
                <p:cNvPr id="734" name="Freeform 733"/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-1" fmla="*/ 8187558 w 8187558"/>
                    <a:gd name="connsiteY0-2" fmla="*/ 0 h 2617076"/>
                    <a:gd name="connsiteX1-3" fmla="*/ 8187558 w 8187558"/>
                    <a:gd name="connsiteY1-4" fmla="*/ 1271752 h 2617076"/>
                    <a:gd name="connsiteX2-5" fmla="*/ 4025462 w 8187558"/>
                    <a:gd name="connsiteY2-6" fmla="*/ 2617076 h 2617076"/>
                    <a:gd name="connsiteX3-7" fmla="*/ 0 w 8187558"/>
                    <a:gd name="connsiteY3-8" fmla="*/ 1229711 h 2617076"/>
                    <a:gd name="connsiteX4-9" fmla="*/ 31531 w 8187558"/>
                    <a:gd name="connsiteY4-10" fmla="*/ 147145 h 2617076"/>
                    <a:gd name="connsiteX5-11" fmla="*/ 4046482 w 8187558"/>
                    <a:gd name="connsiteY5-12" fmla="*/ 1576552 h 2617076"/>
                    <a:gd name="connsiteX6-13" fmla="*/ 8187558 w 8187558"/>
                    <a:gd name="connsiteY6-14" fmla="*/ 0 h 2617076"/>
                    <a:gd name="connsiteX0-15" fmla="*/ 8187558 w 8187558"/>
                    <a:gd name="connsiteY0-16" fmla="*/ 0 h 2617076"/>
                    <a:gd name="connsiteX1-17" fmla="*/ 8187558 w 8187558"/>
                    <a:gd name="connsiteY1-18" fmla="*/ 1271752 h 2617076"/>
                    <a:gd name="connsiteX2-19" fmla="*/ 4025462 w 8187558"/>
                    <a:gd name="connsiteY2-20" fmla="*/ 2617076 h 2617076"/>
                    <a:gd name="connsiteX3-21" fmla="*/ 0 w 8187558"/>
                    <a:gd name="connsiteY3-22" fmla="*/ 1229711 h 2617076"/>
                    <a:gd name="connsiteX4-23" fmla="*/ 31531 w 8187558"/>
                    <a:gd name="connsiteY4-24" fmla="*/ 147145 h 2617076"/>
                    <a:gd name="connsiteX5-25" fmla="*/ 4046482 w 8187558"/>
                    <a:gd name="connsiteY5-26" fmla="*/ 1576552 h 2617076"/>
                    <a:gd name="connsiteX6-27" fmla="*/ 8187558 w 8187558"/>
                    <a:gd name="connsiteY6-28" fmla="*/ 0 h 2617076"/>
                    <a:gd name="connsiteX0-29" fmla="*/ 8187558 w 8187558"/>
                    <a:gd name="connsiteY0-30" fmla="*/ 0 h 2617076"/>
                    <a:gd name="connsiteX1-31" fmla="*/ 8187558 w 8187558"/>
                    <a:gd name="connsiteY1-32" fmla="*/ 1271752 h 2617076"/>
                    <a:gd name="connsiteX2-33" fmla="*/ 4025462 w 8187558"/>
                    <a:gd name="connsiteY2-34" fmla="*/ 2617076 h 2617076"/>
                    <a:gd name="connsiteX3-35" fmla="*/ 0 w 8187558"/>
                    <a:gd name="connsiteY3-36" fmla="*/ 1229711 h 2617076"/>
                    <a:gd name="connsiteX4-37" fmla="*/ 31531 w 8187558"/>
                    <a:gd name="connsiteY4-38" fmla="*/ 147145 h 2617076"/>
                    <a:gd name="connsiteX5-39" fmla="*/ 4046482 w 8187558"/>
                    <a:gd name="connsiteY5-40" fmla="*/ 1576552 h 2617076"/>
                    <a:gd name="connsiteX6-41" fmla="*/ 8187558 w 8187558"/>
                    <a:gd name="connsiteY6-42" fmla="*/ 0 h 2617076"/>
                    <a:gd name="connsiteX0-43" fmla="*/ 8187558 w 8187558"/>
                    <a:gd name="connsiteY0-44" fmla="*/ 0 h 2617076"/>
                    <a:gd name="connsiteX1-45" fmla="*/ 8187558 w 8187558"/>
                    <a:gd name="connsiteY1-46" fmla="*/ 1271752 h 2617076"/>
                    <a:gd name="connsiteX2-47" fmla="*/ 4025462 w 8187558"/>
                    <a:gd name="connsiteY2-48" fmla="*/ 2617076 h 2617076"/>
                    <a:gd name="connsiteX3-49" fmla="*/ 0 w 8187558"/>
                    <a:gd name="connsiteY3-50" fmla="*/ 1229711 h 2617076"/>
                    <a:gd name="connsiteX4-51" fmla="*/ 31531 w 8187558"/>
                    <a:gd name="connsiteY4-52" fmla="*/ 147145 h 2617076"/>
                    <a:gd name="connsiteX5-53" fmla="*/ 4046482 w 8187558"/>
                    <a:gd name="connsiteY5-54" fmla="*/ 1576552 h 2617076"/>
                    <a:gd name="connsiteX6-55" fmla="*/ 8187558 w 8187558"/>
                    <a:gd name="connsiteY6-56" fmla="*/ 0 h 2617076"/>
                    <a:gd name="connsiteX0-57" fmla="*/ 8187558 w 8187558"/>
                    <a:gd name="connsiteY0-58" fmla="*/ 0 h 2617076"/>
                    <a:gd name="connsiteX1-59" fmla="*/ 8187558 w 8187558"/>
                    <a:gd name="connsiteY1-60" fmla="*/ 1271752 h 2617076"/>
                    <a:gd name="connsiteX2-61" fmla="*/ 4025462 w 8187558"/>
                    <a:gd name="connsiteY2-62" fmla="*/ 2617076 h 2617076"/>
                    <a:gd name="connsiteX3-63" fmla="*/ 0 w 8187558"/>
                    <a:gd name="connsiteY3-64" fmla="*/ 1229711 h 2617076"/>
                    <a:gd name="connsiteX4-65" fmla="*/ 31531 w 8187558"/>
                    <a:gd name="connsiteY4-66" fmla="*/ 147145 h 2617076"/>
                    <a:gd name="connsiteX5-67" fmla="*/ 4046482 w 8187558"/>
                    <a:gd name="connsiteY5-68" fmla="*/ 1576552 h 2617076"/>
                    <a:gd name="connsiteX6-69" fmla="*/ 8187558 w 8187558"/>
                    <a:gd name="connsiteY6-70" fmla="*/ 0 h 2617076"/>
                    <a:gd name="connsiteX0-71" fmla="*/ 8187558 w 8187558"/>
                    <a:gd name="connsiteY0-72" fmla="*/ 0 h 2617076"/>
                    <a:gd name="connsiteX1-73" fmla="*/ 8187558 w 8187558"/>
                    <a:gd name="connsiteY1-74" fmla="*/ 1271752 h 2617076"/>
                    <a:gd name="connsiteX2-75" fmla="*/ 4025462 w 8187558"/>
                    <a:gd name="connsiteY2-76" fmla="*/ 2617076 h 2617076"/>
                    <a:gd name="connsiteX3-77" fmla="*/ 0 w 8187558"/>
                    <a:gd name="connsiteY3-78" fmla="*/ 1229711 h 2617076"/>
                    <a:gd name="connsiteX4-79" fmla="*/ 31531 w 8187558"/>
                    <a:gd name="connsiteY4-80" fmla="*/ 147145 h 2617076"/>
                    <a:gd name="connsiteX5-81" fmla="*/ 4046482 w 8187558"/>
                    <a:gd name="connsiteY5-82" fmla="*/ 1576552 h 2617076"/>
                    <a:gd name="connsiteX6-83" fmla="*/ 8187558 w 8187558"/>
                    <a:gd name="connsiteY6-84" fmla="*/ 0 h 2617076"/>
                    <a:gd name="connsiteX0-85" fmla="*/ 8187558 w 8187558"/>
                    <a:gd name="connsiteY0-86" fmla="*/ 0 h 2638097"/>
                    <a:gd name="connsiteX1-87" fmla="*/ 8187558 w 8187558"/>
                    <a:gd name="connsiteY1-88" fmla="*/ 1271752 h 2638097"/>
                    <a:gd name="connsiteX2-89" fmla="*/ 4099035 w 8187558"/>
                    <a:gd name="connsiteY2-90" fmla="*/ 2638097 h 2638097"/>
                    <a:gd name="connsiteX3-91" fmla="*/ 0 w 8187558"/>
                    <a:gd name="connsiteY3-92" fmla="*/ 1229711 h 2638097"/>
                    <a:gd name="connsiteX4-93" fmla="*/ 31531 w 8187558"/>
                    <a:gd name="connsiteY4-94" fmla="*/ 147145 h 2638097"/>
                    <a:gd name="connsiteX5-95" fmla="*/ 4046482 w 8187558"/>
                    <a:gd name="connsiteY5-96" fmla="*/ 1576552 h 2638097"/>
                    <a:gd name="connsiteX6-97" fmla="*/ 8187558 w 8187558"/>
                    <a:gd name="connsiteY6-98" fmla="*/ 0 h 2638097"/>
                    <a:gd name="connsiteX0-99" fmla="*/ 8187558 w 8187558"/>
                    <a:gd name="connsiteY0-100" fmla="*/ 0 h 2638097"/>
                    <a:gd name="connsiteX1-101" fmla="*/ 8187558 w 8187558"/>
                    <a:gd name="connsiteY1-102" fmla="*/ 1271752 h 2638097"/>
                    <a:gd name="connsiteX2-103" fmla="*/ 4099035 w 8187558"/>
                    <a:gd name="connsiteY2-104" fmla="*/ 2638097 h 2638097"/>
                    <a:gd name="connsiteX3-105" fmla="*/ 0 w 8187558"/>
                    <a:gd name="connsiteY3-106" fmla="*/ 1229711 h 2638097"/>
                    <a:gd name="connsiteX4-107" fmla="*/ 31531 w 8187558"/>
                    <a:gd name="connsiteY4-108" fmla="*/ 147145 h 2638097"/>
                    <a:gd name="connsiteX5-109" fmla="*/ 4046482 w 8187558"/>
                    <a:gd name="connsiteY5-110" fmla="*/ 1576552 h 2638097"/>
                    <a:gd name="connsiteX6-111" fmla="*/ 8187558 w 8187558"/>
                    <a:gd name="connsiteY6-112" fmla="*/ 0 h 2638097"/>
                    <a:gd name="connsiteX0-113" fmla="*/ 8187558 w 8187558"/>
                    <a:gd name="connsiteY0-114" fmla="*/ 0 h 2638097"/>
                    <a:gd name="connsiteX1-115" fmla="*/ 8187558 w 8187558"/>
                    <a:gd name="connsiteY1-116" fmla="*/ 1271752 h 2638097"/>
                    <a:gd name="connsiteX2-117" fmla="*/ 4099035 w 8187558"/>
                    <a:gd name="connsiteY2-118" fmla="*/ 2638097 h 2638097"/>
                    <a:gd name="connsiteX3-119" fmla="*/ 0 w 8187558"/>
                    <a:gd name="connsiteY3-120" fmla="*/ 1229711 h 2638097"/>
                    <a:gd name="connsiteX4-121" fmla="*/ 31531 w 8187558"/>
                    <a:gd name="connsiteY4-122" fmla="*/ 147145 h 2638097"/>
                    <a:gd name="connsiteX5-123" fmla="*/ 4046482 w 8187558"/>
                    <a:gd name="connsiteY5-124" fmla="*/ 1576552 h 2638097"/>
                    <a:gd name="connsiteX6-125" fmla="*/ 8187558 w 8187558"/>
                    <a:gd name="connsiteY6-126" fmla="*/ 0 h 2638097"/>
                    <a:gd name="connsiteX0-127" fmla="*/ 8187558 w 8187558"/>
                    <a:gd name="connsiteY0-128" fmla="*/ 0 h 2638097"/>
                    <a:gd name="connsiteX1-129" fmla="*/ 8187558 w 8187558"/>
                    <a:gd name="connsiteY1-130" fmla="*/ 1271752 h 2638097"/>
                    <a:gd name="connsiteX2-131" fmla="*/ 4099035 w 8187558"/>
                    <a:gd name="connsiteY2-132" fmla="*/ 2638097 h 2638097"/>
                    <a:gd name="connsiteX3-133" fmla="*/ 0 w 8187558"/>
                    <a:gd name="connsiteY3-134" fmla="*/ 1229711 h 2638097"/>
                    <a:gd name="connsiteX4-135" fmla="*/ 31531 w 8187558"/>
                    <a:gd name="connsiteY4-136" fmla="*/ 147145 h 2638097"/>
                    <a:gd name="connsiteX5-137" fmla="*/ 4046482 w 8187558"/>
                    <a:gd name="connsiteY5-138" fmla="*/ 1576552 h 2638097"/>
                    <a:gd name="connsiteX6-139" fmla="*/ 8187558 w 8187558"/>
                    <a:gd name="connsiteY6-140" fmla="*/ 0 h 2638097"/>
                    <a:gd name="connsiteX0-141" fmla="*/ 8187558 w 8187558"/>
                    <a:gd name="connsiteY0-142" fmla="*/ 0 h 2638097"/>
                    <a:gd name="connsiteX1-143" fmla="*/ 8187558 w 8187558"/>
                    <a:gd name="connsiteY1-144" fmla="*/ 1271752 h 2638097"/>
                    <a:gd name="connsiteX2-145" fmla="*/ 4099035 w 8187558"/>
                    <a:gd name="connsiteY2-146" fmla="*/ 2638097 h 2638097"/>
                    <a:gd name="connsiteX3-147" fmla="*/ 0 w 8187558"/>
                    <a:gd name="connsiteY3-148" fmla="*/ 1229711 h 2638097"/>
                    <a:gd name="connsiteX4-149" fmla="*/ 31531 w 8187558"/>
                    <a:gd name="connsiteY4-150" fmla="*/ 147145 h 2638097"/>
                    <a:gd name="connsiteX5-151" fmla="*/ 4088524 w 8187558"/>
                    <a:gd name="connsiteY5-152" fmla="*/ 1597573 h 2638097"/>
                    <a:gd name="connsiteX6-153" fmla="*/ 8187558 w 8187558"/>
                    <a:gd name="connsiteY6-154" fmla="*/ 0 h 2638097"/>
                    <a:gd name="connsiteX0-155" fmla="*/ 8187558 w 8187558"/>
                    <a:gd name="connsiteY0-156" fmla="*/ 0 h 2638097"/>
                    <a:gd name="connsiteX1-157" fmla="*/ 8187558 w 8187558"/>
                    <a:gd name="connsiteY1-158" fmla="*/ 1271752 h 2638097"/>
                    <a:gd name="connsiteX2-159" fmla="*/ 4099035 w 8187558"/>
                    <a:gd name="connsiteY2-160" fmla="*/ 2638097 h 2638097"/>
                    <a:gd name="connsiteX3-161" fmla="*/ 0 w 8187558"/>
                    <a:gd name="connsiteY3-162" fmla="*/ 1229711 h 2638097"/>
                    <a:gd name="connsiteX4-163" fmla="*/ 31531 w 8187558"/>
                    <a:gd name="connsiteY4-164" fmla="*/ 147145 h 2638097"/>
                    <a:gd name="connsiteX5-165" fmla="*/ 4088524 w 8187558"/>
                    <a:gd name="connsiteY5-166" fmla="*/ 1597573 h 2638097"/>
                    <a:gd name="connsiteX6-167" fmla="*/ 8187558 w 8187558"/>
                    <a:gd name="connsiteY6-168" fmla="*/ 0 h 2638097"/>
                    <a:gd name="connsiteX0-169" fmla="*/ 8187558 w 8187558"/>
                    <a:gd name="connsiteY0-170" fmla="*/ 0 h 2638097"/>
                    <a:gd name="connsiteX1-171" fmla="*/ 8187558 w 8187558"/>
                    <a:gd name="connsiteY1-172" fmla="*/ 1271752 h 2638097"/>
                    <a:gd name="connsiteX2-173" fmla="*/ 4099035 w 8187558"/>
                    <a:gd name="connsiteY2-174" fmla="*/ 2638097 h 2638097"/>
                    <a:gd name="connsiteX3-175" fmla="*/ 0 w 8187558"/>
                    <a:gd name="connsiteY3-176" fmla="*/ 1229711 h 2638097"/>
                    <a:gd name="connsiteX4-177" fmla="*/ 31531 w 8187558"/>
                    <a:gd name="connsiteY4-178" fmla="*/ 147145 h 2638097"/>
                    <a:gd name="connsiteX5-179" fmla="*/ 4099035 w 8187558"/>
                    <a:gd name="connsiteY5-180" fmla="*/ 1566042 h 2638097"/>
                    <a:gd name="connsiteX6-181" fmla="*/ 8187558 w 8187558"/>
                    <a:gd name="connsiteY6-182" fmla="*/ 0 h 2638097"/>
                    <a:gd name="connsiteX0-183" fmla="*/ 8187558 w 8187558"/>
                    <a:gd name="connsiteY0-184" fmla="*/ 0 h 2638097"/>
                    <a:gd name="connsiteX1-185" fmla="*/ 8187558 w 8187558"/>
                    <a:gd name="connsiteY1-186" fmla="*/ 1271752 h 2638097"/>
                    <a:gd name="connsiteX2-187" fmla="*/ 4099035 w 8187558"/>
                    <a:gd name="connsiteY2-188" fmla="*/ 2638097 h 2638097"/>
                    <a:gd name="connsiteX3-189" fmla="*/ 0 w 8187558"/>
                    <a:gd name="connsiteY3-190" fmla="*/ 1229711 h 2638097"/>
                    <a:gd name="connsiteX4-191" fmla="*/ 31531 w 8187558"/>
                    <a:gd name="connsiteY4-192" fmla="*/ 147145 h 2638097"/>
                    <a:gd name="connsiteX5-193" fmla="*/ 4099035 w 8187558"/>
                    <a:gd name="connsiteY5-194" fmla="*/ 1566042 h 2638097"/>
                    <a:gd name="connsiteX6-195" fmla="*/ 8187558 w 8187558"/>
                    <a:gd name="connsiteY6-196" fmla="*/ 0 h 2638097"/>
                    <a:gd name="connsiteX0-197" fmla="*/ 8187558 w 8187558"/>
                    <a:gd name="connsiteY0-198" fmla="*/ 0 h 2638097"/>
                    <a:gd name="connsiteX1-199" fmla="*/ 8187558 w 8187558"/>
                    <a:gd name="connsiteY1-200" fmla="*/ 1271752 h 2638097"/>
                    <a:gd name="connsiteX2-201" fmla="*/ 4099035 w 8187558"/>
                    <a:gd name="connsiteY2-202" fmla="*/ 2638097 h 2638097"/>
                    <a:gd name="connsiteX3-203" fmla="*/ 0 w 8187558"/>
                    <a:gd name="connsiteY3-204" fmla="*/ 1229711 h 2638097"/>
                    <a:gd name="connsiteX4-205" fmla="*/ 31531 w 8187558"/>
                    <a:gd name="connsiteY4-206" fmla="*/ 147145 h 2638097"/>
                    <a:gd name="connsiteX5-207" fmla="*/ 4099035 w 8187558"/>
                    <a:gd name="connsiteY5-208" fmla="*/ 1566042 h 2638097"/>
                    <a:gd name="connsiteX6-209" fmla="*/ 8187558 w 8187558"/>
                    <a:gd name="connsiteY6-210" fmla="*/ 0 h 2638097"/>
                    <a:gd name="connsiteX0-211" fmla="*/ 8187558 w 8187558"/>
                    <a:gd name="connsiteY0-212" fmla="*/ 0 h 2638097"/>
                    <a:gd name="connsiteX1-213" fmla="*/ 8187558 w 8187558"/>
                    <a:gd name="connsiteY1-214" fmla="*/ 1271752 h 2638097"/>
                    <a:gd name="connsiteX2-215" fmla="*/ 4099035 w 8187558"/>
                    <a:gd name="connsiteY2-216" fmla="*/ 2638097 h 2638097"/>
                    <a:gd name="connsiteX3-217" fmla="*/ 0 w 8187558"/>
                    <a:gd name="connsiteY3-218" fmla="*/ 1229711 h 2638097"/>
                    <a:gd name="connsiteX4-219" fmla="*/ 31531 w 8187558"/>
                    <a:gd name="connsiteY4-220" fmla="*/ 147145 h 2638097"/>
                    <a:gd name="connsiteX5-221" fmla="*/ 4099035 w 8187558"/>
                    <a:gd name="connsiteY5-222" fmla="*/ 1566042 h 2638097"/>
                    <a:gd name="connsiteX6-223" fmla="*/ 8187558 w 8187558"/>
                    <a:gd name="connsiteY6-224" fmla="*/ 0 h 2638097"/>
                    <a:gd name="connsiteX0-225" fmla="*/ 8187558 w 8187558"/>
                    <a:gd name="connsiteY0-226" fmla="*/ 0 h 2638097"/>
                    <a:gd name="connsiteX1-227" fmla="*/ 8187558 w 8187558"/>
                    <a:gd name="connsiteY1-228" fmla="*/ 1271752 h 2638097"/>
                    <a:gd name="connsiteX2-229" fmla="*/ 4099035 w 8187558"/>
                    <a:gd name="connsiteY2-230" fmla="*/ 2638097 h 2638097"/>
                    <a:gd name="connsiteX3-231" fmla="*/ 0 w 8187558"/>
                    <a:gd name="connsiteY3-232" fmla="*/ 1229711 h 2638097"/>
                    <a:gd name="connsiteX4-233" fmla="*/ 31531 w 8187558"/>
                    <a:gd name="connsiteY4-234" fmla="*/ 147145 h 2638097"/>
                    <a:gd name="connsiteX5-235" fmla="*/ 4099035 w 8187558"/>
                    <a:gd name="connsiteY5-236" fmla="*/ 1566042 h 2638097"/>
                    <a:gd name="connsiteX6-237" fmla="*/ 8187558 w 8187558"/>
                    <a:gd name="connsiteY6-238" fmla="*/ 0 h 2638097"/>
                    <a:gd name="connsiteX0-239" fmla="*/ 8187558 w 8187558"/>
                    <a:gd name="connsiteY0-240" fmla="*/ 0 h 2638097"/>
                    <a:gd name="connsiteX1-241" fmla="*/ 8187558 w 8187558"/>
                    <a:gd name="connsiteY1-242" fmla="*/ 1271752 h 2638097"/>
                    <a:gd name="connsiteX2-243" fmla="*/ 4099035 w 8187558"/>
                    <a:gd name="connsiteY2-244" fmla="*/ 2638097 h 2638097"/>
                    <a:gd name="connsiteX3-245" fmla="*/ 0 w 8187558"/>
                    <a:gd name="connsiteY3-246" fmla="*/ 1229711 h 2638097"/>
                    <a:gd name="connsiteX4-247" fmla="*/ 31531 w 8187558"/>
                    <a:gd name="connsiteY4-248" fmla="*/ 147145 h 2638097"/>
                    <a:gd name="connsiteX5-249" fmla="*/ 4099035 w 8187558"/>
                    <a:gd name="connsiteY5-250" fmla="*/ 1566042 h 2638097"/>
                    <a:gd name="connsiteX6-251" fmla="*/ 8187558 w 8187558"/>
                    <a:gd name="connsiteY6-252" fmla="*/ 0 h 2638097"/>
                    <a:gd name="connsiteX0-253" fmla="*/ 8187558 w 8187558"/>
                    <a:gd name="connsiteY0-254" fmla="*/ 0 h 2638097"/>
                    <a:gd name="connsiteX1-255" fmla="*/ 8187558 w 8187558"/>
                    <a:gd name="connsiteY1-256" fmla="*/ 1271752 h 2638097"/>
                    <a:gd name="connsiteX2-257" fmla="*/ 4099035 w 8187558"/>
                    <a:gd name="connsiteY2-258" fmla="*/ 2638097 h 2638097"/>
                    <a:gd name="connsiteX3-259" fmla="*/ 0 w 8187558"/>
                    <a:gd name="connsiteY3-260" fmla="*/ 1229711 h 2638097"/>
                    <a:gd name="connsiteX4-261" fmla="*/ 31531 w 8187558"/>
                    <a:gd name="connsiteY4-262" fmla="*/ 147145 h 2638097"/>
                    <a:gd name="connsiteX5-263" fmla="*/ 4099035 w 8187558"/>
                    <a:gd name="connsiteY5-264" fmla="*/ 1566042 h 2638097"/>
                    <a:gd name="connsiteX6-265" fmla="*/ 8187558 w 8187558"/>
                    <a:gd name="connsiteY6-266" fmla="*/ 0 h 2638097"/>
                    <a:gd name="connsiteX0-267" fmla="*/ 8187558 w 8187558"/>
                    <a:gd name="connsiteY0-268" fmla="*/ 0 h 2638097"/>
                    <a:gd name="connsiteX1-269" fmla="*/ 8187558 w 8187558"/>
                    <a:gd name="connsiteY1-270" fmla="*/ 1271752 h 2638097"/>
                    <a:gd name="connsiteX2-271" fmla="*/ 4099035 w 8187558"/>
                    <a:gd name="connsiteY2-272" fmla="*/ 2638097 h 2638097"/>
                    <a:gd name="connsiteX3-273" fmla="*/ 0 w 8187558"/>
                    <a:gd name="connsiteY3-274" fmla="*/ 1229711 h 2638097"/>
                    <a:gd name="connsiteX4-275" fmla="*/ 31531 w 8187558"/>
                    <a:gd name="connsiteY4-276" fmla="*/ 147145 h 2638097"/>
                    <a:gd name="connsiteX5-277" fmla="*/ 4099035 w 8187558"/>
                    <a:gd name="connsiteY5-278" fmla="*/ 1566042 h 2638097"/>
                    <a:gd name="connsiteX6-279" fmla="*/ 8187558 w 8187558"/>
                    <a:gd name="connsiteY6-280" fmla="*/ 0 h 2638097"/>
                    <a:gd name="connsiteX0-281" fmla="*/ 8187558 w 8187558"/>
                    <a:gd name="connsiteY0-282" fmla="*/ 0 h 2638097"/>
                    <a:gd name="connsiteX1-283" fmla="*/ 8187558 w 8187558"/>
                    <a:gd name="connsiteY1-284" fmla="*/ 1271752 h 2638097"/>
                    <a:gd name="connsiteX2-285" fmla="*/ 4099035 w 8187558"/>
                    <a:gd name="connsiteY2-286" fmla="*/ 2638097 h 2638097"/>
                    <a:gd name="connsiteX3-287" fmla="*/ 0 w 8187558"/>
                    <a:gd name="connsiteY3-288" fmla="*/ 1229711 h 2638097"/>
                    <a:gd name="connsiteX4-289" fmla="*/ 31531 w 8187558"/>
                    <a:gd name="connsiteY4-290" fmla="*/ 147145 h 2638097"/>
                    <a:gd name="connsiteX5-291" fmla="*/ 4099035 w 8187558"/>
                    <a:gd name="connsiteY5-292" fmla="*/ 1566042 h 2638097"/>
                    <a:gd name="connsiteX6-293" fmla="*/ 8187558 w 8187558"/>
                    <a:gd name="connsiteY6-294" fmla="*/ 0 h 2638097"/>
                    <a:gd name="connsiteX0-295" fmla="*/ 8176538 w 8176538"/>
                    <a:gd name="connsiteY0-296" fmla="*/ 0 h 2638097"/>
                    <a:gd name="connsiteX1-297" fmla="*/ 8176538 w 8176538"/>
                    <a:gd name="connsiteY1-298" fmla="*/ 1271752 h 2638097"/>
                    <a:gd name="connsiteX2-299" fmla="*/ 4088015 w 8176538"/>
                    <a:gd name="connsiteY2-300" fmla="*/ 2638097 h 2638097"/>
                    <a:gd name="connsiteX3-301" fmla="*/ 0 w 8176538"/>
                    <a:gd name="connsiteY3-302" fmla="*/ 1269888 h 2638097"/>
                    <a:gd name="connsiteX4-303" fmla="*/ 20511 w 8176538"/>
                    <a:gd name="connsiteY4-304" fmla="*/ 147145 h 2638097"/>
                    <a:gd name="connsiteX5-305" fmla="*/ 4088015 w 8176538"/>
                    <a:gd name="connsiteY5-306" fmla="*/ 1566042 h 2638097"/>
                    <a:gd name="connsiteX6-307" fmla="*/ 8176538 w 8176538"/>
                    <a:gd name="connsiteY6-308" fmla="*/ 0 h 2638097"/>
                    <a:gd name="connsiteX0-309" fmla="*/ 8176538 w 8176538"/>
                    <a:gd name="connsiteY0-310" fmla="*/ 0 h 2772020"/>
                    <a:gd name="connsiteX1-311" fmla="*/ 8176538 w 8176538"/>
                    <a:gd name="connsiteY1-312" fmla="*/ 1271752 h 2772020"/>
                    <a:gd name="connsiteX2-313" fmla="*/ 4099034 w 8176538"/>
                    <a:gd name="connsiteY2-314" fmla="*/ 2772020 h 2772020"/>
                    <a:gd name="connsiteX3-315" fmla="*/ 0 w 8176538"/>
                    <a:gd name="connsiteY3-316" fmla="*/ 1269888 h 2772020"/>
                    <a:gd name="connsiteX4-317" fmla="*/ 20511 w 8176538"/>
                    <a:gd name="connsiteY4-318" fmla="*/ 147145 h 2772020"/>
                    <a:gd name="connsiteX5-319" fmla="*/ 4088015 w 8176538"/>
                    <a:gd name="connsiteY5-320" fmla="*/ 1566042 h 2772020"/>
                    <a:gd name="connsiteX6-321" fmla="*/ 8176538 w 8176538"/>
                    <a:gd name="connsiteY6-322" fmla="*/ 0 h 2772020"/>
                    <a:gd name="connsiteX0-323" fmla="*/ 8176538 w 8176538"/>
                    <a:gd name="connsiteY0-324" fmla="*/ 0 h 2772339"/>
                    <a:gd name="connsiteX1-325" fmla="*/ 8176538 w 8176538"/>
                    <a:gd name="connsiteY1-326" fmla="*/ 1378890 h 2772339"/>
                    <a:gd name="connsiteX2-327" fmla="*/ 4099034 w 8176538"/>
                    <a:gd name="connsiteY2-328" fmla="*/ 2772020 h 2772339"/>
                    <a:gd name="connsiteX3-329" fmla="*/ 0 w 8176538"/>
                    <a:gd name="connsiteY3-330" fmla="*/ 1269888 h 2772339"/>
                    <a:gd name="connsiteX4-331" fmla="*/ 20511 w 8176538"/>
                    <a:gd name="connsiteY4-332" fmla="*/ 147145 h 2772339"/>
                    <a:gd name="connsiteX5-333" fmla="*/ 4088015 w 8176538"/>
                    <a:gd name="connsiteY5-334" fmla="*/ 1566042 h 2772339"/>
                    <a:gd name="connsiteX6-335" fmla="*/ 8176538 w 8176538"/>
                    <a:gd name="connsiteY6-336" fmla="*/ 0 h 2772339"/>
                    <a:gd name="connsiteX0-337" fmla="*/ 8176538 w 8176538"/>
                    <a:gd name="connsiteY0-338" fmla="*/ 0 h 2825888"/>
                    <a:gd name="connsiteX1-339" fmla="*/ 8176538 w 8176538"/>
                    <a:gd name="connsiteY1-340" fmla="*/ 1378890 h 2825888"/>
                    <a:gd name="connsiteX2-341" fmla="*/ 4099034 w 8176538"/>
                    <a:gd name="connsiteY2-342" fmla="*/ 2825590 h 2825888"/>
                    <a:gd name="connsiteX3-343" fmla="*/ 0 w 8176538"/>
                    <a:gd name="connsiteY3-344" fmla="*/ 1269888 h 2825888"/>
                    <a:gd name="connsiteX4-345" fmla="*/ 20511 w 8176538"/>
                    <a:gd name="connsiteY4-346" fmla="*/ 147145 h 2825888"/>
                    <a:gd name="connsiteX5-347" fmla="*/ 4088015 w 8176538"/>
                    <a:gd name="connsiteY5-348" fmla="*/ 1566042 h 2825888"/>
                    <a:gd name="connsiteX6-349" fmla="*/ 8176538 w 8176538"/>
                    <a:gd name="connsiteY6-350" fmla="*/ 0 h 2825888"/>
                    <a:gd name="connsiteX0-351" fmla="*/ 8165518 w 8165518"/>
                    <a:gd name="connsiteY0-352" fmla="*/ 0 h 2825606"/>
                    <a:gd name="connsiteX1-353" fmla="*/ 8165518 w 8165518"/>
                    <a:gd name="connsiteY1-354" fmla="*/ 1378890 h 2825606"/>
                    <a:gd name="connsiteX2-355" fmla="*/ 4088014 w 8165518"/>
                    <a:gd name="connsiteY2-356" fmla="*/ 2825590 h 2825606"/>
                    <a:gd name="connsiteX3-357" fmla="*/ 0 w 8165518"/>
                    <a:gd name="connsiteY3-358" fmla="*/ 1403811 h 2825606"/>
                    <a:gd name="connsiteX4-359" fmla="*/ 9491 w 8165518"/>
                    <a:gd name="connsiteY4-360" fmla="*/ 147145 h 2825606"/>
                    <a:gd name="connsiteX5-361" fmla="*/ 4076995 w 8165518"/>
                    <a:gd name="connsiteY5-362" fmla="*/ 1566042 h 2825606"/>
                    <a:gd name="connsiteX6-363" fmla="*/ 8165518 w 8165518"/>
                    <a:gd name="connsiteY6-364" fmla="*/ 0 h 2825606"/>
                    <a:gd name="connsiteX0-365" fmla="*/ 8165518 w 8165518"/>
                    <a:gd name="connsiteY0-366" fmla="*/ 0 h 2879174"/>
                    <a:gd name="connsiteX1-367" fmla="*/ 8165518 w 8165518"/>
                    <a:gd name="connsiteY1-368" fmla="*/ 1378890 h 2879174"/>
                    <a:gd name="connsiteX2-369" fmla="*/ 4132092 w 8165518"/>
                    <a:gd name="connsiteY2-370" fmla="*/ 2879159 h 2879174"/>
                    <a:gd name="connsiteX3-371" fmla="*/ 0 w 8165518"/>
                    <a:gd name="connsiteY3-372" fmla="*/ 1403811 h 2879174"/>
                    <a:gd name="connsiteX4-373" fmla="*/ 9491 w 8165518"/>
                    <a:gd name="connsiteY4-374" fmla="*/ 147145 h 2879174"/>
                    <a:gd name="connsiteX5-375" fmla="*/ 4076995 w 8165518"/>
                    <a:gd name="connsiteY5-376" fmla="*/ 1566042 h 2879174"/>
                    <a:gd name="connsiteX6-377" fmla="*/ 8165518 w 8165518"/>
                    <a:gd name="connsiteY6-378" fmla="*/ 0 h 2879174"/>
                    <a:gd name="connsiteX0-379" fmla="*/ 8165518 w 8176537"/>
                    <a:gd name="connsiteY0-380" fmla="*/ 0 h 2879410"/>
                    <a:gd name="connsiteX1-381" fmla="*/ 8176537 w 8176537"/>
                    <a:gd name="connsiteY1-382" fmla="*/ 1499420 h 2879410"/>
                    <a:gd name="connsiteX2-383" fmla="*/ 4132092 w 8176537"/>
                    <a:gd name="connsiteY2-384" fmla="*/ 2879159 h 2879410"/>
                    <a:gd name="connsiteX3-385" fmla="*/ 0 w 8176537"/>
                    <a:gd name="connsiteY3-386" fmla="*/ 1403811 h 2879410"/>
                    <a:gd name="connsiteX4-387" fmla="*/ 9491 w 8176537"/>
                    <a:gd name="connsiteY4-388" fmla="*/ 147145 h 2879410"/>
                    <a:gd name="connsiteX5-389" fmla="*/ 4076995 w 8176537"/>
                    <a:gd name="connsiteY5-390" fmla="*/ 1566042 h 2879410"/>
                    <a:gd name="connsiteX6-391" fmla="*/ 8165518 w 8176537"/>
                    <a:gd name="connsiteY6-392" fmla="*/ 0 h 2879410"/>
                    <a:gd name="connsiteX0-393" fmla="*/ 8165518 w 8176537"/>
                    <a:gd name="connsiteY0-394" fmla="*/ 0 h 2879262"/>
                    <a:gd name="connsiteX1-395" fmla="*/ 8176537 w 8176537"/>
                    <a:gd name="connsiteY1-396" fmla="*/ 1499420 h 2879262"/>
                    <a:gd name="connsiteX2-397" fmla="*/ 4132092 w 8176537"/>
                    <a:gd name="connsiteY2-398" fmla="*/ 2879159 h 2879262"/>
                    <a:gd name="connsiteX3-399" fmla="*/ 0 w 8176537"/>
                    <a:gd name="connsiteY3-400" fmla="*/ 1403811 h 2879262"/>
                    <a:gd name="connsiteX4-401" fmla="*/ 9491 w 8176537"/>
                    <a:gd name="connsiteY4-402" fmla="*/ 147145 h 2879262"/>
                    <a:gd name="connsiteX5-403" fmla="*/ 4076995 w 8176537"/>
                    <a:gd name="connsiteY5-404" fmla="*/ 1566042 h 2879262"/>
                    <a:gd name="connsiteX6-405" fmla="*/ 8165518 w 8176537"/>
                    <a:gd name="connsiteY6-406" fmla="*/ 0 h 2879262"/>
                    <a:gd name="connsiteX0-407" fmla="*/ 8165518 w 8176537"/>
                    <a:gd name="connsiteY0-408" fmla="*/ 0 h 2879163"/>
                    <a:gd name="connsiteX1-409" fmla="*/ 8176537 w 8176537"/>
                    <a:gd name="connsiteY1-410" fmla="*/ 1499420 h 2879163"/>
                    <a:gd name="connsiteX2-411" fmla="*/ 4132092 w 8176537"/>
                    <a:gd name="connsiteY2-412" fmla="*/ 2879159 h 2879163"/>
                    <a:gd name="connsiteX3-413" fmla="*/ 0 w 8176537"/>
                    <a:gd name="connsiteY3-414" fmla="*/ 1510948 h 2879163"/>
                    <a:gd name="connsiteX4-415" fmla="*/ 9491 w 8176537"/>
                    <a:gd name="connsiteY4-416" fmla="*/ 147145 h 2879163"/>
                    <a:gd name="connsiteX5-417" fmla="*/ 4076995 w 8176537"/>
                    <a:gd name="connsiteY5-418" fmla="*/ 1566042 h 2879163"/>
                    <a:gd name="connsiteX6-419" fmla="*/ 8165518 w 8176537"/>
                    <a:gd name="connsiteY6-420" fmla="*/ 0 h 2879163"/>
                    <a:gd name="connsiteX0-421" fmla="*/ 8165518 w 8198577"/>
                    <a:gd name="connsiteY0-422" fmla="*/ 0 h 2879451"/>
                    <a:gd name="connsiteX1-423" fmla="*/ 8198577 w 8198577"/>
                    <a:gd name="connsiteY1-424" fmla="*/ 1606558 h 2879451"/>
                    <a:gd name="connsiteX2-425" fmla="*/ 4132092 w 8198577"/>
                    <a:gd name="connsiteY2-426" fmla="*/ 2879159 h 2879451"/>
                    <a:gd name="connsiteX3-427" fmla="*/ 0 w 8198577"/>
                    <a:gd name="connsiteY3-428" fmla="*/ 1510948 h 2879451"/>
                    <a:gd name="connsiteX4-429" fmla="*/ 9491 w 8198577"/>
                    <a:gd name="connsiteY4-430" fmla="*/ 147145 h 2879451"/>
                    <a:gd name="connsiteX5-431" fmla="*/ 4076995 w 8198577"/>
                    <a:gd name="connsiteY5-432" fmla="*/ 1566042 h 2879451"/>
                    <a:gd name="connsiteX6-433" fmla="*/ 8165518 w 8198577"/>
                    <a:gd name="connsiteY6-434" fmla="*/ 0 h 2879451"/>
                    <a:gd name="connsiteX0-435" fmla="*/ 8165518 w 8165518"/>
                    <a:gd name="connsiteY0-436" fmla="*/ 0 h 2880066"/>
                    <a:gd name="connsiteX1-437" fmla="*/ 8165518 w 8165518"/>
                    <a:gd name="connsiteY1-438" fmla="*/ 1673520 h 2880066"/>
                    <a:gd name="connsiteX2-439" fmla="*/ 4132092 w 8165518"/>
                    <a:gd name="connsiteY2-440" fmla="*/ 2879159 h 2880066"/>
                    <a:gd name="connsiteX3-441" fmla="*/ 0 w 8165518"/>
                    <a:gd name="connsiteY3-442" fmla="*/ 1510948 h 2880066"/>
                    <a:gd name="connsiteX4-443" fmla="*/ 9491 w 8165518"/>
                    <a:gd name="connsiteY4-444" fmla="*/ 147145 h 2880066"/>
                    <a:gd name="connsiteX5-445" fmla="*/ 4076995 w 8165518"/>
                    <a:gd name="connsiteY5-446" fmla="*/ 1566042 h 2880066"/>
                    <a:gd name="connsiteX6-447" fmla="*/ 8165518 w 8165518"/>
                    <a:gd name="connsiteY6-448" fmla="*/ 0 h 2880066"/>
                    <a:gd name="connsiteX0-449" fmla="*/ 8156794 w 8156794"/>
                    <a:gd name="connsiteY0-450" fmla="*/ 0 h 2879270"/>
                    <a:gd name="connsiteX1-451" fmla="*/ 8156794 w 8156794"/>
                    <a:gd name="connsiteY1-452" fmla="*/ 1673520 h 2879270"/>
                    <a:gd name="connsiteX2-453" fmla="*/ 4123368 w 8156794"/>
                    <a:gd name="connsiteY2-454" fmla="*/ 2879159 h 2879270"/>
                    <a:gd name="connsiteX3-455" fmla="*/ 2295 w 8156794"/>
                    <a:gd name="connsiteY3-456" fmla="*/ 1618086 h 2879270"/>
                    <a:gd name="connsiteX4-457" fmla="*/ 767 w 8156794"/>
                    <a:gd name="connsiteY4-458" fmla="*/ 147145 h 2879270"/>
                    <a:gd name="connsiteX5-459" fmla="*/ 4068271 w 8156794"/>
                    <a:gd name="connsiteY5-460" fmla="*/ 1566042 h 2879270"/>
                    <a:gd name="connsiteX6-461" fmla="*/ 8156794 w 8156794"/>
                    <a:gd name="connsiteY6-462" fmla="*/ 0 h 2879270"/>
                    <a:gd name="connsiteX0-463" fmla="*/ 8156794 w 8156794"/>
                    <a:gd name="connsiteY0-464" fmla="*/ 0 h 2973000"/>
                    <a:gd name="connsiteX1-465" fmla="*/ 8156794 w 8156794"/>
                    <a:gd name="connsiteY1-466" fmla="*/ 1673520 h 2973000"/>
                    <a:gd name="connsiteX2-467" fmla="*/ 4134388 w 8156794"/>
                    <a:gd name="connsiteY2-468" fmla="*/ 2972904 h 2973000"/>
                    <a:gd name="connsiteX3-469" fmla="*/ 2295 w 8156794"/>
                    <a:gd name="connsiteY3-470" fmla="*/ 1618086 h 2973000"/>
                    <a:gd name="connsiteX4-471" fmla="*/ 767 w 8156794"/>
                    <a:gd name="connsiteY4-472" fmla="*/ 147145 h 2973000"/>
                    <a:gd name="connsiteX5-473" fmla="*/ 4068271 w 8156794"/>
                    <a:gd name="connsiteY5-474" fmla="*/ 1566042 h 2973000"/>
                    <a:gd name="connsiteX6-475" fmla="*/ 8156794 w 8156794"/>
                    <a:gd name="connsiteY6-476" fmla="*/ 0 h 2973000"/>
                    <a:gd name="connsiteX0-477" fmla="*/ 8156794 w 8156794"/>
                    <a:gd name="connsiteY0-478" fmla="*/ 0 h 2973000"/>
                    <a:gd name="connsiteX1-479" fmla="*/ 8156794 w 8156794"/>
                    <a:gd name="connsiteY1-480" fmla="*/ 1673520 h 2973000"/>
                    <a:gd name="connsiteX2-481" fmla="*/ 4134388 w 8156794"/>
                    <a:gd name="connsiteY2-482" fmla="*/ 2972904 h 2973000"/>
                    <a:gd name="connsiteX3-483" fmla="*/ 2295 w 8156794"/>
                    <a:gd name="connsiteY3-484" fmla="*/ 1618086 h 2973000"/>
                    <a:gd name="connsiteX4-485" fmla="*/ 767 w 8156794"/>
                    <a:gd name="connsiteY4-486" fmla="*/ 147145 h 2973000"/>
                    <a:gd name="connsiteX5-487" fmla="*/ 4068271 w 8156794"/>
                    <a:gd name="connsiteY5-488" fmla="*/ 1566042 h 2973000"/>
                    <a:gd name="connsiteX6-489" fmla="*/ 8156794 w 8156794"/>
                    <a:gd name="connsiteY6-490" fmla="*/ 0 h 2973000"/>
                    <a:gd name="connsiteX0-491" fmla="*/ 8156794 w 8156794"/>
                    <a:gd name="connsiteY0-492" fmla="*/ 0 h 2973000"/>
                    <a:gd name="connsiteX1-493" fmla="*/ 8156794 w 8156794"/>
                    <a:gd name="connsiteY1-494" fmla="*/ 1673520 h 2973000"/>
                    <a:gd name="connsiteX2-495" fmla="*/ 4134388 w 8156794"/>
                    <a:gd name="connsiteY2-496" fmla="*/ 2972904 h 2973000"/>
                    <a:gd name="connsiteX3-497" fmla="*/ 2295 w 8156794"/>
                    <a:gd name="connsiteY3-498" fmla="*/ 1618086 h 2973000"/>
                    <a:gd name="connsiteX4-499" fmla="*/ 767 w 8156794"/>
                    <a:gd name="connsiteY4-500" fmla="*/ 147145 h 2973000"/>
                    <a:gd name="connsiteX5-501" fmla="*/ 4068271 w 8156794"/>
                    <a:gd name="connsiteY5-502" fmla="*/ 1566042 h 2973000"/>
                    <a:gd name="connsiteX6-503" fmla="*/ 8156794 w 8156794"/>
                    <a:gd name="connsiteY6-504" fmla="*/ 0 h 2973000"/>
                    <a:gd name="connsiteX0-505" fmla="*/ 8156794 w 8156794"/>
                    <a:gd name="connsiteY0-506" fmla="*/ 0 h 2973020"/>
                    <a:gd name="connsiteX1-507" fmla="*/ 8156794 w 8156794"/>
                    <a:gd name="connsiteY1-508" fmla="*/ 1673520 h 2973020"/>
                    <a:gd name="connsiteX2-509" fmla="*/ 4134388 w 8156794"/>
                    <a:gd name="connsiteY2-510" fmla="*/ 2972904 h 2973020"/>
                    <a:gd name="connsiteX3-511" fmla="*/ 2295 w 8156794"/>
                    <a:gd name="connsiteY3-512" fmla="*/ 1618086 h 2973020"/>
                    <a:gd name="connsiteX4-513" fmla="*/ 767 w 8156794"/>
                    <a:gd name="connsiteY4-514" fmla="*/ 147145 h 2973020"/>
                    <a:gd name="connsiteX5-515" fmla="*/ 4068271 w 8156794"/>
                    <a:gd name="connsiteY5-516" fmla="*/ 1566042 h 2973020"/>
                    <a:gd name="connsiteX6-517" fmla="*/ 8156794 w 8156794"/>
                    <a:gd name="connsiteY6-518" fmla="*/ 0 h 2973020"/>
                    <a:gd name="connsiteX0-519" fmla="*/ 8156794 w 8156794"/>
                    <a:gd name="connsiteY0-520" fmla="*/ 0 h 2973021"/>
                    <a:gd name="connsiteX1-521" fmla="*/ 8156794 w 8156794"/>
                    <a:gd name="connsiteY1-522" fmla="*/ 1673520 h 2973021"/>
                    <a:gd name="connsiteX2-523" fmla="*/ 4134388 w 8156794"/>
                    <a:gd name="connsiteY2-524" fmla="*/ 2972904 h 2973021"/>
                    <a:gd name="connsiteX3-525" fmla="*/ 2295 w 8156794"/>
                    <a:gd name="connsiteY3-526" fmla="*/ 1618086 h 2973021"/>
                    <a:gd name="connsiteX4-527" fmla="*/ 767 w 8156794"/>
                    <a:gd name="connsiteY4-528" fmla="*/ 147145 h 2973021"/>
                    <a:gd name="connsiteX5-529" fmla="*/ 4068271 w 8156794"/>
                    <a:gd name="connsiteY5-530" fmla="*/ 1566042 h 2973021"/>
                    <a:gd name="connsiteX6-531" fmla="*/ 8156794 w 8156794"/>
                    <a:gd name="connsiteY6-532" fmla="*/ 0 h 2973021"/>
                    <a:gd name="connsiteX0-533" fmla="*/ 8156794 w 8156794"/>
                    <a:gd name="connsiteY0-534" fmla="*/ 0 h 2973021"/>
                    <a:gd name="connsiteX1-535" fmla="*/ 8156794 w 8156794"/>
                    <a:gd name="connsiteY1-536" fmla="*/ 1673520 h 2973021"/>
                    <a:gd name="connsiteX2-537" fmla="*/ 4134388 w 8156794"/>
                    <a:gd name="connsiteY2-538" fmla="*/ 2972904 h 2973021"/>
                    <a:gd name="connsiteX3-539" fmla="*/ 2295 w 8156794"/>
                    <a:gd name="connsiteY3-540" fmla="*/ 1618086 h 2973021"/>
                    <a:gd name="connsiteX4-541" fmla="*/ 767 w 8156794"/>
                    <a:gd name="connsiteY4-542" fmla="*/ 147145 h 2973021"/>
                    <a:gd name="connsiteX5-543" fmla="*/ 4068271 w 8156794"/>
                    <a:gd name="connsiteY5-544" fmla="*/ 1566042 h 2973021"/>
                    <a:gd name="connsiteX6-545" fmla="*/ 8156794 w 8156794"/>
                    <a:gd name="connsiteY6-546" fmla="*/ 0 h 2973021"/>
                    <a:gd name="connsiteX0-547" fmla="*/ 8156794 w 8156794"/>
                    <a:gd name="connsiteY0-548" fmla="*/ 0 h 2973021"/>
                    <a:gd name="connsiteX1-549" fmla="*/ 8156794 w 8156794"/>
                    <a:gd name="connsiteY1-550" fmla="*/ 1673520 h 2973021"/>
                    <a:gd name="connsiteX2-551" fmla="*/ 4134388 w 8156794"/>
                    <a:gd name="connsiteY2-552" fmla="*/ 2972904 h 2973021"/>
                    <a:gd name="connsiteX3-553" fmla="*/ 2295 w 8156794"/>
                    <a:gd name="connsiteY3-554" fmla="*/ 1618086 h 2973021"/>
                    <a:gd name="connsiteX4-555" fmla="*/ 767 w 8156794"/>
                    <a:gd name="connsiteY4-556" fmla="*/ 147145 h 2973021"/>
                    <a:gd name="connsiteX5-557" fmla="*/ 4068271 w 8156794"/>
                    <a:gd name="connsiteY5-558" fmla="*/ 1566042 h 2973021"/>
                    <a:gd name="connsiteX6-559" fmla="*/ 8156794 w 8156794"/>
                    <a:gd name="connsiteY6-560" fmla="*/ 0 h 2973021"/>
                    <a:gd name="connsiteX0-561" fmla="*/ 8156794 w 8156794"/>
                    <a:gd name="connsiteY0-562" fmla="*/ 0 h 2973021"/>
                    <a:gd name="connsiteX1-563" fmla="*/ 8156794 w 8156794"/>
                    <a:gd name="connsiteY1-564" fmla="*/ 1673520 h 2973021"/>
                    <a:gd name="connsiteX2-565" fmla="*/ 4134388 w 8156794"/>
                    <a:gd name="connsiteY2-566" fmla="*/ 2972904 h 2973021"/>
                    <a:gd name="connsiteX3-567" fmla="*/ 2295 w 8156794"/>
                    <a:gd name="connsiteY3-568" fmla="*/ 1618086 h 2973021"/>
                    <a:gd name="connsiteX4-569" fmla="*/ 767 w 8156794"/>
                    <a:gd name="connsiteY4-570" fmla="*/ 147145 h 2973021"/>
                    <a:gd name="connsiteX5-571" fmla="*/ 4068271 w 8156794"/>
                    <a:gd name="connsiteY5-572" fmla="*/ 1566042 h 2973021"/>
                    <a:gd name="connsiteX6-573" fmla="*/ 8156794 w 8156794"/>
                    <a:gd name="connsiteY6-574" fmla="*/ 0 h 2973021"/>
                    <a:gd name="connsiteX0-575" fmla="*/ 8156794 w 8156794"/>
                    <a:gd name="connsiteY0-576" fmla="*/ 0 h 2973141"/>
                    <a:gd name="connsiteX1-577" fmla="*/ 8156794 w 8156794"/>
                    <a:gd name="connsiteY1-578" fmla="*/ 1673520 h 2973141"/>
                    <a:gd name="connsiteX2-579" fmla="*/ 4134388 w 8156794"/>
                    <a:gd name="connsiteY2-580" fmla="*/ 2972904 h 2973141"/>
                    <a:gd name="connsiteX3-581" fmla="*/ 2295 w 8156794"/>
                    <a:gd name="connsiteY3-582" fmla="*/ 1618086 h 2973141"/>
                    <a:gd name="connsiteX4-583" fmla="*/ 767 w 8156794"/>
                    <a:gd name="connsiteY4-584" fmla="*/ 147145 h 2973141"/>
                    <a:gd name="connsiteX5-585" fmla="*/ 4068271 w 8156794"/>
                    <a:gd name="connsiteY5-586" fmla="*/ 1566042 h 2973141"/>
                    <a:gd name="connsiteX6-587" fmla="*/ 8156794 w 8156794"/>
                    <a:gd name="connsiteY6-588" fmla="*/ 0 h 2973141"/>
                    <a:gd name="connsiteX0-589" fmla="*/ 8156794 w 8156794"/>
                    <a:gd name="connsiteY0-590" fmla="*/ 0 h 3066827"/>
                    <a:gd name="connsiteX1-591" fmla="*/ 8156794 w 8156794"/>
                    <a:gd name="connsiteY1-592" fmla="*/ 1673520 h 3066827"/>
                    <a:gd name="connsiteX2-593" fmla="*/ 4123353 w 8156794"/>
                    <a:gd name="connsiteY2-594" fmla="*/ 3066650 h 3066827"/>
                    <a:gd name="connsiteX3-595" fmla="*/ 2295 w 8156794"/>
                    <a:gd name="connsiteY3-596" fmla="*/ 1618086 h 3066827"/>
                    <a:gd name="connsiteX4-597" fmla="*/ 767 w 8156794"/>
                    <a:gd name="connsiteY4-598" fmla="*/ 147145 h 3066827"/>
                    <a:gd name="connsiteX5-599" fmla="*/ 4068271 w 8156794"/>
                    <a:gd name="connsiteY5-600" fmla="*/ 1566042 h 3066827"/>
                    <a:gd name="connsiteX6-601" fmla="*/ 8156794 w 8156794"/>
                    <a:gd name="connsiteY6-602" fmla="*/ 0 h 3066827"/>
                    <a:gd name="connsiteX0-603" fmla="*/ 8123689 w 8156794"/>
                    <a:gd name="connsiteY0-604" fmla="*/ 0 h 2999866"/>
                    <a:gd name="connsiteX1-605" fmla="*/ 8156794 w 8156794"/>
                    <a:gd name="connsiteY1-606" fmla="*/ 1606559 h 2999866"/>
                    <a:gd name="connsiteX2-607" fmla="*/ 4123353 w 8156794"/>
                    <a:gd name="connsiteY2-608" fmla="*/ 2999689 h 2999866"/>
                    <a:gd name="connsiteX3-609" fmla="*/ 2295 w 8156794"/>
                    <a:gd name="connsiteY3-610" fmla="*/ 1551125 h 2999866"/>
                    <a:gd name="connsiteX4-611" fmla="*/ 767 w 8156794"/>
                    <a:gd name="connsiteY4-612" fmla="*/ 80184 h 2999866"/>
                    <a:gd name="connsiteX5-613" fmla="*/ 4068271 w 8156794"/>
                    <a:gd name="connsiteY5-614" fmla="*/ 1499081 h 2999866"/>
                    <a:gd name="connsiteX6-615" fmla="*/ 8123689 w 8156794"/>
                    <a:gd name="connsiteY6-616" fmla="*/ 0 h 2999866"/>
                    <a:gd name="connsiteX0-617" fmla="*/ 8167828 w 8167828"/>
                    <a:gd name="connsiteY0-618" fmla="*/ 0 h 3026651"/>
                    <a:gd name="connsiteX1-619" fmla="*/ 8156794 w 8167828"/>
                    <a:gd name="connsiteY1-620" fmla="*/ 1633344 h 3026651"/>
                    <a:gd name="connsiteX2-621" fmla="*/ 4123353 w 8167828"/>
                    <a:gd name="connsiteY2-622" fmla="*/ 3026474 h 3026651"/>
                    <a:gd name="connsiteX3-623" fmla="*/ 2295 w 8167828"/>
                    <a:gd name="connsiteY3-624" fmla="*/ 1577910 h 3026651"/>
                    <a:gd name="connsiteX4-625" fmla="*/ 767 w 8167828"/>
                    <a:gd name="connsiteY4-626" fmla="*/ 106969 h 3026651"/>
                    <a:gd name="connsiteX5-627" fmla="*/ 4068271 w 8167828"/>
                    <a:gd name="connsiteY5-628" fmla="*/ 1525866 h 3026651"/>
                    <a:gd name="connsiteX6-629" fmla="*/ 8167828 w 8167828"/>
                    <a:gd name="connsiteY6-630" fmla="*/ 0 h 3026651"/>
                    <a:gd name="connsiteX0-631" fmla="*/ 8167828 w 8167828"/>
                    <a:gd name="connsiteY0-632" fmla="*/ 0 h 3027228"/>
                    <a:gd name="connsiteX1-633" fmla="*/ 8145760 w 8167828"/>
                    <a:gd name="connsiteY1-634" fmla="*/ 1686913 h 3027228"/>
                    <a:gd name="connsiteX2-635" fmla="*/ 4123353 w 8167828"/>
                    <a:gd name="connsiteY2-636" fmla="*/ 3026474 h 3027228"/>
                    <a:gd name="connsiteX3-637" fmla="*/ 2295 w 8167828"/>
                    <a:gd name="connsiteY3-638" fmla="*/ 1577910 h 3027228"/>
                    <a:gd name="connsiteX4-639" fmla="*/ 767 w 8167828"/>
                    <a:gd name="connsiteY4-640" fmla="*/ 106969 h 3027228"/>
                    <a:gd name="connsiteX5-641" fmla="*/ 4068271 w 8167828"/>
                    <a:gd name="connsiteY5-642" fmla="*/ 1525866 h 3027228"/>
                    <a:gd name="connsiteX6-643" fmla="*/ 8167828 w 8167828"/>
                    <a:gd name="connsiteY6-644" fmla="*/ 0 h 3027228"/>
                    <a:gd name="connsiteX0-645" fmla="*/ 8156794 w 8156794"/>
                    <a:gd name="connsiteY0-646" fmla="*/ 0 h 2933483"/>
                    <a:gd name="connsiteX1-647" fmla="*/ 8145760 w 8156794"/>
                    <a:gd name="connsiteY1-648" fmla="*/ 1593168 h 2933483"/>
                    <a:gd name="connsiteX2-649" fmla="*/ 4123353 w 8156794"/>
                    <a:gd name="connsiteY2-650" fmla="*/ 2932729 h 2933483"/>
                    <a:gd name="connsiteX3-651" fmla="*/ 2295 w 8156794"/>
                    <a:gd name="connsiteY3-652" fmla="*/ 1484165 h 2933483"/>
                    <a:gd name="connsiteX4-653" fmla="*/ 767 w 8156794"/>
                    <a:gd name="connsiteY4-654" fmla="*/ 13224 h 2933483"/>
                    <a:gd name="connsiteX5-655" fmla="*/ 4068271 w 8156794"/>
                    <a:gd name="connsiteY5-656" fmla="*/ 1432121 h 2933483"/>
                    <a:gd name="connsiteX6-657" fmla="*/ 8156794 w 8156794"/>
                    <a:gd name="connsiteY6-658" fmla="*/ 0 h 2933483"/>
                    <a:gd name="connsiteX0-659" fmla="*/ 8156794 w 8156794"/>
                    <a:gd name="connsiteY0-660" fmla="*/ 0 h 2933483"/>
                    <a:gd name="connsiteX1-661" fmla="*/ 8145760 w 8156794"/>
                    <a:gd name="connsiteY1-662" fmla="*/ 1593168 h 2933483"/>
                    <a:gd name="connsiteX2-663" fmla="*/ 4123353 w 8156794"/>
                    <a:gd name="connsiteY2-664" fmla="*/ 2932729 h 2933483"/>
                    <a:gd name="connsiteX3-665" fmla="*/ 2295 w 8156794"/>
                    <a:gd name="connsiteY3-666" fmla="*/ 1484165 h 2933483"/>
                    <a:gd name="connsiteX4-667" fmla="*/ 767 w 8156794"/>
                    <a:gd name="connsiteY4-668" fmla="*/ 13224 h 2933483"/>
                    <a:gd name="connsiteX5-669" fmla="*/ 4068271 w 8156794"/>
                    <a:gd name="connsiteY5-670" fmla="*/ 1432121 h 2933483"/>
                    <a:gd name="connsiteX6-671" fmla="*/ 8156794 w 8156794"/>
                    <a:gd name="connsiteY6-672" fmla="*/ 0 h 2933483"/>
                    <a:gd name="connsiteX0-673" fmla="*/ 8123689 w 8145760"/>
                    <a:gd name="connsiteY0-674" fmla="*/ 13560 h 2920259"/>
                    <a:gd name="connsiteX1-675" fmla="*/ 8145760 w 8145760"/>
                    <a:gd name="connsiteY1-676" fmla="*/ 1579944 h 2920259"/>
                    <a:gd name="connsiteX2-677" fmla="*/ 4123353 w 8145760"/>
                    <a:gd name="connsiteY2-678" fmla="*/ 2919505 h 2920259"/>
                    <a:gd name="connsiteX3-679" fmla="*/ 2295 w 8145760"/>
                    <a:gd name="connsiteY3-680" fmla="*/ 1470941 h 2920259"/>
                    <a:gd name="connsiteX4-681" fmla="*/ 767 w 8145760"/>
                    <a:gd name="connsiteY4-682" fmla="*/ 0 h 2920259"/>
                    <a:gd name="connsiteX5-683" fmla="*/ 4068271 w 8145760"/>
                    <a:gd name="connsiteY5-684" fmla="*/ 1418897 h 2920259"/>
                    <a:gd name="connsiteX6-685" fmla="*/ 8123689 w 8145760"/>
                    <a:gd name="connsiteY6-686" fmla="*/ 13560 h 2920259"/>
                    <a:gd name="connsiteX0-687" fmla="*/ 8178863 w 8178863"/>
                    <a:gd name="connsiteY0-688" fmla="*/ 26952 h 2920259"/>
                    <a:gd name="connsiteX1-689" fmla="*/ 8145760 w 8178863"/>
                    <a:gd name="connsiteY1-690" fmla="*/ 1579944 h 2920259"/>
                    <a:gd name="connsiteX2-691" fmla="*/ 4123353 w 8178863"/>
                    <a:gd name="connsiteY2-692" fmla="*/ 2919505 h 2920259"/>
                    <a:gd name="connsiteX3-693" fmla="*/ 2295 w 8178863"/>
                    <a:gd name="connsiteY3-694" fmla="*/ 1470941 h 2920259"/>
                    <a:gd name="connsiteX4-695" fmla="*/ 767 w 8178863"/>
                    <a:gd name="connsiteY4-696" fmla="*/ 0 h 2920259"/>
                    <a:gd name="connsiteX5-697" fmla="*/ 4068271 w 8178863"/>
                    <a:gd name="connsiteY5-698" fmla="*/ 1418897 h 2920259"/>
                    <a:gd name="connsiteX6-699" fmla="*/ 8178863 w 8178863"/>
                    <a:gd name="connsiteY6-700" fmla="*/ 26952 h 2920259"/>
                    <a:gd name="connsiteX0-701" fmla="*/ 8167827 w 8167827"/>
                    <a:gd name="connsiteY0-702" fmla="*/ 40343 h 2920259"/>
                    <a:gd name="connsiteX1-703" fmla="*/ 8145760 w 8167827"/>
                    <a:gd name="connsiteY1-704" fmla="*/ 1579944 h 2920259"/>
                    <a:gd name="connsiteX2-705" fmla="*/ 4123353 w 8167827"/>
                    <a:gd name="connsiteY2-706" fmla="*/ 2919505 h 2920259"/>
                    <a:gd name="connsiteX3-707" fmla="*/ 2295 w 8167827"/>
                    <a:gd name="connsiteY3-708" fmla="*/ 1470941 h 2920259"/>
                    <a:gd name="connsiteX4-709" fmla="*/ 767 w 8167827"/>
                    <a:gd name="connsiteY4-710" fmla="*/ 0 h 2920259"/>
                    <a:gd name="connsiteX5-711" fmla="*/ 4068271 w 8167827"/>
                    <a:gd name="connsiteY5-712" fmla="*/ 1418897 h 2920259"/>
                    <a:gd name="connsiteX6-713" fmla="*/ 8167827 w 8167827"/>
                    <a:gd name="connsiteY6-714" fmla="*/ 40343 h 2920259"/>
                    <a:gd name="connsiteX0-715" fmla="*/ 8123687 w 8145760"/>
                    <a:gd name="connsiteY0-716" fmla="*/ 53735 h 2920259"/>
                    <a:gd name="connsiteX1-717" fmla="*/ 8145760 w 8145760"/>
                    <a:gd name="connsiteY1-718" fmla="*/ 1579944 h 2920259"/>
                    <a:gd name="connsiteX2-719" fmla="*/ 4123353 w 8145760"/>
                    <a:gd name="connsiteY2-720" fmla="*/ 2919505 h 2920259"/>
                    <a:gd name="connsiteX3-721" fmla="*/ 2295 w 8145760"/>
                    <a:gd name="connsiteY3-722" fmla="*/ 1470941 h 2920259"/>
                    <a:gd name="connsiteX4-723" fmla="*/ 767 w 8145760"/>
                    <a:gd name="connsiteY4-724" fmla="*/ 0 h 2920259"/>
                    <a:gd name="connsiteX5-725" fmla="*/ 4068271 w 8145760"/>
                    <a:gd name="connsiteY5-726" fmla="*/ 1418897 h 2920259"/>
                    <a:gd name="connsiteX6-727" fmla="*/ 8123687 w 8145760"/>
                    <a:gd name="connsiteY6-728" fmla="*/ 53735 h 2920259"/>
                    <a:gd name="connsiteX0-729" fmla="*/ 8161918 w 8161918"/>
                    <a:gd name="connsiteY0-730" fmla="*/ 0 h 2943855"/>
                    <a:gd name="connsiteX1-731" fmla="*/ 8145760 w 8161918"/>
                    <a:gd name="connsiteY1-732" fmla="*/ 1603540 h 2943855"/>
                    <a:gd name="connsiteX2-733" fmla="*/ 4123353 w 8161918"/>
                    <a:gd name="connsiteY2-734" fmla="*/ 2943101 h 2943855"/>
                    <a:gd name="connsiteX3-735" fmla="*/ 2295 w 8161918"/>
                    <a:gd name="connsiteY3-736" fmla="*/ 1494537 h 2943855"/>
                    <a:gd name="connsiteX4-737" fmla="*/ 767 w 8161918"/>
                    <a:gd name="connsiteY4-738" fmla="*/ 23596 h 2943855"/>
                    <a:gd name="connsiteX5-739" fmla="*/ 4068271 w 8161918"/>
                    <a:gd name="connsiteY5-740" fmla="*/ 1442493 h 2943855"/>
                    <a:gd name="connsiteX6-741" fmla="*/ 8161918 w 8161918"/>
                    <a:gd name="connsiteY6-742" fmla="*/ 0 h 2943855"/>
                    <a:gd name="connsiteX0-743" fmla="*/ 8144926 w 8145760"/>
                    <a:gd name="connsiteY0-744" fmla="*/ 43424 h 2920259"/>
                    <a:gd name="connsiteX1-745" fmla="*/ 8145760 w 8145760"/>
                    <a:gd name="connsiteY1-746" fmla="*/ 1579944 h 2920259"/>
                    <a:gd name="connsiteX2-747" fmla="*/ 4123353 w 8145760"/>
                    <a:gd name="connsiteY2-748" fmla="*/ 2919505 h 2920259"/>
                    <a:gd name="connsiteX3-749" fmla="*/ 2295 w 8145760"/>
                    <a:gd name="connsiteY3-750" fmla="*/ 1470941 h 2920259"/>
                    <a:gd name="connsiteX4-751" fmla="*/ 767 w 8145760"/>
                    <a:gd name="connsiteY4-752" fmla="*/ 0 h 2920259"/>
                    <a:gd name="connsiteX5-753" fmla="*/ 4068271 w 8145760"/>
                    <a:gd name="connsiteY5-754" fmla="*/ 1418897 h 2920259"/>
                    <a:gd name="connsiteX6-755" fmla="*/ 8144926 w 8145760"/>
                    <a:gd name="connsiteY6-756" fmla="*/ 43424 h 2920259"/>
                    <a:gd name="connsiteX0-757" fmla="*/ 8161918 w 8161918"/>
                    <a:gd name="connsiteY0-758" fmla="*/ 0 h 2959321"/>
                    <a:gd name="connsiteX1-759" fmla="*/ 8145760 w 8161918"/>
                    <a:gd name="connsiteY1-760" fmla="*/ 1619006 h 2959321"/>
                    <a:gd name="connsiteX2-761" fmla="*/ 4123353 w 8161918"/>
                    <a:gd name="connsiteY2-762" fmla="*/ 2958567 h 2959321"/>
                    <a:gd name="connsiteX3-763" fmla="*/ 2295 w 8161918"/>
                    <a:gd name="connsiteY3-764" fmla="*/ 1510003 h 2959321"/>
                    <a:gd name="connsiteX4-765" fmla="*/ 767 w 8161918"/>
                    <a:gd name="connsiteY4-766" fmla="*/ 39062 h 2959321"/>
                    <a:gd name="connsiteX5-767" fmla="*/ 4068271 w 8161918"/>
                    <a:gd name="connsiteY5-768" fmla="*/ 1457959 h 2959321"/>
                    <a:gd name="connsiteX6-769" fmla="*/ 8161918 w 8161918"/>
                    <a:gd name="connsiteY6-770" fmla="*/ 0 h 2959321"/>
                    <a:gd name="connsiteX0-771" fmla="*/ 8161918 w 8162752"/>
                    <a:gd name="connsiteY0-772" fmla="*/ 0 h 2959488"/>
                    <a:gd name="connsiteX1-773" fmla="*/ 8162752 w 8162752"/>
                    <a:gd name="connsiteY1-774" fmla="*/ 1629317 h 2959488"/>
                    <a:gd name="connsiteX2-775" fmla="*/ 4123353 w 8162752"/>
                    <a:gd name="connsiteY2-776" fmla="*/ 2958567 h 2959488"/>
                    <a:gd name="connsiteX3-777" fmla="*/ 2295 w 8162752"/>
                    <a:gd name="connsiteY3-778" fmla="*/ 1510003 h 2959488"/>
                    <a:gd name="connsiteX4-779" fmla="*/ 767 w 8162752"/>
                    <a:gd name="connsiteY4-780" fmla="*/ 39062 h 2959488"/>
                    <a:gd name="connsiteX5-781" fmla="*/ 4068271 w 8162752"/>
                    <a:gd name="connsiteY5-782" fmla="*/ 1457959 h 2959488"/>
                    <a:gd name="connsiteX6-783" fmla="*/ 8161918 w 8162752"/>
                    <a:gd name="connsiteY6-784" fmla="*/ 0 h 2959488"/>
                    <a:gd name="connsiteX0-785" fmla="*/ 8165930 w 8166764"/>
                    <a:gd name="connsiteY0-786" fmla="*/ 7337 h 2966825"/>
                    <a:gd name="connsiteX1-787" fmla="*/ 8166764 w 8166764"/>
                    <a:gd name="connsiteY1-788" fmla="*/ 1636654 h 2966825"/>
                    <a:gd name="connsiteX2-789" fmla="*/ 4127365 w 8166764"/>
                    <a:gd name="connsiteY2-790" fmla="*/ 2965904 h 2966825"/>
                    <a:gd name="connsiteX3-791" fmla="*/ 6307 w 8166764"/>
                    <a:gd name="connsiteY3-792" fmla="*/ 1517340 h 2966825"/>
                    <a:gd name="connsiteX4-793" fmla="*/ 532 w 8166764"/>
                    <a:gd name="connsiteY4-794" fmla="*/ 0 h 2966825"/>
                    <a:gd name="connsiteX5-795" fmla="*/ 4072283 w 8166764"/>
                    <a:gd name="connsiteY5-796" fmla="*/ 1465296 h 2966825"/>
                    <a:gd name="connsiteX6-797" fmla="*/ 8165930 w 8166764"/>
                    <a:gd name="connsiteY6-798" fmla="*/ 7337 h 2966825"/>
                    <a:gd name="connsiteX0-799" fmla="*/ 8168119 w 8168953"/>
                    <a:gd name="connsiteY0-800" fmla="*/ 7337 h 2966682"/>
                    <a:gd name="connsiteX1-801" fmla="*/ 8168953 w 8168953"/>
                    <a:gd name="connsiteY1-802" fmla="*/ 1636654 h 2966682"/>
                    <a:gd name="connsiteX2-803" fmla="*/ 4129554 w 8168953"/>
                    <a:gd name="connsiteY2-804" fmla="*/ 2965904 h 2966682"/>
                    <a:gd name="connsiteX3-805" fmla="*/ 0 w 8168953"/>
                    <a:gd name="connsiteY3-806" fmla="*/ 1527651 h 2966682"/>
                    <a:gd name="connsiteX4-807" fmla="*/ 2721 w 8168953"/>
                    <a:gd name="connsiteY4-808" fmla="*/ 0 h 2966682"/>
                    <a:gd name="connsiteX5-809" fmla="*/ 4074472 w 8168953"/>
                    <a:gd name="connsiteY5-810" fmla="*/ 1465296 h 2966682"/>
                    <a:gd name="connsiteX6-811" fmla="*/ 8168119 w 8168953"/>
                    <a:gd name="connsiteY6-812" fmla="*/ 7337 h 2966682"/>
                    <a:gd name="connsiteX0-813" fmla="*/ 8168119 w 8168953"/>
                    <a:gd name="connsiteY0-814" fmla="*/ 7337 h 3100377"/>
                    <a:gd name="connsiteX1-815" fmla="*/ 8168953 w 8168953"/>
                    <a:gd name="connsiteY1-816" fmla="*/ 1636654 h 3100377"/>
                    <a:gd name="connsiteX2-817" fmla="*/ 4118520 w 8168953"/>
                    <a:gd name="connsiteY2-818" fmla="*/ 3099826 h 3100377"/>
                    <a:gd name="connsiteX3-819" fmla="*/ 0 w 8168953"/>
                    <a:gd name="connsiteY3-820" fmla="*/ 1527651 h 3100377"/>
                    <a:gd name="connsiteX4-821" fmla="*/ 2721 w 8168953"/>
                    <a:gd name="connsiteY4-822" fmla="*/ 0 h 3100377"/>
                    <a:gd name="connsiteX5-823" fmla="*/ 4074472 w 8168953"/>
                    <a:gd name="connsiteY5-824" fmla="*/ 1465296 h 3100377"/>
                    <a:gd name="connsiteX6-825" fmla="*/ 8168119 w 8168953"/>
                    <a:gd name="connsiteY6-826" fmla="*/ 7337 h 3100377"/>
                    <a:gd name="connsiteX0-827" fmla="*/ 8168119 w 8168953"/>
                    <a:gd name="connsiteY0-828" fmla="*/ 7337 h 3100429"/>
                    <a:gd name="connsiteX1-829" fmla="*/ 8168953 w 8168953"/>
                    <a:gd name="connsiteY1-830" fmla="*/ 1636654 h 3100429"/>
                    <a:gd name="connsiteX2-831" fmla="*/ 4118520 w 8168953"/>
                    <a:gd name="connsiteY2-832" fmla="*/ 3099826 h 3100429"/>
                    <a:gd name="connsiteX3-833" fmla="*/ 0 w 8168953"/>
                    <a:gd name="connsiteY3-834" fmla="*/ 1527651 h 3100429"/>
                    <a:gd name="connsiteX4-835" fmla="*/ 2721 w 8168953"/>
                    <a:gd name="connsiteY4-836" fmla="*/ 0 h 3100429"/>
                    <a:gd name="connsiteX5-837" fmla="*/ 4074472 w 8168953"/>
                    <a:gd name="connsiteY5-838" fmla="*/ 1465296 h 3100429"/>
                    <a:gd name="connsiteX6-839" fmla="*/ 8168119 w 8168953"/>
                    <a:gd name="connsiteY6-840" fmla="*/ 7337 h 3100429"/>
                    <a:gd name="connsiteX0-841" fmla="*/ 8165849 w 8166683"/>
                    <a:gd name="connsiteY0-842" fmla="*/ 7337 h 3099826"/>
                    <a:gd name="connsiteX1-843" fmla="*/ 8166683 w 8166683"/>
                    <a:gd name="connsiteY1-844" fmla="*/ 1636654 h 3099826"/>
                    <a:gd name="connsiteX2-845" fmla="*/ 4116250 w 8166683"/>
                    <a:gd name="connsiteY2-846" fmla="*/ 3099826 h 3099826"/>
                    <a:gd name="connsiteX3-847" fmla="*/ 8764 w 8166683"/>
                    <a:gd name="connsiteY3-848" fmla="*/ 1634789 h 3099826"/>
                    <a:gd name="connsiteX4-849" fmla="*/ 451 w 8166683"/>
                    <a:gd name="connsiteY4-850" fmla="*/ 0 h 3099826"/>
                    <a:gd name="connsiteX5-851" fmla="*/ 4072202 w 8166683"/>
                    <a:gd name="connsiteY5-852" fmla="*/ 1465296 h 3099826"/>
                    <a:gd name="connsiteX6-853" fmla="*/ 8165849 w 8166683"/>
                    <a:gd name="connsiteY6-854" fmla="*/ 7337 h 3099826"/>
                    <a:gd name="connsiteX0-855" fmla="*/ 8165849 w 8166683"/>
                    <a:gd name="connsiteY0-856" fmla="*/ 7337 h 3099826"/>
                    <a:gd name="connsiteX1-857" fmla="*/ 8166683 w 8166683"/>
                    <a:gd name="connsiteY1-858" fmla="*/ 1636654 h 3099826"/>
                    <a:gd name="connsiteX2-859" fmla="*/ 4116250 w 8166683"/>
                    <a:gd name="connsiteY2-860" fmla="*/ 3099826 h 3099826"/>
                    <a:gd name="connsiteX3-861" fmla="*/ 8764 w 8166683"/>
                    <a:gd name="connsiteY3-862" fmla="*/ 1634789 h 3099826"/>
                    <a:gd name="connsiteX4-863" fmla="*/ 451 w 8166683"/>
                    <a:gd name="connsiteY4-864" fmla="*/ 0 h 3099826"/>
                    <a:gd name="connsiteX5-865" fmla="*/ 4072202 w 8166683"/>
                    <a:gd name="connsiteY5-866" fmla="*/ 1465296 h 3099826"/>
                    <a:gd name="connsiteX6-867" fmla="*/ 8165849 w 8166683"/>
                    <a:gd name="connsiteY6-868" fmla="*/ 7337 h 3099826"/>
                    <a:gd name="connsiteX0-869" fmla="*/ 8165849 w 8166683"/>
                    <a:gd name="connsiteY0-870" fmla="*/ 7337 h 3099826"/>
                    <a:gd name="connsiteX1-871" fmla="*/ 8166683 w 8166683"/>
                    <a:gd name="connsiteY1-872" fmla="*/ 1636654 h 3099826"/>
                    <a:gd name="connsiteX2-873" fmla="*/ 4116250 w 8166683"/>
                    <a:gd name="connsiteY2-874" fmla="*/ 3099826 h 3099826"/>
                    <a:gd name="connsiteX3-875" fmla="*/ 8764 w 8166683"/>
                    <a:gd name="connsiteY3-876" fmla="*/ 1634789 h 3099826"/>
                    <a:gd name="connsiteX4-877" fmla="*/ 451 w 8166683"/>
                    <a:gd name="connsiteY4-878" fmla="*/ 0 h 3099826"/>
                    <a:gd name="connsiteX5-879" fmla="*/ 4061168 w 8166683"/>
                    <a:gd name="connsiteY5-880" fmla="*/ 1438511 h 3099826"/>
                    <a:gd name="connsiteX6-881" fmla="*/ 8165849 w 8166683"/>
                    <a:gd name="connsiteY6-882" fmla="*/ 7337 h 3099826"/>
                    <a:gd name="connsiteX0-883" fmla="*/ 8165849 w 8166683"/>
                    <a:gd name="connsiteY0-884" fmla="*/ 7337 h 3099826"/>
                    <a:gd name="connsiteX1-885" fmla="*/ 8166683 w 8166683"/>
                    <a:gd name="connsiteY1-886" fmla="*/ 1636654 h 3099826"/>
                    <a:gd name="connsiteX2-887" fmla="*/ 4116250 w 8166683"/>
                    <a:gd name="connsiteY2-888" fmla="*/ 3099826 h 3099826"/>
                    <a:gd name="connsiteX3-889" fmla="*/ 8764 w 8166683"/>
                    <a:gd name="connsiteY3-890" fmla="*/ 1634789 h 3099826"/>
                    <a:gd name="connsiteX4-891" fmla="*/ 451 w 8166683"/>
                    <a:gd name="connsiteY4-892" fmla="*/ 0 h 3099826"/>
                    <a:gd name="connsiteX5-893" fmla="*/ 4061168 w 8166683"/>
                    <a:gd name="connsiteY5-894" fmla="*/ 1438511 h 3099826"/>
                    <a:gd name="connsiteX6-895" fmla="*/ 8165849 w 8166683"/>
                    <a:gd name="connsiteY6-896" fmla="*/ 7337 h 309982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35" name="Oval 734"/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736" name="Group 735"/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737" name="Freeform 736"/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-1" fmla="*/ 3725333 w 4641485"/>
                      <a:gd name="connsiteY0-2" fmla="*/ 0 h 1049866"/>
                      <a:gd name="connsiteX1-3" fmla="*/ 4641485 w 4641485"/>
                      <a:gd name="connsiteY1-4" fmla="*/ 239402 h 1049866"/>
                      <a:gd name="connsiteX2-5" fmla="*/ 3962400 w 4641485"/>
                      <a:gd name="connsiteY2-6" fmla="*/ 541866 h 1049866"/>
                      <a:gd name="connsiteX3-7" fmla="*/ 3742267 w 4641485"/>
                      <a:gd name="connsiteY3-8" fmla="*/ 457200 h 1049866"/>
                      <a:gd name="connsiteX4-9" fmla="*/ 2269067 w 4641485"/>
                      <a:gd name="connsiteY4-10" fmla="*/ 1049866 h 1049866"/>
                      <a:gd name="connsiteX5-11" fmla="*/ 880533 w 4641485"/>
                      <a:gd name="connsiteY5-12" fmla="*/ 457200 h 1049866"/>
                      <a:gd name="connsiteX6-13" fmla="*/ 592667 w 4641485"/>
                      <a:gd name="connsiteY6-14" fmla="*/ 541866 h 1049866"/>
                      <a:gd name="connsiteX7-15" fmla="*/ 0 w 4641485"/>
                      <a:gd name="connsiteY7-16" fmla="*/ 254000 h 1049866"/>
                      <a:gd name="connsiteX8-17" fmla="*/ 880533 w 4641485"/>
                      <a:gd name="connsiteY8-18" fmla="*/ 16933 h 1049866"/>
                      <a:gd name="connsiteX9-19" fmla="*/ 2302933 w 4641485"/>
                      <a:gd name="connsiteY9-20" fmla="*/ 626533 h 1049866"/>
                      <a:gd name="connsiteX10-21" fmla="*/ 3725333 w 4641485"/>
                      <a:gd name="connsiteY10-22" fmla="*/ 0 h 1049866"/>
                      <a:gd name="connsiteX0-23" fmla="*/ 3756864 w 4673016"/>
                      <a:gd name="connsiteY0-24" fmla="*/ 0 h 1049866"/>
                      <a:gd name="connsiteX1-25" fmla="*/ 4673016 w 4673016"/>
                      <a:gd name="connsiteY1-26" fmla="*/ 239402 h 1049866"/>
                      <a:gd name="connsiteX2-27" fmla="*/ 3993931 w 4673016"/>
                      <a:gd name="connsiteY2-28" fmla="*/ 541866 h 1049866"/>
                      <a:gd name="connsiteX3-29" fmla="*/ 3773798 w 4673016"/>
                      <a:gd name="connsiteY3-30" fmla="*/ 457200 h 1049866"/>
                      <a:gd name="connsiteX4-31" fmla="*/ 2300598 w 4673016"/>
                      <a:gd name="connsiteY4-32" fmla="*/ 1049866 h 1049866"/>
                      <a:gd name="connsiteX5-33" fmla="*/ 912064 w 4673016"/>
                      <a:gd name="connsiteY5-34" fmla="*/ 457200 h 1049866"/>
                      <a:gd name="connsiteX6-35" fmla="*/ 624198 w 4673016"/>
                      <a:gd name="connsiteY6-36" fmla="*/ 541866 h 1049866"/>
                      <a:gd name="connsiteX7-37" fmla="*/ 0 w 4673016"/>
                      <a:gd name="connsiteY7-38" fmla="*/ 232979 h 1049866"/>
                      <a:gd name="connsiteX8-39" fmla="*/ 912064 w 4673016"/>
                      <a:gd name="connsiteY8-40" fmla="*/ 16933 h 1049866"/>
                      <a:gd name="connsiteX9-41" fmla="*/ 2334464 w 4673016"/>
                      <a:gd name="connsiteY9-42" fmla="*/ 626533 h 1049866"/>
                      <a:gd name="connsiteX10-43" fmla="*/ 3756864 w 4673016"/>
                      <a:gd name="connsiteY10-44" fmla="*/ 0 h 1049866"/>
                      <a:gd name="connsiteX0-45" fmla="*/ 3756864 w 4673016"/>
                      <a:gd name="connsiteY0-46" fmla="*/ 0 h 1049866"/>
                      <a:gd name="connsiteX1-47" fmla="*/ 4673016 w 4673016"/>
                      <a:gd name="connsiteY1-48" fmla="*/ 239402 h 1049866"/>
                      <a:gd name="connsiteX2-49" fmla="*/ 3993931 w 4673016"/>
                      <a:gd name="connsiteY2-50" fmla="*/ 541866 h 1049866"/>
                      <a:gd name="connsiteX3-51" fmla="*/ 3784308 w 4673016"/>
                      <a:gd name="connsiteY3-52" fmla="*/ 404648 h 1049866"/>
                      <a:gd name="connsiteX4-53" fmla="*/ 2300598 w 4673016"/>
                      <a:gd name="connsiteY4-54" fmla="*/ 1049866 h 1049866"/>
                      <a:gd name="connsiteX5-55" fmla="*/ 912064 w 4673016"/>
                      <a:gd name="connsiteY5-56" fmla="*/ 457200 h 1049866"/>
                      <a:gd name="connsiteX6-57" fmla="*/ 624198 w 4673016"/>
                      <a:gd name="connsiteY6-58" fmla="*/ 541866 h 1049866"/>
                      <a:gd name="connsiteX7-59" fmla="*/ 0 w 4673016"/>
                      <a:gd name="connsiteY7-60" fmla="*/ 232979 h 1049866"/>
                      <a:gd name="connsiteX8-61" fmla="*/ 912064 w 4673016"/>
                      <a:gd name="connsiteY8-62" fmla="*/ 16933 h 1049866"/>
                      <a:gd name="connsiteX9-63" fmla="*/ 2334464 w 4673016"/>
                      <a:gd name="connsiteY9-64" fmla="*/ 626533 h 1049866"/>
                      <a:gd name="connsiteX10-65" fmla="*/ 3756864 w 4673016"/>
                      <a:gd name="connsiteY10-66" fmla="*/ 0 h 1049866"/>
                      <a:gd name="connsiteX0-67" fmla="*/ 3756864 w 4673016"/>
                      <a:gd name="connsiteY0-68" fmla="*/ 0 h 1049866"/>
                      <a:gd name="connsiteX1-69" fmla="*/ 4673016 w 4673016"/>
                      <a:gd name="connsiteY1-70" fmla="*/ 239402 h 1049866"/>
                      <a:gd name="connsiteX2-71" fmla="*/ 3993931 w 4673016"/>
                      <a:gd name="connsiteY2-72" fmla="*/ 541866 h 1049866"/>
                      <a:gd name="connsiteX3-73" fmla="*/ 3794818 w 4673016"/>
                      <a:gd name="connsiteY3-74" fmla="*/ 436179 h 1049866"/>
                      <a:gd name="connsiteX4-75" fmla="*/ 2300598 w 4673016"/>
                      <a:gd name="connsiteY4-76" fmla="*/ 1049866 h 1049866"/>
                      <a:gd name="connsiteX5-77" fmla="*/ 912064 w 4673016"/>
                      <a:gd name="connsiteY5-78" fmla="*/ 457200 h 1049866"/>
                      <a:gd name="connsiteX6-79" fmla="*/ 624198 w 4673016"/>
                      <a:gd name="connsiteY6-80" fmla="*/ 541866 h 1049866"/>
                      <a:gd name="connsiteX7-81" fmla="*/ 0 w 4673016"/>
                      <a:gd name="connsiteY7-82" fmla="*/ 232979 h 1049866"/>
                      <a:gd name="connsiteX8-83" fmla="*/ 912064 w 4673016"/>
                      <a:gd name="connsiteY8-84" fmla="*/ 16933 h 1049866"/>
                      <a:gd name="connsiteX9-85" fmla="*/ 2334464 w 4673016"/>
                      <a:gd name="connsiteY9-86" fmla="*/ 626533 h 1049866"/>
                      <a:gd name="connsiteX10-87" fmla="*/ 3756864 w 4673016"/>
                      <a:gd name="connsiteY10-88" fmla="*/ 0 h 1049866"/>
                      <a:gd name="connsiteX0-89" fmla="*/ 3756864 w 4673016"/>
                      <a:gd name="connsiteY0-90" fmla="*/ 0 h 1049866"/>
                      <a:gd name="connsiteX1-91" fmla="*/ 4673016 w 4673016"/>
                      <a:gd name="connsiteY1-92" fmla="*/ 239402 h 1049866"/>
                      <a:gd name="connsiteX2-93" fmla="*/ 3993931 w 4673016"/>
                      <a:gd name="connsiteY2-94" fmla="*/ 541866 h 1049866"/>
                      <a:gd name="connsiteX3-95" fmla="*/ 3794818 w 4673016"/>
                      <a:gd name="connsiteY3-96" fmla="*/ 436179 h 1049866"/>
                      <a:gd name="connsiteX4-97" fmla="*/ 2300598 w 4673016"/>
                      <a:gd name="connsiteY4-98" fmla="*/ 1049866 h 1049866"/>
                      <a:gd name="connsiteX5-99" fmla="*/ 912064 w 4673016"/>
                      <a:gd name="connsiteY5-100" fmla="*/ 457200 h 1049866"/>
                      <a:gd name="connsiteX6-101" fmla="*/ 624198 w 4673016"/>
                      <a:gd name="connsiteY6-102" fmla="*/ 541866 h 1049866"/>
                      <a:gd name="connsiteX7-103" fmla="*/ 0 w 4673016"/>
                      <a:gd name="connsiteY7-104" fmla="*/ 232979 h 1049866"/>
                      <a:gd name="connsiteX8-105" fmla="*/ 912064 w 4673016"/>
                      <a:gd name="connsiteY8-106" fmla="*/ 16933 h 1049866"/>
                      <a:gd name="connsiteX9-107" fmla="*/ 2323954 w 4673016"/>
                      <a:gd name="connsiteY9-108" fmla="*/ 616023 h 1049866"/>
                      <a:gd name="connsiteX10-109" fmla="*/ 3756864 w 4673016"/>
                      <a:gd name="connsiteY10-110" fmla="*/ 0 h 1049866"/>
                      <a:gd name="connsiteX0-111" fmla="*/ 3756864 w 4673016"/>
                      <a:gd name="connsiteY0-112" fmla="*/ 0 h 1049866"/>
                      <a:gd name="connsiteX1-113" fmla="*/ 4673016 w 4673016"/>
                      <a:gd name="connsiteY1-114" fmla="*/ 239402 h 1049866"/>
                      <a:gd name="connsiteX2-115" fmla="*/ 3993931 w 4673016"/>
                      <a:gd name="connsiteY2-116" fmla="*/ 541866 h 1049866"/>
                      <a:gd name="connsiteX3-117" fmla="*/ 3794818 w 4673016"/>
                      <a:gd name="connsiteY3-118" fmla="*/ 436179 h 1049866"/>
                      <a:gd name="connsiteX4-119" fmla="*/ 2300598 w 4673016"/>
                      <a:gd name="connsiteY4-120" fmla="*/ 1049866 h 1049866"/>
                      <a:gd name="connsiteX5-121" fmla="*/ 912064 w 4673016"/>
                      <a:gd name="connsiteY5-122" fmla="*/ 457200 h 1049866"/>
                      <a:gd name="connsiteX6-123" fmla="*/ 624198 w 4673016"/>
                      <a:gd name="connsiteY6-124" fmla="*/ 541866 h 1049866"/>
                      <a:gd name="connsiteX7-125" fmla="*/ 0 w 4673016"/>
                      <a:gd name="connsiteY7-126" fmla="*/ 275021 h 1049866"/>
                      <a:gd name="connsiteX8-127" fmla="*/ 912064 w 4673016"/>
                      <a:gd name="connsiteY8-128" fmla="*/ 16933 h 1049866"/>
                      <a:gd name="connsiteX9-129" fmla="*/ 2323954 w 4673016"/>
                      <a:gd name="connsiteY9-130" fmla="*/ 616023 h 1049866"/>
                      <a:gd name="connsiteX10-131" fmla="*/ 3756864 w 4673016"/>
                      <a:gd name="connsiteY10-132" fmla="*/ 0 h 1049866"/>
                      <a:gd name="connsiteX0-133" fmla="*/ 3756864 w 4673016"/>
                      <a:gd name="connsiteY0-134" fmla="*/ 0 h 1049866"/>
                      <a:gd name="connsiteX1-135" fmla="*/ 4673016 w 4673016"/>
                      <a:gd name="connsiteY1-136" fmla="*/ 239402 h 1049866"/>
                      <a:gd name="connsiteX2-137" fmla="*/ 3993931 w 4673016"/>
                      <a:gd name="connsiteY2-138" fmla="*/ 541866 h 1049866"/>
                      <a:gd name="connsiteX3-139" fmla="*/ 3815839 w 4673016"/>
                      <a:gd name="connsiteY3-140" fmla="*/ 467710 h 1049866"/>
                      <a:gd name="connsiteX4-141" fmla="*/ 2300598 w 4673016"/>
                      <a:gd name="connsiteY4-142" fmla="*/ 1049866 h 1049866"/>
                      <a:gd name="connsiteX5-143" fmla="*/ 912064 w 4673016"/>
                      <a:gd name="connsiteY5-144" fmla="*/ 457200 h 1049866"/>
                      <a:gd name="connsiteX6-145" fmla="*/ 624198 w 4673016"/>
                      <a:gd name="connsiteY6-146" fmla="*/ 541866 h 1049866"/>
                      <a:gd name="connsiteX7-147" fmla="*/ 0 w 4673016"/>
                      <a:gd name="connsiteY7-148" fmla="*/ 275021 h 1049866"/>
                      <a:gd name="connsiteX8-149" fmla="*/ 912064 w 4673016"/>
                      <a:gd name="connsiteY8-150" fmla="*/ 16933 h 1049866"/>
                      <a:gd name="connsiteX9-151" fmla="*/ 2323954 w 4673016"/>
                      <a:gd name="connsiteY9-152" fmla="*/ 616023 h 1049866"/>
                      <a:gd name="connsiteX10-153" fmla="*/ 3756864 w 4673016"/>
                      <a:gd name="connsiteY10-154" fmla="*/ 0 h 104986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38" name="Freeform 737"/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39" name="Freeform 738"/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40" name="Freeform 739"/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-1" fmla="*/ 168165 w 3731172"/>
                      <a:gd name="connsiteY0-2" fmla="*/ 73572 h 1418896"/>
                      <a:gd name="connsiteX1-3" fmla="*/ 451945 w 3731172"/>
                      <a:gd name="connsiteY1-4" fmla="*/ 0 h 1418896"/>
                      <a:gd name="connsiteX2-5" fmla="*/ 1881352 w 3731172"/>
                      <a:gd name="connsiteY2-6" fmla="*/ 599089 h 1418896"/>
                      <a:gd name="connsiteX3-7" fmla="*/ 3363310 w 3731172"/>
                      <a:gd name="connsiteY3-8" fmla="*/ 0 h 1418896"/>
                      <a:gd name="connsiteX4-9" fmla="*/ 3584027 w 3731172"/>
                      <a:gd name="connsiteY4-10" fmla="*/ 73572 h 1418896"/>
                      <a:gd name="connsiteX5-11" fmla="*/ 2627586 w 3731172"/>
                      <a:gd name="connsiteY5-12" fmla="*/ 441434 h 1418896"/>
                      <a:gd name="connsiteX6-13" fmla="*/ 2596055 w 3731172"/>
                      <a:gd name="connsiteY6-14" fmla="*/ 914400 h 1418896"/>
                      <a:gd name="connsiteX7-15" fmla="*/ 3731172 w 3731172"/>
                      <a:gd name="connsiteY7-16" fmla="*/ 1345324 h 1418896"/>
                      <a:gd name="connsiteX8-17" fmla="*/ 3447393 w 3731172"/>
                      <a:gd name="connsiteY8-18" fmla="*/ 1408386 h 1418896"/>
                      <a:gd name="connsiteX9-19" fmla="*/ 1870841 w 3731172"/>
                      <a:gd name="connsiteY9-20" fmla="*/ 746234 h 1418896"/>
                      <a:gd name="connsiteX10-21" fmla="*/ 262758 w 3731172"/>
                      <a:gd name="connsiteY10-22" fmla="*/ 1418896 h 1418896"/>
                      <a:gd name="connsiteX11-23" fmla="*/ 0 w 3731172"/>
                      <a:gd name="connsiteY11-24" fmla="*/ 1324303 h 1418896"/>
                      <a:gd name="connsiteX12-25" fmla="*/ 1145627 w 3731172"/>
                      <a:gd name="connsiteY12-26" fmla="*/ 882869 h 1418896"/>
                      <a:gd name="connsiteX13-27" fmla="*/ 1114096 w 3731172"/>
                      <a:gd name="connsiteY13-28" fmla="*/ 409903 h 1418896"/>
                      <a:gd name="connsiteX14-29" fmla="*/ 441434 w 3731172"/>
                      <a:gd name="connsiteY14-30" fmla="*/ 10510 h 1418896"/>
                      <a:gd name="connsiteX15-31" fmla="*/ 441434 w 3731172"/>
                      <a:gd name="connsiteY15-32" fmla="*/ 10510 h 1418896"/>
                      <a:gd name="connsiteX0-33" fmla="*/ 168165 w 3731172"/>
                      <a:gd name="connsiteY0-34" fmla="*/ 73572 h 1418896"/>
                      <a:gd name="connsiteX1-35" fmla="*/ 451945 w 3731172"/>
                      <a:gd name="connsiteY1-36" fmla="*/ 0 h 1418896"/>
                      <a:gd name="connsiteX2-37" fmla="*/ 1881352 w 3731172"/>
                      <a:gd name="connsiteY2-38" fmla="*/ 599089 h 1418896"/>
                      <a:gd name="connsiteX3-39" fmla="*/ 3363310 w 3731172"/>
                      <a:gd name="connsiteY3-40" fmla="*/ 0 h 1418896"/>
                      <a:gd name="connsiteX4-41" fmla="*/ 3584027 w 3731172"/>
                      <a:gd name="connsiteY4-42" fmla="*/ 73572 h 1418896"/>
                      <a:gd name="connsiteX5-43" fmla="*/ 2627586 w 3731172"/>
                      <a:gd name="connsiteY5-44" fmla="*/ 441434 h 1418896"/>
                      <a:gd name="connsiteX6-45" fmla="*/ 2596055 w 3731172"/>
                      <a:gd name="connsiteY6-46" fmla="*/ 914400 h 1418896"/>
                      <a:gd name="connsiteX7-47" fmla="*/ 3731172 w 3731172"/>
                      <a:gd name="connsiteY7-48" fmla="*/ 1345324 h 1418896"/>
                      <a:gd name="connsiteX8-49" fmla="*/ 3447393 w 3731172"/>
                      <a:gd name="connsiteY8-50" fmla="*/ 1408386 h 1418896"/>
                      <a:gd name="connsiteX9-51" fmla="*/ 1870841 w 3731172"/>
                      <a:gd name="connsiteY9-52" fmla="*/ 746234 h 1418896"/>
                      <a:gd name="connsiteX10-53" fmla="*/ 262758 w 3731172"/>
                      <a:gd name="connsiteY10-54" fmla="*/ 1418896 h 1418896"/>
                      <a:gd name="connsiteX11-55" fmla="*/ 0 w 3731172"/>
                      <a:gd name="connsiteY11-56" fmla="*/ 1324303 h 1418896"/>
                      <a:gd name="connsiteX12-57" fmla="*/ 1145627 w 3731172"/>
                      <a:gd name="connsiteY12-58" fmla="*/ 882869 h 1418896"/>
                      <a:gd name="connsiteX13-59" fmla="*/ 1114096 w 3731172"/>
                      <a:gd name="connsiteY13-60" fmla="*/ 409903 h 1418896"/>
                      <a:gd name="connsiteX14-61" fmla="*/ 441434 w 3731172"/>
                      <a:gd name="connsiteY14-62" fmla="*/ 10510 h 1418896"/>
                      <a:gd name="connsiteX0-63" fmla="*/ 168165 w 3731172"/>
                      <a:gd name="connsiteY0-64" fmla="*/ 73572 h 1418896"/>
                      <a:gd name="connsiteX1-65" fmla="*/ 451945 w 3731172"/>
                      <a:gd name="connsiteY1-66" fmla="*/ 0 h 1418896"/>
                      <a:gd name="connsiteX2-67" fmla="*/ 1881352 w 3731172"/>
                      <a:gd name="connsiteY2-68" fmla="*/ 599089 h 1418896"/>
                      <a:gd name="connsiteX3-69" fmla="*/ 3363310 w 3731172"/>
                      <a:gd name="connsiteY3-70" fmla="*/ 0 h 1418896"/>
                      <a:gd name="connsiteX4-71" fmla="*/ 3584027 w 3731172"/>
                      <a:gd name="connsiteY4-72" fmla="*/ 73572 h 1418896"/>
                      <a:gd name="connsiteX5-73" fmla="*/ 2627586 w 3731172"/>
                      <a:gd name="connsiteY5-74" fmla="*/ 441434 h 1418896"/>
                      <a:gd name="connsiteX6-75" fmla="*/ 2596055 w 3731172"/>
                      <a:gd name="connsiteY6-76" fmla="*/ 914400 h 1418896"/>
                      <a:gd name="connsiteX7-77" fmla="*/ 3731172 w 3731172"/>
                      <a:gd name="connsiteY7-78" fmla="*/ 1345324 h 1418896"/>
                      <a:gd name="connsiteX8-79" fmla="*/ 3447393 w 3731172"/>
                      <a:gd name="connsiteY8-80" fmla="*/ 1408386 h 1418896"/>
                      <a:gd name="connsiteX9-81" fmla="*/ 1870841 w 3731172"/>
                      <a:gd name="connsiteY9-82" fmla="*/ 746234 h 1418896"/>
                      <a:gd name="connsiteX10-83" fmla="*/ 262758 w 3731172"/>
                      <a:gd name="connsiteY10-84" fmla="*/ 1418896 h 1418896"/>
                      <a:gd name="connsiteX11-85" fmla="*/ 0 w 3731172"/>
                      <a:gd name="connsiteY11-86" fmla="*/ 1324303 h 1418896"/>
                      <a:gd name="connsiteX12-87" fmla="*/ 1145627 w 3731172"/>
                      <a:gd name="connsiteY12-88" fmla="*/ 882869 h 1418896"/>
                      <a:gd name="connsiteX13-89" fmla="*/ 1114096 w 3731172"/>
                      <a:gd name="connsiteY13-90" fmla="*/ 409903 h 1418896"/>
                      <a:gd name="connsiteX14-91" fmla="*/ 357351 w 3731172"/>
                      <a:gd name="connsiteY14-92" fmla="*/ 115613 h 1418896"/>
                      <a:gd name="connsiteX0-93" fmla="*/ 168165 w 3731172"/>
                      <a:gd name="connsiteY0-94" fmla="*/ 73572 h 1418896"/>
                      <a:gd name="connsiteX1-95" fmla="*/ 451945 w 3731172"/>
                      <a:gd name="connsiteY1-96" fmla="*/ 0 h 1418896"/>
                      <a:gd name="connsiteX2-97" fmla="*/ 1881352 w 3731172"/>
                      <a:gd name="connsiteY2-98" fmla="*/ 599089 h 1418896"/>
                      <a:gd name="connsiteX3-99" fmla="*/ 3363310 w 3731172"/>
                      <a:gd name="connsiteY3-100" fmla="*/ 0 h 1418896"/>
                      <a:gd name="connsiteX4-101" fmla="*/ 3584027 w 3731172"/>
                      <a:gd name="connsiteY4-102" fmla="*/ 73572 h 1418896"/>
                      <a:gd name="connsiteX5-103" fmla="*/ 2627586 w 3731172"/>
                      <a:gd name="connsiteY5-104" fmla="*/ 441434 h 1418896"/>
                      <a:gd name="connsiteX6-105" fmla="*/ 2596055 w 3731172"/>
                      <a:gd name="connsiteY6-106" fmla="*/ 914400 h 1418896"/>
                      <a:gd name="connsiteX7-107" fmla="*/ 3731172 w 3731172"/>
                      <a:gd name="connsiteY7-108" fmla="*/ 1345324 h 1418896"/>
                      <a:gd name="connsiteX8-109" fmla="*/ 3447393 w 3731172"/>
                      <a:gd name="connsiteY8-110" fmla="*/ 1408386 h 1418896"/>
                      <a:gd name="connsiteX9-111" fmla="*/ 1870841 w 3731172"/>
                      <a:gd name="connsiteY9-112" fmla="*/ 746234 h 1418896"/>
                      <a:gd name="connsiteX10-113" fmla="*/ 262758 w 3731172"/>
                      <a:gd name="connsiteY10-114" fmla="*/ 1418896 h 1418896"/>
                      <a:gd name="connsiteX11-115" fmla="*/ 0 w 3731172"/>
                      <a:gd name="connsiteY11-116" fmla="*/ 1324303 h 1418896"/>
                      <a:gd name="connsiteX12-117" fmla="*/ 1145627 w 3731172"/>
                      <a:gd name="connsiteY12-118" fmla="*/ 882869 h 1418896"/>
                      <a:gd name="connsiteX13-119" fmla="*/ 1114096 w 3731172"/>
                      <a:gd name="connsiteY13-120" fmla="*/ 409903 h 1418896"/>
                      <a:gd name="connsiteX14-121" fmla="*/ 147144 w 3731172"/>
                      <a:gd name="connsiteY14-122" fmla="*/ 63061 h 1418896"/>
                      <a:gd name="connsiteX0-123" fmla="*/ 168165 w 3731172"/>
                      <a:gd name="connsiteY0-124" fmla="*/ 73572 h 1418896"/>
                      <a:gd name="connsiteX1-125" fmla="*/ 451945 w 3731172"/>
                      <a:gd name="connsiteY1-126" fmla="*/ 0 h 1418896"/>
                      <a:gd name="connsiteX2-127" fmla="*/ 1881352 w 3731172"/>
                      <a:gd name="connsiteY2-128" fmla="*/ 599089 h 1418896"/>
                      <a:gd name="connsiteX3-129" fmla="*/ 3363310 w 3731172"/>
                      <a:gd name="connsiteY3-130" fmla="*/ 0 h 1418896"/>
                      <a:gd name="connsiteX4-131" fmla="*/ 3584027 w 3731172"/>
                      <a:gd name="connsiteY4-132" fmla="*/ 73572 h 1418896"/>
                      <a:gd name="connsiteX5-133" fmla="*/ 2627586 w 3731172"/>
                      <a:gd name="connsiteY5-134" fmla="*/ 441434 h 1418896"/>
                      <a:gd name="connsiteX6-135" fmla="*/ 2596055 w 3731172"/>
                      <a:gd name="connsiteY6-136" fmla="*/ 914400 h 1418896"/>
                      <a:gd name="connsiteX7-137" fmla="*/ 3731172 w 3731172"/>
                      <a:gd name="connsiteY7-138" fmla="*/ 1345324 h 1418896"/>
                      <a:gd name="connsiteX8-139" fmla="*/ 3447393 w 3731172"/>
                      <a:gd name="connsiteY8-140" fmla="*/ 1408386 h 1418896"/>
                      <a:gd name="connsiteX9-141" fmla="*/ 1870841 w 3731172"/>
                      <a:gd name="connsiteY9-142" fmla="*/ 746234 h 1418896"/>
                      <a:gd name="connsiteX10-143" fmla="*/ 262758 w 3731172"/>
                      <a:gd name="connsiteY10-144" fmla="*/ 1418896 h 1418896"/>
                      <a:gd name="connsiteX11-145" fmla="*/ 0 w 3731172"/>
                      <a:gd name="connsiteY11-146" fmla="*/ 1324303 h 1418896"/>
                      <a:gd name="connsiteX12-147" fmla="*/ 1145627 w 3731172"/>
                      <a:gd name="connsiteY12-148" fmla="*/ 882869 h 1418896"/>
                      <a:gd name="connsiteX13-149" fmla="*/ 1114096 w 3731172"/>
                      <a:gd name="connsiteY13-150" fmla="*/ 420413 h 1418896"/>
                      <a:gd name="connsiteX14-151" fmla="*/ 147144 w 3731172"/>
                      <a:gd name="connsiteY14-152" fmla="*/ 63061 h 1418896"/>
                      <a:gd name="connsiteX0-153" fmla="*/ 168165 w 3731172"/>
                      <a:gd name="connsiteY0-154" fmla="*/ 73572 h 1418896"/>
                      <a:gd name="connsiteX1-155" fmla="*/ 451945 w 3731172"/>
                      <a:gd name="connsiteY1-156" fmla="*/ 0 h 1418896"/>
                      <a:gd name="connsiteX2-157" fmla="*/ 1881352 w 3731172"/>
                      <a:gd name="connsiteY2-158" fmla="*/ 599089 h 1418896"/>
                      <a:gd name="connsiteX3-159" fmla="*/ 3363310 w 3731172"/>
                      <a:gd name="connsiteY3-160" fmla="*/ 0 h 1418896"/>
                      <a:gd name="connsiteX4-161" fmla="*/ 3584027 w 3731172"/>
                      <a:gd name="connsiteY4-162" fmla="*/ 73572 h 1418896"/>
                      <a:gd name="connsiteX5-163" fmla="*/ 2627586 w 3731172"/>
                      <a:gd name="connsiteY5-164" fmla="*/ 441434 h 1418896"/>
                      <a:gd name="connsiteX6-165" fmla="*/ 2596055 w 3731172"/>
                      <a:gd name="connsiteY6-166" fmla="*/ 914400 h 1418896"/>
                      <a:gd name="connsiteX7-167" fmla="*/ 3731172 w 3731172"/>
                      <a:gd name="connsiteY7-168" fmla="*/ 1345324 h 1418896"/>
                      <a:gd name="connsiteX8-169" fmla="*/ 3447393 w 3731172"/>
                      <a:gd name="connsiteY8-170" fmla="*/ 1408386 h 1418896"/>
                      <a:gd name="connsiteX9-171" fmla="*/ 1870841 w 3731172"/>
                      <a:gd name="connsiteY9-172" fmla="*/ 746234 h 1418896"/>
                      <a:gd name="connsiteX10-173" fmla="*/ 262758 w 3731172"/>
                      <a:gd name="connsiteY10-174" fmla="*/ 1418896 h 1418896"/>
                      <a:gd name="connsiteX11-175" fmla="*/ 0 w 3731172"/>
                      <a:gd name="connsiteY11-176" fmla="*/ 1324303 h 1418896"/>
                      <a:gd name="connsiteX12-177" fmla="*/ 1145627 w 3731172"/>
                      <a:gd name="connsiteY12-178" fmla="*/ 882869 h 1418896"/>
                      <a:gd name="connsiteX13-179" fmla="*/ 1114096 w 3731172"/>
                      <a:gd name="connsiteY13-180" fmla="*/ 420413 h 1418896"/>
                      <a:gd name="connsiteX14-181" fmla="*/ 189185 w 3731172"/>
                      <a:gd name="connsiteY14-182" fmla="*/ 84081 h 1418896"/>
                      <a:gd name="connsiteX0-183" fmla="*/ 168165 w 3731172"/>
                      <a:gd name="connsiteY0-184" fmla="*/ 73572 h 1418896"/>
                      <a:gd name="connsiteX1-185" fmla="*/ 451945 w 3731172"/>
                      <a:gd name="connsiteY1-186" fmla="*/ 0 h 1418896"/>
                      <a:gd name="connsiteX2-187" fmla="*/ 1881352 w 3731172"/>
                      <a:gd name="connsiteY2-188" fmla="*/ 599089 h 1418896"/>
                      <a:gd name="connsiteX3-189" fmla="*/ 3363310 w 3731172"/>
                      <a:gd name="connsiteY3-190" fmla="*/ 0 h 1418896"/>
                      <a:gd name="connsiteX4-191" fmla="*/ 3584027 w 3731172"/>
                      <a:gd name="connsiteY4-192" fmla="*/ 73572 h 1418896"/>
                      <a:gd name="connsiteX5-193" fmla="*/ 2627586 w 3731172"/>
                      <a:gd name="connsiteY5-194" fmla="*/ 441434 h 1418896"/>
                      <a:gd name="connsiteX6-195" fmla="*/ 2596055 w 3731172"/>
                      <a:gd name="connsiteY6-196" fmla="*/ 914400 h 1418896"/>
                      <a:gd name="connsiteX7-197" fmla="*/ 3731172 w 3731172"/>
                      <a:gd name="connsiteY7-198" fmla="*/ 1345324 h 1418896"/>
                      <a:gd name="connsiteX8-199" fmla="*/ 3447393 w 3731172"/>
                      <a:gd name="connsiteY8-200" fmla="*/ 1408386 h 1418896"/>
                      <a:gd name="connsiteX9-201" fmla="*/ 1870841 w 3731172"/>
                      <a:gd name="connsiteY9-202" fmla="*/ 746234 h 1418896"/>
                      <a:gd name="connsiteX10-203" fmla="*/ 262758 w 3731172"/>
                      <a:gd name="connsiteY10-204" fmla="*/ 1418896 h 1418896"/>
                      <a:gd name="connsiteX11-205" fmla="*/ 0 w 3731172"/>
                      <a:gd name="connsiteY11-206" fmla="*/ 1324303 h 1418896"/>
                      <a:gd name="connsiteX12-207" fmla="*/ 1145627 w 3731172"/>
                      <a:gd name="connsiteY12-208" fmla="*/ 882869 h 1418896"/>
                      <a:gd name="connsiteX13-209" fmla="*/ 1114096 w 3731172"/>
                      <a:gd name="connsiteY13-210" fmla="*/ 420413 h 1418896"/>
                      <a:gd name="connsiteX14-211" fmla="*/ 189185 w 3731172"/>
                      <a:gd name="connsiteY14-212" fmla="*/ 84081 h 1418896"/>
                      <a:gd name="connsiteX15-213" fmla="*/ 168165 w 3731172"/>
                      <a:gd name="connsiteY15-214" fmla="*/ 73572 h 1418896"/>
                      <a:gd name="connsiteX0-215" fmla="*/ 168165 w 3731172"/>
                      <a:gd name="connsiteY0-216" fmla="*/ 73572 h 1418896"/>
                      <a:gd name="connsiteX1-217" fmla="*/ 451945 w 3731172"/>
                      <a:gd name="connsiteY1-218" fmla="*/ 0 h 1418896"/>
                      <a:gd name="connsiteX2-219" fmla="*/ 1881352 w 3731172"/>
                      <a:gd name="connsiteY2-220" fmla="*/ 599089 h 1418896"/>
                      <a:gd name="connsiteX3-221" fmla="*/ 3363310 w 3731172"/>
                      <a:gd name="connsiteY3-222" fmla="*/ 0 h 1418896"/>
                      <a:gd name="connsiteX4-223" fmla="*/ 3584027 w 3731172"/>
                      <a:gd name="connsiteY4-224" fmla="*/ 73572 h 1418896"/>
                      <a:gd name="connsiteX5-225" fmla="*/ 2627586 w 3731172"/>
                      <a:gd name="connsiteY5-226" fmla="*/ 441434 h 1418896"/>
                      <a:gd name="connsiteX6-227" fmla="*/ 2596055 w 3731172"/>
                      <a:gd name="connsiteY6-228" fmla="*/ 914400 h 1418896"/>
                      <a:gd name="connsiteX7-229" fmla="*/ 3731172 w 3731172"/>
                      <a:gd name="connsiteY7-230" fmla="*/ 1345324 h 1418896"/>
                      <a:gd name="connsiteX8-231" fmla="*/ 3447393 w 3731172"/>
                      <a:gd name="connsiteY8-232" fmla="*/ 1408386 h 1418896"/>
                      <a:gd name="connsiteX9-233" fmla="*/ 1870841 w 3731172"/>
                      <a:gd name="connsiteY9-234" fmla="*/ 746234 h 1418896"/>
                      <a:gd name="connsiteX10-235" fmla="*/ 262758 w 3731172"/>
                      <a:gd name="connsiteY10-236" fmla="*/ 1418896 h 1418896"/>
                      <a:gd name="connsiteX11-237" fmla="*/ 0 w 3731172"/>
                      <a:gd name="connsiteY11-238" fmla="*/ 1324303 h 1418896"/>
                      <a:gd name="connsiteX12-239" fmla="*/ 1145627 w 3731172"/>
                      <a:gd name="connsiteY12-240" fmla="*/ 882869 h 1418896"/>
                      <a:gd name="connsiteX13-241" fmla="*/ 1156137 w 3731172"/>
                      <a:gd name="connsiteY13-242" fmla="*/ 441434 h 1418896"/>
                      <a:gd name="connsiteX14-243" fmla="*/ 189185 w 3731172"/>
                      <a:gd name="connsiteY14-244" fmla="*/ 84081 h 1418896"/>
                      <a:gd name="connsiteX15-245" fmla="*/ 168165 w 3731172"/>
                      <a:gd name="connsiteY15-246" fmla="*/ 73572 h 1418896"/>
                      <a:gd name="connsiteX0-247" fmla="*/ 168165 w 3731172"/>
                      <a:gd name="connsiteY0-248" fmla="*/ 73572 h 1418896"/>
                      <a:gd name="connsiteX1-249" fmla="*/ 451945 w 3731172"/>
                      <a:gd name="connsiteY1-250" fmla="*/ 0 h 1418896"/>
                      <a:gd name="connsiteX2-251" fmla="*/ 1881352 w 3731172"/>
                      <a:gd name="connsiteY2-252" fmla="*/ 599089 h 1418896"/>
                      <a:gd name="connsiteX3-253" fmla="*/ 3363310 w 3731172"/>
                      <a:gd name="connsiteY3-254" fmla="*/ 0 h 1418896"/>
                      <a:gd name="connsiteX4-255" fmla="*/ 3584027 w 3731172"/>
                      <a:gd name="connsiteY4-256" fmla="*/ 73572 h 1418896"/>
                      <a:gd name="connsiteX5-257" fmla="*/ 2627586 w 3731172"/>
                      <a:gd name="connsiteY5-258" fmla="*/ 441434 h 1418896"/>
                      <a:gd name="connsiteX6-259" fmla="*/ 2596055 w 3731172"/>
                      <a:gd name="connsiteY6-260" fmla="*/ 914400 h 1418896"/>
                      <a:gd name="connsiteX7-261" fmla="*/ 3731172 w 3731172"/>
                      <a:gd name="connsiteY7-262" fmla="*/ 1345324 h 1418896"/>
                      <a:gd name="connsiteX8-263" fmla="*/ 3447393 w 3731172"/>
                      <a:gd name="connsiteY8-264" fmla="*/ 1408386 h 1418896"/>
                      <a:gd name="connsiteX9-265" fmla="*/ 1870841 w 3731172"/>
                      <a:gd name="connsiteY9-266" fmla="*/ 746234 h 1418896"/>
                      <a:gd name="connsiteX10-267" fmla="*/ 262758 w 3731172"/>
                      <a:gd name="connsiteY10-268" fmla="*/ 1418896 h 1418896"/>
                      <a:gd name="connsiteX11-269" fmla="*/ 0 w 3731172"/>
                      <a:gd name="connsiteY11-270" fmla="*/ 1324303 h 1418896"/>
                      <a:gd name="connsiteX12-271" fmla="*/ 1145627 w 3731172"/>
                      <a:gd name="connsiteY12-272" fmla="*/ 882869 h 1418896"/>
                      <a:gd name="connsiteX13-273" fmla="*/ 1145626 w 3731172"/>
                      <a:gd name="connsiteY13-274" fmla="*/ 451945 h 1418896"/>
                      <a:gd name="connsiteX14-275" fmla="*/ 189185 w 3731172"/>
                      <a:gd name="connsiteY14-276" fmla="*/ 84081 h 1418896"/>
                      <a:gd name="connsiteX15-277" fmla="*/ 168165 w 3731172"/>
                      <a:gd name="connsiteY15-278" fmla="*/ 73572 h 1418896"/>
                      <a:gd name="connsiteX0-279" fmla="*/ 168165 w 3731172"/>
                      <a:gd name="connsiteY0-280" fmla="*/ 73572 h 1418896"/>
                      <a:gd name="connsiteX1-281" fmla="*/ 451945 w 3731172"/>
                      <a:gd name="connsiteY1-282" fmla="*/ 0 h 1418896"/>
                      <a:gd name="connsiteX2-283" fmla="*/ 1881352 w 3731172"/>
                      <a:gd name="connsiteY2-284" fmla="*/ 599089 h 1418896"/>
                      <a:gd name="connsiteX3-285" fmla="*/ 3363310 w 3731172"/>
                      <a:gd name="connsiteY3-286" fmla="*/ 0 h 1418896"/>
                      <a:gd name="connsiteX4-287" fmla="*/ 3584027 w 3731172"/>
                      <a:gd name="connsiteY4-288" fmla="*/ 73572 h 1418896"/>
                      <a:gd name="connsiteX5-289" fmla="*/ 2627586 w 3731172"/>
                      <a:gd name="connsiteY5-290" fmla="*/ 441434 h 1418896"/>
                      <a:gd name="connsiteX6-291" fmla="*/ 2596055 w 3731172"/>
                      <a:gd name="connsiteY6-292" fmla="*/ 914400 h 1418896"/>
                      <a:gd name="connsiteX7-293" fmla="*/ 3731172 w 3731172"/>
                      <a:gd name="connsiteY7-294" fmla="*/ 1345324 h 1418896"/>
                      <a:gd name="connsiteX8-295" fmla="*/ 3447393 w 3731172"/>
                      <a:gd name="connsiteY8-296" fmla="*/ 1408386 h 1418896"/>
                      <a:gd name="connsiteX9-297" fmla="*/ 1870841 w 3731172"/>
                      <a:gd name="connsiteY9-298" fmla="*/ 746234 h 1418896"/>
                      <a:gd name="connsiteX10-299" fmla="*/ 262758 w 3731172"/>
                      <a:gd name="connsiteY10-300" fmla="*/ 1418896 h 1418896"/>
                      <a:gd name="connsiteX11-301" fmla="*/ 0 w 3731172"/>
                      <a:gd name="connsiteY11-302" fmla="*/ 1324303 h 1418896"/>
                      <a:gd name="connsiteX12-303" fmla="*/ 1145627 w 3731172"/>
                      <a:gd name="connsiteY12-304" fmla="*/ 903890 h 1418896"/>
                      <a:gd name="connsiteX13-305" fmla="*/ 1145626 w 3731172"/>
                      <a:gd name="connsiteY13-306" fmla="*/ 451945 h 1418896"/>
                      <a:gd name="connsiteX14-307" fmla="*/ 189185 w 3731172"/>
                      <a:gd name="connsiteY14-308" fmla="*/ 84081 h 1418896"/>
                      <a:gd name="connsiteX15-309" fmla="*/ 168165 w 3731172"/>
                      <a:gd name="connsiteY15-310" fmla="*/ 73572 h 1418896"/>
                      <a:gd name="connsiteX0-311" fmla="*/ 147144 w 3710151"/>
                      <a:gd name="connsiteY0-312" fmla="*/ 73572 h 1418896"/>
                      <a:gd name="connsiteX1-313" fmla="*/ 430924 w 3710151"/>
                      <a:gd name="connsiteY1-314" fmla="*/ 0 h 1418896"/>
                      <a:gd name="connsiteX2-315" fmla="*/ 1860331 w 3710151"/>
                      <a:gd name="connsiteY2-316" fmla="*/ 599089 h 1418896"/>
                      <a:gd name="connsiteX3-317" fmla="*/ 3342289 w 3710151"/>
                      <a:gd name="connsiteY3-318" fmla="*/ 0 h 1418896"/>
                      <a:gd name="connsiteX4-319" fmla="*/ 3563006 w 3710151"/>
                      <a:gd name="connsiteY4-320" fmla="*/ 73572 h 1418896"/>
                      <a:gd name="connsiteX5-321" fmla="*/ 2606565 w 3710151"/>
                      <a:gd name="connsiteY5-322" fmla="*/ 441434 h 1418896"/>
                      <a:gd name="connsiteX6-323" fmla="*/ 2575034 w 3710151"/>
                      <a:gd name="connsiteY6-324" fmla="*/ 914400 h 1418896"/>
                      <a:gd name="connsiteX7-325" fmla="*/ 3710151 w 3710151"/>
                      <a:gd name="connsiteY7-326" fmla="*/ 1345324 h 1418896"/>
                      <a:gd name="connsiteX8-327" fmla="*/ 3426372 w 3710151"/>
                      <a:gd name="connsiteY8-328" fmla="*/ 1408386 h 1418896"/>
                      <a:gd name="connsiteX9-329" fmla="*/ 1849820 w 3710151"/>
                      <a:gd name="connsiteY9-330" fmla="*/ 746234 h 1418896"/>
                      <a:gd name="connsiteX10-331" fmla="*/ 241737 w 3710151"/>
                      <a:gd name="connsiteY10-332" fmla="*/ 1418896 h 1418896"/>
                      <a:gd name="connsiteX11-333" fmla="*/ 0 w 3710151"/>
                      <a:gd name="connsiteY11-334" fmla="*/ 1334814 h 1418896"/>
                      <a:gd name="connsiteX12-335" fmla="*/ 1124606 w 3710151"/>
                      <a:gd name="connsiteY12-336" fmla="*/ 903890 h 1418896"/>
                      <a:gd name="connsiteX13-337" fmla="*/ 1124605 w 3710151"/>
                      <a:gd name="connsiteY13-338" fmla="*/ 451945 h 1418896"/>
                      <a:gd name="connsiteX14-339" fmla="*/ 168164 w 3710151"/>
                      <a:gd name="connsiteY14-340" fmla="*/ 84081 h 1418896"/>
                      <a:gd name="connsiteX15-341" fmla="*/ 147144 w 3710151"/>
                      <a:gd name="connsiteY15-342" fmla="*/ 73572 h 1418896"/>
                      <a:gd name="connsiteX0-343" fmla="*/ 147144 w 3710151"/>
                      <a:gd name="connsiteY0-344" fmla="*/ 73572 h 1418896"/>
                      <a:gd name="connsiteX1-345" fmla="*/ 430924 w 3710151"/>
                      <a:gd name="connsiteY1-346" fmla="*/ 0 h 1418896"/>
                      <a:gd name="connsiteX2-347" fmla="*/ 1860331 w 3710151"/>
                      <a:gd name="connsiteY2-348" fmla="*/ 599089 h 1418896"/>
                      <a:gd name="connsiteX3-349" fmla="*/ 3342289 w 3710151"/>
                      <a:gd name="connsiteY3-350" fmla="*/ 0 h 1418896"/>
                      <a:gd name="connsiteX4-351" fmla="*/ 3563006 w 3710151"/>
                      <a:gd name="connsiteY4-352" fmla="*/ 73572 h 1418896"/>
                      <a:gd name="connsiteX5-353" fmla="*/ 2606565 w 3710151"/>
                      <a:gd name="connsiteY5-354" fmla="*/ 441434 h 1418896"/>
                      <a:gd name="connsiteX6-355" fmla="*/ 2606565 w 3710151"/>
                      <a:gd name="connsiteY6-356" fmla="*/ 924910 h 1418896"/>
                      <a:gd name="connsiteX7-357" fmla="*/ 3710151 w 3710151"/>
                      <a:gd name="connsiteY7-358" fmla="*/ 1345324 h 1418896"/>
                      <a:gd name="connsiteX8-359" fmla="*/ 3426372 w 3710151"/>
                      <a:gd name="connsiteY8-360" fmla="*/ 1408386 h 1418896"/>
                      <a:gd name="connsiteX9-361" fmla="*/ 1849820 w 3710151"/>
                      <a:gd name="connsiteY9-362" fmla="*/ 746234 h 1418896"/>
                      <a:gd name="connsiteX10-363" fmla="*/ 241737 w 3710151"/>
                      <a:gd name="connsiteY10-364" fmla="*/ 1418896 h 1418896"/>
                      <a:gd name="connsiteX11-365" fmla="*/ 0 w 3710151"/>
                      <a:gd name="connsiteY11-366" fmla="*/ 1334814 h 1418896"/>
                      <a:gd name="connsiteX12-367" fmla="*/ 1124606 w 3710151"/>
                      <a:gd name="connsiteY12-368" fmla="*/ 903890 h 1418896"/>
                      <a:gd name="connsiteX13-369" fmla="*/ 1124605 w 3710151"/>
                      <a:gd name="connsiteY13-370" fmla="*/ 451945 h 1418896"/>
                      <a:gd name="connsiteX14-371" fmla="*/ 168164 w 3710151"/>
                      <a:gd name="connsiteY14-372" fmla="*/ 84081 h 1418896"/>
                      <a:gd name="connsiteX15-373" fmla="*/ 147144 w 3710151"/>
                      <a:gd name="connsiteY15-374" fmla="*/ 73572 h 1418896"/>
                      <a:gd name="connsiteX0-375" fmla="*/ 147144 w 3710151"/>
                      <a:gd name="connsiteY0-376" fmla="*/ 73572 h 1418896"/>
                      <a:gd name="connsiteX1-377" fmla="*/ 430924 w 3710151"/>
                      <a:gd name="connsiteY1-378" fmla="*/ 0 h 1418896"/>
                      <a:gd name="connsiteX2-379" fmla="*/ 1860331 w 3710151"/>
                      <a:gd name="connsiteY2-380" fmla="*/ 599089 h 1418896"/>
                      <a:gd name="connsiteX3-381" fmla="*/ 3342289 w 3710151"/>
                      <a:gd name="connsiteY3-382" fmla="*/ 0 h 1418896"/>
                      <a:gd name="connsiteX4-383" fmla="*/ 3563006 w 3710151"/>
                      <a:gd name="connsiteY4-384" fmla="*/ 73572 h 1418896"/>
                      <a:gd name="connsiteX5-385" fmla="*/ 2606565 w 3710151"/>
                      <a:gd name="connsiteY5-386" fmla="*/ 441434 h 1418896"/>
                      <a:gd name="connsiteX6-387" fmla="*/ 2610282 w 3710151"/>
                      <a:gd name="connsiteY6-388" fmla="*/ 902607 h 1418896"/>
                      <a:gd name="connsiteX7-389" fmla="*/ 3710151 w 3710151"/>
                      <a:gd name="connsiteY7-390" fmla="*/ 1345324 h 1418896"/>
                      <a:gd name="connsiteX8-391" fmla="*/ 3426372 w 3710151"/>
                      <a:gd name="connsiteY8-392" fmla="*/ 1408386 h 1418896"/>
                      <a:gd name="connsiteX9-393" fmla="*/ 1849820 w 3710151"/>
                      <a:gd name="connsiteY9-394" fmla="*/ 746234 h 1418896"/>
                      <a:gd name="connsiteX10-395" fmla="*/ 241737 w 3710151"/>
                      <a:gd name="connsiteY10-396" fmla="*/ 1418896 h 1418896"/>
                      <a:gd name="connsiteX11-397" fmla="*/ 0 w 3710151"/>
                      <a:gd name="connsiteY11-398" fmla="*/ 1334814 h 1418896"/>
                      <a:gd name="connsiteX12-399" fmla="*/ 1124606 w 3710151"/>
                      <a:gd name="connsiteY12-400" fmla="*/ 903890 h 1418896"/>
                      <a:gd name="connsiteX13-401" fmla="*/ 1124605 w 3710151"/>
                      <a:gd name="connsiteY13-402" fmla="*/ 451945 h 1418896"/>
                      <a:gd name="connsiteX14-403" fmla="*/ 168164 w 3710151"/>
                      <a:gd name="connsiteY14-404" fmla="*/ 84081 h 1418896"/>
                      <a:gd name="connsiteX15-405" fmla="*/ 147144 w 3710151"/>
                      <a:gd name="connsiteY15-406" fmla="*/ 73572 h 1418896"/>
                      <a:gd name="connsiteX0-407" fmla="*/ 147144 w 3710151"/>
                      <a:gd name="connsiteY0-408" fmla="*/ 73572 h 1418896"/>
                      <a:gd name="connsiteX1-409" fmla="*/ 430924 w 3710151"/>
                      <a:gd name="connsiteY1-410" fmla="*/ 0 h 1418896"/>
                      <a:gd name="connsiteX2-411" fmla="*/ 1860331 w 3710151"/>
                      <a:gd name="connsiteY2-412" fmla="*/ 599089 h 1418896"/>
                      <a:gd name="connsiteX3-413" fmla="*/ 3342289 w 3710151"/>
                      <a:gd name="connsiteY3-414" fmla="*/ 0 h 1418896"/>
                      <a:gd name="connsiteX4-415" fmla="*/ 3563006 w 3710151"/>
                      <a:gd name="connsiteY4-416" fmla="*/ 73572 h 1418896"/>
                      <a:gd name="connsiteX5-417" fmla="*/ 2617717 w 3710151"/>
                      <a:gd name="connsiteY5-418" fmla="*/ 445151 h 1418896"/>
                      <a:gd name="connsiteX6-419" fmla="*/ 2610282 w 3710151"/>
                      <a:gd name="connsiteY6-420" fmla="*/ 902607 h 1418896"/>
                      <a:gd name="connsiteX7-421" fmla="*/ 3710151 w 3710151"/>
                      <a:gd name="connsiteY7-422" fmla="*/ 1345324 h 1418896"/>
                      <a:gd name="connsiteX8-423" fmla="*/ 3426372 w 3710151"/>
                      <a:gd name="connsiteY8-424" fmla="*/ 1408386 h 1418896"/>
                      <a:gd name="connsiteX9-425" fmla="*/ 1849820 w 3710151"/>
                      <a:gd name="connsiteY9-426" fmla="*/ 746234 h 1418896"/>
                      <a:gd name="connsiteX10-427" fmla="*/ 241737 w 3710151"/>
                      <a:gd name="connsiteY10-428" fmla="*/ 1418896 h 1418896"/>
                      <a:gd name="connsiteX11-429" fmla="*/ 0 w 3710151"/>
                      <a:gd name="connsiteY11-430" fmla="*/ 1334814 h 1418896"/>
                      <a:gd name="connsiteX12-431" fmla="*/ 1124606 w 3710151"/>
                      <a:gd name="connsiteY12-432" fmla="*/ 903890 h 1418896"/>
                      <a:gd name="connsiteX13-433" fmla="*/ 1124605 w 3710151"/>
                      <a:gd name="connsiteY13-434" fmla="*/ 451945 h 1418896"/>
                      <a:gd name="connsiteX14-435" fmla="*/ 168164 w 3710151"/>
                      <a:gd name="connsiteY14-436" fmla="*/ 84081 h 1418896"/>
                      <a:gd name="connsiteX15-437" fmla="*/ 147144 w 3710151"/>
                      <a:gd name="connsiteY15-438" fmla="*/ 73572 h 1418896"/>
                      <a:gd name="connsiteX0-439" fmla="*/ 147144 w 3710151"/>
                      <a:gd name="connsiteY0-440" fmla="*/ 73572 h 1418896"/>
                      <a:gd name="connsiteX1-441" fmla="*/ 430924 w 3710151"/>
                      <a:gd name="connsiteY1-442" fmla="*/ 0 h 1418896"/>
                      <a:gd name="connsiteX2-443" fmla="*/ 1860331 w 3710151"/>
                      <a:gd name="connsiteY2-444" fmla="*/ 599089 h 1418896"/>
                      <a:gd name="connsiteX3-445" fmla="*/ 3342289 w 3710151"/>
                      <a:gd name="connsiteY3-446" fmla="*/ 0 h 1418896"/>
                      <a:gd name="connsiteX4-447" fmla="*/ 3563006 w 3710151"/>
                      <a:gd name="connsiteY4-448" fmla="*/ 73572 h 1418896"/>
                      <a:gd name="connsiteX5-449" fmla="*/ 2617717 w 3710151"/>
                      <a:gd name="connsiteY5-450" fmla="*/ 448868 h 1418896"/>
                      <a:gd name="connsiteX6-451" fmla="*/ 2610282 w 3710151"/>
                      <a:gd name="connsiteY6-452" fmla="*/ 902607 h 1418896"/>
                      <a:gd name="connsiteX7-453" fmla="*/ 3710151 w 3710151"/>
                      <a:gd name="connsiteY7-454" fmla="*/ 1345324 h 1418896"/>
                      <a:gd name="connsiteX8-455" fmla="*/ 3426372 w 3710151"/>
                      <a:gd name="connsiteY8-456" fmla="*/ 1408386 h 1418896"/>
                      <a:gd name="connsiteX9-457" fmla="*/ 1849820 w 3710151"/>
                      <a:gd name="connsiteY9-458" fmla="*/ 746234 h 1418896"/>
                      <a:gd name="connsiteX10-459" fmla="*/ 241737 w 3710151"/>
                      <a:gd name="connsiteY10-460" fmla="*/ 1418896 h 1418896"/>
                      <a:gd name="connsiteX11-461" fmla="*/ 0 w 3710151"/>
                      <a:gd name="connsiteY11-462" fmla="*/ 1334814 h 1418896"/>
                      <a:gd name="connsiteX12-463" fmla="*/ 1124606 w 3710151"/>
                      <a:gd name="connsiteY12-464" fmla="*/ 903890 h 1418896"/>
                      <a:gd name="connsiteX13-465" fmla="*/ 1124605 w 3710151"/>
                      <a:gd name="connsiteY13-466" fmla="*/ 451945 h 1418896"/>
                      <a:gd name="connsiteX14-467" fmla="*/ 168164 w 3710151"/>
                      <a:gd name="connsiteY14-468" fmla="*/ 84081 h 1418896"/>
                      <a:gd name="connsiteX15-469" fmla="*/ 147144 w 3710151"/>
                      <a:gd name="connsiteY15-470" fmla="*/ 73572 h 1418896"/>
                      <a:gd name="connsiteX0-471" fmla="*/ 147144 w 3710151"/>
                      <a:gd name="connsiteY0-472" fmla="*/ 73572 h 1418896"/>
                      <a:gd name="connsiteX1-473" fmla="*/ 430924 w 3710151"/>
                      <a:gd name="connsiteY1-474" fmla="*/ 0 h 1418896"/>
                      <a:gd name="connsiteX2-475" fmla="*/ 1838028 w 3710151"/>
                      <a:gd name="connsiteY2-476" fmla="*/ 591655 h 1418896"/>
                      <a:gd name="connsiteX3-477" fmla="*/ 3342289 w 3710151"/>
                      <a:gd name="connsiteY3-478" fmla="*/ 0 h 1418896"/>
                      <a:gd name="connsiteX4-479" fmla="*/ 3563006 w 3710151"/>
                      <a:gd name="connsiteY4-480" fmla="*/ 73572 h 1418896"/>
                      <a:gd name="connsiteX5-481" fmla="*/ 2617717 w 3710151"/>
                      <a:gd name="connsiteY5-482" fmla="*/ 448868 h 1418896"/>
                      <a:gd name="connsiteX6-483" fmla="*/ 2610282 w 3710151"/>
                      <a:gd name="connsiteY6-484" fmla="*/ 902607 h 1418896"/>
                      <a:gd name="connsiteX7-485" fmla="*/ 3710151 w 3710151"/>
                      <a:gd name="connsiteY7-486" fmla="*/ 1345324 h 1418896"/>
                      <a:gd name="connsiteX8-487" fmla="*/ 3426372 w 3710151"/>
                      <a:gd name="connsiteY8-488" fmla="*/ 1408386 h 1418896"/>
                      <a:gd name="connsiteX9-489" fmla="*/ 1849820 w 3710151"/>
                      <a:gd name="connsiteY9-490" fmla="*/ 746234 h 1418896"/>
                      <a:gd name="connsiteX10-491" fmla="*/ 241737 w 3710151"/>
                      <a:gd name="connsiteY10-492" fmla="*/ 1418896 h 1418896"/>
                      <a:gd name="connsiteX11-493" fmla="*/ 0 w 3710151"/>
                      <a:gd name="connsiteY11-494" fmla="*/ 1334814 h 1418896"/>
                      <a:gd name="connsiteX12-495" fmla="*/ 1124606 w 3710151"/>
                      <a:gd name="connsiteY12-496" fmla="*/ 903890 h 1418896"/>
                      <a:gd name="connsiteX13-497" fmla="*/ 1124605 w 3710151"/>
                      <a:gd name="connsiteY13-498" fmla="*/ 451945 h 1418896"/>
                      <a:gd name="connsiteX14-499" fmla="*/ 168164 w 3710151"/>
                      <a:gd name="connsiteY14-500" fmla="*/ 84081 h 1418896"/>
                      <a:gd name="connsiteX15-501" fmla="*/ 147144 w 3710151"/>
                      <a:gd name="connsiteY15-502" fmla="*/ 73572 h 1418896"/>
                      <a:gd name="connsiteX0-503" fmla="*/ 147144 w 3710151"/>
                      <a:gd name="connsiteY0-504" fmla="*/ 73572 h 1418896"/>
                      <a:gd name="connsiteX1-505" fmla="*/ 430924 w 3710151"/>
                      <a:gd name="connsiteY1-506" fmla="*/ 0 h 1418896"/>
                      <a:gd name="connsiteX2-507" fmla="*/ 1838028 w 3710151"/>
                      <a:gd name="connsiteY2-508" fmla="*/ 591655 h 1418896"/>
                      <a:gd name="connsiteX3-509" fmla="*/ 3342289 w 3710151"/>
                      <a:gd name="connsiteY3-510" fmla="*/ 0 h 1418896"/>
                      <a:gd name="connsiteX4-511" fmla="*/ 3563006 w 3710151"/>
                      <a:gd name="connsiteY4-512" fmla="*/ 73572 h 1418896"/>
                      <a:gd name="connsiteX5-513" fmla="*/ 2617717 w 3710151"/>
                      <a:gd name="connsiteY5-514" fmla="*/ 448868 h 1418896"/>
                      <a:gd name="connsiteX6-515" fmla="*/ 2610282 w 3710151"/>
                      <a:gd name="connsiteY6-516" fmla="*/ 902607 h 1418896"/>
                      <a:gd name="connsiteX7-517" fmla="*/ 3710151 w 3710151"/>
                      <a:gd name="connsiteY7-518" fmla="*/ 1345324 h 1418896"/>
                      <a:gd name="connsiteX8-519" fmla="*/ 3426372 w 3710151"/>
                      <a:gd name="connsiteY8-520" fmla="*/ 1408386 h 1418896"/>
                      <a:gd name="connsiteX9-521" fmla="*/ 1849820 w 3710151"/>
                      <a:gd name="connsiteY9-522" fmla="*/ 746234 h 1418896"/>
                      <a:gd name="connsiteX10-523" fmla="*/ 241737 w 3710151"/>
                      <a:gd name="connsiteY10-524" fmla="*/ 1418896 h 1418896"/>
                      <a:gd name="connsiteX11-525" fmla="*/ 0 w 3710151"/>
                      <a:gd name="connsiteY11-526" fmla="*/ 1334814 h 1418896"/>
                      <a:gd name="connsiteX12-527" fmla="*/ 1124606 w 3710151"/>
                      <a:gd name="connsiteY12-528" fmla="*/ 903890 h 1418896"/>
                      <a:gd name="connsiteX13-529" fmla="*/ 1087434 w 3710151"/>
                      <a:gd name="connsiteY13-530" fmla="*/ 451945 h 1418896"/>
                      <a:gd name="connsiteX14-531" fmla="*/ 168164 w 3710151"/>
                      <a:gd name="connsiteY14-532" fmla="*/ 84081 h 1418896"/>
                      <a:gd name="connsiteX15-533" fmla="*/ 147144 w 3710151"/>
                      <a:gd name="connsiteY15-534" fmla="*/ 73572 h 1418896"/>
                      <a:gd name="connsiteX0-535" fmla="*/ 147144 w 3710151"/>
                      <a:gd name="connsiteY0-536" fmla="*/ 73572 h 1418896"/>
                      <a:gd name="connsiteX1-537" fmla="*/ 430924 w 3710151"/>
                      <a:gd name="connsiteY1-538" fmla="*/ 0 h 1418896"/>
                      <a:gd name="connsiteX2-539" fmla="*/ 1838028 w 3710151"/>
                      <a:gd name="connsiteY2-540" fmla="*/ 591655 h 1418896"/>
                      <a:gd name="connsiteX3-541" fmla="*/ 3342289 w 3710151"/>
                      <a:gd name="connsiteY3-542" fmla="*/ 0 h 1418896"/>
                      <a:gd name="connsiteX4-543" fmla="*/ 3563006 w 3710151"/>
                      <a:gd name="connsiteY4-544" fmla="*/ 73572 h 1418896"/>
                      <a:gd name="connsiteX5-545" fmla="*/ 2617717 w 3710151"/>
                      <a:gd name="connsiteY5-546" fmla="*/ 448868 h 1418896"/>
                      <a:gd name="connsiteX6-547" fmla="*/ 2610282 w 3710151"/>
                      <a:gd name="connsiteY6-548" fmla="*/ 902607 h 1418896"/>
                      <a:gd name="connsiteX7-549" fmla="*/ 3710151 w 3710151"/>
                      <a:gd name="connsiteY7-550" fmla="*/ 1345324 h 1418896"/>
                      <a:gd name="connsiteX8-551" fmla="*/ 3426372 w 3710151"/>
                      <a:gd name="connsiteY8-552" fmla="*/ 1408386 h 1418896"/>
                      <a:gd name="connsiteX9-553" fmla="*/ 1849820 w 3710151"/>
                      <a:gd name="connsiteY9-554" fmla="*/ 746234 h 1418896"/>
                      <a:gd name="connsiteX10-555" fmla="*/ 241737 w 3710151"/>
                      <a:gd name="connsiteY10-556" fmla="*/ 1418896 h 1418896"/>
                      <a:gd name="connsiteX11-557" fmla="*/ 0 w 3710151"/>
                      <a:gd name="connsiteY11-558" fmla="*/ 1334814 h 1418896"/>
                      <a:gd name="connsiteX12-559" fmla="*/ 1098586 w 3710151"/>
                      <a:gd name="connsiteY12-560" fmla="*/ 903890 h 1418896"/>
                      <a:gd name="connsiteX13-561" fmla="*/ 1087434 w 3710151"/>
                      <a:gd name="connsiteY13-562" fmla="*/ 451945 h 1418896"/>
                      <a:gd name="connsiteX14-563" fmla="*/ 168164 w 3710151"/>
                      <a:gd name="connsiteY14-564" fmla="*/ 84081 h 1418896"/>
                      <a:gd name="connsiteX15-565" fmla="*/ 147144 w 3710151"/>
                      <a:gd name="connsiteY15-566" fmla="*/ 73572 h 1418896"/>
                      <a:gd name="connsiteX0-567" fmla="*/ 162012 w 3725019"/>
                      <a:gd name="connsiteY0-568" fmla="*/ 73572 h 1418896"/>
                      <a:gd name="connsiteX1-569" fmla="*/ 445792 w 3725019"/>
                      <a:gd name="connsiteY1-570" fmla="*/ 0 h 1418896"/>
                      <a:gd name="connsiteX2-571" fmla="*/ 1852896 w 3725019"/>
                      <a:gd name="connsiteY2-572" fmla="*/ 591655 h 1418896"/>
                      <a:gd name="connsiteX3-573" fmla="*/ 3357157 w 3725019"/>
                      <a:gd name="connsiteY3-574" fmla="*/ 0 h 1418896"/>
                      <a:gd name="connsiteX4-575" fmla="*/ 3577874 w 3725019"/>
                      <a:gd name="connsiteY4-576" fmla="*/ 73572 h 1418896"/>
                      <a:gd name="connsiteX5-577" fmla="*/ 2632585 w 3725019"/>
                      <a:gd name="connsiteY5-578" fmla="*/ 448868 h 1418896"/>
                      <a:gd name="connsiteX6-579" fmla="*/ 2625150 w 3725019"/>
                      <a:gd name="connsiteY6-580" fmla="*/ 902607 h 1418896"/>
                      <a:gd name="connsiteX7-581" fmla="*/ 3725019 w 3725019"/>
                      <a:gd name="connsiteY7-582" fmla="*/ 1345324 h 1418896"/>
                      <a:gd name="connsiteX8-583" fmla="*/ 3441240 w 3725019"/>
                      <a:gd name="connsiteY8-584" fmla="*/ 1408386 h 1418896"/>
                      <a:gd name="connsiteX9-585" fmla="*/ 1864688 w 3725019"/>
                      <a:gd name="connsiteY9-586" fmla="*/ 746234 h 1418896"/>
                      <a:gd name="connsiteX10-587" fmla="*/ 256605 w 3725019"/>
                      <a:gd name="connsiteY10-588" fmla="*/ 1418896 h 1418896"/>
                      <a:gd name="connsiteX11-589" fmla="*/ 0 w 3725019"/>
                      <a:gd name="connsiteY11-590" fmla="*/ 1331097 h 1418896"/>
                      <a:gd name="connsiteX12-591" fmla="*/ 1113454 w 3725019"/>
                      <a:gd name="connsiteY12-592" fmla="*/ 903890 h 1418896"/>
                      <a:gd name="connsiteX13-593" fmla="*/ 1102302 w 3725019"/>
                      <a:gd name="connsiteY13-594" fmla="*/ 451945 h 1418896"/>
                      <a:gd name="connsiteX14-595" fmla="*/ 183032 w 3725019"/>
                      <a:gd name="connsiteY14-596" fmla="*/ 84081 h 1418896"/>
                      <a:gd name="connsiteX15-597" fmla="*/ 162012 w 3725019"/>
                      <a:gd name="connsiteY15-598" fmla="*/ 73572 h 141889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  <a:cxn ang="0">
                        <a:pos x="connsiteX11-23" y="connsiteY11-24"/>
                      </a:cxn>
                      <a:cxn ang="0">
                        <a:pos x="connsiteX12-25" y="connsiteY12-26"/>
                      </a:cxn>
                      <a:cxn ang="0">
                        <a:pos x="connsiteX13-27" y="connsiteY13-28"/>
                      </a:cxn>
                      <a:cxn ang="0">
                        <a:pos x="connsiteX14-29" y="connsiteY14-30"/>
                      </a:cxn>
                      <a:cxn ang="0">
                        <a:pos x="connsiteX15-31" y="connsiteY15-32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pic>
            <p:nvPicPr>
              <p:cNvPr id="732" name="Picture 1065" descr="antenna_stylized"/>
              <p:cNvPicPr>
                <a:picLocks noChangeAspect="1" noChangeArrowheads="1"/>
              </p:cNvPicPr>
              <p:nvPr/>
            </p:nvPicPr>
            <p:blipFill>
              <a:blip r:embed="rId2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201681" y="5852809"/>
                <a:ext cx="307702" cy="1688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33" name="Picture 1065" descr="antenna_stylized"/>
              <p:cNvPicPr>
                <a:picLocks noChangeAspect="1" noChangeArrowheads="1"/>
              </p:cNvPicPr>
              <p:nvPr/>
            </p:nvPicPr>
            <p:blipFill>
              <a:blip r:embed="rId2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534746" y="5795138"/>
                <a:ext cx="316707" cy="13896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sp>
        <p:nvSpPr>
          <p:cNvPr id="691" name="Rectangle 690"/>
          <p:cNvSpPr/>
          <p:nvPr/>
        </p:nvSpPr>
        <p:spPr>
          <a:xfrm>
            <a:off x="7165428" y="1458055"/>
            <a:ext cx="4771884" cy="4954628"/>
          </a:xfrm>
          <a:prstGeom prst="rect">
            <a:avLst/>
          </a:prstGeom>
          <a:solidFill>
            <a:schemeClr val="bg1">
              <a:alpha val="6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3" name="Group 2"/>
          <p:cNvGrpSpPr/>
          <p:nvPr/>
        </p:nvGrpSpPr>
        <p:grpSpPr>
          <a:xfrm>
            <a:off x="10812889" y="3368642"/>
            <a:ext cx="890572" cy="1290085"/>
            <a:chOff x="10812889" y="3368642"/>
            <a:chExt cx="890572" cy="1290085"/>
          </a:xfrm>
        </p:grpSpPr>
        <p:sp>
          <p:nvSpPr>
            <p:cNvPr id="842" name="Oval 841"/>
            <p:cNvSpPr/>
            <p:nvPr/>
          </p:nvSpPr>
          <p:spPr>
            <a:xfrm>
              <a:off x="10812889" y="3368642"/>
              <a:ext cx="81304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43" name="Oval 842"/>
            <p:cNvSpPr/>
            <p:nvPr/>
          </p:nvSpPr>
          <p:spPr>
            <a:xfrm>
              <a:off x="10890418" y="4148658"/>
              <a:ext cx="81304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697" name="Group 696"/>
          <p:cNvGrpSpPr/>
          <p:nvPr/>
        </p:nvGrpSpPr>
        <p:grpSpPr>
          <a:xfrm>
            <a:off x="10925982" y="4188911"/>
            <a:ext cx="657413" cy="451816"/>
            <a:chOff x="10925982" y="4188911"/>
            <a:chExt cx="657413" cy="451816"/>
          </a:xfrm>
        </p:grpSpPr>
        <p:grpSp>
          <p:nvGrpSpPr>
            <p:cNvPr id="698" name="Group 697"/>
            <p:cNvGrpSpPr/>
            <p:nvPr/>
          </p:nvGrpSpPr>
          <p:grpSpPr>
            <a:xfrm>
              <a:off x="11093556" y="4188911"/>
              <a:ext cx="489839" cy="451816"/>
              <a:chOff x="5103720" y="2693365"/>
              <a:chExt cx="611650" cy="414788"/>
            </a:xfrm>
          </p:grpSpPr>
          <p:cxnSp>
            <p:nvCxnSpPr>
              <p:cNvPr id="707" name="Straight Connector 706"/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708" name="Group 707"/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709" name="Picture 708" descr="server_rack.png"/>
                <p:cNvPicPr>
                  <a:picLocks noChangeAspect="1"/>
                </p:cNvPicPr>
                <p:nvPr/>
              </p:nvPicPr>
              <p:blipFill>
                <a:blip r:embed="rId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710" name="Picture 709" descr="server_rack.png"/>
                <p:cNvPicPr>
                  <a:picLocks noChangeAspect="1"/>
                </p:cNvPicPr>
                <p:nvPr/>
              </p:nvPicPr>
              <p:blipFill>
                <a:blip r:embed="rId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711" name="Picture 710" descr="server_rack.png"/>
                <p:cNvPicPr>
                  <a:picLocks noChangeAspect="1"/>
                </p:cNvPicPr>
                <p:nvPr/>
              </p:nvPicPr>
              <p:blipFill>
                <a:blip r:embed="rId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699" name="Group 698"/>
            <p:cNvGrpSpPr/>
            <p:nvPr/>
          </p:nvGrpSpPr>
          <p:grpSpPr>
            <a:xfrm>
              <a:off x="10925982" y="4369125"/>
              <a:ext cx="228295" cy="120400"/>
              <a:chOff x="7493876" y="2774731"/>
              <a:chExt cx="1481958" cy="894622"/>
            </a:xfrm>
          </p:grpSpPr>
          <p:sp>
            <p:nvSpPr>
              <p:cNvPr id="700" name="Freeform 699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01" name="Oval 700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702" name="Group 701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703" name="Freeform 702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04" name="Freeform 703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05" name="Freeform 704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06" name="Freeform 705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grpSp>
        <p:nvGrpSpPr>
          <p:cNvPr id="695" name="Group 694"/>
          <p:cNvGrpSpPr/>
          <p:nvPr/>
        </p:nvGrpSpPr>
        <p:grpSpPr>
          <a:xfrm>
            <a:off x="10884085" y="3428485"/>
            <a:ext cx="604586" cy="405973"/>
            <a:chOff x="10884085" y="3428485"/>
            <a:chExt cx="604586" cy="405973"/>
          </a:xfrm>
        </p:grpSpPr>
        <p:grpSp>
          <p:nvGrpSpPr>
            <p:cNvPr id="769" name="Group 768"/>
            <p:cNvGrpSpPr/>
            <p:nvPr/>
          </p:nvGrpSpPr>
          <p:grpSpPr>
            <a:xfrm>
              <a:off x="10884085" y="3601365"/>
              <a:ext cx="170989" cy="97052"/>
              <a:chOff x="7493876" y="2774731"/>
              <a:chExt cx="1481958" cy="894622"/>
            </a:xfrm>
          </p:grpSpPr>
          <p:sp>
            <p:nvSpPr>
              <p:cNvPr id="776" name="Freeform 775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77" name="Oval 776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778" name="Group 777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779" name="Freeform 778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80" name="Freeform 779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81" name="Freeform 780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82" name="Freeform 781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770" name="Group 769"/>
            <p:cNvGrpSpPr/>
            <p:nvPr/>
          </p:nvGrpSpPr>
          <p:grpSpPr>
            <a:xfrm>
              <a:off x="11064947" y="3428485"/>
              <a:ext cx="423724" cy="405973"/>
              <a:chOff x="5103720" y="2693365"/>
              <a:chExt cx="611650" cy="414788"/>
            </a:xfrm>
          </p:grpSpPr>
          <p:cxnSp>
            <p:nvCxnSpPr>
              <p:cNvPr id="771" name="Straight Connector 770"/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772" name="Group 771"/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773" name="Picture 772" descr="server_rack.png"/>
                <p:cNvPicPr>
                  <a:picLocks noChangeAspect="1"/>
                </p:cNvPicPr>
                <p:nvPr/>
              </p:nvPicPr>
              <p:blipFill>
                <a:blip r:embed="rId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774" name="Picture 773" descr="server_rack.png"/>
                <p:cNvPicPr>
                  <a:picLocks noChangeAspect="1"/>
                </p:cNvPicPr>
                <p:nvPr/>
              </p:nvPicPr>
              <p:blipFill>
                <a:blip r:embed="rId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775" name="Picture 774" descr="server_rack.png"/>
                <p:cNvPicPr>
                  <a:picLocks noChangeAspect="1"/>
                </p:cNvPicPr>
                <p:nvPr/>
              </p:nvPicPr>
              <p:blipFill>
                <a:blip r:embed="rId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</p:grpSp>
      <p:pic>
        <p:nvPicPr>
          <p:cNvPr id="3074" name="Picture 2" descr="Big Data. Monster Storage: The Northeast Storage Exchange | MGHPCC"/>
          <p:cNvPicPr>
            <a:picLocks noChangeAspect="1" noChangeArrowheads="1"/>
          </p:cNvPicPr>
          <p:nvPr/>
        </p:nvPicPr>
        <p:blipFill>
          <a:blip r:embed="rId2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27848" y="3263334"/>
            <a:ext cx="4773705" cy="236323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" name="TextBox 3"/>
          <p:cNvSpPr txBox="1"/>
          <p:nvPr/>
        </p:nvSpPr>
        <p:spPr>
          <a:xfrm flipH="1">
            <a:off x="860610" y="5688106"/>
            <a:ext cx="5109884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1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图片来源：Massachusetts Green High Performance Computing Center（mghpcc.org）</a:t>
            </a: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/>
            </a:r>
            <a:endParaRPr kumimoji="0" 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92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引言：1-</a:t>
            </a:r>
            <a:fld id="{C4204591-24BD-A542-B9D5-F8D8A88D2FEE}" type="slidenum">
              <a:rPr lang="en-US" smtClean="0"/>
            </a:fld>
            <a:endParaRPr lang="en-US" dirty="0"/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1" name="Title 1"/>
          <p:cNvSpPr>
            <a:spLocks noGrp="1"/>
          </p:cNvSpPr>
          <p:nvPr>
            <p:ph type="title"/>
          </p:nvPr>
        </p:nvSpPr>
        <p:spPr>
          <a:xfrm>
            <a:off x="848710" y="27314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5400" b="0" dirty="0">
                <a:ea typeface="MS PGothic" panose="020B0600070205080204" pitchFamily="34" charset="-128"/>
              </a:rPr>
              <a:t>主机：发送数据分组</a:t>
            </a:r>
            <a:r>
              <a:rPr lang="en-US" altLang="en-US" sz="5400" b="0" i="1" dirty="0">
                <a:ea typeface="MS PGothic" panose="020B0600070205080204" pitchFamily="34" charset="-128"/>
              </a:rPr>
              <a:t/>
            </a:r>
            <a:r>
              <a:rPr lang="en-US" altLang="en-US" sz="5400" b="0" dirty="0">
                <a:ea typeface="MS PGothic" panose="020B0600070205080204" pitchFamily="34" charset="-128"/>
              </a:rPr>
              <a:t/>
            </a:r>
            <a:endParaRPr lang="en-US" sz="5400" b="0" dirty="0"/>
          </a:p>
        </p:txBody>
      </p:sp>
      <p:sp>
        <p:nvSpPr>
          <p:cNvPr id="110" name="Content Placeholder 52"/>
          <p:cNvSpPr txBox="1"/>
          <p:nvPr/>
        </p:nvSpPr>
        <p:spPr>
          <a:xfrm>
            <a:off x="848710" y="1286477"/>
            <a:ext cx="5501619" cy="467288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None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主机发送功能：</a:t>
            </a: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取得应用报文</a:t>
            </a: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将其拆分为更小的数据块，称为分组，每个长度为 L 比特</a:t>
            </a: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/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/>
            </a: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/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/>
            </a: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以传输速率 R 将分组发送到接入网</a:t>
            </a: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/>
            </a:r>
            <a:endParaRPr kumimoji="0" lang="en-US" sz="2800" b="0" i="1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/>
              <a:buChar char="•"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链路传输速率，也称链路容量或链路带宽</a:t>
            </a: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/>
            </a:r>
            <a:endParaRPr kumimoji="0" lang="en-US" sz="2800" b="0" i="1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11" name="Group 219"/>
          <p:cNvGrpSpPr/>
          <p:nvPr/>
        </p:nvGrpSpPr>
        <p:grpSpPr bwMode="auto">
          <a:xfrm>
            <a:off x="7825117" y="3017234"/>
            <a:ext cx="409575" cy="565150"/>
            <a:chOff x="375561" y="297711"/>
            <a:chExt cx="1252683" cy="2142487"/>
          </a:xfrm>
        </p:grpSpPr>
        <p:sp>
          <p:nvSpPr>
            <p:cNvPr id="112" name="Freeform 111"/>
            <p:cNvSpPr/>
            <p:nvPr/>
          </p:nvSpPr>
          <p:spPr>
            <a:xfrm>
              <a:off x="375561" y="297711"/>
              <a:ext cx="971072" cy="2136471"/>
            </a:xfrm>
            <a:custGeom>
              <a:avLst/>
              <a:gdLst>
                <a:gd name="connsiteX0" fmla="*/ 0 w 966787"/>
                <a:gd name="connsiteY0" fmla="*/ 0 h 2138362"/>
                <a:gd name="connsiteX1" fmla="*/ 0 w 966787"/>
                <a:gd name="connsiteY1" fmla="*/ 1190625 h 2138362"/>
                <a:gd name="connsiteX2" fmla="*/ 966787 w 966787"/>
                <a:gd name="connsiteY2" fmla="*/ 2138362 h 2138362"/>
                <a:gd name="connsiteX3" fmla="*/ 962025 w 966787"/>
                <a:gd name="connsiteY3" fmla="*/ 742950 h 2138362"/>
                <a:gd name="connsiteX4" fmla="*/ 0 w 966787"/>
                <a:gd name="connsiteY4" fmla="*/ 0 h 2138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6787" h="2138362">
                  <a:moveTo>
                    <a:pt x="0" y="0"/>
                  </a:moveTo>
                  <a:lnTo>
                    <a:pt x="0" y="1190625"/>
                  </a:lnTo>
                  <a:lnTo>
                    <a:pt x="966787" y="2138362"/>
                  </a:lnTo>
                  <a:cubicBezTo>
                    <a:pt x="965200" y="1673225"/>
                    <a:pt x="963612" y="1208087"/>
                    <a:pt x="962025" y="74295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3" name="Freeform 112"/>
            <p:cNvSpPr/>
            <p:nvPr/>
          </p:nvSpPr>
          <p:spPr>
            <a:xfrm>
              <a:off x="375561" y="309747"/>
              <a:ext cx="1247826" cy="770332"/>
            </a:xfrm>
            <a:custGeom>
              <a:avLst/>
              <a:gdLst>
                <a:gd name="connsiteX0" fmla="*/ 0 w 966787"/>
                <a:gd name="connsiteY0" fmla="*/ 0 h 2138362"/>
                <a:gd name="connsiteX1" fmla="*/ 0 w 966787"/>
                <a:gd name="connsiteY1" fmla="*/ 1190625 h 2138362"/>
                <a:gd name="connsiteX2" fmla="*/ 966787 w 966787"/>
                <a:gd name="connsiteY2" fmla="*/ 2138362 h 2138362"/>
                <a:gd name="connsiteX3" fmla="*/ 962025 w 966787"/>
                <a:gd name="connsiteY3" fmla="*/ 742950 h 2138362"/>
                <a:gd name="connsiteX4" fmla="*/ 0 w 966787"/>
                <a:gd name="connsiteY4" fmla="*/ 0 h 2138362"/>
                <a:gd name="connsiteX0-1" fmla="*/ 928688 w 1895475"/>
                <a:gd name="connsiteY0-2" fmla="*/ 0 h 2138362"/>
                <a:gd name="connsiteX1-3" fmla="*/ 0 w 1895475"/>
                <a:gd name="connsiteY1-4" fmla="*/ 461963 h 2138362"/>
                <a:gd name="connsiteX2-5" fmla="*/ 1895475 w 1895475"/>
                <a:gd name="connsiteY2-6" fmla="*/ 2138362 h 2138362"/>
                <a:gd name="connsiteX3-7" fmla="*/ 1890713 w 1895475"/>
                <a:gd name="connsiteY3-8" fmla="*/ 742950 h 2138362"/>
                <a:gd name="connsiteX4-9" fmla="*/ 928688 w 1895475"/>
                <a:gd name="connsiteY4-10" fmla="*/ 0 h 2138362"/>
                <a:gd name="connsiteX0-11" fmla="*/ 247650 w 1895475"/>
                <a:gd name="connsiteY0-12" fmla="*/ 0 h 1738312"/>
                <a:gd name="connsiteX1-13" fmla="*/ 0 w 1895475"/>
                <a:gd name="connsiteY1-14" fmla="*/ 61913 h 1738312"/>
                <a:gd name="connsiteX2-15" fmla="*/ 1895475 w 1895475"/>
                <a:gd name="connsiteY2-16" fmla="*/ 1738312 h 1738312"/>
                <a:gd name="connsiteX3-17" fmla="*/ 1890713 w 1895475"/>
                <a:gd name="connsiteY3-18" fmla="*/ 342900 h 1738312"/>
                <a:gd name="connsiteX4-19" fmla="*/ 247650 w 1895475"/>
                <a:gd name="connsiteY4-20" fmla="*/ 0 h 1738312"/>
                <a:gd name="connsiteX0-21" fmla="*/ 247650 w 1895475"/>
                <a:gd name="connsiteY0-22" fmla="*/ 0 h 1738312"/>
                <a:gd name="connsiteX1-23" fmla="*/ 0 w 1895475"/>
                <a:gd name="connsiteY1-24" fmla="*/ 61913 h 1738312"/>
                <a:gd name="connsiteX2-25" fmla="*/ 1895475 w 1895475"/>
                <a:gd name="connsiteY2-26" fmla="*/ 1738312 h 1738312"/>
                <a:gd name="connsiteX3-27" fmla="*/ 1143000 w 1895475"/>
                <a:gd name="connsiteY3-28" fmla="*/ 776288 h 1738312"/>
                <a:gd name="connsiteX4-29" fmla="*/ 247650 w 1895475"/>
                <a:gd name="connsiteY4-30" fmla="*/ 0 h 1738312"/>
                <a:gd name="connsiteX0-31" fmla="*/ 247650 w 1895475"/>
                <a:gd name="connsiteY0-32" fmla="*/ 0 h 1738312"/>
                <a:gd name="connsiteX1-33" fmla="*/ 0 w 1895475"/>
                <a:gd name="connsiteY1-34" fmla="*/ 61913 h 1738312"/>
                <a:gd name="connsiteX2-35" fmla="*/ 1895475 w 1895475"/>
                <a:gd name="connsiteY2-36" fmla="*/ 1738312 h 1738312"/>
                <a:gd name="connsiteX3-37" fmla="*/ 1143000 w 1895475"/>
                <a:gd name="connsiteY3-38" fmla="*/ 776288 h 1738312"/>
                <a:gd name="connsiteX4-39" fmla="*/ 247650 w 1895475"/>
                <a:gd name="connsiteY4-40" fmla="*/ 0 h 1738312"/>
                <a:gd name="connsiteX0-41" fmla="*/ 247650 w 1895475"/>
                <a:gd name="connsiteY0-42" fmla="*/ 0 h 1738312"/>
                <a:gd name="connsiteX1-43" fmla="*/ 0 w 1895475"/>
                <a:gd name="connsiteY1-44" fmla="*/ 61913 h 1738312"/>
                <a:gd name="connsiteX2-45" fmla="*/ 1895475 w 1895475"/>
                <a:gd name="connsiteY2-46" fmla="*/ 1738312 h 1738312"/>
                <a:gd name="connsiteX3-47" fmla="*/ 1238250 w 1895475"/>
                <a:gd name="connsiteY3-48" fmla="*/ 814388 h 1738312"/>
                <a:gd name="connsiteX4-49" fmla="*/ 247650 w 1895475"/>
                <a:gd name="connsiteY4-50" fmla="*/ 0 h 1738312"/>
                <a:gd name="connsiteX0-51" fmla="*/ 247650 w 1895475"/>
                <a:gd name="connsiteY0-52" fmla="*/ 0 h 1738312"/>
                <a:gd name="connsiteX1-53" fmla="*/ 0 w 1895475"/>
                <a:gd name="connsiteY1-54" fmla="*/ 61913 h 1738312"/>
                <a:gd name="connsiteX2-55" fmla="*/ 1895475 w 1895475"/>
                <a:gd name="connsiteY2-56" fmla="*/ 1738312 h 1738312"/>
                <a:gd name="connsiteX3-57" fmla="*/ 1238250 w 1895475"/>
                <a:gd name="connsiteY3-58" fmla="*/ 814388 h 1738312"/>
                <a:gd name="connsiteX4-59" fmla="*/ 247650 w 1895475"/>
                <a:gd name="connsiteY4-60" fmla="*/ 0 h 1738312"/>
                <a:gd name="connsiteX0-61" fmla="*/ 247650 w 1238250"/>
                <a:gd name="connsiteY0-62" fmla="*/ 0 h 862012"/>
                <a:gd name="connsiteX1-63" fmla="*/ 0 w 1238250"/>
                <a:gd name="connsiteY1-64" fmla="*/ 61913 h 862012"/>
                <a:gd name="connsiteX2-65" fmla="*/ 947738 w 1238250"/>
                <a:gd name="connsiteY2-66" fmla="*/ 862012 h 862012"/>
                <a:gd name="connsiteX3-67" fmla="*/ 1238250 w 1238250"/>
                <a:gd name="connsiteY3-68" fmla="*/ 814388 h 862012"/>
                <a:gd name="connsiteX4-69" fmla="*/ 247650 w 1238250"/>
                <a:gd name="connsiteY4-70" fmla="*/ 0 h 862012"/>
                <a:gd name="connsiteX0-71" fmla="*/ 247650 w 1238250"/>
                <a:gd name="connsiteY0-72" fmla="*/ 0 h 823912"/>
                <a:gd name="connsiteX1-73" fmla="*/ 0 w 1238250"/>
                <a:gd name="connsiteY1-74" fmla="*/ 61913 h 823912"/>
                <a:gd name="connsiteX2-75" fmla="*/ 952500 w 1238250"/>
                <a:gd name="connsiteY2-76" fmla="*/ 823912 h 823912"/>
                <a:gd name="connsiteX3-77" fmla="*/ 1238250 w 1238250"/>
                <a:gd name="connsiteY3-78" fmla="*/ 814388 h 823912"/>
                <a:gd name="connsiteX4-79" fmla="*/ 247650 w 1238250"/>
                <a:gd name="connsiteY4-80" fmla="*/ 0 h 823912"/>
                <a:gd name="connsiteX0-81" fmla="*/ 247650 w 1238250"/>
                <a:gd name="connsiteY0-82" fmla="*/ 0 h 823912"/>
                <a:gd name="connsiteX1-83" fmla="*/ 0 w 1238250"/>
                <a:gd name="connsiteY1-84" fmla="*/ 61913 h 823912"/>
                <a:gd name="connsiteX2-85" fmla="*/ 952500 w 1238250"/>
                <a:gd name="connsiteY2-86" fmla="*/ 823912 h 823912"/>
                <a:gd name="connsiteX3-87" fmla="*/ 1238250 w 1238250"/>
                <a:gd name="connsiteY3-88" fmla="*/ 814388 h 823912"/>
                <a:gd name="connsiteX4-89" fmla="*/ 247650 w 1238250"/>
                <a:gd name="connsiteY4-90" fmla="*/ 0 h 823912"/>
                <a:gd name="connsiteX0-91" fmla="*/ 233363 w 1238250"/>
                <a:gd name="connsiteY0-92" fmla="*/ 0 h 766762"/>
                <a:gd name="connsiteX1-93" fmla="*/ 0 w 1238250"/>
                <a:gd name="connsiteY1-94" fmla="*/ 4763 h 766762"/>
                <a:gd name="connsiteX2-95" fmla="*/ 952500 w 1238250"/>
                <a:gd name="connsiteY2-96" fmla="*/ 766762 h 766762"/>
                <a:gd name="connsiteX3-97" fmla="*/ 1238250 w 1238250"/>
                <a:gd name="connsiteY3-98" fmla="*/ 757238 h 766762"/>
                <a:gd name="connsiteX4-99" fmla="*/ 233363 w 1238250"/>
                <a:gd name="connsiteY4-100" fmla="*/ 0 h 766762"/>
                <a:gd name="connsiteX0-101" fmla="*/ 233363 w 1238250"/>
                <a:gd name="connsiteY0-102" fmla="*/ 0 h 773376"/>
                <a:gd name="connsiteX1-103" fmla="*/ 0 w 1238250"/>
                <a:gd name="connsiteY1-104" fmla="*/ 4763 h 773376"/>
                <a:gd name="connsiteX2-105" fmla="*/ 952500 w 1238250"/>
                <a:gd name="connsiteY2-106" fmla="*/ 766762 h 773376"/>
                <a:gd name="connsiteX3-107" fmla="*/ 1238250 w 1238250"/>
                <a:gd name="connsiteY3-108" fmla="*/ 771525 h 773376"/>
                <a:gd name="connsiteX4-109" fmla="*/ 233363 w 1238250"/>
                <a:gd name="connsiteY4-110" fmla="*/ 0 h 773376"/>
                <a:gd name="connsiteX0-111" fmla="*/ 233363 w 1238250"/>
                <a:gd name="connsiteY0-112" fmla="*/ 0 h 766762"/>
                <a:gd name="connsiteX1-113" fmla="*/ 0 w 1238250"/>
                <a:gd name="connsiteY1-114" fmla="*/ 4763 h 766762"/>
                <a:gd name="connsiteX2-115" fmla="*/ 952500 w 1238250"/>
                <a:gd name="connsiteY2-116" fmla="*/ 766762 h 766762"/>
                <a:gd name="connsiteX3-117" fmla="*/ 1238250 w 1238250"/>
                <a:gd name="connsiteY3-118" fmla="*/ 757236 h 766762"/>
                <a:gd name="connsiteX4-119" fmla="*/ 233363 w 1238250"/>
                <a:gd name="connsiteY4-120" fmla="*/ 0 h 766762"/>
                <a:gd name="connsiteX0-121" fmla="*/ 233363 w 1238250"/>
                <a:gd name="connsiteY0-122" fmla="*/ 0 h 773375"/>
                <a:gd name="connsiteX1-123" fmla="*/ 0 w 1238250"/>
                <a:gd name="connsiteY1-124" fmla="*/ 4763 h 773375"/>
                <a:gd name="connsiteX2-125" fmla="*/ 952500 w 1238250"/>
                <a:gd name="connsiteY2-126" fmla="*/ 766762 h 773375"/>
                <a:gd name="connsiteX3-127" fmla="*/ 1238250 w 1238250"/>
                <a:gd name="connsiteY3-128" fmla="*/ 771523 h 773375"/>
                <a:gd name="connsiteX4-129" fmla="*/ 233363 w 1238250"/>
                <a:gd name="connsiteY4-130" fmla="*/ 0 h 773375"/>
                <a:gd name="connsiteX0-131" fmla="*/ 233363 w 1238250"/>
                <a:gd name="connsiteY0-132" fmla="*/ 0 h 771523"/>
                <a:gd name="connsiteX1-133" fmla="*/ 0 w 1238250"/>
                <a:gd name="connsiteY1-134" fmla="*/ 4763 h 771523"/>
                <a:gd name="connsiteX2-135" fmla="*/ 952500 w 1238250"/>
                <a:gd name="connsiteY2-136" fmla="*/ 766762 h 771523"/>
                <a:gd name="connsiteX3-137" fmla="*/ 1238250 w 1238250"/>
                <a:gd name="connsiteY3-138" fmla="*/ 771523 h 771523"/>
                <a:gd name="connsiteX4-139" fmla="*/ 233363 w 1238250"/>
                <a:gd name="connsiteY4-140" fmla="*/ 0 h 771523"/>
                <a:gd name="connsiteX0-141" fmla="*/ 233363 w 1238250"/>
                <a:gd name="connsiteY0-142" fmla="*/ 0 h 771523"/>
                <a:gd name="connsiteX1-143" fmla="*/ 0 w 1238250"/>
                <a:gd name="connsiteY1-144" fmla="*/ 23466 h 771523"/>
                <a:gd name="connsiteX2-145" fmla="*/ 952500 w 1238250"/>
                <a:gd name="connsiteY2-146" fmla="*/ 766762 h 771523"/>
                <a:gd name="connsiteX3-147" fmla="*/ 1238250 w 1238250"/>
                <a:gd name="connsiteY3-148" fmla="*/ 771523 h 771523"/>
                <a:gd name="connsiteX4-149" fmla="*/ 233363 w 1238250"/>
                <a:gd name="connsiteY4-150" fmla="*/ 0 h 771523"/>
                <a:gd name="connsiteX0-151" fmla="*/ 233363 w 1238250"/>
                <a:gd name="connsiteY0-152" fmla="*/ 0 h 757496"/>
                <a:gd name="connsiteX1-153" fmla="*/ 0 w 1238250"/>
                <a:gd name="connsiteY1-154" fmla="*/ 9439 h 757496"/>
                <a:gd name="connsiteX2-155" fmla="*/ 952500 w 1238250"/>
                <a:gd name="connsiteY2-156" fmla="*/ 752735 h 757496"/>
                <a:gd name="connsiteX3-157" fmla="*/ 1238250 w 1238250"/>
                <a:gd name="connsiteY3-158" fmla="*/ 757496 h 757496"/>
                <a:gd name="connsiteX4-159" fmla="*/ 233363 w 1238250"/>
                <a:gd name="connsiteY4-160" fmla="*/ 0 h 757496"/>
                <a:gd name="connsiteX0-161" fmla="*/ 233363 w 1238250"/>
                <a:gd name="connsiteY0-162" fmla="*/ 0 h 757496"/>
                <a:gd name="connsiteX1-163" fmla="*/ 0 w 1238250"/>
                <a:gd name="connsiteY1-164" fmla="*/ 9439 h 757496"/>
                <a:gd name="connsiteX2-165" fmla="*/ 952500 w 1238250"/>
                <a:gd name="connsiteY2-166" fmla="*/ 752735 h 757496"/>
                <a:gd name="connsiteX3-167" fmla="*/ 1238250 w 1238250"/>
                <a:gd name="connsiteY3-168" fmla="*/ 757496 h 757496"/>
                <a:gd name="connsiteX4-169" fmla="*/ 233363 w 1238250"/>
                <a:gd name="connsiteY4-170" fmla="*/ 0 h 757496"/>
                <a:gd name="connsiteX0-171" fmla="*/ 243561 w 1248448"/>
                <a:gd name="connsiteY0-172" fmla="*/ 573 h 758069"/>
                <a:gd name="connsiteX1-173" fmla="*/ 0 w 1248448"/>
                <a:gd name="connsiteY1-174" fmla="*/ 0 h 758069"/>
                <a:gd name="connsiteX2-175" fmla="*/ 962698 w 1248448"/>
                <a:gd name="connsiteY2-176" fmla="*/ 753308 h 758069"/>
                <a:gd name="connsiteX3-177" fmla="*/ 1248448 w 1248448"/>
                <a:gd name="connsiteY3-178" fmla="*/ 758069 h 758069"/>
                <a:gd name="connsiteX4-179" fmla="*/ 243561 w 1248448"/>
                <a:gd name="connsiteY4-180" fmla="*/ 573 h 758069"/>
                <a:gd name="connsiteX0-181" fmla="*/ 243561 w 1248448"/>
                <a:gd name="connsiteY0-182" fmla="*/ 573 h 758069"/>
                <a:gd name="connsiteX1-183" fmla="*/ 0 w 1248448"/>
                <a:gd name="connsiteY1-184" fmla="*/ 0 h 758069"/>
                <a:gd name="connsiteX2-185" fmla="*/ 962698 w 1248448"/>
                <a:gd name="connsiteY2-186" fmla="*/ 753308 h 758069"/>
                <a:gd name="connsiteX3-187" fmla="*/ 1248448 w 1248448"/>
                <a:gd name="connsiteY3-188" fmla="*/ 758069 h 758069"/>
                <a:gd name="connsiteX4-189" fmla="*/ 243561 w 1248448"/>
                <a:gd name="connsiteY4-190" fmla="*/ 573 h 758069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</a:cxnLst>
              <a:rect l="l" t="t" r="r" b="b"/>
              <a:pathLst>
                <a:path w="1248448" h="758069">
                  <a:moveTo>
                    <a:pt x="243561" y="573"/>
                  </a:moveTo>
                  <a:cubicBezTo>
                    <a:pt x="162374" y="382"/>
                    <a:pt x="235530" y="6639"/>
                    <a:pt x="0" y="0"/>
                  </a:cubicBezTo>
                  <a:lnTo>
                    <a:pt x="962698" y="753308"/>
                  </a:lnTo>
                  <a:cubicBezTo>
                    <a:pt x="1114838" y="758721"/>
                    <a:pt x="1045247" y="751718"/>
                    <a:pt x="1248448" y="758069"/>
                  </a:cubicBezTo>
                  <a:lnTo>
                    <a:pt x="243561" y="573"/>
                  </a:lnTo>
                  <a:close/>
                </a:path>
              </a:pathLst>
            </a:custGeom>
            <a:solidFill>
              <a:srgbClr val="0099C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4" name="Rectangle 113"/>
            <p:cNvSpPr/>
            <p:nvPr/>
          </p:nvSpPr>
          <p:spPr>
            <a:xfrm>
              <a:off x="1332065" y="1080080"/>
              <a:ext cx="296179" cy="1360118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endParaRPr>
            </a:p>
          </p:txBody>
        </p:sp>
      </p:grpSp>
      <p:sp>
        <p:nvSpPr>
          <p:cNvPr id="115" name="Line 305"/>
          <p:cNvSpPr>
            <a:spLocks noChangeShapeType="1"/>
          </p:cNvSpPr>
          <p:nvPr/>
        </p:nvSpPr>
        <p:spPr bwMode="auto">
          <a:xfrm>
            <a:off x="8248979" y="3941159"/>
            <a:ext cx="2454275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22" name="TextBox 1"/>
          <p:cNvSpPr txBox="1">
            <a:spLocks noChangeArrowheads="1"/>
          </p:cNvSpPr>
          <p:nvPr/>
        </p:nvSpPr>
        <p:spPr bwMode="auto">
          <a:xfrm>
            <a:off x="8536979" y="4435965"/>
            <a:ext cx="3165097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R：链路传输速率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grpSp>
        <p:nvGrpSpPr>
          <p:cNvPr id="123" name="Group 201"/>
          <p:cNvGrpSpPr/>
          <p:nvPr/>
        </p:nvGrpSpPr>
        <p:grpSpPr bwMode="auto">
          <a:xfrm>
            <a:off x="7577467" y="3023584"/>
            <a:ext cx="409575" cy="565150"/>
            <a:chOff x="375561" y="297711"/>
            <a:chExt cx="1252683" cy="2138362"/>
          </a:xfrm>
        </p:grpSpPr>
        <p:sp>
          <p:nvSpPr>
            <p:cNvPr id="124" name="Freeform 123"/>
            <p:cNvSpPr/>
            <p:nvPr/>
          </p:nvSpPr>
          <p:spPr>
            <a:xfrm>
              <a:off x="375561" y="297711"/>
              <a:ext cx="971072" cy="2138362"/>
            </a:xfrm>
            <a:custGeom>
              <a:avLst/>
              <a:gdLst>
                <a:gd name="connsiteX0" fmla="*/ 0 w 966787"/>
                <a:gd name="connsiteY0" fmla="*/ 0 h 2138362"/>
                <a:gd name="connsiteX1" fmla="*/ 0 w 966787"/>
                <a:gd name="connsiteY1" fmla="*/ 1190625 h 2138362"/>
                <a:gd name="connsiteX2" fmla="*/ 966787 w 966787"/>
                <a:gd name="connsiteY2" fmla="*/ 2138362 h 2138362"/>
                <a:gd name="connsiteX3" fmla="*/ 962025 w 966787"/>
                <a:gd name="connsiteY3" fmla="*/ 742950 h 2138362"/>
                <a:gd name="connsiteX4" fmla="*/ 0 w 966787"/>
                <a:gd name="connsiteY4" fmla="*/ 0 h 2138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6787" h="2138362">
                  <a:moveTo>
                    <a:pt x="0" y="0"/>
                  </a:moveTo>
                  <a:lnTo>
                    <a:pt x="0" y="1190625"/>
                  </a:lnTo>
                  <a:lnTo>
                    <a:pt x="966787" y="2138362"/>
                  </a:lnTo>
                  <a:cubicBezTo>
                    <a:pt x="965200" y="1673225"/>
                    <a:pt x="963612" y="1208087"/>
                    <a:pt x="962025" y="74295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5" name="Freeform 124"/>
            <p:cNvSpPr/>
            <p:nvPr/>
          </p:nvSpPr>
          <p:spPr>
            <a:xfrm>
              <a:off x="375561" y="309724"/>
              <a:ext cx="1247826" cy="768849"/>
            </a:xfrm>
            <a:custGeom>
              <a:avLst/>
              <a:gdLst>
                <a:gd name="connsiteX0" fmla="*/ 0 w 966787"/>
                <a:gd name="connsiteY0" fmla="*/ 0 h 2138362"/>
                <a:gd name="connsiteX1" fmla="*/ 0 w 966787"/>
                <a:gd name="connsiteY1" fmla="*/ 1190625 h 2138362"/>
                <a:gd name="connsiteX2" fmla="*/ 966787 w 966787"/>
                <a:gd name="connsiteY2" fmla="*/ 2138362 h 2138362"/>
                <a:gd name="connsiteX3" fmla="*/ 962025 w 966787"/>
                <a:gd name="connsiteY3" fmla="*/ 742950 h 2138362"/>
                <a:gd name="connsiteX4" fmla="*/ 0 w 966787"/>
                <a:gd name="connsiteY4" fmla="*/ 0 h 2138362"/>
                <a:gd name="connsiteX0-1" fmla="*/ 928688 w 1895475"/>
                <a:gd name="connsiteY0-2" fmla="*/ 0 h 2138362"/>
                <a:gd name="connsiteX1-3" fmla="*/ 0 w 1895475"/>
                <a:gd name="connsiteY1-4" fmla="*/ 461963 h 2138362"/>
                <a:gd name="connsiteX2-5" fmla="*/ 1895475 w 1895475"/>
                <a:gd name="connsiteY2-6" fmla="*/ 2138362 h 2138362"/>
                <a:gd name="connsiteX3-7" fmla="*/ 1890713 w 1895475"/>
                <a:gd name="connsiteY3-8" fmla="*/ 742950 h 2138362"/>
                <a:gd name="connsiteX4-9" fmla="*/ 928688 w 1895475"/>
                <a:gd name="connsiteY4-10" fmla="*/ 0 h 2138362"/>
                <a:gd name="connsiteX0-11" fmla="*/ 247650 w 1895475"/>
                <a:gd name="connsiteY0-12" fmla="*/ 0 h 1738312"/>
                <a:gd name="connsiteX1-13" fmla="*/ 0 w 1895475"/>
                <a:gd name="connsiteY1-14" fmla="*/ 61913 h 1738312"/>
                <a:gd name="connsiteX2-15" fmla="*/ 1895475 w 1895475"/>
                <a:gd name="connsiteY2-16" fmla="*/ 1738312 h 1738312"/>
                <a:gd name="connsiteX3-17" fmla="*/ 1890713 w 1895475"/>
                <a:gd name="connsiteY3-18" fmla="*/ 342900 h 1738312"/>
                <a:gd name="connsiteX4-19" fmla="*/ 247650 w 1895475"/>
                <a:gd name="connsiteY4-20" fmla="*/ 0 h 1738312"/>
                <a:gd name="connsiteX0-21" fmla="*/ 247650 w 1895475"/>
                <a:gd name="connsiteY0-22" fmla="*/ 0 h 1738312"/>
                <a:gd name="connsiteX1-23" fmla="*/ 0 w 1895475"/>
                <a:gd name="connsiteY1-24" fmla="*/ 61913 h 1738312"/>
                <a:gd name="connsiteX2-25" fmla="*/ 1895475 w 1895475"/>
                <a:gd name="connsiteY2-26" fmla="*/ 1738312 h 1738312"/>
                <a:gd name="connsiteX3-27" fmla="*/ 1143000 w 1895475"/>
                <a:gd name="connsiteY3-28" fmla="*/ 776288 h 1738312"/>
                <a:gd name="connsiteX4-29" fmla="*/ 247650 w 1895475"/>
                <a:gd name="connsiteY4-30" fmla="*/ 0 h 1738312"/>
                <a:gd name="connsiteX0-31" fmla="*/ 247650 w 1895475"/>
                <a:gd name="connsiteY0-32" fmla="*/ 0 h 1738312"/>
                <a:gd name="connsiteX1-33" fmla="*/ 0 w 1895475"/>
                <a:gd name="connsiteY1-34" fmla="*/ 61913 h 1738312"/>
                <a:gd name="connsiteX2-35" fmla="*/ 1895475 w 1895475"/>
                <a:gd name="connsiteY2-36" fmla="*/ 1738312 h 1738312"/>
                <a:gd name="connsiteX3-37" fmla="*/ 1143000 w 1895475"/>
                <a:gd name="connsiteY3-38" fmla="*/ 776288 h 1738312"/>
                <a:gd name="connsiteX4-39" fmla="*/ 247650 w 1895475"/>
                <a:gd name="connsiteY4-40" fmla="*/ 0 h 1738312"/>
                <a:gd name="connsiteX0-41" fmla="*/ 247650 w 1895475"/>
                <a:gd name="connsiteY0-42" fmla="*/ 0 h 1738312"/>
                <a:gd name="connsiteX1-43" fmla="*/ 0 w 1895475"/>
                <a:gd name="connsiteY1-44" fmla="*/ 61913 h 1738312"/>
                <a:gd name="connsiteX2-45" fmla="*/ 1895475 w 1895475"/>
                <a:gd name="connsiteY2-46" fmla="*/ 1738312 h 1738312"/>
                <a:gd name="connsiteX3-47" fmla="*/ 1238250 w 1895475"/>
                <a:gd name="connsiteY3-48" fmla="*/ 814388 h 1738312"/>
                <a:gd name="connsiteX4-49" fmla="*/ 247650 w 1895475"/>
                <a:gd name="connsiteY4-50" fmla="*/ 0 h 1738312"/>
                <a:gd name="connsiteX0-51" fmla="*/ 247650 w 1895475"/>
                <a:gd name="connsiteY0-52" fmla="*/ 0 h 1738312"/>
                <a:gd name="connsiteX1-53" fmla="*/ 0 w 1895475"/>
                <a:gd name="connsiteY1-54" fmla="*/ 61913 h 1738312"/>
                <a:gd name="connsiteX2-55" fmla="*/ 1895475 w 1895475"/>
                <a:gd name="connsiteY2-56" fmla="*/ 1738312 h 1738312"/>
                <a:gd name="connsiteX3-57" fmla="*/ 1238250 w 1895475"/>
                <a:gd name="connsiteY3-58" fmla="*/ 814388 h 1738312"/>
                <a:gd name="connsiteX4-59" fmla="*/ 247650 w 1895475"/>
                <a:gd name="connsiteY4-60" fmla="*/ 0 h 1738312"/>
                <a:gd name="connsiteX0-61" fmla="*/ 247650 w 1238250"/>
                <a:gd name="connsiteY0-62" fmla="*/ 0 h 862012"/>
                <a:gd name="connsiteX1-63" fmla="*/ 0 w 1238250"/>
                <a:gd name="connsiteY1-64" fmla="*/ 61913 h 862012"/>
                <a:gd name="connsiteX2-65" fmla="*/ 947738 w 1238250"/>
                <a:gd name="connsiteY2-66" fmla="*/ 862012 h 862012"/>
                <a:gd name="connsiteX3-67" fmla="*/ 1238250 w 1238250"/>
                <a:gd name="connsiteY3-68" fmla="*/ 814388 h 862012"/>
                <a:gd name="connsiteX4-69" fmla="*/ 247650 w 1238250"/>
                <a:gd name="connsiteY4-70" fmla="*/ 0 h 862012"/>
                <a:gd name="connsiteX0-71" fmla="*/ 247650 w 1238250"/>
                <a:gd name="connsiteY0-72" fmla="*/ 0 h 823912"/>
                <a:gd name="connsiteX1-73" fmla="*/ 0 w 1238250"/>
                <a:gd name="connsiteY1-74" fmla="*/ 61913 h 823912"/>
                <a:gd name="connsiteX2-75" fmla="*/ 952500 w 1238250"/>
                <a:gd name="connsiteY2-76" fmla="*/ 823912 h 823912"/>
                <a:gd name="connsiteX3-77" fmla="*/ 1238250 w 1238250"/>
                <a:gd name="connsiteY3-78" fmla="*/ 814388 h 823912"/>
                <a:gd name="connsiteX4-79" fmla="*/ 247650 w 1238250"/>
                <a:gd name="connsiteY4-80" fmla="*/ 0 h 823912"/>
                <a:gd name="connsiteX0-81" fmla="*/ 247650 w 1238250"/>
                <a:gd name="connsiteY0-82" fmla="*/ 0 h 823912"/>
                <a:gd name="connsiteX1-83" fmla="*/ 0 w 1238250"/>
                <a:gd name="connsiteY1-84" fmla="*/ 61913 h 823912"/>
                <a:gd name="connsiteX2-85" fmla="*/ 952500 w 1238250"/>
                <a:gd name="connsiteY2-86" fmla="*/ 823912 h 823912"/>
                <a:gd name="connsiteX3-87" fmla="*/ 1238250 w 1238250"/>
                <a:gd name="connsiteY3-88" fmla="*/ 814388 h 823912"/>
                <a:gd name="connsiteX4-89" fmla="*/ 247650 w 1238250"/>
                <a:gd name="connsiteY4-90" fmla="*/ 0 h 823912"/>
                <a:gd name="connsiteX0-91" fmla="*/ 233363 w 1238250"/>
                <a:gd name="connsiteY0-92" fmla="*/ 0 h 766762"/>
                <a:gd name="connsiteX1-93" fmla="*/ 0 w 1238250"/>
                <a:gd name="connsiteY1-94" fmla="*/ 4763 h 766762"/>
                <a:gd name="connsiteX2-95" fmla="*/ 952500 w 1238250"/>
                <a:gd name="connsiteY2-96" fmla="*/ 766762 h 766762"/>
                <a:gd name="connsiteX3-97" fmla="*/ 1238250 w 1238250"/>
                <a:gd name="connsiteY3-98" fmla="*/ 757238 h 766762"/>
                <a:gd name="connsiteX4-99" fmla="*/ 233363 w 1238250"/>
                <a:gd name="connsiteY4-100" fmla="*/ 0 h 766762"/>
                <a:gd name="connsiteX0-101" fmla="*/ 233363 w 1238250"/>
                <a:gd name="connsiteY0-102" fmla="*/ 0 h 773376"/>
                <a:gd name="connsiteX1-103" fmla="*/ 0 w 1238250"/>
                <a:gd name="connsiteY1-104" fmla="*/ 4763 h 773376"/>
                <a:gd name="connsiteX2-105" fmla="*/ 952500 w 1238250"/>
                <a:gd name="connsiteY2-106" fmla="*/ 766762 h 773376"/>
                <a:gd name="connsiteX3-107" fmla="*/ 1238250 w 1238250"/>
                <a:gd name="connsiteY3-108" fmla="*/ 771525 h 773376"/>
                <a:gd name="connsiteX4-109" fmla="*/ 233363 w 1238250"/>
                <a:gd name="connsiteY4-110" fmla="*/ 0 h 773376"/>
                <a:gd name="connsiteX0-111" fmla="*/ 233363 w 1238250"/>
                <a:gd name="connsiteY0-112" fmla="*/ 0 h 766762"/>
                <a:gd name="connsiteX1-113" fmla="*/ 0 w 1238250"/>
                <a:gd name="connsiteY1-114" fmla="*/ 4763 h 766762"/>
                <a:gd name="connsiteX2-115" fmla="*/ 952500 w 1238250"/>
                <a:gd name="connsiteY2-116" fmla="*/ 766762 h 766762"/>
                <a:gd name="connsiteX3-117" fmla="*/ 1238250 w 1238250"/>
                <a:gd name="connsiteY3-118" fmla="*/ 757236 h 766762"/>
                <a:gd name="connsiteX4-119" fmla="*/ 233363 w 1238250"/>
                <a:gd name="connsiteY4-120" fmla="*/ 0 h 766762"/>
                <a:gd name="connsiteX0-121" fmla="*/ 233363 w 1238250"/>
                <a:gd name="connsiteY0-122" fmla="*/ 0 h 773375"/>
                <a:gd name="connsiteX1-123" fmla="*/ 0 w 1238250"/>
                <a:gd name="connsiteY1-124" fmla="*/ 4763 h 773375"/>
                <a:gd name="connsiteX2-125" fmla="*/ 952500 w 1238250"/>
                <a:gd name="connsiteY2-126" fmla="*/ 766762 h 773375"/>
                <a:gd name="connsiteX3-127" fmla="*/ 1238250 w 1238250"/>
                <a:gd name="connsiteY3-128" fmla="*/ 771523 h 773375"/>
                <a:gd name="connsiteX4-129" fmla="*/ 233363 w 1238250"/>
                <a:gd name="connsiteY4-130" fmla="*/ 0 h 773375"/>
                <a:gd name="connsiteX0-131" fmla="*/ 233363 w 1238250"/>
                <a:gd name="connsiteY0-132" fmla="*/ 0 h 771523"/>
                <a:gd name="connsiteX1-133" fmla="*/ 0 w 1238250"/>
                <a:gd name="connsiteY1-134" fmla="*/ 4763 h 771523"/>
                <a:gd name="connsiteX2-135" fmla="*/ 952500 w 1238250"/>
                <a:gd name="connsiteY2-136" fmla="*/ 766762 h 771523"/>
                <a:gd name="connsiteX3-137" fmla="*/ 1238250 w 1238250"/>
                <a:gd name="connsiteY3-138" fmla="*/ 771523 h 771523"/>
                <a:gd name="connsiteX4-139" fmla="*/ 233363 w 1238250"/>
                <a:gd name="connsiteY4-140" fmla="*/ 0 h 771523"/>
                <a:gd name="connsiteX0-141" fmla="*/ 233363 w 1238250"/>
                <a:gd name="connsiteY0-142" fmla="*/ 0 h 771523"/>
                <a:gd name="connsiteX1-143" fmla="*/ 0 w 1238250"/>
                <a:gd name="connsiteY1-144" fmla="*/ 23466 h 771523"/>
                <a:gd name="connsiteX2-145" fmla="*/ 952500 w 1238250"/>
                <a:gd name="connsiteY2-146" fmla="*/ 766762 h 771523"/>
                <a:gd name="connsiteX3-147" fmla="*/ 1238250 w 1238250"/>
                <a:gd name="connsiteY3-148" fmla="*/ 771523 h 771523"/>
                <a:gd name="connsiteX4-149" fmla="*/ 233363 w 1238250"/>
                <a:gd name="connsiteY4-150" fmla="*/ 0 h 771523"/>
                <a:gd name="connsiteX0-151" fmla="*/ 233363 w 1238250"/>
                <a:gd name="connsiteY0-152" fmla="*/ 0 h 757496"/>
                <a:gd name="connsiteX1-153" fmla="*/ 0 w 1238250"/>
                <a:gd name="connsiteY1-154" fmla="*/ 9439 h 757496"/>
                <a:gd name="connsiteX2-155" fmla="*/ 952500 w 1238250"/>
                <a:gd name="connsiteY2-156" fmla="*/ 752735 h 757496"/>
                <a:gd name="connsiteX3-157" fmla="*/ 1238250 w 1238250"/>
                <a:gd name="connsiteY3-158" fmla="*/ 757496 h 757496"/>
                <a:gd name="connsiteX4-159" fmla="*/ 233363 w 1238250"/>
                <a:gd name="connsiteY4-160" fmla="*/ 0 h 757496"/>
                <a:gd name="connsiteX0-161" fmla="*/ 233363 w 1238250"/>
                <a:gd name="connsiteY0-162" fmla="*/ 0 h 757496"/>
                <a:gd name="connsiteX1-163" fmla="*/ 0 w 1238250"/>
                <a:gd name="connsiteY1-164" fmla="*/ 9439 h 757496"/>
                <a:gd name="connsiteX2-165" fmla="*/ 952500 w 1238250"/>
                <a:gd name="connsiteY2-166" fmla="*/ 752735 h 757496"/>
                <a:gd name="connsiteX3-167" fmla="*/ 1238250 w 1238250"/>
                <a:gd name="connsiteY3-168" fmla="*/ 757496 h 757496"/>
                <a:gd name="connsiteX4-169" fmla="*/ 233363 w 1238250"/>
                <a:gd name="connsiteY4-170" fmla="*/ 0 h 757496"/>
                <a:gd name="connsiteX0-171" fmla="*/ 243561 w 1248448"/>
                <a:gd name="connsiteY0-172" fmla="*/ 573 h 758069"/>
                <a:gd name="connsiteX1-173" fmla="*/ 0 w 1248448"/>
                <a:gd name="connsiteY1-174" fmla="*/ 0 h 758069"/>
                <a:gd name="connsiteX2-175" fmla="*/ 962698 w 1248448"/>
                <a:gd name="connsiteY2-176" fmla="*/ 753308 h 758069"/>
                <a:gd name="connsiteX3-177" fmla="*/ 1248448 w 1248448"/>
                <a:gd name="connsiteY3-178" fmla="*/ 758069 h 758069"/>
                <a:gd name="connsiteX4-179" fmla="*/ 243561 w 1248448"/>
                <a:gd name="connsiteY4-180" fmla="*/ 573 h 758069"/>
                <a:gd name="connsiteX0-181" fmla="*/ 243561 w 1248448"/>
                <a:gd name="connsiteY0-182" fmla="*/ 573 h 758069"/>
                <a:gd name="connsiteX1-183" fmla="*/ 0 w 1248448"/>
                <a:gd name="connsiteY1-184" fmla="*/ 0 h 758069"/>
                <a:gd name="connsiteX2-185" fmla="*/ 962698 w 1248448"/>
                <a:gd name="connsiteY2-186" fmla="*/ 753308 h 758069"/>
                <a:gd name="connsiteX3-187" fmla="*/ 1248448 w 1248448"/>
                <a:gd name="connsiteY3-188" fmla="*/ 758069 h 758069"/>
                <a:gd name="connsiteX4-189" fmla="*/ 243561 w 1248448"/>
                <a:gd name="connsiteY4-190" fmla="*/ 573 h 758069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</a:cxnLst>
              <a:rect l="l" t="t" r="r" b="b"/>
              <a:pathLst>
                <a:path w="1248448" h="758069">
                  <a:moveTo>
                    <a:pt x="243561" y="573"/>
                  </a:moveTo>
                  <a:cubicBezTo>
                    <a:pt x="162374" y="382"/>
                    <a:pt x="235530" y="6639"/>
                    <a:pt x="0" y="0"/>
                  </a:cubicBezTo>
                  <a:lnTo>
                    <a:pt x="962698" y="753308"/>
                  </a:lnTo>
                  <a:cubicBezTo>
                    <a:pt x="1114838" y="758721"/>
                    <a:pt x="1045247" y="751718"/>
                    <a:pt x="1248448" y="758069"/>
                  </a:cubicBezTo>
                  <a:lnTo>
                    <a:pt x="243561" y="573"/>
                  </a:lnTo>
                  <a:close/>
                </a:path>
              </a:pathLst>
            </a:custGeom>
            <a:solidFill>
              <a:srgbClr val="0099C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6" name="Rectangle 125"/>
            <p:cNvSpPr/>
            <p:nvPr/>
          </p:nvSpPr>
          <p:spPr>
            <a:xfrm>
              <a:off x="1332065" y="1066560"/>
              <a:ext cx="296179" cy="1363508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endParaRPr>
            </a:p>
          </p:txBody>
        </p:sp>
      </p:grpSp>
      <p:sp>
        <p:nvSpPr>
          <p:cNvPr id="127" name="TextBox 205"/>
          <p:cNvSpPr txBox="1">
            <a:spLocks noChangeArrowheads="1"/>
          </p:cNvSpPr>
          <p:nvPr/>
        </p:nvSpPr>
        <p:spPr bwMode="auto">
          <a:xfrm>
            <a:off x="7334579" y="4199922"/>
            <a:ext cx="638636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主机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grpSp>
        <p:nvGrpSpPr>
          <p:cNvPr id="128" name="Group 206"/>
          <p:cNvGrpSpPr/>
          <p:nvPr/>
        </p:nvGrpSpPr>
        <p:grpSpPr bwMode="auto">
          <a:xfrm>
            <a:off x="7102804" y="3749072"/>
            <a:ext cx="1295400" cy="506412"/>
            <a:chOff x="1816230" y="6118900"/>
            <a:chExt cx="1843339" cy="739100"/>
          </a:xfrm>
        </p:grpSpPr>
        <p:pic>
          <p:nvPicPr>
            <p:cNvPr id="129" name="Picture 8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16230" y="6142069"/>
              <a:ext cx="1843339" cy="7159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0" name="Rectangle 129"/>
            <p:cNvSpPr/>
            <p:nvPr/>
          </p:nvSpPr>
          <p:spPr>
            <a:xfrm rot="1049095">
              <a:off x="1947252" y="6118900"/>
              <a:ext cx="1651325" cy="463386"/>
            </a:xfrm>
            <a:prstGeom prst="rect">
              <a:avLst/>
            </a:prstGeom>
            <a:gradFill>
              <a:gsLst>
                <a:gs pos="0">
                  <a:schemeClr val="bg1"/>
                </a:gs>
                <a:gs pos="50000">
                  <a:schemeClr val="bg1">
                    <a:alpha val="48000"/>
                  </a:schemeClr>
                </a:gs>
                <a:gs pos="100000">
                  <a:schemeClr val="bg1">
                    <a:alpha val="0"/>
                  </a:schemeClr>
                </a:gs>
              </a:gsLst>
              <a:lin ang="54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endParaRPr>
            </a:p>
          </p:txBody>
        </p:sp>
      </p:grpSp>
      <p:grpSp>
        <p:nvGrpSpPr>
          <p:cNvPr id="131" name="Group 209"/>
          <p:cNvGrpSpPr/>
          <p:nvPr/>
        </p:nvGrpSpPr>
        <p:grpSpPr bwMode="auto">
          <a:xfrm>
            <a:off x="7242504" y="2132997"/>
            <a:ext cx="1409700" cy="877887"/>
            <a:chOff x="2387973" y="4309243"/>
            <a:chExt cx="1771787" cy="1282262"/>
          </a:xfrm>
        </p:grpSpPr>
        <p:pic>
          <p:nvPicPr>
            <p:cNvPr id="132" name="Picture 9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83508" y="4309243"/>
              <a:ext cx="1284945" cy="12822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3" name="Rectangle 132"/>
            <p:cNvSpPr/>
            <p:nvPr/>
          </p:nvSpPr>
          <p:spPr>
            <a:xfrm rot="11601822">
              <a:off x="2387973" y="5127757"/>
              <a:ext cx="1771787" cy="424330"/>
            </a:xfrm>
            <a:prstGeom prst="rect">
              <a:avLst/>
            </a:prstGeom>
            <a:gradFill>
              <a:gsLst>
                <a:gs pos="0">
                  <a:schemeClr val="bg1"/>
                </a:gs>
                <a:gs pos="50000">
                  <a:schemeClr val="bg1">
                    <a:alpha val="48000"/>
                  </a:schemeClr>
                </a:gs>
                <a:gs pos="100000">
                  <a:schemeClr val="bg1">
                    <a:alpha val="0"/>
                  </a:schemeClr>
                </a:gs>
              </a:gsLst>
              <a:lin ang="54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endParaRPr>
            </a:p>
          </p:txBody>
        </p:sp>
      </p:grpSp>
      <p:sp>
        <p:nvSpPr>
          <p:cNvPr id="134" name="TextBox 215"/>
          <p:cNvSpPr txBox="1">
            <a:spLocks noChangeArrowheads="1"/>
          </p:cNvSpPr>
          <p:nvPr/>
        </p:nvSpPr>
        <p:spPr bwMode="auto">
          <a:xfrm>
            <a:off x="7991804" y="3555397"/>
            <a:ext cx="288925" cy="338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1</a:t>
            </a:r>
            <a:endParaRPr kumimoji="0" lang="en-US" alt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35" name="TextBox 216"/>
          <p:cNvSpPr txBox="1">
            <a:spLocks noChangeArrowheads="1"/>
          </p:cNvSpPr>
          <p:nvPr/>
        </p:nvSpPr>
        <p:spPr bwMode="auto">
          <a:xfrm>
            <a:off x="7750504" y="3563334"/>
            <a:ext cx="288925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2</a:t>
            </a:r>
            <a:endParaRPr kumimoji="0" lang="en-US" alt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cxnSp>
        <p:nvCxnSpPr>
          <p:cNvPr id="136" name="Straight Connector 3"/>
          <p:cNvCxnSpPr>
            <a:cxnSpLocks noChangeShapeType="1"/>
          </p:cNvCxnSpPr>
          <p:nvPr/>
        </p:nvCxnSpPr>
        <p:spPr bwMode="auto">
          <a:xfrm flipV="1">
            <a:off x="8241042" y="2577497"/>
            <a:ext cx="1225550" cy="5651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37" name="TextBox 234"/>
          <p:cNvSpPr txBox="1">
            <a:spLocks noChangeArrowheads="1"/>
          </p:cNvSpPr>
          <p:nvPr/>
        </p:nvSpPr>
        <p:spPr bwMode="auto">
          <a:xfrm>
            <a:off x="9404679" y="2228247"/>
            <a:ext cx="1824474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两个分组， 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每个 L 比特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grpSp>
        <p:nvGrpSpPr>
          <p:cNvPr id="138" name="Group 137"/>
          <p:cNvGrpSpPr/>
          <p:nvPr/>
        </p:nvGrpSpPr>
        <p:grpSpPr>
          <a:xfrm>
            <a:off x="10506147" y="3669119"/>
            <a:ext cx="1200246" cy="477406"/>
            <a:chOff x="3668110" y="2448910"/>
            <a:chExt cx="3794234" cy="2165130"/>
          </a:xfrm>
        </p:grpSpPr>
        <p:sp>
          <p:nvSpPr>
            <p:cNvPr id="139" name="Rectangle 138"/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0" name="Freeform 139"/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41" name="Group 140"/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42" name="Freeform 141"/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3" name="Freeform 142"/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4" name="Freeform 143"/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5" name="Freeform 144"/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cxnSp>
        <p:nvCxnSpPr>
          <p:cNvPr id="146" name="Straight Connector 3"/>
          <p:cNvCxnSpPr>
            <a:cxnSpLocks noChangeShapeType="1"/>
          </p:cNvCxnSpPr>
          <p:nvPr/>
        </p:nvCxnSpPr>
        <p:spPr bwMode="auto">
          <a:xfrm flipV="1">
            <a:off x="9264979" y="4020904"/>
            <a:ext cx="0" cy="458309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3" name="Right Arrow 2"/>
          <p:cNvSpPr/>
          <p:nvPr/>
        </p:nvSpPr>
        <p:spPr>
          <a:xfrm>
            <a:off x="8311695" y="3223689"/>
            <a:ext cx="978408" cy="260093"/>
          </a:xfrm>
          <a:prstGeom prst="rightArrow">
            <a:avLst/>
          </a:prstGeom>
          <a:gradFill>
            <a:gsLst>
              <a:gs pos="0">
                <a:schemeClr val="accent1">
                  <a:lumMod val="5000"/>
                  <a:lumOff val="95000"/>
                </a:schemeClr>
              </a:gs>
              <a:gs pos="35000">
                <a:schemeClr val="accent1">
                  <a:lumMod val="20000"/>
                  <a:lumOff val="80000"/>
                </a:schemeClr>
              </a:gs>
              <a:gs pos="68000">
                <a:schemeClr val="accent1">
                  <a:lumMod val="45000"/>
                  <a:lumOff val="55000"/>
                </a:schemeClr>
              </a:gs>
              <a:gs pos="100000">
                <a:srgbClr val="0000A8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" name="Group 1"/>
          <p:cNvGrpSpPr/>
          <p:nvPr/>
        </p:nvGrpSpPr>
        <p:grpSpPr>
          <a:xfrm>
            <a:off x="2541108" y="5251754"/>
            <a:ext cx="6446724" cy="1077218"/>
            <a:chOff x="2541108" y="5251754"/>
            <a:chExt cx="6446724" cy="1077218"/>
          </a:xfrm>
        </p:grpSpPr>
        <p:sp>
          <p:nvSpPr>
            <p:cNvPr id="150" name="TextBox 235"/>
            <p:cNvSpPr txBox="1">
              <a:spLocks noChangeArrowheads="1"/>
            </p:cNvSpPr>
            <p:nvPr/>
          </p:nvSpPr>
          <p:spPr bwMode="auto">
            <a:xfrm>
              <a:off x="2541108" y="5259812"/>
              <a:ext cx="1768561" cy="10368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分组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传输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时延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1" name="TextBox 237"/>
            <p:cNvSpPr txBox="1">
              <a:spLocks noChangeArrowheads="1"/>
            </p:cNvSpPr>
            <p:nvPr/>
          </p:nvSpPr>
          <p:spPr bwMode="auto">
            <a:xfrm>
              <a:off x="4778467" y="5291362"/>
              <a:ext cx="2103653" cy="10368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所需时间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发送 L 比特</a:t>
              </a:r>
              <a:r>
                <a:rPr kumimoji="0" lang="en-US" alt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/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/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分组进入链路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2" name="TextBox 4"/>
            <p:cNvSpPr txBox="1">
              <a:spLocks noChangeArrowheads="1"/>
            </p:cNvSpPr>
            <p:nvPr/>
          </p:nvSpPr>
          <p:spPr bwMode="auto">
            <a:xfrm>
              <a:off x="7516019" y="5251754"/>
              <a:ext cx="1471813" cy="107721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32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L</a:t>
              </a:r>
              <a:r>
                <a:rPr kumimoji="0" lang="en-US" alt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 </a:t>
              </a: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(bits)</a:t>
              </a: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32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R</a:t>
              </a:r>
              <a:r>
                <a:rPr kumimoji="0" lang="en-US" alt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 </a:t>
              </a: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(bits/sec)</a:t>
              </a:r>
              <a:endPara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  <p:cxnSp>
          <p:nvCxnSpPr>
            <p:cNvPr id="153" name="Straight Connector 9"/>
            <p:cNvCxnSpPr>
              <a:cxnSpLocks noChangeShapeType="1"/>
            </p:cNvCxnSpPr>
            <p:nvPr/>
          </p:nvCxnSpPr>
          <p:spPr bwMode="auto">
            <a:xfrm>
              <a:off x="7603331" y="5796974"/>
              <a:ext cx="286873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54" name="TextBox 10"/>
            <p:cNvSpPr txBox="1">
              <a:spLocks noChangeArrowheads="1"/>
            </p:cNvSpPr>
            <p:nvPr/>
          </p:nvSpPr>
          <p:spPr bwMode="auto">
            <a:xfrm>
              <a:off x="4336507" y="5477615"/>
              <a:ext cx="389850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=</a:t>
              </a:r>
              <a:endPara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55" name="TextBox 245"/>
            <p:cNvSpPr txBox="1">
              <a:spLocks noChangeArrowheads="1"/>
            </p:cNvSpPr>
            <p:nvPr/>
          </p:nvSpPr>
          <p:spPr bwMode="auto">
            <a:xfrm>
              <a:off x="6919119" y="5484897"/>
              <a:ext cx="389850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=</a:t>
              </a:r>
              <a:endPara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42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引言：1-</a:t>
            </a:r>
            <a:fld id="{C4204591-24BD-A542-B9D5-F8D8A88D2FEE}" type="slidenum">
              <a:rPr lang="en-US" smtClean="0"/>
            </a:fld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1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1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1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11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1" name="Title 1"/>
          <p:cNvSpPr>
            <a:spLocks noGrp="1"/>
          </p:cNvSpPr>
          <p:nvPr>
            <p:ph type="title"/>
          </p:nvPr>
        </p:nvSpPr>
        <p:spPr>
          <a:xfrm>
            <a:off x="848710" y="27314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5400" b="0" dirty="0">
                <a:ea typeface="MS PGothic" panose="020B0600070205080204" pitchFamily="34" charset="-128"/>
              </a:rPr>
              <a:t>链路：物理媒体</a:t>
            </a:r>
            <a:endParaRPr lang="en-US" sz="5400" b="0" dirty="0"/>
          </a:p>
        </p:txBody>
      </p:sp>
      <p:sp>
        <p:nvSpPr>
          <p:cNvPr id="42" name="Rectangle 3"/>
          <p:cNvSpPr txBox="1">
            <a:spLocks noChangeArrowheads="1"/>
          </p:cNvSpPr>
          <p:nvPr/>
        </p:nvSpPr>
        <p:spPr>
          <a:xfrm>
            <a:off x="952500" y="1671911"/>
            <a:ext cx="4639003" cy="4648200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655" marR="0" lvl="0" indent="-28765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比特：在发送方/接收方对之间传播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b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</a:b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  <a:p>
            <a:pPr marL="287655" marR="0" lvl="0" indent="-28765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物理链路：位于发送方与接收方之间的介质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  <a:p>
            <a:pPr marL="287655" marR="0" lvl="0" indent="-28765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导引型媒体： 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信号在固体介质中传播：铜线、光纤、同轴电缆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Arial" panose="020B0604020202020204" pitchFamily="34" charset="0"/>
              <a:cs typeface="+mn-cs"/>
            </a:endParaRPr>
          </a:p>
          <a:p>
            <a:pPr marL="287655" marR="0" lvl="0" indent="-28765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非导引型媒体：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信号自由传播，例如无线电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Arial" panose="020B0604020202020204" pitchFamily="34" charset="0"/>
              <a:cs typeface="+mn-cs"/>
            </a:endParaRPr>
          </a:p>
        </p:txBody>
      </p:sp>
      <p:grpSp>
        <p:nvGrpSpPr>
          <p:cNvPr id="2" name="Group 1"/>
          <p:cNvGrpSpPr/>
          <p:nvPr/>
        </p:nvGrpSpPr>
        <p:grpSpPr>
          <a:xfrm>
            <a:off x="6333223" y="1671911"/>
            <a:ext cx="5123052" cy="3611287"/>
            <a:chOff x="6333223" y="1671911"/>
            <a:chExt cx="5123052" cy="3611287"/>
          </a:xfrm>
        </p:grpSpPr>
        <p:sp>
          <p:nvSpPr>
            <p:cNvPr id="43" name="Rectangle 4"/>
            <p:cNvSpPr txBox="1">
              <a:spLocks noChangeArrowheads="1"/>
            </p:cNvSpPr>
            <p:nvPr/>
          </p:nvSpPr>
          <p:spPr>
            <a:xfrm>
              <a:off x="6411036" y="1671911"/>
              <a:ext cx="5045239" cy="3346450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anose="05000000000000000000" pitchFamily="2" charset="2"/>
                <a:buChar char="§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352425" marR="0" lvl="0" indent="-34290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panose="05000000000000000000" charset="0"/>
                <a:buNone/>
                <a:defRPr/>
              </a:pPr>
              <a:r>
                <a:rPr kumimoji="0" 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双绞线（TP）</a:t>
              </a:r>
              <a:r>
                <a:rPr kumimoji="0" 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/>
              </a:r>
              <a:endPara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  <a:p>
              <a:pPr marL="228600" marR="0" lvl="0" indent="-22860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panose="05000000000000000000" pitchFamily="2" charset="2"/>
                <a:buChar char="§"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两根绝缘铜线</a:t>
              </a: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  <a:p>
              <a:pPr marL="682625" marR="0" lvl="1" indent="-231775" algn="l" defTabSz="914400" rtl="0" eaLnBrk="1" fontAlgn="auto" latinLnBrk="0" hangingPunct="1">
                <a:lnSpc>
                  <a:spcPct val="90000"/>
                </a:lnSpc>
                <a:spcBef>
                  <a:spcPts val="500"/>
                </a:spcBef>
                <a:spcAft>
                  <a:spcPts val="0"/>
                </a:spcAft>
                <a:buClr>
                  <a:srgbClr val="0000A8"/>
                </a:buClr>
                <a:buSzPct val="100000"/>
                <a:buFont typeface="Arial" panose="020B0604020202020204"/>
                <a:buChar char="•"/>
                <a:defRPr/>
              </a:pP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5 类线：100 Mbps、1 Gbps Ethernet</a:t>
              </a: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  <a:p>
              <a:pPr marL="682625" marR="0" lvl="1" indent="-231775" algn="l" defTabSz="914400" rtl="0" eaLnBrk="1" fontAlgn="auto" latinLnBrk="0" hangingPunct="1">
                <a:lnSpc>
                  <a:spcPct val="90000"/>
                </a:lnSpc>
                <a:spcBef>
                  <a:spcPts val="500"/>
                </a:spcBef>
                <a:spcAft>
                  <a:spcPts val="0"/>
                </a:spcAft>
                <a:buClr>
                  <a:srgbClr val="0000A8"/>
                </a:buClr>
                <a:buSzPct val="100000"/>
                <a:buFont typeface="Arial" panose="020B0604020202020204"/>
                <a:buChar char="•"/>
                <a:defRPr/>
              </a:pP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6 类线：10 Gbps Ethernet</a:t>
              </a: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11266" name="Picture 2" descr="Twisted_Pair_Cables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333223" y="3476662"/>
              <a:ext cx="2220035" cy="170942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1268" name="Picture 4" descr="Image result for twisted pair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005176" y="3594371"/>
              <a:ext cx="2359134" cy="168882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8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引言：1-</a:t>
            </a:r>
            <a:fld id="{C4204591-24BD-A542-B9D5-F8D8A88D2FEE}" type="slidenum">
              <a:rPr lang="en-US" smtClean="0"/>
            </a:fld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1" name="Title 1"/>
          <p:cNvSpPr>
            <a:spLocks noGrp="1"/>
          </p:cNvSpPr>
          <p:nvPr>
            <p:ph type="title"/>
          </p:nvPr>
        </p:nvSpPr>
        <p:spPr>
          <a:xfrm>
            <a:off x="848710" y="27314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5400" b="0" dirty="0">
                <a:ea typeface="MS PGothic" panose="020B0600070205080204" pitchFamily="34" charset="-128"/>
              </a:rPr>
              <a:t>链路：物理媒体</a:t>
            </a:r>
            <a:endParaRPr lang="en-US" sz="5400" b="0" dirty="0"/>
          </a:p>
        </p:txBody>
      </p:sp>
      <p:sp>
        <p:nvSpPr>
          <p:cNvPr id="9" name="Rectangle 3"/>
          <p:cNvSpPr txBox="1">
            <a:spLocks noChangeArrowheads="1"/>
          </p:cNvSpPr>
          <p:nvPr/>
        </p:nvSpPr>
        <p:spPr>
          <a:xfrm>
            <a:off x="982262" y="1320920"/>
            <a:ext cx="4878973" cy="432752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28600" marR="0" lvl="0" indent="-21907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charset="0"/>
              <a:buNone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同轴电缆：</a:t>
            </a:r>
            <a:endParaRPr kumimoji="0" lang="en-US" sz="32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两个同心铜导体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双向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宽带：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/>
              <a:buChar char="•"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电缆上有多个频率信道</a:t>
            </a: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/>
              <a:buChar char="•"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每个信道数百 Mbps</a:t>
            </a: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3" name="Picture 2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 rot="2692153">
            <a:off x="1742089" y="3834600"/>
            <a:ext cx="1854420" cy="1854420"/>
          </a:xfrm>
          <a:prstGeom prst="rect">
            <a:avLst/>
          </a:prstGeom>
        </p:spPr>
      </p:pic>
      <p:grpSp>
        <p:nvGrpSpPr>
          <p:cNvPr id="2" name="Group 1"/>
          <p:cNvGrpSpPr/>
          <p:nvPr/>
        </p:nvGrpSpPr>
        <p:grpSpPr>
          <a:xfrm>
            <a:off x="6360527" y="1276574"/>
            <a:ext cx="5602289" cy="5319638"/>
            <a:chOff x="6360527" y="1276574"/>
            <a:chExt cx="5602289" cy="5319638"/>
          </a:xfrm>
        </p:grpSpPr>
        <p:sp>
          <p:nvSpPr>
            <p:cNvPr id="11" name="Rectangle 5"/>
            <p:cNvSpPr>
              <a:spLocks noChangeArrowheads="1"/>
            </p:cNvSpPr>
            <p:nvPr/>
          </p:nvSpPr>
          <p:spPr bwMode="auto">
            <a:xfrm>
              <a:off x="6360527" y="1276574"/>
              <a:ext cx="5602289" cy="3438525"/>
            </a:xfrm>
            <a:prstGeom prst="rect">
              <a:avLst/>
            </a:prstGeom>
            <a:noFill/>
            <a:ln>
              <a:noFill/>
            </a:ln>
          </p:spPr>
          <p:txBody>
            <a:bodyPr/>
            <a:lstStyle>
              <a:lvl1pPr marL="342900" indent="-3429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682625" indent="-225425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342900" marR="0" lvl="0" indent="-342900" algn="l" defTabSz="914400" rtl="0" eaLnBrk="1" fontAlgn="auto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ED7D31"/>
                </a:buClr>
                <a:buSzPct val="85000"/>
                <a:buFont typeface="Wingdings" panose="05000000000000000000" pitchFamily="2" charset="2"/>
                <a:buNone/>
                <a:defRPr/>
              </a:pPr>
              <a:r>
                <a:rPr kumimoji="0" lang="en-US" alt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光纤电缆：</a:t>
              </a:r>
              <a:endPara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  <a:p>
              <a:pPr marL="342900" marR="0" lvl="0" indent="-342900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玻璃光纤承载光脉冲，每个脉冲表示一个比特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  <a:p>
              <a:pPr marL="342900" marR="0" lvl="0" indent="-342900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高速运行：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  <a:p>
              <a:pPr marL="682625" marR="0" lvl="1" indent="-225425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Tx/>
                <a:buFont typeface="Arial" panose="020B0604020202020204" pitchFamily="34" charset="0"/>
                <a:buChar char="•"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高速点到点传输（数十到数百 Gbps）</a:t>
              </a:r>
              <a:r>
                <a:rPr kumimoji="0" lang="en-US" altLang="ja-JP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/>
              </a:r>
              <a:endPara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  <a:p>
              <a:pPr marL="342900" marR="0" lvl="0" indent="-342900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低误码率： 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  <a:p>
              <a:pPr marL="682625" marR="0" lvl="1" indent="-225425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Tx/>
                <a:buFont typeface="Arial" panose="020B0604020202020204" pitchFamily="34" charset="0"/>
                <a:buChar char="•"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中继器间距较远 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  <a:p>
              <a:pPr marL="682625" marR="0" lvl="1" indent="-225425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Tx/>
                <a:buFont typeface="Arial" panose="020B0604020202020204" pitchFamily="34" charset="0"/>
                <a:buChar char="•"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不受电磁噪声影响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  <p:pic>
          <p:nvPicPr>
            <p:cNvPr id="12290" name="Picture 2" descr="Image result for optical fiber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455119" y="4700678"/>
              <a:ext cx="2872373" cy="1895534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8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引言：1-</a:t>
            </a:r>
            <a:fld id="{C4204591-24BD-A542-B9D5-F8D8A88D2FEE}" type="slidenum">
              <a:rPr lang="en-US" smtClean="0"/>
            </a:fld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1" name="Title 1"/>
          <p:cNvSpPr>
            <a:spLocks noGrp="1"/>
          </p:cNvSpPr>
          <p:nvPr>
            <p:ph type="title"/>
          </p:nvPr>
        </p:nvSpPr>
        <p:spPr>
          <a:xfrm>
            <a:off x="848710" y="27314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5400" b="0" dirty="0">
                <a:ea typeface="MS PGothic" panose="020B0600070205080204" pitchFamily="34" charset="-128"/>
              </a:rPr>
              <a:t>链路：物理媒体</a:t>
            </a:r>
            <a:endParaRPr lang="en-US" sz="5400" b="0" dirty="0"/>
          </a:p>
        </p:txBody>
      </p:sp>
      <p:sp>
        <p:nvSpPr>
          <p:cNvPr id="12" name="Rectangle 3"/>
          <p:cNvSpPr txBox="1">
            <a:spLocks noChangeArrowheads="1"/>
          </p:cNvSpPr>
          <p:nvPr/>
        </p:nvSpPr>
        <p:spPr>
          <a:xfrm>
            <a:off x="952499" y="1354420"/>
            <a:ext cx="4950759" cy="4876800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None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无线电</a:t>
            </a: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  <a:p>
            <a:pPr marL="346075" marR="0" lvl="0" indent="-28448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信号在电磁频谱的不同“频段”中承载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  <a:p>
            <a:pPr marL="346075" marR="0" lvl="0" indent="-28448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没有物理“线缆”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endParaRPr kumimoji="0" lang="en-US" altLang="ja-JP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  <a:p>
            <a:pPr marL="346075" marR="0" lvl="0" indent="-28448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广播式、“半双工”（发送方向接收方）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  <a:p>
            <a:pPr marL="346075" marR="0" lvl="0" indent="-284480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传播环境影响：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  <a:p>
            <a:pPr marL="635000" marR="0" lvl="1" indent="-230505" algn="l" defTabSz="914400" rtl="0" eaLnBrk="1" fontAlgn="auto" latinLnBrk="0" hangingPunct="1">
              <a:lnSpc>
                <a:spcPct val="90000"/>
              </a:lnSpc>
              <a:spcBef>
                <a:spcPts val="3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反射 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Arial" panose="020B0604020202020204" pitchFamily="34" charset="0"/>
              <a:cs typeface="+mn-cs"/>
            </a:endParaRPr>
          </a:p>
          <a:p>
            <a:pPr marL="635000" marR="0" lvl="1" indent="-230505" algn="l" defTabSz="914400" rtl="0" eaLnBrk="1" fontAlgn="auto" latinLnBrk="0" hangingPunct="1">
              <a:lnSpc>
                <a:spcPct val="90000"/>
              </a:lnSpc>
              <a:spcBef>
                <a:spcPts val="3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被物体遮挡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Arial" panose="020B0604020202020204" pitchFamily="34" charset="0"/>
              <a:cs typeface="+mn-cs"/>
            </a:endParaRPr>
          </a:p>
          <a:p>
            <a:pPr marL="635000" marR="0" lvl="1" indent="-230505" algn="l" defTabSz="914400" rtl="0" eaLnBrk="1" fontAlgn="auto" latinLnBrk="0" hangingPunct="1">
              <a:lnSpc>
                <a:spcPct val="90000"/>
              </a:lnSpc>
              <a:spcBef>
                <a:spcPts val="3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干扰/噪声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Arial" panose="020B0604020202020204" pitchFamily="34" charset="0"/>
              <a:cs typeface="+mn-cs"/>
            </a:endParaRPr>
          </a:p>
        </p:txBody>
      </p:sp>
      <p:sp>
        <p:nvSpPr>
          <p:cNvPr id="14" name="Rectangle 3"/>
          <p:cNvSpPr txBox="1">
            <a:spLocks noChangeArrowheads="1"/>
          </p:cNvSpPr>
          <p:nvPr/>
        </p:nvSpPr>
        <p:spPr>
          <a:xfrm>
            <a:off x="6349562" y="1354420"/>
            <a:ext cx="5188014" cy="511829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90000"/>
              </a:lnSpc>
              <a:spcBef>
                <a:spcPct val="20000"/>
              </a:spcBef>
              <a:spcAft>
                <a:spcPts val="0"/>
              </a:spcAft>
              <a:buClr>
                <a:srgbClr val="ED7D31"/>
              </a:buClr>
              <a:buSzPct val="85000"/>
              <a:buFont typeface="Wingdings" panose="05000000000000000000" charset="0"/>
              <a:buNone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rPr>
              <a:t>无线电链路类型：</a:t>
            </a:r>
            <a:endParaRPr kumimoji="0" lang="en-US" sz="32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MS PGothic" panose="020B0600070205080204" pitchFamily="34" charset="-128"/>
            </a:endParaRPr>
          </a:p>
          <a:p>
            <a:pPr marL="342900" marR="0" lvl="0" indent="-281305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 pitchFamily="34" charset="0"/>
                <a:ea typeface="MS PGothic" panose="020B0600070205080204" pitchFamily="34" charset="-128"/>
                <a:cs typeface="Calibri" panose="020F0502020204030204" pitchFamily="34" charset="0"/>
              </a:rPr>
              <a:t>无线局域网（WiFi）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MS PGothic" panose="020B0600070205080204" pitchFamily="34" charset="-128"/>
                <a:cs typeface="Calibri" panose="020F0502020204030204" pitchFamily="34" charset="0"/>
              </a:rPr>
              <a:t/>
            </a: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MS PGothic" panose="020B0600070205080204" pitchFamily="34" charset="-128"/>
              <a:cs typeface="Calibri" panose="020F0502020204030204" pitchFamily="34" charset="0"/>
            </a:endParaRPr>
          </a:p>
          <a:p>
            <a:pPr marL="635000" marR="0" lvl="1" indent="-230505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Arial" panose="020B0604020202020204"/>
              <a:buChar char="•"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MS PGothic" panose="020B0600070205080204" pitchFamily="34" charset="-128"/>
                <a:cs typeface="Calibri" panose="020F0502020204030204" pitchFamily="34" charset="0"/>
              </a:rPr>
              <a:t>10 到数百 Mbps；数十米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MS PGothic" panose="020B0600070205080204" pitchFamily="34" charset="-128"/>
              <a:cs typeface="Calibri" panose="020F0502020204030204" pitchFamily="34" charset="0"/>
            </a:endParaRPr>
          </a:p>
          <a:p>
            <a:pPr marL="342900" marR="0" lvl="0" indent="-281305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 pitchFamily="34" charset="0"/>
                <a:ea typeface="MS PGothic" panose="020B0600070205080204" pitchFamily="34" charset="-128"/>
                <a:cs typeface="Calibri" panose="020F0502020204030204" pitchFamily="34" charset="0"/>
              </a:rPr>
              <a:t>广域（例如 4G 蜂窝）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MS PGothic" panose="020B0600070205080204" pitchFamily="34" charset="-128"/>
                <a:cs typeface="Calibri" panose="020F0502020204030204" pitchFamily="34" charset="0"/>
              </a:rPr>
              <a:t/>
            </a: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MS PGothic" panose="020B0600070205080204" pitchFamily="34" charset="-128"/>
              <a:cs typeface="Calibri" panose="020F0502020204030204" pitchFamily="34" charset="0"/>
            </a:endParaRPr>
          </a:p>
          <a:p>
            <a:pPr marL="635000" marR="0" lvl="1" indent="-230505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Arial" panose="020B0604020202020204"/>
              <a:buChar char="•"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MS PGothic" panose="020B0600070205080204" pitchFamily="34" charset="-128"/>
                <a:cs typeface="Calibri" panose="020F0502020204030204" pitchFamily="34" charset="0"/>
              </a:rPr>
              <a:t>约 10 千米范围内数十 Mbps 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MS PGothic" panose="020B0600070205080204" pitchFamily="34" charset="-128"/>
              <a:cs typeface="Calibri" panose="020F0502020204030204" pitchFamily="34" charset="0"/>
            </a:endParaRPr>
          </a:p>
          <a:p>
            <a:pPr marL="346075" marR="0" lvl="0" indent="-28575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 pitchFamily="34" charset="0"/>
                <a:ea typeface="MS PGothic" panose="020B0600070205080204" pitchFamily="34" charset="-128"/>
                <a:cs typeface="Calibri" panose="020F0502020204030204" pitchFamily="34" charset="0"/>
              </a:rPr>
              <a:t>蓝牙：替代线缆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MS PGothic" panose="020B0600070205080204" pitchFamily="34" charset="-128"/>
                <a:cs typeface="Calibri" panose="020F0502020204030204" pitchFamily="34" charset="0"/>
              </a:rPr>
              <a:t/>
            </a: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MS PGothic" panose="020B0600070205080204" pitchFamily="34" charset="-128"/>
              <a:cs typeface="Calibri" panose="020F0502020204030204" pitchFamily="34" charset="0"/>
            </a:endParaRPr>
          </a:p>
          <a:p>
            <a:pPr marL="747395" marR="0" lvl="1" indent="-34290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prstClr val="black">
                  <a:lumMod val="95000"/>
                  <a:lumOff val="5000"/>
                </a:prstClr>
              </a:buClr>
              <a:buSzPct val="100000"/>
              <a:buFont typeface="Arial" panose="020B0604020202020204" pitchFamily="34" charset="0"/>
              <a:buChar char="•"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 pitchFamily="34" charset="0"/>
                <a:ea typeface="MS PGothic" panose="020B0600070205080204" pitchFamily="34" charset="-128"/>
                <a:cs typeface="Calibri" panose="020F0502020204030204" pitchFamily="34" charset="0"/>
              </a:rPr>
              <a:t>短距离、速率有限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Calibri" panose="020F0502020204030204" pitchFamily="34" charset="0"/>
              <a:ea typeface="MS PGothic" panose="020B0600070205080204" pitchFamily="34" charset="-128"/>
              <a:cs typeface="Calibri" panose="020F0502020204030204" pitchFamily="34" charset="0"/>
            </a:endParaRPr>
          </a:p>
          <a:p>
            <a:pPr marL="342900" marR="0" lvl="0" indent="-281305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 pitchFamily="34" charset="0"/>
                <a:ea typeface="MS PGothic" panose="020B0600070205080204" pitchFamily="34" charset="-128"/>
                <a:cs typeface="Calibri" panose="020F0502020204030204" pitchFamily="34" charset="0"/>
              </a:rPr>
              <a:t>地面微波</a:t>
            </a: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Calibri" panose="020F0502020204030204" pitchFamily="34" charset="0"/>
              <a:ea typeface="MS PGothic" panose="020B0600070205080204" pitchFamily="34" charset="-128"/>
              <a:cs typeface="Calibri" panose="020F0502020204030204" pitchFamily="34" charset="0"/>
            </a:endParaRPr>
          </a:p>
          <a:p>
            <a:pPr marL="635000" marR="0" lvl="1" indent="-230505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Arial" panose="020B0604020202020204" pitchFamily="34" charset="0"/>
              <a:buChar char="•"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MS PGothic" panose="020B0600070205080204" pitchFamily="34" charset="-128"/>
                <a:cs typeface="Calibri" panose="020F0502020204030204" pitchFamily="34" charset="0"/>
              </a:rPr>
              <a:t>点到点；45 Mbps 信道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MS PGothic" panose="020B0600070205080204" pitchFamily="34" charset="-128"/>
              <a:cs typeface="Calibri" panose="020F0502020204030204" pitchFamily="34" charset="0"/>
            </a:endParaRPr>
          </a:p>
          <a:p>
            <a:pPr marL="342900" marR="0" lvl="0" indent="-281305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 pitchFamily="34" charset="0"/>
                <a:ea typeface="MS PGothic" panose="020B0600070205080204" pitchFamily="34" charset="-128"/>
                <a:cs typeface="Calibri" panose="020F0502020204030204" pitchFamily="34" charset="0"/>
              </a:rPr>
              <a:t>卫星</a:t>
            </a: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Calibri" panose="020F0502020204030204" pitchFamily="34" charset="0"/>
              <a:ea typeface="MS PGothic" panose="020B0600070205080204" pitchFamily="34" charset="-128"/>
              <a:cs typeface="Calibri" panose="020F0502020204030204" pitchFamily="34" charset="0"/>
            </a:endParaRPr>
          </a:p>
          <a:p>
            <a:pPr marL="685800" marR="0" lvl="1" indent="-22860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Arial" panose="020B0604020202020204"/>
              <a:buChar char="•"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MS PGothic" panose="020B0600070205080204" pitchFamily="34" charset="-128"/>
                <a:cs typeface="Calibri" panose="020F0502020204030204" pitchFamily="34" charset="0"/>
              </a:rPr>
              <a:t>每信道最高 45 Mbps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MS PGothic" panose="020B0600070205080204" pitchFamily="34" charset="-128"/>
              <a:cs typeface="Calibri" panose="020F0502020204030204" pitchFamily="34" charset="0"/>
            </a:endParaRPr>
          </a:p>
          <a:p>
            <a:pPr marL="685800" marR="0" lvl="1" indent="-22860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Arial" panose="020B0604020202020204"/>
              <a:buChar char="•"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MS PGothic" panose="020B0600070205080204" pitchFamily="34" charset="-128"/>
                <a:cs typeface="Calibri" panose="020F0502020204030204" pitchFamily="34" charset="0"/>
              </a:rPr>
              <a:t>270 msec 端到端时延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MS PGothic" panose="020B0600070205080204" pitchFamily="34" charset="-128"/>
              <a:cs typeface="Calibri" panose="020F0502020204030204" pitchFamily="34" charset="0"/>
            </a:endParaRPr>
          </a:p>
        </p:txBody>
      </p:sp>
      <p:sp>
        <p:nvSpPr>
          <p:cNvPr id="5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引言：1-</a:t>
            </a:r>
            <a:fld id="{C4204591-24BD-A542-B9D5-F8D8A88D2FEE}" type="slidenum">
              <a:rPr lang="en-US" smtClean="0"/>
            </a:fld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1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1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1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1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12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2" dur="500"/>
                                        <p:tgtEl>
                                          <p:spTgt spid="1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5" dur="500"/>
                                        <p:tgtEl>
                                          <p:spTgt spid="1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0" dur="500"/>
                                        <p:tgtEl>
                                          <p:spTgt spid="1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3" dur="500"/>
                                        <p:tgtEl>
                                          <p:spTgt spid="1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8" dur="500"/>
                                        <p:tgtEl>
                                          <p:spTgt spid="1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1" dur="500"/>
                                        <p:tgtEl>
                                          <p:spTgt spid="1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6" dur="500"/>
                                        <p:tgtEl>
                                          <p:spTgt spid="14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9" dur="500"/>
                                        <p:tgtEl>
                                          <p:spTgt spid="14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4" dur="500"/>
                                        <p:tgtEl>
                                          <p:spTgt spid="14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7" dur="500"/>
                                        <p:tgtEl>
                                          <p:spTgt spid="14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11" end="1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0" dur="500"/>
                                        <p:tgtEl>
                                          <p:spTgt spid="14">
                                            <p:txEl>
                                              <p:pRg st="11" end="1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uiExpand="1" build="p"/>
      <p:bldP spid="14" grpId="0" build="p"/>
    </p:bld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/>
          <a:lstStyle/>
          <a:p>
            <a:r>
              <a:rPr lang="en-US" altLang="en-US" dirty="0">
                <a:cs typeface="Calibri" panose="020F0502020204030204" pitchFamily="34" charset="0"/>
              </a:rPr>
              <a:t>第 1 章：路线图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引言：1-</a:t>
            </a:r>
            <a:fld id="{C4204591-24BD-A542-B9D5-F8D8A88D2FEE}" type="slidenum">
              <a:rPr lang="en-US" smtClean="0"/>
            </a:fld>
            <a:endParaRPr lang="en-US" dirty="0"/>
          </a:p>
        </p:txBody>
      </p:sp>
      <p:sp>
        <p:nvSpPr>
          <p:cNvPr id="9" name="Rectangle 4"/>
          <p:cNvSpPr>
            <a:spLocks noGrp="1" noChangeArrowheads="1"/>
          </p:cNvSpPr>
          <p:nvPr>
            <p:ph sz="half" idx="2"/>
          </p:nvPr>
        </p:nvSpPr>
        <p:spPr>
          <a:xfrm>
            <a:off x="798690" y="1414011"/>
            <a:ext cx="6618109" cy="5029078"/>
          </a:xfrm>
        </p:spPr>
        <p:txBody>
          <a:bodyPr>
            <a:normAutofit fontScale="92500"/>
          </a:bodyPr>
          <a:lstStyle/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什么是互联网？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/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/>
            </a:r>
            <a:endParaRPr lang="en-US" altLang="ja-JP" sz="3200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什么是协议？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/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/>
            </a:r>
            <a:endParaRPr lang="en-US" altLang="ja-JP" sz="3200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网络边缘：主机、接入网、物理媒体</a:t>
            </a:r>
            <a:endParaRPr lang="en-US" altLang="en-US" sz="3200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marL="403225" indent="-285750" eaLnBrk="1" hangingPunct="1">
              <a:spcBef>
                <a:spcPts val="800"/>
              </a:spcBef>
              <a:buClr>
                <a:srgbClr val="0000A8"/>
              </a:buClr>
            </a:pPr>
            <a:r>
              <a:rPr lang="en-US" altLang="en-US" sz="3200" dirty="0">
                <a:solidFill>
                  <a:srgbClr val="0000A8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网络核心：分组/电路交换、互联网结构</a:t>
            </a:r>
            <a:r>
              <a:rPr lang="en-US" altLang="en-US" sz="3200" dirty="0">
                <a:latin typeface="Calibri" panose="020F0502020204030204" pitchFamily="34" charset="0"/>
                <a:cs typeface="Calibri" panose="020F0502020204030204" pitchFamily="34" charset="0"/>
              </a:rPr>
              <a:t/>
            </a:r>
            <a:endParaRPr lang="en-US" altLang="en-US" sz="3200" dirty="0"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性能：丢失、时延、吞吐量</a:t>
            </a:r>
            <a:endParaRPr lang="en-US" altLang="en-US" sz="3200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安全</a:t>
            </a:r>
            <a:endParaRPr lang="en-US" altLang="en-US" sz="3200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协议分层、服务模型</a:t>
            </a:r>
            <a:endParaRPr lang="en-US" altLang="en-US" sz="3200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历史</a:t>
            </a:r>
            <a:endParaRPr lang="en-US" altLang="en-US" sz="3200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eaLnBrk="1" hangingPunct="1">
              <a:buFont typeface="Wingdings" panose="05000000000000000000" pitchFamily="2" charset="2"/>
              <a:buNone/>
            </a:pPr>
            <a:endParaRPr lang="en-US" altLang="en-US" sz="2400" dirty="0"/>
          </a:p>
        </p:txBody>
      </p:sp>
      <p:pic>
        <p:nvPicPr>
          <p:cNvPr id="7" name="Picture 6" descr="Kurose&amp;Ross 8th ed cover picture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7774329" y="1293471"/>
            <a:ext cx="3657600" cy="2743200"/>
          </a:xfrm>
          <a:prstGeom prst="rect">
            <a:avLst/>
          </a:prstGeom>
        </p:spPr>
      </p:pic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9" name="Rectangle 419"/>
          <p:cNvSpPr>
            <a:spLocks noChangeArrowheads="1"/>
          </p:cNvSpPr>
          <p:nvPr/>
        </p:nvSpPr>
        <p:spPr bwMode="auto">
          <a:xfrm>
            <a:off x="7439074" y="3553079"/>
            <a:ext cx="986999" cy="669622"/>
          </a:xfrm>
          <a:prstGeom prst="rect">
            <a:avLst/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63273" y="413683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ja-JP" sz="4800" dirty="0"/>
              <a:t>网络核心</a:t>
            </a:r>
            <a:endParaRPr lang="en-US" sz="4800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76092" y="1531645"/>
            <a:ext cx="6282647" cy="4617464"/>
          </a:xfrm>
        </p:spPr>
        <p:txBody>
          <a:bodyPr>
            <a:normAutofit/>
          </a:bodyPr>
          <a:lstStyle/>
          <a:p>
            <a:pPr marL="412750" indent="-282575"/>
            <a:r>
              <a:rPr lang="en-US" altLang="en-US" dirty="0">
                <a:ea typeface="MS PGothic" panose="020B0600070205080204" pitchFamily="34" charset="-128"/>
              </a:rPr>
              <a:t>互连路由器构成的网状结构</a:t>
            </a:r>
            <a:endParaRPr lang="en-US" altLang="en-US" dirty="0">
              <a:ea typeface="MS PGothic" panose="020B0600070205080204" pitchFamily="34" charset="-128"/>
            </a:endParaRPr>
          </a:p>
          <a:p>
            <a:pPr marL="412750" indent="-282575"/>
            <a:r>
              <a:rPr lang="en-US" altLang="en-US" dirty="0">
                <a:solidFill>
                  <a:srgbClr val="CC0000"/>
                </a:solidFill>
                <a:ea typeface="MS PGothic" panose="020B0600070205080204" pitchFamily="34" charset="-128"/>
              </a:rPr>
              <a:t>分组交换：主机将应用层报文拆分成分组</a:t>
            </a:r>
            <a:r>
              <a:rPr lang="en-US" altLang="en-US" dirty="0">
                <a:ea typeface="MS PGothic" panose="020B0600070205080204" pitchFamily="34" charset="-128"/>
              </a:rPr>
              <a:t/>
            </a:r>
            <a:r>
              <a:rPr lang="en-US" altLang="en-US" i="1" dirty="0">
                <a:solidFill>
                  <a:srgbClr val="CC0000"/>
                </a:solidFill>
                <a:ea typeface="MS PGothic" panose="020B0600070205080204" pitchFamily="34" charset="-128"/>
              </a:rPr>
              <a:t/>
            </a:r>
            <a:endParaRPr lang="en-US" altLang="en-US" i="1" dirty="0">
              <a:solidFill>
                <a:srgbClr val="CC0000"/>
              </a:solidFill>
              <a:ea typeface="MS PGothic" panose="020B0600070205080204" pitchFamily="34" charset="-128"/>
            </a:endParaRPr>
          </a:p>
          <a:p>
            <a:pPr lvl="1"/>
            <a:r>
              <a:rPr lang="en-US" altLang="en-US" sz="2800" dirty="0">
                <a:ea typeface="Arial" panose="020B0604020202020204" pitchFamily="34" charset="0"/>
              </a:rPr>
              <a:t>网络沿着从源到目的地的路径，通过链路把分组从一个路由器转发到下一个路由器</a:t>
            </a:r>
            <a:r>
              <a:rPr lang="en-US" altLang="en-US" sz="2800" dirty="0">
                <a:solidFill>
                  <a:srgbClr val="0000A3"/>
                </a:solidFill>
                <a:ea typeface="Arial" panose="020B0604020202020204" pitchFamily="34" charset="0"/>
              </a:rPr>
              <a:t/>
            </a:r>
            <a:r>
              <a:rPr lang="en-US" altLang="en-US" sz="2800" dirty="0">
                <a:ea typeface="Arial" panose="020B0604020202020204" pitchFamily="34" charset="0"/>
              </a:rPr>
              <a:t/>
            </a:r>
            <a:r>
              <a:rPr lang="en-US" altLang="en-US" sz="2800" i="1" dirty="0">
                <a:ea typeface="Arial" panose="020B0604020202020204" pitchFamily="34" charset="0"/>
              </a:rPr>
              <a:t/>
            </a:r>
            <a:r>
              <a:rPr lang="en-US" altLang="en-US" sz="2800" dirty="0">
                <a:ea typeface="Arial" panose="020B0604020202020204" pitchFamily="34" charset="0"/>
              </a:rPr>
              <a:t/>
            </a:r>
            <a:r>
              <a:rPr lang="en-US" altLang="en-US" sz="2800" dirty="0">
                <a:solidFill>
                  <a:srgbClr val="0000A3"/>
                </a:solidFill>
                <a:ea typeface="Arial" panose="020B0604020202020204" pitchFamily="34" charset="0"/>
              </a:rPr>
              <a:t/>
            </a:r>
            <a:endParaRPr lang="en-US" altLang="en-US" sz="2800" dirty="0">
              <a:solidFill>
                <a:srgbClr val="0000A3"/>
              </a:solidFill>
              <a:ea typeface="Arial" panose="020B0604020202020204" pitchFamily="34" charset="0"/>
            </a:endParaRPr>
          </a:p>
          <a:p>
            <a:pPr marL="174625" indent="0">
              <a:buSzPct val="75000"/>
              <a:buNone/>
            </a:pPr>
            <a:endParaRPr lang="en-US" altLang="en-US" dirty="0"/>
          </a:p>
          <a:p>
            <a:endParaRPr lang="en-US" dirty="0"/>
          </a:p>
        </p:txBody>
      </p:sp>
      <p:sp>
        <p:nvSpPr>
          <p:cNvPr id="371" name="Freeform 370"/>
          <p:cNvSpPr/>
          <p:nvPr/>
        </p:nvSpPr>
        <p:spPr>
          <a:xfrm>
            <a:off x="8985188" y="3065778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-1" fmla="*/ 434989 w 1537226"/>
              <a:gd name="connsiteY0-2" fmla="*/ 253346 h 1763594"/>
              <a:gd name="connsiteX1-3" fmla="*/ 488 w 1537226"/>
              <a:gd name="connsiteY1-4" fmla="*/ 921706 h 1763594"/>
              <a:gd name="connsiteX2-5" fmla="*/ 368142 w 1537226"/>
              <a:gd name="connsiteY2-6" fmla="*/ 1489812 h 1763594"/>
              <a:gd name="connsiteX3-7" fmla="*/ 1187008 w 1537226"/>
              <a:gd name="connsiteY3-8" fmla="*/ 1757156 h 1763594"/>
              <a:gd name="connsiteX4-9" fmla="*/ 1521239 w 1537226"/>
              <a:gd name="connsiteY4-10" fmla="*/ 1239177 h 1763594"/>
              <a:gd name="connsiteX5-11" fmla="*/ 1468998 w 1537226"/>
              <a:gd name="connsiteY5-12" fmla="*/ 654362 h 1763594"/>
              <a:gd name="connsiteX6-13" fmla="*/ 1337412 w 1537226"/>
              <a:gd name="connsiteY6-14" fmla="*/ 136383 h 1763594"/>
              <a:gd name="connsiteX7-15" fmla="*/ 1086739 w 1537226"/>
              <a:gd name="connsiteY7-16" fmla="*/ 2711 h 1763594"/>
              <a:gd name="connsiteX8-17" fmla="*/ 434989 w 1537226"/>
              <a:gd name="connsiteY8-18" fmla="*/ 253346 h 1763594"/>
              <a:gd name="connsiteX0-19" fmla="*/ 434989 w 1537226"/>
              <a:gd name="connsiteY0-20" fmla="*/ 253346 h 1763594"/>
              <a:gd name="connsiteX1-21" fmla="*/ 488 w 1537226"/>
              <a:gd name="connsiteY1-22" fmla="*/ 921706 h 1763594"/>
              <a:gd name="connsiteX2-23" fmla="*/ 368142 w 1537226"/>
              <a:gd name="connsiteY2-24" fmla="*/ 1489812 h 1763594"/>
              <a:gd name="connsiteX3-25" fmla="*/ 1187008 w 1537226"/>
              <a:gd name="connsiteY3-26" fmla="*/ 1757156 h 1763594"/>
              <a:gd name="connsiteX4-27" fmla="*/ 1521239 w 1537226"/>
              <a:gd name="connsiteY4-28" fmla="*/ 1239177 h 1763594"/>
              <a:gd name="connsiteX5-29" fmla="*/ 1468998 w 1537226"/>
              <a:gd name="connsiteY5-30" fmla="*/ 654362 h 1763594"/>
              <a:gd name="connsiteX6-31" fmla="*/ 1337412 w 1537226"/>
              <a:gd name="connsiteY6-32" fmla="*/ 136383 h 1763594"/>
              <a:gd name="connsiteX7-33" fmla="*/ 839572 w 1537226"/>
              <a:gd name="connsiteY7-34" fmla="*/ 2711 h 1763594"/>
              <a:gd name="connsiteX8-35" fmla="*/ 434989 w 1537226"/>
              <a:gd name="connsiteY8-36" fmla="*/ 253346 h 1763594"/>
              <a:gd name="connsiteX0-37" fmla="*/ 360357 w 1536743"/>
              <a:gd name="connsiteY0-38" fmla="*/ 534641 h 1782088"/>
              <a:gd name="connsiteX1-39" fmla="*/ 5 w 1536743"/>
              <a:gd name="connsiteY1-40" fmla="*/ 940200 h 1782088"/>
              <a:gd name="connsiteX2-41" fmla="*/ 367659 w 1536743"/>
              <a:gd name="connsiteY2-42" fmla="*/ 1508306 h 1782088"/>
              <a:gd name="connsiteX3-43" fmla="*/ 1186525 w 1536743"/>
              <a:gd name="connsiteY3-44" fmla="*/ 1775650 h 1782088"/>
              <a:gd name="connsiteX4-45" fmla="*/ 1520756 w 1536743"/>
              <a:gd name="connsiteY4-46" fmla="*/ 1257671 h 1782088"/>
              <a:gd name="connsiteX5-47" fmla="*/ 1468515 w 1536743"/>
              <a:gd name="connsiteY5-48" fmla="*/ 672856 h 1782088"/>
              <a:gd name="connsiteX6-49" fmla="*/ 1336929 w 1536743"/>
              <a:gd name="connsiteY6-50" fmla="*/ 154877 h 1782088"/>
              <a:gd name="connsiteX7-51" fmla="*/ 839089 w 1536743"/>
              <a:gd name="connsiteY7-52" fmla="*/ 21205 h 1782088"/>
              <a:gd name="connsiteX8-53" fmla="*/ 360357 w 1536743"/>
              <a:gd name="connsiteY8-54" fmla="*/ 534641 h 1782088"/>
              <a:gd name="connsiteX0-55" fmla="*/ 360355 w 1536741"/>
              <a:gd name="connsiteY0-56" fmla="*/ 534641 h 1782088"/>
              <a:gd name="connsiteX1-57" fmla="*/ 3 w 1536741"/>
              <a:gd name="connsiteY1-58" fmla="*/ 940200 h 1782088"/>
              <a:gd name="connsiteX2-59" fmla="*/ 367657 w 1536741"/>
              <a:gd name="connsiteY2-60" fmla="*/ 1508306 h 1782088"/>
              <a:gd name="connsiteX3-61" fmla="*/ 1186523 w 1536741"/>
              <a:gd name="connsiteY3-62" fmla="*/ 1775650 h 1782088"/>
              <a:gd name="connsiteX4-63" fmla="*/ 1520754 w 1536741"/>
              <a:gd name="connsiteY4-64" fmla="*/ 1257671 h 1782088"/>
              <a:gd name="connsiteX5-65" fmla="*/ 1468513 w 1536741"/>
              <a:gd name="connsiteY5-66" fmla="*/ 672856 h 1782088"/>
              <a:gd name="connsiteX6-67" fmla="*/ 1336927 w 1536741"/>
              <a:gd name="connsiteY6-68" fmla="*/ 154877 h 1782088"/>
              <a:gd name="connsiteX7-69" fmla="*/ 839087 w 1536741"/>
              <a:gd name="connsiteY7-70" fmla="*/ 21205 h 1782088"/>
              <a:gd name="connsiteX8-71" fmla="*/ 360355 w 1536741"/>
              <a:gd name="connsiteY8-72" fmla="*/ 534641 h 1782088"/>
              <a:gd name="connsiteX0-73" fmla="*/ 382604 w 1558990"/>
              <a:gd name="connsiteY0-74" fmla="*/ 534641 h 1810599"/>
              <a:gd name="connsiteX1-75" fmla="*/ 22252 w 1558990"/>
              <a:gd name="connsiteY1-76" fmla="*/ 940200 h 1810599"/>
              <a:gd name="connsiteX2-77" fmla="*/ 167457 w 1558990"/>
              <a:gd name="connsiteY2-78" fmla="*/ 1672556 h 1810599"/>
              <a:gd name="connsiteX3-79" fmla="*/ 1208772 w 1558990"/>
              <a:gd name="connsiteY3-80" fmla="*/ 1775650 h 1810599"/>
              <a:gd name="connsiteX4-81" fmla="*/ 1543003 w 1558990"/>
              <a:gd name="connsiteY4-82" fmla="*/ 1257671 h 1810599"/>
              <a:gd name="connsiteX5-83" fmla="*/ 1490762 w 1558990"/>
              <a:gd name="connsiteY5-84" fmla="*/ 672856 h 1810599"/>
              <a:gd name="connsiteX6-85" fmla="*/ 1359176 w 1558990"/>
              <a:gd name="connsiteY6-86" fmla="*/ 154877 h 1810599"/>
              <a:gd name="connsiteX7-87" fmla="*/ 861336 w 1558990"/>
              <a:gd name="connsiteY7-88" fmla="*/ 21205 h 1810599"/>
              <a:gd name="connsiteX8-89" fmla="*/ 382604 w 1558990"/>
              <a:gd name="connsiteY8-90" fmla="*/ 534641 h 1810599"/>
              <a:gd name="connsiteX0-91" fmla="*/ 393458 w 1593840"/>
              <a:gd name="connsiteY0-92" fmla="*/ 534641 h 1793264"/>
              <a:gd name="connsiteX1-93" fmla="*/ 33106 w 1593840"/>
              <a:gd name="connsiteY1-94" fmla="*/ 940200 h 1793264"/>
              <a:gd name="connsiteX2-95" fmla="*/ 178311 w 1593840"/>
              <a:gd name="connsiteY2-96" fmla="*/ 1672556 h 1793264"/>
              <a:gd name="connsiteX3-97" fmla="*/ 1464139 w 1593840"/>
              <a:gd name="connsiteY3-98" fmla="*/ 1752440 h 1793264"/>
              <a:gd name="connsiteX4-99" fmla="*/ 1553857 w 1593840"/>
              <a:gd name="connsiteY4-100" fmla="*/ 1257671 h 1793264"/>
              <a:gd name="connsiteX5-101" fmla="*/ 1501616 w 1593840"/>
              <a:gd name="connsiteY5-102" fmla="*/ 672856 h 1793264"/>
              <a:gd name="connsiteX6-103" fmla="*/ 1370030 w 1593840"/>
              <a:gd name="connsiteY6-104" fmla="*/ 154877 h 1793264"/>
              <a:gd name="connsiteX7-105" fmla="*/ 872190 w 1593840"/>
              <a:gd name="connsiteY7-106" fmla="*/ 21205 h 1793264"/>
              <a:gd name="connsiteX8-107" fmla="*/ 393458 w 1593840"/>
              <a:gd name="connsiteY8-108" fmla="*/ 534641 h 1793264"/>
              <a:gd name="connsiteX0-109" fmla="*/ 393458 w 1566550"/>
              <a:gd name="connsiteY0-110" fmla="*/ 534641 h 1840341"/>
              <a:gd name="connsiteX1-111" fmla="*/ 33106 w 1566550"/>
              <a:gd name="connsiteY1-112" fmla="*/ 940200 h 1840341"/>
              <a:gd name="connsiteX2-113" fmla="*/ 178311 w 1566550"/>
              <a:gd name="connsiteY2-114" fmla="*/ 1672556 h 1840341"/>
              <a:gd name="connsiteX3-115" fmla="*/ 1464139 w 1566550"/>
              <a:gd name="connsiteY3-116" fmla="*/ 1752440 h 1840341"/>
              <a:gd name="connsiteX4-117" fmla="*/ 1553857 w 1566550"/>
              <a:gd name="connsiteY4-118" fmla="*/ 1257671 h 1840341"/>
              <a:gd name="connsiteX5-119" fmla="*/ 1501616 w 1566550"/>
              <a:gd name="connsiteY5-120" fmla="*/ 672856 h 1840341"/>
              <a:gd name="connsiteX6-121" fmla="*/ 1370030 w 1566550"/>
              <a:gd name="connsiteY6-122" fmla="*/ 154877 h 1840341"/>
              <a:gd name="connsiteX7-123" fmla="*/ 872190 w 1566550"/>
              <a:gd name="connsiteY7-124" fmla="*/ 21205 h 1840341"/>
              <a:gd name="connsiteX8-125" fmla="*/ 393458 w 1566550"/>
              <a:gd name="connsiteY8-126" fmla="*/ 534641 h 1840341"/>
              <a:gd name="connsiteX0-127" fmla="*/ 393458 w 1555557"/>
              <a:gd name="connsiteY0-128" fmla="*/ 534641 h 1787187"/>
              <a:gd name="connsiteX1-129" fmla="*/ 33106 w 1555557"/>
              <a:gd name="connsiteY1-130" fmla="*/ 940200 h 1787187"/>
              <a:gd name="connsiteX2-131" fmla="*/ 178311 w 1555557"/>
              <a:gd name="connsiteY2-132" fmla="*/ 1672556 h 1787187"/>
              <a:gd name="connsiteX3-133" fmla="*/ 1464139 w 1555557"/>
              <a:gd name="connsiteY3-134" fmla="*/ 1752440 h 1787187"/>
              <a:gd name="connsiteX4-135" fmla="*/ 1553857 w 1555557"/>
              <a:gd name="connsiteY4-136" fmla="*/ 1257671 h 1787187"/>
              <a:gd name="connsiteX5-137" fmla="*/ 1501616 w 1555557"/>
              <a:gd name="connsiteY5-138" fmla="*/ 672856 h 1787187"/>
              <a:gd name="connsiteX6-139" fmla="*/ 1370030 w 1555557"/>
              <a:gd name="connsiteY6-140" fmla="*/ 154877 h 1787187"/>
              <a:gd name="connsiteX7-141" fmla="*/ 872190 w 1555557"/>
              <a:gd name="connsiteY7-142" fmla="*/ 21205 h 1787187"/>
              <a:gd name="connsiteX8-143" fmla="*/ 393458 w 1555557"/>
              <a:gd name="connsiteY8-144" fmla="*/ 534641 h 1787187"/>
              <a:gd name="connsiteX0-145" fmla="*/ 401126 w 1664928"/>
              <a:gd name="connsiteY0-146" fmla="*/ 534641 h 1783934"/>
              <a:gd name="connsiteX1-147" fmla="*/ 40774 w 1664928"/>
              <a:gd name="connsiteY1-148" fmla="*/ 940200 h 1783934"/>
              <a:gd name="connsiteX2-149" fmla="*/ 185979 w 1664928"/>
              <a:gd name="connsiteY2-150" fmla="*/ 1672556 h 1783934"/>
              <a:gd name="connsiteX3-151" fmla="*/ 1618513 w 1664928"/>
              <a:gd name="connsiteY3-152" fmla="*/ 1747798 h 1783934"/>
              <a:gd name="connsiteX4-153" fmla="*/ 1561525 w 1664928"/>
              <a:gd name="connsiteY4-154" fmla="*/ 1257671 h 1783934"/>
              <a:gd name="connsiteX5-155" fmla="*/ 1509284 w 1664928"/>
              <a:gd name="connsiteY5-156" fmla="*/ 672856 h 1783934"/>
              <a:gd name="connsiteX6-157" fmla="*/ 1377698 w 1664928"/>
              <a:gd name="connsiteY6-158" fmla="*/ 154877 h 1783934"/>
              <a:gd name="connsiteX7-159" fmla="*/ 879858 w 1664928"/>
              <a:gd name="connsiteY7-160" fmla="*/ 21205 h 1783934"/>
              <a:gd name="connsiteX8-161" fmla="*/ 401126 w 1664928"/>
              <a:gd name="connsiteY8-162" fmla="*/ 534641 h 1783934"/>
              <a:gd name="connsiteX0-163" fmla="*/ 408119 w 1718774"/>
              <a:gd name="connsiteY0-164" fmla="*/ 534641 h 1826522"/>
              <a:gd name="connsiteX1-165" fmla="*/ 47767 w 1718774"/>
              <a:gd name="connsiteY1-166" fmla="*/ 940200 h 1826522"/>
              <a:gd name="connsiteX2-167" fmla="*/ 179001 w 1718774"/>
              <a:gd name="connsiteY2-168" fmla="*/ 1742186 h 1826522"/>
              <a:gd name="connsiteX3-169" fmla="*/ 1625506 w 1718774"/>
              <a:gd name="connsiteY3-170" fmla="*/ 1747798 h 1826522"/>
              <a:gd name="connsiteX4-171" fmla="*/ 1568518 w 1718774"/>
              <a:gd name="connsiteY4-172" fmla="*/ 1257671 h 1826522"/>
              <a:gd name="connsiteX5-173" fmla="*/ 1516277 w 1718774"/>
              <a:gd name="connsiteY5-174" fmla="*/ 672856 h 1826522"/>
              <a:gd name="connsiteX6-175" fmla="*/ 1384691 w 1718774"/>
              <a:gd name="connsiteY6-176" fmla="*/ 154877 h 1826522"/>
              <a:gd name="connsiteX7-177" fmla="*/ 886851 w 1718774"/>
              <a:gd name="connsiteY7-178" fmla="*/ 21205 h 1826522"/>
              <a:gd name="connsiteX8-179" fmla="*/ 408119 w 1718774"/>
              <a:gd name="connsiteY8-180" fmla="*/ 534641 h 1826522"/>
              <a:gd name="connsiteX0-181" fmla="*/ 477759 w 1796623"/>
              <a:gd name="connsiteY0-182" fmla="*/ 534641 h 1818043"/>
              <a:gd name="connsiteX1-183" fmla="*/ 117407 w 1796623"/>
              <a:gd name="connsiteY1-184" fmla="*/ 940200 h 1818043"/>
              <a:gd name="connsiteX2-185" fmla="*/ 136864 w 1796623"/>
              <a:gd name="connsiteY2-186" fmla="*/ 1728260 h 1818043"/>
              <a:gd name="connsiteX3-187" fmla="*/ 1695146 w 1796623"/>
              <a:gd name="connsiteY3-188" fmla="*/ 1747798 h 1818043"/>
              <a:gd name="connsiteX4-189" fmla="*/ 1638158 w 1796623"/>
              <a:gd name="connsiteY4-190" fmla="*/ 1257671 h 1818043"/>
              <a:gd name="connsiteX5-191" fmla="*/ 1585917 w 1796623"/>
              <a:gd name="connsiteY5-192" fmla="*/ 672856 h 1818043"/>
              <a:gd name="connsiteX6-193" fmla="*/ 1454331 w 1796623"/>
              <a:gd name="connsiteY6-194" fmla="*/ 154877 h 1818043"/>
              <a:gd name="connsiteX7-195" fmla="*/ 956491 w 1796623"/>
              <a:gd name="connsiteY7-196" fmla="*/ 21205 h 1818043"/>
              <a:gd name="connsiteX8-197" fmla="*/ 477759 w 1796623"/>
              <a:gd name="connsiteY8-198" fmla="*/ 534641 h 1818043"/>
              <a:gd name="connsiteX0-199" fmla="*/ 396783 w 1688820"/>
              <a:gd name="connsiteY0-200" fmla="*/ 534641 h 1815615"/>
              <a:gd name="connsiteX1-201" fmla="*/ 36431 w 1688820"/>
              <a:gd name="connsiteY1-202" fmla="*/ 940200 h 1815615"/>
              <a:gd name="connsiteX2-203" fmla="*/ 55888 w 1688820"/>
              <a:gd name="connsiteY2-204" fmla="*/ 1728260 h 1815615"/>
              <a:gd name="connsiteX3-205" fmla="*/ 421834 w 1688820"/>
              <a:gd name="connsiteY3-206" fmla="*/ 1798118 h 1815615"/>
              <a:gd name="connsiteX4-207" fmla="*/ 1614170 w 1688820"/>
              <a:gd name="connsiteY4-208" fmla="*/ 1747798 h 1815615"/>
              <a:gd name="connsiteX5-209" fmla="*/ 1557182 w 1688820"/>
              <a:gd name="connsiteY5-210" fmla="*/ 1257671 h 1815615"/>
              <a:gd name="connsiteX6-211" fmla="*/ 1504941 w 1688820"/>
              <a:gd name="connsiteY6-212" fmla="*/ 672856 h 1815615"/>
              <a:gd name="connsiteX7-213" fmla="*/ 1373355 w 1688820"/>
              <a:gd name="connsiteY7-214" fmla="*/ 154877 h 1815615"/>
              <a:gd name="connsiteX8-215" fmla="*/ 875515 w 1688820"/>
              <a:gd name="connsiteY8-216" fmla="*/ 21205 h 1815615"/>
              <a:gd name="connsiteX9" fmla="*/ 396783 w 1688820"/>
              <a:gd name="connsiteY9" fmla="*/ 534641 h 1815615"/>
              <a:gd name="connsiteX0-217" fmla="*/ 394951 w 1689541"/>
              <a:gd name="connsiteY0-218" fmla="*/ 534641 h 1877271"/>
              <a:gd name="connsiteX1-219" fmla="*/ 34599 w 1689541"/>
              <a:gd name="connsiteY1-220" fmla="*/ 940200 h 1877271"/>
              <a:gd name="connsiteX2-221" fmla="*/ 54056 w 1689541"/>
              <a:gd name="connsiteY2-222" fmla="*/ 1728260 h 1877271"/>
              <a:gd name="connsiteX3-223" fmla="*/ 385071 w 1689541"/>
              <a:gd name="connsiteY3-224" fmla="*/ 1877032 h 1877271"/>
              <a:gd name="connsiteX4-225" fmla="*/ 1612338 w 1689541"/>
              <a:gd name="connsiteY4-226" fmla="*/ 1747798 h 1877271"/>
              <a:gd name="connsiteX5-227" fmla="*/ 1555350 w 1689541"/>
              <a:gd name="connsiteY5-228" fmla="*/ 1257671 h 1877271"/>
              <a:gd name="connsiteX6-229" fmla="*/ 1503109 w 1689541"/>
              <a:gd name="connsiteY6-230" fmla="*/ 672856 h 1877271"/>
              <a:gd name="connsiteX7-231" fmla="*/ 1371523 w 1689541"/>
              <a:gd name="connsiteY7-232" fmla="*/ 154877 h 1877271"/>
              <a:gd name="connsiteX8-233" fmla="*/ 873683 w 1689541"/>
              <a:gd name="connsiteY8-234" fmla="*/ 21205 h 1877271"/>
              <a:gd name="connsiteX9-235" fmla="*/ 394951 w 1689541"/>
              <a:gd name="connsiteY9-236" fmla="*/ 534641 h 1877271"/>
              <a:gd name="connsiteX0-237" fmla="*/ 394949 w 1689541"/>
              <a:gd name="connsiteY0-238" fmla="*/ 534641 h 1877032"/>
              <a:gd name="connsiteX1-239" fmla="*/ 34597 w 1689541"/>
              <a:gd name="connsiteY1-240" fmla="*/ 940200 h 1877032"/>
              <a:gd name="connsiteX2-241" fmla="*/ 54054 w 1689541"/>
              <a:gd name="connsiteY2-242" fmla="*/ 1728260 h 1877032"/>
              <a:gd name="connsiteX3-243" fmla="*/ 385069 w 1689541"/>
              <a:gd name="connsiteY3-244" fmla="*/ 1877032 h 1877032"/>
              <a:gd name="connsiteX4-245" fmla="*/ 1612336 w 1689541"/>
              <a:gd name="connsiteY4-246" fmla="*/ 1747798 h 1877032"/>
              <a:gd name="connsiteX5-247" fmla="*/ 1555348 w 1689541"/>
              <a:gd name="connsiteY5-248" fmla="*/ 1257671 h 1877032"/>
              <a:gd name="connsiteX6-249" fmla="*/ 1503107 w 1689541"/>
              <a:gd name="connsiteY6-250" fmla="*/ 672856 h 1877032"/>
              <a:gd name="connsiteX7-251" fmla="*/ 1371521 w 1689541"/>
              <a:gd name="connsiteY7-252" fmla="*/ 154877 h 1877032"/>
              <a:gd name="connsiteX8-253" fmla="*/ 873681 w 1689541"/>
              <a:gd name="connsiteY8-254" fmla="*/ 21205 h 1877032"/>
              <a:gd name="connsiteX9-255" fmla="*/ 394949 w 1689541"/>
              <a:gd name="connsiteY9-256" fmla="*/ 534641 h 1877032"/>
              <a:gd name="connsiteX0-257" fmla="*/ 394949 w 1683795"/>
              <a:gd name="connsiteY0-258" fmla="*/ 534641 h 1877032"/>
              <a:gd name="connsiteX1-259" fmla="*/ 34597 w 1683795"/>
              <a:gd name="connsiteY1-260" fmla="*/ 940200 h 1877032"/>
              <a:gd name="connsiteX2-261" fmla="*/ 54054 w 1683795"/>
              <a:gd name="connsiteY2-262" fmla="*/ 1728260 h 1877032"/>
              <a:gd name="connsiteX3-263" fmla="*/ 385069 w 1683795"/>
              <a:gd name="connsiteY3-264" fmla="*/ 1877032 h 1877032"/>
              <a:gd name="connsiteX4-265" fmla="*/ 1605349 w 1683795"/>
              <a:gd name="connsiteY4-266" fmla="*/ 1798860 h 1877032"/>
              <a:gd name="connsiteX5-267" fmla="*/ 1555348 w 1683795"/>
              <a:gd name="connsiteY5-268" fmla="*/ 1257671 h 1877032"/>
              <a:gd name="connsiteX6-269" fmla="*/ 1503107 w 1683795"/>
              <a:gd name="connsiteY6-270" fmla="*/ 672856 h 1877032"/>
              <a:gd name="connsiteX7-271" fmla="*/ 1371521 w 1683795"/>
              <a:gd name="connsiteY7-272" fmla="*/ 154877 h 1877032"/>
              <a:gd name="connsiteX8-273" fmla="*/ 873681 w 1683795"/>
              <a:gd name="connsiteY8-274" fmla="*/ 21205 h 1877032"/>
              <a:gd name="connsiteX9-275" fmla="*/ 394949 w 1683795"/>
              <a:gd name="connsiteY9-276" fmla="*/ 534641 h 1877032"/>
              <a:gd name="connsiteX0-277" fmla="*/ 394949 w 1720794"/>
              <a:gd name="connsiteY0-278" fmla="*/ 534641 h 1877032"/>
              <a:gd name="connsiteX1-279" fmla="*/ 34597 w 1720794"/>
              <a:gd name="connsiteY1-280" fmla="*/ 940200 h 1877032"/>
              <a:gd name="connsiteX2-281" fmla="*/ 54054 w 1720794"/>
              <a:gd name="connsiteY2-282" fmla="*/ 1728260 h 1877032"/>
              <a:gd name="connsiteX3-283" fmla="*/ 385069 w 1720794"/>
              <a:gd name="connsiteY3-284" fmla="*/ 1877032 h 1877032"/>
              <a:gd name="connsiteX4-285" fmla="*/ 1605349 w 1720794"/>
              <a:gd name="connsiteY4-286" fmla="*/ 1798860 h 1877032"/>
              <a:gd name="connsiteX5-287" fmla="*/ 1555348 w 1720794"/>
              <a:gd name="connsiteY5-288" fmla="*/ 1257671 h 1877032"/>
              <a:gd name="connsiteX6-289" fmla="*/ 1503107 w 1720794"/>
              <a:gd name="connsiteY6-290" fmla="*/ 672856 h 1877032"/>
              <a:gd name="connsiteX7-291" fmla="*/ 1371521 w 1720794"/>
              <a:gd name="connsiteY7-292" fmla="*/ 154877 h 1877032"/>
              <a:gd name="connsiteX8-293" fmla="*/ 873681 w 1720794"/>
              <a:gd name="connsiteY8-294" fmla="*/ 21205 h 1877032"/>
              <a:gd name="connsiteX9-295" fmla="*/ 394949 w 1720794"/>
              <a:gd name="connsiteY9-296" fmla="*/ 534641 h 1877032"/>
              <a:gd name="connsiteX0-297" fmla="*/ 394949 w 1720794"/>
              <a:gd name="connsiteY0-298" fmla="*/ 534641 h 1877032"/>
              <a:gd name="connsiteX1-299" fmla="*/ 34597 w 1720794"/>
              <a:gd name="connsiteY1-300" fmla="*/ 940200 h 1877032"/>
              <a:gd name="connsiteX2-301" fmla="*/ 54054 w 1720794"/>
              <a:gd name="connsiteY2-302" fmla="*/ 1728260 h 1877032"/>
              <a:gd name="connsiteX3-303" fmla="*/ 385069 w 1720794"/>
              <a:gd name="connsiteY3-304" fmla="*/ 1877032 h 1877032"/>
              <a:gd name="connsiteX4-305" fmla="*/ 1605349 w 1720794"/>
              <a:gd name="connsiteY4-306" fmla="*/ 1798860 h 1877032"/>
              <a:gd name="connsiteX5-307" fmla="*/ 1555348 w 1720794"/>
              <a:gd name="connsiteY5-308" fmla="*/ 1257671 h 1877032"/>
              <a:gd name="connsiteX6-309" fmla="*/ 1503107 w 1720794"/>
              <a:gd name="connsiteY6-310" fmla="*/ 672856 h 1877032"/>
              <a:gd name="connsiteX7-311" fmla="*/ 1371521 w 1720794"/>
              <a:gd name="connsiteY7-312" fmla="*/ 154877 h 1877032"/>
              <a:gd name="connsiteX8-313" fmla="*/ 873681 w 1720794"/>
              <a:gd name="connsiteY8-314" fmla="*/ 21205 h 1877032"/>
              <a:gd name="connsiteX9-315" fmla="*/ 394949 w 1720794"/>
              <a:gd name="connsiteY9-316" fmla="*/ 534641 h 1877032"/>
              <a:gd name="connsiteX0-317" fmla="*/ 394949 w 1671512"/>
              <a:gd name="connsiteY0-318" fmla="*/ 534641 h 1877032"/>
              <a:gd name="connsiteX1-319" fmla="*/ 34597 w 1671512"/>
              <a:gd name="connsiteY1-320" fmla="*/ 940200 h 1877032"/>
              <a:gd name="connsiteX2-321" fmla="*/ 54054 w 1671512"/>
              <a:gd name="connsiteY2-322" fmla="*/ 1728260 h 1877032"/>
              <a:gd name="connsiteX3-323" fmla="*/ 385069 w 1671512"/>
              <a:gd name="connsiteY3-324" fmla="*/ 1877032 h 1877032"/>
              <a:gd name="connsiteX4-325" fmla="*/ 1605349 w 1671512"/>
              <a:gd name="connsiteY4-326" fmla="*/ 1798860 h 1877032"/>
              <a:gd name="connsiteX5-327" fmla="*/ 1555348 w 1671512"/>
              <a:gd name="connsiteY5-328" fmla="*/ 1257671 h 1877032"/>
              <a:gd name="connsiteX6-329" fmla="*/ 1503107 w 1671512"/>
              <a:gd name="connsiteY6-330" fmla="*/ 672856 h 1877032"/>
              <a:gd name="connsiteX7-331" fmla="*/ 1371521 w 1671512"/>
              <a:gd name="connsiteY7-332" fmla="*/ 154877 h 1877032"/>
              <a:gd name="connsiteX8-333" fmla="*/ 873681 w 1671512"/>
              <a:gd name="connsiteY8-334" fmla="*/ 21205 h 1877032"/>
              <a:gd name="connsiteX9-335" fmla="*/ 394949 w 1671512"/>
              <a:gd name="connsiteY9-336" fmla="*/ 534641 h 1877032"/>
              <a:gd name="connsiteX0-337" fmla="*/ 394949 w 1677296"/>
              <a:gd name="connsiteY0-338" fmla="*/ 534641 h 1877032"/>
              <a:gd name="connsiteX1-339" fmla="*/ 34597 w 1677296"/>
              <a:gd name="connsiteY1-340" fmla="*/ 940200 h 1877032"/>
              <a:gd name="connsiteX2-341" fmla="*/ 54054 w 1677296"/>
              <a:gd name="connsiteY2-342" fmla="*/ 1728260 h 1877032"/>
              <a:gd name="connsiteX3-343" fmla="*/ 385069 w 1677296"/>
              <a:gd name="connsiteY3-344" fmla="*/ 1877032 h 1877032"/>
              <a:gd name="connsiteX4-345" fmla="*/ 1612334 w 1677296"/>
              <a:gd name="connsiteY4-346" fmla="*/ 1840637 h 1877032"/>
              <a:gd name="connsiteX5-347" fmla="*/ 1555348 w 1677296"/>
              <a:gd name="connsiteY5-348" fmla="*/ 1257671 h 1877032"/>
              <a:gd name="connsiteX6-349" fmla="*/ 1503107 w 1677296"/>
              <a:gd name="connsiteY6-350" fmla="*/ 672856 h 1877032"/>
              <a:gd name="connsiteX7-351" fmla="*/ 1371521 w 1677296"/>
              <a:gd name="connsiteY7-352" fmla="*/ 154877 h 1877032"/>
              <a:gd name="connsiteX8-353" fmla="*/ 873681 w 1677296"/>
              <a:gd name="connsiteY8-354" fmla="*/ 21205 h 1877032"/>
              <a:gd name="connsiteX9-355" fmla="*/ 394949 w 1677296"/>
              <a:gd name="connsiteY9-356" fmla="*/ 534641 h 1877032"/>
              <a:gd name="connsiteX0-357" fmla="*/ 394949 w 1677298"/>
              <a:gd name="connsiteY0-358" fmla="*/ 534641 h 1877032"/>
              <a:gd name="connsiteX1-359" fmla="*/ 34597 w 1677298"/>
              <a:gd name="connsiteY1-360" fmla="*/ 940200 h 1877032"/>
              <a:gd name="connsiteX2-361" fmla="*/ 54054 w 1677298"/>
              <a:gd name="connsiteY2-362" fmla="*/ 1728260 h 1877032"/>
              <a:gd name="connsiteX3-363" fmla="*/ 385069 w 1677298"/>
              <a:gd name="connsiteY3-364" fmla="*/ 1877032 h 1877032"/>
              <a:gd name="connsiteX4-365" fmla="*/ 1612334 w 1677298"/>
              <a:gd name="connsiteY4-366" fmla="*/ 1840637 h 1877032"/>
              <a:gd name="connsiteX5-367" fmla="*/ 1555348 w 1677298"/>
              <a:gd name="connsiteY5-368" fmla="*/ 1257671 h 1877032"/>
              <a:gd name="connsiteX6-369" fmla="*/ 1503107 w 1677298"/>
              <a:gd name="connsiteY6-370" fmla="*/ 672856 h 1877032"/>
              <a:gd name="connsiteX7-371" fmla="*/ 1371521 w 1677298"/>
              <a:gd name="connsiteY7-372" fmla="*/ 154877 h 1877032"/>
              <a:gd name="connsiteX8-373" fmla="*/ 873681 w 1677298"/>
              <a:gd name="connsiteY8-374" fmla="*/ 21205 h 1877032"/>
              <a:gd name="connsiteX9-375" fmla="*/ 394949 w 1677298"/>
              <a:gd name="connsiteY9-376" fmla="*/ 534641 h 1877032"/>
              <a:gd name="connsiteX0-377" fmla="*/ 394949 w 1677296"/>
              <a:gd name="connsiteY0-378" fmla="*/ 534641 h 1904936"/>
              <a:gd name="connsiteX1-379" fmla="*/ 34597 w 1677296"/>
              <a:gd name="connsiteY1-380" fmla="*/ 940200 h 1904936"/>
              <a:gd name="connsiteX2-381" fmla="*/ 54054 w 1677296"/>
              <a:gd name="connsiteY2-382" fmla="*/ 1728260 h 1904936"/>
              <a:gd name="connsiteX3-383" fmla="*/ 385069 w 1677296"/>
              <a:gd name="connsiteY3-384" fmla="*/ 1877032 h 1904936"/>
              <a:gd name="connsiteX4-385" fmla="*/ 1612334 w 1677296"/>
              <a:gd name="connsiteY4-386" fmla="*/ 1840637 h 1904936"/>
              <a:gd name="connsiteX5-387" fmla="*/ 1555348 w 1677296"/>
              <a:gd name="connsiteY5-388" fmla="*/ 1257671 h 1904936"/>
              <a:gd name="connsiteX6-389" fmla="*/ 1503107 w 1677296"/>
              <a:gd name="connsiteY6-390" fmla="*/ 672856 h 1904936"/>
              <a:gd name="connsiteX7-391" fmla="*/ 1371521 w 1677296"/>
              <a:gd name="connsiteY7-392" fmla="*/ 154877 h 1904936"/>
              <a:gd name="connsiteX8-393" fmla="*/ 873681 w 1677296"/>
              <a:gd name="connsiteY8-394" fmla="*/ 21205 h 1904936"/>
              <a:gd name="connsiteX9-395" fmla="*/ 394949 w 1677296"/>
              <a:gd name="connsiteY9-396" fmla="*/ 534641 h 1904936"/>
              <a:gd name="connsiteX0-397" fmla="*/ 461539 w 1743887"/>
              <a:gd name="connsiteY0-398" fmla="*/ 534641 h 1904936"/>
              <a:gd name="connsiteX1-399" fmla="*/ 101187 w 1743887"/>
              <a:gd name="connsiteY1-400" fmla="*/ 940200 h 1904936"/>
              <a:gd name="connsiteX2-401" fmla="*/ 22840 w 1743887"/>
              <a:gd name="connsiteY2-402" fmla="*/ 1737812 h 1904936"/>
              <a:gd name="connsiteX3-403" fmla="*/ 451659 w 1743887"/>
              <a:gd name="connsiteY3-404" fmla="*/ 1877032 h 1904936"/>
              <a:gd name="connsiteX4-405" fmla="*/ 1678924 w 1743887"/>
              <a:gd name="connsiteY4-406" fmla="*/ 1840637 h 1904936"/>
              <a:gd name="connsiteX5-407" fmla="*/ 1621938 w 1743887"/>
              <a:gd name="connsiteY5-408" fmla="*/ 1257671 h 1904936"/>
              <a:gd name="connsiteX6-409" fmla="*/ 1569697 w 1743887"/>
              <a:gd name="connsiteY6-410" fmla="*/ 672856 h 1904936"/>
              <a:gd name="connsiteX7-411" fmla="*/ 1438111 w 1743887"/>
              <a:gd name="connsiteY7-412" fmla="*/ 154877 h 1904936"/>
              <a:gd name="connsiteX8-413" fmla="*/ 940271 w 1743887"/>
              <a:gd name="connsiteY8-414" fmla="*/ 21205 h 1904936"/>
              <a:gd name="connsiteX9-415" fmla="*/ 461539 w 1743887"/>
              <a:gd name="connsiteY9-416" fmla="*/ 534641 h 1904936"/>
              <a:gd name="connsiteX0-417" fmla="*/ 452050 w 1756359"/>
              <a:gd name="connsiteY0-418" fmla="*/ 534641 h 1891359"/>
              <a:gd name="connsiteX1-419" fmla="*/ 91698 w 1756359"/>
              <a:gd name="connsiteY1-420" fmla="*/ 940200 h 1891359"/>
              <a:gd name="connsiteX2-421" fmla="*/ 13351 w 1756359"/>
              <a:gd name="connsiteY2-422" fmla="*/ 1737812 h 1891359"/>
              <a:gd name="connsiteX3-423" fmla="*/ 309435 w 1756359"/>
              <a:gd name="connsiteY3-424" fmla="*/ 1891359 h 1891359"/>
              <a:gd name="connsiteX4-425" fmla="*/ 1669435 w 1756359"/>
              <a:gd name="connsiteY4-426" fmla="*/ 1840637 h 1891359"/>
              <a:gd name="connsiteX5-427" fmla="*/ 1612449 w 1756359"/>
              <a:gd name="connsiteY5-428" fmla="*/ 1257671 h 1891359"/>
              <a:gd name="connsiteX6-429" fmla="*/ 1560208 w 1756359"/>
              <a:gd name="connsiteY6-430" fmla="*/ 672856 h 1891359"/>
              <a:gd name="connsiteX7-431" fmla="*/ 1428622 w 1756359"/>
              <a:gd name="connsiteY7-432" fmla="*/ 154877 h 1891359"/>
              <a:gd name="connsiteX8-433" fmla="*/ 930782 w 1756359"/>
              <a:gd name="connsiteY8-434" fmla="*/ 21205 h 1891359"/>
              <a:gd name="connsiteX9-435" fmla="*/ 452050 w 1756359"/>
              <a:gd name="connsiteY9-436" fmla="*/ 534641 h 1891359"/>
              <a:gd name="connsiteX0-437" fmla="*/ 452050 w 1756257"/>
              <a:gd name="connsiteY0-438" fmla="*/ 534641 h 1891359"/>
              <a:gd name="connsiteX1-439" fmla="*/ 91698 w 1756257"/>
              <a:gd name="connsiteY1-440" fmla="*/ 940200 h 1891359"/>
              <a:gd name="connsiteX2-441" fmla="*/ 13351 w 1756257"/>
              <a:gd name="connsiteY2-442" fmla="*/ 1737812 h 1891359"/>
              <a:gd name="connsiteX3-443" fmla="*/ 309435 w 1756257"/>
              <a:gd name="connsiteY3-444" fmla="*/ 1891359 h 1891359"/>
              <a:gd name="connsiteX4-445" fmla="*/ 1669435 w 1756257"/>
              <a:gd name="connsiteY4-446" fmla="*/ 1840637 h 1891359"/>
              <a:gd name="connsiteX5-447" fmla="*/ 1612449 w 1756257"/>
              <a:gd name="connsiteY5-448" fmla="*/ 1257671 h 1891359"/>
              <a:gd name="connsiteX6-449" fmla="*/ 1563496 w 1756257"/>
              <a:gd name="connsiteY6-450" fmla="*/ 959631 h 1891359"/>
              <a:gd name="connsiteX7-451" fmla="*/ 1560208 w 1756257"/>
              <a:gd name="connsiteY7-452" fmla="*/ 672856 h 1891359"/>
              <a:gd name="connsiteX8-453" fmla="*/ 1428622 w 1756257"/>
              <a:gd name="connsiteY8-454" fmla="*/ 154877 h 1891359"/>
              <a:gd name="connsiteX9-455" fmla="*/ 930782 w 1756257"/>
              <a:gd name="connsiteY9-456" fmla="*/ 21205 h 1891359"/>
              <a:gd name="connsiteX10" fmla="*/ 452050 w 1756257"/>
              <a:gd name="connsiteY10" fmla="*/ 534641 h 1891359"/>
              <a:gd name="connsiteX0-457" fmla="*/ 452050 w 1764590"/>
              <a:gd name="connsiteY0-458" fmla="*/ 534641 h 1891359"/>
              <a:gd name="connsiteX1-459" fmla="*/ 91698 w 1764590"/>
              <a:gd name="connsiteY1-460" fmla="*/ 940200 h 1891359"/>
              <a:gd name="connsiteX2-461" fmla="*/ 13351 w 1764590"/>
              <a:gd name="connsiteY2-462" fmla="*/ 1737812 h 1891359"/>
              <a:gd name="connsiteX3-463" fmla="*/ 309435 w 1764590"/>
              <a:gd name="connsiteY3-464" fmla="*/ 1891359 h 1891359"/>
              <a:gd name="connsiteX4-465" fmla="*/ 1669435 w 1764590"/>
              <a:gd name="connsiteY4-466" fmla="*/ 1840637 h 1891359"/>
              <a:gd name="connsiteX5-467" fmla="*/ 1612449 w 1764590"/>
              <a:gd name="connsiteY5-468" fmla="*/ 1257671 h 1891359"/>
              <a:gd name="connsiteX6-469" fmla="*/ 1309780 w 1764590"/>
              <a:gd name="connsiteY6-470" fmla="*/ 1046341 h 1891359"/>
              <a:gd name="connsiteX7-471" fmla="*/ 1560208 w 1764590"/>
              <a:gd name="connsiteY7-472" fmla="*/ 672856 h 1891359"/>
              <a:gd name="connsiteX8-473" fmla="*/ 1428622 w 1764590"/>
              <a:gd name="connsiteY8-474" fmla="*/ 154877 h 1891359"/>
              <a:gd name="connsiteX9-475" fmla="*/ 930782 w 1764590"/>
              <a:gd name="connsiteY9-476" fmla="*/ 21205 h 1891359"/>
              <a:gd name="connsiteX10-477" fmla="*/ 452050 w 1764590"/>
              <a:gd name="connsiteY10-478" fmla="*/ 534641 h 1891359"/>
              <a:gd name="connsiteX0-479" fmla="*/ 452050 w 1764592"/>
              <a:gd name="connsiteY0-480" fmla="*/ 534641 h 1891359"/>
              <a:gd name="connsiteX1-481" fmla="*/ 91698 w 1764592"/>
              <a:gd name="connsiteY1-482" fmla="*/ 940200 h 1891359"/>
              <a:gd name="connsiteX2-483" fmla="*/ 13351 w 1764592"/>
              <a:gd name="connsiteY2-484" fmla="*/ 1737812 h 1891359"/>
              <a:gd name="connsiteX3-485" fmla="*/ 309435 w 1764592"/>
              <a:gd name="connsiteY3-486" fmla="*/ 1891359 h 1891359"/>
              <a:gd name="connsiteX4-487" fmla="*/ 1669435 w 1764592"/>
              <a:gd name="connsiteY4-488" fmla="*/ 1840637 h 1891359"/>
              <a:gd name="connsiteX5-489" fmla="*/ 1612449 w 1764592"/>
              <a:gd name="connsiteY5-490" fmla="*/ 1257671 h 1891359"/>
              <a:gd name="connsiteX6-491" fmla="*/ 1309780 w 1764592"/>
              <a:gd name="connsiteY6-492" fmla="*/ 1046341 h 1891359"/>
              <a:gd name="connsiteX7-493" fmla="*/ 1560208 w 1764592"/>
              <a:gd name="connsiteY7-494" fmla="*/ 672856 h 1891359"/>
              <a:gd name="connsiteX8-495" fmla="*/ 1428622 w 1764592"/>
              <a:gd name="connsiteY8-496" fmla="*/ 154877 h 1891359"/>
              <a:gd name="connsiteX9-497" fmla="*/ 930782 w 1764592"/>
              <a:gd name="connsiteY9-498" fmla="*/ 21205 h 1891359"/>
              <a:gd name="connsiteX10-499" fmla="*/ 452050 w 1764592"/>
              <a:gd name="connsiteY10-500" fmla="*/ 534641 h 1891359"/>
              <a:gd name="connsiteX0-501" fmla="*/ 452050 w 1764590"/>
              <a:gd name="connsiteY0-502" fmla="*/ 534641 h 1891359"/>
              <a:gd name="connsiteX1-503" fmla="*/ 91698 w 1764590"/>
              <a:gd name="connsiteY1-504" fmla="*/ 940200 h 1891359"/>
              <a:gd name="connsiteX2-505" fmla="*/ 13351 w 1764590"/>
              <a:gd name="connsiteY2-506" fmla="*/ 1737812 h 1891359"/>
              <a:gd name="connsiteX3-507" fmla="*/ 309435 w 1764590"/>
              <a:gd name="connsiteY3-508" fmla="*/ 1891359 h 1891359"/>
              <a:gd name="connsiteX4-509" fmla="*/ 1669435 w 1764590"/>
              <a:gd name="connsiteY4-510" fmla="*/ 1840637 h 1891359"/>
              <a:gd name="connsiteX5-511" fmla="*/ 1612449 w 1764590"/>
              <a:gd name="connsiteY5-512" fmla="*/ 1257671 h 1891359"/>
              <a:gd name="connsiteX6-513" fmla="*/ 1309780 w 1764590"/>
              <a:gd name="connsiteY6-514" fmla="*/ 1046341 h 1891359"/>
              <a:gd name="connsiteX7-515" fmla="*/ 1560208 w 1764590"/>
              <a:gd name="connsiteY7-516" fmla="*/ 672856 h 1891359"/>
              <a:gd name="connsiteX8-517" fmla="*/ 1428622 w 1764590"/>
              <a:gd name="connsiteY8-518" fmla="*/ 154877 h 1891359"/>
              <a:gd name="connsiteX9-519" fmla="*/ 930782 w 1764590"/>
              <a:gd name="connsiteY9-520" fmla="*/ 21205 h 1891359"/>
              <a:gd name="connsiteX10-521" fmla="*/ 452050 w 1764590"/>
              <a:gd name="connsiteY10-522" fmla="*/ 534641 h 1891359"/>
              <a:gd name="connsiteX0-523" fmla="*/ 452050 w 1792731"/>
              <a:gd name="connsiteY0-524" fmla="*/ 534641 h 1891359"/>
              <a:gd name="connsiteX1-525" fmla="*/ 91698 w 1792731"/>
              <a:gd name="connsiteY1-526" fmla="*/ 940200 h 1891359"/>
              <a:gd name="connsiteX2-527" fmla="*/ 13351 w 1792731"/>
              <a:gd name="connsiteY2-528" fmla="*/ 1737812 h 1891359"/>
              <a:gd name="connsiteX3-529" fmla="*/ 309435 w 1792731"/>
              <a:gd name="connsiteY3-530" fmla="*/ 1891359 h 1891359"/>
              <a:gd name="connsiteX4-531" fmla="*/ 1669435 w 1792731"/>
              <a:gd name="connsiteY4-532" fmla="*/ 1840637 h 1891359"/>
              <a:gd name="connsiteX5-533" fmla="*/ 1688563 w 1792731"/>
              <a:gd name="connsiteY5-534" fmla="*/ 1292355 h 1891359"/>
              <a:gd name="connsiteX6-535" fmla="*/ 1309780 w 1792731"/>
              <a:gd name="connsiteY6-536" fmla="*/ 1046341 h 1891359"/>
              <a:gd name="connsiteX7-537" fmla="*/ 1560208 w 1792731"/>
              <a:gd name="connsiteY7-538" fmla="*/ 672856 h 1891359"/>
              <a:gd name="connsiteX8-539" fmla="*/ 1428622 w 1792731"/>
              <a:gd name="connsiteY8-540" fmla="*/ 154877 h 1891359"/>
              <a:gd name="connsiteX9-541" fmla="*/ 930782 w 1792731"/>
              <a:gd name="connsiteY9-542" fmla="*/ 21205 h 1891359"/>
              <a:gd name="connsiteX10-543" fmla="*/ 452050 w 1792731"/>
              <a:gd name="connsiteY10-544" fmla="*/ 534641 h 1891359"/>
              <a:gd name="connsiteX0-545" fmla="*/ 452050 w 1814809"/>
              <a:gd name="connsiteY0-546" fmla="*/ 534641 h 1891359"/>
              <a:gd name="connsiteX1-547" fmla="*/ 91698 w 1814809"/>
              <a:gd name="connsiteY1-548" fmla="*/ 940200 h 1891359"/>
              <a:gd name="connsiteX2-549" fmla="*/ 13351 w 1814809"/>
              <a:gd name="connsiteY2-550" fmla="*/ 1737812 h 1891359"/>
              <a:gd name="connsiteX3-551" fmla="*/ 309435 w 1814809"/>
              <a:gd name="connsiteY3-552" fmla="*/ 1891359 h 1891359"/>
              <a:gd name="connsiteX4-553" fmla="*/ 1669435 w 1814809"/>
              <a:gd name="connsiteY4-554" fmla="*/ 1840637 h 1891359"/>
              <a:gd name="connsiteX5-555" fmla="*/ 1688563 w 1814809"/>
              <a:gd name="connsiteY5-556" fmla="*/ 1292355 h 1891359"/>
              <a:gd name="connsiteX6-557" fmla="*/ 1309780 w 1814809"/>
              <a:gd name="connsiteY6-558" fmla="*/ 1046341 h 1891359"/>
              <a:gd name="connsiteX7-559" fmla="*/ 1560208 w 1814809"/>
              <a:gd name="connsiteY7-560" fmla="*/ 672856 h 1891359"/>
              <a:gd name="connsiteX8-561" fmla="*/ 1428622 w 1814809"/>
              <a:gd name="connsiteY8-562" fmla="*/ 154877 h 1891359"/>
              <a:gd name="connsiteX9-563" fmla="*/ 930782 w 1814809"/>
              <a:gd name="connsiteY9-564" fmla="*/ 21205 h 1891359"/>
              <a:gd name="connsiteX10-565" fmla="*/ 452050 w 1814809"/>
              <a:gd name="connsiteY10-566" fmla="*/ 534641 h 1891359"/>
              <a:gd name="connsiteX0-567" fmla="*/ 452050 w 1814809"/>
              <a:gd name="connsiteY0-568" fmla="*/ 534641 h 1891359"/>
              <a:gd name="connsiteX1-569" fmla="*/ 91698 w 1814809"/>
              <a:gd name="connsiteY1-570" fmla="*/ 940200 h 1891359"/>
              <a:gd name="connsiteX2-571" fmla="*/ 13351 w 1814809"/>
              <a:gd name="connsiteY2-572" fmla="*/ 1737812 h 1891359"/>
              <a:gd name="connsiteX3-573" fmla="*/ 309435 w 1814809"/>
              <a:gd name="connsiteY3-574" fmla="*/ 1891359 h 1891359"/>
              <a:gd name="connsiteX4-575" fmla="*/ 1669435 w 1814809"/>
              <a:gd name="connsiteY4-576" fmla="*/ 1840637 h 1891359"/>
              <a:gd name="connsiteX5-577" fmla="*/ 1688563 w 1814809"/>
              <a:gd name="connsiteY5-578" fmla="*/ 1292355 h 1891359"/>
              <a:gd name="connsiteX6-579" fmla="*/ 1309780 w 1814809"/>
              <a:gd name="connsiteY6-580" fmla="*/ 1046341 h 1891359"/>
              <a:gd name="connsiteX7-581" fmla="*/ 1619996 w 1814809"/>
              <a:gd name="connsiteY7-582" fmla="*/ 526399 h 1891359"/>
              <a:gd name="connsiteX8-583" fmla="*/ 1428622 w 1814809"/>
              <a:gd name="connsiteY8-584" fmla="*/ 154877 h 1891359"/>
              <a:gd name="connsiteX9-585" fmla="*/ 930782 w 1814809"/>
              <a:gd name="connsiteY9-586" fmla="*/ 21205 h 1891359"/>
              <a:gd name="connsiteX10-587" fmla="*/ 452050 w 1814809"/>
              <a:gd name="connsiteY10-588" fmla="*/ 534641 h 1891359"/>
              <a:gd name="connsiteX0-589" fmla="*/ 452050 w 1814809"/>
              <a:gd name="connsiteY0-590" fmla="*/ 542872 h 1899590"/>
              <a:gd name="connsiteX1-591" fmla="*/ 91698 w 1814809"/>
              <a:gd name="connsiteY1-592" fmla="*/ 948431 h 1899590"/>
              <a:gd name="connsiteX2-593" fmla="*/ 13351 w 1814809"/>
              <a:gd name="connsiteY2-594" fmla="*/ 1746043 h 1899590"/>
              <a:gd name="connsiteX3-595" fmla="*/ 309435 w 1814809"/>
              <a:gd name="connsiteY3-596" fmla="*/ 1899590 h 1899590"/>
              <a:gd name="connsiteX4-597" fmla="*/ 1669435 w 1814809"/>
              <a:gd name="connsiteY4-598" fmla="*/ 1848868 h 1899590"/>
              <a:gd name="connsiteX5-599" fmla="*/ 1688563 w 1814809"/>
              <a:gd name="connsiteY5-600" fmla="*/ 1300586 h 1899590"/>
              <a:gd name="connsiteX6-601" fmla="*/ 1309780 w 1814809"/>
              <a:gd name="connsiteY6-602" fmla="*/ 1054572 h 1899590"/>
              <a:gd name="connsiteX7-603" fmla="*/ 1619996 w 1814809"/>
              <a:gd name="connsiteY7-604" fmla="*/ 534630 h 1899590"/>
              <a:gd name="connsiteX8-605" fmla="*/ 1488411 w 1814809"/>
              <a:gd name="connsiteY8-606" fmla="*/ 129049 h 1899590"/>
              <a:gd name="connsiteX9-607" fmla="*/ 930782 w 1814809"/>
              <a:gd name="connsiteY9-608" fmla="*/ 29436 h 1899590"/>
              <a:gd name="connsiteX10-609" fmla="*/ 452050 w 1814809"/>
              <a:gd name="connsiteY10-610" fmla="*/ 542872 h 1899590"/>
              <a:gd name="connsiteX0-611" fmla="*/ 452050 w 1814809"/>
              <a:gd name="connsiteY0-612" fmla="*/ 540513 h 1897231"/>
              <a:gd name="connsiteX1-613" fmla="*/ 91698 w 1814809"/>
              <a:gd name="connsiteY1-614" fmla="*/ 946072 h 1897231"/>
              <a:gd name="connsiteX2-615" fmla="*/ 13351 w 1814809"/>
              <a:gd name="connsiteY2-616" fmla="*/ 1743684 h 1897231"/>
              <a:gd name="connsiteX3-617" fmla="*/ 309435 w 1814809"/>
              <a:gd name="connsiteY3-618" fmla="*/ 1897231 h 1897231"/>
              <a:gd name="connsiteX4-619" fmla="*/ 1669435 w 1814809"/>
              <a:gd name="connsiteY4-620" fmla="*/ 1846509 h 1897231"/>
              <a:gd name="connsiteX5-621" fmla="*/ 1688563 w 1814809"/>
              <a:gd name="connsiteY5-622" fmla="*/ 1298227 h 1897231"/>
              <a:gd name="connsiteX6-623" fmla="*/ 1309780 w 1814809"/>
              <a:gd name="connsiteY6-624" fmla="*/ 1052213 h 1897231"/>
              <a:gd name="connsiteX7-625" fmla="*/ 1619996 w 1814809"/>
              <a:gd name="connsiteY7-626" fmla="*/ 532271 h 1897231"/>
              <a:gd name="connsiteX8-627" fmla="*/ 1488411 w 1814809"/>
              <a:gd name="connsiteY8-628" fmla="*/ 126690 h 1897231"/>
              <a:gd name="connsiteX9-629" fmla="*/ 930782 w 1814809"/>
              <a:gd name="connsiteY9-630" fmla="*/ 27077 h 1897231"/>
              <a:gd name="connsiteX10-631" fmla="*/ 452050 w 1814809"/>
              <a:gd name="connsiteY10-632" fmla="*/ 540513 h 1897231"/>
              <a:gd name="connsiteX0-633" fmla="*/ 452050 w 1814809"/>
              <a:gd name="connsiteY0-634" fmla="*/ 540513 h 1897231"/>
              <a:gd name="connsiteX1-635" fmla="*/ 91698 w 1814809"/>
              <a:gd name="connsiteY1-636" fmla="*/ 946072 h 1897231"/>
              <a:gd name="connsiteX2-637" fmla="*/ 13351 w 1814809"/>
              <a:gd name="connsiteY2-638" fmla="*/ 1743684 h 1897231"/>
              <a:gd name="connsiteX3-639" fmla="*/ 309435 w 1814809"/>
              <a:gd name="connsiteY3-640" fmla="*/ 1897231 h 1897231"/>
              <a:gd name="connsiteX4-641" fmla="*/ 1669435 w 1814809"/>
              <a:gd name="connsiteY4-642" fmla="*/ 1846509 h 1897231"/>
              <a:gd name="connsiteX5-643" fmla="*/ 1688563 w 1814809"/>
              <a:gd name="connsiteY5-644" fmla="*/ 1298227 h 1897231"/>
              <a:gd name="connsiteX6-645" fmla="*/ 1309780 w 1814809"/>
              <a:gd name="connsiteY6-646" fmla="*/ 1052213 h 1897231"/>
              <a:gd name="connsiteX7-647" fmla="*/ 1619996 w 1814809"/>
              <a:gd name="connsiteY7-648" fmla="*/ 532271 h 1897231"/>
              <a:gd name="connsiteX8-649" fmla="*/ 1488411 w 1814809"/>
              <a:gd name="connsiteY8-650" fmla="*/ 126690 h 1897231"/>
              <a:gd name="connsiteX9-651" fmla="*/ 930782 w 1814809"/>
              <a:gd name="connsiteY9-652" fmla="*/ 27077 h 1897231"/>
              <a:gd name="connsiteX10-653" fmla="*/ 452050 w 1814809"/>
              <a:gd name="connsiteY10-654" fmla="*/ 540513 h 1897231"/>
              <a:gd name="connsiteX0-655" fmla="*/ 288567 w 1811701"/>
              <a:gd name="connsiteY0-656" fmla="*/ 555674 h 1898251"/>
              <a:gd name="connsiteX1-657" fmla="*/ 88590 w 1811701"/>
              <a:gd name="connsiteY1-658" fmla="*/ 947092 h 1898251"/>
              <a:gd name="connsiteX2-659" fmla="*/ 10243 w 1811701"/>
              <a:gd name="connsiteY2-660" fmla="*/ 1744704 h 1898251"/>
              <a:gd name="connsiteX3-661" fmla="*/ 306327 w 1811701"/>
              <a:gd name="connsiteY3-662" fmla="*/ 1898251 h 1898251"/>
              <a:gd name="connsiteX4-663" fmla="*/ 1666327 w 1811701"/>
              <a:gd name="connsiteY4-664" fmla="*/ 1847529 h 1898251"/>
              <a:gd name="connsiteX5-665" fmla="*/ 1685455 w 1811701"/>
              <a:gd name="connsiteY5-666" fmla="*/ 1299247 h 1898251"/>
              <a:gd name="connsiteX6-667" fmla="*/ 1306672 w 1811701"/>
              <a:gd name="connsiteY6-668" fmla="*/ 1053233 h 1898251"/>
              <a:gd name="connsiteX7-669" fmla="*/ 1616888 w 1811701"/>
              <a:gd name="connsiteY7-670" fmla="*/ 533291 h 1898251"/>
              <a:gd name="connsiteX8-671" fmla="*/ 1485303 w 1811701"/>
              <a:gd name="connsiteY8-672" fmla="*/ 127710 h 1898251"/>
              <a:gd name="connsiteX9-673" fmla="*/ 927674 w 1811701"/>
              <a:gd name="connsiteY9-674" fmla="*/ 28097 h 1898251"/>
              <a:gd name="connsiteX10-675" fmla="*/ 288567 w 1811701"/>
              <a:gd name="connsiteY10-676" fmla="*/ 555674 h 1898251"/>
              <a:gd name="connsiteX0-677" fmla="*/ 288567 w 1811701"/>
              <a:gd name="connsiteY0-678" fmla="*/ 479828 h 1822405"/>
              <a:gd name="connsiteX1-679" fmla="*/ 88590 w 1811701"/>
              <a:gd name="connsiteY1-680" fmla="*/ 871246 h 1822405"/>
              <a:gd name="connsiteX2-681" fmla="*/ 10243 w 1811701"/>
              <a:gd name="connsiteY2-682" fmla="*/ 1668858 h 1822405"/>
              <a:gd name="connsiteX3-683" fmla="*/ 306327 w 1811701"/>
              <a:gd name="connsiteY3-684" fmla="*/ 1822405 h 1822405"/>
              <a:gd name="connsiteX4-685" fmla="*/ 1666327 w 1811701"/>
              <a:gd name="connsiteY4-686" fmla="*/ 1771683 h 1822405"/>
              <a:gd name="connsiteX5-687" fmla="*/ 1685455 w 1811701"/>
              <a:gd name="connsiteY5-688" fmla="*/ 1223401 h 1822405"/>
              <a:gd name="connsiteX6-689" fmla="*/ 1306672 w 1811701"/>
              <a:gd name="connsiteY6-690" fmla="*/ 977387 h 1822405"/>
              <a:gd name="connsiteX7-691" fmla="*/ 1616888 w 1811701"/>
              <a:gd name="connsiteY7-692" fmla="*/ 457445 h 1822405"/>
              <a:gd name="connsiteX8-693" fmla="*/ 1485303 w 1811701"/>
              <a:gd name="connsiteY8-694" fmla="*/ 51864 h 1822405"/>
              <a:gd name="connsiteX9-695" fmla="*/ 895599 w 1811701"/>
              <a:gd name="connsiteY9-696" fmla="*/ 79530 h 1822405"/>
              <a:gd name="connsiteX10-697" fmla="*/ 288567 w 1811701"/>
              <a:gd name="connsiteY10-698" fmla="*/ 479828 h 1822405"/>
              <a:gd name="connsiteX0-699" fmla="*/ 288567 w 1811701"/>
              <a:gd name="connsiteY0-700" fmla="*/ 419258 h 1761835"/>
              <a:gd name="connsiteX1-701" fmla="*/ 88590 w 1811701"/>
              <a:gd name="connsiteY1-702" fmla="*/ 810676 h 1761835"/>
              <a:gd name="connsiteX2-703" fmla="*/ 10243 w 1811701"/>
              <a:gd name="connsiteY2-704" fmla="*/ 1608288 h 1761835"/>
              <a:gd name="connsiteX3-705" fmla="*/ 306327 w 1811701"/>
              <a:gd name="connsiteY3-706" fmla="*/ 1761835 h 1761835"/>
              <a:gd name="connsiteX4-707" fmla="*/ 1666327 w 1811701"/>
              <a:gd name="connsiteY4-708" fmla="*/ 1711113 h 1761835"/>
              <a:gd name="connsiteX5-709" fmla="*/ 1685455 w 1811701"/>
              <a:gd name="connsiteY5-710" fmla="*/ 1162831 h 1761835"/>
              <a:gd name="connsiteX6-711" fmla="*/ 1306672 w 1811701"/>
              <a:gd name="connsiteY6-712" fmla="*/ 916817 h 1761835"/>
              <a:gd name="connsiteX7-713" fmla="*/ 1616888 w 1811701"/>
              <a:gd name="connsiteY7-714" fmla="*/ 396875 h 1761835"/>
              <a:gd name="connsiteX8-715" fmla="*/ 1373040 w 1811701"/>
              <a:gd name="connsiteY8-716" fmla="*/ 118574 h 1761835"/>
              <a:gd name="connsiteX9-717" fmla="*/ 895599 w 1811701"/>
              <a:gd name="connsiteY9-718" fmla="*/ 18960 h 1761835"/>
              <a:gd name="connsiteX10-719" fmla="*/ 288567 w 1811701"/>
              <a:gd name="connsiteY10-720" fmla="*/ 419258 h 1761835"/>
              <a:gd name="connsiteX0-721" fmla="*/ 288567 w 1811701"/>
              <a:gd name="connsiteY0-722" fmla="*/ 419258 h 1761835"/>
              <a:gd name="connsiteX1-723" fmla="*/ 88590 w 1811701"/>
              <a:gd name="connsiteY1-724" fmla="*/ 810676 h 1761835"/>
              <a:gd name="connsiteX2-725" fmla="*/ 10243 w 1811701"/>
              <a:gd name="connsiteY2-726" fmla="*/ 1608288 h 1761835"/>
              <a:gd name="connsiteX3-727" fmla="*/ 306327 w 1811701"/>
              <a:gd name="connsiteY3-728" fmla="*/ 1761835 h 1761835"/>
              <a:gd name="connsiteX4-729" fmla="*/ 1666327 w 1811701"/>
              <a:gd name="connsiteY4-730" fmla="*/ 1711113 h 1761835"/>
              <a:gd name="connsiteX5-731" fmla="*/ 1685455 w 1811701"/>
              <a:gd name="connsiteY5-732" fmla="*/ 1162831 h 1761835"/>
              <a:gd name="connsiteX6-733" fmla="*/ 1306672 w 1811701"/>
              <a:gd name="connsiteY6-734" fmla="*/ 916817 h 1761835"/>
              <a:gd name="connsiteX7-735" fmla="*/ 1584814 w 1811701"/>
              <a:gd name="connsiteY7-736" fmla="*/ 510012 h 1761835"/>
              <a:gd name="connsiteX8-737" fmla="*/ 1373040 w 1811701"/>
              <a:gd name="connsiteY8-738" fmla="*/ 118574 h 1761835"/>
              <a:gd name="connsiteX9-739" fmla="*/ 895599 w 1811701"/>
              <a:gd name="connsiteY9-740" fmla="*/ 18960 h 1761835"/>
              <a:gd name="connsiteX10-741" fmla="*/ 288567 w 1811701"/>
              <a:gd name="connsiteY10-742" fmla="*/ 419258 h 1761835"/>
              <a:gd name="connsiteX0-743" fmla="*/ 288567 w 1770444"/>
              <a:gd name="connsiteY0-744" fmla="*/ 419258 h 1761835"/>
              <a:gd name="connsiteX1-745" fmla="*/ 88590 w 1770444"/>
              <a:gd name="connsiteY1-746" fmla="*/ 810676 h 1761835"/>
              <a:gd name="connsiteX2-747" fmla="*/ 10243 w 1770444"/>
              <a:gd name="connsiteY2-748" fmla="*/ 1608288 h 1761835"/>
              <a:gd name="connsiteX3-749" fmla="*/ 306327 w 1770444"/>
              <a:gd name="connsiteY3-750" fmla="*/ 1761835 h 1761835"/>
              <a:gd name="connsiteX4-751" fmla="*/ 1666327 w 1770444"/>
              <a:gd name="connsiteY4-752" fmla="*/ 1711113 h 1761835"/>
              <a:gd name="connsiteX5-753" fmla="*/ 1589229 w 1770444"/>
              <a:gd name="connsiteY5-754" fmla="*/ 1176973 h 1761835"/>
              <a:gd name="connsiteX6-755" fmla="*/ 1306672 w 1770444"/>
              <a:gd name="connsiteY6-756" fmla="*/ 916817 h 1761835"/>
              <a:gd name="connsiteX7-757" fmla="*/ 1584814 w 1770444"/>
              <a:gd name="connsiteY7-758" fmla="*/ 510012 h 1761835"/>
              <a:gd name="connsiteX8-759" fmla="*/ 1373040 w 1770444"/>
              <a:gd name="connsiteY8-760" fmla="*/ 118574 h 1761835"/>
              <a:gd name="connsiteX9-761" fmla="*/ 895599 w 1770444"/>
              <a:gd name="connsiteY9-762" fmla="*/ 18960 h 1761835"/>
              <a:gd name="connsiteX10-763" fmla="*/ 288567 w 1770444"/>
              <a:gd name="connsiteY10-764" fmla="*/ 419258 h 1761835"/>
              <a:gd name="connsiteX0-765" fmla="*/ 288567 w 1592514"/>
              <a:gd name="connsiteY0-766" fmla="*/ 419258 h 1863058"/>
              <a:gd name="connsiteX1-767" fmla="*/ 88590 w 1592514"/>
              <a:gd name="connsiteY1-768" fmla="*/ 810676 h 1863058"/>
              <a:gd name="connsiteX2-769" fmla="*/ 10243 w 1592514"/>
              <a:gd name="connsiteY2-770" fmla="*/ 1608288 h 1863058"/>
              <a:gd name="connsiteX3-771" fmla="*/ 306327 w 1592514"/>
              <a:gd name="connsiteY3-772" fmla="*/ 1761835 h 1863058"/>
              <a:gd name="connsiteX4-773" fmla="*/ 1377650 w 1592514"/>
              <a:gd name="connsiteY4-774" fmla="*/ 1838393 h 1863058"/>
              <a:gd name="connsiteX5-775" fmla="*/ 1589229 w 1592514"/>
              <a:gd name="connsiteY5-776" fmla="*/ 1176973 h 1863058"/>
              <a:gd name="connsiteX6-777" fmla="*/ 1306672 w 1592514"/>
              <a:gd name="connsiteY6-778" fmla="*/ 916817 h 1863058"/>
              <a:gd name="connsiteX7-779" fmla="*/ 1584814 w 1592514"/>
              <a:gd name="connsiteY7-780" fmla="*/ 510012 h 1863058"/>
              <a:gd name="connsiteX8-781" fmla="*/ 1373040 w 1592514"/>
              <a:gd name="connsiteY8-782" fmla="*/ 118574 h 1863058"/>
              <a:gd name="connsiteX9-783" fmla="*/ 895599 w 1592514"/>
              <a:gd name="connsiteY9-784" fmla="*/ 18960 h 1863058"/>
              <a:gd name="connsiteX10-785" fmla="*/ 288567 w 1592514"/>
              <a:gd name="connsiteY10-786" fmla="*/ 419258 h 1863058"/>
              <a:gd name="connsiteX0-787" fmla="*/ 421322 w 1594935"/>
              <a:gd name="connsiteY0-788" fmla="*/ 616342 h 1876292"/>
              <a:gd name="connsiteX1-789" fmla="*/ 91011 w 1594935"/>
              <a:gd name="connsiteY1-790" fmla="*/ 823910 h 1876292"/>
              <a:gd name="connsiteX2-791" fmla="*/ 12664 w 1594935"/>
              <a:gd name="connsiteY2-792" fmla="*/ 1621522 h 1876292"/>
              <a:gd name="connsiteX3-793" fmla="*/ 308748 w 1594935"/>
              <a:gd name="connsiteY3-794" fmla="*/ 1775069 h 1876292"/>
              <a:gd name="connsiteX4-795" fmla="*/ 1380071 w 1594935"/>
              <a:gd name="connsiteY4-796" fmla="*/ 1851627 h 1876292"/>
              <a:gd name="connsiteX5-797" fmla="*/ 1591650 w 1594935"/>
              <a:gd name="connsiteY5-798" fmla="*/ 1190207 h 1876292"/>
              <a:gd name="connsiteX6-799" fmla="*/ 1309093 w 1594935"/>
              <a:gd name="connsiteY6-800" fmla="*/ 930051 h 1876292"/>
              <a:gd name="connsiteX7-801" fmla="*/ 1587235 w 1594935"/>
              <a:gd name="connsiteY7-802" fmla="*/ 523246 h 1876292"/>
              <a:gd name="connsiteX8-803" fmla="*/ 1375461 w 1594935"/>
              <a:gd name="connsiteY8-804" fmla="*/ 131808 h 1876292"/>
              <a:gd name="connsiteX9-805" fmla="*/ 898020 w 1594935"/>
              <a:gd name="connsiteY9-806" fmla="*/ 32194 h 1876292"/>
              <a:gd name="connsiteX10-807" fmla="*/ 421322 w 1594935"/>
              <a:gd name="connsiteY10-808" fmla="*/ 616342 h 1876292"/>
              <a:gd name="connsiteX0-809" fmla="*/ 413257 w 1586870"/>
              <a:gd name="connsiteY0-810" fmla="*/ 616342 h 1876292"/>
              <a:gd name="connsiteX1-811" fmla="*/ 140873 w 1586870"/>
              <a:gd name="connsiteY1-812" fmla="*/ 993617 h 1876292"/>
              <a:gd name="connsiteX2-813" fmla="*/ 4599 w 1586870"/>
              <a:gd name="connsiteY2-814" fmla="*/ 1621522 h 1876292"/>
              <a:gd name="connsiteX3-815" fmla="*/ 300683 w 1586870"/>
              <a:gd name="connsiteY3-816" fmla="*/ 1775069 h 1876292"/>
              <a:gd name="connsiteX4-817" fmla="*/ 1372006 w 1586870"/>
              <a:gd name="connsiteY4-818" fmla="*/ 1851627 h 1876292"/>
              <a:gd name="connsiteX5-819" fmla="*/ 1583585 w 1586870"/>
              <a:gd name="connsiteY5-820" fmla="*/ 1190207 h 1876292"/>
              <a:gd name="connsiteX6-821" fmla="*/ 1301028 w 1586870"/>
              <a:gd name="connsiteY6-822" fmla="*/ 930051 h 1876292"/>
              <a:gd name="connsiteX7-823" fmla="*/ 1579170 w 1586870"/>
              <a:gd name="connsiteY7-824" fmla="*/ 523246 h 1876292"/>
              <a:gd name="connsiteX8-825" fmla="*/ 1367396 w 1586870"/>
              <a:gd name="connsiteY8-826" fmla="*/ 131808 h 1876292"/>
              <a:gd name="connsiteX9-827" fmla="*/ 889955 w 1586870"/>
              <a:gd name="connsiteY9-828" fmla="*/ 32194 h 1876292"/>
              <a:gd name="connsiteX10-829" fmla="*/ 413257 w 1586870"/>
              <a:gd name="connsiteY10-830" fmla="*/ 616342 h 1876292"/>
              <a:gd name="connsiteX0-831" fmla="*/ 284962 w 1458575"/>
              <a:gd name="connsiteY0-832" fmla="*/ 616342 h 1908017"/>
              <a:gd name="connsiteX1-833" fmla="*/ 12578 w 1458575"/>
              <a:gd name="connsiteY1-834" fmla="*/ 993617 h 1908017"/>
              <a:gd name="connsiteX2-835" fmla="*/ 172388 w 1458575"/>
              <a:gd name="connsiteY2-836" fmla="*/ 1775069 h 1908017"/>
              <a:gd name="connsiteX3-837" fmla="*/ 1243711 w 1458575"/>
              <a:gd name="connsiteY3-838" fmla="*/ 1851627 h 1908017"/>
              <a:gd name="connsiteX4-839" fmla="*/ 1455290 w 1458575"/>
              <a:gd name="connsiteY4-840" fmla="*/ 1190207 h 1908017"/>
              <a:gd name="connsiteX5-841" fmla="*/ 1172733 w 1458575"/>
              <a:gd name="connsiteY5-842" fmla="*/ 930051 h 1908017"/>
              <a:gd name="connsiteX6-843" fmla="*/ 1450875 w 1458575"/>
              <a:gd name="connsiteY6-844" fmla="*/ 523246 h 1908017"/>
              <a:gd name="connsiteX7-845" fmla="*/ 1239101 w 1458575"/>
              <a:gd name="connsiteY7-846" fmla="*/ 131808 h 1908017"/>
              <a:gd name="connsiteX8-847" fmla="*/ 761660 w 1458575"/>
              <a:gd name="connsiteY8-848" fmla="*/ 32194 h 1908017"/>
              <a:gd name="connsiteX9-849" fmla="*/ 284962 w 1458575"/>
              <a:gd name="connsiteY9-850" fmla="*/ 616342 h 1908017"/>
              <a:gd name="connsiteX0-851" fmla="*/ 343858 w 1519131"/>
              <a:gd name="connsiteY0-852" fmla="*/ 616342 h 1885036"/>
              <a:gd name="connsiteX1-853" fmla="*/ 71474 w 1519131"/>
              <a:gd name="connsiteY1-854" fmla="*/ 993617 h 1885036"/>
              <a:gd name="connsiteX2-855" fmla="*/ 115432 w 1519131"/>
              <a:gd name="connsiteY2-856" fmla="*/ 1704358 h 1885036"/>
              <a:gd name="connsiteX3-857" fmla="*/ 1302607 w 1519131"/>
              <a:gd name="connsiteY3-858" fmla="*/ 1851627 h 1885036"/>
              <a:gd name="connsiteX4-859" fmla="*/ 1514186 w 1519131"/>
              <a:gd name="connsiteY4-860" fmla="*/ 1190207 h 1885036"/>
              <a:gd name="connsiteX5-861" fmla="*/ 1231629 w 1519131"/>
              <a:gd name="connsiteY5-862" fmla="*/ 930051 h 1885036"/>
              <a:gd name="connsiteX6-863" fmla="*/ 1509771 w 1519131"/>
              <a:gd name="connsiteY6-864" fmla="*/ 523246 h 1885036"/>
              <a:gd name="connsiteX7-865" fmla="*/ 1297997 w 1519131"/>
              <a:gd name="connsiteY7-866" fmla="*/ 131808 h 1885036"/>
              <a:gd name="connsiteX8-867" fmla="*/ 820556 w 1519131"/>
              <a:gd name="connsiteY8-868" fmla="*/ 32194 h 1885036"/>
              <a:gd name="connsiteX9-869" fmla="*/ 343858 w 1519131"/>
              <a:gd name="connsiteY9-870" fmla="*/ 616342 h 1885036"/>
              <a:gd name="connsiteX0-871" fmla="*/ 343858 w 1549812"/>
              <a:gd name="connsiteY0-872" fmla="*/ 616342 h 1800235"/>
              <a:gd name="connsiteX1-873" fmla="*/ 71474 w 1549812"/>
              <a:gd name="connsiteY1-874" fmla="*/ 993617 h 1800235"/>
              <a:gd name="connsiteX2-875" fmla="*/ 115432 w 1549812"/>
              <a:gd name="connsiteY2-876" fmla="*/ 1704358 h 1800235"/>
              <a:gd name="connsiteX3-877" fmla="*/ 1389496 w 1549812"/>
              <a:gd name="connsiteY3-878" fmla="*/ 1724347 h 1800235"/>
              <a:gd name="connsiteX4-879" fmla="*/ 1514186 w 1549812"/>
              <a:gd name="connsiteY4-880" fmla="*/ 1190207 h 1800235"/>
              <a:gd name="connsiteX5-881" fmla="*/ 1231629 w 1549812"/>
              <a:gd name="connsiteY5-882" fmla="*/ 930051 h 1800235"/>
              <a:gd name="connsiteX6-883" fmla="*/ 1509771 w 1549812"/>
              <a:gd name="connsiteY6-884" fmla="*/ 523246 h 1800235"/>
              <a:gd name="connsiteX7-885" fmla="*/ 1297997 w 1549812"/>
              <a:gd name="connsiteY7-886" fmla="*/ 131808 h 1800235"/>
              <a:gd name="connsiteX8-887" fmla="*/ 820556 w 1549812"/>
              <a:gd name="connsiteY8-888" fmla="*/ 32194 h 1800235"/>
              <a:gd name="connsiteX9-889" fmla="*/ 343858 w 1549812"/>
              <a:gd name="connsiteY9-890" fmla="*/ 616342 h 1800235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  <a:cxn ang="0">
                <a:pos x="connsiteX7-15" y="connsiteY7-16"/>
              </a:cxn>
              <a:cxn ang="0">
                <a:pos x="connsiteX8-17" y="connsiteY8-18"/>
              </a:cxn>
              <a:cxn ang="0">
                <a:pos x="connsiteX9-235" y="connsiteY9-236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" name="Freeform 417"/>
          <p:cNvSpPr/>
          <p:nvPr/>
        </p:nvSpPr>
        <p:spPr bwMode="auto">
          <a:xfrm>
            <a:off x="7274076" y="1826035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70" name="AutoShape 420"/>
          <p:cNvSpPr>
            <a:spLocks noChangeArrowheads="1"/>
          </p:cNvSpPr>
          <p:nvPr/>
        </p:nvSpPr>
        <p:spPr bwMode="auto">
          <a:xfrm>
            <a:off x="7205350" y="3289251"/>
            <a:ext cx="1458912" cy="317850"/>
          </a:xfrm>
          <a:prstGeom prst="triangle">
            <a:avLst>
              <a:gd name="adj" fmla="val 50000"/>
            </a:avLst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CCFF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1" name="Freeform 427"/>
          <p:cNvSpPr/>
          <p:nvPr/>
        </p:nvSpPr>
        <p:spPr bwMode="auto">
          <a:xfrm>
            <a:off x="7712401" y="4683134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6" name="Text Box 580"/>
          <p:cNvSpPr txBox="1">
            <a:spLocks noChangeArrowheads="1"/>
          </p:cNvSpPr>
          <p:nvPr/>
        </p:nvSpPr>
        <p:spPr bwMode="auto">
          <a:xfrm>
            <a:off x="7679274" y="1488461"/>
            <a:ext cx="13394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移动网络</a:t>
            </a:r>
            <a:endParaRPr kumimoji="0" lang="en-US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69" name="Text Box 580"/>
          <p:cNvSpPr txBox="1">
            <a:spLocks noChangeArrowheads="1"/>
          </p:cNvSpPr>
          <p:nvPr/>
        </p:nvSpPr>
        <p:spPr bwMode="auto">
          <a:xfrm>
            <a:off x="7330835" y="4191922"/>
            <a:ext cx="1955646" cy="268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家庭网络</a:t>
            </a:r>
            <a:endParaRPr kumimoji="0" lang="en-US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70" name="Text Box 580"/>
          <p:cNvSpPr txBox="1">
            <a:spLocks noChangeArrowheads="1"/>
          </p:cNvSpPr>
          <p:nvPr/>
        </p:nvSpPr>
        <p:spPr bwMode="auto">
          <a:xfrm>
            <a:off x="7306908" y="5779775"/>
            <a:ext cx="1195135" cy="44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企业</a:t>
            </a:r>
            <a:endParaRPr kumimoji="0" lang="en-US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 pitchFamily="34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          网络</a:t>
            </a:r>
            <a:endParaRPr kumimoji="0" lang="en-US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372" name="Freeform 371"/>
          <p:cNvSpPr/>
          <p:nvPr/>
        </p:nvSpPr>
        <p:spPr>
          <a:xfrm>
            <a:off x="10222146" y="3179540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-1" fmla="*/ 434989 w 1537226"/>
              <a:gd name="connsiteY0-2" fmla="*/ 253346 h 1763594"/>
              <a:gd name="connsiteX1-3" fmla="*/ 488 w 1537226"/>
              <a:gd name="connsiteY1-4" fmla="*/ 921706 h 1763594"/>
              <a:gd name="connsiteX2-5" fmla="*/ 368142 w 1537226"/>
              <a:gd name="connsiteY2-6" fmla="*/ 1489812 h 1763594"/>
              <a:gd name="connsiteX3-7" fmla="*/ 1187008 w 1537226"/>
              <a:gd name="connsiteY3-8" fmla="*/ 1757156 h 1763594"/>
              <a:gd name="connsiteX4-9" fmla="*/ 1521239 w 1537226"/>
              <a:gd name="connsiteY4-10" fmla="*/ 1239177 h 1763594"/>
              <a:gd name="connsiteX5-11" fmla="*/ 1468998 w 1537226"/>
              <a:gd name="connsiteY5-12" fmla="*/ 654362 h 1763594"/>
              <a:gd name="connsiteX6-13" fmla="*/ 1337412 w 1537226"/>
              <a:gd name="connsiteY6-14" fmla="*/ 136383 h 1763594"/>
              <a:gd name="connsiteX7-15" fmla="*/ 1086739 w 1537226"/>
              <a:gd name="connsiteY7-16" fmla="*/ 2711 h 1763594"/>
              <a:gd name="connsiteX8-17" fmla="*/ 434989 w 1537226"/>
              <a:gd name="connsiteY8-18" fmla="*/ 253346 h 1763594"/>
              <a:gd name="connsiteX0-19" fmla="*/ 434989 w 1537226"/>
              <a:gd name="connsiteY0-20" fmla="*/ 253346 h 1763594"/>
              <a:gd name="connsiteX1-21" fmla="*/ 488 w 1537226"/>
              <a:gd name="connsiteY1-22" fmla="*/ 921706 h 1763594"/>
              <a:gd name="connsiteX2-23" fmla="*/ 368142 w 1537226"/>
              <a:gd name="connsiteY2-24" fmla="*/ 1489812 h 1763594"/>
              <a:gd name="connsiteX3-25" fmla="*/ 1187008 w 1537226"/>
              <a:gd name="connsiteY3-26" fmla="*/ 1757156 h 1763594"/>
              <a:gd name="connsiteX4-27" fmla="*/ 1521239 w 1537226"/>
              <a:gd name="connsiteY4-28" fmla="*/ 1239177 h 1763594"/>
              <a:gd name="connsiteX5-29" fmla="*/ 1468998 w 1537226"/>
              <a:gd name="connsiteY5-30" fmla="*/ 654362 h 1763594"/>
              <a:gd name="connsiteX6-31" fmla="*/ 1337412 w 1537226"/>
              <a:gd name="connsiteY6-32" fmla="*/ 136383 h 1763594"/>
              <a:gd name="connsiteX7-33" fmla="*/ 839572 w 1537226"/>
              <a:gd name="connsiteY7-34" fmla="*/ 2711 h 1763594"/>
              <a:gd name="connsiteX8-35" fmla="*/ 434989 w 1537226"/>
              <a:gd name="connsiteY8-36" fmla="*/ 253346 h 1763594"/>
              <a:gd name="connsiteX0-37" fmla="*/ 360357 w 1536743"/>
              <a:gd name="connsiteY0-38" fmla="*/ 534641 h 1782088"/>
              <a:gd name="connsiteX1-39" fmla="*/ 5 w 1536743"/>
              <a:gd name="connsiteY1-40" fmla="*/ 940200 h 1782088"/>
              <a:gd name="connsiteX2-41" fmla="*/ 367659 w 1536743"/>
              <a:gd name="connsiteY2-42" fmla="*/ 1508306 h 1782088"/>
              <a:gd name="connsiteX3-43" fmla="*/ 1186525 w 1536743"/>
              <a:gd name="connsiteY3-44" fmla="*/ 1775650 h 1782088"/>
              <a:gd name="connsiteX4-45" fmla="*/ 1520756 w 1536743"/>
              <a:gd name="connsiteY4-46" fmla="*/ 1257671 h 1782088"/>
              <a:gd name="connsiteX5-47" fmla="*/ 1468515 w 1536743"/>
              <a:gd name="connsiteY5-48" fmla="*/ 672856 h 1782088"/>
              <a:gd name="connsiteX6-49" fmla="*/ 1336929 w 1536743"/>
              <a:gd name="connsiteY6-50" fmla="*/ 154877 h 1782088"/>
              <a:gd name="connsiteX7-51" fmla="*/ 839089 w 1536743"/>
              <a:gd name="connsiteY7-52" fmla="*/ 21205 h 1782088"/>
              <a:gd name="connsiteX8-53" fmla="*/ 360357 w 1536743"/>
              <a:gd name="connsiteY8-54" fmla="*/ 534641 h 1782088"/>
              <a:gd name="connsiteX0-55" fmla="*/ 360355 w 1536741"/>
              <a:gd name="connsiteY0-56" fmla="*/ 534641 h 1782088"/>
              <a:gd name="connsiteX1-57" fmla="*/ 3 w 1536741"/>
              <a:gd name="connsiteY1-58" fmla="*/ 940200 h 1782088"/>
              <a:gd name="connsiteX2-59" fmla="*/ 367657 w 1536741"/>
              <a:gd name="connsiteY2-60" fmla="*/ 1508306 h 1782088"/>
              <a:gd name="connsiteX3-61" fmla="*/ 1186523 w 1536741"/>
              <a:gd name="connsiteY3-62" fmla="*/ 1775650 h 1782088"/>
              <a:gd name="connsiteX4-63" fmla="*/ 1520754 w 1536741"/>
              <a:gd name="connsiteY4-64" fmla="*/ 1257671 h 1782088"/>
              <a:gd name="connsiteX5-65" fmla="*/ 1468513 w 1536741"/>
              <a:gd name="connsiteY5-66" fmla="*/ 672856 h 1782088"/>
              <a:gd name="connsiteX6-67" fmla="*/ 1336927 w 1536741"/>
              <a:gd name="connsiteY6-68" fmla="*/ 154877 h 1782088"/>
              <a:gd name="connsiteX7-69" fmla="*/ 839087 w 1536741"/>
              <a:gd name="connsiteY7-70" fmla="*/ 21205 h 1782088"/>
              <a:gd name="connsiteX8-71" fmla="*/ 360355 w 1536741"/>
              <a:gd name="connsiteY8-72" fmla="*/ 534641 h 1782088"/>
              <a:gd name="connsiteX0-73" fmla="*/ 360355 w 1534770"/>
              <a:gd name="connsiteY0-74" fmla="*/ 553225 h 1800672"/>
              <a:gd name="connsiteX1-75" fmla="*/ 3 w 1534770"/>
              <a:gd name="connsiteY1-76" fmla="*/ 958784 h 1800672"/>
              <a:gd name="connsiteX2-77" fmla="*/ 367657 w 1534770"/>
              <a:gd name="connsiteY2-78" fmla="*/ 1526890 h 1800672"/>
              <a:gd name="connsiteX3-79" fmla="*/ 1186523 w 1534770"/>
              <a:gd name="connsiteY3-80" fmla="*/ 1794234 h 1800672"/>
              <a:gd name="connsiteX4-81" fmla="*/ 1520754 w 1534770"/>
              <a:gd name="connsiteY4-82" fmla="*/ 1276255 h 1800672"/>
              <a:gd name="connsiteX5-83" fmla="*/ 1468513 w 1534770"/>
              <a:gd name="connsiteY5-84" fmla="*/ 691440 h 1800672"/>
              <a:gd name="connsiteX6-85" fmla="*/ 1435794 w 1534770"/>
              <a:gd name="connsiteY6-86" fmla="*/ 107761 h 1800672"/>
              <a:gd name="connsiteX7-87" fmla="*/ 839087 w 1534770"/>
              <a:gd name="connsiteY7-88" fmla="*/ 39789 h 1800672"/>
              <a:gd name="connsiteX8-89" fmla="*/ 360355 w 1534770"/>
              <a:gd name="connsiteY8-90" fmla="*/ 553225 h 1800672"/>
              <a:gd name="connsiteX0-91" fmla="*/ 360355 w 1580585"/>
              <a:gd name="connsiteY0-92" fmla="*/ 553225 h 1880420"/>
              <a:gd name="connsiteX1-93" fmla="*/ 3 w 1580585"/>
              <a:gd name="connsiteY1-94" fmla="*/ 958784 h 1880420"/>
              <a:gd name="connsiteX2-95" fmla="*/ 367657 w 1580585"/>
              <a:gd name="connsiteY2-96" fmla="*/ 1526890 h 1880420"/>
              <a:gd name="connsiteX3-97" fmla="*/ 1186523 w 1580585"/>
              <a:gd name="connsiteY3-98" fmla="*/ 1794234 h 1880420"/>
              <a:gd name="connsiteX4-99" fmla="*/ 1570188 w 1580585"/>
              <a:gd name="connsiteY4-100" fmla="*/ 1785433 h 1880420"/>
              <a:gd name="connsiteX5-101" fmla="*/ 1468513 w 1580585"/>
              <a:gd name="connsiteY5-102" fmla="*/ 691440 h 1880420"/>
              <a:gd name="connsiteX6-103" fmla="*/ 1435794 w 1580585"/>
              <a:gd name="connsiteY6-104" fmla="*/ 107761 h 1880420"/>
              <a:gd name="connsiteX7-105" fmla="*/ 839087 w 1580585"/>
              <a:gd name="connsiteY7-106" fmla="*/ 39789 h 1880420"/>
              <a:gd name="connsiteX8-107" fmla="*/ 360355 w 1580585"/>
              <a:gd name="connsiteY8-108" fmla="*/ 553225 h 1880420"/>
              <a:gd name="connsiteX0-109" fmla="*/ 316588 w 1580732"/>
              <a:gd name="connsiteY0-110" fmla="*/ 359285 h 1867156"/>
              <a:gd name="connsiteX1-111" fmla="*/ 150 w 1580732"/>
              <a:gd name="connsiteY1-112" fmla="*/ 945520 h 1867156"/>
              <a:gd name="connsiteX2-113" fmla="*/ 367804 w 1580732"/>
              <a:gd name="connsiteY2-114" fmla="*/ 1513626 h 1867156"/>
              <a:gd name="connsiteX3-115" fmla="*/ 1186670 w 1580732"/>
              <a:gd name="connsiteY3-116" fmla="*/ 1780970 h 1867156"/>
              <a:gd name="connsiteX4-117" fmla="*/ 1570335 w 1580732"/>
              <a:gd name="connsiteY4-118" fmla="*/ 1772169 h 1867156"/>
              <a:gd name="connsiteX5-119" fmla="*/ 1468660 w 1580732"/>
              <a:gd name="connsiteY5-120" fmla="*/ 678176 h 1867156"/>
              <a:gd name="connsiteX6-121" fmla="*/ 1435941 w 1580732"/>
              <a:gd name="connsiteY6-122" fmla="*/ 94497 h 1867156"/>
              <a:gd name="connsiteX7-123" fmla="*/ 839234 w 1580732"/>
              <a:gd name="connsiteY7-124" fmla="*/ 26525 h 1867156"/>
              <a:gd name="connsiteX8-125" fmla="*/ 316588 w 1580732"/>
              <a:gd name="connsiteY8-126" fmla="*/ 359285 h 1867156"/>
              <a:gd name="connsiteX0-127" fmla="*/ 163575 w 1427719"/>
              <a:gd name="connsiteY0-128" fmla="*/ 359285 h 1867156"/>
              <a:gd name="connsiteX1-129" fmla="*/ 836 w 1427719"/>
              <a:gd name="connsiteY1-130" fmla="*/ 1076921 h 1867156"/>
              <a:gd name="connsiteX2-131" fmla="*/ 214791 w 1427719"/>
              <a:gd name="connsiteY2-132" fmla="*/ 1513626 h 1867156"/>
              <a:gd name="connsiteX3-133" fmla="*/ 1033657 w 1427719"/>
              <a:gd name="connsiteY3-134" fmla="*/ 1780970 h 1867156"/>
              <a:gd name="connsiteX4-135" fmla="*/ 1417322 w 1427719"/>
              <a:gd name="connsiteY4-136" fmla="*/ 1772169 h 1867156"/>
              <a:gd name="connsiteX5-137" fmla="*/ 1315647 w 1427719"/>
              <a:gd name="connsiteY5-138" fmla="*/ 678176 h 1867156"/>
              <a:gd name="connsiteX6-139" fmla="*/ 1282928 w 1427719"/>
              <a:gd name="connsiteY6-140" fmla="*/ 94497 h 1867156"/>
              <a:gd name="connsiteX7-141" fmla="*/ 686221 w 1427719"/>
              <a:gd name="connsiteY7-142" fmla="*/ 26525 h 1867156"/>
              <a:gd name="connsiteX8-143" fmla="*/ 163575 w 1427719"/>
              <a:gd name="connsiteY8-144" fmla="*/ 359285 h 1867156"/>
              <a:gd name="connsiteX0-145" fmla="*/ 163575 w 1426632"/>
              <a:gd name="connsiteY0-146" fmla="*/ 394322 h 1902193"/>
              <a:gd name="connsiteX1-147" fmla="*/ 836 w 1426632"/>
              <a:gd name="connsiteY1-148" fmla="*/ 1111958 h 1902193"/>
              <a:gd name="connsiteX2-149" fmla="*/ 214791 w 1426632"/>
              <a:gd name="connsiteY2-150" fmla="*/ 1548663 h 1902193"/>
              <a:gd name="connsiteX3-151" fmla="*/ 1033657 w 1426632"/>
              <a:gd name="connsiteY3-152" fmla="*/ 1816007 h 1902193"/>
              <a:gd name="connsiteX4-153" fmla="*/ 1417322 w 1426632"/>
              <a:gd name="connsiteY4-154" fmla="*/ 1807206 h 1902193"/>
              <a:gd name="connsiteX5-155" fmla="*/ 1315647 w 1426632"/>
              <a:gd name="connsiteY5-156" fmla="*/ 713213 h 1902193"/>
              <a:gd name="connsiteX6-157" fmla="*/ 1401843 w 1426632"/>
              <a:gd name="connsiteY6-158" fmla="*/ 63834 h 1902193"/>
              <a:gd name="connsiteX7-159" fmla="*/ 686221 w 1426632"/>
              <a:gd name="connsiteY7-160" fmla="*/ 61562 h 1902193"/>
              <a:gd name="connsiteX8-161" fmla="*/ 163575 w 1426632"/>
              <a:gd name="connsiteY8-162" fmla="*/ 394322 h 1902193"/>
              <a:gd name="connsiteX0-163" fmla="*/ 163575 w 1435249"/>
              <a:gd name="connsiteY0-164" fmla="*/ 394322 h 1885560"/>
              <a:gd name="connsiteX1-165" fmla="*/ 836 w 1435249"/>
              <a:gd name="connsiteY1-166" fmla="*/ 1111958 h 1885560"/>
              <a:gd name="connsiteX2-167" fmla="*/ 214791 w 1435249"/>
              <a:gd name="connsiteY2-168" fmla="*/ 1548663 h 1885560"/>
              <a:gd name="connsiteX3-169" fmla="*/ 1033657 w 1435249"/>
              <a:gd name="connsiteY3-170" fmla="*/ 1816007 h 1885560"/>
              <a:gd name="connsiteX4-171" fmla="*/ 1417322 w 1435249"/>
              <a:gd name="connsiteY4-172" fmla="*/ 1807206 h 1885560"/>
              <a:gd name="connsiteX5-173" fmla="*/ 1375103 w 1435249"/>
              <a:gd name="connsiteY5-174" fmla="*/ 943164 h 1885560"/>
              <a:gd name="connsiteX6-175" fmla="*/ 1401843 w 1435249"/>
              <a:gd name="connsiteY6-176" fmla="*/ 63834 h 1885560"/>
              <a:gd name="connsiteX7-177" fmla="*/ 686221 w 1435249"/>
              <a:gd name="connsiteY7-178" fmla="*/ 61562 h 1885560"/>
              <a:gd name="connsiteX8-179" fmla="*/ 163575 w 1435249"/>
              <a:gd name="connsiteY8-180" fmla="*/ 394322 h 1885560"/>
              <a:gd name="connsiteX0-181" fmla="*/ 128947 w 1438213"/>
              <a:gd name="connsiteY0-182" fmla="*/ 345176 h 1883146"/>
              <a:gd name="connsiteX1-183" fmla="*/ 3802 w 1438213"/>
              <a:gd name="connsiteY1-184" fmla="*/ 1109544 h 1883146"/>
              <a:gd name="connsiteX2-185" fmla="*/ 217757 w 1438213"/>
              <a:gd name="connsiteY2-186" fmla="*/ 1546249 h 1883146"/>
              <a:gd name="connsiteX3-187" fmla="*/ 1036623 w 1438213"/>
              <a:gd name="connsiteY3-188" fmla="*/ 1813593 h 1883146"/>
              <a:gd name="connsiteX4-189" fmla="*/ 1420288 w 1438213"/>
              <a:gd name="connsiteY4-190" fmla="*/ 1804792 h 1883146"/>
              <a:gd name="connsiteX5-191" fmla="*/ 1378069 w 1438213"/>
              <a:gd name="connsiteY5-192" fmla="*/ 940750 h 1883146"/>
              <a:gd name="connsiteX6-193" fmla="*/ 1404809 w 1438213"/>
              <a:gd name="connsiteY6-194" fmla="*/ 61420 h 1883146"/>
              <a:gd name="connsiteX7-195" fmla="*/ 689187 w 1438213"/>
              <a:gd name="connsiteY7-196" fmla="*/ 59148 h 1883146"/>
              <a:gd name="connsiteX8-197" fmla="*/ 128947 w 1438213"/>
              <a:gd name="connsiteY8-198" fmla="*/ 345176 h 1883146"/>
              <a:gd name="connsiteX0-199" fmla="*/ 126587 w 1435854"/>
              <a:gd name="connsiteY0-200" fmla="*/ 353278 h 1891248"/>
              <a:gd name="connsiteX1-201" fmla="*/ 1442 w 1435854"/>
              <a:gd name="connsiteY1-202" fmla="*/ 1117646 h 1891248"/>
              <a:gd name="connsiteX2-203" fmla="*/ 215397 w 1435854"/>
              <a:gd name="connsiteY2-204" fmla="*/ 1554351 h 1891248"/>
              <a:gd name="connsiteX3-205" fmla="*/ 1034263 w 1435854"/>
              <a:gd name="connsiteY3-206" fmla="*/ 1821695 h 1891248"/>
              <a:gd name="connsiteX4-207" fmla="*/ 1417928 w 1435854"/>
              <a:gd name="connsiteY4-208" fmla="*/ 1812894 h 1891248"/>
              <a:gd name="connsiteX5-209" fmla="*/ 1375709 w 1435854"/>
              <a:gd name="connsiteY5-210" fmla="*/ 948852 h 1891248"/>
              <a:gd name="connsiteX6-211" fmla="*/ 1402449 w 1435854"/>
              <a:gd name="connsiteY6-212" fmla="*/ 69522 h 1891248"/>
              <a:gd name="connsiteX7-213" fmla="*/ 221605 w 1435854"/>
              <a:gd name="connsiteY7-214" fmla="*/ 47778 h 1891248"/>
              <a:gd name="connsiteX8-215" fmla="*/ 126587 w 1435854"/>
              <a:gd name="connsiteY8-216" fmla="*/ 353278 h 1891248"/>
              <a:gd name="connsiteX0-217" fmla="*/ 35803 w 1453152"/>
              <a:gd name="connsiteY0-218" fmla="*/ 439993 h 1896181"/>
              <a:gd name="connsiteX1-219" fmla="*/ 18740 w 1453152"/>
              <a:gd name="connsiteY1-220" fmla="*/ 1122579 h 1896181"/>
              <a:gd name="connsiteX2-221" fmla="*/ 232695 w 1453152"/>
              <a:gd name="connsiteY2-222" fmla="*/ 1559284 h 1896181"/>
              <a:gd name="connsiteX3-223" fmla="*/ 1051561 w 1453152"/>
              <a:gd name="connsiteY3-224" fmla="*/ 1826628 h 1896181"/>
              <a:gd name="connsiteX4-225" fmla="*/ 1435226 w 1453152"/>
              <a:gd name="connsiteY4-226" fmla="*/ 1817827 h 1896181"/>
              <a:gd name="connsiteX5-227" fmla="*/ 1393007 w 1453152"/>
              <a:gd name="connsiteY5-228" fmla="*/ 953785 h 1896181"/>
              <a:gd name="connsiteX6-229" fmla="*/ 1419747 w 1453152"/>
              <a:gd name="connsiteY6-230" fmla="*/ 74455 h 1896181"/>
              <a:gd name="connsiteX7-231" fmla="*/ 238903 w 1453152"/>
              <a:gd name="connsiteY7-232" fmla="*/ 52711 h 1896181"/>
              <a:gd name="connsiteX8-233" fmla="*/ 35803 w 1453152"/>
              <a:gd name="connsiteY8-234" fmla="*/ 439993 h 1896181"/>
              <a:gd name="connsiteX0-235" fmla="*/ 35803 w 1447873"/>
              <a:gd name="connsiteY0-236" fmla="*/ 439993 h 1952840"/>
              <a:gd name="connsiteX1-237" fmla="*/ 18740 w 1447873"/>
              <a:gd name="connsiteY1-238" fmla="*/ 1122579 h 1952840"/>
              <a:gd name="connsiteX2-239" fmla="*/ 232695 w 1447873"/>
              <a:gd name="connsiteY2-240" fmla="*/ 1559284 h 1952840"/>
              <a:gd name="connsiteX3-241" fmla="*/ 1130848 w 1447873"/>
              <a:gd name="connsiteY3-242" fmla="*/ 1925181 h 1952840"/>
              <a:gd name="connsiteX4-243" fmla="*/ 1435226 w 1447873"/>
              <a:gd name="connsiteY4-244" fmla="*/ 1817827 h 1952840"/>
              <a:gd name="connsiteX5-245" fmla="*/ 1393007 w 1447873"/>
              <a:gd name="connsiteY5-246" fmla="*/ 953785 h 1952840"/>
              <a:gd name="connsiteX6-247" fmla="*/ 1419747 w 1447873"/>
              <a:gd name="connsiteY6-248" fmla="*/ 74455 h 1952840"/>
              <a:gd name="connsiteX7-249" fmla="*/ 238903 w 1447873"/>
              <a:gd name="connsiteY7-250" fmla="*/ 52711 h 1952840"/>
              <a:gd name="connsiteX8-251" fmla="*/ 35803 w 1447873"/>
              <a:gd name="connsiteY8-252" fmla="*/ 439993 h 1952840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  <a:cxn ang="0">
                <a:pos x="connsiteX7-15" y="connsiteY7-16"/>
              </a:cxn>
              <a:cxn ang="0">
                <a:pos x="connsiteX8-17" y="connsiteY8-1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9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374" name="Group 373"/>
          <p:cNvGrpSpPr/>
          <p:nvPr/>
        </p:nvGrpSpPr>
        <p:grpSpPr>
          <a:xfrm>
            <a:off x="10837700" y="3928050"/>
            <a:ext cx="687393" cy="721548"/>
            <a:chOff x="5203089" y="1751190"/>
            <a:chExt cx="858331" cy="662414"/>
          </a:xfrm>
        </p:grpSpPr>
        <p:sp>
          <p:nvSpPr>
            <p:cNvPr id="382" name="Freeform 381"/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-1" fmla="*/ 3618 w 651290"/>
                <a:gd name="connsiteY0-2" fmla="*/ 593378 h 593378"/>
                <a:gd name="connsiteX1-3" fmla="*/ 0 w 651290"/>
                <a:gd name="connsiteY1-4" fmla="*/ 242416 h 593378"/>
                <a:gd name="connsiteX2-5" fmla="*/ 423338 w 651290"/>
                <a:gd name="connsiteY2-6" fmla="*/ 101308 h 593378"/>
                <a:gd name="connsiteX3-7" fmla="*/ 647672 w 651290"/>
                <a:gd name="connsiteY3-8" fmla="*/ 0 h 593378"/>
                <a:gd name="connsiteX4-9" fmla="*/ 651290 w 651290"/>
                <a:gd name="connsiteY4-10" fmla="*/ 593378 h 593378"/>
                <a:gd name="connsiteX5-11" fmla="*/ 3618 w 651290"/>
                <a:gd name="connsiteY5-12" fmla="*/ 593378 h 593378"/>
                <a:gd name="connsiteX0-13" fmla="*/ 3618 w 651290"/>
                <a:gd name="connsiteY0-14" fmla="*/ 662124 h 662124"/>
                <a:gd name="connsiteX1-15" fmla="*/ 0 w 651290"/>
                <a:gd name="connsiteY1-16" fmla="*/ 311162 h 662124"/>
                <a:gd name="connsiteX2-17" fmla="*/ 376300 w 651290"/>
                <a:gd name="connsiteY2-18" fmla="*/ 0 h 662124"/>
                <a:gd name="connsiteX3-19" fmla="*/ 647672 w 651290"/>
                <a:gd name="connsiteY3-20" fmla="*/ 68746 h 662124"/>
                <a:gd name="connsiteX4-21" fmla="*/ 651290 w 651290"/>
                <a:gd name="connsiteY4-22" fmla="*/ 662124 h 662124"/>
                <a:gd name="connsiteX5-23" fmla="*/ 3618 w 651290"/>
                <a:gd name="connsiteY5-24" fmla="*/ 662124 h 662124"/>
                <a:gd name="connsiteX0-25" fmla="*/ 0 w 647672"/>
                <a:gd name="connsiteY0-26" fmla="*/ 662124 h 662124"/>
                <a:gd name="connsiteX1-27" fmla="*/ 123021 w 647672"/>
                <a:gd name="connsiteY1-28" fmla="*/ 83217 h 662124"/>
                <a:gd name="connsiteX2-29" fmla="*/ 372682 w 647672"/>
                <a:gd name="connsiteY2-30" fmla="*/ 0 h 662124"/>
                <a:gd name="connsiteX3-31" fmla="*/ 644054 w 647672"/>
                <a:gd name="connsiteY3-32" fmla="*/ 68746 h 662124"/>
                <a:gd name="connsiteX4-33" fmla="*/ 647672 w 647672"/>
                <a:gd name="connsiteY4-34" fmla="*/ 662124 h 662124"/>
                <a:gd name="connsiteX5-35" fmla="*/ 0 w 647672"/>
                <a:gd name="connsiteY5-36" fmla="*/ 662124 h 662124"/>
                <a:gd name="connsiteX0-37" fmla="*/ 7238 w 524651"/>
                <a:gd name="connsiteY0-38" fmla="*/ 669360 h 669360"/>
                <a:gd name="connsiteX1-39" fmla="*/ 0 w 524651"/>
                <a:gd name="connsiteY1-40" fmla="*/ 83217 h 669360"/>
                <a:gd name="connsiteX2-41" fmla="*/ 249661 w 524651"/>
                <a:gd name="connsiteY2-42" fmla="*/ 0 h 669360"/>
                <a:gd name="connsiteX3-43" fmla="*/ 521033 w 524651"/>
                <a:gd name="connsiteY3-44" fmla="*/ 68746 h 669360"/>
                <a:gd name="connsiteX4-45" fmla="*/ 524651 w 524651"/>
                <a:gd name="connsiteY4-46" fmla="*/ 662124 h 669360"/>
                <a:gd name="connsiteX5-47" fmla="*/ 7238 w 524651"/>
                <a:gd name="connsiteY5-48" fmla="*/ 669360 h 669360"/>
                <a:gd name="connsiteX0-49" fmla="*/ 438 w 528706"/>
                <a:gd name="connsiteY0-50" fmla="*/ 665742 h 665742"/>
                <a:gd name="connsiteX1-51" fmla="*/ 4055 w 528706"/>
                <a:gd name="connsiteY1-52" fmla="*/ 83217 h 665742"/>
                <a:gd name="connsiteX2-53" fmla="*/ 253716 w 528706"/>
                <a:gd name="connsiteY2-54" fmla="*/ 0 h 665742"/>
                <a:gd name="connsiteX3-55" fmla="*/ 525088 w 528706"/>
                <a:gd name="connsiteY3-56" fmla="*/ 68746 h 665742"/>
                <a:gd name="connsiteX4-57" fmla="*/ 528706 w 528706"/>
                <a:gd name="connsiteY4-58" fmla="*/ 662124 h 665742"/>
                <a:gd name="connsiteX5-59" fmla="*/ 438 w 528706"/>
                <a:gd name="connsiteY5-60" fmla="*/ 665742 h 665742"/>
                <a:gd name="connsiteX0-61" fmla="*/ 155 w 546514"/>
                <a:gd name="connsiteY0-62" fmla="*/ 662124 h 662124"/>
                <a:gd name="connsiteX1-63" fmla="*/ 21863 w 546514"/>
                <a:gd name="connsiteY1-64" fmla="*/ 83217 h 662124"/>
                <a:gd name="connsiteX2-65" fmla="*/ 271524 w 546514"/>
                <a:gd name="connsiteY2-66" fmla="*/ 0 h 662124"/>
                <a:gd name="connsiteX3-67" fmla="*/ 542896 w 546514"/>
                <a:gd name="connsiteY3-68" fmla="*/ 68746 h 662124"/>
                <a:gd name="connsiteX4-69" fmla="*/ 546514 w 546514"/>
                <a:gd name="connsiteY4-70" fmla="*/ 662124 h 662124"/>
                <a:gd name="connsiteX5-71" fmla="*/ 155 w 546514"/>
                <a:gd name="connsiteY5-72" fmla="*/ 662124 h 662124"/>
                <a:gd name="connsiteX0-73" fmla="*/ 10856 w 524651"/>
                <a:gd name="connsiteY0-74" fmla="*/ 658506 h 662124"/>
                <a:gd name="connsiteX1-75" fmla="*/ 0 w 524651"/>
                <a:gd name="connsiteY1-76" fmla="*/ 83217 h 662124"/>
                <a:gd name="connsiteX2-77" fmla="*/ 249661 w 524651"/>
                <a:gd name="connsiteY2-78" fmla="*/ 0 h 662124"/>
                <a:gd name="connsiteX3-79" fmla="*/ 521033 w 524651"/>
                <a:gd name="connsiteY3-80" fmla="*/ 68746 h 662124"/>
                <a:gd name="connsiteX4-81" fmla="*/ 524651 w 524651"/>
                <a:gd name="connsiteY4-82" fmla="*/ 662124 h 662124"/>
                <a:gd name="connsiteX5-83" fmla="*/ 10856 w 524651"/>
                <a:gd name="connsiteY5-84" fmla="*/ 658506 h 66212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3" name="Freeform 382"/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384" name="Straight Connector 383"/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Straight Connector 384"/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Straight Connector 385"/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Straight Connector 386"/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Straight Connector 387"/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Straight Connector 388"/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1" name="Group 390"/>
          <p:cNvGrpSpPr/>
          <p:nvPr/>
        </p:nvGrpSpPr>
        <p:grpSpPr>
          <a:xfrm>
            <a:off x="10771171" y="3194171"/>
            <a:ext cx="594613" cy="648336"/>
            <a:chOff x="5203089" y="1751190"/>
            <a:chExt cx="858331" cy="662414"/>
          </a:xfrm>
        </p:grpSpPr>
        <p:sp>
          <p:nvSpPr>
            <p:cNvPr id="399" name="Freeform 398"/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-1" fmla="*/ 3618 w 651290"/>
                <a:gd name="connsiteY0-2" fmla="*/ 593378 h 593378"/>
                <a:gd name="connsiteX1-3" fmla="*/ 0 w 651290"/>
                <a:gd name="connsiteY1-4" fmla="*/ 242416 h 593378"/>
                <a:gd name="connsiteX2-5" fmla="*/ 423338 w 651290"/>
                <a:gd name="connsiteY2-6" fmla="*/ 101308 h 593378"/>
                <a:gd name="connsiteX3-7" fmla="*/ 647672 w 651290"/>
                <a:gd name="connsiteY3-8" fmla="*/ 0 h 593378"/>
                <a:gd name="connsiteX4-9" fmla="*/ 651290 w 651290"/>
                <a:gd name="connsiteY4-10" fmla="*/ 593378 h 593378"/>
                <a:gd name="connsiteX5-11" fmla="*/ 3618 w 651290"/>
                <a:gd name="connsiteY5-12" fmla="*/ 593378 h 593378"/>
                <a:gd name="connsiteX0-13" fmla="*/ 3618 w 651290"/>
                <a:gd name="connsiteY0-14" fmla="*/ 662124 h 662124"/>
                <a:gd name="connsiteX1-15" fmla="*/ 0 w 651290"/>
                <a:gd name="connsiteY1-16" fmla="*/ 311162 h 662124"/>
                <a:gd name="connsiteX2-17" fmla="*/ 376300 w 651290"/>
                <a:gd name="connsiteY2-18" fmla="*/ 0 h 662124"/>
                <a:gd name="connsiteX3-19" fmla="*/ 647672 w 651290"/>
                <a:gd name="connsiteY3-20" fmla="*/ 68746 h 662124"/>
                <a:gd name="connsiteX4-21" fmla="*/ 651290 w 651290"/>
                <a:gd name="connsiteY4-22" fmla="*/ 662124 h 662124"/>
                <a:gd name="connsiteX5-23" fmla="*/ 3618 w 651290"/>
                <a:gd name="connsiteY5-24" fmla="*/ 662124 h 662124"/>
                <a:gd name="connsiteX0-25" fmla="*/ 0 w 647672"/>
                <a:gd name="connsiteY0-26" fmla="*/ 662124 h 662124"/>
                <a:gd name="connsiteX1-27" fmla="*/ 123021 w 647672"/>
                <a:gd name="connsiteY1-28" fmla="*/ 83217 h 662124"/>
                <a:gd name="connsiteX2-29" fmla="*/ 372682 w 647672"/>
                <a:gd name="connsiteY2-30" fmla="*/ 0 h 662124"/>
                <a:gd name="connsiteX3-31" fmla="*/ 644054 w 647672"/>
                <a:gd name="connsiteY3-32" fmla="*/ 68746 h 662124"/>
                <a:gd name="connsiteX4-33" fmla="*/ 647672 w 647672"/>
                <a:gd name="connsiteY4-34" fmla="*/ 662124 h 662124"/>
                <a:gd name="connsiteX5-35" fmla="*/ 0 w 647672"/>
                <a:gd name="connsiteY5-36" fmla="*/ 662124 h 662124"/>
                <a:gd name="connsiteX0-37" fmla="*/ 7238 w 524651"/>
                <a:gd name="connsiteY0-38" fmla="*/ 669360 h 669360"/>
                <a:gd name="connsiteX1-39" fmla="*/ 0 w 524651"/>
                <a:gd name="connsiteY1-40" fmla="*/ 83217 h 669360"/>
                <a:gd name="connsiteX2-41" fmla="*/ 249661 w 524651"/>
                <a:gd name="connsiteY2-42" fmla="*/ 0 h 669360"/>
                <a:gd name="connsiteX3-43" fmla="*/ 521033 w 524651"/>
                <a:gd name="connsiteY3-44" fmla="*/ 68746 h 669360"/>
                <a:gd name="connsiteX4-45" fmla="*/ 524651 w 524651"/>
                <a:gd name="connsiteY4-46" fmla="*/ 662124 h 669360"/>
                <a:gd name="connsiteX5-47" fmla="*/ 7238 w 524651"/>
                <a:gd name="connsiteY5-48" fmla="*/ 669360 h 669360"/>
                <a:gd name="connsiteX0-49" fmla="*/ 438 w 528706"/>
                <a:gd name="connsiteY0-50" fmla="*/ 665742 h 665742"/>
                <a:gd name="connsiteX1-51" fmla="*/ 4055 w 528706"/>
                <a:gd name="connsiteY1-52" fmla="*/ 83217 h 665742"/>
                <a:gd name="connsiteX2-53" fmla="*/ 253716 w 528706"/>
                <a:gd name="connsiteY2-54" fmla="*/ 0 h 665742"/>
                <a:gd name="connsiteX3-55" fmla="*/ 525088 w 528706"/>
                <a:gd name="connsiteY3-56" fmla="*/ 68746 h 665742"/>
                <a:gd name="connsiteX4-57" fmla="*/ 528706 w 528706"/>
                <a:gd name="connsiteY4-58" fmla="*/ 662124 h 665742"/>
                <a:gd name="connsiteX5-59" fmla="*/ 438 w 528706"/>
                <a:gd name="connsiteY5-60" fmla="*/ 665742 h 665742"/>
                <a:gd name="connsiteX0-61" fmla="*/ 155 w 546514"/>
                <a:gd name="connsiteY0-62" fmla="*/ 662124 h 662124"/>
                <a:gd name="connsiteX1-63" fmla="*/ 21863 w 546514"/>
                <a:gd name="connsiteY1-64" fmla="*/ 83217 h 662124"/>
                <a:gd name="connsiteX2-65" fmla="*/ 271524 w 546514"/>
                <a:gd name="connsiteY2-66" fmla="*/ 0 h 662124"/>
                <a:gd name="connsiteX3-67" fmla="*/ 542896 w 546514"/>
                <a:gd name="connsiteY3-68" fmla="*/ 68746 h 662124"/>
                <a:gd name="connsiteX4-69" fmla="*/ 546514 w 546514"/>
                <a:gd name="connsiteY4-70" fmla="*/ 662124 h 662124"/>
                <a:gd name="connsiteX5-71" fmla="*/ 155 w 546514"/>
                <a:gd name="connsiteY5-72" fmla="*/ 662124 h 662124"/>
                <a:gd name="connsiteX0-73" fmla="*/ 10856 w 524651"/>
                <a:gd name="connsiteY0-74" fmla="*/ 658506 h 662124"/>
                <a:gd name="connsiteX1-75" fmla="*/ 0 w 524651"/>
                <a:gd name="connsiteY1-76" fmla="*/ 83217 h 662124"/>
                <a:gd name="connsiteX2-77" fmla="*/ 249661 w 524651"/>
                <a:gd name="connsiteY2-78" fmla="*/ 0 h 662124"/>
                <a:gd name="connsiteX3-79" fmla="*/ 521033 w 524651"/>
                <a:gd name="connsiteY3-80" fmla="*/ 68746 h 662124"/>
                <a:gd name="connsiteX4-81" fmla="*/ 524651 w 524651"/>
                <a:gd name="connsiteY4-82" fmla="*/ 662124 h 662124"/>
                <a:gd name="connsiteX5-83" fmla="*/ 10856 w 524651"/>
                <a:gd name="connsiteY5-84" fmla="*/ 658506 h 66212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0" name="Freeform 399"/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401" name="Straight Connector 400"/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Straight Connector 401"/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Straight Connector 402"/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4" name="Straight Connector 403"/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Straight Connector 404"/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Straight Connector 405"/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62" name="Freeform 561"/>
          <p:cNvSpPr/>
          <p:nvPr/>
        </p:nvSpPr>
        <p:spPr>
          <a:xfrm>
            <a:off x="9540813" y="1782042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-1" fmla="*/ 434989 w 1537226"/>
              <a:gd name="connsiteY0-2" fmla="*/ 253346 h 1763594"/>
              <a:gd name="connsiteX1-3" fmla="*/ 488 w 1537226"/>
              <a:gd name="connsiteY1-4" fmla="*/ 921706 h 1763594"/>
              <a:gd name="connsiteX2-5" fmla="*/ 368142 w 1537226"/>
              <a:gd name="connsiteY2-6" fmla="*/ 1489812 h 1763594"/>
              <a:gd name="connsiteX3-7" fmla="*/ 1187008 w 1537226"/>
              <a:gd name="connsiteY3-8" fmla="*/ 1757156 h 1763594"/>
              <a:gd name="connsiteX4-9" fmla="*/ 1521239 w 1537226"/>
              <a:gd name="connsiteY4-10" fmla="*/ 1239177 h 1763594"/>
              <a:gd name="connsiteX5-11" fmla="*/ 1468998 w 1537226"/>
              <a:gd name="connsiteY5-12" fmla="*/ 654362 h 1763594"/>
              <a:gd name="connsiteX6-13" fmla="*/ 1337412 w 1537226"/>
              <a:gd name="connsiteY6-14" fmla="*/ 136383 h 1763594"/>
              <a:gd name="connsiteX7-15" fmla="*/ 1086739 w 1537226"/>
              <a:gd name="connsiteY7-16" fmla="*/ 2711 h 1763594"/>
              <a:gd name="connsiteX8-17" fmla="*/ 434989 w 1537226"/>
              <a:gd name="connsiteY8-18" fmla="*/ 253346 h 1763594"/>
              <a:gd name="connsiteX0-19" fmla="*/ 434989 w 1537226"/>
              <a:gd name="connsiteY0-20" fmla="*/ 253346 h 1763594"/>
              <a:gd name="connsiteX1-21" fmla="*/ 488 w 1537226"/>
              <a:gd name="connsiteY1-22" fmla="*/ 921706 h 1763594"/>
              <a:gd name="connsiteX2-23" fmla="*/ 368142 w 1537226"/>
              <a:gd name="connsiteY2-24" fmla="*/ 1489812 h 1763594"/>
              <a:gd name="connsiteX3-25" fmla="*/ 1187008 w 1537226"/>
              <a:gd name="connsiteY3-26" fmla="*/ 1757156 h 1763594"/>
              <a:gd name="connsiteX4-27" fmla="*/ 1521239 w 1537226"/>
              <a:gd name="connsiteY4-28" fmla="*/ 1239177 h 1763594"/>
              <a:gd name="connsiteX5-29" fmla="*/ 1468998 w 1537226"/>
              <a:gd name="connsiteY5-30" fmla="*/ 654362 h 1763594"/>
              <a:gd name="connsiteX6-31" fmla="*/ 1337412 w 1537226"/>
              <a:gd name="connsiteY6-32" fmla="*/ 136383 h 1763594"/>
              <a:gd name="connsiteX7-33" fmla="*/ 839572 w 1537226"/>
              <a:gd name="connsiteY7-34" fmla="*/ 2711 h 1763594"/>
              <a:gd name="connsiteX8-35" fmla="*/ 434989 w 1537226"/>
              <a:gd name="connsiteY8-36" fmla="*/ 253346 h 1763594"/>
              <a:gd name="connsiteX0-37" fmla="*/ 360357 w 1536743"/>
              <a:gd name="connsiteY0-38" fmla="*/ 534641 h 1782088"/>
              <a:gd name="connsiteX1-39" fmla="*/ 5 w 1536743"/>
              <a:gd name="connsiteY1-40" fmla="*/ 940200 h 1782088"/>
              <a:gd name="connsiteX2-41" fmla="*/ 367659 w 1536743"/>
              <a:gd name="connsiteY2-42" fmla="*/ 1508306 h 1782088"/>
              <a:gd name="connsiteX3-43" fmla="*/ 1186525 w 1536743"/>
              <a:gd name="connsiteY3-44" fmla="*/ 1775650 h 1782088"/>
              <a:gd name="connsiteX4-45" fmla="*/ 1520756 w 1536743"/>
              <a:gd name="connsiteY4-46" fmla="*/ 1257671 h 1782088"/>
              <a:gd name="connsiteX5-47" fmla="*/ 1468515 w 1536743"/>
              <a:gd name="connsiteY5-48" fmla="*/ 672856 h 1782088"/>
              <a:gd name="connsiteX6-49" fmla="*/ 1336929 w 1536743"/>
              <a:gd name="connsiteY6-50" fmla="*/ 154877 h 1782088"/>
              <a:gd name="connsiteX7-51" fmla="*/ 839089 w 1536743"/>
              <a:gd name="connsiteY7-52" fmla="*/ 21205 h 1782088"/>
              <a:gd name="connsiteX8-53" fmla="*/ 360357 w 1536743"/>
              <a:gd name="connsiteY8-54" fmla="*/ 534641 h 1782088"/>
              <a:gd name="connsiteX0-55" fmla="*/ 360355 w 1536741"/>
              <a:gd name="connsiteY0-56" fmla="*/ 534641 h 1782088"/>
              <a:gd name="connsiteX1-57" fmla="*/ 3 w 1536741"/>
              <a:gd name="connsiteY1-58" fmla="*/ 940200 h 1782088"/>
              <a:gd name="connsiteX2-59" fmla="*/ 367657 w 1536741"/>
              <a:gd name="connsiteY2-60" fmla="*/ 1508306 h 1782088"/>
              <a:gd name="connsiteX3-61" fmla="*/ 1186523 w 1536741"/>
              <a:gd name="connsiteY3-62" fmla="*/ 1775650 h 1782088"/>
              <a:gd name="connsiteX4-63" fmla="*/ 1520754 w 1536741"/>
              <a:gd name="connsiteY4-64" fmla="*/ 1257671 h 1782088"/>
              <a:gd name="connsiteX5-65" fmla="*/ 1468513 w 1536741"/>
              <a:gd name="connsiteY5-66" fmla="*/ 672856 h 1782088"/>
              <a:gd name="connsiteX6-67" fmla="*/ 1336927 w 1536741"/>
              <a:gd name="connsiteY6-68" fmla="*/ 154877 h 1782088"/>
              <a:gd name="connsiteX7-69" fmla="*/ 839087 w 1536741"/>
              <a:gd name="connsiteY7-70" fmla="*/ 21205 h 1782088"/>
              <a:gd name="connsiteX8-71" fmla="*/ 360355 w 1536741"/>
              <a:gd name="connsiteY8-72" fmla="*/ 534641 h 1782088"/>
              <a:gd name="connsiteX0-73" fmla="*/ 360355 w 1494463"/>
              <a:gd name="connsiteY0-74" fmla="*/ 534641 h 1775651"/>
              <a:gd name="connsiteX1-75" fmla="*/ 3 w 1494463"/>
              <a:gd name="connsiteY1-76" fmla="*/ 940200 h 1775651"/>
              <a:gd name="connsiteX2-77" fmla="*/ 367657 w 1494463"/>
              <a:gd name="connsiteY2-78" fmla="*/ 1508306 h 1775651"/>
              <a:gd name="connsiteX3-79" fmla="*/ 1186523 w 1494463"/>
              <a:gd name="connsiteY3-80" fmla="*/ 1775650 h 1775651"/>
              <a:gd name="connsiteX4-81" fmla="*/ 1467465 w 1494463"/>
              <a:gd name="connsiteY4-82" fmla="*/ 1510813 h 1775651"/>
              <a:gd name="connsiteX5-83" fmla="*/ 1468513 w 1494463"/>
              <a:gd name="connsiteY5-84" fmla="*/ 672856 h 1775651"/>
              <a:gd name="connsiteX6-85" fmla="*/ 1336927 w 1494463"/>
              <a:gd name="connsiteY6-86" fmla="*/ 154877 h 1775651"/>
              <a:gd name="connsiteX7-87" fmla="*/ 839087 w 1494463"/>
              <a:gd name="connsiteY7-88" fmla="*/ 21205 h 1775651"/>
              <a:gd name="connsiteX8-89" fmla="*/ 360355 w 1494463"/>
              <a:gd name="connsiteY8-90" fmla="*/ 534641 h 1775651"/>
              <a:gd name="connsiteX0-91" fmla="*/ 360355 w 1491064"/>
              <a:gd name="connsiteY0-92" fmla="*/ 552327 h 1793337"/>
              <a:gd name="connsiteX1-93" fmla="*/ 3 w 1491064"/>
              <a:gd name="connsiteY1-94" fmla="*/ 957886 h 1793337"/>
              <a:gd name="connsiteX2-95" fmla="*/ 367657 w 1491064"/>
              <a:gd name="connsiteY2-96" fmla="*/ 1525992 h 1793337"/>
              <a:gd name="connsiteX3-97" fmla="*/ 1186523 w 1491064"/>
              <a:gd name="connsiteY3-98" fmla="*/ 1793336 h 1793337"/>
              <a:gd name="connsiteX4-99" fmla="*/ 1467465 w 1491064"/>
              <a:gd name="connsiteY4-100" fmla="*/ 1528499 h 1793337"/>
              <a:gd name="connsiteX5-101" fmla="*/ 1468513 w 1491064"/>
              <a:gd name="connsiteY5-102" fmla="*/ 690542 h 1793337"/>
              <a:gd name="connsiteX6-103" fmla="*/ 1407977 w 1491064"/>
              <a:gd name="connsiteY6-104" fmla="*/ 109278 h 1793337"/>
              <a:gd name="connsiteX7-105" fmla="*/ 839087 w 1491064"/>
              <a:gd name="connsiteY7-106" fmla="*/ 38891 h 1793337"/>
              <a:gd name="connsiteX8-107" fmla="*/ 360355 w 1491064"/>
              <a:gd name="connsiteY8-108" fmla="*/ 552327 h 1793337"/>
              <a:gd name="connsiteX0-109" fmla="*/ 360355 w 1502818"/>
              <a:gd name="connsiteY0-110" fmla="*/ 552327 h 1612281"/>
              <a:gd name="connsiteX1-111" fmla="*/ 3 w 1502818"/>
              <a:gd name="connsiteY1-112" fmla="*/ 957886 h 1612281"/>
              <a:gd name="connsiteX2-113" fmla="*/ 367657 w 1502818"/>
              <a:gd name="connsiteY2-114" fmla="*/ 1525992 h 1612281"/>
              <a:gd name="connsiteX3-115" fmla="*/ 1026659 w 1502818"/>
              <a:gd name="connsiteY3-116" fmla="*/ 1582385 h 1612281"/>
              <a:gd name="connsiteX4-117" fmla="*/ 1467465 w 1502818"/>
              <a:gd name="connsiteY4-118" fmla="*/ 1528499 h 1612281"/>
              <a:gd name="connsiteX5-119" fmla="*/ 1468513 w 1502818"/>
              <a:gd name="connsiteY5-120" fmla="*/ 690542 h 1612281"/>
              <a:gd name="connsiteX6-121" fmla="*/ 1407977 w 1502818"/>
              <a:gd name="connsiteY6-122" fmla="*/ 109278 h 1612281"/>
              <a:gd name="connsiteX7-123" fmla="*/ 839087 w 1502818"/>
              <a:gd name="connsiteY7-124" fmla="*/ 38891 h 1612281"/>
              <a:gd name="connsiteX8-125" fmla="*/ 360355 w 1502818"/>
              <a:gd name="connsiteY8-126" fmla="*/ 552327 h 1612281"/>
              <a:gd name="connsiteX0-127" fmla="*/ 360384 w 1502847"/>
              <a:gd name="connsiteY0-128" fmla="*/ 552327 h 1803602"/>
              <a:gd name="connsiteX1-129" fmla="*/ 32 w 1502847"/>
              <a:gd name="connsiteY1-130" fmla="*/ 957886 h 1803602"/>
              <a:gd name="connsiteX2-131" fmla="*/ 385448 w 1502847"/>
              <a:gd name="connsiteY2-132" fmla="*/ 1779134 h 1803602"/>
              <a:gd name="connsiteX3-133" fmla="*/ 1026688 w 1502847"/>
              <a:gd name="connsiteY3-134" fmla="*/ 1582385 h 1803602"/>
              <a:gd name="connsiteX4-135" fmla="*/ 1467494 w 1502847"/>
              <a:gd name="connsiteY4-136" fmla="*/ 1528499 h 1803602"/>
              <a:gd name="connsiteX5-137" fmla="*/ 1468542 w 1502847"/>
              <a:gd name="connsiteY5-138" fmla="*/ 690542 h 1803602"/>
              <a:gd name="connsiteX6-139" fmla="*/ 1408006 w 1502847"/>
              <a:gd name="connsiteY6-140" fmla="*/ 109278 h 1803602"/>
              <a:gd name="connsiteX7-141" fmla="*/ 839116 w 1502847"/>
              <a:gd name="connsiteY7-142" fmla="*/ 38891 h 1803602"/>
              <a:gd name="connsiteX8-143" fmla="*/ 360384 w 1502847"/>
              <a:gd name="connsiteY8-144" fmla="*/ 552327 h 1803602"/>
              <a:gd name="connsiteX0-145" fmla="*/ 360384 w 1502847"/>
              <a:gd name="connsiteY0-146" fmla="*/ 552327 h 1826319"/>
              <a:gd name="connsiteX1-147" fmla="*/ 32 w 1502847"/>
              <a:gd name="connsiteY1-148" fmla="*/ 957886 h 1826319"/>
              <a:gd name="connsiteX2-149" fmla="*/ 385448 w 1502847"/>
              <a:gd name="connsiteY2-150" fmla="*/ 1779134 h 1826319"/>
              <a:gd name="connsiteX3-151" fmla="*/ 1026688 w 1502847"/>
              <a:gd name="connsiteY3-152" fmla="*/ 1582385 h 1826319"/>
              <a:gd name="connsiteX4-153" fmla="*/ 1467494 w 1502847"/>
              <a:gd name="connsiteY4-154" fmla="*/ 1528499 h 1826319"/>
              <a:gd name="connsiteX5-155" fmla="*/ 1468542 w 1502847"/>
              <a:gd name="connsiteY5-156" fmla="*/ 690542 h 1826319"/>
              <a:gd name="connsiteX6-157" fmla="*/ 1408006 w 1502847"/>
              <a:gd name="connsiteY6-158" fmla="*/ 109278 h 1826319"/>
              <a:gd name="connsiteX7-159" fmla="*/ 839116 w 1502847"/>
              <a:gd name="connsiteY7-160" fmla="*/ 38891 h 1826319"/>
              <a:gd name="connsiteX8-161" fmla="*/ 360384 w 1502847"/>
              <a:gd name="connsiteY8-162" fmla="*/ 552327 h 1826319"/>
              <a:gd name="connsiteX0-163" fmla="*/ 289852 w 1503366"/>
              <a:gd name="connsiteY0-164" fmla="*/ 461730 h 1820101"/>
              <a:gd name="connsiteX1-165" fmla="*/ 551 w 1503366"/>
              <a:gd name="connsiteY1-166" fmla="*/ 951668 h 1820101"/>
              <a:gd name="connsiteX2-167" fmla="*/ 385967 w 1503366"/>
              <a:gd name="connsiteY2-168" fmla="*/ 1772916 h 1820101"/>
              <a:gd name="connsiteX3-169" fmla="*/ 1027207 w 1503366"/>
              <a:gd name="connsiteY3-170" fmla="*/ 1576167 h 1820101"/>
              <a:gd name="connsiteX4-171" fmla="*/ 1468013 w 1503366"/>
              <a:gd name="connsiteY4-172" fmla="*/ 1522281 h 1820101"/>
              <a:gd name="connsiteX5-173" fmla="*/ 1469061 w 1503366"/>
              <a:gd name="connsiteY5-174" fmla="*/ 684324 h 1820101"/>
              <a:gd name="connsiteX6-175" fmla="*/ 1408525 w 1503366"/>
              <a:gd name="connsiteY6-176" fmla="*/ 103060 h 1820101"/>
              <a:gd name="connsiteX7-177" fmla="*/ 839635 w 1503366"/>
              <a:gd name="connsiteY7-178" fmla="*/ 32673 h 1820101"/>
              <a:gd name="connsiteX8-179" fmla="*/ 289852 w 1503366"/>
              <a:gd name="connsiteY8-180" fmla="*/ 461730 h 1820101"/>
              <a:gd name="connsiteX0-181" fmla="*/ 293376 w 1506890"/>
              <a:gd name="connsiteY0-182" fmla="*/ 461730 h 1820101"/>
              <a:gd name="connsiteX1-183" fmla="*/ 4075 w 1506890"/>
              <a:gd name="connsiteY1-184" fmla="*/ 951668 h 1820101"/>
              <a:gd name="connsiteX2-185" fmla="*/ 389491 w 1506890"/>
              <a:gd name="connsiteY2-186" fmla="*/ 1772916 h 1820101"/>
              <a:gd name="connsiteX3-187" fmla="*/ 1030731 w 1506890"/>
              <a:gd name="connsiteY3-188" fmla="*/ 1576167 h 1820101"/>
              <a:gd name="connsiteX4-189" fmla="*/ 1471537 w 1506890"/>
              <a:gd name="connsiteY4-190" fmla="*/ 1522281 h 1820101"/>
              <a:gd name="connsiteX5-191" fmla="*/ 1472585 w 1506890"/>
              <a:gd name="connsiteY5-192" fmla="*/ 684324 h 1820101"/>
              <a:gd name="connsiteX6-193" fmla="*/ 1412049 w 1506890"/>
              <a:gd name="connsiteY6-194" fmla="*/ 103060 h 1820101"/>
              <a:gd name="connsiteX7-195" fmla="*/ 843159 w 1506890"/>
              <a:gd name="connsiteY7-196" fmla="*/ 32673 h 1820101"/>
              <a:gd name="connsiteX8-197" fmla="*/ 293376 w 1506890"/>
              <a:gd name="connsiteY8-198" fmla="*/ 461730 h 1820101"/>
              <a:gd name="connsiteX0-199" fmla="*/ 203955 w 1545103"/>
              <a:gd name="connsiteY0-200" fmla="*/ 206126 h 1802639"/>
              <a:gd name="connsiteX1-201" fmla="*/ 42288 w 1545103"/>
              <a:gd name="connsiteY1-202" fmla="*/ 934206 h 1802639"/>
              <a:gd name="connsiteX2-203" fmla="*/ 427704 w 1545103"/>
              <a:gd name="connsiteY2-204" fmla="*/ 1755454 h 1802639"/>
              <a:gd name="connsiteX3-205" fmla="*/ 1068944 w 1545103"/>
              <a:gd name="connsiteY3-206" fmla="*/ 1558705 h 1802639"/>
              <a:gd name="connsiteX4-207" fmla="*/ 1509750 w 1545103"/>
              <a:gd name="connsiteY4-208" fmla="*/ 1504819 h 1802639"/>
              <a:gd name="connsiteX5-209" fmla="*/ 1510798 w 1545103"/>
              <a:gd name="connsiteY5-210" fmla="*/ 666862 h 1802639"/>
              <a:gd name="connsiteX6-211" fmla="*/ 1450262 w 1545103"/>
              <a:gd name="connsiteY6-212" fmla="*/ 85598 h 1802639"/>
              <a:gd name="connsiteX7-213" fmla="*/ 881372 w 1545103"/>
              <a:gd name="connsiteY7-214" fmla="*/ 15211 h 1802639"/>
              <a:gd name="connsiteX8-215" fmla="*/ 203955 w 1545103"/>
              <a:gd name="connsiteY8-216" fmla="*/ 206126 h 1802639"/>
              <a:gd name="connsiteX0-217" fmla="*/ 147252 w 1634267"/>
              <a:gd name="connsiteY0-218" fmla="*/ 113266 h 1796376"/>
              <a:gd name="connsiteX1-219" fmla="*/ 131452 w 1634267"/>
              <a:gd name="connsiteY1-220" fmla="*/ 927943 h 1796376"/>
              <a:gd name="connsiteX2-221" fmla="*/ 516868 w 1634267"/>
              <a:gd name="connsiteY2-222" fmla="*/ 1749191 h 1796376"/>
              <a:gd name="connsiteX3-223" fmla="*/ 1158108 w 1634267"/>
              <a:gd name="connsiteY3-224" fmla="*/ 1552442 h 1796376"/>
              <a:gd name="connsiteX4-225" fmla="*/ 1598914 w 1634267"/>
              <a:gd name="connsiteY4-226" fmla="*/ 1498556 h 1796376"/>
              <a:gd name="connsiteX5-227" fmla="*/ 1599962 w 1634267"/>
              <a:gd name="connsiteY5-228" fmla="*/ 660599 h 1796376"/>
              <a:gd name="connsiteX6-229" fmla="*/ 1539426 w 1634267"/>
              <a:gd name="connsiteY6-230" fmla="*/ 79335 h 1796376"/>
              <a:gd name="connsiteX7-231" fmla="*/ 970536 w 1634267"/>
              <a:gd name="connsiteY7-232" fmla="*/ 8948 h 1796376"/>
              <a:gd name="connsiteX8-233" fmla="*/ 147252 w 1634267"/>
              <a:gd name="connsiteY8-234" fmla="*/ 113266 h 1796376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  <a:cxn ang="0">
                <a:pos x="connsiteX7-15" y="connsiteY7-16"/>
              </a:cxn>
              <a:cxn ang="0">
                <a:pos x="connsiteX8-17" y="connsiteY8-1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7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73" name="TextBox 572"/>
          <p:cNvSpPr txBox="1"/>
          <p:nvPr/>
        </p:nvSpPr>
        <p:spPr>
          <a:xfrm>
            <a:off x="9427201" y="1851195"/>
            <a:ext cx="1725088" cy="2862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全国或全球 ISP</a:t>
            </a:r>
            <a:endParaRPr kumimoji="0" 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5" name="Rectangle 654"/>
          <p:cNvSpPr/>
          <p:nvPr/>
        </p:nvSpPr>
        <p:spPr>
          <a:xfrm>
            <a:off x="9279068" y="3677908"/>
            <a:ext cx="305749" cy="197847"/>
          </a:xfrm>
          <a:prstGeom prst="rect">
            <a:avLst/>
          </a:prstGeom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3" name="TextBox 652"/>
          <p:cNvSpPr txBox="1"/>
          <p:nvPr/>
        </p:nvSpPr>
        <p:spPr>
          <a:xfrm>
            <a:off x="8766162" y="3447919"/>
            <a:ext cx="1040639" cy="4801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本地或区域 ISP</a:t>
            </a:r>
            <a:endParaRPr kumimoji="0" 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7" name="TextBox 656"/>
          <p:cNvSpPr txBox="1"/>
          <p:nvPr/>
        </p:nvSpPr>
        <p:spPr>
          <a:xfrm>
            <a:off x="10917767" y="4677937"/>
            <a:ext cx="813043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数据中心 </a:t>
            </a:r>
            <a:endParaRPr kumimoji="0" lang="en-US" sz="105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网络</a:t>
            </a:r>
            <a:endParaRPr kumimoji="0" lang="en-US" sz="105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8" name="TextBox 657"/>
          <p:cNvSpPr txBox="1"/>
          <p:nvPr/>
        </p:nvSpPr>
        <p:spPr>
          <a:xfrm>
            <a:off x="10063018" y="4228248"/>
            <a:ext cx="843051" cy="6740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内容 </a:t>
            </a:r>
            <a:endParaRPr kumimoji="0" 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提供商 </a:t>
            </a:r>
            <a:endParaRPr kumimoji="0" 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网络</a:t>
            </a:r>
            <a:endParaRPr kumimoji="0" 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830" name="Straight Connector 829"/>
          <p:cNvCxnSpPr/>
          <p:nvPr/>
        </p:nvCxnSpPr>
        <p:spPr>
          <a:xfrm flipH="1" flipV="1">
            <a:off x="10559920" y="3580125"/>
            <a:ext cx="412964" cy="63712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7" name="Straight Connector 826"/>
          <p:cNvCxnSpPr/>
          <p:nvPr/>
        </p:nvCxnSpPr>
        <p:spPr>
          <a:xfrm flipH="1" flipV="1">
            <a:off x="10660835" y="3640684"/>
            <a:ext cx="345866" cy="738975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5" name="Straight Connector 824"/>
          <p:cNvCxnSpPr/>
          <p:nvPr/>
        </p:nvCxnSpPr>
        <p:spPr>
          <a:xfrm flipV="1">
            <a:off x="10636897" y="3633421"/>
            <a:ext cx="335987" cy="39534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3" name="Straight Connector 822"/>
          <p:cNvCxnSpPr/>
          <p:nvPr/>
        </p:nvCxnSpPr>
        <p:spPr>
          <a:xfrm flipH="1" flipV="1">
            <a:off x="10570774" y="3594896"/>
            <a:ext cx="1" cy="485748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9" name="Straight Connector 818"/>
          <p:cNvCxnSpPr/>
          <p:nvPr/>
        </p:nvCxnSpPr>
        <p:spPr>
          <a:xfrm flipH="1" flipV="1">
            <a:off x="10550620" y="4071642"/>
            <a:ext cx="508543" cy="348647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8" name="Straight Connector 817"/>
          <p:cNvCxnSpPr/>
          <p:nvPr/>
        </p:nvCxnSpPr>
        <p:spPr>
          <a:xfrm flipH="1">
            <a:off x="9895195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6" name="Straight Connector 815"/>
          <p:cNvCxnSpPr/>
          <p:nvPr/>
        </p:nvCxnSpPr>
        <p:spPr>
          <a:xfrm flipH="1">
            <a:off x="9219616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3" name="Straight Connector 812"/>
          <p:cNvCxnSpPr/>
          <p:nvPr/>
        </p:nvCxnSpPr>
        <p:spPr>
          <a:xfrm flipH="1">
            <a:off x="9276868" y="3507672"/>
            <a:ext cx="382424" cy="51705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1" name="Straight Connector 810"/>
          <p:cNvCxnSpPr/>
          <p:nvPr/>
        </p:nvCxnSpPr>
        <p:spPr>
          <a:xfrm>
            <a:off x="9733069" y="3507672"/>
            <a:ext cx="0" cy="54029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8" name="Straight Connector 807"/>
          <p:cNvCxnSpPr/>
          <p:nvPr/>
        </p:nvCxnSpPr>
        <p:spPr>
          <a:xfrm>
            <a:off x="10137668" y="2754692"/>
            <a:ext cx="488174" cy="83933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3" name="Straight Connector 562"/>
          <p:cNvCxnSpPr/>
          <p:nvPr/>
        </p:nvCxnSpPr>
        <p:spPr>
          <a:xfrm flipH="1">
            <a:off x="9798719" y="2695013"/>
            <a:ext cx="380432" cy="694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4" name="Straight Connector 563"/>
          <p:cNvCxnSpPr/>
          <p:nvPr/>
        </p:nvCxnSpPr>
        <p:spPr>
          <a:xfrm flipH="1">
            <a:off x="10100635" y="2169432"/>
            <a:ext cx="761467" cy="577355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5" name="Straight Connector 564"/>
          <p:cNvCxnSpPr/>
          <p:nvPr/>
        </p:nvCxnSpPr>
        <p:spPr>
          <a:xfrm flipH="1">
            <a:off x="10100635" y="2268313"/>
            <a:ext cx="397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6" name="Straight Connector 565"/>
          <p:cNvCxnSpPr/>
          <p:nvPr/>
        </p:nvCxnSpPr>
        <p:spPr>
          <a:xfrm flipH="1">
            <a:off x="10672135" y="2200506"/>
            <a:ext cx="14936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7" name="Straight Connector 566"/>
          <p:cNvCxnSpPr/>
          <p:nvPr/>
        </p:nvCxnSpPr>
        <p:spPr>
          <a:xfrm flipH="1">
            <a:off x="10142166" y="2718967"/>
            <a:ext cx="574283" cy="2782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8" name="Straight Connector 567"/>
          <p:cNvCxnSpPr/>
          <p:nvPr/>
        </p:nvCxnSpPr>
        <p:spPr>
          <a:xfrm flipH="1">
            <a:off x="10069542" y="2169432"/>
            <a:ext cx="788589" cy="9888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9" name="Straight Connector 568"/>
          <p:cNvCxnSpPr/>
          <p:nvPr/>
        </p:nvCxnSpPr>
        <p:spPr>
          <a:xfrm flipH="1">
            <a:off x="10862103" y="2127325"/>
            <a:ext cx="279002" cy="421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0" name="Straight Connector 569"/>
          <p:cNvCxnSpPr/>
          <p:nvPr/>
        </p:nvCxnSpPr>
        <p:spPr>
          <a:xfrm flipH="1" flipV="1">
            <a:off x="10681994" y="2718967"/>
            <a:ext cx="353541" cy="67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4" name="Straight Connector 573"/>
          <p:cNvCxnSpPr/>
          <p:nvPr/>
        </p:nvCxnSpPr>
        <p:spPr>
          <a:xfrm flipH="1">
            <a:off x="8769223" y="2268313"/>
            <a:ext cx="1300319" cy="606622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3" name="Line 541"/>
          <p:cNvSpPr>
            <a:spLocks noChangeShapeType="1"/>
          </p:cNvSpPr>
          <p:nvPr/>
        </p:nvSpPr>
        <p:spPr bwMode="auto">
          <a:xfrm flipV="1">
            <a:off x="9378705" y="4113379"/>
            <a:ext cx="429324" cy="70560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" name="Line 424"/>
          <p:cNvSpPr>
            <a:spLocks noChangeShapeType="1"/>
          </p:cNvSpPr>
          <p:nvPr/>
        </p:nvSpPr>
        <p:spPr bwMode="auto">
          <a:xfrm flipV="1">
            <a:off x="8244554" y="4047456"/>
            <a:ext cx="969051" cy="31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43" name="Oval 800"/>
          <p:cNvSpPr>
            <a:spLocks noChangeArrowheads="1"/>
          </p:cNvSpPr>
          <p:nvPr/>
        </p:nvSpPr>
        <p:spPr bwMode="auto">
          <a:xfrm>
            <a:off x="8174541" y="2292995"/>
            <a:ext cx="52388" cy="49485"/>
          </a:xfrm>
          <a:prstGeom prst="ellipse">
            <a:avLst/>
          </a:prstGeom>
          <a:solidFill>
            <a:schemeClr val="tx2"/>
          </a:solidFill>
          <a:ln w="9525">
            <a:solidFill>
              <a:schemeClr val="tx1"/>
            </a:solidFill>
            <a:rou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615" name="Group 614"/>
          <p:cNvGrpSpPr/>
          <p:nvPr/>
        </p:nvGrpSpPr>
        <p:grpSpPr>
          <a:xfrm>
            <a:off x="10410609" y="3496138"/>
            <a:ext cx="353678" cy="198344"/>
            <a:chOff x="7493876" y="2774731"/>
            <a:chExt cx="1481958" cy="894622"/>
          </a:xfrm>
        </p:grpSpPr>
        <p:sp>
          <p:nvSpPr>
            <p:cNvPr id="616" name="Freeform 615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7" name="Oval 616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618" name="Group 617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19" name="Freeform 618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0" name="Freeform 619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1" name="Freeform 620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2" name="Freeform 621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77" name="Group 576"/>
          <p:cNvGrpSpPr/>
          <p:nvPr/>
        </p:nvGrpSpPr>
        <p:grpSpPr>
          <a:xfrm>
            <a:off x="9948724" y="2202292"/>
            <a:ext cx="353678" cy="198344"/>
            <a:chOff x="7493876" y="2774731"/>
            <a:chExt cx="1481958" cy="894622"/>
          </a:xfrm>
        </p:grpSpPr>
        <p:sp>
          <p:nvSpPr>
            <p:cNvPr id="578" name="Freeform 577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9" name="Oval 578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80" name="Group 579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1" name="Freeform 580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2" name="Freeform 581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3" name="Freeform 582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4" name="Freeform 583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93" name="Group 592"/>
          <p:cNvGrpSpPr/>
          <p:nvPr/>
        </p:nvGrpSpPr>
        <p:grpSpPr>
          <a:xfrm>
            <a:off x="10527214" y="2613367"/>
            <a:ext cx="353678" cy="198344"/>
            <a:chOff x="7493876" y="2774731"/>
            <a:chExt cx="1481958" cy="894622"/>
          </a:xfrm>
        </p:grpSpPr>
        <p:sp>
          <p:nvSpPr>
            <p:cNvPr id="594" name="Freeform 593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95" name="Oval 594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96" name="Group 595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7" name="Freeform 596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8" name="Freeform 597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9" name="Freeform 598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0" name="Freeform 599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01" name="Group 600"/>
          <p:cNvGrpSpPr/>
          <p:nvPr/>
        </p:nvGrpSpPr>
        <p:grpSpPr>
          <a:xfrm>
            <a:off x="10643825" y="2107963"/>
            <a:ext cx="353678" cy="198344"/>
            <a:chOff x="7493876" y="2774731"/>
            <a:chExt cx="1481958" cy="894622"/>
          </a:xfrm>
        </p:grpSpPr>
        <p:sp>
          <p:nvSpPr>
            <p:cNvPr id="602" name="Freeform 601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03" name="Oval 602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604" name="Group 603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05" name="Freeform 604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6" name="Freeform 605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7" name="Freeform 606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8" name="Freeform 607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54" name="Group 553"/>
          <p:cNvGrpSpPr/>
          <p:nvPr/>
        </p:nvGrpSpPr>
        <p:grpSpPr>
          <a:xfrm>
            <a:off x="9098788" y="3956624"/>
            <a:ext cx="367224" cy="240304"/>
            <a:chOff x="7493876" y="2774731"/>
            <a:chExt cx="1481958" cy="894622"/>
          </a:xfrm>
        </p:grpSpPr>
        <p:sp>
          <p:nvSpPr>
            <p:cNvPr id="555" name="Freeform 554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56" name="Oval 555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57" name="Group 556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8" name="Freeform 557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9" name="Freeform 558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0" name="Freeform 559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1" name="Freeform 560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85" name="Group 584"/>
          <p:cNvGrpSpPr/>
          <p:nvPr/>
        </p:nvGrpSpPr>
        <p:grpSpPr>
          <a:xfrm>
            <a:off x="9980126" y="2661565"/>
            <a:ext cx="353678" cy="198344"/>
            <a:chOff x="7493876" y="2774731"/>
            <a:chExt cx="1481958" cy="894622"/>
          </a:xfrm>
        </p:grpSpPr>
        <p:sp>
          <p:nvSpPr>
            <p:cNvPr id="586" name="Freeform 585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7" name="Oval 586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88" name="Group 587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9" name="Freeform 588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0" name="Freeform 589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1" name="Freeform 590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2" name="Freeform 591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38" name="Group 537"/>
          <p:cNvGrpSpPr/>
          <p:nvPr/>
        </p:nvGrpSpPr>
        <p:grpSpPr>
          <a:xfrm>
            <a:off x="9497138" y="3394032"/>
            <a:ext cx="367224" cy="240304"/>
            <a:chOff x="7493876" y="2774731"/>
            <a:chExt cx="1481958" cy="894622"/>
          </a:xfrm>
        </p:grpSpPr>
        <p:sp>
          <p:nvSpPr>
            <p:cNvPr id="539" name="Freeform 538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40" name="Oval 539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41" name="Group 540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42" name="Freeform 541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3" name="Freeform 542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4" name="Freeform 543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5" name="Freeform 544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46" name="Group 545"/>
          <p:cNvGrpSpPr/>
          <p:nvPr/>
        </p:nvGrpSpPr>
        <p:grpSpPr>
          <a:xfrm>
            <a:off x="9601554" y="3999763"/>
            <a:ext cx="367224" cy="240304"/>
            <a:chOff x="7493876" y="2774731"/>
            <a:chExt cx="1481958" cy="894622"/>
          </a:xfrm>
        </p:grpSpPr>
        <p:sp>
          <p:nvSpPr>
            <p:cNvPr id="547" name="Freeform 546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48" name="Oval 547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49" name="Group 548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0" name="Freeform 549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1" name="Freeform 550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2" name="Freeform 551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3" name="Freeform 552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23" name="Group 622"/>
          <p:cNvGrpSpPr/>
          <p:nvPr/>
        </p:nvGrpSpPr>
        <p:grpSpPr>
          <a:xfrm>
            <a:off x="10375259" y="3992325"/>
            <a:ext cx="353678" cy="198344"/>
            <a:chOff x="7493876" y="2774731"/>
            <a:chExt cx="1481958" cy="894622"/>
          </a:xfrm>
        </p:grpSpPr>
        <p:sp>
          <p:nvSpPr>
            <p:cNvPr id="624" name="Freeform 623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25" name="Oval 624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626" name="Group 625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27" name="Freeform 626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8" name="Freeform 627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9" name="Freeform 628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0" name="Freeform 629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pic>
        <p:nvPicPr>
          <p:cNvPr id="359" name="Picture 653" descr="iphone_stylized_small"/>
          <p:cNvPicPr>
            <a:picLocks noChangeAspect="1"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9572" y="1917025"/>
            <a:ext cx="136841" cy="32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4" name="Picture 1018" descr="laptop_keyboard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464781" y="2605090"/>
            <a:ext cx="437221" cy="1595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5" name="Freeform 1019"/>
          <p:cNvSpPr/>
          <p:nvPr/>
        </p:nvSpPr>
        <p:spPr bwMode="auto">
          <a:xfrm>
            <a:off x="7609678" y="2450304"/>
            <a:ext cx="351919" cy="208167"/>
          </a:xfrm>
          <a:custGeom>
            <a:avLst/>
            <a:gdLst>
              <a:gd name="T0" fmla="*/ 775798119 w 2982"/>
              <a:gd name="T1" fmla="*/ 0 h 2442"/>
              <a:gd name="T2" fmla="*/ 0 w 2982"/>
              <a:gd name="T3" fmla="*/ 211226083 h 2442"/>
              <a:gd name="T4" fmla="*/ 2147483646 w 2982"/>
              <a:gd name="T5" fmla="*/ 263880059 h 2442"/>
              <a:gd name="T6" fmla="*/ 2147483646 w 2982"/>
              <a:gd name="T7" fmla="*/ 52653891 h 2442"/>
              <a:gd name="T8" fmla="*/ 775798119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76" name="Picture 1020" descr="screen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7011" y="2455658"/>
            <a:ext cx="319785" cy="1894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7" name="Freeform 1021"/>
          <p:cNvSpPr/>
          <p:nvPr/>
        </p:nvSpPr>
        <p:spPr bwMode="auto">
          <a:xfrm>
            <a:off x="7673752" y="2444163"/>
            <a:ext cx="298167" cy="38736"/>
          </a:xfrm>
          <a:custGeom>
            <a:avLst/>
            <a:gdLst>
              <a:gd name="T0" fmla="*/ 193616298 w 2528"/>
              <a:gd name="T1" fmla="*/ 0 h 455"/>
              <a:gd name="T2" fmla="*/ 2147483646 w 2528"/>
              <a:gd name="T3" fmla="*/ 52445139 h 455"/>
              <a:gd name="T4" fmla="*/ 2147483646 w 2528"/>
              <a:gd name="T5" fmla="*/ 52445139 h 455"/>
              <a:gd name="T6" fmla="*/ 0 w 2528"/>
              <a:gd name="T7" fmla="*/ 52445139 h 455"/>
              <a:gd name="T8" fmla="*/ 193616298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8" name="Freeform 1022"/>
          <p:cNvSpPr/>
          <p:nvPr/>
        </p:nvSpPr>
        <p:spPr bwMode="auto">
          <a:xfrm>
            <a:off x="7606562" y="2443848"/>
            <a:ext cx="82770" cy="161243"/>
          </a:xfrm>
          <a:custGeom>
            <a:avLst/>
            <a:gdLst>
              <a:gd name="T0" fmla="*/ 773664160 w 702"/>
              <a:gd name="T1" fmla="*/ 0 h 1893"/>
              <a:gd name="T2" fmla="*/ 0 w 702"/>
              <a:gd name="T3" fmla="*/ 210739916 h 1893"/>
              <a:gd name="T4" fmla="*/ 193416040 w 702"/>
              <a:gd name="T5" fmla="*/ 210739916 h 1893"/>
              <a:gd name="T6" fmla="*/ 967080200 w 702"/>
              <a:gd name="T7" fmla="*/ 52529017 h 1893"/>
              <a:gd name="T8" fmla="*/ 773664160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9" name="Freeform 1023"/>
          <p:cNvSpPr/>
          <p:nvPr/>
        </p:nvSpPr>
        <p:spPr bwMode="auto">
          <a:xfrm>
            <a:off x="7880579" y="2472664"/>
            <a:ext cx="89197" cy="186122"/>
          </a:xfrm>
          <a:custGeom>
            <a:avLst/>
            <a:gdLst>
              <a:gd name="T0" fmla="*/ 969024527 w 756"/>
              <a:gd name="T1" fmla="*/ 0 h 2184"/>
              <a:gd name="T2" fmla="*/ 193802074 w 756"/>
              <a:gd name="T3" fmla="*/ 263660221 h 2184"/>
              <a:gd name="T4" fmla="*/ 0 w 756"/>
              <a:gd name="T5" fmla="*/ 263660221 h 2184"/>
              <a:gd name="T6" fmla="*/ 775222454 w 756"/>
              <a:gd name="T7" fmla="*/ 52610059 h 2184"/>
              <a:gd name="T8" fmla="*/ 969024527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0" name="Freeform 1024"/>
          <p:cNvSpPr/>
          <p:nvPr/>
        </p:nvSpPr>
        <p:spPr bwMode="auto">
          <a:xfrm>
            <a:off x="7605588" y="2596902"/>
            <a:ext cx="327185" cy="62828"/>
          </a:xfrm>
          <a:custGeom>
            <a:avLst/>
            <a:gdLst>
              <a:gd name="T0" fmla="*/ 193829444 w 2773"/>
              <a:gd name="T1" fmla="*/ 0 h 738"/>
              <a:gd name="T2" fmla="*/ 0 w 2773"/>
              <a:gd name="T3" fmla="*/ 52443587 h 738"/>
              <a:gd name="T4" fmla="*/ 2147483646 w 2773"/>
              <a:gd name="T5" fmla="*/ 104894411 h 738"/>
              <a:gd name="T6" fmla="*/ 2147483646 w 2773"/>
              <a:gd name="T7" fmla="*/ 52443587 h 738"/>
              <a:gd name="T8" fmla="*/ 193829444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1" name="Freeform 1025"/>
          <p:cNvSpPr/>
          <p:nvPr/>
        </p:nvSpPr>
        <p:spPr bwMode="auto">
          <a:xfrm>
            <a:off x="7890512" y="2474238"/>
            <a:ext cx="83549" cy="186909"/>
          </a:xfrm>
          <a:custGeom>
            <a:avLst/>
            <a:gdLst>
              <a:gd name="T0" fmla="*/ 2147483646 w 637"/>
              <a:gd name="T1" fmla="*/ 0 h 1659"/>
              <a:gd name="T2" fmla="*/ 2147483646 w 637"/>
              <a:gd name="T3" fmla="*/ 0 h 1659"/>
              <a:gd name="T4" fmla="*/ 295581541 w 637"/>
              <a:gd name="T5" fmla="*/ 2147483646 h 1659"/>
              <a:gd name="T6" fmla="*/ 0 w 637"/>
              <a:gd name="T7" fmla="*/ 2147483646 h 1659"/>
              <a:gd name="T8" fmla="*/ 214748364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2" name="Freeform 1026"/>
          <p:cNvSpPr/>
          <p:nvPr/>
        </p:nvSpPr>
        <p:spPr bwMode="auto">
          <a:xfrm>
            <a:off x="7605977" y="2605248"/>
            <a:ext cx="290961" cy="62041"/>
          </a:xfrm>
          <a:custGeom>
            <a:avLst/>
            <a:gdLst>
              <a:gd name="T0" fmla="*/ 0 w 2216"/>
              <a:gd name="T1" fmla="*/ 0 h 550"/>
              <a:gd name="T2" fmla="*/ 296523134 w 2216"/>
              <a:gd name="T3" fmla="*/ 324379338 h 550"/>
              <a:gd name="T4" fmla="*/ 2147483646 w 2216"/>
              <a:gd name="T5" fmla="*/ 2147483646 h 550"/>
              <a:gd name="T6" fmla="*/ 2147483646 w 2216"/>
              <a:gd name="T7" fmla="*/ 2147483646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83" name="Group 1027"/>
          <p:cNvGrpSpPr/>
          <p:nvPr/>
        </p:nvGrpSpPr>
        <p:grpSpPr bwMode="auto">
          <a:xfrm>
            <a:off x="7601109" y="2671540"/>
            <a:ext cx="98740" cy="36846"/>
            <a:chOff x="1740" y="2642"/>
            <a:chExt cx="752" cy="327"/>
          </a:xfrm>
        </p:grpSpPr>
        <p:sp>
          <p:nvSpPr>
            <p:cNvPr id="169" name="Freeform 1028"/>
            <p:cNvSpPr/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0" name="Freeform 1029"/>
            <p:cNvSpPr/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1" name="Freeform 1030"/>
            <p:cNvSpPr/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2" name="Freeform 1031"/>
            <p:cNvSpPr/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3" name="Freeform 1032"/>
            <p:cNvSpPr/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4" name="Freeform 1033"/>
            <p:cNvSpPr/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84" name="Freeform 1034"/>
          <p:cNvSpPr/>
          <p:nvPr/>
        </p:nvSpPr>
        <p:spPr bwMode="auto">
          <a:xfrm>
            <a:off x="7770154" y="2677051"/>
            <a:ext cx="119578" cy="80936"/>
          </a:xfrm>
          <a:custGeom>
            <a:avLst/>
            <a:gdLst>
              <a:gd name="T0" fmla="*/ 213221464 w 990"/>
              <a:gd name="T1" fmla="*/ 1090686587 h 792"/>
              <a:gd name="T2" fmla="*/ 1915477586 w 990"/>
              <a:gd name="T3" fmla="*/ 0 h 792"/>
              <a:gd name="T4" fmla="*/ 1915477586 w 990"/>
              <a:gd name="T5" fmla="*/ 108859840 h 792"/>
              <a:gd name="T6" fmla="*/ 0 w 990"/>
              <a:gd name="T7" fmla="*/ 1090686587 h 792"/>
              <a:gd name="T8" fmla="*/ 213221464 w 990"/>
              <a:gd name="T9" fmla="*/ 1090686587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5" name="Freeform 1035"/>
          <p:cNvSpPr/>
          <p:nvPr/>
        </p:nvSpPr>
        <p:spPr bwMode="auto">
          <a:xfrm>
            <a:off x="7464976" y="2683507"/>
            <a:ext cx="305957" cy="73850"/>
          </a:xfrm>
          <a:custGeom>
            <a:avLst/>
            <a:gdLst>
              <a:gd name="T0" fmla="*/ 213486572 w 2532"/>
              <a:gd name="T1" fmla="*/ 0 h 723"/>
              <a:gd name="T2" fmla="*/ 213486572 w 2532"/>
              <a:gd name="T3" fmla="*/ 0 h 723"/>
              <a:gd name="T4" fmla="*/ 2147483646 w 2532"/>
              <a:gd name="T5" fmla="*/ 979380008 h 723"/>
              <a:gd name="T6" fmla="*/ 2147483646 w 2532"/>
              <a:gd name="T7" fmla="*/ 1088085165 h 723"/>
              <a:gd name="T8" fmla="*/ 0 w 2532"/>
              <a:gd name="T9" fmla="*/ 108705259 h 723"/>
              <a:gd name="T10" fmla="*/ 21348657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6" name="Freeform 1036"/>
          <p:cNvSpPr/>
          <p:nvPr/>
        </p:nvSpPr>
        <p:spPr bwMode="auto">
          <a:xfrm>
            <a:off x="7465171" y="2669965"/>
            <a:ext cx="3311" cy="14959"/>
          </a:xfrm>
          <a:custGeom>
            <a:avLst/>
            <a:gdLst>
              <a:gd name="T0" fmla="*/ 262278191 w 26"/>
              <a:gd name="T1" fmla="*/ 107489981 h 147"/>
              <a:gd name="T2" fmla="*/ 262278191 w 26"/>
              <a:gd name="T3" fmla="*/ 214969480 h 147"/>
              <a:gd name="T4" fmla="*/ 0 w 26"/>
              <a:gd name="T5" fmla="*/ 214969480 h 147"/>
              <a:gd name="T6" fmla="*/ 262278191 w 26"/>
              <a:gd name="T7" fmla="*/ 0 h 147"/>
              <a:gd name="T8" fmla="*/ 262278191 w 26"/>
              <a:gd name="T9" fmla="*/ 10748998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7" name="Freeform 1037"/>
          <p:cNvSpPr/>
          <p:nvPr/>
        </p:nvSpPr>
        <p:spPr bwMode="auto">
          <a:xfrm>
            <a:off x="7465366" y="2609027"/>
            <a:ext cx="142170" cy="61883"/>
          </a:xfrm>
          <a:custGeom>
            <a:avLst/>
            <a:gdLst>
              <a:gd name="T0" fmla="*/ 2136125890 w 1176"/>
              <a:gd name="T1" fmla="*/ 0 h 606"/>
              <a:gd name="T2" fmla="*/ 0 w 1176"/>
              <a:gd name="T3" fmla="*/ 870000945 h 606"/>
              <a:gd name="T4" fmla="*/ 213789467 w 1176"/>
              <a:gd name="T5" fmla="*/ 870000945 h 606"/>
              <a:gd name="T6" fmla="*/ 2136125890 w 1176"/>
              <a:gd name="T7" fmla="*/ 108617123 h 606"/>
              <a:gd name="T8" fmla="*/ 2136125890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8" name="Freeform 1038"/>
          <p:cNvSpPr/>
          <p:nvPr/>
        </p:nvSpPr>
        <p:spPr bwMode="auto">
          <a:xfrm>
            <a:off x="7474909" y="2673115"/>
            <a:ext cx="290182" cy="71016"/>
          </a:xfrm>
          <a:custGeom>
            <a:avLst/>
            <a:gdLst>
              <a:gd name="T0" fmla="*/ 173112702 w 2532"/>
              <a:gd name="T1" fmla="*/ 0 h 723"/>
              <a:gd name="T2" fmla="*/ 173112702 w 2532"/>
              <a:gd name="T3" fmla="*/ 0 h 723"/>
              <a:gd name="T4" fmla="*/ 2069773885 w 2532"/>
              <a:gd name="T5" fmla="*/ 558173482 h 723"/>
              <a:gd name="T6" fmla="*/ 2069773885 w 2532"/>
              <a:gd name="T7" fmla="*/ 558173482 h 723"/>
              <a:gd name="T8" fmla="*/ 0 w 2532"/>
              <a:gd name="T9" fmla="*/ 92871346 h 723"/>
              <a:gd name="T10" fmla="*/ 17311270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9" name="Freeform 1039"/>
          <p:cNvSpPr/>
          <p:nvPr/>
        </p:nvSpPr>
        <p:spPr bwMode="auto">
          <a:xfrm flipV="1">
            <a:off x="7764701" y="2668076"/>
            <a:ext cx="118410" cy="73535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962694895 h 723"/>
              <a:gd name="T6" fmla="*/ 0 w 2532"/>
              <a:gd name="T7" fmla="*/ 962694895 h 723"/>
              <a:gd name="T8" fmla="*/ 0 w 2532"/>
              <a:gd name="T9" fmla="*/ 107314314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10" name="Picture 568" descr="light2.png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8831667" y="2392289"/>
            <a:ext cx="92772" cy="4054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8" name="Picture 603" descr="car_icon_small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99539" y="2116958"/>
            <a:ext cx="849312" cy="168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2" name="Picture 1116" descr="laptop_keyboard"/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510375" y="3605209"/>
            <a:ext cx="286699" cy="11944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3" name="Freeform 1117"/>
          <p:cNvSpPr/>
          <p:nvPr/>
        </p:nvSpPr>
        <p:spPr bwMode="auto">
          <a:xfrm>
            <a:off x="7605388" y="3489299"/>
            <a:ext cx="230764" cy="155883"/>
          </a:xfrm>
          <a:custGeom>
            <a:avLst/>
            <a:gdLst>
              <a:gd name="T0" fmla="*/ 143665061 w 2982"/>
              <a:gd name="T1" fmla="*/ 0 h 2442"/>
              <a:gd name="T2" fmla="*/ 0 w 2982"/>
              <a:gd name="T3" fmla="*/ 66329557 h 2442"/>
              <a:gd name="T4" fmla="*/ 573719931 w 2982"/>
              <a:gd name="T5" fmla="*/ 82975142 h 2442"/>
              <a:gd name="T6" fmla="*/ 717384993 w 2982"/>
              <a:gd name="T7" fmla="*/ 16645585 h 2442"/>
              <a:gd name="T8" fmla="*/ 14366506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94" name="Picture 1118" descr="screen"/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16754" y="3493308"/>
            <a:ext cx="209692" cy="1418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5" name="Freeform 1119"/>
          <p:cNvSpPr/>
          <p:nvPr/>
        </p:nvSpPr>
        <p:spPr bwMode="auto">
          <a:xfrm>
            <a:off x="7647403" y="3484701"/>
            <a:ext cx="195517" cy="29007"/>
          </a:xfrm>
          <a:custGeom>
            <a:avLst/>
            <a:gdLst>
              <a:gd name="T0" fmla="*/ 35620212 w 2528"/>
              <a:gd name="T1" fmla="*/ 0 h 455"/>
              <a:gd name="T2" fmla="*/ 608343257 w 2528"/>
              <a:gd name="T3" fmla="*/ 16582250 h 455"/>
              <a:gd name="T4" fmla="*/ 572256449 w 2528"/>
              <a:gd name="T5" fmla="*/ 16582250 h 455"/>
              <a:gd name="T6" fmla="*/ 0 w 2528"/>
              <a:gd name="T7" fmla="*/ 16582250 h 455"/>
              <a:gd name="T8" fmla="*/ 35620212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6" name="Freeform 1120"/>
          <p:cNvSpPr/>
          <p:nvPr/>
        </p:nvSpPr>
        <p:spPr bwMode="auto">
          <a:xfrm>
            <a:off x="7603345" y="3484465"/>
            <a:ext cx="54275" cy="120745"/>
          </a:xfrm>
          <a:custGeom>
            <a:avLst/>
            <a:gdLst>
              <a:gd name="T0" fmla="*/ 142804406 w 702"/>
              <a:gd name="T1" fmla="*/ 0 h 1893"/>
              <a:gd name="T2" fmla="*/ 0 w 702"/>
              <a:gd name="T3" fmla="*/ 66174575 h 1893"/>
              <a:gd name="T4" fmla="*/ 35584530 w 702"/>
              <a:gd name="T5" fmla="*/ 66174575 h 1893"/>
              <a:gd name="T6" fmla="*/ 178855222 w 702"/>
              <a:gd name="T7" fmla="*/ 16607700 h 1893"/>
              <a:gd name="T8" fmla="*/ 142804406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7" name="Freeform 1121"/>
          <p:cNvSpPr/>
          <p:nvPr/>
        </p:nvSpPr>
        <p:spPr bwMode="auto">
          <a:xfrm>
            <a:off x="7783026" y="3506043"/>
            <a:ext cx="58489" cy="139375"/>
          </a:xfrm>
          <a:custGeom>
            <a:avLst/>
            <a:gdLst>
              <a:gd name="T0" fmla="*/ 179213623 w 756"/>
              <a:gd name="T1" fmla="*/ 0 h 2184"/>
              <a:gd name="T2" fmla="*/ 35656008 w 756"/>
              <a:gd name="T3" fmla="*/ 82904513 h 2184"/>
              <a:gd name="T4" fmla="*/ 0 w 756"/>
              <a:gd name="T5" fmla="*/ 82904513 h 2184"/>
              <a:gd name="T6" fmla="*/ 143090785 w 756"/>
              <a:gd name="T7" fmla="*/ 16632211 h 2184"/>
              <a:gd name="T8" fmla="*/ 179213623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8" name="Freeform 1122"/>
          <p:cNvSpPr/>
          <p:nvPr/>
        </p:nvSpPr>
        <p:spPr bwMode="auto">
          <a:xfrm>
            <a:off x="7602706" y="3599078"/>
            <a:ext cx="214545" cy="47048"/>
          </a:xfrm>
          <a:custGeom>
            <a:avLst/>
            <a:gdLst>
              <a:gd name="T0" fmla="*/ 35658648 w 2773"/>
              <a:gd name="T1" fmla="*/ 0 h 738"/>
              <a:gd name="T2" fmla="*/ 0 w 2773"/>
              <a:gd name="T3" fmla="*/ 16581742 h 738"/>
              <a:gd name="T4" fmla="*/ 573357470 w 2773"/>
              <a:gd name="T5" fmla="*/ 33163485 h 738"/>
              <a:gd name="T6" fmla="*/ 573357470 w 2773"/>
              <a:gd name="T7" fmla="*/ 16581742 h 738"/>
              <a:gd name="T8" fmla="*/ 35658648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9" name="Freeform 1123"/>
          <p:cNvSpPr/>
          <p:nvPr/>
        </p:nvSpPr>
        <p:spPr bwMode="auto">
          <a:xfrm>
            <a:off x="7789539" y="3507222"/>
            <a:ext cx="54786" cy="139965"/>
          </a:xfrm>
          <a:custGeom>
            <a:avLst/>
            <a:gdLst>
              <a:gd name="T0" fmla="*/ 656550006 w 637"/>
              <a:gd name="T1" fmla="*/ 0 h 1659"/>
              <a:gd name="T2" fmla="*/ 656550006 w 637"/>
              <a:gd name="T3" fmla="*/ 0 h 1659"/>
              <a:gd name="T4" fmla="*/ 54716163 w 637"/>
              <a:gd name="T5" fmla="*/ 2147483646 h 1659"/>
              <a:gd name="T6" fmla="*/ 0 w 637"/>
              <a:gd name="T7" fmla="*/ 2147483646 h 1659"/>
              <a:gd name="T8" fmla="*/ 65655000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0" name="Freeform 1124"/>
          <p:cNvSpPr/>
          <p:nvPr/>
        </p:nvSpPr>
        <p:spPr bwMode="auto">
          <a:xfrm>
            <a:off x="7602962" y="3605327"/>
            <a:ext cx="190792" cy="46458"/>
          </a:xfrm>
          <a:custGeom>
            <a:avLst/>
            <a:gdLst>
              <a:gd name="T0" fmla="*/ 0 w 2216"/>
              <a:gd name="T1" fmla="*/ 0 h 550"/>
              <a:gd name="T2" fmla="*/ 54884212 w 2216"/>
              <a:gd name="T3" fmla="*/ 101852492 h 550"/>
              <a:gd name="T4" fmla="*/ 2147483646 w 2216"/>
              <a:gd name="T5" fmla="*/ 1017940055 h 550"/>
              <a:gd name="T6" fmla="*/ 2147483646 w 2216"/>
              <a:gd name="T7" fmla="*/ 865464562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01" name="Group 1125"/>
          <p:cNvGrpSpPr/>
          <p:nvPr/>
        </p:nvGrpSpPr>
        <p:grpSpPr bwMode="auto">
          <a:xfrm>
            <a:off x="7599769" y="3654969"/>
            <a:ext cx="64747" cy="27592"/>
            <a:chOff x="1740" y="2642"/>
            <a:chExt cx="752" cy="327"/>
          </a:xfrm>
        </p:grpSpPr>
        <p:sp>
          <p:nvSpPr>
            <p:cNvPr id="140" name="Freeform 1126"/>
            <p:cNvSpPr/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1" name="Freeform 1127"/>
            <p:cNvSpPr/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2" name="Freeform 1128"/>
            <p:cNvSpPr/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3" name="Freeform 1129"/>
            <p:cNvSpPr/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4" name="Freeform 1130"/>
            <p:cNvSpPr/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5" name="Freeform 1131"/>
            <p:cNvSpPr/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02" name="Freeform 1132"/>
          <p:cNvSpPr/>
          <p:nvPr/>
        </p:nvSpPr>
        <p:spPr bwMode="auto">
          <a:xfrm>
            <a:off x="7710617" y="3659096"/>
            <a:ext cx="78411" cy="60608"/>
          </a:xfrm>
          <a:custGeom>
            <a:avLst/>
            <a:gdLst>
              <a:gd name="T0" fmla="*/ 39250883 w 990"/>
              <a:gd name="T1" fmla="*/ 342828616 h 792"/>
              <a:gd name="T2" fmla="*/ 354255671 w 990"/>
              <a:gd name="T3" fmla="*/ 0 h 792"/>
              <a:gd name="T4" fmla="*/ 354255671 w 990"/>
              <a:gd name="T5" fmla="*/ 34504242 h 792"/>
              <a:gd name="T6" fmla="*/ 0 w 990"/>
              <a:gd name="T7" fmla="*/ 342828616 h 792"/>
              <a:gd name="T8" fmla="*/ 39250883 w 990"/>
              <a:gd name="T9" fmla="*/ 342828616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3" name="Freeform 1133"/>
          <p:cNvSpPr/>
          <p:nvPr/>
        </p:nvSpPr>
        <p:spPr bwMode="auto">
          <a:xfrm>
            <a:off x="7510503" y="3663931"/>
            <a:ext cx="200625" cy="55302"/>
          </a:xfrm>
          <a:custGeom>
            <a:avLst/>
            <a:gdLst>
              <a:gd name="T0" fmla="*/ 39302216 w 2532"/>
              <a:gd name="T1" fmla="*/ 0 h 723"/>
              <a:gd name="T2" fmla="*/ 39302216 w 2532"/>
              <a:gd name="T3" fmla="*/ 0 h 723"/>
              <a:gd name="T4" fmla="*/ 867084690 w 2532"/>
              <a:gd name="T5" fmla="*/ 307891170 h 723"/>
              <a:gd name="T6" fmla="*/ 867084690 w 2532"/>
              <a:gd name="T7" fmla="*/ 342351506 h 723"/>
              <a:gd name="T8" fmla="*/ 0 w 2532"/>
              <a:gd name="T9" fmla="*/ 34009889 h 723"/>
              <a:gd name="T10" fmla="*/ 39302216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4" name="Freeform 1134"/>
          <p:cNvSpPr/>
          <p:nvPr/>
        </p:nvSpPr>
        <p:spPr bwMode="auto">
          <a:xfrm>
            <a:off x="7510631" y="3653790"/>
            <a:ext cx="2171" cy="11202"/>
          </a:xfrm>
          <a:custGeom>
            <a:avLst/>
            <a:gdLst>
              <a:gd name="T0" fmla="*/ 48903362 w 26"/>
              <a:gd name="T1" fmla="*/ 33634500 h 147"/>
              <a:gd name="T2" fmla="*/ 48903362 w 26"/>
              <a:gd name="T3" fmla="*/ 67263209 h 147"/>
              <a:gd name="T4" fmla="*/ 0 w 26"/>
              <a:gd name="T5" fmla="*/ 67263209 h 147"/>
              <a:gd name="T6" fmla="*/ 48903362 w 26"/>
              <a:gd name="T7" fmla="*/ 0 h 147"/>
              <a:gd name="T8" fmla="*/ 48903362 w 26"/>
              <a:gd name="T9" fmla="*/ 33634500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" name="Freeform 1135"/>
          <p:cNvSpPr/>
          <p:nvPr/>
        </p:nvSpPr>
        <p:spPr bwMode="auto">
          <a:xfrm>
            <a:off x="7510758" y="3608157"/>
            <a:ext cx="93225" cy="46340"/>
          </a:xfrm>
          <a:custGeom>
            <a:avLst/>
            <a:gdLst>
              <a:gd name="T0" fmla="*/ 395043791 w 1176"/>
              <a:gd name="T1" fmla="*/ 0 h 606"/>
              <a:gd name="T2" fmla="*/ 0 w 1176"/>
              <a:gd name="T3" fmla="*/ 273654982 h 606"/>
              <a:gd name="T4" fmla="*/ 39357994 w 1176"/>
              <a:gd name="T5" fmla="*/ 273654982 h 606"/>
              <a:gd name="T6" fmla="*/ 395043791 w 1176"/>
              <a:gd name="T7" fmla="*/ 33985420 h 606"/>
              <a:gd name="T8" fmla="*/ 39504379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6" name="Freeform 1136"/>
          <p:cNvSpPr/>
          <p:nvPr/>
        </p:nvSpPr>
        <p:spPr bwMode="auto">
          <a:xfrm>
            <a:off x="7517016" y="3656149"/>
            <a:ext cx="190281" cy="53180"/>
          </a:xfrm>
          <a:custGeom>
            <a:avLst/>
            <a:gdLst>
              <a:gd name="T0" fmla="*/ 31829833 w 2532"/>
              <a:gd name="T1" fmla="*/ 0 h 723"/>
              <a:gd name="T2" fmla="*/ 31829833 w 2532"/>
              <a:gd name="T3" fmla="*/ 0 h 723"/>
              <a:gd name="T4" fmla="*/ 382827787 w 2532"/>
              <a:gd name="T5" fmla="*/ 175498781 h 723"/>
              <a:gd name="T6" fmla="*/ 382827787 w 2532"/>
              <a:gd name="T7" fmla="*/ 175498781 h 723"/>
              <a:gd name="T8" fmla="*/ 0 w 2532"/>
              <a:gd name="T9" fmla="*/ 29448186 h 723"/>
              <a:gd name="T10" fmla="*/ 31829833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7" name="Freeform 1137"/>
          <p:cNvSpPr/>
          <p:nvPr/>
        </p:nvSpPr>
        <p:spPr bwMode="auto">
          <a:xfrm flipV="1">
            <a:off x="7707042" y="3652375"/>
            <a:ext cx="77645" cy="55066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302641137 h 723"/>
              <a:gd name="T6" fmla="*/ 0 w 2532"/>
              <a:gd name="T7" fmla="*/ 302641137 h 723"/>
              <a:gd name="T8" fmla="*/ 0 w 2532"/>
              <a:gd name="T9" fmla="*/ 33575256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38" name="Picture 1140" descr="desktop_computer_stylized_medium"/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7991996" y="3567143"/>
            <a:ext cx="359261" cy="3420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9" name="Freeform 1141"/>
          <p:cNvSpPr/>
          <p:nvPr/>
        </p:nvSpPr>
        <p:spPr bwMode="auto">
          <a:xfrm flipH="1">
            <a:off x="8145217" y="3599942"/>
            <a:ext cx="169400" cy="156753"/>
          </a:xfrm>
          <a:custGeom>
            <a:avLst/>
            <a:gdLst>
              <a:gd name="T0" fmla="*/ 0 w 356"/>
              <a:gd name="T1" fmla="*/ 0 h 368"/>
              <a:gd name="T2" fmla="*/ 300 w 356"/>
              <a:gd name="T3" fmla="*/ 14 h 368"/>
              <a:gd name="T4" fmla="*/ 356 w 356"/>
              <a:gd name="T5" fmla="*/ 294 h 368"/>
              <a:gd name="T6" fmla="*/ 78 w 356"/>
              <a:gd name="T7" fmla="*/ 368 h 368"/>
              <a:gd name="T8" fmla="*/ 0 w 356"/>
              <a:gd name="T9" fmla="*/ 0 h 36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6"/>
              <a:gd name="T16" fmla="*/ 0 h 368"/>
              <a:gd name="T17" fmla="*/ 356 w 356"/>
              <a:gd name="T18" fmla="*/ 368 h 36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6" h="368">
                <a:moveTo>
                  <a:pt x="0" y="0"/>
                </a:moveTo>
                <a:lnTo>
                  <a:pt x="300" y="14"/>
                </a:lnTo>
                <a:lnTo>
                  <a:pt x="356" y="294"/>
                </a:lnTo>
                <a:lnTo>
                  <a:pt x="78" y="368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chemeClr val="bg1"/>
              </a:gs>
            </a:gsLst>
            <a:lin ang="27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prstDash val="solid"/>
                <a:round/>
              </a14:hiddenLine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13" name="Picture 571" descr="fridge2.png"/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3199" y="3385017"/>
            <a:ext cx="189578" cy="3370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71" name="Group 950"/>
          <p:cNvGrpSpPr/>
          <p:nvPr/>
        </p:nvGrpSpPr>
        <p:grpSpPr bwMode="auto">
          <a:xfrm>
            <a:off x="10288915" y="5273951"/>
            <a:ext cx="177192" cy="330833"/>
            <a:chOff x="4140" y="429"/>
            <a:chExt cx="1425" cy="2396"/>
          </a:xfrm>
        </p:grpSpPr>
        <p:sp>
          <p:nvSpPr>
            <p:cNvPr id="207" name="Freeform 951"/>
            <p:cNvSpPr/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8" name="Rectangle 952"/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09" name="Freeform 953"/>
            <p:cNvSpPr/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0" name="Freeform 954"/>
            <p:cNvSpPr/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1" name="Rectangle 955"/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2" name="Group 956"/>
            <p:cNvGrpSpPr/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37" name="AutoShape 957"/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8" name="AutoShape 958"/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3" name="Rectangle 959"/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4" name="Group 960"/>
            <p:cNvGrpSpPr/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35" name="AutoShape 961"/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6" name="AutoShape 962"/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5" name="Rectangle 963"/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16" name="Rectangle 964"/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7" name="Group 965"/>
            <p:cNvGrpSpPr/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33" name="AutoShape 966"/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4" name="AutoShape 967"/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8" name="Freeform 968"/>
            <p:cNvSpPr/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19" name="Group 969"/>
            <p:cNvGrpSpPr/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31" name="AutoShape 970"/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2" name="AutoShape 971"/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20" name="Rectangle 972"/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1" name="Freeform 973"/>
            <p:cNvSpPr/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2" name="Freeform 974"/>
            <p:cNvSpPr/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3" name="Oval 975"/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4" name="Freeform 976"/>
            <p:cNvSpPr/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5" name="AutoShape 977"/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6" name="AutoShape 978"/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7" name="Oval 979"/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8" name="Oval 980"/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9" name="Oval 981"/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30" name="Rectangle 982"/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44" name="Group 590"/>
          <p:cNvGrpSpPr/>
          <p:nvPr/>
        </p:nvGrpSpPr>
        <p:grpSpPr bwMode="auto">
          <a:xfrm flipH="1">
            <a:off x="7980855" y="4900161"/>
            <a:ext cx="345630" cy="320302"/>
            <a:chOff x="2839" y="3501"/>
            <a:chExt cx="755" cy="803"/>
          </a:xfrm>
        </p:grpSpPr>
        <p:pic>
          <p:nvPicPr>
            <p:cNvPr id="367" name="Picture 591" descr="desktop_computer_stylized_medium"/>
            <p:cNvPicPr>
              <a:picLocks noChangeAspect="1" noChangeArrowheads="1"/>
            </p:cNvPicPr>
            <p:nvPr/>
          </p:nvPicPr>
          <p:blipFill>
            <a:blip r:embed="rId10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8" name="Freeform 592"/>
            <p:cNvSpPr/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147" name="Picture 1066" descr="laptop_keyboard"/>
          <p:cNvPicPr>
            <a:picLocks noChangeAspect="1" noChangeArrowheads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216586" y="6040274"/>
            <a:ext cx="253501" cy="1203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8" name="Freeform 1067"/>
          <p:cNvSpPr/>
          <p:nvPr/>
        </p:nvSpPr>
        <p:spPr bwMode="auto">
          <a:xfrm>
            <a:off x="9300597" y="5923494"/>
            <a:ext cx="204043" cy="157052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49" name="Picture 1068" descr="screen"/>
          <p:cNvPicPr>
            <a:picLocks noChangeAspect="1" noChangeArrowheads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10647" y="5927534"/>
            <a:ext cx="185412" cy="14291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0" name="Freeform 1069"/>
          <p:cNvSpPr/>
          <p:nvPr/>
        </p:nvSpPr>
        <p:spPr bwMode="auto">
          <a:xfrm>
            <a:off x="9337747" y="5918861"/>
            <a:ext cx="172878" cy="29225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1" name="Freeform 1070"/>
          <p:cNvSpPr/>
          <p:nvPr/>
        </p:nvSpPr>
        <p:spPr bwMode="auto">
          <a:xfrm>
            <a:off x="9298791" y="5918624"/>
            <a:ext cx="47990" cy="121650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2" name="Freeform 1071"/>
          <p:cNvSpPr/>
          <p:nvPr/>
        </p:nvSpPr>
        <p:spPr bwMode="auto">
          <a:xfrm>
            <a:off x="9457666" y="5940364"/>
            <a:ext cx="51716" cy="14042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3" name="Freeform 1072"/>
          <p:cNvSpPr/>
          <p:nvPr/>
        </p:nvSpPr>
        <p:spPr bwMode="auto">
          <a:xfrm>
            <a:off x="9298226" y="6034096"/>
            <a:ext cx="189702" cy="47401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4" name="Freeform 1073"/>
          <p:cNvSpPr/>
          <p:nvPr/>
        </p:nvSpPr>
        <p:spPr bwMode="auto">
          <a:xfrm>
            <a:off x="9463425" y="5941552"/>
            <a:ext cx="48442" cy="141014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5" name="Freeform 1074"/>
          <p:cNvSpPr/>
          <p:nvPr/>
        </p:nvSpPr>
        <p:spPr bwMode="auto">
          <a:xfrm>
            <a:off x="9298452" y="6040392"/>
            <a:ext cx="168700" cy="46807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56" name="Group 1075"/>
          <p:cNvGrpSpPr/>
          <p:nvPr/>
        </p:nvGrpSpPr>
        <p:grpSpPr bwMode="auto">
          <a:xfrm>
            <a:off x="9295629" y="6090407"/>
            <a:ext cx="57249" cy="27799"/>
            <a:chOff x="1740" y="2642"/>
            <a:chExt cx="752" cy="327"/>
          </a:xfrm>
        </p:grpSpPr>
        <p:sp>
          <p:nvSpPr>
            <p:cNvPr id="163" name="Freeform 1076"/>
            <p:cNvSpPr/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4" name="Freeform 1077"/>
            <p:cNvSpPr/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5" name="Freeform 1078"/>
            <p:cNvSpPr/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6" name="Freeform 1079"/>
            <p:cNvSpPr/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7" name="Freeform 1080"/>
            <p:cNvSpPr/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8" name="Freeform 1081"/>
            <p:cNvSpPr/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57" name="Freeform 1082"/>
          <p:cNvSpPr/>
          <p:nvPr/>
        </p:nvSpPr>
        <p:spPr bwMode="auto">
          <a:xfrm>
            <a:off x="9393642" y="6094565"/>
            <a:ext cx="69332" cy="61063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8" name="Freeform 1083"/>
          <p:cNvSpPr/>
          <p:nvPr/>
        </p:nvSpPr>
        <p:spPr bwMode="auto">
          <a:xfrm>
            <a:off x="9216699" y="6099436"/>
            <a:ext cx="177394" cy="55717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9" name="Freeform 1084"/>
          <p:cNvSpPr/>
          <p:nvPr/>
        </p:nvSpPr>
        <p:spPr bwMode="auto">
          <a:xfrm>
            <a:off x="9216812" y="6089219"/>
            <a:ext cx="1920" cy="11286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0" name="Freeform 1085"/>
          <p:cNvSpPr/>
          <p:nvPr/>
        </p:nvSpPr>
        <p:spPr bwMode="auto">
          <a:xfrm>
            <a:off x="9216925" y="6043244"/>
            <a:ext cx="82430" cy="46688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1" name="Freeform 1086"/>
          <p:cNvSpPr/>
          <p:nvPr/>
        </p:nvSpPr>
        <p:spPr bwMode="auto">
          <a:xfrm>
            <a:off x="9222458" y="6091595"/>
            <a:ext cx="168248" cy="53578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2" name="Freeform 1087"/>
          <p:cNvSpPr/>
          <p:nvPr/>
        </p:nvSpPr>
        <p:spPr bwMode="auto">
          <a:xfrm flipV="1">
            <a:off x="9390480" y="6087793"/>
            <a:ext cx="68654" cy="5547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490" name="Group 590"/>
          <p:cNvGrpSpPr/>
          <p:nvPr/>
        </p:nvGrpSpPr>
        <p:grpSpPr bwMode="auto">
          <a:xfrm flipH="1">
            <a:off x="8153909" y="5504657"/>
            <a:ext cx="345630" cy="320302"/>
            <a:chOff x="2839" y="3501"/>
            <a:chExt cx="755" cy="803"/>
          </a:xfrm>
        </p:grpSpPr>
        <p:pic>
          <p:nvPicPr>
            <p:cNvPr id="491" name="Picture 591" descr="desktop_computer_stylized_medium"/>
            <p:cNvPicPr>
              <a:picLocks noChangeAspect="1" noChangeArrowheads="1"/>
            </p:cNvPicPr>
            <p:nvPr/>
          </p:nvPicPr>
          <p:blipFill>
            <a:blip r:embed="rId10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2" name="Freeform 592"/>
            <p:cNvSpPr/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493" name="Group 590"/>
          <p:cNvGrpSpPr/>
          <p:nvPr/>
        </p:nvGrpSpPr>
        <p:grpSpPr bwMode="auto">
          <a:xfrm flipH="1">
            <a:off x="8552134" y="5526130"/>
            <a:ext cx="345630" cy="320302"/>
            <a:chOff x="2839" y="3501"/>
            <a:chExt cx="755" cy="803"/>
          </a:xfrm>
        </p:grpSpPr>
        <p:pic>
          <p:nvPicPr>
            <p:cNvPr id="494" name="Picture 591" descr="desktop_computer_stylized_medium"/>
            <p:cNvPicPr>
              <a:picLocks noChangeAspect="1" noChangeArrowheads="1"/>
            </p:cNvPicPr>
            <p:nvPr/>
          </p:nvPicPr>
          <p:blipFill>
            <a:blip r:embed="rId10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5" name="Freeform 592"/>
            <p:cNvSpPr/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498" name="Picture 1066" descr="laptop_keyboard"/>
          <p:cNvPicPr>
            <a:picLocks noChangeAspect="1" noChangeArrowheads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550087" y="5949454"/>
            <a:ext cx="260920" cy="99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99" name="Freeform 1067"/>
          <p:cNvSpPr/>
          <p:nvPr/>
        </p:nvSpPr>
        <p:spPr bwMode="auto">
          <a:xfrm>
            <a:off x="9636557" y="5853324"/>
            <a:ext cx="210015" cy="129281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500" name="Picture 1068" descr="screen"/>
          <p:cNvPicPr>
            <a:picLocks noChangeAspect="1" noChangeArrowheads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646901" y="5856649"/>
            <a:ext cx="190838" cy="1176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01" name="Freeform 1069"/>
          <p:cNvSpPr/>
          <p:nvPr/>
        </p:nvSpPr>
        <p:spPr bwMode="auto">
          <a:xfrm>
            <a:off x="9674794" y="5849510"/>
            <a:ext cx="177937" cy="24057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2" name="Freeform 1070"/>
          <p:cNvSpPr/>
          <p:nvPr/>
        </p:nvSpPr>
        <p:spPr bwMode="auto">
          <a:xfrm>
            <a:off x="9634698" y="5849315"/>
            <a:ext cx="49395" cy="100139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3" name="Freeform 1071"/>
          <p:cNvSpPr/>
          <p:nvPr/>
        </p:nvSpPr>
        <p:spPr bwMode="auto">
          <a:xfrm>
            <a:off x="9798223" y="5867211"/>
            <a:ext cx="53230" cy="11559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4" name="Freeform 1072"/>
          <p:cNvSpPr/>
          <p:nvPr/>
        </p:nvSpPr>
        <p:spPr bwMode="auto">
          <a:xfrm>
            <a:off x="9634116" y="5944369"/>
            <a:ext cx="195254" cy="39019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5" name="Freeform 1073"/>
          <p:cNvSpPr/>
          <p:nvPr/>
        </p:nvSpPr>
        <p:spPr bwMode="auto">
          <a:xfrm>
            <a:off x="9804150" y="5868189"/>
            <a:ext cx="49860" cy="116079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6" name="Freeform 1074"/>
          <p:cNvSpPr/>
          <p:nvPr/>
        </p:nvSpPr>
        <p:spPr bwMode="auto">
          <a:xfrm>
            <a:off x="9634349" y="5949552"/>
            <a:ext cx="173637" cy="38530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507" name="Group 1075"/>
          <p:cNvGrpSpPr/>
          <p:nvPr/>
        </p:nvGrpSpPr>
        <p:grpSpPr bwMode="auto">
          <a:xfrm>
            <a:off x="9631443" y="5990722"/>
            <a:ext cx="58925" cy="22883"/>
            <a:chOff x="1740" y="2642"/>
            <a:chExt cx="752" cy="327"/>
          </a:xfrm>
        </p:grpSpPr>
        <p:sp>
          <p:nvSpPr>
            <p:cNvPr id="514" name="Freeform 1076"/>
            <p:cNvSpPr/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5" name="Freeform 1077"/>
            <p:cNvSpPr/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6" name="Freeform 1078"/>
            <p:cNvSpPr/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7" name="Freeform 1079"/>
            <p:cNvSpPr/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8" name="Freeform 1080"/>
            <p:cNvSpPr/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9" name="Freeform 1081"/>
            <p:cNvSpPr/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508" name="Freeform 1082"/>
          <p:cNvSpPr/>
          <p:nvPr/>
        </p:nvSpPr>
        <p:spPr bwMode="auto">
          <a:xfrm>
            <a:off x="9732325" y="5994145"/>
            <a:ext cx="71361" cy="50265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9" name="Freeform 1083"/>
          <p:cNvSpPr/>
          <p:nvPr/>
        </p:nvSpPr>
        <p:spPr bwMode="auto">
          <a:xfrm>
            <a:off x="9550204" y="5998154"/>
            <a:ext cx="182586" cy="4586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0" name="Freeform 1084"/>
          <p:cNvSpPr/>
          <p:nvPr/>
        </p:nvSpPr>
        <p:spPr bwMode="auto">
          <a:xfrm>
            <a:off x="9550320" y="5989744"/>
            <a:ext cx="1976" cy="9290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1" name="Freeform 1085"/>
          <p:cNvSpPr/>
          <p:nvPr/>
        </p:nvSpPr>
        <p:spPr bwMode="auto">
          <a:xfrm>
            <a:off x="9550436" y="5951899"/>
            <a:ext cx="84843" cy="38432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2" name="Freeform 1086"/>
          <p:cNvSpPr/>
          <p:nvPr/>
        </p:nvSpPr>
        <p:spPr bwMode="auto">
          <a:xfrm>
            <a:off x="9556131" y="5991700"/>
            <a:ext cx="173172" cy="4410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3" name="Freeform 1087"/>
          <p:cNvSpPr/>
          <p:nvPr/>
        </p:nvSpPr>
        <p:spPr bwMode="auto">
          <a:xfrm flipV="1">
            <a:off x="9729071" y="5988571"/>
            <a:ext cx="70663" cy="4566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72" name="Group 983"/>
          <p:cNvGrpSpPr/>
          <p:nvPr/>
        </p:nvGrpSpPr>
        <p:grpSpPr bwMode="auto">
          <a:xfrm>
            <a:off x="10017877" y="5636388"/>
            <a:ext cx="171450" cy="348944"/>
            <a:chOff x="4140" y="429"/>
            <a:chExt cx="1425" cy="2396"/>
          </a:xfrm>
        </p:grpSpPr>
        <p:sp>
          <p:nvSpPr>
            <p:cNvPr id="175" name="Freeform 984"/>
            <p:cNvSpPr/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6" name="Rectangle 985"/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7" name="Freeform 986"/>
            <p:cNvSpPr/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8" name="Freeform 987"/>
            <p:cNvSpPr/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9" name="Rectangle 988"/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0" name="Group 989"/>
            <p:cNvGrpSpPr/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05" name="AutoShape 990"/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6" name="AutoShape 991"/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1" name="Rectangle 992"/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2" name="Group 993"/>
            <p:cNvGrpSpPr/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03" name="AutoShape 994"/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4" name="AutoShape 995"/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3" name="Rectangle 996"/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4" name="Rectangle 997"/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5" name="Group 998"/>
            <p:cNvGrpSpPr/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01" name="AutoShape 999"/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2" name="AutoShape 1000"/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6" name="Freeform 1001"/>
            <p:cNvSpPr/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87" name="Group 1002"/>
            <p:cNvGrpSpPr/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9" name="AutoShape 1003"/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0" name="AutoShape 1004"/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8" name="Rectangle 1005"/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9" name="Freeform 1006"/>
            <p:cNvSpPr/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0" name="Freeform 1007"/>
            <p:cNvSpPr/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1" name="Oval 1008"/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2" name="Freeform 1009"/>
            <p:cNvSpPr/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3" name="AutoShape 1010"/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4" name="AutoShape 1011"/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5" name="Oval 1012"/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6" name="Oval 1013"/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7" name="Oval 1014"/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8" name="Rectangle 1015"/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487" name="Group 590"/>
          <p:cNvGrpSpPr/>
          <p:nvPr/>
        </p:nvGrpSpPr>
        <p:grpSpPr bwMode="auto">
          <a:xfrm flipH="1">
            <a:off x="7773981" y="5281060"/>
            <a:ext cx="345630" cy="320302"/>
            <a:chOff x="2839" y="3501"/>
            <a:chExt cx="755" cy="803"/>
          </a:xfrm>
        </p:grpSpPr>
        <p:pic>
          <p:nvPicPr>
            <p:cNvPr id="488" name="Picture 591" descr="desktop_computer_stylized_medium"/>
            <p:cNvPicPr>
              <a:picLocks noChangeAspect="1" noChangeArrowheads="1"/>
            </p:cNvPicPr>
            <p:nvPr/>
          </p:nvPicPr>
          <p:blipFill>
            <a:blip r:embed="rId10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89" name="Freeform 592"/>
            <p:cNvSpPr/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0" name="Group 19"/>
          <p:cNvGrpSpPr/>
          <p:nvPr/>
        </p:nvGrpSpPr>
        <p:grpSpPr>
          <a:xfrm>
            <a:off x="7439074" y="1859725"/>
            <a:ext cx="4144321" cy="4127477"/>
            <a:chOff x="7439074" y="1859725"/>
            <a:chExt cx="4144321" cy="4127477"/>
          </a:xfrm>
        </p:grpSpPr>
        <p:grpSp>
          <p:nvGrpSpPr>
            <p:cNvPr id="15" name="Group 14"/>
            <p:cNvGrpSpPr/>
            <p:nvPr/>
          </p:nvGrpSpPr>
          <p:grpSpPr>
            <a:xfrm>
              <a:off x="7439074" y="1859725"/>
              <a:ext cx="1802647" cy="1120859"/>
              <a:chOff x="7439074" y="1859725"/>
              <a:chExt cx="1802647" cy="1120859"/>
            </a:xfrm>
          </p:grpSpPr>
          <p:pic>
            <p:nvPicPr>
              <p:cNvPr id="242" name="Picture 799" descr="cell_tower_radiation copy"/>
              <p:cNvPicPr>
                <a:picLocks noChangeAspect="1" noChangeArrowheads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80866" y="2158167"/>
                <a:ext cx="457200" cy="3327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39" name="Line 426"/>
              <p:cNvSpPr>
                <a:spLocks noChangeShapeType="1"/>
              </p:cNvSpPr>
              <p:nvPr/>
            </p:nvSpPr>
            <p:spPr bwMode="auto">
              <a:xfrm>
                <a:off x="8207860" y="2700359"/>
                <a:ext cx="227964" cy="17435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241" name="Group 783"/>
              <p:cNvGrpSpPr/>
              <p:nvPr/>
            </p:nvGrpSpPr>
            <p:grpSpPr bwMode="auto">
              <a:xfrm>
                <a:off x="8050698" y="2309376"/>
                <a:ext cx="298450" cy="464008"/>
                <a:chOff x="3130" y="3288"/>
                <a:chExt cx="410" cy="742"/>
              </a:xfrm>
            </p:grpSpPr>
            <p:sp>
              <p:nvSpPr>
                <p:cNvPr id="244" name="Line 270"/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5" name="Line 271"/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6" name="Line 272"/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7" name="Line 273"/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8" name="Line 274"/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9" name="Line 275"/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0" name="Line 276"/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1" name="Line 277"/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2" name="Line 278"/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3" name="Line 279"/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4" name="Line 280"/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5" name="Line 281"/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6" name="Line 282"/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7" name="Line 283"/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8" name="Line 284"/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07" name="Group 406"/>
              <p:cNvGrpSpPr/>
              <p:nvPr/>
            </p:nvGrpSpPr>
            <p:grpSpPr>
              <a:xfrm>
                <a:off x="8439827" y="2812309"/>
                <a:ext cx="353678" cy="168275"/>
                <a:chOff x="7493876" y="2774731"/>
                <a:chExt cx="1481958" cy="894622"/>
              </a:xfrm>
            </p:grpSpPr>
            <p:sp>
              <p:nvSpPr>
                <p:cNvPr id="408" name="Freeform 407"/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-1" fmla="*/ 8187558 w 8187558"/>
                    <a:gd name="connsiteY0-2" fmla="*/ 0 h 2617076"/>
                    <a:gd name="connsiteX1-3" fmla="*/ 8187558 w 8187558"/>
                    <a:gd name="connsiteY1-4" fmla="*/ 1271752 h 2617076"/>
                    <a:gd name="connsiteX2-5" fmla="*/ 4025462 w 8187558"/>
                    <a:gd name="connsiteY2-6" fmla="*/ 2617076 h 2617076"/>
                    <a:gd name="connsiteX3-7" fmla="*/ 0 w 8187558"/>
                    <a:gd name="connsiteY3-8" fmla="*/ 1229711 h 2617076"/>
                    <a:gd name="connsiteX4-9" fmla="*/ 31531 w 8187558"/>
                    <a:gd name="connsiteY4-10" fmla="*/ 147145 h 2617076"/>
                    <a:gd name="connsiteX5-11" fmla="*/ 4046482 w 8187558"/>
                    <a:gd name="connsiteY5-12" fmla="*/ 1576552 h 2617076"/>
                    <a:gd name="connsiteX6-13" fmla="*/ 8187558 w 8187558"/>
                    <a:gd name="connsiteY6-14" fmla="*/ 0 h 2617076"/>
                    <a:gd name="connsiteX0-15" fmla="*/ 8187558 w 8187558"/>
                    <a:gd name="connsiteY0-16" fmla="*/ 0 h 2617076"/>
                    <a:gd name="connsiteX1-17" fmla="*/ 8187558 w 8187558"/>
                    <a:gd name="connsiteY1-18" fmla="*/ 1271752 h 2617076"/>
                    <a:gd name="connsiteX2-19" fmla="*/ 4025462 w 8187558"/>
                    <a:gd name="connsiteY2-20" fmla="*/ 2617076 h 2617076"/>
                    <a:gd name="connsiteX3-21" fmla="*/ 0 w 8187558"/>
                    <a:gd name="connsiteY3-22" fmla="*/ 1229711 h 2617076"/>
                    <a:gd name="connsiteX4-23" fmla="*/ 31531 w 8187558"/>
                    <a:gd name="connsiteY4-24" fmla="*/ 147145 h 2617076"/>
                    <a:gd name="connsiteX5-25" fmla="*/ 4046482 w 8187558"/>
                    <a:gd name="connsiteY5-26" fmla="*/ 1576552 h 2617076"/>
                    <a:gd name="connsiteX6-27" fmla="*/ 8187558 w 8187558"/>
                    <a:gd name="connsiteY6-28" fmla="*/ 0 h 2617076"/>
                    <a:gd name="connsiteX0-29" fmla="*/ 8187558 w 8187558"/>
                    <a:gd name="connsiteY0-30" fmla="*/ 0 h 2617076"/>
                    <a:gd name="connsiteX1-31" fmla="*/ 8187558 w 8187558"/>
                    <a:gd name="connsiteY1-32" fmla="*/ 1271752 h 2617076"/>
                    <a:gd name="connsiteX2-33" fmla="*/ 4025462 w 8187558"/>
                    <a:gd name="connsiteY2-34" fmla="*/ 2617076 h 2617076"/>
                    <a:gd name="connsiteX3-35" fmla="*/ 0 w 8187558"/>
                    <a:gd name="connsiteY3-36" fmla="*/ 1229711 h 2617076"/>
                    <a:gd name="connsiteX4-37" fmla="*/ 31531 w 8187558"/>
                    <a:gd name="connsiteY4-38" fmla="*/ 147145 h 2617076"/>
                    <a:gd name="connsiteX5-39" fmla="*/ 4046482 w 8187558"/>
                    <a:gd name="connsiteY5-40" fmla="*/ 1576552 h 2617076"/>
                    <a:gd name="connsiteX6-41" fmla="*/ 8187558 w 8187558"/>
                    <a:gd name="connsiteY6-42" fmla="*/ 0 h 2617076"/>
                    <a:gd name="connsiteX0-43" fmla="*/ 8187558 w 8187558"/>
                    <a:gd name="connsiteY0-44" fmla="*/ 0 h 2617076"/>
                    <a:gd name="connsiteX1-45" fmla="*/ 8187558 w 8187558"/>
                    <a:gd name="connsiteY1-46" fmla="*/ 1271752 h 2617076"/>
                    <a:gd name="connsiteX2-47" fmla="*/ 4025462 w 8187558"/>
                    <a:gd name="connsiteY2-48" fmla="*/ 2617076 h 2617076"/>
                    <a:gd name="connsiteX3-49" fmla="*/ 0 w 8187558"/>
                    <a:gd name="connsiteY3-50" fmla="*/ 1229711 h 2617076"/>
                    <a:gd name="connsiteX4-51" fmla="*/ 31531 w 8187558"/>
                    <a:gd name="connsiteY4-52" fmla="*/ 147145 h 2617076"/>
                    <a:gd name="connsiteX5-53" fmla="*/ 4046482 w 8187558"/>
                    <a:gd name="connsiteY5-54" fmla="*/ 1576552 h 2617076"/>
                    <a:gd name="connsiteX6-55" fmla="*/ 8187558 w 8187558"/>
                    <a:gd name="connsiteY6-56" fmla="*/ 0 h 2617076"/>
                    <a:gd name="connsiteX0-57" fmla="*/ 8187558 w 8187558"/>
                    <a:gd name="connsiteY0-58" fmla="*/ 0 h 2617076"/>
                    <a:gd name="connsiteX1-59" fmla="*/ 8187558 w 8187558"/>
                    <a:gd name="connsiteY1-60" fmla="*/ 1271752 h 2617076"/>
                    <a:gd name="connsiteX2-61" fmla="*/ 4025462 w 8187558"/>
                    <a:gd name="connsiteY2-62" fmla="*/ 2617076 h 2617076"/>
                    <a:gd name="connsiteX3-63" fmla="*/ 0 w 8187558"/>
                    <a:gd name="connsiteY3-64" fmla="*/ 1229711 h 2617076"/>
                    <a:gd name="connsiteX4-65" fmla="*/ 31531 w 8187558"/>
                    <a:gd name="connsiteY4-66" fmla="*/ 147145 h 2617076"/>
                    <a:gd name="connsiteX5-67" fmla="*/ 4046482 w 8187558"/>
                    <a:gd name="connsiteY5-68" fmla="*/ 1576552 h 2617076"/>
                    <a:gd name="connsiteX6-69" fmla="*/ 8187558 w 8187558"/>
                    <a:gd name="connsiteY6-70" fmla="*/ 0 h 2617076"/>
                    <a:gd name="connsiteX0-71" fmla="*/ 8187558 w 8187558"/>
                    <a:gd name="connsiteY0-72" fmla="*/ 0 h 2617076"/>
                    <a:gd name="connsiteX1-73" fmla="*/ 8187558 w 8187558"/>
                    <a:gd name="connsiteY1-74" fmla="*/ 1271752 h 2617076"/>
                    <a:gd name="connsiteX2-75" fmla="*/ 4025462 w 8187558"/>
                    <a:gd name="connsiteY2-76" fmla="*/ 2617076 h 2617076"/>
                    <a:gd name="connsiteX3-77" fmla="*/ 0 w 8187558"/>
                    <a:gd name="connsiteY3-78" fmla="*/ 1229711 h 2617076"/>
                    <a:gd name="connsiteX4-79" fmla="*/ 31531 w 8187558"/>
                    <a:gd name="connsiteY4-80" fmla="*/ 147145 h 2617076"/>
                    <a:gd name="connsiteX5-81" fmla="*/ 4046482 w 8187558"/>
                    <a:gd name="connsiteY5-82" fmla="*/ 1576552 h 2617076"/>
                    <a:gd name="connsiteX6-83" fmla="*/ 8187558 w 8187558"/>
                    <a:gd name="connsiteY6-84" fmla="*/ 0 h 2617076"/>
                    <a:gd name="connsiteX0-85" fmla="*/ 8187558 w 8187558"/>
                    <a:gd name="connsiteY0-86" fmla="*/ 0 h 2638097"/>
                    <a:gd name="connsiteX1-87" fmla="*/ 8187558 w 8187558"/>
                    <a:gd name="connsiteY1-88" fmla="*/ 1271752 h 2638097"/>
                    <a:gd name="connsiteX2-89" fmla="*/ 4099035 w 8187558"/>
                    <a:gd name="connsiteY2-90" fmla="*/ 2638097 h 2638097"/>
                    <a:gd name="connsiteX3-91" fmla="*/ 0 w 8187558"/>
                    <a:gd name="connsiteY3-92" fmla="*/ 1229711 h 2638097"/>
                    <a:gd name="connsiteX4-93" fmla="*/ 31531 w 8187558"/>
                    <a:gd name="connsiteY4-94" fmla="*/ 147145 h 2638097"/>
                    <a:gd name="connsiteX5-95" fmla="*/ 4046482 w 8187558"/>
                    <a:gd name="connsiteY5-96" fmla="*/ 1576552 h 2638097"/>
                    <a:gd name="connsiteX6-97" fmla="*/ 8187558 w 8187558"/>
                    <a:gd name="connsiteY6-98" fmla="*/ 0 h 2638097"/>
                    <a:gd name="connsiteX0-99" fmla="*/ 8187558 w 8187558"/>
                    <a:gd name="connsiteY0-100" fmla="*/ 0 h 2638097"/>
                    <a:gd name="connsiteX1-101" fmla="*/ 8187558 w 8187558"/>
                    <a:gd name="connsiteY1-102" fmla="*/ 1271752 h 2638097"/>
                    <a:gd name="connsiteX2-103" fmla="*/ 4099035 w 8187558"/>
                    <a:gd name="connsiteY2-104" fmla="*/ 2638097 h 2638097"/>
                    <a:gd name="connsiteX3-105" fmla="*/ 0 w 8187558"/>
                    <a:gd name="connsiteY3-106" fmla="*/ 1229711 h 2638097"/>
                    <a:gd name="connsiteX4-107" fmla="*/ 31531 w 8187558"/>
                    <a:gd name="connsiteY4-108" fmla="*/ 147145 h 2638097"/>
                    <a:gd name="connsiteX5-109" fmla="*/ 4046482 w 8187558"/>
                    <a:gd name="connsiteY5-110" fmla="*/ 1576552 h 2638097"/>
                    <a:gd name="connsiteX6-111" fmla="*/ 8187558 w 8187558"/>
                    <a:gd name="connsiteY6-112" fmla="*/ 0 h 2638097"/>
                    <a:gd name="connsiteX0-113" fmla="*/ 8187558 w 8187558"/>
                    <a:gd name="connsiteY0-114" fmla="*/ 0 h 2638097"/>
                    <a:gd name="connsiteX1-115" fmla="*/ 8187558 w 8187558"/>
                    <a:gd name="connsiteY1-116" fmla="*/ 1271752 h 2638097"/>
                    <a:gd name="connsiteX2-117" fmla="*/ 4099035 w 8187558"/>
                    <a:gd name="connsiteY2-118" fmla="*/ 2638097 h 2638097"/>
                    <a:gd name="connsiteX3-119" fmla="*/ 0 w 8187558"/>
                    <a:gd name="connsiteY3-120" fmla="*/ 1229711 h 2638097"/>
                    <a:gd name="connsiteX4-121" fmla="*/ 31531 w 8187558"/>
                    <a:gd name="connsiteY4-122" fmla="*/ 147145 h 2638097"/>
                    <a:gd name="connsiteX5-123" fmla="*/ 4046482 w 8187558"/>
                    <a:gd name="connsiteY5-124" fmla="*/ 1576552 h 2638097"/>
                    <a:gd name="connsiteX6-125" fmla="*/ 8187558 w 8187558"/>
                    <a:gd name="connsiteY6-126" fmla="*/ 0 h 2638097"/>
                    <a:gd name="connsiteX0-127" fmla="*/ 8187558 w 8187558"/>
                    <a:gd name="connsiteY0-128" fmla="*/ 0 h 2638097"/>
                    <a:gd name="connsiteX1-129" fmla="*/ 8187558 w 8187558"/>
                    <a:gd name="connsiteY1-130" fmla="*/ 1271752 h 2638097"/>
                    <a:gd name="connsiteX2-131" fmla="*/ 4099035 w 8187558"/>
                    <a:gd name="connsiteY2-132" fmla="*/ 2638097 h 2638097"/>
                    <a:gd name="connsiteX3-133" fmla="*/ 0 w 8187558"/>
                    <a:gd name="connsiteY3-134" fmla="*/ 1229711 h 2638097"/>
                    <a:gd name="connsiteX4-135" fmla="*/ 31531 w 8187558"/>
                    <a:gd name="connsiteY4-136" fmla="*/ 147145 h 2638097"/>
                    <a:gd name="connsiteX5-137" fmla="*/ 4046482 w 8187558"/>
                    <a:gd name="connsiteY5-138" fmla="*/ 1576552 h 2638097"/>
                    <a:gd name="connsiteX6-139" fmla="*/ 8187558 w 8187558"/>
                    <a:gd name="connsiteY6-140" fmla="*/ 0 h 2638097"/>
                    <a:gd name="connsiteX0-141" fmla="*/ 8187558 w 8187558"/>
                    <a:gd name="connsiteY0-142" fmla="*/ 0 h 2638097"/>
                    <a:gd name="connsiteX1-143" fmla="*/ 8187558 w 8187558"/>
                    <a:gd name="connsiteY1-144" fmla="*/ 1271752 h 2638097"/>
                    <a:gd name="connsiteX2-145" fmla="*/ 4099035 w 8187558"/>
                    <a:gd name="connsiteY2-146" fmla="*/ 2638097 h 2638097"/>
                    <a:gd name="connsiteX3-147" fmla="*/ 0 w 8187558"/>
                    <a:gd name="connsiteY3-148" fmla="*/ 1229711 h 2638097"/>
                    <a:gd name="connsiteX4-149" fmla="*/ 31531 w 8187558"/>
                    <a:gd name="connsiteY4-150" fmla="*/ 147145 h 2638097"/>
                    <a:gd name="connsiteX5-151" fmla="*/ 4088524 w 8187558"/>
                    <a:gd name="connsiteY5-152" fmla="*/ 1597573 h 2638097"/>
                    <a:gd name="connsiteX6-153" fmla="*/ 8187558 w 8187558"/>
                    <a:gd name="connsiteY6-154" fmla="*/ 0 h 2638097"/>
                    <a:gd name="connsiteX0-155" fmla="*/ 8187558 w 8187558"/>
                    <a:gd name="connsiteY0-156" fmla="*/ 0 h 2638097"/>
                    <a:gd name="connsiteX1-157" fmla="*/ 8187558 w 8187558"/>
                    <a:gd name="connsiteY1-158" fmla="*/ 1271752 h 2638097"/>
                    <a:gd name="connsiteX2-159" fmla="*/ 4099035 w 8187558"/>
                    <a:gd name="connsiteY2-160" fmla="*/ 2638097 h 2638097"/>
                    <a:gd name="connsiteX3-161" fmla="*/ 0 w 8187558"/>
                    <a:gd name="connsiteY3-162" fmla="*/ 1229711 h 2638097"/>
                    <a:gd name="connsiteX4-163" fmla="*/ 31531 w 8187558"/>
                    <a:gd name="connsiteY4-164" fmla="*/ 147145 h 2638097"/>
                    <a:gd name="connsiteX5-165" fmla="*/ 4088524 w 8187558"/>
                    <a:gd name="connsiteY5-166" fmla="*/ 1597573 h 2638097"/>
                    <a:gd name="connsiteX6-167" fmla="*/ 8187558 w 8187558"/>
                    <a:gd name="connsiteY6-168" fmla="*/ 0 h 2638097"/>
                    <a:gd name="connsiteX0-169" fmla="*/ 8187558 w 8187558"/>
                    <a:gd name="connsiteY0-170" fmla="*/ 0 h 2638097"/>
                    <a:gd name="connsiteX1-171" fmla="*/ 8187558 w 8187558"/>
                    <a:gd name="connsiteY1-172" fmla="*/ 1271752 h 2638097"/>
                    <a:gd name="connsiteX2-173" fmla="*/ 4099035 w 8187558"/>
                    <a:gd name="connsiteY2-174" fmla="*/ 2638097 h 2638097"/>
                    <a:gd name="connsiteX3-175" fmla="*/ 0 w 8187558"/>
                    <a:gd name="connsiteY3-176" fmla="*/ 1229711 h 2638097"/>
                    <a:gd name="connsiteX4-177" fmla="*/ 31531 w 8187558"/>
                    <a:gd name="connsiteY4-178" fmla="*/ 147145 h 2638097"/>
                    <a:gd name="connsiteX5-179" fmla="*/ 4099035 w 8187558"/>
                    <a:gd name="connsiteY5-180" fmla="*/ 1566042 h 2638097"/>
                    <a:gd name="connsiteX6-181" fmla="*/ 8187558 w 8187558"/>
                    <a:gd name="connsiteY6-182" fmla="*/ 0 h 2638097"/>
                    <a:gd name="connsiteX0-183" fmla="*/ 8187558 w 8187558"/>
                    <a:gd name="connsiteY0-184" fmla="*/ 0 h 2638097"/>
                    <a:gd name="connsiteX1-185" fmla="*/ 8187558 w 8187558"/>
                    <a:gd name="connsiteY1-186" fmla="*/ 1271752 h 2638097"/>
                    <a:gd name="connsiteX2-187" fmla="*/ 4099035 w 8187558"/>
                    <a:gd name="connsiteY2-188" fmla="*/ 2638097 h 2638097"/>
                    <a:gd name="connsiteX3-189" fmla="*/ 0 w 8187558"/>
                    <a:gd name="connsiteY3-190" fmla="*/ 1229711 h 2638097"/>
                    <a:gd name="connsiteX4-191" fmla="*/ 31531 w 8187558"/>
                    <a:gd name="connsiteY4-192" fmla="*/ 147145 h 2638097"/>
                    <a:gd name="connsiteX5-193" fmla="*/ 4099035 w 8187558"/>
                    <a:gd name="connsiteY5-194" fmla="*/ 1566042 h 2638097"/>
                    <a:gd name="connsiteX6-195" fmla="*/ 8187558 w 8187558"/>
                    <a:gd name="connsiteY6-196" fmla="*/ 0 h 2638097"/>
                    <a:gd name="connsiteX0-197" fmla="*/ 8187558 w 8187558"/>
                    <a:gd name="connsiteY0-198" fmla="*/ 0 h 2638097"/>
                    <a:gd name="connsiteX1-199" fmla="*/ 8187558 w 8187558"/>
                    <a:gd name="connsiteY1-200" fmla="*/ 1271752 h 2638097"/>
                    <a:gd name="connsiteX2-201" fmla="*/ 4099035 w 8187558"/>
                    <a:gd name="connsiteY2-202" fmla="*/ 2638097 h 2638097"/>
                    <a:gd name="connsiteX3-203" fmla="*/ 0 w 8187558"/>
                    <a:gd name="connsiteY3-204" fmla="*/ 1229711 h 2638097"/>
                    <a:gd name="connsiteX4-205" fmla="*/ 31531 w 8187558"/>
                    <a:gd name="connsiteY4-206" fmla="*/ 147145 h 2638097"/>
                    <a:gd name="connsiteX5-207" fmla="*/ 4099035 w 8187558"/>
                    <a:gd name="connsiteY5-208" fmla="*/ 1566042 h 2638097"/>
                    <a:gd name="connsiteX6-209" fmla="*/ 8187558 w 8187558"/>
                    <a:gd name="connsiteY6-210" fmla="*/ 0 h 2638097"/>
                    <a:gd name="connsiteX0-211" fmla="*/ 8187558 w 8187558"/>
                    <a:gd name="connsiteY0-212" fmla="*/ 0 h 2638097"/>
                    <a:gd name="connsiteX1-213" fmla="*/ 8187558 w 8187558"/>
                    <a:gd name="connsiteY1-214" fmla="*/ 1271752 h 2638097"/>
                    <a:gd name="connsiteX2-215" fmla="*/ 4099035 w 8187558"/>
                    <a:gd name="connsiteY2-216" fmla="*/ 2638097 h 2638097"/>
                    <a:gd name="connsiteX3-217" fmla="*/ 0 w 8187558"/>
                    <a:gd name="connsiteY3-218" fmla="*/ 1229711 h 2638097"/>
                    <a:gd name="connsiteX4-219" fmla="*/ 31531 w 8187558"/>
                    <a:gd name="connsiteY4-220" fmla="*/ 147145 h 2638097"/>
                    <a:gd name="connsiteX5-221" fmla="*/ 4099035 w 8187558"/>
                    <a:gd name="connsiteY5-222" fmla="*/ 1566042 h 2638097"/>
                    <a:gd name="connsiteX6-223" fmla="*/ 8187558 w 8187558"/>
                    <a:gd name="connsiteY6-224" fmla="*/ 0 h 2638097"/>
                    <a:gd name="connsiteX0-225" fmla="*/ 8187558 w 8187558"/>
                    <a:gd name="connsiteY0-226" fmla="*/ 0 h 2638097"/>
                    <a:gd name="connsiteX1-227" fmla="*/ 8187558 w 8187558"/>
                    <a:gd name="connsiteY1-228" fmla="*/ 1271752 h 2638097"/>
                    <a:gd name="connsiteX2-229" fmla="*/ 4099035 w 8187558"/>
                    <a:gd name="connsiteY2-230" fmla="*/ 2638097 h 2638097"/>
                    <a:gd name="connsiteX3-231" fmla="*/ 0 w 8187558"/>
                    <a:gd name="connsiteY3-232" fmla="*/ 1229711 h 2638097"/>
                    <a:gd name="connsiteX4-233" fmla="*/ 31531 w 8187558"/>
                    <a:gd name="connsiteY4-234" fmla="*/ 147145 h 2638097"/>
                    <a:gd name="connsiteX5-235" fmla="*/ 4099035 w 8187558"/>
                    <a:gd name="connsiteY5-236" fmla="*/ 1566042 h 2638097"/>
                    <a:gd name="connsiteX6-237" fmla="*/ 8187558 w 8187558"/>
                    <a:gd name="connsiteY6-238" fmla="*/ 0 h 2638097"/>
                    <a:gd name="connsiteX0-239" fmla="*/ 8187558 w 8187558"/>
                    <a:gd name="connsiteY0-240" fmla="*/ 0 h 2638097"/>
                    <a:gd name="connsiteX1-241" fmla="*/ 8187558 w 8187558"/>
                    <a:gd name="connsiteY1-242" fmla="*/ 1271752 h 2638097"/>
                    <a:gd name="connsiteX2-243" fmla="*/ 4099035 w 8187558"/>
                    <a:gd name="connsiteY2-244" fmla="*/ 2638097 h 2638097"/>
                    <a:gd name="connsiteX3-245" fmla="*/ 0 w 8187558"/>
                    <a:gd name="connsiteY3-246" fmla="*/ 1229711 h 2638097"/>
                    <a:gd name="connsiteX4-247" fmla="*/ 31531 w 8187558"/>
                    <a:gd name="connsiteY4-248" fmla="*/ 147145 h 2638097"/>
                    <a:gd name="connsiteX5-249" fmla="*/ 4099035 w 8187558"/>
                    <a:gd name="connsiteY5-250" fmla="*/ 1566042 h 2638097"/>
                    <a:gd name="connsiteX6-251" fmla="*/ 8187558 w 8187558"/>
                    <a:gd name="connsiteY6-252" fmla="*/ 0 h 2638097"/>
                    <a:gd name="connsiteX0-253" fmla="*/ 8187558 w 8187558"/>
                    <a:gd name="connsiteY0-254" fmla="*/ 0 h 2638097"/>
                    <a:gd name="connsiteX1-255" fmla="*/ 8187558 w 8187558"/>
                    <a:gd name="connsiteY1-256" fmla="*/ 1271752 h 2638097"/>
                    <a:gd name="connsiteX2-257" fmla="*/ 4099035 w 8187558"/>
                    <a:gd name="connsiteY2-258" fmla="*/ 2638097 h 2638097"/>
                    <a:gd name="connsiteX3-259" fmla="*/ 0 w 8187558"/>
                    <a:gd name="connsiteY3-260" fmla="*/ 1229711 h 2638097"/>
                    <a:gd name="connsiteX4-261" fmla="*/ 31531 w 8187558"/>
                    <a:gd name="connsiteY4-262" fmla="*/ 147145 h 2638097"/>
                    <a:gd name="connsiteX5-263" fmla="*/ 4099035 w 8187558"/>
                    <a:gd name="connsiteY5-264" fmla="*/ 1566042 h 2638097"/>
                    <a:gd name="connsiteX6-265" fmla="*/ 8187558 w 8187558"/>
                    <a:gd name="connsiteY6-266" fmla="*/ 0 h 2638097"/>
                    <a:gd name="connsiteX0-267" fmla="*/ 8187558 w 8187558"/>
                    <a:gd name="connsiteY0-268" fmla="*/ 0 h 2638097"/>
                    <a:gd name="connsiteX1-269" fmla="*/ 8187558 w 8187558"/>
                    <a:gd name="connsiteY1-270" fmla="*/ 1271752 h 2638097"/>
                    <a:gd name="connsiteX2-271" fmla="*/ 4099035 w 8187558"/>
                    <a:gd name="connsiteY2-272" fmla="*/ 2638097 h 2638097"/>
                    <a:gd name="connsiteX3-273" fmla="*/ 0 w 8187558"/>
                    <a:gd name="connsiteY3-274" fmla="*/ 1229711 h 2638097"/>
                    <a:gd name="connsiteX4-275" fmla="*/ 31531 w 8187558"/>
                    <a:gd name="connsiteY4-276" fmla="*/ 147145 h 2638097"/>
                    <a:gd name="connsiteX5-277" fmla="*/ 4099035 w 8187558"/>
                    <a:gd name="connsiteY5-278" fmla="*/ 1566042 h 2638097"/>
                    <a:gd name="connsiteX6-279" fmla="*/ 8187558 w 8187558"/>
                    <a:gd name="connsiteY6-280" fmla="*/ 0 h 2638097"/>
                    <a:gd name="connsiteX0-281" fmla="*/ 8187558 w 8187558"/>
                    <a:gd name="connsiteY0-282" fmla="*/ 0 h 2638097"/>
                    <a:gd name="connsiteX1-283" fmla="*/ 8187558 w 8187558"/>
                    <a:gd name="connsiteY1-284" fmla="*/ 1271752 h 2638097"/>
                    <a:gd name="connsiteX2-285" fmla="*/ 4099035 w 8187558"/>
                    <a:gd name="connsiteY2-286" fmla="*/ 2638097 h 2638097"/>
                    <a:gd name="connsiteX3-287" fmla="*/ 0 w 8187558"/>
                    <a:gd name="connsiteY3-288" fmla="*/ 1229711 h 2638097"/>
                    <a:gd name="connsiteX4-289" fmla="*/ 31531 w 8187558"/>
                    <a:gd name="connsiteY4-290" fmla="*/ 147145 h 2638097"/>
                    <a:gd name="connsiteX5-291" fmla="*/ 4099035 w 8187558"/>
                    <a:gd name="connsiteY5-292" fmla="*/ 1566042 h 2638097"/>
                    <a:gd name="connsiteX6-293" fmla="*/ 8187558 w 8187558"/>
                    <a:gd name="connsiteY6-294" fmla="*/ 0 h 2638097"/>
                    <a:gd name="connsiteX0-295" fmla="*/ 8176538 w 8176538"/>
                    <a:gd name="connsiteY0-296" fmla="*/ 0 h 2638097"/>
                    <a:gd name="connsiteX1-297" fmla="*/ 8176538 w 8176538"/>
                    <a:gd name="connsiteY1-298" fmla="*/ 1271752 h 2638097"/>
                    <a:gd name="connsiteX2-299" fmla="*/ 4088015 w 8176538"/>
                    <a:gd name="connsiteY2-300" fmla="*/ 2638097 h 2638097"/>
                    <a:gd name="connsiteX3-301" fmla="*/ 0 w 8176538"/>
                    <a:gd name="connsiteY3-302" fmla="*/ 1269888 h 2638097"/>
                    <a:gd name="connsiteX4-303" fmla="*/ 20511 w 8176538"/>
                    <a:gd name="connsiteY4-304" fmla="*/ 147145 h 2638097"/>
                    <a:gd name="connsiteX5-305" fmla="*/ 4088015 w 8176538"/>
                    <a:gd name="connsiteY5-306" fmla="*/ 1566042 h 2638097"/>
                    <a:gd name="connsiteX6-307" fmla="*/ 8176538 w 8176538"/>
                    <a:gd name="connsiteY6-308" fmla="*/ 0 h 2638097"/>
                    <a:gd name="connsiteX0-309" fmla="*/ 8176538 w 8176538"/>
                    <a:gd name="connsiteY0-310" fmla="*/ 0 h 2772020"/>
                    <a:gd name="connsiteX1-311" fmla="*/ 8176538 w 8176538"/>
                    <a:gd name="connsiteY1-312" fmla="*/ 1271752 h 2772020"/>
                    <a:gd name="connsiteX2-313" fmla="*/ 4099034 w 8176538"/>
                    <a:gd name="connsiteY2-314" fmla="*/ 2772020 h 2772020"/>
                    <a:gd name="connsiteX3-315" fmla="*/ 0 w 8176538"/>
                    <a:gd name="connsiteY3-316" fmla="*/ 1269888 h 2772020"/>
                    <a:gd name="connsiteX4-317" fmla="*/ 20511 w 8176538"/>
                    <a:gd name="connsiteY4-318" fmla="*/ 147145 h 2772020"/>
                    <a:gd name="connsiteX5-319" fmla="*/ 4088015 w 8176538"/>
                    <a:gd name="connsiteY5-320" fmla="*/ 1566042 h 2772020"/>
                    <a:gd name="connsiteX6-321" fmla="*/ 8176538 w 8176538"/>
                    <a:gd name="connsiteY6-322" fmla="*/ 0 h 2772020"/>
                    <a:gd name="connsiteX0-323" fmla="*/ 8176538 w 8176538"/>
                    <a:gd name="connsiteY0-324" fmla="*/ 0 h 2772339"/>
                    <a:gd name="connsiteX1-325" fmla="*/ 8176538 w 8176538"/>
                    <a:gd name="connsiteY1-326" fmla="*/ 1378890 h 2772339"/>
                    <a:gd name="connsiteX2-327" fmla="*/ 4099034 w 8176538"/>
                    <a:gd name="connsiteY2-328" fmla="*/ 2772020 h 2772339"/>
                    <a:gd name="connsiteX3-329" fmla="*/ 0 w 8176538"/>
                    <a:gd name="connsiteY3-330" fmla="*/ 1269888 h 2772339"/>
                    <a:gd name="connsiteX4-331" fmla="*/ 20511 w 8176538"/>
                    <a:gd name="connsiteY4-332" fmla="*/ 147145 h 2772339"/>
                    <a:gd name="connsiteX5-333" fmla="*/ 4088015 w 8176538"/>
                    <a:gd name="connsiteY5-334" fmla="*/ 1566042 h 2772339"/>
                    <a:gd name="connsiteX6-335" fmla="*/ 8176538 w 8176538"/>
                    <a:gd name="connsiteY6-336" fmla="*/ 0 h 2772339"/>
                    <a:gd name="connsiteX0-337" fmla="*/ 8176538 w 8176538"/>
                    <a:gd name="connsiteY0-338" fmla="*/ 0 h 2825888"/>
                    <a:gd name="connsiteX1-339" fmla="*/ 8176538 w 8176538"/>
                    <a:gd name="connsiteY1-340" fmla="*/ 1378890 h 2825888"/>
                    <a:gd name="connsiteX2-341" fmla="*/ 4099034 w 8176538"/>
                    <a:gd name="connsiteY2-342" fmla="*/ 2825590 h 2825888"/>
                    <a:gd name="connsiteX3-343" fmla="*/ 0 w 8176538"/>
                    <a:gd name="connsiteY3-344" fmla="*/ 1269888 h 2825888"/>
                    <a:gd name="connsiteX4-345" fmla="*/ 20511 w 8176538"/>
                    <a:gd name="connsiteY4-346" fmla="*/ 147145 h 2825888"/>
                    <a:gd name="connsiteX5-347" fmla="*/ 4088015 w 8176538"/>
                    <a:gd name="connsiteY5-348" fmla="*/ 1566042 h 2825888"/>
                    <a:gd name="connsiteX6-349" fmla="*/ 8176538 w 8176538"/>
                    <a:gd name="connsiteY6-350" fmla="*/ 0 h 2825888"/>
                    <a:gd name="connsiteX0-351" fmla="*/ 8165518 w 8165518"/>
                    <a:gd name="connsiteY0-352" fmla="*/ 0 h 2825606"/>
                    <a:gd name="connsiteX1-353" fmla="*/ 8165518 w 8165518"/>
                    <a:gd name="connsiteY1-354" fmla="*/ 1378890 h 2825606"/>
                    <a:gd name="connsiteX2-355" fmla="*/ 4088014 w 8165518"/>
                    <a:gd name="connsiteY2-356" fmla="*/ 2825590 h 2825606"/>
                    <a:gd name="connsiteX3-357" fmla="*/ 0 w 8165518"/>
                    <a:gd name="connsiteY3-358" fmla="*/ 1403811 h 2825606"/>
                    <a:gd name="connsiteX4-359" fmla="*/ 9491 w 8165518"/>
                    <a:gd name="connsiteY4-360" fmla="*/ 147145 h 2825606"/>
                    <a:gd name="connsiteX5-361" fmla="*/ 4076995 w 8165518"/>
                    <a:gd name="connsiteY5-362" fmla="*/ 1566042 h 2825606"/>
                    <a:gd name="connsiteX6-363" fmla="*/ 8165518 w 8165518"/>
                    <a:gd name="connsiteY6-364" fmla="*/ 0 h 2825606"/>
                    <a:gd name="connsiteX0-365" fmla="*/ 8165518 w 8165518"/>
                    <a:gd name="connsiteY0-366" fmla="*/ 0 h 2879174"/>
                    <a:gd name="connsiteX1-367" fmla="*/ 8165518 w 8165518"/>
                    <a:gd name="connsiteY1-368" fmla="*/ 1378890 h 2879174"/>
                    <a:gd name="connsiteX2-369" fmla="*/ 4132092 w 8165518"/>
                    <a:gd name="connsiteY2-370" fmla="*/ 2879159 h 2879174"/>
                    <a:gd name="connsiteX3-371" fmla="*/ 0 w 8165518"/>
                    <a:gd name="connsiteY3-372" fmla="*/ 1403811 h 2879174"/>
                    <a:gd name="connsiteX4-373" fmla="*/ 9491 w 8165518"/>
                    <a:gd name="connsiteY4-374" fmla="*/ 147145 h 2879174"/>
                    <a:gd name="connsiteX5-375" fmla="*/ 4076995 w 8165518"/>
                    <a:gd name="connsiteY5-376" fmla="*/ 1566042 h 2879174"/>
                    <a:gd name="connsiteX6-377" fmla="*/ 8165518 w 8165518"/>
                    <a:gd name="connsiteY6-378" fmla="*/ 0 h 2879174"/>
                    <a:gd name="connsiteX0-379" fmla="*/ 8165518 w 8176537"/>
                    <a:gd name="connsiteY0-380" fmla="*/ 0 h 2879410"/>
                    <a:gd name="connsiteX1-381" fmla="*/ 8176537 w 8176537"/>
                    <a:gd name="connsiteY1-382" fmla="*/ 1499420 h 2879410"/>
                    <a:gd name="connsiteX2-383" fmla="*/ 4132092 w 8176537"/>
                    <a:gd name="connsiteY2-384" fmla="*/ 2879159 h 2879410"/>
                    <a:gd name="connsiteX3-385" fmla="*/ 0 w 8176537"/>
                    <a:gd name="connsiteY3-386" fmla="*/ 1403811 h 2879410"/>
                    <a:gd name="connsiteX4-387" fmla="*/ 9491 w 8176537"/>
                    <a:gd name="connsiteY4-388" fmla="*/ 147145 h 2879410"/>
                    <a:gd name="connsiteX5-389" fmla="*/ 4076995 w 8176537"/>
                    <a:gd name="connsiteY5-390" fmla="*/ 1566042 h 2879410"/>
                    <a:gd name="connsiteX6-391" fmla="*/ 8165518 w 8176537"/>
                    <a:gd name="connsiteY6-392" fmla="*/ 0 h 2879410"/>
                    <a:gd name="connsiteX0-393" fmla="*/ 8165518 w 8176537"/>
                    <a:gd name="connsiteY0-394" fmla="*/ 0 h 2879262"/>
                    <a:gd name="connsiteX1-395" fmla="*/ 8176537 w 8176537"/>
                    <a:gd name="connsiteY1-396" fmla="*/ 1499420 h 2879262"/>
                    <a:gd name="connsiteX2-397" fmla="*/ 4132092 w 8176537"/>
                    <a:gd name="connsiteY2-398" fmla="*/ 2879159 h 2879262"/>
                    <a:gd name="connsiteX3-399" fmla="*/ 0 w 8176537"/>
                    <a:gd name="connsiteY3-400" fmla="*/ 1403811 h 2879262"/>
                    <a:gd name="connsiteX4-401" fmla="*/ 9491 w 8176537"/>
                    <a:gd name="connsiteY4-402" fmla="*/ 147145 h 2879262"/>
                    <a:gd name="connsiteX5-403" fmla="*/ 4076995 w 8176537"/>
                    <a:gd name="connsiteY5-404" fmla="*/ 1566042 h 2879262"/>
                    <a:gd name="connsiteX6-405" fmla="*/ 8165518 w 8176537"/>
                    <a:gd name="connsiteY6-406" fmla="*/ 0 h 2879262"/>
                    <a:gd name="connsiteX0-407" fmla="*/ 8165518 w 8176537"/>
                    <a:gd name="connsiteY0-408" fmla="*/ 0 h 2879163"/>
                    <a:gd name="connsiteX1-409" fmla="*/ 8176537 w 8176537"/>
                    <a:gd name="connsiteY1-410" fmla="*/ 1499420 h 2879163"/>
                    <a:gd name="connsiteX2-411" fmla="*/ 4132092 w 8176537"/>
                    <a:gd name="connsiteY2-412" fmla="*/ 2879159 h 2879163"/>
                    <a:gd name="connsiteX3-413" fmla="*/ 0 w 8176537"/>
                    <a:gd name="connsiteY3-414" fmla="*/ 1510948 h 2879163"/>
                    <a:gd name="connsiteX4-415" fmla="*/ 9491 w 8176537"/>
                    <a:gd name="connsiteY4-416" fmla="*/ 147145 h 2879163"/>
                    <a:gd name="connsiteX5-417" fmla="*/ 4076995 w 8176537"/>
                    <a:gd name="connsiteY5-418" fmla="*/ 1566042 h 2879163"/>
                    <a:gd name="connsiteX6-419" fmla="*/ 8165518 w 8176537"/>
                    <a:gd name="connsiteY6-420" fmla="*/ 0 h 2879163"/>
                    <a:gd name="connsiteX0-421" fmla="*/ 8165518 w 8198577"/>
                    <a:gd name="connsiteY0-422" fmla="*/ 0 h 2879451"/>
                    <a:gd name="connsiteX1-423" fmla="*/ 8198577 w 8198577"/>
                    <a:gd name="connsiteY1-424" fmla="*/ 1606558 h 2879451"/>
                    <a:gd name="connsiteX2-425" fmla="*/ 4132092 w 8198577"/>
                    <a:gd name="connsiteY2-426" fmla="*/ 2879159 h 2879451"/>
                    <a:gd name="connsiteX3-427" fmla="*/ 0 w 8198577"/>
                    <a:gd name="connsiteY3-428" fmla="*/ 1510948 h 2879451"/>
                    <a:gd name="connsiteX4-429" fmla="*/ 9491 w 8198577"/>
                    <a:gd name="connsiteY4-430" fmla="*/ 147145 h 2879451"/>
                    <a:gd name="connsiteX5-431" fmla="*/ 4076995 w 8198577"/>
                    <a:gd name="connsiteY5-432" fmla="*/ 1566042 h 2879451"/>
                    <a:gd name="connsiteX6-433" fmla="*/ 8165518 w 8198577"/>
                    <a:gd name="connsiteY6-434" fmla="*/ 0 h 2879451"/>
                    <a:gd name="connsiteX0-435" fmla="*/ 8165518 w 8165518"/>
                    <a:gd name="connsiteY0-436" fmla="*/ 0 h 2880066"/>
                    <a:gd name="connsiteX1-437" fmla="*/ 8165518 w 8165518"/>
                    <a:gd name="connsiteY1-438" fmla="*/ 1673520 h 2880066"/>
                    <a:gd name="connsiteX2-439" fmla="*/ 4132092 w 8165518"/>
                    <a:gd name="connsiteY2-440" fmla="*/ 2879159 h 2880066"/>
                    <a:gd name="connsiteX3-441" fmla="*/ 0 w 8165518"/>
                    <a:gd name="connsiteY3-442" fmla="*/ 1510948 h 2880066"/>
                    <a:gd name="connsiteX4-443" fmla="*/ 9491 w 8165518"/>
                    <a:gd name="connsiteY4-444" fmla="*/ 147145 h 2880066"/>
                    <a:gd name="connsiteX5-445" fmla="*/ 4076995 w 8165518"/>
                    <a:gd name="connsiteY5-446" fmla="*/ 1566042 h 2880066"/>
                    <a:gd name="connsiteX6-447" fmla="*/ 8165518 w 8165518"/>
                    <a:gd name="connsiteY6-448" fmla="*/ 0 h 2880066"/>
                    <a:gd name="connsiteX0-449" fmla="*/ 8156794 w 8156794"/>
                    <a:gd name="connsiteY0-450" fmla="*/ 0 h 2879270"/>
                    <a:gd name="connsiteX1-451" fmla="*/ 8156794 w 8156794"/>
                    <a:gd name="connsiteY1-452" fmla="*/ 1673520 h 2879270"/>
                    <a:gd name="connsiteX2-453" fmla="*/ 4123368 w 8156794"/>
                    <a:gd name="connsiteY2-454" fmla="*/ 2879159 h 2879270"/>
                    <a:gd name="connsiteX3-455" fmla="*/ 2295 w 8156794"/>
                    <a:gd name="connsiteY3-456" fmla="*/ 1618086 h 2879270"/>
                    <a:gd name="connsiteX4-457" fmla="*/ 767 w 8156794"/>
                    <a:gd name="connsiteY4-458" fmla="*/ 147145 h 2879270"/>
                    <a:gd name="connsiteX5-459" fmla="*/ 4068271 w 8156794"/>
                    <a:gd name="connsiteY5-460" fmla="*/ 1566042 h 2879270"/>
                    <a:gd name="connsiteX6-461" fmla="*/ 8156794 w 8156794"/>
                    <a:gd name="connsiteY6-462" fmla="*/ 0 h 2879270"/>
                    <a:gd name="connsiteX0-463" fmla="*/ 8156794 w 8156794"/>
                    <a:gd name="connsiteY0-464" fmla="*/ 0 h 2973000"/>
                    <a:gd name="connsiteX1-465" fmla="*/ 8156794 w 8156794"/>
                    <a:gd name="connsiteY1-466" fmla="*/ 1673520 h 2973000"/>
                    <a:gd name="connsiteX2-467" fmla="*/ 4134388 w 8156794"/>
                    <a:gd name="connsiteY2-468" fmla="*/ 2972904 h 2973000"/>
                    <a:gd name="connsiteX3-469" fmla="*/ 2295 w 8156794"/>
                    <a:gd name="connsiteY3-470" fmla="*/ 1618086 h 2973000"/>
                    <a:gd name="connsiteX4-471" fmla="*/ 767 w 8156794"/>
                    <a:gd name="connsiteY4-472" fmla="*/ 147145 h 2973000"/>
                    <a:gd name="connsiteX5-473" fmla="*/ 4068271 w 8156794"/>
                    <a:gd name="connsiteY5-474" fmla="*/ 1566042 h 2973000"/>
                    <a:gd name="connsiteX6-475" fmla="*/ 8156794 w 8156794"/>
                    <a:gd name="connsiteY6-476" fmla="*/ 0 h 2973000"/>
                    <a:gd name="connsiteX0-477" fmla="*/ 8156794 w 8156794"/>
                    <a:gd name="connsiteY0-478" fmla="*/ 0 h 2973000"/>
                    <a:gd name="connsiteX1-479" fmla="*/ 8156794 w 8156794"/>
                    <a:gd name="connsiteY1-480" fmla="*/ 1673520 h 2973000"/>
                    <a:gd name="connsiteX2-481" fmla="*/ 4134388 w 8156794"/>
                    <a:gd name="connsiteY2-482" fmla="*/ 2972904 h 2973000"/>
                    <a:gd name="connsiteX3-483" fmla="*/ 2295 w 8156794"/>
                    <a:gd name="connsiteY3-484" fmla="*/ 1618086 h 2973000"/>
                    <a:gd name="connsiteX4-485" fmla="*/ 767 w 8156794"/>
                    <a:gd name="connsiteY4-486" fmla="*/ 147145 h 2973000"/>
                    <a:gd name="connsiteX5-487" fmla="*/ 4068271 w 8156794"/>
                    <a:gd name="connsiteY5-488" fmla="*/ 1566042 h 2973000"/>
                    <a:gd name="connsiteX6-489" fmla="*/ 8156794 w 8156794"/>
                    <a:gd name="connsiteY6-490" fmla="*/ 0 h 2973000"/>
                    <a:gd name="connsiteX0-491" fmla="*/ 8156794 w 8156794"/>
                    <a:gd name="connsiteY0-492" fmla="*/ 0 h 2973000"/>
                    <a:gd name="connsiteX1-493" fmla="*/ 8156794 w 8156794"/>
                    <a:gd name="connsiteY1-494" fmla="*/ 1673520 h 2973000"/>
                    <a:gd name="connsiteX2-495" fmla="*/ 4134388 w 8156794"/>
                    <a:gd name="connsiteY2-496" fmla="*/ 2972904 h 2973000"/>
                    <a:gd name="connsiteX3-497" fmla="*/ 2295 w 8156794"/>
                    <a:gd name="connsiteY3-498" fmla="*/ 1618086 h 2973000"/>
                    <a:gd name="connsiteX4-499" fmla="*/ 767 w 8156794"/>
                    <a:gd name="connsiteY4-500" fmla="*/ 147145 h 2973000"/>
                    <a:gd name="connsiteX5-501" fmla="*/ 4068271 w 8156794"/>
                    <a:gd name="connsiteY5-502" fmla="*/ 1566042 h 2973000"/>
                    <a:gd name="connsiteX6-503" fmla="*/ 8156794 w 8156794"/>
                    <a:gd name="connsiteY6-504" fmla="*/ 0 h 2973000"/>
                    <a:gd name="connsiteX0-505" fmla="*/ 8156794 w 8156794"/>
                    <a:gd name="connsiteY0-506" fmla="*/ 0 h 2973020"/>
                    <a:gd name="connsiteX1-507" fmla="*/ 8156794 w 8156794"/>
                    <a:gd name="connsiteY1-508" fmla="*/ 1673520 h 2973020"/>
                    <a:gd name="connsiteX2-509" fmla="*/ 4134388 w 8156794"/>
                    <a:gd name="connsiteY2-510" fmla="*/ 2972904 h 2973020"/>
                    <a:gd name="connsiteX3-511" fmla="*/ 2295 w 8156794"/>
                    <a:gd name="connsiteY3-512" fmla="*/ 1618086 h 2973020"/>
                    <a:gd name="connsiteX4-513" fmla="*/ 767 w 8156794"/>
                    <a:gd name="connsiteY4-514" fmla="*/ 147145 h 2973020"/>
                    <a:gd name="connsiteX5-515" fmla="*/ 4068271 w 8156794"/>
                    <a:gd name="connsiteY5-516" fmla="*/ 1566042 h 2973020"/>
                    <a:gd name="connsiteX6-517" fmla="*/ 8156794 w 8156794"/>
                    <a:gd name="connsiteY6-518" fmla="*/ 0 h 2973020"/>
                    <a:gd name="connsiteX0-519" fmla="*/ 8156794 w 8156794"/>
                    <a:gd name="connsiteY0-520" fmla="*/ 0 h 2973021"/>
                    <a:gd name="connsiteX1-521" fmla="*/ 8156794 w 8156794"/>
                    <a:gd name="connsiteY1-522" fmla="*/ 1673520 h 2973021"/>
                    <a:gd name="connsiteX2-523" fmla="*/ 4134388 w 8156794"/>
                    <a:gd name="connsiteY2-524" fmla="*/ 2972904 h 2973021"/>
                    <a:gd name="connsiteX3-525" fmla="*/ 2295 w 8156794"/>
                    <a:gd name="connsiteY3-526" fmla="*/ 1618086 h 2973021"/>
                    <a:gd name="connsiteX4-527" fmla="*/ 767 w 8156794"/>
                    <a:gd name="connsiteY4-528" fmla="*/ 147145 h 2973021"/>
                    <a:gd name="connsiteX5-529" fmla="*/ 4068271 w 8156794"/>
                    <a:gd name="connsiteY5-530" fmla="*/ 1566042 h 2973021"/>
                    <a:gd name="connsiteX6-531" fmla="*/ 8156794 w 8156794"/>
                    <a:gd name="connsiteY6-532" fmla="*/ 0 h 2973021"/>
                    <a:gd name="connsiteX0-533" fmla="*/ 8156794 w 8156794"/>
                    <a:gd name="connsiteY0-534" fmla="*/ 0 h 2973021"/>
                    <a:gd name="connsiteX1-535" fmla="*/ 8156794 w 8156794"/>
                    <a:gd name="connsiteY1-536" fmla="*/ 1673520 h 2973021"/>
                    <a:gd name="connsiteX2-537" fmla="*/ 4134388 w 8156794"/>
                    <a:gd name="connsiteY2-538" fmla="*/ 2972904 h 2973021"/>
                    <a:gd name="connsiteX3-539" fmla="*/ 2295 w 8156794"/>
                    <a:gd name="connsiteY3-540" fmla="*/ 1618086 h 2973021"/>
                    <a:gd name="connsiteX4-541" fmla="*/ 767 w 8156794"/>
                    <a:gd name="connsiteY4-542" fmla="*/ 147145 h 2973021"/>
                    <a:gd name="connsiteX5-543" fmla="*/ 4068271 w 8156794"/>
                    <a:gd name="connsiteY5-544" fmla="*/ 1566042 h 2973021"/>
                    <a:gd name="connsiteX6-545" fmla="*/ 8156794 w 8156794"/>
                    <a:gd name="connsiteY6-546" fmla="*/ 0 h 2973021"/>
                    <a:gd name="connsiteX0-547" fmla="*/ 8156794 w 8156794"/>
                    <a:gd name="connsiteY0-548" fmla="*/ 0 h 2973021"/>
                    <a:gd name="connsiteX1-549" fmla="*/ 8156794 w 8156794"/>
                    <a:gd name="connsiteY1-550" fmla="*/ 1673520 h 2973021"/>
                    <a:gd name="connsiteX2-551" fmla="*/ 4134388 w 8156794"/>
                    <a:gd name="connsiteY2-552" fmla="*/ 2972904 h 2973021"/>
                    <a:gd name="connsiteX3-553" fmla="*/ 2295 w 8156794"/>
                    <a:gd name="connsiteY3-554" fmla="*/ 1618086 h 2973021"/>
                    <a:gd name="connsiteX4-555" fmla="*/ 767 w 8156794"/>
                    <a:gd name="connsiteY4-556" fmla="*/ 147145 h 2973021"/>
                    <a:gd name="connsiteX5-557" fmla="*/ 4068271 w 8156794"/>
                    <a:gd name="connsiteY5-558" fmla="*/ 1566042 h 2973021"/>
                    <a:gd name="connsiteX6-559" fmla="*/ 8156794 w 8156794"/>
                    <a:gd name="connsiteY6-560" fmla="*/ 0 h 2973021"/>
                    <a:gd name="connsiteX0-561" fmla="*/ 8156794 w 8156794"/>
                    <a:gd name="connsiteY0-562" fmla="*/ 0 h 2973021"/>
                    <a:gd name="connsiteX1-563" fmla="*/ 8156794 w 8156794"/>
                    <a:gd name="connsiteY1-564" fmla="*/ 1673520 h 2973021"/>
                    <a:gd name="connsiteX2-565" fmla="*/ 4134388 w 8156794"/>
                    <a:gd name="connsiteY2-566" fmla="*/ 2972904 h 2973021"/>
                    <a:gd name="connsiteX3-567" fmla="*/ 2295 w 8156794"/>
                    <a:gd name="connsiteY3-568" fmla="*/ 1618086 h 2973021"/>
                    <a:gd name="connsiteX4-569" fmla="*/ 767 w 8156794"/>
                    <a:gd name="connsiteY4-570" fmla="*/ 147145 h 2973021"/>
                    <a:gd name="connsiteX5-571" fmla="*/ 4068271 w 8156794"/>
                    <a:gd name="connsiteY5-572" fmla="*/ 1566042 h 2973021"/>
                    <a:gd name="connsiteX6-573" fmla="*/ 8156794 w 8156794"/>
                    <a:gd name="connsiteY6-574" fmla="*/ 0 h 2973021"/>
                    <a:gd name="connsiteX0-575" fmla="*/ 8156794 w 8156794"/>
                    <a:gd name="connsiteY0-576" fmla="*/ 0 h 2973141"/>
                    <a:gd name="connsiteX1-577" fmla="*/ 8156794 w 8156794"/>
                    <a:gd name="connsiteY1-578" fmla="*/ 1673520 h 2973141"/>
                    <a:gd name="connsiteX2-579" fmla="*/ 4134388 w 8156794"/>
                    <a:gd name="connsiteY2-580" fmla="*/ 2972904 h 2973141"/>
                    <a:gd name="connsiteX3-581" fmla="*/ 2295 w 8156794"/>
                    <a:gd name="connsiteY3-582" fmla="*/ 1618086 h 2973141"/>
                    <a:gd name="connsiteX4-583" fmla="*/ 767 w 8156794"/>
                    <a:gd name="connsiteY4-584" fmla="*/ 147145 h 2973141"/>
                    <a:gd name="connsiteX5-585" fmla="*/ 4068271 w 8156794"/>
                    <a:gd name="connsiteY5-586" fmla="*/ 1566042 h 2973141"/>
                    <a:gd name="connsiteX6-587" fmla="*/ 8156794 w 8156794"/>
                    <a:gd name="connsiteY6-588" fmla="*/ 0 h 2973141"/>
                    <a:gd name="connsiteX0-589" fmla="*/ 8156794 w 8156794"/>
                    <a:gd name="connsiteY0-590" fmla="*/ 0 h 3066827"/>
                    <a:gd name="connsiteX1-591" fmla="*/ 8156794 w 8156794"/>
                    <a:gd name="connsiteY1-592" fmla="*/ 1673520 h 3066827"/>
                    <a:gd name="connsiteX2-593" fmla="*/ 4123353 w 8156794"/>
                    <a:gd name="connsiteY2-594" fmla="*/ 3066650 h 3066827"/>
                    <a:gd name="connsiteX3-595" fmla="*/ 2295 w 8156794"/>
                    <a:gd name="connsiteY3-596" fmla="*/ 1618086 h 3066827"/>
                    <a:gd name="connsiteX4-597" fmla="*/ 767 w 8156794"/>
                    <a:gd name="connsiteY4-598" fmla="*/ 147145 h 3066827"/>
                    <a:gd name="connsiteX5-599" fmla="*/ 4068271 w 8156794"/>
                    <a:gd name="connsiteY5-600" fmla="*/ 1566042 h 3066827"/>
                    <a:gd name="connsiteX6-601" fmla="*/ 8156794 w 8156794"/>
                    <a:gd name="connsiteY6-602" fmla="*/ 0 h 3066827"/>
                    <a:gd name="connsiteX0-603" fmla="*/ 8123689 w 8156794"/>
                    <a:gd name="connsiteY0-604" fmla="*/ 0 h 2999866"/>
                    <a:gd name="connsiteX1-605" fmla="*/ 8156794 w 8156794"/>
                    <a:gd name="connsiteY1-606" fmla="*/ 1606559 h 2999866"/>
                    <a:gd name="connsiteX2-607" fmla="*/ 4123353 w 8156794"/>
                    <a:gd name="connsiteY2-608" fmla="*/ 2999689 h 2999866"/>
                    <a:gd name="connsiteX3-609" fmla="*/ 2295 w 8156794"/>
                    <a:gd name="connsiteY3-610" fmla="*/ 1551125 h 2999866"/>
                    <a:gd name="connsiteX4-611" fmla="*/ 767 w 8156794"/>
                    <a:gd name="connsiteY4-612" fmla="*/ 80184 h 2999866"/>
                    <a:gd name="connsiteX5-613" fmla="*/ 4068271 w 8156794"/>
                    <a:gd name="connsiteY5-614" fmla="*/ 1499081 h 2999866"/>
                    <a:gd name="connsiteX6-615" fmla="*/ 8123689 w 8156794"/>
                    <a:gd name="connsiteY6-616" fmla="*/ 0 h 2999866"/>
                    <a:gd name="connsiteX0-617" fmla="*/ 8167828 w 8167828"/>
                    <a:gd name="connsiteY0-618" fmla="*/ 0 h 3026651"/>
                    <a:gd name="connsiteX1-619" fmla="*/ 8156794 w 8167828"/>
                    <a:gd name="connsiteY1-620" fmla="*/ 1633344 h 3026651"/>
                    <a:gd name="connsiteX2-621" fmla="*/ 4123353 w 8167828"/>
                    <a:gd name="connsiteY2-622" fmla="*/ 3026474 h 3026651"/>
                    <a:gd name="connsiteX3-623" fmla="*/ 2295 w 8167828"/>
                    <a:gd name="connsiteY3-624" fmla="*/ 1577910 h 3026651"/>
                    <a:gd name="connsiteX4-625" fmla="*/ 767 w 8167828"/>
                    <a:gd name="connsiteY4-626" fmla="*/ 106969 h 3026651"/>
                    <a:gd name="connsiteX5-627" fmla="*/ 4068271 w 8167828"/>
                    <a:gd name="connsiteY5-628" fmla="*/ 1525866 h 3026651"/>
                    <a:gd name="connsiteX6-629" fmla="*/ 8167828 w 8167828"/>
                    <a:gd name="connsiteY6-630" fmla="*/ 0 h 3026651"/>
                    <a:gd name="connsiteX0-631" fmla="*/ 8167828 w 8167828"/>
                    <a:gd name="connsiteY0-632" fmla="*/ 0 h 3027228"/>
                    <a:gd name="connsiteX1-633" fmla="*/ 8145760 w 8167828"/>
                    <a:gd name="connsiteY1-634" fmla="*/ 1686913 h 3027228"/>
                    <a:gd name="connsiteX2-635" fmla="*/ 4123353 w 8167828"/>
                    <a:gd name="connsiteY2-636" fmla="*/ 3026474 h 3027228"/>
                    <a:gd name="connsiteX3-637" fmla="*/ 2295 w 8167828"/>
                    <a:gd name="connsiteY3-638" fmla="*/ 1577910 h 3027228"/>
                    <a:gd name="connsiteX4-639" fmla="*/ 767 w 8167828"/>
                    <a:gd name="connsiteY4-640" fmla="*/ 106969 h 3027228"/>
                    <a:gd name="connsiteX5-641" fmla="*/ 4068271 w 8167828"/>
                    <a:gd name="connsiteY5-642" fmla="*/ 1525866 h 3027228"/>
                    <a:gd name="connsiteX6-643" fmla="*/ 8167828 w 8167828"/>
                    <a:gd name="connsiteY6-644" fmla="*/ 0 h 3027228"/>
                    <a:gd name="connsiteX0-645" fmla="*/ 8156794 w 8156794"/>
                    <a:gd name="connsiteY0-646" fmla="*/ 0 h 2933483"/>
                    <a:gd name="connsiteX1-647" fmla="*/ 8145760 w 8156794"/>
                    <a:gd name="connsiteY1-648" fmla="*/ 1593168 h 2933483"/>
                    <a:gd name="connsiteX2-649" fmla="*/ 4123353 w 8156794"/>
                    <a:gd name="connsiteY2-650" fmla="*/ 2932729 h 2933483"/>
                    <a:gd name="connsiteX3-651" fmla="*/ 2295 w 8156794"/>
                    <a:gd name="connsiteY3-652" fmla="*/ 1484165 h 2933483"/>
                    <a:gd name="connsiteX4-653" fmla="*/ 767 w 8156794"/>
                    <a:gd name="connsiteY4-654" fmla="*/ 13224 h 2933483"/>
                    <a:gd name="connsiteX5-655" fmla="*/ 4068271 w 8156794"/>
                    <a:gd name="connsiteY5-656" fmla="*/ 1432121 h 2933483"/>
                    <a:gd name="connsiteX6-657" fmla="*/ 8156794 w 8156794"/>
                    <a:gd name="connsiteY6-658" fmla="*/ 0 h 2933483"/>
                    <a:gd name="connsiteX0-659" fmla="*/ 8156794 w 8156794"/>
                    <a:gd name="connsiteY0-660" fmla="*/ 0 h 2933483"/>
                    <a:gd name="connsiteX1-661" fmla="*/ 8145760 w 8156794"/>
                    <a:gd name="connsiteY1-662" fmla="*/ 1593168 h 2933483"/>
                    <a:gd name="connsiteX2-663" fmla="*/ 4123353 w 8156794"/>
                    <a:gd name="connsiteY2-664" fmla="*/ 2932729 h 2933483"/>
                    <a:gd name="connsiteX3-665" fmla="*/ 2295 w 8156794"/>
                    <a:gd name="connsiteY3-666" fmla="*/ 1484165 h 2933483"/>
                    <a:gd name="connsiteX4-667" fmla="*/ 767 w 8156794"/>
                    <a:gd name="connsiteY4-668" fmla="*/ 13224 h 2933483"/>
                    <a:gd name="connsiteX5-669" fmla="*/ 4068271 w 8156794"/>
                    <a:gd name="connsiteY5-670" fmla="*/ 1432121 h 2933483"/>
                    <a:gd name="connsiteX6-671" fmla="*/ 8156794 w 8156794"/>
                    <a:gd name="connsiteY6-672" fmla="*/ 0 h 2933483"/>
                    <a:gd name="connsiteX0-673" fmla="*/ 8123689 w 8145760"/>
                    <a:gd name="connsiteY0-674" fmla="*/ 13560 h 2920259"/>
                    <a:gd name="connsiteX1-675" fmla="*/ 8145760 w 8145760"/>
                    <a:gd name="connsiteY1-676" fmla="*/ 1579944 h 2920259"/>
                    <a:gd name="connsiteX2-677" fmla="*/ 4123353 w 8145760"/>
                    <a:gd name="connsiteY2-678" fmla="*/ 2919505 h 2920259"/>
                    <a:gd name="connsiteX3-679" fmla="*/ 2295 w 8145760"/>
                    <a:gd name="connsiteY3-680" fmla="*/ 1470941 h 2920259"/>
                    <a:gd name="connsiteX4-681" fmla="*/ 767 w 8145760"/>
                    <a:gd name="connsiteY4-682" fmla="*/ 0 h 2920259"/>
                    <a:gd name="connsiteX5-683" fmla="*/ 4068271 w 8145760"/>
                    <a:gd name="connsiteY5-684" fmla="*/ 1418897 h 2920259"/>
                    <a:gd name="connsiteX6-685" fmla="*/ 8123689 w 8145760"/>
                    <a:gd name="connsiteY6-686" fmla="*/ 13560 h 2920259"/>
                    <a:gd name="connsiteX0-687" fmla="*/ 8178863 w 8178863"/>
                    <a:gd name="connsiteY0-688" fmla="*/ 26952 h 2920259"/>
                    <a:gd name="connsiteX1-689" fmla="*/ 8145760 w 8178863"/>
                    <a:gd name="connsiteY1-690" fmla="*/ 1579944 h 2920259"/>
                    <a:gd name="connsiteX2-691" fmla="*/ 4123353 w 8178863"/>
                    <a:gd name="connsiteY2-692" fmla="*/ 2919505 h 2920259"/>
                    <a:gd name="connsiteX3-693" fmla="*/ 2295 w 8178863"/>
                    <a:gd name="connsiteY3-694" fmla="*/ 1470941 h 2920259"/>
                    <a:gd name="connsiteX4-695" fmla="*/ 767 w 8178863"/>
                    <a:gd name="connsiteY4-696" fmla="*/ 0 h 2920259"/>
                    <a:gd name="connsiteX5-697" fmla="*/ 4068271 w 8178863"/>
                    <a:gd name="connsiteY5-698" fmla="*/ 1418897 h 2920259"/>
                    <a:gd name="connsiteX6-699" fmla="*/ 8178863 w 8178863"/>
                    <a:gd name="connsiteY6-700" fmla="*/ 26952 h 2920259"/>
                    <a:gd name="connsiteX0-701" fmla="*/ 8167827 w 8167827"/>
                    <a:gd name="connsiteY0-702" fmla="*/ 40343 h 2920259"/>
                    <a:gd name="connsiteX1-703" fmla="*/ 8145760 w 8167827"/>
                    <a:gd name="connsiteY1-704" fmla="*/ 1579944 h 2920259"/>
                    <a:gd name="connsiteX2-705" fmla="*/ 4123353 w 8167827"/>
                    <a:gd name="connsiteY2-706" fmla="*/ 2919505 h 2920259"/>
                    <a:gd name="connsiteX3-707" fmla="*/ 2295 w 8167827"/>
                    <a:gd name="connsiteY3-708" fmla="*/ 1470941 h 2920259"/>
                    <a:gd name="connsiteX4-709" fmla="*/ 767 w 8167827"/>
                    <a:gd name="connsiteY4-710" fmla="*/ 0 h 2920259"/>
                    <a:gd name="connsiteX5-711" fmla="*/ 4068271 w 8167827"/>
                    <a:gd name="connsiteY5-712" fmla="*/ 1418897 h 2920259"/>
                    <a:gd name="connsiteX6-713" fmla="*/ 8167827 w 8167827"/>
                    <a:gd name="connsiteY6-714" fmla="*/ 40343 h 2920259"/>
                    <a:gd name="connsiteX0-715" fmla="*/ 8123687 w 8145760"/>
                    <a:gd name="connsiteY0-716" fmla="*/ 53735 h 2920259"/>
                    <a:gd name="connsiteX1-717" fmla="*/ 8145760 w 8145760"/>
                    <a:gd name="connsiteY1-718" fmla="*/ 1579944 h 2920259"/>
                    <a:gd name="connsiteX2-719" fmla="*/ 4123353 w 8145760"/>
                    <a:gd name="connsiteY2-720" fmla="*/ 2919505 h 2920259"/>
                    <a:gd name="connsiteX3-721" fmla="*/ 2295 w 8145760"/>
                    <a:gd name="connsiteY3-722" fmla="*/ 1470941 h 2920259"/>
                    <a:gd name="connsiteX4-723" fmla="*/ 767 w 8145760"/>
                    <a:gd name="connsiteY4-724" fmla="*/ 0 h 2920259"/>
                    <a:gd name="connsiteX5-725" fmla="*/ 4068271 w 8145760"/>
                    <a:gd name="connsiteY5-726" fmla="*/ 1418897 h 2920259"/>
                    <a:gd name="connsiteX6-727" fmla="*/ 8123687 w 8145760"/>
                    <a:gd name="connsiteY6-728" fmla="*/ 53735 h 2920259"/>
                    <a:gd name="connsiteX0-729" fmla="*/ 8161918 w 8161918"/>
                    <a:gd name="connsiteY0-730" fmla="*/ 0 h 2943855"/>
                    <a:gd name="connsiteX1-731" fmla="*/ 8145760 w 8161918"/>
                    <a:gd name="connsiteY1-732" fmla="*/ 1603540 h 2943855"/>
                    <a:gd name="connsiteX2-733" fmla="*/ 4123353 w 8161918"/>
                    <a:gd name="connsiteY2-734" fmla="*/ 2943101 h 2943855"/>
                    <a:gd name="connsiteX3-735" fmla="*/ 2295 w 8161918"/>
                    <a:gd name="connsiteY3-736" fmla="*/ 1494537 h 2943855"/>
                    <a:gd name="connsiteX4-737" fmla="*/ 767 w 8161918"/>
                    <a:gd name="connsiteY4-738" fmla="*/ 23596 h 2943855"/>
                    <a:gd name="connsiteX5-739" fmla="*/ 4068271 w 8161918"/>
                    <a:gd name="connsiteY5-740" fmla="*/ 1442493 h 2943855"/>
                    <a:gd name="connsiteX6-741" fmla="*/ 8161918 w 8161918"/>
                    <a:gd name="connsiteY6-742" fmla="*/ 0 h 2943855"/>
                    <a:gd name="connsiteX0-743" fmla="*/ 8144926 w 8145760"/>
                    <a:gd name="connsiteY0-744" fmla="*/ 43424 h 2920259"/>
                    <a:gd name="connsiteX1-745" fmla="*/ 8145760 w 8145760"/>
                    <a:gd name="connsiteY1-746" fmla="*/ 1579944 h 2920259"/>
                    <a:gd name="connsiteX2-747" fmla="*/ 4123353 w 8145760"/>
                    <a:gd name="connsiteY2-748" fmla="*/ 2919505 h 2920259"/>
                    <a:gd name="connsiteX3-749" fmla="*/ 2295 w 8145760"/>
                    <a:gd name="connsiteY3-750" fmla="*/ 1470941 h 2920259"/>
                    <a:gd name="connsiteX4-751" fmla="*/ 767 w 8145760"/>
                    <a:gd name="connsiteY4-752" fmla="*/ 0 h 2920259"/>
                    <a:gd name="connsiteX5-753" fmla="*/ 4068271 w 8145760"/>
                    <a:gd name="connsiteY5-754" fmla="*/ 1418897 h 2920259"/>
                    <a:gd name="connsiteX6-755" fmla="*/ 8144926 w 8145760"/>
                    <a:gd name="connsiteY6-756" fmla="*/ 43424 h 2920259"/>
                    <a:gd name="connsiteX0-757" fmla="*/ 8161918 w 8161918"/>
                    <a:gd name="connsiteY0-758" fmla="*/ 0 h 2959321"/>
                    <a:gd name="connsiteX1-759" fmla="*/ 8145760 w 8161918"/>
                    <a:gd name="connsiteY1-760" fmla="*/ 1619006 h 2959321"/>
                    <a:gd name="connsiteX2-761" fmla="*/ 4123353 w 8161918"/>
                    <a:gd name="connsiteY2-762" fmla="*/ 2958567 h 2959321"/>
                    <a:gd name="connsiteX3-763" fmla="*/ 2295 w 8161918"/>
                    <a:gd name="connsiteY3-764" fmla="*/ 1510003 h 2959321"/>
                    <a:gd name="connsiteX4-765" fmla="*/ 767 w 8161918"/>
                    <a:gd name="connsiteY4-766" fmla="*/ 39062 h 2959321"/>
                    <a:gd name="connsiteX5-767" fmla="*/ 4068271 w 8161918"/>
                    <a:gd name="connsiteY5-768" fmla="*/ 1457959 h 2959321"/>
                    <a:gd name="connsiteX6-769" fmla="*/ 8161918 w 8161918"/>
                    <a:gd name="connsiteY6-770" fmla="*/ 0 h 2959321"/>
                    <a:gd name="connsiteX0-771" fmla="*/ 8161918 w 8162752"/>
                    <a:gd name="connsiteY0-772" fmla="*/ 0 h 2959488"/>
                    <a:gd name="connsiteX1-773" fmla="*/ 8162752 w 8162752"/>
                    <a:gd name="connsiteY1-774" fmla="*/ 1629317 h 2959488"/>
                    <a:gd name="connsiteX2-775" fmla="*/ 4123353 w 8162752"/>
                    <a:gd name="connsiteY2-776" fmla="*/ 2958567 h 2959488"/>
                    <a:gd name="connsiteX3-777" fmla="*/ 2295 w 8162752"/>
                    <a:gd name="connsiteY3-778" fmla="*/ 1510003 h 2959488"/>
                    <a:gd name="connsiteX4-779" fmla="*/ 767 w 8162752"/>
                    <a:gd name="connsiteY4-780" fmla="*/ 39062 h 2959488"/>
                    <a:gd name="connsiteX5-781" fmla="*/ 4068271 w 8162752"/>
                    <a:gd name="connsiteY5-782" fmla="*/ 1457959 h 2959488"/>
                    <a:gd name="connsiteX6-783" fmla="*/ 8161918 w 8162752"/>
                    <a:gd name="connsiteY6-784" fmla="*/ 0 h 2959488"/>
                    <a:gd name="connsiteX0-785" fmla="*/ 8165930 w 8166764"/>
                    <a:gd name="connsiteY0-786" fmla="*/ 7337 h 2966825"/>
                    <a:gd name="connsiteX1-787" fmla="*/ 8166764 w 8166764"/>
                    <a:gd name="connsiteY1-788" fmla="*/ 1636654 h 2966825"/>
                    <a:gd name="connsiteX2-789" fmla="*/ 4127365 w 8166764"/>
                    <a:gd name="connsiteY2-790" fmla="*/ 2965904 h 2966825"/>
                    <a:gd name="connsiteX3-791" fmla="*/ 6307 w 8166764"/>
                    <a:gd name="connsiteY3-792" fmla="*/ 1517340 h 2966825"/>
                    <a:gd name="connsiteX4-793" fmla="*/ 532 w 8166764"/>
                    <a:gd name="connsiteY4-794" fmla="*/ 0 h 2966825"/>
                    <a:gd name="connsiteX5-795" fmla="*/ 4072283 w 8166764"/>
                    <a:gd name="connsiteY5-796" fmla="*/ 1465296 h 2966825"/>
                    <a:gd name="connsiteX6-797" fmla="*/ 8165930 w 8166764"/>
                    <a:gd name="connsiteY6-798" fmla="*/ 7337 h 2966825"/>
                    <a:gd name="connsiteX0-799" fmla="*/ 8168119 w 8168953"/>
                    <a:gd name="connsiteY0-800" fmla="*/ 7337 h 2966682"/>
                    <a:gd name="connsiteX1-801" fmla="*/ 8168953 w 8168953"/>
                    <a:gd name="connsiteY1-802" fmla="*/ 1636654 h 2966682"/>
                    <a:gd name="connsiteX2-803" fmla="*/ 4129554 w 8168953"/>
                    <a:gd name="connsiteY2-804" fmla="*/ 2965904 h 2966682"/>
                    <a:gd name="connsiteX3-805" fmla="*/ 0 w 8168953"/>
                    <a:gd name="connsiteY3-806" fmla="*/ 1527651 h 2966682"/>
                    <a:gd name="connsiteX4-807" fmla="*/ 2721 w 8168953"/>
                    <a:gd name="connsiteY4-808" fmla="*/ 0 h 2966682"/>
                    <a:gd name="connsiteX5-809" fmla="*/ 4074472 w 8168953"/>
                    <a:gd name="connsiteY5-810" fmla="*/ 1465296 h 2966682"/>
                    <a:gd name="connsiteX6-811" fmla="*/ 8168119 w 8168953"/>
                    <a:gd name="connsiteY6-812" fmla="*/ 7337 h 2966682"/>
                    <a:gd name="connsiteX0-813" fmla="*/ 8168119 w 8168953"/>
                    <a:gd name="connsiteY0-814" fmla="*/ 7337 h 3100377"/>
                    <a:gd name="connsiteX1-815" fmla="*/ 8168953 w 8168953"/>
                    <a:gd name="connsiteY1-816" fmla="*/ 1636654 h 3100377"/>
                    <a:gd name="connsiteX2-817" fmla="*/ 4118520 w 8168953"/>
                    <a:gd name="connsiteY2-818" fmla="*/ 3099826 h 3100377"/>
                    <a:gd name="connsiteX3-819" fmla="*/ 0 w 8168953"/>
                    <a:gd name="connsiteY3-820" fmla="*/ 1527651 h 3100377"/>
                    <a:gd name="connsiteX4-821" fmla="*/ 2721 w 8168953"/>
                    <a:gd name="connsiteY4-822" fmla="*/ 0 h 3100377"/>
                    <a:gd name="connsiteX5-823" fmla="*/ 4074472 w 8168953"/>
                    <a:gd name="connsiteY5-824" fmla="*/ 1465296 h 3100377"/>
                    <a:gd name="connsiteX6-825" fmla="*/ 8168119 w 8168953"/>
                    <a:gd name="connsiteY6-826" fmla="*/ 7337 h 3100377"/>
                    <a:gd name="connsiteX0-827" fmla="*/ 8168119 w 8168953"/>
                    <a:gd name="connsiteY0-828" fmla="*/ 7337 h 3100429"/>
                    <a:gd name="connsiteX1-829" fmla="*/ 8168953 w 8168953"/>
                    <a:gd name="connsiteY1-830" fmla="*/ 1636654 h 3100429"/>
                    <a:gd name="connsiteX2-831" fmla="*/ 4118520 w 8168953"/>
                    <a:gd name="connsiteY2-832" fmla="*/ 3099826 h 3100429"/>
                    <a:gd name="connsiteX3-833" fmla="*/ 0 w 8168953"/>
                    <a:gd name="connsiteY3-834" fmla="*/ 1527651 h 3100429"/>
                    <a:gd name="connsiteX4-835" fmla="*/ 2721 w 8168953"/>
                    <a:gd name="connsiteY4-836" fmla="*/ 0 h 3100429"/>
                    <a:gd name="connsiteX5-837" fmla="*/ 4074472 w 8168953"/>
                    <a:gd name="connsiteY5-838" fmla="*/ 1465296 h 3100429"/>
                    <a:gd name="connsiteX6-839" fmla="*/ 8168119 w 8168953"/>
                    <a:gd name="connsiteY6-840" fmla="*/ 7337 h 3100429"/>
                    <a:gd name="connsiteX0-841" fmla="*/ 8165849 w 8166683"/>
                    <a:gd name="connsiteY0-842" fmla="*/ 7337 h 3099826"/>
                    <a:gd name="connsiteX1-843" fmla="*/ 8166683 w 8166683"/>
                    <a:gd name="connsiteY1-844" fmla="*/ 1636654 h 3099826"/>
                    <a:gd name="connsiteX2-845" fmla="*/ 4116250 w 8166683"/>
                    <a:gd name="connsiteY2-846" fmla="*/ 3099826 h 3099826"/>
                    <a:gd name="connsiteX3-847" fmla="*/ 8764 w 8166683"/>
                    <a:gd name="connsiteY3-848" fmla="*/ 1634789 h 3099826"/>
                    <a:gd name="connsiteX4-849" fmla="*/ 451 w 8166683"/>
                    <a:gd name="connsiteY4-850" fmla="*/ 0 h 3099826"/>
                    <a:gd name="connsiteX5-851" fmla="*/ 4072202 w 8166683"/>
                    <a:gd name="connsiteY5-852" fmla="*/ 1465296 h 3099826"/>
                    <a:gd name="connsiteX6-853" fmla="*/ 8165849 w 8166683"/>
                    <a:gd name="connsiteY6-854" fmla="*/ 7337 h 3099826"/>
                    <a:gd name="connsiteX0-855" fmla="*/ 8165849 w 8166683"/>
                    <a:gd name="connsiteY0-856" fmla="*/ 7337 h 3099826"/>
                    <a:gd name="connsiteX1-857" fmla="*/ 8166683 w 8166683"/>
                    <a:gd name="connsiteY1-858" fmla="*/ 1636654 h 3099826"/>
                    <a:gd name="connsiteX2-859" fmla="*/ 4116250 w 8166683"/>
                    <a:gd name="connsiteY2-860" fmla="*/ 3099826 h 3099826"/>
                    <a:gd name="connsiteX3-861" fmla="*/ 8764 w 8166683"/>
                    <a:gd name="connsiteY3-862" fmla="*/ 1634789 h 3099826"/>
                    <a:gd name="connsiteX4-863" fmla="*/ 451 w 8166683"/>
                    <a:gd name="connsiteY4-864" fmla="*/ 0 h 3099826"/>
                    <a:gd name="connsiteX5-865" fmla="*/ 4072202 w 8166683"/>
                    <a:gd name="connsiteY5-866" fmla="*/ 1465296 h 3099826"/>
                    <a:gd name="connsiteX6-867" fmla="*/ 8165849 w 8166683"/>
                    <a:gd name="connsiteY6-868" fmla="*/ 7337 h 3099826"/>
                    <a:gd name="connsiteX0-869" fmla="*/ 8165849 w 8166683"/>
                    <a:gd name="connsiteY0-870" fmla="*/ 7337 h 3099826"/>
                    <a:gd name="connsiteX1-871" fmla="*/ 8166683 w 8166683"/>
                    <a:gd name="connsiteY1-872" fmla="*/ 1636654 h 3099826"/>
                    <a:gd name="connsiteX2-873" fmla="*/ 4116250 w 8166683"/>
                    <a:gd name="connsiteY2-874" fmla="*/ 3099826 h 3099826"/>
                    <a:gd name="connsiteX3-875" fmla="*/ 8764 w 8166683"/>
                    <a:gd name="connsiteY3-876" fmla="*/ 1634789 h 3099826"/>
                    <a:gd name="connsiteX4-877" fmla="*/ 451 w 8166683"/>
                    <a:gd name="connsiteY4-878" fmla="*/ 0 h 3099826"/>
                    <a:gd name="connsiteX5-879" fmla="*/ 4061168 w 8166683"/>
                    <a:gd name="connsiteY5-880" fmla="*/ 1438511 h 3099826"/>
                    <a:gd name="connsiteX6-881" fmla="*/ 8165849 w 8166683"/>
                    <a:gd name="connsiteY6-882" fmla="*/ 7337 h 3099826"/>
                    <a:gd name="connsiteX0-883" fmla="*/ 8165849 w 8166683"/>
                    <a:gd name="connsiteY0-884" fmla="*/ 7337 h 3099826"/>
                    <a:gd name="connsiteX1-885" fmla="*/ 8166683 w 8166683"/>
                    <a:gd name="connsiteY1-886" fmla="*/ 1636654 h 3099826"/>
                    <a:gd name="connsiteX2-887" fmla="*/ 4116250 w 8166683"/>
                    <a:gd name="connsiteY2-888" fmla="*/ 3099826 h 3099826"/>
                    <a:gd name="connsiteX3-889" fmla="*/ 8764 w 8166683"/>
                    <a:gd name="connsiteY3-890" fmla="*/ 1634789 h 3099826"/>
                    <a:gd name="connsiteX4-891" fmla="*/ 451 w 8166683"/>
                    <a:gd name="connsiteY4-892" fmla="*/ 0 h 3099826"/>
                    <a:gd name="connsiteX5-893" fmla="*/ 4061168 w 8166683"/>
                    <a:gd name="connsiteY5-894" fmla="*/ 1438511 h 3099826"/>
                    <a:gd name="connsiteX6-895" fmla="*/ 8165849 w 8166683"/>
                    <a:gd name="connsiteY6-896" fmla="*/ 7337 h 309982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09" name="Oval 408"/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410" name="Group 409"/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11" name="Freeform 410"/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-1" fmla="*/ 3725333 w 4641485"/>
                      <a:gd name="connsiteY0-2" fmla="*/ 0 h 1049866"/>
                      <a:gd name="connsiteX1-3" fmla="*/ 4641485 w 4641485"/>
                      <a:gd name="connsiteY1-4" fmla="*/ 239402 h 1049866"/>
                      <a:gd name="connsiteX2-5" fmla="*/ 3962400 w 4641485"/>
                      <a:gd name="connsiteY2-6" fmla="*/ 541866 h 1049866"/>
                      <a:gd name="connsiteX3-7" fmla="*/ 3742267 w 4641485"/>
                      <a:gd name="connsiteY3-8" fmla="*/ 457200 h 1049866"/>
                      <a:gd name="connsiteX4-9" fmla="*/ 2269067 w 4641485"/>
                      <a:gd name="connsiteY4-10" fmla="*/ 1049866 h 1049866"/>
                      <a:gd name="connsiteX5-11" fmla="*/ 880533 w 4641485"/>
                      <a:gd name="connsiteY5-12" fmla="*/ 457200 h 1049866"/>
                      <a:gd name="connsiteX6-13" fmla="*/ 592667 w 4641485"/>
                      <a:gd name="connsiteY6-14" fmla="*/ 541866 h 1049866"/>
                      <a:gd name="connsiteX7-15" fmla="*/ 0 w 4641485"/>
                      <a:gd name="connsiteY7-16" fmla="*/ 254000 h 1049866"/>
                      <a:gd name="connsiteX8-17" fmla="*/ 880533 w 4641485"/>
                      <a:gd name="connsiteY8-18" fmla="*/ 16933 h 1049866"/>
                      <a:gd name="connsiteX9-19" fmla="*/ 2302933 w 4641485"/>
                      <a:gd name="connsiteY9-20" fmla="*/ 626533 h 1049866"/>
                      <a:gd name="connsiteX10-21" fmla="*/ 3725333 w 4641485"/>
                      <a:gd name="connsiteY10-22" fmla="*/ 0 h 1049866"/>
                      <a:gd name="connsiteX0-23" fmla="*/ 3756864 w 4673016"/>
                      <a:gd name="connsiteY0-24" fmla="*/ 0 h 1049866"/>
                      <a:gd name="connsiteX1-25" fmla="*/ 4673016 w 4673016"/>
                      <a:gd name="connsiteY1-26" fmla="*/ 239402 h 1049866"/>
                      <a:gd name="connsiteX2-27" fmla="*/ 3993931 w 4673016"/>
                      <a:gd name="connsiteY2-28" fmla="*/ 541866 h 1049866"/>
                      <a:gd name="connsiteX3-29" fmla="*/ 3773798 w 4673016"/>
                      <a:gd name="connsiteY3-30" fmla="*/ 457200 h 1049866"/>
                      <a:gd name="connsiteX4-31" fmla="*/ 2300598 w 4673016"/>
                      <a:gd name="connsiteY4-32" fmla="*/ 1049866 h 1049866"/>
                      <a:gd name="connsiteX5-33" fmla="*/ 912064 w 4673016"/>
                      <a:gd name="connsiteY5-34" fmla="*/ 457200 h 1049866"/>
                      <a:gd name="connsiteX6-35" fmla="*/ 624198 w 4673016"/>
                      <a:gd name="connsiteY6-36" fmla="*/ 541866 h 1049866"/>
                      <a:gd name="connsiteX7-37" fmla="*/ 0 w 4673016"/>
                      <a:gd name="connsiteY7-38" fmla="*/ 232979 h 1049866"/>
                      <a:gd name="connsiteX8-39" fmla="*/ 912064 w 4673016"/>
                      <a:gd name="connsiteY8-40" fmla="*/ 16933 h 1049866"/>
                      <a:gd name="connsiteX9-41" fmla="*/ 2334464 w 4673016"/>
                      <a:gd name="connsiteY9-42" fmla="*/ 626533 h 1049866"/>
                      <a:gd name="connsiteX10-43" fmla="*/ 3756864 w 4673016"/>
                      <a:gd name="connsiteY10-44" fmla="*/ 0 h 1049866"/>
                      <a:gd name="connsiteX0-45" fmla="*/ 3756864 w 4673016"/>
                      <a:gd name="connsiteY0-46" fmla="*/ 0 h 1049866"/>
                      <a:gd name="connsiteX1-47" fmla="*/ 4673016 w 4673016"/>
                      <a:gd name="connsiteY1-48" fmla="*/ 239402 h 1049866"/>
                      <a:gd name="connsiteX2-49" fmla="*/ 3993931 w 4673016"/>
                      <a:gd name="connsiteY2-50" fmla="*/ 541866 h 1049866"/>
                      <a:gd name="connsiteX3-51" fmla="*/ 3784308 w 4673016"/>
                      <a:gd name="connsiteY3-52" fmla="*/ 404648 h 1049866"/>
                      <a:gd name="connsiteX4-53" fmla="*/ 2300598 w 4673016"/>
                      <a:gd name="connsiteY4-54" fmla="*/ 1049866 h 1049866"/>
                      <a:gd name="connsiteX5-55" fmla="*/ 912064 w 4673016"/>
                      <a:gd name="connsiteY5-56" fmla="*/ 457200 h 1049866"/>
                      <a:gd name="connsiteX6-57" fmla="*/ 624198 w 4673016"/>
                      <a:gd name="connsiteY6-58" fmla="*/ 541866 h 1049866"/>
                      <a:gd name="connsiteX7-59" fmla="*/ 0 w 4673016"/>
                      <a:gd name="connsiteY7-60" fmla="*/ 232979 h 1049866"/>
                      <a:gd name="connsiteX8-61" fmla="*/ 912064 w 4673016"/>
                      <a:gd name="connsiteY8-62" fmla="*/ 16933 h 1049866"/>
                      <a:gd name="connsiteX9-63" fmla="*/ 2334464 w 4673016"/>
                      <a:gd name="connsiteY9-64" fmla="*/ 626533 h 1049866"/>
                      <a:gd name="connsiteX10-65" fmla="*/ 3756864 w 4673016"/>
                      <a:gd name="connsiteY10-66" fmla="*/ 0 h 1049866"/>
                      <a:gd name="connsiteX0-67" fmla="*/ 3756864 w 4673016"/>
                      <a:gd name="connsiteY0-68" fmla="*/ 0 h 1049866"/>
                      <a:gd name="connsiteX1-69" fmla="*/ 4673016 w 4673016"/>
                      <a:gd name="connsiteY1-70" fmla="*/ 239402 h 1049866"/>
                      <a:gd name="connsiteX2-71" fmla="*/ 3993931 w 4673016"/>
                      <a:gd name="connsiteY2-72" fmla="*/ 541866 h 1049866"/>
                      <a:gd name="connsiteX3-73" fmla="*/ 3794818 w 4673016"/>
                      <a:gd name="connsiteY3-74" fmla="*/ 436179 h 1049866"/>
                      <a:gd name="connsiteX4-75" fmla="*/ 2300598 w 4673016"/>
                      <a:gd name="connsiteY4-76" fmla="*/ 1049866 h 1049866"/>
                      <a:gd name="connsiteX5-77" fmla="*/ 912064 w 4673016"/>
                      <a:gd name="connsiteY5-78" fmla="*/ 457200 h 1049866"/>
                      <a:gd name="connsiteX6-79" fmla="*/ 624198 w 4673016"/>
                      <a:gd name="connsiteY6-80" fmla="*/ 541866 h 1049866"/>
                      <a:gd name="connsiteX7-81" fmla="*/ 0 w 4673016"/>
                      <a:gd name="connsiteY7-82" fmla="*/ 232979 h 1049866"/>
                      <a:gd name="connsiteX8-83" fmla="*/ 912064 w 4673016"/>
                      <a:gd name="connsiteY8-84" fmla="*/ 16933 h 1049866"/>
                      <a:gd name="connsiteX9-85" fmla="*/ 2334464 w 4673016"/>
                      <a:gd name="connsiteY9-86" fmla="*/ 626533 h 1049866"/>
                      <a:gd name="connsiteX10-87" fmla="*/ 3756864 w 4673016"/>
                      <a:gd name="connsiteY10-88" fmla="*/ 0 h 1049866"/>
                      <a:gd name="connsiteX0-89" fmla="*/ 3756864 w 4673016"/>
                      <a:gd name="connsiteY0-90" fmla="*/ 0 h 1049866"/>
                      <a:gd name="connsiteX1-91" fmla="*/ 4673016 w 4673016"/>
                      <a:gd name="connsiteY1-92" fmla="*/ 239402 h 1049866"/>
                      <a:gd name="connsiteX2-93" fmla="*/ 3993931 w 4673016"/>
                      <a:gd name="connsiteY2-94" fmla="*/ 541866 h 1049866"/>
                      <a:gd name="connsiteX3-95" fmla="*/ 3794818 w 4673016"/>
                      <a:gd name="connsiteY3-96" fmla="*/ 436179 h 1049866"/>
                      <a:gd name="connsiteX4-97" fmla="*/ 2300598 w 4673016"/>
                      <a:gd name="connsiteY4-98" fmla="*/ 1049866 h 1049866"/>
                      <a:gd name="connsiteX5-99" fmla="*/ 912064 w 4673016"/>
                      <a:gd name="connsiteY5-100" fmla="*/ 457200 h 1049866"/>
                      <a:gd name="connsiteX6-101" fmla="*/ 624198 w 4673016"/>
                      <a:gd name="connsiteY6-102" fmla="*/ 541866 h 1049866"/>
                      <a:gd name="connsiteX7-103" fmla="*/ 0 w 4673016"/>
                      <a:gd name="connsiteY7-104" fmla="*/ 232979 h 1049866"/>
                      <a:gd name="connsiteX8-105" fmla="*/ 912064 w 4673016"/>
                      <a:gd name="connsiteY8-106" fmla="*/ 16933 h 1049866"/>
                      <a:gd name="connsiteX9-107" fmla="*/ 2323954 w 4673016"/>
                      <a:gd name="connsiteY9-108" fmla="*/ 616023 h 1049866"/>
                      <a:gd name="connsiteX10-109" fmla="*/ 3756864 w 4673016"/>
                      <a:gd name="connsiteY10-110" fmla="*/ 0 h 1049866"/>
                      <a:gd name="connsiteX0-111" fmla="*/ 3756864 w 4673016"/>
                      <a:gd name="connsiteY0-112" fmla="*/ 0 h 1049866"/>
                      <a:gd name="connsiteX1-113" fmla="*/ 4673016 w 4673016"/>
                      <a:gd name="connsiteY1-114" fmla="*/ 239402 h 1049866"/>
                      <a:gd name="connsiteX2-115" fmla="*/ 3993931 w 4673016"/>
                      <a:gd name="connsiteY2-116" fmla="*/ 541866 h 1049866"/>
                      <a:gd name="connsiteX3-117" fmla="*/ 3794818 w 4673016"/>
                      <a:gd name="connsiteY3-118" fmla="*/ 436179 h 1049866"/>
                      <a:gd name="connsiteX4-119" fmla="*/ 2300598 w 4673016"/>
                      <a:gd name="connsiteY4-120" fmla="*/ 1049866 h 1049866"/>
                      <a:gd name="connsiteX5-121" fmla="*/ 912064 w 4673016"/>
                      <a:gd name="connsiteY5-122" fmla="*/ 457200 h 1049866"/>
                      <a:gd name="connsiteX6-123" fmla="*/ 624198 w 4673016"/>
                      <a:gd name="connsiteY6-124" fmla="*/ 541866 h 1049866"/>
                      <a:gd name="connsiteX7-125" fmla="*/ 0 w 4673016"/>
                      <a:gd name="connsiteY7-126" fmla="*/ 275021 h 1049866"/>
                      <a:gd name="connsiteX8-127" fmla="*/ 912064 w 4673016"/>
                      <a:gd name="connsiteY8-128" fmla="*/ 16933 h 1049866"/>
                      <a:gd name="connsiteX9-129" fmla="*/ 2323954 w 4673016"/>
                      <a:gd name="connsiteY9-130" fmla="*/ 616023 h 1049866"/>
                      <a:gd name="connsiteX10-131" fmla="*/ 3756864 w 4673016"/>
                      <a:gd name="connsiteY10-132" fmla="*/ 0 h 1049866"/>
                      <a:gd name="connsiteX0-133" fmla="*/ 3756864 w 4673016"/>
                      <a:gd name="connsiteY0-134" fmla="*/ 0 h 1049866"/>
                      <a:gd name="connsiteX1-135" fmla="*/ 4673016 w 4673016"/>
                      <a:gd name="connsiteY1-136" fmla="*/ 239402 h 1049866"/>
                      <a:gd name="connsiteX2-137" fmla="*/ 3993931 w 4673016"/>
                      <a:gd name="connsiteY2-138" fmla="*/ 541866 h 1049866"/>
                      <a:gd name="connsiteX3-139" fmla="*/ 3815839 w 4673016"/>
                      <a:gd name="connsiteY3-140" fmla="*/ 467710 h 1049866"/>
                      <a:gd name="connsiteX4-141" fmla="*/ 2300598 w 4673016"/>
                      <a:gd name="connsiteY4-142" fmla="*/ 1049866 h 1049866"/>
                      <a:gd name="connsiteX5-143" fmla="*/ 912064 w 4673016"/>
                      <a:gd name="connsiteY5-144" fmla="*/ 457200 h 1049866"/>
                      <a:gd name="connsiteX6-145" fmla="*/ 624198 w 4673016"/>
                      <a:gd name="connsiteY6-146" fmla="*/ 541866 h 1049866"/>
                      <a:gd name="connsiteX7-147" fmla="*/ 0 w 4673016"/>
                      <a:gd name="connsiteY7-148" fmla="*/ 275021 h 1049866"/>
                      <a:gd name="connsiteX8-149" fmla="*/ 912064 w 4673016"/>
                      <a:gd name="connsiteY8-150" fmla="*/ 16933 h 1049866"/>
                      <a:gd name="connsiteX9-151" fmla="*/ 2323954 w 4673016"/>
                      <a:gd name="connsiteY9-152" fmla="*/ 616023 h 1049866"/>
                      <a:gd name="connsiteX10-153" fmla="*/ 3756864 w 4673016"/>
                      <a:gd name="connsiteY10-154" fmla="*/ 0 h 104986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2" name="Freeform 411"/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3" name="Freeform 412"/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4" name="Freeform 413"/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-1" fmla="*/ 168165 w 3731172"/>
                      <a:gd name="connsiteY0-2" fmla="*/ 73572 h 1418896"/>
                      <a:gd name="connsiteX1-3" fmla="*/ 451945 w 3731172"/>
                      <a:gd name="connsiteY1-4" fmla="*/ 0 h 1418896"/>
                      <a:gd name="connsiteX2-5" fmla="*/ 1881352 w 3731172"/>
                      <a:gd name="connsiteY2-6" fmla="*/ 599089 h 1418896"/>
                      <a:gd name="connsiteX3-7" fmla="*/ 3363310 w 3731172"/>
                      <a:gd name="connsiteY3-8" fmla="*/ 0 h 1418896"/>
                      <a:gd name="connsiteX4-9" fmla="*/ 3584027 w 3731172"/>
                      <a:gd name="connsiteY4-10" fmla="*/ 73572 h 1418896"/>
                      <a:gd name="connsiteX5-11" fmla="*/ 2627586 w 3731172"/>
                      <a:gd name="connsiteY5-12" fmla="*/ 441434 h 1418896"/>
                      <a:gd name="connsiteX6-13" fmla="*/ 2596055 w 3731172"/>
                      <a:gd name="connsiteY6-14" fmla="*/ 914400 h 1418896"/>
                      <a:gd name="connsiteX7-15" fmla="*/ 3731172 w 3731172"/>
                      <a:gd name="connsiteY7-16" fmla="*/ 1345324 h 1418896"/>
                      <a:gd name="connsiteX8-17" fmla="*/ 3447393 w 3731172"/>
                      <a:gd name="connsiteY8-18" fmla="*/ 1408386 h 1418896"/>
                      <a:gd name="connsiteX9-19" fmla="*/ 1870841 w 3731172"/>
                      <a:gd name="connsiteY9-20" fmla="*/ 746234 h 1418896"/>
                      <a:gd name="connsiteX10-21" fmla="*/ 262758 w 3731172"/>
                      <a:gd name="connsiteY10-22" fmla="*/ 1418896 h 1418896"/>
                      <a:gd name="connsiteX11-23" fmla="*/ 0 w 3731172"/>
                      <a:gd name="connsiteY11-24" fmla="*/ 1324303 h 1418896"/>
                      <a:gd name="connsiteX12-25" fmla="*/ 1145627 w 3731172"/>
                      <a:gd name="connsiteY12-26" fmla="*/ 882869 h 1418896"/>
                      <a:gd name="connsiteX13-27" fmla="*/ 1114096 w 3731172"/>
                      <a:gd name="connsiteY13-28" fmla="*/ 409903 h 1418896"/>
                      <a:gd name="connsiteX14-29" fmla="*/ 441434 w 3731172"/>
                      <a:gd name="connsiteY14-30" fmla="*/ 10510 h 1418896"/>
                      <a:gd name="connsiteX15-31" fmla="*/ 441434 w 3731172"/>
                      <a:gd name="connsiteY15-32" fmla="*/ 10510 h 1418896"/>
                      <a:gd name="connsiteX0-33" fmla="*/ 168165 w 3731172"/>
                      <a:gd name="connsiteY0-34" fmla="*/ 73572 h 1418896"/>
                      <a:gd name="connsiteX1-35" fmla="*/ 451945 w 3731172"/>
                      <a:gd name="connsiteY1-36" fmla="*/ 0 h 1418896"/>
                      <a:gd name="connsiteX2-37" fmla="*/ 1881352 w 3731172"/>
                      <a:gd name="connsiteY2-38" fmla="*/ 599089 h 1418896"/>
                      <a:gd name="connsiteX3-39" fmla="*/ 3363310 w 3731172"/>
                      <a:gd name="connsiteY3-40" fmla="*/ 0 h 1418896"/>
                      <a:gd name="connsiteX4-41" fmla="*/ 3584027 w 3731172"/>
                      <a:gd name="connsiteY4-42" fmla="*/ 73572 h 1418896"/>
                      <a:gd name="connsiteX5-43" fmla="*/ 2627586 w 3731172"/>
                      <a:gd name="connsiteY5-44" fmla="*/ 441434 h 1418896"/>
                      <a:gd name="connsiteX6-45" fmla="*/ 2596055 w 3731172"/>
                      <a:gd name="connsiteY6-46" fmla="*/ 914400 h 1418896"/>
                      <a:gd name="connsiteX7-47" fmla="*/ 3731172 w 3731172"/>
                      <a:gd name="connsiteY7-48" fmla="*/ 1345324 h 1418896"/>
                      <a:gd name="connsiteX8-49" fmla="*/ 3447393 w 3731172"/>
                      <a:gd name="connsiteY8-50" fmla="*/ 1408386 h 1418896"/>
                      <a:gd name="connsiteX9-51" fmla="*/ 1870841 w 3731172"/>
                      <a:gd name="connsiteY9-52" fmla="*/ 746234 h 1418896"/>
                      <a:gd name="connsiteX10-53" fmla="*/ 262758 w 3731172"/>
                      <a:gd name="connsiteY10-54" fmla="*/ 1418896 h 1418896"/>
                      <a:gd name="connsiteX11-55" fmla="*/ 0 w 3731172"/>
                      <a:gd name="connsiteY11-56" fmla="*/ 1324303 h 1418896"/>
                      <a:gd name="connsiteX12-57" fmla="*/ 1145627 w 3731172"/>
                      <a:gd name="connsiteY12-58" fmla="*/ 882869 h 1418896"/>
                      <a:gd name="connsiteX13-59" fmla="*/ 1114096 w 3731172"/>
                      <a:gd name="connsiteY13-60" fmla="*/ 409903 h 1418896"/>
                      <a:gd name="connsiteX14-61" fmla="*/ 441434 w 3731172"/>
                      <a:gd name="connsiteY14-62" fmla="*/ 10510 h 1418896"/>
                      <a:gd name="connsiteX0-63" fmla="*/ 168165 w 3731172"/>
                      <a:gd name="connsiteY0-64" fmla="*/ 73572 h 1418896"/>
                      <a:gd name="connsiteX1-65" fmla="*/ 451945 w 3731172"/>
                      <a:gd name="connsiteY1-66" fmla="*/ 0 h 1418896"/>
                      <a:gd name="connsiteX2-67" fmla="*/ 1881352 w 3731172"/>
                      <a:gd name="connsiteY2-68" fmla="*/ 599089 h 1418896"/>
                      <a:gd name="connsiteX3-69" fmla="*/ 3363310 w 3731172"/>
                      <a:gd name="connsiteY3-70" fmla="*/ 0 h 1418896"/>
                      <a:gd name="connsiteX4-71" fmla="*/ 3584027 w 3731172"/>
                      <a:gd name="connsiteY4-72" fmla="*/ 73572 h 1418896"/>
                      <a:gd name="connsiteX5-73" fmla="*/ 2627586 w 3731172"/>
                      <a:gd name="connsiteY5-74" fmla="*/ 441434 h 1418896"/>
                      <a:gd name="connsiteX6-75" fmla="*/ 2596055 w 3731172"/>
                      <a:gd name="connsiteY6-76" fmla="*/ 914400 h 1418896"/>
                      <a:gd name="connsiteX7-77" fmla="*/ 3731172 w 3731172"/>
                      <a:gd name="connsiteY7-78" fmla="*/ 1345324 h 1418896"/>
                      <a:gd name="connsiteX8-79" fmla="*/ 3447393 w 3731172"/>
                      <a:gd name="connsiteY8-80" fmla="*/ 1408386 h 1418896"/>
                      <a:gd name="connsiteX9-81" fmla="*/ 1870841 w 3731172"/>
                      <a:gd name="connsiteY9-82" fmla="*/ 746234 h 1418896"/>
                      <a:gd name="connsiteX10-83" fmla="*/ 262758 w 3731172"/>
                      <a:gd name="connsiteY10-84" fmla="*/ 1418896 h 1418896"/>
                      <a:gd name="connsiteX11-85" fmla="*/ 0 w 3731172"/>
                      <a:gd name="connsiteY11-86" fmla="*/ 1324303 h 1418896"/>
                      <a:gd name="connsiteX12-87" fmla="*/ 1145627 w 3731172"/>
                      <a:gd name="connsiteY12-88" fmla="*/ 882869 h 1418896"/>
                      <a:gd name="connsiteX13-89" fmla="*/ 1114096 w 3731172"/>
                      <a:gd name="connsiteY13-90" fmla="*/ 409903 h 1418896"/>
                      <a:gd name="connsiteX14-91" fmla="*/ 357351 w 3731172"/>
                      <a:gd name="connsiteY14-92" fmla="*/ 115613 h 1418896"/>
                      <a:gd name="connsiteX0-93" fmla="*/ 168165 w 3731172"/>
                      <a:gd name="connsiteY0-94" fmla="*/ 73572 h 1418896"/>
                      <a:gd name="connsiteX1-95" fmla="*/ 451945 w 3731172"/>
                      <a:gd name="connsiteY1-96" fmla="*/ 0 h 1418896"/>
                      <a:gd name="connsiteX2-97" fmla="*/ 1881352 w 3731172"/>
                      <a:gd name="connsiteY2-98" fmla="*/ 599089 h 1418896"/>
                      <a:gd name="connsiteX3-99" fmla="*/ 3363310 w 3731172"/>
                      <a:gd name="connsiteY3-100" fmla="*/ 0 h 1418896"/>
                      <a:gd name="connsiteX4-101" fmla="*/ 3584027 w 3731172"/>
                      <a:gd name="connsiteY4-102" fmla="*/ 73572 h 1418896"/>
                      <a:gd name="connsiteX5-103" fmla="*/ 2627586 w 3731172"/>
                      <a:gd name="connsiteY5-104" fmla="*/ 441434 h 1418896"/>
                      <a:gd name="connsiteX6-105" fmla="*/ 2596055 w 3731172"/>
                      <a:gd name="connsiteY6-106" fmla="*/ 914400 h 1418896"/>
                      <a:gd name="connsiteX7-107" fmla="*/ 3731172 w 3731172"/>
                      <a:gd name="connsiteY7-108" fmla="*/ 1345324 h 1418896"/>
                      <a:gd name="connsiteX8-109" fmla="*/ 3447393 w 3731172"/>
                      <a:gd name="connsiteY8-110" fmla="*/ 1408386 h 1418896"/>
                      <a:gd name="connsiteX9-111" fmla="*/ 1870841 w 3731172"/>
                      <a:gd name="connsiteY9-112" fmla="*/ 746234 h 1418896"/>
                      <a:gd name="connsiteX10-113" fmla="*/ 262758 w 3731172"/>
                      <a:gd name="connsiteY10-114" fmla="*/ 1418896 h 1418896"/>
                      <a:gd name="connsiteX11-115" fmla="*/ 0 w 3731172"/>
                      <a:gd name="connsiteY11-116" fmla="*/ 1324303 h 1418896"/>
                      <a:gd name="connsiteX12-117" fmla="*/ 1145627 w 3731172"/>
                      <a:gd name="connsiteY12-118" fmla="*/ 882869 h 1418896"/>
                      <a:gd name="connsiteX13-119" fmla="*/ 1114096 w 3731172"/>
                      <a:gd name="connsiteY13-120" fmla="*/ 409903 h 1418896"/>
                      <a:gd name="connsiteX14-121" fmla="*/ 147144 w 3731172"/>
                      <a:gd name="connsiteY14-122" fmla="*/ 63061 h 1418896"/>
                      <a:gd name="connsiteX0-123" fmla="*/ 168165 w 3731172"/>
                      <a:gd name="connsiteY0-124" fmla="*/ 73572 h 1418896"/>
                      <a:gd name="connsiteX1-125" fmla="*/ 451945 w 3731172"/>
                      <a:gd name="connsiteY1-126" fmla="*/ 0 h 1418896"/>
                      <a:gd name="connsiteX2-127" fmla="*/ 1881352 w 3731172"/>
                      <a:gd name="connsiteY2-128" fmla="*/ 599089 h 1418896"/>
                      <a:gd name="connsiteX3-129" fmla="*/ 3363310 w 3731172"/>
                      <a:gd name="connsiteY3-130" fmla="*/ 0 h 1418896"/>
                      <a:gd name="connsiteX4-131" fmla="*/ 3584027 w 3731172"/>
                      <a:gd name="connsiteY4-132" fmla="*/ 73572 h 1418896"/>
                      <a:gd name="connsiteX5-133" fmla="*/ 2627586 w 3731172"/>
                      <a:gd name="connsiteY5-134" fmla="*/ 441434 h 1418896"/>
                      <a:gd name="connsiteX6-135" fmla="*/ 2596055 w 3731172"/>
                      <a:gd name="connsiteY6-136" fmla="*/ 914400 h 1418896"/>
                      <a:gd name="connsiteX7-137" fmla="*/ 3731172 w 3731172"/>
                      <a:gd name="connsiteY7-138" fmla="*/ 1345324 h 1418896"/>
                      <a:gd name="connsiteX8-139" fmla="*/ 3447393 w 3731172"/>
                      <a:gd name="connsiteY8-140" fmla="*/ 1408386 h 1418896"/>
                      <a:gd name="connsiteX9-141" fmla="*/ 1870841 w 3731172"/>
                      <a:gd name="connsiteY9-142" fmla="*/ 746234 h 1418896"/>
                      <a:gd name="connsiteX10-143" fmla="*/ 262758 w 3731172"/>
                      <a:gd name="connsiteY10-144" fmla="*/ 1418896 h 1418896"/>
                      <a:gd name="connsiteX11-145" fmla="*/ 0 w 3731172"/>
                      <a:gd name="connsiteY11-146" fmla="*/ 1324303 h 1418896"/>
                      <a:gd name="connsiteX12-147" fmla="*/ 1145627 w 3731172"/>
                      <a:gd name="connsiteY12-148" fmla="*/ 882869 h 1418896"/>
                      <a:gd name="connsiteX13-149" fmla="*/ 1114096 w 3731172"/>
                      <a:gd name="connsiteY13-150" fmla="*/ 420413 h 1418896"/>
                      <a:gd name="connsiteX14-151" fmla="*/ 147144 w 3731172"/>
                      <a:gd name="connsiteY14-152" fmla="*/ 63061 h 1418896"/>
                      <a:gd name="connsiteX0-153" fmla="*/ 168165 w 3731172"/>
                      <a:gd name="connsiteY0-154" fmla="*/ 73572 h 1418896"/>
                      <a:gd name="connsiteX1-155" fmla="*/ 451945 w 3731172"/>
                      <a:gd name="connsiteY1-156" fmla="*/ 0 h 1418896"/>
                      <a:gd name="connsiteX2-157" fmla="*/ 1881352 w 3731172"/>
                      <a:gd name="connsiteY2-158" fmla="*/ 599089 h 1418896"/>
                      <a:gd name="connsiteX3-159" fmla="*/ 3363310 w 3731172"/>
                      <a:gd name="connsiteY3-160" fmla="*/ 0 h 1418896"/>
                      <a:gd name="connsiteX4-161" fmla="*/ 3584027 w 3731172"/>
                      <a:gd name="connsiteY4-162" fmla="*/ 73572 h 1418896"/>
                      <a:gd name="connsiteX5-163" fmla="*/ 2627586 w 3731172"/>
                      <a:gd name="connsiteY5-164" fmla="*/ 441434 h 1418896"/>
                      <a:gd name="connsiteX6-165" fmla="*/ 2596055 w 3731172"/>
                      <a:gd name="connsiteY6-166" fmla="*/ 914400 h 1418896"/>
                      <a:gd name="connsiteX7-167" fmla="*/ 3731172 w 3731172"/>
                      <a:gd name="connsiteY7-168" fmla="*/ 1345324 h 1418896"/>
                      <a:gd name="connsiteX8-169" fmla="*/ 3447393 w 3731172"/>
                      <a:gd name="connsiteY8-170" fmla="*/ 1408386 h 1418896"/>
                      <a:gd name="connsiteX9-171" fmla="*/ 1870841 w 3731172"/>
                      <a:gd name="connsiteY9-172" fmla="*/ 746234 h 1418896"/>
                      <a:gd name="connsiteX10-173" fmla="*/ 262758 w 3731172"/>
                      <a:gd name="connsiteY10-174" fmla="*/ 1418896 h 1418896"/>
                      <a:gd name="connsiteX11-175" fmla="*/ 0 w 3731172"/>
                      <a:gd name="connsiteY11-176" fmla="*/ 1324303 h 1418896"/>
                      <a:gd name="connsiteX12-177" fmla="*/ 1145627 w 3731172"/>
                      <a:gd name="connsiteY12-178" fmla="*/ 882869 h 1418896"/>
                      <a:gd name="connsiteX13-179" fmla="*/ 1114096 w 3731172"/>
                      <a:gd name="connsiteY13-180" fmla="*/ 420413 h 1418896"/>
                      <a:gd name="connsiteX14-181" fmla="*/ 189185 w 3731172"/>
                      <a:gd name="connsiteY14-182" fmla="*/ 84081 h 1418896"/>
                      <a:gd name="connsiteX0-183" fmla="*/ 168165 w 3731172"/>
                      <a:gd name="connsiteY0-184" fmla="*/ 73572 h 1418896"/>
                      <a:gd name="connsiteX1-185" fmla="*/ 451945 w 3731172"/>
                      <a:gd name="connsiteY1-186" fmla="*/ 0 h 1418896"/>
                      <a:gd name="connsiteX2-187" fmla="*/ 1881352 w 3731172"/>
                      <a:gd name="connsiteY2-188" fmla="*/ 599089 h 1418896"/>
                      <a:gd name="connsiteX3-189" fmla="*/ 3363310 w 3731172"/>
                      <a:gd name="connsiteY3-190" fmla="*/ 0 h 1418896"/>
                      <a:gd name="connsiteX4-191" fmla="*/ 3584027 w 3731172"/>
                      <a:gd name="connsiteY4-192" fmla="*/ 73572 h 1418896"/>
                      <a:gd name="connsiteX5-193" fmla="*/ 2627586 w 3731172"/>
                      <a:gd name="connsiteY5-194" fmla="*/ 441434 h 1418896"/>
                      <a:gd name="connsiteX6-195" fmla="*/ 2596055 w 3731172"/>
                      <a:gd name="connsiteY6-196" fmla="*/ 914400 h 1418896"/>
                      <a:gd name="connsiteX7-197" fmla="*/ 3731172 w 3731172"/>
                      <a:gd name="connsiteY7-198" fmla="*/ 1345324 h 1418896"/>
                      <a:gd name="connsiteX8-199" fmla="*/ 3447393 w 3731172"/>
                      <a:gd name="connsiteY8-200" fmla="*/ 1408386 h 1418896"/>
                      <a:gd name="connsiteX9-201" fmla="*/ 1870841 w 3731172"/>
                      <a:gd name="connsiteY9-202" fmla="*/ 746234 h 1418896"/>
                      <a:gd name="connsiteX10-203" fmla="*/ 262758 w 3731172"/>
                      <a:gd name="connsiteY10-204" fmla="*/ 1418896 h 1418896"/>
                      <a:gd name="connsiteX11-205" fmla="*/ 0 w 3731172"/>
                      <a:gd name="connsiteY11-206" fmla="*/ 1324303 h 1418896"/>
                      <a:gd name="connsiteX12-207" fmla="*/ 1145627 w 3731172"/>
                      <a:gd name="connsiteY12-208" fmla="*/ 882869 h 1418896"/>
                      <a:gd name="connsiteX13-209" fmla="*/ 1114096 w 3731172"/>
                      <a:gd name="connsiteY13-210" fmla="*/ 420413 h 1418896"/>
                      <a:gd name="connsiteX14-211" fmla="*/ 189185 w 3731172"/>
                      <a:gd name="connsiteY14-212" fmla="*/ 84081 h 1418896"/>
                      <a:gd name="connsiteX15-213" fmla="*/ 168165 w 3731172"/>
                      <a:gd name="connsiteY15-214" fmla="*/ 73572 h 1418896"/>
                      <a:gd name="connsiteX0-215" fmla="*/ 168165 w 3731172"/>
                      <a:gd name="connsiteY0-216" fmla="*/ 73572 h 1418896"/>
                      <a:gd name="connsiteX1-217" fmla="*/ 451945 w 3731172"/>
                      <a:gd name="connsiteY1-218" fmla="*/ 0 h 1418896"/>
                      <a:gd name="connsiteX2-219" fmla="*/ 1881352 w 3731172"/>
                      <a:gd name="connsiteY2-220" fmla="*/ 599089 h 1418896"/>
                      <a:gd name="connsiteX3-221" fmla="*/ 3363310 w 3731172"/>
                      <a:gd name="connsiteY3-222" fmla="*/ 0 h 1418896"/>
                      <a:gd name="connsiteX4-223" fmla="*/ 3584027 w 3731172"/>
                      <a:gd name="connsiteY4-224" fmla="*/ 73572 h 1418896"/>
                      <a:gd name="connsiteX5-225" fmla="*/ 2627586 w 3731172"/>
                      <a:gd name="connsiteY5-226" fmla="*/ 441434 h 1418896"/>
                      <a:gd name="connsiteX6-227" fmla="*/ 2596055 w 3731172"/>
                      <a:gd name="connsiteY6-228" fmla="*/ 914400 h 1418896"/>
                      <a:gd name="connsiteX7-229" fmla="*/ 3731172 w 3731172"/>
                      <a:gd name="connsiteY7-230" fmla="*/ 1345324 h 1418896"/>
                      <a:gd name="connsiteX8-231" fmla="*/ 3447393 w 3731172"/>
                      <a:gd name="connsiteY8-232" fmla="*/ 1408386 h 1418896"/>
                      <a:gd name="connsiteX9-233" fmla="*/ 1870841 w 3731172"/>
                      <a:gd name="connsiteY9-234" fmla="*/ 746234 h 1418896"/>
                      <a:gd name="connsiteX10-235" fmla="*/ 262758 w 3731172"/>
                      <a:gd name="connsiteY10-236" fmla="*/ 1418896 h 1418896"/>
                      <a:gd name="connsiteX11-237" fmla="*/ 0 w 3731172"/>
                      <a:gd name="connsiteY11-238" fmla="*/ 1324303 h 1418896"/>
                      <a:gd name="connsiteX12-239" fmla="*/ 1145627 w 3731172"/>
                      <a:gd name="connsiteY12-240" fmla="*/ 882869 h 1418896"/>
                      <a:gd name="connsiteX13-241" fmla="*/ 1156137 w 3731172"/>
                      <a:gd name="connsiteY13-242" fmla="*/ 441434 h 1418896"/>
                      <a:gd name="connsiteX14-243" fmla="*/ 189185 w 3731172"/>
                      <a:gd name="connsiteY14-244" fmla="*/ 84081 h 1418896"/>
                      <a:gd name="connsiteX15-245" fmla="*/ 168165 w 3731172"/>
                      <a:gd name="connsiteY15-246" fmla="*/ 73572 h 1418896"/>
                      <a:gd name="connsiteX0-247" fmla="*/ 168165 w 3731172"/>
                      <a:gd name="connsiteY0-248" fmla="*/ 73572 h 1418896"/>
                      <a:gd name="connsiteX1-249" fmla="*/ 451945 w 3731172"/>
                      <a:gd name="connsiteY1-250" fmla="*/ 0 h 1418896"/>
                      <a:gd name="connsiteX2-251" fmla="*/ 1881352 w 3731172"/>
                      <a:gd name="connsiteY2-252" fmla="*/ 599089 h 1418896"/>
                      <a:gd name="connsiteX3-253" fmla="*/ 3363310 w 3731172"/>
                      <a:gd name="connsiteY3-254" fmla="*/ 0 h 1418896"/>
                      <a:gd name="connsiteX4-255" fmla="*/ 3584027 w 3731172"/>
                      <a:gd name="connsiteY4-256" fmla="*/ 73572 h 1418896"/>
                      <a:gd name="connsiteX5-257" fmla="*/ 2627586 w 3731172"/>
                      <a:gd name="connsiteY5-258" fmla="*/ 441434 h 1418896"/>
                      <a:gd name="connsiteX6-259" fmla="*/ 2596055 w 3731172"/>
                      <a:gd name="connsiteY6-260" fmla="*/ 914400 h 1418896"/>
                      <a:gd name="connsiteX7-261" fmla="*/ 3731172 w 3731172"/>
                      <a:gd name="connsiteY7-262" fmla="*/ 1345324 h 1418896"/>
                      <a:gd name="connsiteX8-263" fmla="*/ 3447393 w 3731172"/>
                      <a:gd name="connsiteY8-264" fmla="*/ 1408386 h 1418896"/>
                      <a:gd name="connsiteX9-265" fmla="*/ 1870841 w 3731172"/>
                      <a:gd name="connsiteY9-266" fmla="*/ 746234 h 1418896"/>
                      <a:gd name="connsiteX10-267" fmla="*/ 262758 w 3731172"/>
                      <a:gd name="connsiteY10-268" fmla="*/ 1418896 h 1418896"/>
                      <a:gd name="connsiteX11-269" fmla="*/ 0 w 3731172"/>
                      <a:gd name="connsiteY11-270" fmla="*/ 1324303 h 1418896"/>
                      <a:gd name="connsiteX12-271" fmla="*/ 1145627 w 3731172"/>
                      <a:gd name="connsiteY12-272" fmla="*/ 882869 h 1418896"/>
                      <a:gd name="connsiteX13-273" fmla="*/ 1145626 w 3731172"/>
                      <a:gd name="connsiteY13-274" fmla="*/ 451945 h 1418896"/>
                      <a:gd name="connsiteX14-275" fmla="*/ 189185 w 3731172"/>
                      <a:gd name="connsiteY14-276" fmla="*/ 84081 h 1418896"/>
                      <a:gd name="connsiteX15-277" fmla="*/ 168165 w 3731172"/>
                      <a:gd name="connsiteY15-278" fmla="*/ 73572 h 1418896"/>
                      <a:gd name="connsiteX0-279" fmla="*/ 168165 w 3731172"/>
                      <a:gd name="connsiteY0-280" fmla="*/ 73572 h 1418896"/>
                      <a:gd name="connsiteX1-281" fmla="*/ 451945 w 3731172"/>
                      <a:gd name="connsiteY1-282" fmla="*/ 0 h 1418896"/>
                      <a:gd name="connsiteX2-283" fmla="*/ 1881352 w 3731172"/>
                      <a:gd name="connsiteY2-284" fmla="*/ 599089 h 1418896"/>
                      <a:gd name="connsiteX3-285" fmla="*/ 3363310 w 3731172"/>
                      <a:gd name="connsiteY3-286" fmla="*/ 0 h 1418896"/>
                      <a:gd name="connsiteX4-287" fmla="*/ 3584027 w 3731172"/>
                      <a:gd name="connsiteY4-288" fmla="*/ 73572 h 1418896"/>
                      <a:gd name="connsiteX5-289" fmla="*/ 2627586 w 3731172"/>
                      <a:gd name="connsiteY5-290" fmla="*/ 441434 h 1418896"/>
                      <a:gd name="connsiteX6-291" fmla="*/ 2596055 w 3731172"/>
                      <a:gd name="connsiteY6-292" fmla="*/ 914400 h 1418896"/>
                      <a:gd name="connsiteX7-293" fmla="*/ 3731172 w 3731172"/>
                      <a:gd name="connsiteY7-294" fmla="*/ 1345324 h 1418896"/>
                      <a:gd name="connsiteX8-295" fmla="*/ 3447393 w 3731172"/>
                      <a:gd name="connsiteY8-296" fmla="*/ 1408386 h 1418896"/>
                      <a:gd name="connsiteX9-297" fmla="*/ 1870841 w 3731172"/>
                      <a:gd name="connsiteY9-298" fmla="*/ 746234 h 1418896"/>
                      <a:gd name="connsiteX10-299" fmla="*/ 262758 w 3731172"/>
                      <a:gd name="connsiteY10-300" fmla="*/ 1418896 h 1418896"/>
                      <a:gd name="connsiteX11-301" fmla="*/ 0 w 3731172"/>
                      <a:gd name="connsiteY11-302" fmla="*/ 1324303 h 1418896"/>
                      <a:gd name="connsiteX12-303" fmla="*/ 1145627 w 3731172"/>
                      <a:gd name="connsiteY12-304" fmla="*/ 903890 h 1418896"/>
                      <a:gd name="connsiteX13-305" fmla="*/ 1145626 w 3731172"/>
                      <a:gd name="connsiteY13-306" fmla="*/ 451945 h 1418896"/>
                      <a:gd name="connsiteX14-307" fmla="*/ 189185 w 3731172"/>
                      <a:gd name="connsiteY14-308" fmla="*/ 84081 h 1418896"/>
                      <a:gd name="connsiteX15-309" fmla="*/ 168165 w 3731172"/>
                      <a:gd name="connsiteY15-310" fmla="*/ 73572 h 1418896"/>
                      <a:gd name="connsiteX0-311" fmla="*/ 147144 w 3710151"/>
                      <a:gd name="connsiteY0-312" fmla="*/ 73572 h 1418896"/>
                      <a:gd name="connsiteX1-313" fmla="*/ 430924 w 3710151"/>
                      <a:gd name="connsiteY1-314" fmla="*/ 0 h 1418896"/>
                      <a:gd name="connsiteX2-315" fmla="*/ 1860331 w 3710151"/>
                      <a:gd name="connsiteY2-316" fmla="*/ 599089 h 1418896"/>
                      <a:gd name="connsiteX3-317" fmla="*/ 3342289 w 3710151"/>
                      <a:gd name="connsiteY3-318" fmla="*/ 0 h 1418896"/>
                      <a:gd name="connsiteX4-319" fmla="*/ 3563006 w 3710151"/>
                      <a:gd name="connsiteY4-320" fmla="*/ 73572 h 1418896"/>
                      <a:gd name="connsiteX5-321" fmla="*/ 2606565 w 3710151"/>
                      <a:gd name="connsiteY5-322" fmla="*/ 441434 h 1418896"/>
                      <a:gd name="connsiteX6-323" fmla="*/ 2575034 w 3710151"/>
                      <a:gd name="connsiteY6-324" fmla="*/ 914400 h 1418896"/>
                      <a:gd name="connsiteX7-325" fmla="*/ 3710151 w 3710151"/>
                      <a:gd name="connsiteY7-326" fmla="*/ 1345324 h 1418896"/>
                      <a:gd name="connsiteX8-327" fmla="*/ 3426372 w 3710151"/>
                      <a:gd name="connsiteY8-328" fmla="*/ 1408386 h 1418896"/>
                      <a:gd name="connsiteX9-329" fmla="*/ 1849820 w 3710151"/>
                      <a:gd name="connsiteY9-330" fmla="*/ 746234 h 1418896"/>
                      <a:gd name="connsiteX10-331" fmla="*/ 241737 w 3710151"/>
                      <a:gd name="connsiteY10-332" fmla="*/ 1418896 h 1418896"/>
                      <a:gd name="connsiteX11-333" fmla="*/ 0 w 3710151"/>
                      <a:gd name="connsiteY11-334" fmla="*/ 1334814 h 1418896"/>
                      <a:gd name="connsiteX12-335" fmla="*/ 1124606 w 3710151"/>
                      <a:gd name="connsiteY12-336" fmla="*/ 903890 h 1418896"/>
                      <a:gd name="connsiteX13-337" fmla="*/ 1124605 w 3710151"/>
                      <a:gd name="connsiteY13-338" fmla="*/ 451945 h 1418896"/>
                      <a:gd name="connsiteX14-339" fmla="*/ 168164 w 3710151"/>
                      <a:gd name="connsiteY14-340" fmla="*/ 84081 h 1418896"/>
                      <a:gd name="connsiteX15-341" fmla="*/ 147144 w 3710151"/>
                      <a:gd name="connsiteY15-342" fmla="*/ 73572 h 1418896"/>
                      <a:gd name="connsiteX0-343" fmla="*/ 147144 w 3710151"/>
                      <a:gd name="connsiteY0-344" fmla="*/ 73572 h 1418896"/>
                      <a:gd name="connsiteX1-345" fmla="*/ 430924 w 3710151"/>
                      <a:gd name="connsiteY1-346" fmla="*/ 0 h 1418896"/>
                      <a:gd name="connsiteX2-347" fmla="*/ 1860331 w 3710151"/>
                      <a:gd name="connsiteY2-348" fmla="*/ 599089 h 1418896"/>
                      <a:gd name="connsiteX3-349" fmla="*/ 3342289 w 3710151"/>
                      <a:gd name="connsiteY3-350" fmla="*/ 0 h 1418896"/>
                      <a:gd name="connsiteX4-351" fmla="*/ 3563006 w 3710151"/>
                      <a:gd name="connsiteY4-352" fmla="*/ 73572 h 1418896"/>
                      <a:gd name="connsiteX5-353" fmla="*/ 2606565 w 3710151"/>
                      <a:gd name="connsiteY5-354" fmla="*/ 441434 h 1418896"/>
                      <a:gd name="connsiteX6-355" fmla="*/ 2606565 w 3710151"/>
                      <a:gd name="connsiteY6-356" fmla="*/ 924910 h 1418896"/>
                      <a:gd name="connsiteX7-357" fmla="*/ 3710151 w 3710151"/>
                      <a:gd name="connsiteY7-358" fmla="*/ 1345324 h 1418896"/>
                      <a:gd name="connsiteX8-359" fmla="*/ 3426372 w 3710151"/>
                      <a:gd name="connsiteY8-360" fmla="*/ 1408386 h 1418896"/>
                      <a:gd name="connsiteX9-361" fmla="*/ 1849820 w 3710151"/>
                      <a:gd name="connsiteY9-362" fmla="*/ 746234 h 1418896"/>
                      <a:gd name="connsiteX10-363" fmla="*/ 241737 w 3710151"/>
                      <a:gd name="connsiteY10-364" fmla="*/ 1418896 h 1418896"/>
                      <a:gd name="connsiteX11-365" fmla="*/ 0 w 3710151"/>
                      <a:gd name="connsiteY11-366" fmla="*/ 1334814 h 1418896"/>
                      <a:gd name="connsiteX12-367" fmla="*/ 1124606 w 3710151"/>
                      <a:gd name="connsiteY12-368" fmla="*/ 903890 h 1418896"/>
                      <a:gd name="connsiteX13-369" fmla="*/ 1124605 w 3710151"/>
                      <a:gd name="connsiteY13-370" fmla="*/ 451945 h 1418896"/>
                      <a:gd name="connsiteX14-371" fmla="*/ 168164 w 3710151"/>
                      <a:gd name="connsiteY14-372" fmla="*/ 84081 h 1418896"/>
                      <a:gd name="connsiteX15-373" fmla="*/ 147144 w 3710151"/>
                      <a:gd name="connsiteY15-374" fmla="*/ 73572 h 1418896"/>
                      <a:gd name="connsiteX0-375" fmla="*/ 147144 w 3710151"/>
                      <a:gd name="connsiteY0-376" fmla="*/ 73572 h 1418896"/>
                      <a:gd name="connsiteX1-377" fmla="*/ 430924 w 3710151"/>
                      <a:gd name="connsiteY1-378" fmla="*/ 0 h 1418896"/>
                      <a:gd name="connsiteX2-379" fmla="*/ 1860331 w 3710151"/>
                      <a:gd name="connsiteY2-380" fmla="*/ 599089 h 1418896"/>
                      <a:gd name="connsiteX3-381" fmla="*/ 3342289 w 3710151"/>
                      <a:gd name="connsiteY3-382" fmla="*/ 0 h 1418896"/>
                      <a:gd name="connsiteX4-383" fmla="*/ 3563006 w 3710151"/>
                      <a:gd name="connsiteY4-384" fmla="*/ 73572 h 1418896"/>
                      <a:gd name="connsiteX5-385" fmla="*/ 2606565 w 3710151"/>
                      <a:gd name="connsiteY5-386" fmla="*/ 441434 h 1418896"/>
                      <a:gd name="connsiteX6-387" fmla="*/ 2610282 w 3710151"/>
                      <a:gd name="connsiteY6-388" fmla="*/ 902607 h 1418896"/>
                      <a:gd name="connsiteX7-389" fmla="*/ 3710151 w 3710151"/>
                      <a:gd name="connsiteY7-390" fmla="*/ 1345324 h 1418896"/>
                      <a:gd name="connsiteX8-391" fmla="*/ 3426372 w 3710151"/>
                      <a:gd name="connsiteY8-392" fmla="*/ 1408386 h 1418896"/>
                      <a:gd name="connsiteX9-393" fmla="*/ 1849820 w 3710151"/>
                      <a:gd name="connsiteY9-394" fmla="*/ 746234 h 1418896"/>
                      <a:gd name="connsiteX10-395" fmla="*/ 241737 w 3710151"/>
                      <a:gd name="connsiteY10-396" fmla="*/ 1418896 h 1418896"/>
                      <a:gd name="connsiteX11-397" fmla="*/ 0 w 3710151"/>
                      <a:gd name="connsiteY11-398" fmla="*/ 1334814 h 1418896"/>
                      <a:gd name="connsiteX12-399" fmla="*/ 1124606 w 3710151"/>
                      <a:gd name="connsiteY12-400" fmla="*/ 903890 h 1418896"/>
                      <a:gd name="connsiteX13-401" fmla="*/ 1124605 w 3710151"/>
                      <a:gd name="connsiteY13-402" fmla="*/ 451945 h 1418896"/>
                      <a:gd name="connsiteX14-403" fmla="*/ 168164 w 3710151"/>
                      <a:gd name="connsiteY14-404" fmla="*/ 84081 h 1418896"/>
                      <a:gd name="connsiteX15-405" fmla="*/ 147144 w 3710151"/>
                      <a:gd name="connsiteY15-406" fmla="*/ 73572 h 1418896"/>
                      <a:gd name="connsiteX0-407" fmla="*/ 147144 w 3710151"/>
                      <a:gd name="connsiteY0-408" fmla="*/ 73572 h 1418896"/>
                      <a:gd name="connsiteX1-409" fmla="*/ 430924 w 3710151"/>
                      <a:gd name="connsiteY1-410" fmla="*/ 0 h 1418896"/>
                      <a:gd name="connsiteX2-411" fmla="*/ 1860331 w 3710151"/>
                      <a:gd name="connsiteY2-412" fmla="*/ 599089 h 1418896"/>
                      <a:gd name="connsiteX3-413" fmla="*/ 3342289 w 3710151"/>
                      <a:gd name="connsiteY3-414" fmla="*/ 0 h 1418896"/>
                      <a:gd name="connsiteX4-415" fmla="*/ 3563006 w 3710151"/>
                      <a:gd name="connsiteY4-416" fmla="*/ 73572 h 1418896"/>
                      <a:gd name="connsiteX5-417" fmla="*/ 2617717 w 3710151"/>
                      <a:gd name="connsiteY5-418" fmla="*/ 445151 h 1418896"/>
                      <a:gd name="connsiteX6-419" fmla="*/ 2610282 w 3710151"/>
                      <a:gd name="connsiteY6-420" fmla="*/ 902607 h 1418896"/>
                      <a:gd name="connsiteX7-421" fmla="*/ 3710151 w 3710151"/>
                      <a:gd name="connsiteY7-422" fmla="*/ 1345324 h 1418896"/>
                      <a:gd name="connsiteX8-423" fmla="*/ 3426372 w 3710151"/>
                      <a:gd name="connsiteY8-424" fmla="*/ 1408386 h 1418896"/>
                      <a:gd name="connsiteX9-425" fmla="*/ 1849820 w 3710151"/>
                      <a:gd name="connsiteY9-426" fmla="*/ 746234 h 1418896"/>
                      <a:gd name="connsiteX10-427" fmla="*/ 241737 w 3710151"/>
                      <a:gd name="connsiteY10-428" fmla="*/ 1418896 h 1418896"/>
                      <a:gd name="connsiteX11-429" fmla="*/ 0 w 3710151"/>
                      <a:gd name="connsiteY11-430" fmla="*/ 1334814 h 1418896"/>
                      <a:gd name="connsiteX12-431" fmla="*/ 1124606 w 3710151"/>
                      <a:gd name="connsiteY12-432" fmla="*/ 903890 h 1418896"/>
                      <a:gd name="connsiteX13-433" fmla="*/ 1124605 w 3710151"/>
                      <a:gd name="connsiteY13-434" fmla="*/ 451945 h 1418896"/>
                      <a:gd name="connsiteX14-435" fmla="*/ 168164 w 3710151"/>
                      <a:gd name="connsiteY14-436" fmla="*/ 84081 h 1418896"/>
                      <a:gd name="connsiteX15-437" fmla="*/ 147144 w 3710151"/>
                      <a:gd name="connsiteY15-438" fmla="*/ 73572 h 1418896"/>
                      <a:gd name="connsiteX0-439" fmla="*/ 147144 w 3710151"/>
                      <a:gd name="connsiteY0-440" fmla="*/ 73572 h 1418896"/>
                      <a:gd name="connsiteX1-441" fmla="*/ 430924 w 3710151"/>
                      <a:gd name="connsiteY1-442" fmla="*/ 0 h 1418896"/>
                      <a:gd name="connsiteX2-443" fmla="*/ 1860331 w 3710151"/>
                      <a:gd name="connsiteY2-444" fmla="*/ 599089 h 1418896"/>
                      <a:gd name="connsiteX3-445" fmla="*/ 3342289 w 3710151"/>
                      <a:gd name="connsiteY3-446" fmla="*/ 0 h 1418896"/>
                      <a:gd name="connsiteX4-447" fmla="*/ 3563006 w 3710151"/>
                      <a:gd name="connsiteY4-448" fmla="*/ 73572 h 1418896"/>
                      <a:gd name="connsiteX5-449" fmla="*/ 2617717 w 3710151"/>
                      <a:gd name="connsiteY5-450" fmla="*/ 448868 h 1418896"/>
                      <a:gd name="connsiteX6-451" fmla="*/ 2610282 w 3710151"/>
                      <a:gd name="connsiteY6-452" fmla="*/ 902607 h 1418896"/>
                      <a:gd name="connsiteX7-453" fmla="*/ 3710151 w 3710151"/>
                      <a:gd name="connsiteY7-454" fmla="*/ 1345324 h 1418896"/>
                      <a:gd name="connsiteX8-455" fmla="*/ 3426372 w 3710151"/>
                      <a:gd name="connsiteY8-456" fmla="*/ 1408386 h 1418896"/>
                      <a:gd name="connsiteX9-457" fmla="*/ 1849820 w 3710151"/>
                      <a:gd name="connsiteY9-458" fmla="*/ 746234 h 1418896"/>
                      <a:gd name="connsiteX10-459" fmla="*/ 241737 w 3710151"/>
                      <a:gd name="connsiteY10-460" fmla="*/ 1418896 h 1418896"/>
                      <a:gd name="connsiteX11-461" fmla="*/ 0 w 3710151"/>
                      <a:gd name="connsiteY11-462" fmla="*/ 1334814 h 1418896"/>
                      <a:gd name="connsiteX12-463" fmla="*/ 1124606 w 3710151"/>
                      <a:gd name="connsiteY12-464" fmla="*/ 903890 h 1418896"/>
                      <a:gd name="connsiteX13-465" fmla="*/ 1124605 w 3710151"/>
                      <a:gd name="connsiteY13-466" fmla="*/ 451945 h 1418896"/>
                      <a:gd name="connsiteX14-467" fmla="*/ 168164 w 3710151"/>
                      <a:gd name="connsiteY14-468" fmla="*/ 84081 h 1418896"/>
                      <a:gd name="connsiteX15-469" fmla="*/ 147144 w 3710151"/>
                      <a:gd name="connsiteY15-470" fmla="*/ 73572 h 1418896"/>
                      <a:gd name="connsiteX0-471" fmla="*/ 147144 w 3710151"/>
                      <a:gd name="connsiteY0-472" fmla="*/ 73572 h 1418896"/>
                      <a:gd name="connsiteX1-473" fmla="*/ 430924 w 3710151"/>
                      <a:gd name="connsiteY1-474" fmla="*/ 0 h 1418896"/>
                      <a:gd name="connsiteX2-475" fmla="*/ 1838028 w 3710151"/>
                      <a:gd name="connsiteY2-476" fmla="*/ 591655 h 1418896"/>
                      <a:gd name="connsiteX3-477" fmla="*/ 3342289 w 3710151"/>
                      <a:gd name="connsiteY3-478" fmla="*/ 0 h 1418896"/>
                      <a:gd name="connsiteX4-479" fmla="*/ 3563006 w 3710151"/>
                      <a:gd name="connsiteY4-480" fmla="*/ 73572 h 1418896"/>
                      <a:gd name="connsiteX5-481" fmla="*/ 2617717 w 3710151"/>
                      <a:gd name="connsiteY5-482" fmla="*/ 448868 h 1418896"/>
                      <a:gd name="connsiteX6-483" fmla="*/ 2610282 w 3710151"/>
                      <a:gd name="connsiteY6-484" fmla="*/ 902607 h 1418896"/>
                      <a:gd name="connsiteX7-485" fmla="*/ 3710151 w 3710151"/>
                      <a:gd name="connsiteY7-486" fmla="*/ 1345324 h 1418896"/>
                      <a:gd name="connsiteX8-487" fmla="*/ 3426372 w 3710151"/>
                      <a:gd name="connsiteY8-488" fmla="*/ 1408386 h 1418896"/>
                      <a:gd name="connsiteX9-489" fmla="*/ 1849820 w 3710151"/>
                      <a:gd name="connsiteY9-490" fmla="*/ 746234 h 1418896"/>
                      <a:gd name="connsiteX10-491" fmla="*/ 241737 w 3710151"/>
                      <a:gd name="connsiteY10-492" fmla="*/ 1418896 h 1418896"/>
                      <a:gd name="connsiteX11-493" fmla="*/ 0 w 3710151"/>
                      <a:gd name="connsiteY11-494" fmla="*/ 1334814 h 1418896"/>
                      <a:gd name="connsiteX12-495" fmla="*/ 1124606 w 3710151"/>
                      <a:gd name="connsiteY12-496" fmla="*/ 903890 h 1418896"/>
                      <a:gd name="connsiteX13-497" fmla="*/ 1124605 w 3710151"/>
                      <a:gd name="connsiteY13-498" fmla="*/ 451945 h 1418896"/>
                      <a:gd name="connsiteX14-499" fmla="*/ 168164 w 3710151"/>
                      <a:gd name="connsiteY14-500" fmla="*/ 84081 h 1418896"/>
                      <a:gd name="connsiteX15-501" fmla="*/ 147144 w 3710151"/>
                      <a:gd name="connsiteY15-502" fmla="*/ 73572 h 1418896"/>
                      <a:gd name="connsiteX0-503" fmla="*/ 147144 w 3710151"/>
                      <a:gd name="connsiteY0-504" fmla="*/ 73572 h 1418896"/>
                      <a:gd name="connsiteX1-505" fmla="*/ 430924 w 3710151"/>
                      <a:gd name="connsiteY1-506" fmla="*/ 0 h 1418896"/>
                      <a:gd name="connsiteX2-507" fmla="*/ 1838028 w 3710151"/>
                      <a:gd name="connsiteY2-508" fmla="*/ 591655 h 1418896"/>
                      <a:gd name="connsiteX3-509" fmla="*/ 3342289 w 3710151"/>
                      <a:gd name="connsiteY3-510" fmla="*/ 0 h 1418896"/>
                      <a:gd name="connsiteX4-511" fmla="*/ 3563006 w 3710151"/>
                      <a:gd name="connsiteY4-512" fmla="*/ 73572 h 1418896"/>
                      <a:gd name="connsiteX5-513" fmla="*/ 2617717 w 3710151"/>
                      <a:gd name="connsiteY5-514" fmla="*/ 448868 h 1418896"/>
                      <a:gd name="connsiteX6-515" fmla="*/ 2610282 w 3710151"/>
                      <a:gd name="connsiteY6-516" fmla="*/ 902607 h 1418896"/>
                      <a:gd name="connsiteX7-517" fmla="*/ 3710151 w 3710151"/>
                      <a:gd name="connsiteY7-518" fmla="*/ 1345324 h 1418896"/>
                      <a:gd name="connsiteX8-519" fmla="*/ 3426372 w 3710151"/>
                      <a:gd name="connsiteY8-520" fmla="*/ 1408386 h 1418896"/>
                      <a:gd name="connsiteX9-521" fmla="*/ 1849820 w 3710151"/>
                      <a:gd name="connsiteY9-522" fmla="*/ 746234 h 1418896"/>
                      <a:gd name="connsiteX10-523" fmla="*/ 241737 w 3710151"/>
                      <a:gd name="connsiteY10-524" fmla="*/ 1418896 h 1418896"/>
                      <a:gd name="connsiteX11-525" fmla="*/ 0 w 3710151"/>
                      <a:gd name="connsiteY11-526" fmla="*/ 1334814 h 1418896"/>
                      <a:gd name="connsiteX12-527" fmla="*/ 1124606 w 3710151"/>
                      <a:gd name="connsiteY12-528" fmla="*/ 903890 h 1418896"/>
                      <a:gd name="connsiteX13-529" fmla="*/ 1087434 w 3710151"/>
                      <a:gd name="connsiteY13-530" fmla="*/ 451945 h 1418896"/>
                      <a:gd name="connsiteX14-531" fmla="*/ 168164 w 3710151"/>
                      <a:gd name="connsiteY14-532" fmla="*/ 84081 h 1418896"/>
                      <a:gd name="connsiteX15-533" fmla="*/ 147144 w 3710151"/>
                      <a:gd name="connsiteY15-534" fmla="*/ 73572 h 1418896"/>
                      <a:gd name="connsiteX0-535" fmla="*/ 147144 w 3710151"/>
                      <a:gd name="connsiteY0-536" fmla="*/ 73572 h 1418896"/>
                      <a:gd name="connsiteX1-537" fmla="*/ 430924 w 3710151"/>
                      <a:gd name="connsiteY1-538" fmla="*/ 0 h 1418896"/>
                      <a:gd name="connsiteX2-539" fmla="*/ 1838028 w 3710151"/>
                      <a:gd name="connsiteY2-540" fmla="*/ 591655 h 1418896"/>
                      <a:gd name="connsiteX3-541" fmla="*/ 3342289 w 3710151"/>
                      <a:gd name="connsiteY3-542" fmla="*/ 0 h 1418896"/>
                      <a:gd name="connsiteX4-543" fmla="*/ 3563006 w 3710151"/>
                      <a:gd name="connsiteY4-544" fmla="*/ 73572 h 1418896"/>
                      <a:gd name="connsiteX5-545" fmla="*/ 2617717 w 3710151"/>
                      <a:gd name="connsiteY5-546" fmla="*/ 448868 h 1418896"/>
                      <a:gd name="connsiteX6-547" fmla="*/ 2610282 w 3710151"/>
                      <a:gd name="connsiteY6-548" fmla="*/ 902607 h 1418896"/>
                      <a:gd name="connsiteX7-549" fmla="*/ 3710151 w 3710151"/>
                      <a:gd name="connsiteY7-550" fmla="*/ 1345324 h 1418896"/>
                      <a:gd name="connsiteX8-551" fmla="*/ 3426372 w 3710151"/>
                      <a:gd name="connsiteY8-552" fmla="*/ 1408386 h 1418896"/>
                      <a:gd name="connsiteX9-553" fmla="*/ 1849820 w 3710151"/>
                      <a:gd name="connsiteY9-554" fmla="*/ 746234 h 1418896"/>
                      <a:gd name="connsiteX10-555" fmla="*/ 241737 w 3710151"/>
                      <a:gd name="connsiteY10-556" fmla="*/ 1418896 h 1418896"/>
                      <a:gd name="connsiteX11-557" fmla="*/ 0 w 3710151"/>
                      <a:gd name="connsiteY11-558" fmla="*/ 1334814 h 1418896"/>
                      <a:gd name="connsiteX12-559" fmla="*/ 1098586 w 3710151"/>
                      <a:gd name="connsiteY12-560" fmla="*/ 903890 h 1418896"/>
                      <a:gd name="connsiteX13-561" fmla="*/ 1087434 w 3710151"/>
                      <a:gd name="connsiteY13-562" fmla="*/ 451945 h 1418896"/>
                      <a:gd name="connsiteX14-563" fmla="*/ 168164 w 3710151"/>
                      <a:gd name="connsiteY14-564" fmla="*/ 84081 h 1418896"/>
                      <a:gd name="connsiteX15-565" fmla="*/ 147144 w 3710151"/>
                      <a:gd name="connsiteY15-566" fmla="*/ 73572 h 1418896"/>
                      <a:gd name="connsiteX0-567" fmla="*/ 162012 w 3725019"/>
                      <a:gd name="connsiteY0-568" fmla="*/ 73572 h 1418896"/>
                      <a:gd name="connsiteX1-569" fmla="*/ 445792 w 3725019"/>
                      <a:gd name="connsiteY1-570" fmla="*/ 0 h 1418896"/>
                      <a:gd name="connsiteX2-571" fmla="*/ 1852896 w 3725019"/>
                      <a:gd name="connsiteY2-572" fmla="*/ 591655 h 1418896"/>
                      <a:gd name="connsiteX3-573" fmla="*/ 3357157 w 3725019"/>
                      <a:gd name="connsiteY3-574" fmla="*/ 0 h 1418896"/>
                      <a:gd name="connsiteX4-575" fmla="*/ 3577874 w 3725019"/>
                      <a:gd name="connsiteY4-576" fmla="*/ 73572 h 1418896"/>
                      <a:gd name="connsiteX5-577" fmla="*/ 2632585 w 3725019"/>
                      <a:gd name="connsiteY5-578" fmla="*/ 448868 h 1418896"/>
                      <a:gd name="connsiteX6-579" fmla="*/ 2625150 w 3725019"/>
                      <a:gd name="connsiteY6-580" fmla="*/ 902607 h 1418896"/>
                      <a:gd name="connsiteX7-581" fmla="*/ 3725019 w 3725019"/>
                      <a:gd name="connsiteY7-582" fmla="*/ 1345324 h 1418896"/>
                      <a:gd name="connsiteX8-583" fmla="*/ 3441240 w 3725019"/>
                      <a:gd name="connsiteY8-584" fmla="*/ 1408386 h 1418896"/>
                      <a:gd name="connsiteX9-585" fmla="*/ 1864688 w 3725019"/>
                      <a:gd name="connsiteY9-586" fmla="*/ 746234 h 1418896"/>
                      <a:gd name="connsiteX10-587" fmla="*/ 256605 w 3725019"/>
                      <a:gd name="connsiteY10-588" fmla="*/ 1418896 h 1418896"/>
                      <a:gd name="connsiteX11-589" fmla="*/ 0 w 3725019"/>
                      <a:gd name="connsiteY11-590" fmla="*/ 1331097 h 1418896"/>
                      <a:gd name="connsiteX12-591" fmla="*/ 1113454 w 3725019"/>
                      <a:gd name="connsiteY12-592" fmla="*/ 903890 h 1418896"/>
                      <a:gd name="connsiteX13-593" fmla="*/ 1102302 w 3725019"/>
                      <a:gd name="connsiteY13-594" fmla="*/ 451945 h 1418896"/>
                      <a:gd name="connsiteX14-595" fmla="*/ 183032 w 3725019"/>
                      <a:gd name="connsiteY14-596" fmla="*/ 84081 h 1418896"/>
                      <a:gd name="connsiteX15-597" fmla="*/ 162012 w 3725019"/>
                      <a:gd name="connsiteY15-598" fmla="*/ 73572 h 141889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  <a:cxn ang="0">
                        <a:pos x="connsiteX11-23" y="connsiteY11-24"/>
                      </a:cxn>
                      <a:cxn ang="0">
                        <a:pos x="connsiteX12-25" y="connsiteY12-26"/>
                      </a:cxn>
                      <a:cxn ang="0">
                        <a:pos x="connsiteX13-27" y="connsiteY13-28"/>
                      </a:cxn>
                      <a:cxn ang="0">
                        <a:pos x="connsiteX14-29" y="connsiteY14-30"/>
                      </a:cxn>
                      <a:cxn ang="0">
                        <a:pos x="connsiteX15-31" y="connsiteY15-32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pic>
            <p:nvPicPr>
              <p:cNvPr id="360" name="Picture 654" descr="antenna_radiation_stylized"/>
              <p:cNvPicPr>
                <a:picLocks noChangeAspect="1" noChangeArrowheads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50224" y="1859725"/>
                <a:ext cx="415925" cy="8877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3" name="Picture 1017" descr="antenna_stylized"/>
              <p:cNvPicPr>
                <a:picLocks noChangeAspect="1" noChangeArrowheads="1"/>
              </p:cNvPicPr>
              <p:nvPr/>
            </p:nvPicPr>
            <p:blipFill>
              <a:blip r:embed="rId1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39074" y="2356613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1" name="Picture 1017" descr="antenna_stylized"/>
              <p:cNvPicPr>
                <a:picLocks noChangeAspect="1" noChangeArrowheads="1"/>
              </p:cNvPicPr>
              <p:nvPr/>
            </p:nvPicPr>
            <p:blipFill>
              <a:blip r:embed="rId1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37781" y="2319727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2" name="Picture 1017" descr="antenna_stylized"/>
              <p:cNvPicPr>
                <a:picLocks noChangeAspect="1" noChangeArrowheads="1"/>
              </p:cNvPicPr>
              <p:nvPr/>
            </p:nvPicPr>
            <p:blipFill>
              <a:blip r:embed="rId1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11019" y="2059124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2" name="Group 11"/>
            <p:cNvGrpSpPr/>
            <p:nvPr/>
          </p:nvGrpSpPr>
          <p:grpSpPr>
            <a:xfrm>
              <a:off x="7493518" y="3325424"/>
              <a:ext cx="911538" cy="843226"/>
              <a:chOff x="7493518" y="3325424"/>
              <a:chExt cx="911538" cy="843226"/>
            </a:xfrm>
          </p:grpSpPr>
          <p:pic>
            <p:nvPicPr>
              <p:cNvPr id="261" name="Picture 777" descr="access_point_stylized_small"/>
              <p:cNvPicPr>
                <a:picLocks noChangeAspect="1" noChangeArrowheads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13882" y="3861899"/>
                <a:ext cx="370169" cy="3067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11" name="Group 10"/>
              <p:cNvGrpSpPr/>
              <p:nvPr/>
            </p:nvGrpSpPr>
            <p:grpSpPr>
              <a:xfrm>
                <a:off x="7493518" y="3325424"/>
                <a:ext cx="911538" cy="816238"/>
                <a:chOff x="7493518" y="3325424"/>
                <a:chExt cx="911538" cy="816238"/>
              </a:xfrm>
            </p:grpSpPr>
            <p:sp>
              <p:nvSpPr>
                <p:cNvPr id="33" name="Line 443"/>
                <p:cNvSpPr>
                  <a:spLocks noChangeShapeType="1"/>
                </p:cNvSpPr>
                <p:nvPr/>
              </p:nvSpPr>
              <p:spPr bwMode="auto">
                <a:xfrm>
                  <a:off x="8247778" y="3829970"/>
                  <a:ext cx="0" cy="13176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9" name="Line 449"/>
                <p:cNvSpPr>
                  <a:spLocks noChangeShapeType="1"/>
                </p:cNvSpPr>
                <p:nvPr/>
              </p:nvSpPr>
              <p:spPr bwMode="auto">
                <a:xfrm flipV="1">
                  <a:off x="7857253" y="4041107"/>
                  <a:ext cx="168275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262" name="Picture 778" descr="antenna_radiation_stylized"/>
                <p:cNvPicPr>
                  <a:picLocks noChangeAspect="1" noChangeArrowheads="1"/>
                </p:cNvPicPr>
                <p:nvPr/>
              </p:nvPicPr>
              <p:blipFill>
                <a:blip r:embed="rId17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62238" y="3813930"/>
                  <a:ext cx="506412" cy="10600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415" name="Group 414"/>
                <p:cNvGrpSpPr/>
                <p:nvPr/>
              </p:nvGrpSpPr>
              <p:grpSpPr>
                <a:xfrm>
                  <a:off x="8050070" y="3965994"/>
                  <a:ext cx="354986" cy="175668"/>
                  <a:chOff x="7493876" y="2774731"/>
                  <a:chExt cx="1481958" cy="894622"/>
                </a:xfrm>
              </p:grpSpPr>
              <p:sp>
                <p:nvSpPr>
                  <p:cNvPr id="416" name="Freeform 415"/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-1" fmla="*/ 8187558 w 8187558"/>
                      <a:gd name="connsiteY0-2" fmla="*/ 0 h 2617076"/>
                      <a:gd name="connsiteX1-3" fmla="*/ 8187558 w 8187558"/>
                      <a:gd name="connsiteY1-4" fmla="*/ 1271752 h 2617076"/>
                      <a:gd name="connsiteX2-5" fmla="*/ 4025462 w 8187558"/>
                      <a:gd name="connsiteY2-6" fmla="*/ 2617076 h 2617076"/>
                      <a:gd name="connsiteX3-7" fmla="*/ 0 w 8187558"/>
                      <a:gd name="connsiteY3-8" fmla="*/ 1229711 h 2617076"/>
                      <a:gd name="connsiteX4-9" fmla="*/ 31531 w 8187558"/>
                      <a:gd name="connsiteY4-10" fmla="*/ 147145 h 2617076"/>
                      <a:gd name="connsiteX5-11" fmla="*/ 4046482 w 8187558"/>
                      <a:gd name="connsiteY5-12" fmla="*/ 1576552 h 2617076"/>
                      <a:gd name="connsiteX6-13" fmla="*/ 8187558 w 8187558"/>
                      <a:gd name="connsiteY6-14" fmla="*/ 0 h 2617076"/>
                      <a:gd name="connsiteX0-15" fmla="*/ 8187558 w 8187558"/>
                      <a:gd name="connsiteY0-16" fmla="*/ 0 h 2617076"/>
                      <a:gd name="connsiteX1-17" fmla="*/ 8187558 w 8187558"/>
                      <a:gd name="connsiteY1-18" fmla="*/ 1271752 h 2617076"/>
                      <a:gd name="connsiteX2-19" fmla="*/ 4025462 w 8187558"/>
                      <a:gd name="connsiteY2-20" fmla="*/ 2617076 h 2617076"/>
                      <a:gd name="connsiteX3-21" fmla="*/ 0 w 8187558"/>
                      <a:gd name="connsiteY3-22" fmla="*/ 1229711 h 2617076"/>
                      <a:gd name="connsiteX4-23" fmla="*/ 31531 w 8187558"/>
                      <a:gd name="connsiteY4-24" fmla="*/ 147145 h 2617076"/>
                      <a:gd name="connsiteX5-25" fmla="*/ 4046482 w 8187558"/>
                      <a:gd name="connsiteY5-26" fmla="*/ 1576552 h 2617076"/>
                      <a:gd name="connsiteX6-27" fmla="*/ 8187558 w 8187558"/>
                      <a:gd name="connsiteY6-28" fmla="*/ 0 h 2617076"/>
                      <a:gd name="connsiteX0-29" fmla="*/ 8187558 w 8187558"/>
                      <a:gd name="connsiteY0-30" fmla="*/ 0 h 2617076"/>
                      <a:gd name="connsiteX1-31" fmla="*/ 8187558 w 8187558"/>
                      <a:gd name="connsiteY1-32" fmla="*/ 1271752 h 2617076"/>
                      <a:gd name="connsiteX2-33" fmla="*/ 4025462 w 8187558"/>
                      <a:gd name="connsiteY2-34" fmla="*/ 2617076 h 2617076"/>
                      <a:gd name="connsiteX3-35" fmla="*/ 0 w 8187558"/>
                      <a:gd name="connsiteY3-36" fmla="*/ 1229711 h 2617076"/>
                      <a:gd name="connsiteX4-37" fmla="*/ 31531 w 8187558"/>
                      <a:gd name="connsiteY4-38" fmla="*/ 147145 h 2617076"/>
                      <a:gd name="connsiteX5-39" fmla="*/ 4046482 w 8187558"/>
                      <a:gd name="connsiteY5-40" fmla="*/ 1576552 h 2617076"/>
                      <a:gd name="connsiteX6-41" fmla="*/ 8187558 w 8187558"/>
                      <a:gd name="connsiteY6-42" fmla="*/ 0 h 2617076"/>
                      <a:gd name="connsiteX0-43" fmla="*/ 8187558 w 8187558"/>
                      <a:gd name="connsiteY0-44" fmla="*/ 0 h 2617076"/>
                      <a:gd name="connsiteX1-45" fmla="*/ 8187558 w 8187558"/>
                      <a:gd name="connsiteY1-46" fmla="*/ 1271752 h 2617076"/>
                      <a:gd name="connsiteX2-47" fmla="*/ 4025462 w 8187558"/>
                      <a:gd name="connsiteY2-48" fmla="*/ 2617076 h 2617076"/>
                      <a:gd name="connsiteX3-49" fmla="*/ 0 w 8187558"/>
                      <a:gd name="connsiteY3-50" fmla="*/ 1229711 h 2617076"/>
                      <a:gd name="connsiteX4-51" fmla="*/ 31531 w 8187558"/>
                      <a:gd name="connsiteY4-52" fmla="*/ 147145 h 2617076"/>
                      <a:gd name="connsiteX5-53" fmla="*/ 4046482 w 8187558"/>
                      <a:gd name="connsiteY5-54" fmla="*/ 1576552 h 2617076"/>
                      <a:gd name="connsiteX6-55" fmla="*/ 8187558 w 8187558"/>
                      <a:gd name="connsiteY6-56" fmla="*/ 0 h 2617076"/>
                      <a:gd name="connsiteX0-57" fmla="*/ 8187558 w 8187558"/>
                      <a:gd name="connsiteY0-58" fmla="*/ 0 h 2617076"/>
                      <a:gd name="connsiteX1-59" fmla="*/ 8187558 w 8187558"/>
                      <a:gd name="connsiteY1-60" fmla="*/ 1271752 h 2617076"/>
                      <a:gd name="connsiteX2-61" fmla="*/ 4025462 w 8187558"/>
                      <a:gd name="connsiteY2-62" fmla="*/ 2617076 h 2617076"/>
                      <a:gd name="connsiteX3-63" fmla="*/ 0 w 8187558"/>
                      <a:gd name="connsiteY3-64" fmla="*/ 1229711 h 2617076"/>
                      <a:gd name="connsiteX4-65" fmla="*/ 31531 w 8187558"/>
                      <a:gd name="connsiteY4-66" fmla="*/ 147145 h 2617076"/>
                      <a:gd name="connsiteX5-67" fmla="*/ 4046482 w 8187558"/>
                      <a:gd name="connsiteY5-68" fmla="*/ 1576552 h 2617076"/>
                      <a:gd name="connsiteX6-69" fmla="*/ 8187558 w 8187558"/>
                      <a:gd name="connsiteY6-70" fmla="*/ 0 h 2617076"/>
                      <a:gd name="connsiteX0-71" fmla="*/ 8187558 w 8187558"/>
                      <a:gd name="connsiteY0-72" fmla="*/ 0 h 2617076"/>
                      <a:gd name="connsiteX1-73" fmla="*/ 8187558 w 8187558"/>
                      <a:gd name="connsiteY1-74" fmla="*/ 1271752 h 2617076"/>
                      <a:gd name="connsiteX2-75" fmla="*/ 4025462 w 8187558"/>
                      <a:gd name="connsiteY2-76" fmla="*/ 2617076 h 2617076"/>
                      <a:gd name="connsiteX3-77" fmla="*/ 0 w 8187558"/>
                      <a:gd name="connsiteY3-78" fmla="*/ 1229711 h 2617076"/>
                      <a:gd name="connsiteX4-79" fmla="*/ 31531 w 8187558"/>
                      <a:gd name="connsiteY4-80" fmla="*/ 147145 h 2617076"/>
                      <a:gd name="connsiteX5-81" fmla="*/ 4046482 w 8187558"/>
                      <a:gd name="connsiteY5-82" fmla="*/ 1576552 h 2617076"/>
                      <a:gd name="connsiteX6-83" fmla="*/ 8187558 w 8187558"/>
                      <a:gd name="connsiteY6-84" fmla="*/ 0 h 2617076"/>
                      <a:gd name="connsiteX0-85" fmla="*/ 8187558 w 8187558"/>
                      <a:gd name="connsiteY0-86" fmla="*/ 0 h 2638097"/>
                      <a:gd name="connsiteX1-87" fmla="*/ 8187558 w 8187558"/>
                      <a:gd name="connsiteY1-88" fmla="*/ 1271752 h 2638097"/>
                      <a:gd name="connsiteX2-89" fmla="*/ 4099035 w 8187558"/>
                      <a:gd name="connsiteY2-90" fmla="*/ 2638097 h 2638097"/>
                      <a:gd name="connsiteX3-91" fmla="*/ 0 w 8187558"/>
                      <a:gd name="connsiteY3-92" fmla="*/ 1229711 h 2638097"/>
                      <a:gd name="connsiteX4-93" fmla="*/ 31531 w 8187558"/>
                      <a:gd name="connsiteY4-94" fmla="*/ 147145 h 2638097"/>
                      <a:gd name="connsiteX5-95" fmla="*/ 4046482 w 8187558"/>
                      <a:gd name="connsiteY5-96" fmla="*/ 1576552 h 2638097"/>
                      <a:gd name="connsiteX6-97" fmla="*/ 8187558 w 8187558"/>
                      <a:gd name="connsiteY6-98" fmla="*/ 0 h 2638097"/>
                      <a:gd name="connsiteX0-99" fmla="*/ 8187558 w 8187558"/>
                      <a:gd name="connsiteY0-100" fmla="*/ 0 h 2638097"/>
                      <a:gd name="connsiteX1-101" fmla="*/ 8187558 w 8187558"/>
                      <a:gd name="connsiteY1-102" fmla="*/ 1271752 h 2638097"/>
                      <a:gd name="connsiteX2-103" fmla="*/ 4099035 w 8187558"/>
                      <a:gd name="connsiteY2-104" fmla="*/ 2638097 h 2638097"/>
                      <a:gd name="connsiteX3-105" fmla="*/ 0 w 8187558"/>
                      <a:gd name="connsiteY3-106" fmla="*/ 1229711 h 2638097"/>
                      <a:gd name="connsiteX4-107" fmla="*/ 31531 w 8187558"/>
                      <a:gd name="connsiteY4-108" fmla="*/ 147145 h 2638097"/>
                      <a:gd name="connsiteX5-109" fmla="*/ 4046482 w 8187558"/>
                      <a:gd name="connsiteY5-110" fmla="*/ 1576552 h 2638097"/>
                      <a:gd name="connsiteX6-111" fmla="*/ 8187558 w 8187558"/>
                      <a:gd name="connsiteY6-112" fmla="*/ 0 h 2638097"/>
                      <a:gd name="connsiteX0-113" fmla="*/ 8187558 w 8187558"/>
                      <a:gd name="connsiteY0-114" fmla="*/ 0 h 2638097"/>
                      <a:gd name="connsiteX1-115" fmla="*/ 8187558 w 8187558"/>
                      <a:gd name="connsiteY1-116" fmla="*/ 1271752 h 2638097"/>
                      <a:gd name="connsiteX2-117" fmla="*/ 4099035 w 8187558"/>
                      <a:gd name="connsiteY2-118" fmla="*/ 2638097 h 2638097"/>
                      <a:gd name="connsiteX3-119" fmla="*/ 0 w 8187558"/>
                      <a:gd name="connsiteY3-120" fmla="*/ 1229711 h 2638097"/>
                      <a:gd name="connsiteX4-121" fmla="*/ 31531 w 8187558"/>
                      <a:gd name="connsiteY4-122" fmla="*/ 147145 h 2638097"/>
                      <a:gd name="connsiteX5-123" fmla="*/ 4046482 w 8187558"/>
                      <a:gd name="connsiteY5-124" fmla="*/ 1576552 h 2638097"/>
                      <a:gd name="connsiteX6-125" fmla="*/ 8187558 w 8187558"/>
                      <a:gd name="connsiteY6-126" fmla="*/ 0 h 2638097"/>
                      <a:gd name="connsiteX0-127" fmla="*/ 8187558 w 8187558"/>
                      <a:gd name="connsiteY0-128" fmla="*/ 0 h 2638097"/>
                      <a:gd name="connsiteX1-129" fmla="*/ 8187558 w 8187558"/>
                      <a:gd name="connsiteY1-130" fmla="*/ 1271752 h 2638097"/>
                      <a:gd name="connsiteX2-131" fmla="*/ 4099035 w 8187558"/>
                      <a:gd name="connsiteY2-132" fmla="*/ 2638097 h 2638097"/>
                      <a:gd name="connsiteX3-133" fmla="*/ 0 w 8187558"/>
                      <a:gd name="connsiteY3-134" fmla="*/ 1229711 h 2638097"/>
                      <a:gd name="connsiteX4-135" fmla="*/ 31531 w 8187558"/>
                      <a:gd name="connsiteY4-136" fmla="*/ 147145 h 2638097"/>
                      <a:gd name="connsiteX5-137" fmla="*/ 4046482 w 8187558"/>
                      <a:gd name="connsiteY5-138" fmla="*/ 1576552 h 2638097"/>
                      <a:gd name="connsiteX6-139" fmla="*/ 8187558 w 8187558"/>
                      <a:gd name="connsiteY6-140" fmla="*/ 0 h 2638097"/>
                      <a:gd name="connsiteX0-141" fmla="*/ 8187558 w 8187558"/>
                      <a:gd name="connsiteY0-142" fmla="*/ 0 h 2638097"/>
                      <a:gd name="connsiteX1-143" fmla="*/ 8187558 w 8187558"/>
                      <a:gd name="connsiteY1-144" fmla="*/ 1271752 h 2638097"/>
                      <a:gd name="connsiteX2-145" fmla="*/ 4099035 w 8187558"/>
                      <a:gd name="connsiteY2-146" fmla="*/ 2638097 h 2638097"/>
                      <a:gd name="connsiteX3-147" fmla="*/ 0 w 8187558"/>
                      <a:gd name="connsiteY3-148" fmla="*/ 1229711 h 2638097"/>
                      <a:gd name="connsiteX4-149" fmla="*/ 31531 w 8187558"/>
                      <a:gd name="connsiteY4-150" fmla="*/ 147145 h 2638097"/>
                      <a:gd name="connsiteX5-151" fmla="*/ 4088524 w 8187558"/>
                      <a:gd name="connsiteY5-152" fmla="*/ 1597573 h 2638097"/>
                      <a:gd name="connsiteX6-153" fmla="*/ 8187558 w 8187558"/>
                      <a:gd name="connsiteY6-154" fmla="*/ 0 h 2638097"/>
                      <a:gd name="connsiteX0-155" fmla="*/ 8187558 w 8187558"/>
                      <a:gd name="connsiteY0-156" fmla="*/ 0 h 2638097"/>
                      <a:gd name="connsiteX1-157" fmla="*/ 8187558 w 8187558"/>
                      <a:gd name="connsiteY1-158" fmla="*/ 1271752 h 2638097"/>
                      <a:gd name="connsiteX2-159" fmla="*/ 4099035 w 8187558"/>
                      <a:gd name="connsiteY2-160" fmla="*/ 2638097 h 2638097"/>
                      <a:gd name="connsiteX3-161" fmla="*/ 0 w 8187558"/>
                      <a:gd name="connsiteY3-162" fmla="*/ 1229711 h 2638097"/>
                      <a:gd name="connsiteX4-163" fmla="*/ 31531 w 8187558"/>
                      <a:gd name="connsiteY4-164" fmla="*/ 147145 h 2638097"/>
                      <a:gd name="connsiteX5-165" fmla="*/ 4088524 w 8187558"/>
                      <a:gd name="connsiteY5-166" fmla="*/ 1597573 h 2638097"/>
                      <a:gd name="connsiteX6-167" fmla="*/ 8187558 w 8187558"/>
                      <a:gd name="connsiteY6-168" fmla="*/ 0 h 2638097"/>
                      <a:gd name="connsiteX0-169" fmla="*/ 8187558 w 8187558"/>
                      <a:gd name="connsiteY0-170" fmla="*/ 0 h 2638097"/>
                      <a:gd name="connsiteX1-171" fmla="*/ 8187558 w 8187558"/>
                      <a:gd name="connsiteY1-172" fmla="*/ 1271752 h 2638097"/>
                      <a:gd name="connsiteX2-173" fmla="*/ 4099035 w 8187558"/>
                      <a:gd name="connsiteY2-174" fmla="*/ 2638097 h 2638097"/>
                      <a:gd name="connsiteX3-175" fmla="*/ 0 w 8187558"/>
                      <a:gd name="connsiteY3-176" fmla="*/ 1229711 h 2638097"/>
                      <a:gd name="connsiteX4-177" fmla="*/ 31531 w 8187558"/>
                      <a:gd name="connsiteY4-178" fmla="*/ 147145 h 2638097"/>
                      <a:gd name="connsiteX5-179" fmla="*/ 4099035 w 8187558"/>
                      <a:gd name="connsiteY5-180" fmla="*/ 1566042 h 2638097"/>
                      <a:gd name="connsiteX6-181" fmla="*/ 8187558 w 8187558"/>
                      <a:gd name="connsiteY6-182" fmla="*/ 0 h 2638097"/>
                      <a:gd name="connsiteX0-183" fmla="*/ 8187558 w 8187558"/>
                      <a:gd name="connsiteY0-184" fmla="*/ 0 h 2638097"/>
                      <a:gd name="connsiteX1-185" fmla="*/ 8187558 w 8187558"/>
                      <a:gd name="connsiteY1-186" fmla="*/ 1271752 h 2638097"/>
                      <a:gd name="connsiteX2-187" fmla="*/ 4099035 w 8187558"/>
                      <a:gd name="connsiteY2-188" fmla="*/ 2638097 h 2638097"/>
                      <a:gd name="connsiteX3-189" fmla="*/ 0 w 8187558"/>
                      <a:gd name="connsiteY3-190" fmla="*/ 1229711 h 2638097"/>
                      <a:gd name="connsiteX4-191" fmla="*/ 31531 w 8187558"/>
                      <a:gd name="connsiteY4-192" fmla="*/ 147145 h 2638097"/>
                      <a:gd name="connsiteX5-193" fmla="*/ 4099035 w 8187558"/>
                      <a:gd name="connsiteY5-194" fmla="*/ 1566042 h 2638097"/>
                      <a:gd name="connsiteX6-195" fmla="*/ 8187558 w 8187558"/>
                      <a:gd name="connsiteY6-196" fmla="*/ 0 h 2638097"/>
                      <a:gd name="connsiteX0-197" fmla="*/ 8187558 w 8187558"/>
                      <a:gd name="connsiteY0-198" fmla="*/ 0 h 2638097"/>
                      <a:gd name="connsiteX1-199" fmla="*/ 8187558 w 8187558"/>
                      <a:gd name="connsiteY1-200" fmla="*/ 1271752 h 2638097"/>
                      <a:gd name="connsiteX2-201" fmla="*/ 4099035 w 8187558"/>
                      <a:gd name="connsiteY2-202" fmla="*/ 2638097 h 2638097"/>
                      <a:gd name="connsiteX3-203" fmla="*/ 0 w 8187558"/>
                      <a:gd name="connsiteY3-204" fmla="*/ 1229711 h 2638097"/>
                      <a:gd name="connsiteX4-205" fmla="*/ 31531 w 8187558"/>
                      <a:gd name="connsiteY4-206" fmla="*/ 147145 h 2638097"/>
                      <a:gd name="connsiteX5-207" fmla="*/ 4099035 w 8187558"/>
                      <a:gd name="connsiteY5-208" fmla="*/ 1566042 h 2638097"/>
                      <a:gd name="connsiteX6-209" fmla="*/ 8187558 w 8187558"/>
                      <a:gd name="connsiteY6-210" fmla="*/ 0 h 2638097"/>
                      <a:gd name="connsiteX0-211" fmla="*/ 8187558 w 8187558"/>
                      <a:gd name="connsiteY0-212" fmla="*/ 0 h 2638097"/>
                      <a:gd name="connsiteX1-213" fmla="*/ 8187558 w 8187558"/>
                      <a:gd name="connsiteY1-214" fmla="*/ 1271752 h 2638097"/>
                      <a:gd name="connsiteX2-215" fmla="*/ 4099035 w 8187558"/>
                      <a:gd name="connsiteY2-216" fmla="*/ 2638097 h 2638097"/>
                      <a:gd name="connsiteX3-217" fmla="*/ 0 w 8187558"/>
                      <a:gd name="connsiteY3-218" fmla="*/ 1229711 h 2638097"/>
                      <a:gd name="connsiteX4-219" fmla="*/ 31531 w 8187558"/>
                      <a:gd name="connsiteY4-220" fmla="*/ 147145 h 2638097"/>
                      <a:gd name="connsiteX5-221" fmla="*/ 4099035 w 8187558"/>
                      <a:gd name="connsiteY5-222" fmla="*/ 1566042 h 2638097"/>
                      <a:gd name="connsiteX6-223" fmla="*/ 8187558 w 8187558"/>
                      <a:gd name="connsiteY6-224" fmla="*/ 0 h 2638097"/>
                      <a:gd name="connsiteX0-225" fmla="*/ 8187558 w 8187558"/>
                      <a:gd name="connsiteY0-226" fmla="*/ 0 h 2638097"/>
                      <a:gd name="connsiteX1-227" fmla="*/ 8187558 w 8187558"/>
                      <a:gd name="connsiteY1-228" fmla="*/ 1271752 h 2638097"/>
                      <a:gd name="connsiteX2-229" fmla="*/ 4099035 w 8187558"/>
                      <a:gd name="connsiteY2-230" fmla="*/ 2638097 h 2638097"/>
                      <a:gd name="connsiteX3-231" fmla="*/ 0 w 8187558"/>
                      <a:gd name="connsiteY3-232" fmla="*/ 1229711 h 2638097"/>
                      <a:gd name="connsiteX4-233" fmla="*/ 31531 w 8187558"/>
                      <a:gd name="connsiteY4-234" fmla="*/ 147145 h 2638097"/>
                      <a:gd name="connsiteX5-235" fmla="*/ 4099035 w 8187558"/>
                      <a:gd name="connsiteY5-236" fmla="*/ 1566042 h 2638097"/>
                      <a:gd name="connsiteX6-237" fmla="*/ 8187558 w 8187558"/>
                      <a:gd name="connsiteY6-238" fmla="*/ 0 h 2638097"/>
                      <a:gd name="connsiteX0-239" fmla="*/ 8187558 w 8187558"/>
                      <a:gd name="connsiteY0-240" fmla="*/ 0 h 2638097"/>
                      <a:gd name="connsiteX1-241" fmla="*/ 8187558 w 8187558"/>
                      <a:gd name="connsiteY1-242" fmla="*/ 1271752 h 2638097"/>
                      <a:gd name="connsiteX2-243" fmla="*/ 4099035 w 8187558"/>
                      <a:gd name="connsiteY2-244" fmla="*/ 2638097 h 2638097"/>
                      <a:gd name="connsiteX3-245" fmla="*/ 0 w 8187558"/>
                      <a:gd name="connsiteY3-246" fmla="*/ 1229711 h 2638097"/>
                      <a:gd name="connsiteX4-247" fmla="*/ 31531 w 8187558"/>
                      <a:gd name="connsiteY4-248" fmla="*/ 147145 h 2638097"/>
                      <a:gd name="connsiteX5-249" fmla="*/ 4099035 w 8187558"/>
                      <a:gd name="connsiteY5-250" fmla="*/ 1566042 h 2638097"/>
                      <a:gd name="connsiteX6-251" fmla="*/ 8187558 w 8187558"/>
                      <a:gd name="connsiteY6-252" fmla="*/ 0 h 2638097"/>
                      <a:gd name="connsiteX0-253" fmla="*/ 8187558 w 8187558"/>
                      <a:gd name="connsiteY0-254" fmla="*/ 0 h 2638097"/>
                      <a:gd name="connsiteX1-255" fmla="*/ 8187558 w 8187558"/>
                      <a:gd name="connsiteY1-256" fmla="*/ 1271752 h 2638097"/>
                      <a:gd name="connsiteX2-257" fmla="*/ 4099035 w 8187558"/>
                      <a:gd name="connsiteY2-258" fmla="*/ 2638097 h 2638097"/>
                      <a:gd name="connsiteX3-259" fmla="*/ 0 w 8187558"/>
                      <a:gd name="connsiteY3-260" fmla="*/ 1229711 h 2638097"/>
                      <a:gd name="connsiteX4-261" fmla="*/ 31531 w 8187558"/>
                      <a:gd name="connsiteY4-262" fmla="*/ 147145 h 2638097"/>
                      <a:gd name="connsiteX5-263" fmla="*/ 4099035 w 8187558"/>
                      <a:gd name="connsiteY5-264" fmla="*/ 1566042 h 2638097"/>
                      <a:gd name="connsiteX6-265" fmla="*/ 8187558 w 8187558"/>
                      <a:gd name="connsiteY6-266" fmla="*/ 0 h 2638097"/>
                      <a:gd name="connsiteX0-267" fmla="*/ 8187558 w 8187558"/>
                      <a:gd name="connsiteY0-268" fmla="*/ 0 h 2638097"/>
                      <a:gd name="connsiteX1-269" fmla="*/ 8187558 w 8187558"/>
                      <a:gd name="connsiteY1-270" fmla="*/ 1271752 h 2638097"/>
                      <a:gd name="connsiteX2-271" fmla="*/ 4099035 w 8187558"/>
                      <a:gd name="connsiteY2-272" fmla="*/ 2638097 h 2638097"/>
                      <a:gd name="connsiteX3-273" fmla="*/ 0 w 8187558"/>
                      <a:gd name="connsiteY3-274" fmla="*/ 1229711 h 2638097"/>
                      <a:gd name="connsiteX4-275" fmla="*/ 31531 w 8187558"/>
                      <a:gd name="connsiteY4-276" fmla="*/ 147145 h 2638097"/>
                      <a:gd name="connsiteX5-277" fmla="*/ 4099035 w 8187558"/>
                      <a:gd name="connsiteY5-278" fmla="*/ 1566042 h 2638097"/>
                      <a:gd name="connsiteX6-279" fmla="*/ 8187558 w 8187558"/>
                      <a:gd name="connsiteY6-280" fmla="*/ 0 h 2638097"/>
                      <a:gd name="connsiteX0-281" fmla="*/ 8187558 w 8187558"/>
                      <a:gd name="connsiteY0-282" fmla="*/ 0 h 2638097"/>
                      <a:gd name="connsiteX1-283" fmla="*/ 8187558 w 8187558"/>
                      <a:gd name="connsiteY1-284" fmla="*/ 1271752 h 2638097"/>
                      <a:gd name="connsiteX2-285" fmla="*/ 4099035 w 8187558"/>
                      <a:gd name="connsiteY2-286" fmla="*/ 2638097 h 2638097"/>
                      <a:gd name="connsiteX3-287" fmla="*/ 0 w 8187558"/>
                      <a:gd name="connsiteY3-288" fmla="*/ 1229711 h 2638097"/>
                      <a:gd name="connsiteX4-289" fmla="*/ 31531 w 8187558"/>
                      <a:gd name="connsiteY4-290" fmla="*/ 147145 h 2638097"/>
                      <a:gd name="connsiteX5-291" fmla="*/ 4099035 w 8187558"/>
                      <a:gd name="connsiteY5-292" fmla="*/ 1566042 h 2638097"/>
                      <a:gd name="connsiteX6-293" fmla="*/ 8187558 w 8187558"/>
                      <a:gd name="connsiteY6-294" fmla="*/ 0 h 2638097"/>
                      <a:gd name="connsiteX0-295" fmla="*/ 8176538 w 8176538"/>
                      <a:gd name="connsiteY0-296" fmla="*/ 0 h 2638097"/>
                      <a:gd name="connsiteX1-297" fmla="*/ 8176538 w 8176538"/>
                      <a:gd name="connsiteY1-298" fmla="*/ 1271752 h 2638097"/>
                      <a:gd name="connsiteX2-299" fmla="*/ 4088015 w 8176538"/>
                      <a:gd name="connsiteY2-300" fmla="*/ 2638097 h 2638097"/>
                      <a:gd name="connsiteX3-301" fmla="*/ 0 w 8176538"/>
                      <a:gd name="connsiteY3-302" fmla="*/ 1269888 h 2638097"/>
                      <a:gd name="connsiteX4-303" fmla="*/ 20511 w 8176538"/>
                      <a:gd name="connsiteY4-304" fmla="*/ 147145 h 2638097"/>
                      <a:gd name="connsiteX5-305" fmla="*/ 4088015 w 8176538"/>
                      <a:gd name="connsiteY5-306" fmla="*/ 1566042 h 2638097"/>
                      <a:gd name="connsiteX6-307" fmla="*/ 8176538 w 8176538"/>
                      <a:gd name="connsiteY6-308" fmla="*/ 0 h 2638097"/>
                      <a:gd name="connsiteX0-309" fmla="*/ 8176538 w 8176538"/>
                      <a:gd name="connsiteY0-310" fmla="*/ 0 h 2772020"/>
                      <a:gd name="connsiteX1-311" fmla="*/ 8176538 w 8176538"/>
                      <a:gd name="connsiteY1-312" fmla="*/ 1271752 h 2772020"/>
                      <a:gd name="connsiteX2-313" fmla="*/ 4099034 w 8176538"/>
                      <a:gd name="connsiteY2-314" fmla="*/ 2772020 h 2772020"/>
                      <a:gd name="connsiteX3-315" fmla="*/ 0 w 8176538"/>
                      <a:gd name="connsiteY3-316" fmla="*/ 1269888 h 2772020"/>
                      <a:gd name="connsiteX4-317" fmla="*/ 20511 w 8176538"/>
                      <a:gd name="connsiteY4-318" fmla="*/ 147145 h 2772020"/>
                      <a:gd name="connsiteX5-319" fmla="*/ 4088015 w 8176538"/>
                      <a:gd name="connsiteY5-320" fmla="*/ 1566042 h 2772020"/>
                      <a:gd name="connsiteX6-321" fmla="*/ 8176538 w 8176538"/>
                      <a:gd name="connsiteY6-322" fmla="*/ 0 h 2772020"/>
                      <a:gd name="connsiteX0-323" fmla="*/ 8176538 w 8176538"/>
                      <a:gd name="connsiteY0-324" fmla="*/ 0 h 2772339"/>
                      <a:gd name="connsiteX1-325" fmla="*/ 8176538 w 8176538"/>
                      <a:gd name="connsiteY1-326" fmla="*/ 1378890 h 2772339"/>
                      <a:gd name="connsiteX2-327" fmla="*/ 4099034 w 8176538"/>
                      <a:gd name="connsiteY2-328" fmla="*/ 2772020 h 2772339"/>
                      <a:gd name="connsiteX3-329" fmla="*/ 0 w 8176538"/>
                      <a:gd name="connsiteY3-330" fmla="*/ 1269888 h 2772339"/>
                      <a:gd name="connsiteX4-331" fmla="*/ 20511 w 8176538"/>
                      <a:gd name="connsiteY4-332" fmla="*/ 147145 h 2772339"/>
                      <a:gd name="connsiteX5-333" fmla="*/ 4088015 w 8176538"/>
                      <a:gd name="connsiteY5-334" fmla="*/ 1566042 h 2772339"/>
                      <a:gd name="connsiteX6-335" fmla="*/ 8176538 w 8176538"/>
                      <a:gd name="connsiteY6-336" fmla="*/ 0 h 2772339"/>
                      <a:gd name="connsiteX0-337" fmla="*/ 8176538 w 8176538"/>
                      <a:gd name="connsiteY0-338" fmla="*/ 0 h 2825888"/>
                      <a:gd name="connsiteX1-339" fmla="*/ 8176538 w 8176538"/>
                      <a:gd name="connsiteY1-340" fmla="*/ 1378890 h 2825888"/>
                      <a:gd name="connsiteX2-341" fmla="*/ 4099034 w 8176538"/>
                      <a:gd name="connsiteY2-342" fmla="*/ 2825590 h 2825888"/>
                      <a:gd name="connsiteX3-343" fmla="*/ 0 w 8176538"/>
                      <a:gd name="connsiteY3-344" fmla="*/ 1269888 h 2825888"/>
                      <a:gd name="connsiteX4-345" fmla="*/ 20511 w 8176538"/>
                      <a:gd name="connsiteY4-346" fmla="*/ 147145 h 2825888"/>
                      <a:gd name="connsiteX5-347" fmla="*/ 4088015 w 8176538"/>
                      <a:gd name="connsiteY5-348" fmla="*/ 1566042 h 2825888"/>
                      <a:gd name="connsiteX6-349" fmla="*/ 8176538 w 8176538"/>
                      <a:gd name="connsiteY6-350" fmla="*/ 0 h 2825888"/>
                      <a:gd name="connsiteX0-351" fmla="*/ 8165518 w 8165518"/>
                      <a:gd name="connsiteY0-352" fmla="*/ 0 h 2825606"/>
                      <a:gd name="connsiteX1-353" fmla="*/ 8165518 w 8165518"/>
                      <a:gd name="connsiteY1-354" fmla="*/ 1378890 h 2825606"/>
                      <a:gd name="connsiteX2-355" fmla="*/ 4088014 w 8165518"/>
                      <a:gd name="connsiteY2-356" fmla="*/ 2825590 h 2825606"/>
                      <a:gd name="connsiteX3-357" fmla="*/ 0 w 8165518"/>
                      <a:gd name="connsiteY3-358" fmla="*/ 1403811 h 2825606"/>
                      <a:gd name="connsiteX4-359" fmla="*/ 9491 w 8165518"/>
                      <a:gd name="connsiteY4-360" fmla="*/ 147145 h 2825606"/>
                      <a:gd name="connsiteX5-361" fmla="*/ 4076995 w 8165518"/>
                      <a:gd name="connsiteY5-362" fmla="*/ 1566042 h 2825606"/>
                      <a:gd name="connsiteX6-363" fmla="*/ 8165518 w 8165518"/>
                      <a:gd name="connsiteY6-364" fmla="*/ 0 h 2825606"/>
                      <a:gd name="connsiteX0-365" fmla="*/ 8165518 w 8165518"/>
                      <a:gd name="connsiteY0-366" fmla="*/ 0 h 2879174"/>
                      <a:gd name="connsiteX1-367" fmla="*/ 8165518 w 8165518"/>
                      <a:gd name="connsiteY1-368" fmla="*/ 1378890 h 2879174"/>
                      <a:gd name="connsiteX2-369" fmla="*/ 4132092 w 8165518"/>
                      <a:gd name="connsiteY2-370" fmla="*/ 2879159 h 2879174"/>
                      <a:gd name="connsiteX3-371" fmla="*/ 0 w 8165518"/>
                      <a:gd name="connsiteY3-372" fmla="*/ 1403811 h 2879174"/>
                      <a:gd name="connsiteX4-373" fmla="*/ 9491 w 8165518"/>
                      <a:gd name="connsiteY4-374" fmla="*/ 147145 h 2879174"/>
                      <a:gd name="connsiteX5-375" fmla="*/ 4076995 w 8165518"/>
                      <a:gd name="connsiteY5-376" fmla="*/ 1566042 h 2879174"/>
                      <a:gd name="connsiteX6-377" fmla="*/ 8165518 w 8165518"/>
                      <a:gd name="connsiteY6-378" fmla="*/ 0 h 2879174"/>
                      <a:gd name="connsiteX0-379" fmla="*/ 8165518 w 8176537"/>
                      <a:gd name="connsiteY0-380" fmla="*/ 0 h 2879410"/>
                      <a:gd name="connsiteX1-381" fmla="*/ 8176537 w 8176537"/>
                      <a:gd name="connsiteY1-382" fmla="*/ 1499420 h 2879410"/>
                      <a:gd name="connsiteX2-383" fmla="*/ 4132092 w 8176537"/>
                      <a:gd name="connsiteY2-384" fmla="*/ 2879159 h 2879410"/>
                      <a:gd name="connsiteX3-385" fmla="*/ 0 w 8176537"/>
                      <a:gd name="connsiteY3-386" fmla="*/ 1403811 h 2879410"/>
                      <a:gd name="connsiteX4-387" fmla="*/ 9491 w 8176537"/>
                      <a:gd name="connsiteY4-388" fmla="*/ 147145 h 2879410"/>
                      <a:gd name="connsiteX5-389" fmla="*/ 4076995 w 8176537"/>
                      <a:gd name="connsiteY5-390" fmla="*/ 1566042 h 2879410"/>
                      <a:gd name="connsiteX6-391" fmla="*/ 8165518 w 8176537"/>
                      <a:gd name="connsiteY6-392" fmla="*/ 0 h 2879410"/>
                      <a:gd name="connsiteX0-393" fmla="*/ 8165518 w 8176537"/>
                      <a:gd name="connsiteY0-394" fmla="*/ 0 h 2879262"/>
                      <a:gd name="connsiteX1-395" fmla="*/ 8176537 w 8176537"/>
                      <a:gd name="connsiteY1-396" fmla="*/ 1499420 h 2879262"/>
                      <a:gd name="connsiteX2-397" fmla="*/ 4132092 w 8176537"/>
                      <a:gd name="connsiteY2-398" fmla="*/ 2879159 h 2879262"/>
                      <a:gd name="connsiteX3-399" fmla="*/ 0 w 8176537"/>
                      <a:gd name="connsiteY3-400" fmla="*/ 1403811 h 2879262"/>
                      <a:gd name="connsiteX4-401" fmla="*/ 9491 w 8176537"/>
                      <a:gd name="connsiteY4-402" fmla="*/ 147145 h 2879262"/>
                      <a:gd name="connsiteX5-403" fmla="*/ 4076995 w 8176537"/>
                      <a:gd name="connsiteY5-404" fmla="*/ 1566042 h 2879262"/>
                      <a:gd name="connsiteX6-405" fmla="*/ 8165518 w 8176537"/>
                      <a:gd name="connsiteY6-406" fmla="*/ 0 h 2879262"/>
                      <a:gd name="connsiteX0-407" fmla="*/ 8165518 w 8176537"/>
                      <a:gd name="connsiteY0-408" fmla="*/ 0 h 2879163"/>
                      <a:gd name="connsiteX1-409" fmla="*/ 8176537 w 8176537"/>
                      <a:gd name="connsiteY1-410" fmla="*/ 1499420 h 2879163"/>
                      <a:gd name="connsiteX2-411" fmla="*/ 4132092 w 8176537"/>
                      <a:gd name="connsiteY2-412" fmla="*/ 2879159 h 2879163"/>
                      <a:gd name="connsiteX3-413" fmla="*/ 0 w 8176537"/>
                      <a:gd name="connsiteY3-414" fmla="*/ 1510948 h 2879163"/>
                      <a:gd name="connsiteX4-415" fmla="*/ 9491 w 8176537"/>
                      <a:gd name="connsiteY4-416" fmla="*/ 147145 h 2879163"/>
                      <a:gd name="connsiteX5-417" fmla="*/ 4076995 w 8176537"/>
                      <a:gd name="connsiteY5-418" fmla="*/ 1566042 h 2879163"/>
                      <a:gd name="connsiteX6-419" fmla="*/ 8165518 w 8176537"/>
                      <a:gd name="connsiteY6-420" fmla="*/ 0 h 2879163"/>
                      <a:gd name="connsiteX0-421" fmla="*/ 8165518 w 8198577"/>
                      <a:gd name="connsiteY0-422" fmla="*/ 0 h 2879451"/>
                      <a:gd name="connsiteX1-423" fmla="*/ 8198577 w 8198577"/>
                      <a:gd name="connsiteY1-424" fmla="*/ 1606558 h 2879451"/>
                      <a:gd name="connsiteX2-425" fmla="*/ 4132092 w 8198577"/>
                      <a:gd name="connsiteY2-426" fmla="*/ 2879159 h 2879451"/>
                      <a:gd name="connsiteX3-427" fmla="*/ 0 w 8198577"/>
                      <a:gd name="connsiteY3-428" fmla="*/ 1510948 h 2879451"/>
                      <a:gd name="connsiteX4-429" fmla="*/ 9491 w 8198577"/>
                      <a:gd name="connsiteY4-430" fmla="*/ 147145 h 2879451"/>
                      <a:gd name="connsiteX5-431" fmla="*/ 4076995 w 8198577"/>
                      <a:gd name="connsiteY5-432" fmla="*/ 1566042 h 2879451"/>
                      <a:gd name="connsiteX6-433" fmla="*/ 8165518 w 8198577"/>
                      <a:gd name="connsiteY6-434" fmla="*/ 0 h 2879451"/>
                      <a:gd name="connsiteX0-435" fmla="*/ 8165518 w 8165518"/>
                      <a:gd name="connsiteY0-436" fmla="*/ 0 h 2880066"/>
                      <a:gd name="connsiteX1-437" fmla="*/ 8165518 w 8165518"/>
                      <a:gd name="connsiteY1-438" fmla="*/ 1673520 h 2880066"/>
                      <a:gd name="connsiteX2-439" fmla="*/ 4132092 w 8165518"/>
                      <a:gd name="connsiteY2-440" fmla="*/ 2879159 h 2880066"/>
                      <a:gd name="connsiteX3-441" fmla="*/ 0 w 8165518"/>
                      <a:gd name="connsiteY3-442" fmla="*/ 1510948 h 2880066"/>
                      <a:gd name="connsiteX4-443" fmla="*/ 9491 w 8165518"/>
                      <a:gd name="connsiteY4-444" fmla="*/ 147145 h 2880066"/>
                      <a:gd name="connsiteX5-445" fmla="*/ 4076995 w 8165518"/>
                      <a:gd name="connsiteY5-446" fmla="*/ 1566042 h 2880066"/>
                      <a:gd name="connsiteX6-447" fmla="*/ 8165518 w 8165518"/>
                      <a:gd name="connsiteY6-448" fmla="*/ 0 h 2880066"/>
                      <a:gd name="connsiteX0-449" fmla="*/ 8156794 w 8156794"/>
                      <a:gd name="connsiteY0-450" fmla="*/ 0 h 2879270"/>
                      <a:gd name="connsiteX1-451" fmla="*/ 8156794 w 8156794"/>
                      <a:gd name="connsiteY1-452" fmla="*/ 1673520 h 2879270"/>
                      <a:gd name="connsiteX2-453" fmla="*/ 4123368 w 8156794"/>
                      <a:gd name="connsiteY2-454" fmla="*/ 2879159 h 2879270"/>
                      <a:gd name="connsiteX3-455" fmla="*/ 2295 w 8156794"/>
                      <a:gd name="connsiteY3-456" fmla="*/ 1618086 h 2879270"/>
                      <a:gd name="connsiteX4-457" fmla="*/ 767 w 8156794"/>
                      <a:gd name="connsiteY4-458" fmla="*/ 147145 h 2879270"/>
                      <a:gd name="connsiteX5-459" fmla="*/ 4068271 w 8156794"/>
                      <a:gd name="connsiteY5-460" fmla="*/ 1566042 h 2879270"/>
                      <a:gd name="connsiteX6-461" fmla="*/ 8156794 w 8156794"/>
                      <a:gd name="connsiteY6-462" fmla="*/ 0 h 2879270"/>
                      <a:gd name="connsiteX0-463" fmla="*/ 8156794 w 8156794"/>
                      <a:gd name="connsiteY0-464" fmla="*/ 0 h 2973000"/>
                      <a:gd name="connsiteX1-465" fmla="*/ 8156794 w 8156794"/>
                      <a:gd name="connsiteY1-466" fmla="*/ 1673520 h 2973000"/>
                      <a:gd name="connsiteX2-467" fmla="*/ 4134388 w 8156794"/>
                      <a:gd name="connsiteY2-468" fmla="*/ 2972904 h 2973000"/>
                      <a:gd name="connsiteX3-469" fmla="*/ 2295 w 8156794"/>
                      <a:gd name="connsiteY3-470" fmla="*/ 1618086 h 2973000"/>
                      <a:gd name="connsiteX4-471" fmla="*/ 767 w 8156794"/>
                      <a:gd name="connsiteY4-472" fmla="*/ 147145 h 2973000"/>
                      <a:gd name="connsiteX5-473" fmla="*/ 4068271 w 8156794"/>
                      <a:gd name="connsiteY5-474" fmla="*/ 1566042 h 2973000"/>
                      <a:gd name="connsiteX6-475" fmla="*/ 8156794 w 8156794"/>
                      <a:gd name="connsiteY6-476" fmla="*/ 0 h 2973000"/>
                      <a:gd name="connsiteX0-477" fmla="*/ 8156794 w 8156794"/>
                      <a:gd name="connsiteY0-478" fmla="*/ 0 h 2973000"/>
                      <a:gd name="connsiteX1-479" fmla="*/ 8156794 w 8156794"/>
                      <a:gd name="connsiteY1-480" fmla="*/ 1673520 h 2973000"/>
                      <a:gd name="connsiteX2-481" fmla="*/ 4134388 w 8156794"/>
                      <a:gd name="connsiteY2-482" fmla="*/ 2972904 h 2973000"/>
                      <a:gd name="connsiteX3-483" fmla="*/ 2295 w 8156794"/>
                      <a:gd name="connsiteY3-484" fmla="*/ 1618086 h 2973000"/>
                      <a:gd name="connsiteX4-485" fmla="*/ 767 w 8156794"/>
                      <a:gd name="connsiteY4-486" fmla="*/ 147145 h 2973000"/>
                      <a:gd name="connsiteX5-487" fmla="*/ 4068271 w 8156794"/>
                      <a:gd name="connsiteY5-488" fmla="*/ 1566042 h 2973000"/>
                      <a:gd name="connsiteX6-489" fmla="*/ 8156794 w 8156794"/>
                      <a:gd name="connsiteY6-490" fmla="*/ 0 h 2973000"/>
                      <a:gd name="connsiteX0-491" fmla="*/ 8156794 w 8156794"/>
                      <a:gd name="connsiteY0-492" fmla="*/ 0 h 2973000"/>
                      <a:gd name="connsiteX1-493" fmla="*/ 8156794 w 8156794"/>
                      <a:gd name="connsiteY1-494" fmla="*/ 1673520 h 2973000"/>
                      <a:gd name="connsiteX2-495" fmla="*/ 4134388 w 8156794"/>
                      <a:gd name="connsiteY2-496" fmla="*/ 2972904 h 2973000"/>
                      <a:gd name="connsiteX3-497" fmla="*/ 2295 w 8156794"/>
                      <a:gd name="connsiteY3-498" fmla="*/ 1618086 h 2973000"/>
                      <a:gd name="connsiteX4-499" fmla="*/ 767 w 8156794"/>
                      <a:gd name="connsiteY4-500" fmla="*/ 147145 h 2973000"/>
                      <a:gd name="connsiteX5-501" fmla="*/ 4068271 w 8156794"/>
                      <a:gd name="connsiteY5-502" fmla="*/ 1566042 h 2973000"/>
                      <a:gd name="connsiteX6-503" fmla="*/ 8156794 w 8156794"/>
                      <a:gd name="connsiteY6-504" fmla="*/ 0 h 2973000"/>
                      <a:gd name="connsiteX0-505" fmla="*/ 8156794 w 8156794"/>
                      <a:gd name="connsiteY0-506" fmla="*/ 0 h 2973020"/>
                      <a:gd name="connsiteX1-507" fmla="*/ 8156794 w 8156794"/>
                      <a:gd name="connsiteY1-508" fmla="*/ 1673520 h 2973020"/>
                      <a:gd name="connsiteX2-509" fmla="*/ 4134388 w 8156794"/>
                      <a:gd name="connsiteY2-510" fmla="*/ 2972904 h 2973020"/>
                      <a:gd name="connsiteX3-511" fmla="*/ 2295 w 8156794"/>
                      <a:gd name="connsiteY3-512" fmla="*/ 1618086 h 2973020"/>
                      <a:gd name="connsiteX4-513" fmla="*/ 767 w 8156794"/>
                      <a:gd name="connsiteY4-514" fmla="*/ 147145 h 2973020"/>
                      <a:gd name="connsiteX5-515" fmla="*/ 4068271 w 8156794"/>
                      <a:gd name="connsiteY5-516" fmla="*/ 1566042 h 2973020"/>
                      <a:gd name="connsiteX6-517" fmla="*/ 8156794 w 8156794"/>
                      <a:gd name="connsiteY6-518" fmla="*/ 0 h 2973020"/>
                      <a:gd name="connsiteX0-519" fmla="*/ 8156794 w 8156794"/>
                      <a:gd name="connsiteY0-520" fmla="*/ 0 h 2973021"/>
                      <a:gd name="connsiteX1-521" fmla="*/ 8156794 w 8156794"/>
                      <a:gd name="connsiteY1-522" fmla="*/ 1673520 h 2973021"/>
                      <a:gd name="connsiteX2-523" fmla="*/ 4134388 w 8156794"/>
                      <a:gd name="connsiteY2-524" fmla="*/ 2972904 h 2973021"/>
                      <a:gd name="connsiteX3-525" fmla="*/ 2295 w 8156794"/>
                      <a:gd name="connsiteY3-526" fmla="*/ 1618086 h 2973021"/>
                      <a:gd name="connsiteX4-527" fmla="*/ 767 w 8156794"/>
                      <a:gd name="connsiteY4-528" fmla="*/ 147145 h 2973021"/>
                      <a:gd name="connsiteX5-529" fmla="*/ 4068271 w 8156794"/>
                      <a:gd name="connsiteY5-530" fmla="*/ 1566042 h 2973021"/>
                      <a:gd name="connsiteX6-531" fmla="*/ 8156794 w 8156794"/>
                      <a:gd name="connsiteY6-532" fmla="*/ 0 h 2973021"/>
                      <a:gd name="connsiteX0-533" fmla="*/ 8156794 w 8156794"/>
                      <a:gd name="connsiteY0-534" fmla="*/ 0 h 2973021"/>
                      <a:gd name="connsiteX1-535" fmla="*/ 8156794 w 8156794"/>
                      <a:gd name="connsiteY1-536" fmla="*/ 1673520 h 2973021"/>
                      <a:gd name="connsiteX2-537" fmla="*/ 4134388 w 8156794"/>
                      <a:gd name="connsiteY2-538" fmla="*/ 2972904 h 2973021"/>
                      <a:gd name="connsiteX3-539" fmla="*/ 2295 w 8156794"/>
                      <a:gd name="connsiteY3-540" fmla="*/ 1618086 h 2973021"/>
                      <a:gd name="connsiteX4-541" fmla="*/ 767 w 8156794"/>
                      <a:gd name="connsiteY4-542" fmla="*/ 147145 h 2973021"/>
                      <a:gd name="connsiteX5-543" fmla="*/ 4068271 w 8156794"/>
                      <a:gd name="connsiteY5-544" fmla="*/ 1566042 h 2973021"/>
                      <a:gd name="connsiteX6-545" fmla="*/ 8156794 w 8156794"/>
                      <a:gd name="connsiteY6-546" fmla="*/ 0 h 2973021"/>
                      <a:gd name="connsiteX0-547" fmla="*/ 8156794 w 8156794"/>
                      <a:gd name="connsiteY0-548" fmla="*/ 0 h 2973021"/>
                      <a:gd name="connsiteX1-549" fmla="*/ 8156794 w 8156794"/>
                      <a:gd name="connsiteY1-550" fmla="*/ 1673520 h 2973021"/>
                      <a:gd name="connsiteX2-551" fmla="*/ 4134388 w 8156794"/>
                      <a:gd name="connsiteY2-552" fmla="*/ 2972904 h 2973021"/>
                      <a:gd name="connsiteX3-553" fmla="*/ 2295 w 8156794"/>
                      <a:gd name="connsiteY3-554" fmla="*/ 1618086 h 2973021"/>
                      <a:gd name="connsiteX4-555" fmla="*/ 767 w 8156794"/>
                      <a:gd name="connsiteY4-556" fmla="*/ 147145 h 2973021"/>
                      <a:gd name="connsiteX5-557" fmla="*/ 4068271 w 8156794"/>
                      <a:gd name="connsiteY5-558" fmla="*/ 1566042 h 2973021"/>
                      <a:gd name="connsiteX6-559" fmla="*/ 8156794 w 8156794"/>
                      <a:gd name="connsiteY6-560" fmla="*/ 0 h 2973021"/>
                      <a:gd name="connsiteX0-561" fmla="*/ 8156794 w 8156794"/>
                      <a:gd name="connsiteY0-562" fmla="*/ 0 h 2973021"/>
                      <a:gd name="connsiteX1-563" fmla="*/ 8156794 w 8156794"/>
                      <a:gd name="connsiteY1-564" fmla="*/ 1673520 h 2973021"/>
                      <a:gd name="connsiteX2-565" fmla="*/ 4134388 w 8156794"/>
                      <a:gd name="connsiteY2-566" fmla="*/ 2972904 h 2973021"/>
                      <a:gd name="connsiteX3-567" fmla="*/ 2295 w 8156794"/>
                      <a:gd name="connsiteY3-568" fmla="*/ 1618086 h 2973021"/>
                      <a:gd name="connsiteX4-569" fmla="*/ 767 w 8156794"/>
                      <a:gd name="connsiteY4-570" fmla="*/ 147145 h 2973021"/>
                      <a:gd name="connsiteX5-571" fmla="*/ 4068271 w 8156794"/>
                      <a:gd name="connsiteY5-572" fmla="*/ 1566042 h 2973021"/>
                      <a:gd name="connsiteX6-573" fmla="*/ 8156794 w 8156794"/>
                      <a:gd name="connsiteY6-574" fmla="*/ 0 h 2973021"/>
                      <a:gd name="connsiteX0-575" fmla="*/ 8156794 w 8156794"/>
                      <a:gd name="connsiteY0-576" fmla="*/ 0 h 2973141"/>
                      <a:gd name="connsiteX1-577" fmla="*/ 8156794 w 8156794"/>
                      <a:gd name="connsiteY1-578" fmla="*/ 1673520 h 2973141"/>
                      <a:gd name="connsiteX2-579" fmla="*/ 4134388 w 8156794"/>
                      <a:gd name="connsiteY2-580" fmla="*/ 2972904 h 2973141"/>
                      <a:gd name="connsiteX3-581" fmla="*/ 2295 w 8156794"/>
                      <a:gd name="connsiteY3-582" fmla="*/ 1618086 h 2973141"/>
                      <a:gd name="connsiteX4-583" fmla="*/ 767 w 8156794"/>
                      <a:gd name="connsiteY4-584" fmla="*/ 147145 h 2973141"/>
                      <a:gd name="connsiteX5-585" fmla="*/ 4068271 w 8156794"/>
                      <a:gd name="connsiteY5-586" fmla="*/ 1566042 h 2973141"/>
                      <a:gd name="connsiteX6-587" fmla="*/ 8156794 w 8156794"/>
                      <a:gd name="connsiteY6-588" fmla="*/ 0 h 2973141"/>
                      <a:gd name="connsiteX0-589" fmla="*/ 8156794 w 8156794"/>
                      <a:gd name="connsiteY0-590" fmla="*/ 0 h 3066827"/>
                      <a:gd name="connsiteX1-591" fmla="*/ 8156794 w 8156794"/>
                      <a:gd name="connsiteY1-592" fmla="*/ 1673520 h 3066827"/>
                      <a:gd name="connsiteX2-593" fmla="*/ 4123353 w 8156794"/>
                      <a:gd name="connsiteY2-594" fmla="*/ 3066650 h 3066827"/>
                      <a:gd name="connsiteX3-595" fmla="*/ 2295 w 8156794"/>
                      <a:gd name="connsiteY3-596" fmla="*/ 1618086 h 3066827"/>
                      <a:gd name="connsiteX4-597" fmla="*/ 767 w 8156794"/>
                      <a:gd name="connsiteY4-598" fmla="*/ 147145 h 3066827"/>
                      <a:gd name="connsiteX5-599" fmla="*/ 4068271 w 8156794"/>
                      <a:gd name="connsiteY5-600" fmla="*/ 1566042 h 3066827"/>
                      <a:gd name="connsiteX6-601" fmla="*/ 8156794 w 8156794"/>
                      <a:gd name="connsiteY6-602" fmla="*/ 0 h 3066827"/>
                      <a:gd name="connsiteX0-603" fmla="*/ 8123689 w 8156794"/>
                      <a:gd name="connsiteY0-604" fmla="*/ 0 h 2999866"/>
                      <a:gd name="connsiteX1-605" fmla="*/ 8156794 w 8156794"/>
                      <a:gd name="connsiteY1-606" fmla="*/ 1606559 h 2999866"/>
                      <a:gd name="connsiteX2-607" fmla="*/ 4123353 w 8156794"/>
                      <a:gd name="connsiteY2-608" fmla="*/ 2999689 h 2999866"/>
                      <a:gd name="connsiteX3-609" fmla="*/ 2295 w 8156794"/>
                      <a:gd name="connsiteY3-610" fmla="*/ 1551125 h 2999866"/>
                      <a:gd name="connsiteX4-611" fmla="*/ 767 w 8156794"/>
                      <a:gd name="connsiteY4-612" fmla="*/ 80184 h 2999866"/>
                      <a:gd name="connsiteX5-613" fmla="*/ 4068271 w 8156794"/>
                      <a:gd name="connsiteY5-614" fmla="*/ 1499081 h 2999866"/>
                      <a:gd name="connsiteX6-615" fmla="*/ 8123689 w 8156794"/>
                      <a:gd name="connsiteY6-616" fmla="*/ 0 h 2999866"/>
                      <a:gd name="connsiteX0-617" fmla="*/ 8167828 w 8167828"/>
                      <a:gd name="connsiteY0-618" fmla="*/ 0 h 3026651"/>
                      <a:gd name="connsiteX1-619" fmla="*/ 8156794 w 8167828"/>
                      <a:gd name="connsiteY1-620" fmla="*/ 1633344 h 3026651"/>
                      <a:gd name="connsiteX2-621" fmla="*/ 4123353 w 8167828"/>
                      <a:gd name="connsiteY2-622" fmla="*/ 3026474 h 3026651"/>
                      <a:gd name="connsiteX3-623" fmla="*/ 2295 w 8167828"/>
                      <a:gd name="connsiteY3-624" fmla="*/ 1577910 h 3026651"/>
                      <a:gd name="connsiteX4-625" fmla="*/ 767 w 8167828"/>
                      <a:gd name="connsiteY4-626" fmla="*/ 106969 h 3026651"/>
                      <a:gd name="connsiteX5-627" fmla="*/ 4068271 w 8167828"/>
                      <a:gd name="connsiteY5-628" fmla="*/ 1525866 h 3026651"/>
                      <a:gd name="connsiteX6-629" fmla="*/ 8167828 w 8167828"/>
                      <a:gd name="connsiteY6-630" fmla="*/ 0 h 3026651"/>
                      <a:gd name="connsiteX0-631" fmla="*/ 8167828 w 8167828"/>
                      <a:gd name="connsiteY0-632" fmla="*/ 0 h 3027228"/>
                      <a:gd name="connsiteX1-633" fmla="*/ 8145760 w 8167828"/>
                      <a:gd name="connsiteY1-634" fmla="*/ 1686913 h 3027228"/>
                      <a:gd name="connsiteX2-635" fmla="*/ 4123353 w 8167828"/>
                      <a:gd name="connsiteY2-636" fmla="*/ 3026474 h 3027228"/>
                      <a:gd name="connsiteX3-637" fmla="*/ 2295 w 8167828"/>
                      <a:gd name="connsiteY3-638" fmla="*/ 1577910 h 3027228"/>
                      <a:gd name="connsiteX4-639" fmla="*/ 767 w 8167828"/>
                      <a:gd name="connsiteY4-640" fmla="*/ 106969 h 3027228"/>
                      <a:gd name="connsiteX5-641" fmla="*/ 4068271 w 8167828"/>
                      <a:gd name="connsiteY5-642" fmla="*/ 1525866 h 3027228"/>
                      <a:gd name="connsiteX6-643" fmla="*/ 8167828 w 8167828"/>
                      <a:gd name="connsiteY6-644" fmla="*/ 0 h 3027228"/>
                      <a:gd name="connsiteX0-645" fmla="*/ 8156794 w 8156794"/>
                      <a:gd name="connsiteY0-646" fmla="*/ 0 h 2933483"/>
                      <a:gd name="connsiteX1-647" fmla="*/ 8145760 w 8156794"/>
                      <a:gd name="connsiteY1-648" fmla="*/ 1593168 h 2933483"/>
                      <a:gd name="connsiteX2-649" fmla="*/ 4123353 w 8156794"/>
                      <a:gd name="connsiteY2-650" fmla="*/ 2932729 h 2933483"/>
                      <a:gd name="connsiteX3-651" fmla="*/ 2295 w 8156794"/>
                      <a:gd name="connsiteY3-652" fmla="*/ 1484165 h 2933483"/>
                      <a:gd name="connsiteX4-653" fmla="*/ 767 w 8156794"/>
                      <a:gd name="connsiteY4-654" fmla="*/ 13224 h 2933483"/>
                      <a:gd name="connsiteX5-655" fmla="*/ 4068271 w 8156794"/>
                      <a:gd name="connsiteY5-656" fmla="*/ 1432121 h 2933483"/>
                      <a:gd name="connsiteX6-657" fmla="*/ 8156794 w 8156794"/>
                      <a:gd name="connsiteY6-658" fmla="*/ 0 h 2933483"/>
                      <a:gd name="connsiteX0-659" fmla="*/ 8156794 w 8156794"/>
                      <a:gd name="connsiteY0-660" fmla="*/ 0 h 2933483"/>
                      <a:gd name="connsiteX1-661" fmla="*/ 8145760 w 8156794"/>
                      <a:gd name="connsiteY1-662" fmla="*/ 1593168 h 2933483"/>
                      <a:gd name="connsiteX2-663" fmla="*/ 4123353 w 8156794"/>
                      <a:gd name="connsiteY2-664" fmla="*/ 2932729 h 2933483"/>
                      <a:gd name="connsiteX3-665" fmla="*/ 2295 w 8156794"/>
                      <a:gd name="connsiteY3-666" fmla="*/ 1484165 h 2933483"/>
                      <a:gd name="connsiteX4-667" fmla="*/ 767 w 8156794"/>
                      <a:gd name="connsiteY4-668" fmla="*/ 13224 h 2933483"/>
                      <a:gd name="connsiteX5-669" fmla="*/ 4068271 w 8156794"/>
                      <a:gd name="connsiteY5-670" fmla="*/ 1432121 h 2933483"/>
                      <a:gd name="connsiteX6-671" fmla="*/ 8156794 w 8156794"/>
                      <a:gd name="connsiteY6-672" fmla="*/ 0 h 2933483"/>
                      <a:gd name="connsiteX0-673" fmla="*/ 8123689 w 8145760"/>
                      <a:gd name="connsiteY0-674" fmla="*/ 13560 h 2920259"/>
                      <a:gd name="connsiteX1-675" fmla="*/ 8145760 w 8145760"/>
                      <a:gd name="connsiteY1-676" fmla="*/ 1579944 h 2920259"/>
                      <a:gd name="connsiteX2-677" fmla="*/ 4123353 w 8145760"/>
                      <a:gd name="connsiteY2-678" fmla="*/ 2919505 h 2920259"/>
                      <a:gd name="connsiteX3-679" fmla="*/ 2295 w 8145760"/>
                      <a:gd name="connsiteY3-680" fmla="*/ 1470941 h 2920259"/>
                      <a:gd name="connsiteX4-681" fmla="*/ 767 w 8145760"/>
                      <a:gd name="connsiteY4-682" fmla="*/ 0 h 2920259"/>
                      <a:gd name="connsiteX5-683" fmla="*/ 4068271 w 8145760"/>
                      <a:gd name="connsiteY5-684" fmla="*/ 1418897 h 2920259"/>
                      <a:gd name="connsiteX6-685" fmla="*/ 8123689 w 8145760"/>
                      <a:gd name="connsiteY6-686" fmla="*/ 13560 h 2920259"/>
                      <a:gd name="connsiteX0-687" fmla="*/ 8178863 w 8178863"/>
                      <a:gd name="connsiteY0-688" fmla="*/ 26952 h 2920259"/>
                      <a:gd name="connsiteX1-689" fmla="*/ 8145760 w 8178863"/>
                      <a:gd name="connsiteY1-690" fmla="*/ 1579944 h 2920259"/>
                      <a:gd name="connsiteX2-691" fmla="*/ 4123353 w 8178863"/>
                      <a:gd name="connsiteY2-692" fmla="*/ 2919505 h 2920259"/>
                      <a:gd name="connsiteX3-693" fmla="*/ 2295 w 8178863"/>
                      <a:gd name="connsiteY3-694" fmla="*/ 1470941 h 2920259"/>
                      <a:gd name="connsiteX4-695" fmla="*/ 767 w 8178863"/>
                      <a:gd name="connsiteY4-696" fmla="*/ 0 h 2920259"/>
                      <a:gd name="connsiteX5-697" fmla="*/ 4068271 w 8178863"/>
                      <a:gd name="connsiteY5-698" fmla="*/ 1418897 h 2920259"/>
                      <a:gd name="connsiteX6-699" fmla="*/ 8178863 w 8178863"/>
                      <a:gd name="connsiteY6-700" fmla="*/ 26952 h 2920259"/>
                      <a:gd name="connsiteX0-701" fmla="*/ 8167827 w 8167827"/>
                      <a:gd name="connsiteY0-702" fmla="*/ 40343 h 2920259"/>
                      <a:gd name="connsiteX1-703" fmla="*/ 8145760 w 8167827"/>
                      <a:gd name="connsiteY1-704" fmla="*/ 1579944 h 2920259"/>
                      <a:gd name="connsiteX2-705" fmla="*/ 4123353 w 8167827"/>
                      <a:gd name="connsiteY2-706" fmla="*/ 2919505 h 2920259"/>
                      <a:gd name="connsiteX3-707" fmla="*/ 2295 w 8167827"/>
                      <a:gd name="connsiteY3-708" fmla="*/ 1470941 h 2920259"/>
                      <a:gd name="connsiteX4-709" fmla="*/ 767 w 8167827"/>
                      <a:gd name="connsiteY4-710" fmla="*/ 0 h 2920259"/>
                      <a:gd name="connsiteX5-711" fmla="*/ 4068271 w 8167827"/>
                      <a:gd name="connsiteY5-712" fmla="*/ 1418897 h 2920259"/>
                      <a:gd name="connsiteX6-713" fmla="*/ 8167827 w 8167827"/>
                      <a:gd name="connsiteY6-714" fmla="*/ 40343 h 2920259"/>
                      <a:gd name="connsiteX0-715" fmla="*/ 8123687 w 8145760"/>
                      <a:gd name="connsiteY0-716" fmla="*/ 53735 h 2920259"/>
                      <a:gd name="connsiteX1-717" fmla="*/ 8145760 w 8145760"/>
                      <a:gd name="connsiteY1-718" fmla="*/ 1579944 h 2920259"/>
                      <a:gd name="connsiteX2-719" fmla="*/ 4123353 w 8145760"/>
                      <a:gd name="connsiteY2-720" fmla="*/ 2919505 h 2920259"/>
                      <a:gd name="connsiteX3-721" fmla="*/ 2295 w 8145760"/>
                      <a:gd name="connsiteY3-722" fmla="*/ 1470941 h 2920259"/>
                      <a:gd name="connsiteX4-723" fmla="*/ 767 w 8145760"/>
                      <a:gd name="connsiteY4-724" fmla="*/ 0 h 2920259"/>
                      <a:gd name="connsiteX5-725" fmla="*/ 4068271 w 8145760"/>
                      <a:gd name="connsiteY5-726" fmla="*/ 1418897 h 2920259"/>
                      <a:gd name="connsiteX6-727" fmla="*/ 8123687 w 8145760"/>
                      <a:gd name="connsiteY6-728" fmla="*/ 53735 h 2920259"/>
                      <a:gd name="connsiteX0-729" fmla="*/ 8161918 w 8161918"/>
                      <a:gd name="connsiteY0-730" fmla="*/ 0 h 2943855"/>
                      <a:gd name="connsiteX1-731" fmla="*/ 8145760 w 8161918"/>
                      <a:gd name="connsiteY1-732" fmla="*/ 1603540 h 2943855"/>
                      <a:gd name="connsiteX2-733" fmla="*/ 4123353 w 8161918"/>
                      <a:gd name="connsiteY2-734" fmla="*/ 2943101 h 2943855"/>
                      <a:gd name="connsiteX3-735" fmla="*/ 2295 w 8161918"/>
                      <a:gd name="connsiteY3-736" fmla="*/ 1494537 h 2943855"/>
                      <a:gd name="connsiteX4-737" fmla="*/ 767 w 8161918"/>
                      <a:gd name="connsiteY4-738" fmla="*/ 23596 h 2943855"/>
                      <a:gd name="connsiteX5-739" fmla="*/ 4068271 w 8161918"/>
                      <a:gd name="connsiteY5-740" fmla="*/ 1442493 h 2943855"/>
                      <a:gd name="connsiteX6-741" fmla="*/ 8161918 w 8161918"/>
                      <a:gd name="connsiteY6-742" fmla="*/ 0 h 2943855"/>
                      <a:gd name="connsiteX0-743" fmla="*/ 8144926 w 8145760"/>
                      <a:gd name="connsiteY0-744" fmla="*/ 43424 h 2920259"/>
                      <a:gd name="connsiteX1-745" fmla="*/ 8145760 w 8145760"/>
                      <a:gd name="connsiteY1-746" fmla="*/ 1579944 h 2920259"/>
                      <a:gd name="connsiteX2-747" fmla="*/ 4123353 w 8145760"/>
                      <a:gd name="connsiteY2-748" fmla="*/ 2919505 h 2920259"/>
                      <a:gd name="connsiteX3-749" fmla="*/ 2295 w 8145760"/>
                      <a:gd name="connsiteY3-750" fmla="*/ 1470941 h 2920259"/>
                      <a:gd name="connsiteX4-751" fmla="*/ 767 w 8145760"/>
                      <a:gd name="connsiteY4-752" fmla="*/ 0 h 2920259"/>
                      <a:gd name="connsiteX5-753" fmla="*/ 4068271 w 8145760"/>
                      <a:gd name="connsiteY5-754" fmla="*/ 1418897 h 2920259"/>
                      <a:gd name="connsiteX6-755" fmla="*/ 8144926 w 8145760"/>
                      <a:gd name="connsiteY6-756" fmla="*/ 43424 h 2920259"/>
                      <a:gd name="connsiteX0-757" fmla="*/ 8161918 w 8161918"/>
                      <a:gd name="connsiteY0-758" fmla="*/ 0 h 2959321"/>
                      <a:gd name="connsiteX1-759" fmla="*/ 8145760 w 8161918"/>
                      <a:gd name="connsiteY1-760" fmla="*/ 1619006 h 2959321"/>
                      <a:gd name="connsiteX2-761" fmla="*/ 4123353 w 8161918"/>
                      <a:gd name="connsiteY2-762" fmla="*/ 2958567 h 2959321"/>
                      <a:gd name="connsiteX3-763" fmla="*/ 2295 w 8161918"/>
                      <a:gd name="connsiteY3-764" fmla="*/ 1510003 h 2959321"/>
                      <a:gd name="connsiteX4-765" fmla="*/ 767 w 8161918"/>
                      <a:gd name="connsiteY4-766" fmla="*/ 39062 h 2959321"/>
                      <a:gd name="connsiteX5-767" fmla="*/ 4068271 w 8161918"/>
                      <a:gd name="connsiteY5-768" fmla="*/ 1457959 h 2959321"/>
                      <a:gd name="connsiteX6-769" fmla="*/ 8161918 w 8161918"/>
                      <a:gd name="connsiteY6-770" fmla="*/ 0 h 2959321"/>
                      <a:gd name="connsiteX0-771" fmla="*/ 8161918 w 8162752"/>
                      <a:gd name="connsiteY0-772" fmla="*/ 0 h 2959488"/>
                      <a:gd name="connsiteX1-773" fmla="*/ 8162752 w 8162752"/>
                      <a:gd name="connsiteY1-774" fmla="*/ 1629317 h 2959488"/>
                      <a:gd name="connsiteX2-775" fmla="*/ 4123353 w 8162752"/>
                      <a:gd name="connsiteY2-776" fmla="*/ 2958567 h 2959488"/>
                      <a:gd name="connsiteX3-777" fmla="*/ 2295 w 8162752"/>
                      <a:gd name="connsiteY3-778" fmla="*/ 1510003 h 2959488"/>
                      <a:gd name="connsiteX4-779" fmla="*/ 767 w 8162752"/>
                      <a:gd name="connsiteY4-780" fmla="*/ 39062 h 2959488"/>
                      <a:gd name="connsiteX5-781" fmla="*/ 4068271 w 8162752"/>
                      <a:gd name="connsiteY5-782" fmla="*/ 1457959 h 2959488"/>
                      <a:gd name="connsiteX6-783" fmla="*/ 8161918 w 8162752"/>
                      <a:gd name="connsiteY6-784" fmla="*/ 0 h 2959488"/>
                      <a:gd name="connsiteX0-785" fmla="*/ 8165930 w 8166764"/>
                      <a:gd name="connsiteY0-786" fmla="*/ 7337 h 2966825"/>
                      <a:gd name="connsiteX1-787" fmla="*/ 8166764 w 8166764"/>
                      <a:gd name="connsiteY1-788" fmla="*/ 1636654 h 2966825"/>
                      <a:gd name="connsiteX2-789" fmla="*/ 4127365 w 8166764"/>
                      <a:gd name="connsiteY2-790" fmla="*/ 2965904 h 2966825"/>
                      <a:gd name="connsiteX3-791" fmla="*/ 6307 w 8166764"/>
                      <a:gd name="connsiteY3-792" fmla="*/ 1517340 h 2966825"/>
                      <a:gd name="connsiteX4-793" fmla="*/ 532 w 8166764"/>
                      <a:gd name="connsiteY4-794" fmla="*/ 0 h 2966825"/>
                      <a:gd name="connsiteX5-795" fmla="*/ 4072283 w 8166764"/>
                      <a:gd name="connsiteY5-796" fmla="*/ 1465296 h 2966825"/>
                      <a:gd name="connsiteX6-797" fmla="*/ 8165930 w 8166764"/>
                      <a:gd name="connsiteY6-798" fmla="*/ 7337 h 2966825"/>
                      <a:gd name="connsiteX0-799" fmla="*/ 8168119 w 8168953"/>
                      <a:gd name="connsiteY0-800" fmla="*/ 7337 h 2966682"/>
                      <a:gd name="connsiteX1-801" fmla="*/ 8168953 w 8168953"/>
                      <a:gd name="connsiteY1-802" fmla="*/ 1636654 h 2966682"/>
                      <a:gd name="connsiteX2-803" fmla="*/ 4129554 w 8168953"/>
                      <a:gd name="connsiteY2-804" fmla="*/ 2965904 h 2966682"/>
                      <a:gd name="connsiteX3-805" fmla="*/ 0 w 8168953"/>
                      <a:gd name="connsiteY3-806" fmla="*/ 1527651 h 2966682"/>
                      <a:gd name="connsiteX4-807" fmla="*/ 2721 w 8168953"/>
                      <a:gd name="connsiteY4-808" fmla="*/ 0 h 2966682"/>
                      <a:gd name="connsiteX5-809" fmla="*/ 4074472 w 8168953"/>
                      <a:gd name="connsiteY5-810" fmla="*/ 1465296 h 2966682"/>
                      <a:gd name="connsiteX6-811" fmla="*/ 8168119 w 8168953"/>
                      <a:gd name="connsiteY6-812" fmla="*/ 7337 h 2966682"/>
                      <a:gd name="connsiteX0-813" fmla="*/ 8168119 w 8168953"/>
                      <a:gd name="connsiteY0-814" fmla="*/ 7337 h 3100377"/>
                      <a:gd name="connsiteX1-815" fmla="*/ 8168953 w 8168953"/>
                      <a:gd name="connsiteY1-816" fmla="*/ 1636654 h 3100377"/>
                      <a:gd name="connsiteX2-817" fmla="*/ 4118520 w 8168953"/>
                      <a:gd name="connsiteY2-818" fmla="*/ 3099826 h 3100377"/>
                      <a:gd name="connsiteX3-819" fmla="*/ 0 w 8168953"/>
                      <a:gd name="connsiteY3-820" fmla="*/ 1527651 h 3100377"/>
                      <a:gd name="connsiteX4-821" fmla="*/ 2721 w 8168953"/>
                      <a:gd name="connsiteY4-822" fmla="*/ 0 h 3100377"/>
                      <a:gd name="connsiteX5-823" fmla="*/ 4074472 w 8168953"/>
                      <a:gd name="connsiteY5-824" fmla="*/ 1465296 h 3100377"/>
                      <a:gd name="connsiteX6-825" fmla="*/ 8168119 w 8168953"/>
                      <a:gd name="connsiteY6-826" fmla="*/ 7337 h 3100377"/>
                      <a:gd name="connsiteX0-827" fmla="*/ 8168119 w 8168953"/>
                      <a:gd name="connsiteY0-828" fmla="*/ 7337 h 3100429"/>
                      <a:gd name="connsiteX1-829" fmla="*/ 8168953 w 8168953"/>
                      <a:gd name="connsiteY1-830" fmla="*/ 1636654 h 3100429"/>
                      <a:gd name="connsiteX2-831" fmla="*/ 4118520 w 8168953"/>
                      <a:gd name="connsiteY2-832" fmla="*/ 3099826 h 3100429"/>
                      <a:gd name="connsiteX3-833" fmla="*/ 0 w 8168953"/>
                      <a:gd name="connsiteY3-834" fmla="*/ 1527651 h 3100429"/>
                      <a:gd name="connsiteX4-835" fmla="*/ 2721 w 8168953"/>
                      <a:gd name="connsiteY4-836" fmla="*/ 0 h 3100429"/>
                      <a:gd name="connsiteX5-837" fmla="*/ 4074472 w 8168953"/>
                      <a:gd name="connsiteY5-838" fmla="*/ 1465296 h 3100429"/>
                      <a:gd name="connsiteX6-839" fmla="*/ 8168119 w 8168953"/>
                      <a:gd name="connsiteY6-840" fmla="*/ 7337 h 3100429"/>
                      <a:gd name="connsiteX0-841" fmla="*/ 8165849 w 8166683"/>
                      <a:gd name="connsiteY0-842" fmla="*/ 7337 h 3099826"/>
                      <a:gd name="connsiteX1-843" fmla="*/ 8166683 w 8166683"/>
                      <a:gd name="connsiteY1-844" fmla="*/ 1636654 h 3099826"/>
                      <a:gd name="connsiteX2-845" fmla="*/ 4116250 w 8166683"/>
                      <a:gd name="connsiteY2-846" fmla="*/ 3099826 h 3099826"/>
                      <a:gd name="connsiteX3-847" fmla="*/ 8764 w 8166683"/>
                      <a:gd name="connsiteY3-848" fmla="*/ 1634789 h 3099826"/>
                      <a:gd name="connsiteX4-849" fmla="*/ 451 w 8166683"/>
                      <a:gd name="connsiteY4-850" fmla="*/ 0 h 3099826"/>
                      <a:gd name="connsiteX5-851" fmla="*/ 4072202 w 8166683"/>
                      <a:gd name="connsiteY5-852" fmla="*/ 1465296 h 3099826"/>
                      <a:gd name="connsiteX6-853" fmla="*/ 8165849 w 8166683"/>
                      <a:gd name="connsiteY6-854" fmla="*/ 7337 h 3099826"/>
                      <a:gd name="connsiteX0-855" fmla="*/ 8165849 w 8166683"/>
                      <a:gd name="connsiteY0-856" fmla="*/ 7337 h 3099826"/>
                      <a:gd name="connsiteX1-857" fmla="*/ 8166683 w 8166683"/>
                      <a:gd name="connsiteY1-858" fmla="*/ 1636654 h 3099826"/>
                      <a:gd name="connsiteX2-859" fmla="*/ 4116250 w 8166683"/>
                      <a:gd name="connsiteY2-860" fmla="*/ 3099826 h 3099826"/>
                      <a:gd name="connsiteX3-861" fmla="*/ 8764 w 8166683"/>
                      <a:gd name="connsiteY3-862" fmla="*/ 1634789 h 3099826"/>
                      <a:gd name="connsiteX4-863" fmla="*/ 451 w 8166683"/>
                      <a:gd name="connsiteY4-864" fmla="*/ 0 h 3099826"/>
                      <a:gd name="connsiteX5-865" fmla="*/ 4072202 w 8166683"/>
                      <a:gd name="connsiteY5-866" fmla="*/ 1465296 h 3099826"/>
                      <a:gd name="connsiteX6-867" fmla="*/ 8165849 w 8166683"/>
                      <a:gd name="connsiteY6-868" fmla="*/ 7337 h 3099826"/>
                      <a:gd name="connsiteX0-869" fmla="*/ 8165849 w 8166683"/>
                      <a:gd name="connsiteY0-870" fmla="*/ 7337 h 3099826"/>
                      <a:gd name="connsiteX1-871" fmla="*/ 8166683 w 8166683"/>
                      <a:gd name="connsiteY1-872" fmla="*/ 1636654 h 3099826"/>
                      <a:gd name="connsiteX2-873" fmla="*/ 4116250 w 8166683"/>
                      <a:gd name="connsiteY2-874" fmla="*/ 3099826 h 3099826"/>
                      <a:gd name="connsiteX3-875" fmla="*/ 8764 w 8166683"/>
                      <a:gd name="connsiteY3-876" fmla="*/ 1634789 h 3099826"/>
                      <a:gd name="connsiteX4-877" fmla="*/ 451 w 8166683"/>
                      <a:gd name="connsiteY4-878" fmla="*/ 0 h 3099826"/>
                      <a:gd name="connsiteX5-879" fmla="*/ 4061168 w 8166683"/>
                      <a:gd name="connsiteY5-880" fmla="*/ 1438511 h 3099826"/>
                      <a:gd name="connsiteX6-881" fmla="*/ 8165849 w 8166683"/>
                      <a:gd name="connsiteY6-882" fmla="*/ 7337 h 3099826"/>
                      <a:gd name="connsiteX0-883" fmla="*/ 8165849 w 8166683"/>
                      <a:gd name="connsiteY0-884" fmla="*/ 7337 h 3099826"/>
                      <a:gd name="connsiteX1-885" fmla="*/ 8166683 w 8166683"/>
                      <a:gd name="connsiteY1-886" fmla="*/ 1636654 h 3099826"/>
                      <a:gd name="connsiteX2-887" fmla="*/ 4116250 w 8166683"/>
                      <a:gd name="connsiteY2-888" fmla="*/ 3099826 h 3099826"/>
                      <a:gd name="connsiteX3-889" fmla="*/ 8764 w 8166683"/>
                      <a:gd name="connsiteY3-890" fmla="*/ 1634789 h 3099826"/>
                      <a:gd name="connsiteX4-891" fmla="*/ 451 w 8166683"/>
                      <a:gd name="connsiteY4-892" fmla="*/ 0 h 3099826"/>
                      <a:gd name="connsiteX5-893" fmla="*/ 4061168 w 8166683"/>
                      <a:gd name="connsiteY5-894" fmla="*/ 1438511 h 3099826"/>
                      <a:gd name="connsiteX6-895" fmla="*/ 8165849 w 8166683"/>
                      <a:gd name="connsiteY6-896" fmla="*/ 7337 h 309982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7" name="Oval 416"/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418" name="Group 417"/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19" name="Freeform 418"/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-1" fmla="*/ 3725333 w 4641485"/>
                        <a:gd name="connsiteY0-2" fmla="*/ 0 h 1049866"/>
                        <a:gd name="connsiteX1-3" fmla="*/ 4641485 w 4641485"/>
                        <a:gd name="connsiteY1-4" fmla="*/ 239402 h 1049866"/>
                        <a:gd name="connsiteX2-5" fmla="*/ 3962400 w 4641485"/>
                        <a:gd name="connsiteY2-6" fmla="*/ 541866 h 1049866"/>
                        <a:gd name="connsiteX3-7" fmla="*/ 3742267 w 4641485"/>
                        <a:gd name="connsiteY3-8" fmla="*/ 457200 h 1049866"/>
                        <a:gd name="connsiteX4-9" fmla="*/ 2269067 w 4641485"/>
                        <a:gd name="connsiteY4-10" fmla="*/ 1049866 h 1049866"/>
                        <a:gd name="connsiteX5-11" fmla="*/ 880533 w 4641485"/>
                        <a:gd name="connsiteY5-12" fmla="*/ 457200 h 1049866"/>
                        <a:gd name="connsiteX6-13" fmla="*/ 592667 w 4641485"/>
                        <a:gd name="connsiteY6-14" fmla="*/ 541866 h 1049866"/>
                        <a:gd name="connsiteX7-15" fmla="*/ 0 w 4641485"/>
                        <a:gd name="connsiteY7-16" fmla="*/ 254000 h 1049866"/>
                        <a:gd name="connsiteX8-17" fmla="*/ 880533 w 4641485"/>
                        <a:gd name="connsiteY8-18" fmla="*/ 16933 h 1049866"/>
                        <a:gd name="connsiteX9-19" fmla="*/ 2302933 w 4641485"/>
                        <a:gd name="connsiteY9-20" fmla="*/ 626533 h 1049866"/>
                        <a:gd name="connsiteX10-21" fmla="*/ 3725333 w 4641485"/>
                        <a:gd name="connsiteY10-22" fmla="*/ 0 h 1049866"/>
                        <a:gd name="connsiteX0-23" fmla="*/ 3756864 w 4673016"/>
                        <a:gd name="connsiteY0-24" fmla="*/ 0 h 1049866"/>
                        <a:gd name="connsiteX1-25" fmla="*/ 4673016 w 4673016"/>
                        <a:gd name="connsiteY1-26" fmla="*/ 239402 h 1049866"/>
                        <a:gd name="connsiteX2-27" fmla="*/ 3993931 w 4673016"/>
                        <a:gd name="connsiteY2-28" fmla="*/ 541866 h 1049866"/>
                        <a:gd name="connsiteX3-29" fmla="*/ 3773798 w 4673016"/>
                        <a:gd name="connsiteY3-30" fmla="*/ 457200 h 1049866"/>
                        <a:gd name="connsiteX4-31" fmla="*/ 2300598 w 4673016"/>
                        <a:gd name="connsiteY4-32" fmla="*/ 1049866 h 1049866"/>
                        <a:gd name="connsiteX5-33" fmla="*/ 912064 w 4673016"/>
                        <a:gd name="connsiteY5-34" fmla="*/ 457200 h 1049866"/>
                        <a:gd name="connsiteX6-35" fmla="*/ 624198 w 4673016"/>
                        <a:gd name="connsiteY6-36" fmla="*/ 541866 h 1049866"/>
                        <a:gd name="connsiteX7-37" fmla="*/ 0 w 4673016"/>
                        <a:gd name="connsiteY7-38" fmla="*/ 232979 h 1049866"/>
                        <a:gd name="connsiteX8-39" fmla="*/ 912064 w 4673016"/>
                        <a:gd name="connsiteY8-40" fmla="*/ 16933 h 1049866"/>
                        <a:gd name="connsiteX9-41" fmla="*/ 2334464 w 4673016"/>
                        <a:gd name="connsiteY9-42" fmla="*/ 626533 h 1049866"/>
                        <a:gd name="connsiteX10-43" fmla="*/ 3756864 w 4673016"/>
                        <a:gd name="connsiteY10-44" fmla="*/ 0 h 1049866"/>
                        <a:gd name="connsiteX0-45" fmla="*/ 3756864 w 4673016"/>
                        <a:gd name="connsiteY0-46" fmla="*/ 0 h 1049866"/>
                        <a:gd name="connsiteX1-47" fmla="*/ 4673016 w 4673016"/>
                        <a:gd name="connsiteY1-48" fmla="*/ 239402 h 1049866"/>
                        <a:gd name="connsiteX2-49" fmla="*/ 3993931 w 4673016"/>
                        <a:gd name="connsiteY2-50" fmla="*/ 541866 h 1049866"/>
                        <a:gd name="connsiteX3-51" fmla="*/ 3784308 w 4673016"/>
                        <a:gd name="connsiteY3-52" fmla="*/ 404648 h 1049866"/>
                        <a:gd name="connsiteX4-53" fmla="*/ 2300598 w 4673016"/>
                        <a:gd name="connsiteY4-54" fmla="*/ 1049866 h 1049866"/>
                        <a:gd name="connsiteX5-55" fmla="*/ 912064 w 4673016"/>
                        <a:gd name="connsiteY5-56" fmla="*/ 457200 h 1049866"/>
                        <a:gd name="connsiteX6-57" fmla="*/ 624198 w 4673016"/>
                        <a:gd name="connsiteY6-58" fmla="*/ 541866 h 1049866"/>
                        <a:gd name="connsiteX7-59" fmla="*/ 0 w 4673016"/>
                        <a:gd name="connsiteY7-60" fmla="*/ 232979 h 1049866"/>
                        <a:gd name="connsiteX8-61" fmla="*/ 912064 w 4673016"/>
                        <a:gd name="connsiteY8-62" fmla="*/ 16933 h 1049866"/>
                        <a:gd name="connsiteX9-63" fmla="*/ 2334464 w 4673016"/>
                        <a:gd name="connsiteY9-64" fmla="*/ 626533 h 1049866"/>
                        <a:gd name="connsiteX10-65" fmla="*/ 3756864 w 4673016"/>
                        <a:gd name="connsiteY10-66" fmla="*/ 0 h 1049866"/>
                        <a:gd name="connsiteX0-67" fmla="*/ 3756864 w 4673016"/>
                        <a:gd name="connsiteY0-68" fmla="*/ 0 h 1049866"/>
                        <a:gd name="connsiteX1-69" fmla="*/ 4673016 w 4673016"/>
                        <a:gd name="connsiteY1-70" fmla="*/ 239402 h 1049866"/>
                        <a:gd name="connsiteX2-71" fmla="*/ 3993931 w 4673016"/>
                        <a:gd name="connsiteY2-72" fmla="*/ 541866 h 1049866"/>
                        <a:gd name="connsiteX3-73" fmla="*/ 3794818 w 4673016"/>
                        <a:gd name="connsiteY3-74" fmla="*/ 436179 h 1049866"/>
                        <a:gd name="connsiteX4-75" fmla="*/ 2300598 w 4673016"/>
                        <a:gd name="connsiteY4-76" fmla="*/ 1049866 h 1049866"/>
                        <a:gd name="connsiteX5-77" fmla="*/ 912064 w 4673016"/>
                        <a:gd name="connsiteY5-78" fmla="*/ 457200 h 1049866"/>
                        <a:gd name="connsiteX6-79" fmla="*/ 624198 w 4673016"/>
                        <a:gd name="connsiteY6-80" fmla="*/ 541866 h 1049866"/>
                        <a:gd name="connsiteX7-81" fmla="*/ 0 w 4673016"/>
                        <a:gd name="connsiteY7-82" fmla="*/ 232979 h 1049866"/>
                        <a:gd name="connsiteX8-83" fmla="*/ 912064 w 4673016"/>
                        <a:gd name="connsiteY8-84" fmla="*/ 16933 h 1049866"/>
                        <a:gd name="connsiteX9-85" fmla="*/ 2334464 w 4673016"/>
                        <a:gd name="connsiteY9-86" fmla="*/ 626533 h 1049866"/>
                        <a:gd name="connsiteX10-87" fmla="*/ 3756864 w 4673016"/>
                        <a:gd name="connsiteY10-88" fmla="*/ 0 h 1049866"/>
                        <a:gd name="connsiteX0-89" fmla="*/ 3756864 w 4673016"/>
                        <a:gd name="connsiteY0-90" fmla="*/ 0 h 1049866"/>
                        <a:gd name="connsiteX1-91" fmla="*/ 4673016 w 4673016"/>
                        <a:gd name="connsiteY1-92" fmla="*/ 239402 h 1049866"/>
                        <a:gd name="connsiteX2-93" fmla="*/ 3993931 w 4673016"/>
                        <a:gd name="connsiteY2-94" fmla="*/ 541866 h 1049866"/>
                        <a:gd name="connsiteX3-95" fmla="*/ 3794818 w 4673016"/>
                        <a:gd name="connsiteY3-96" fmla="*/ 436179 h 1049866"/>
                        <a:gd name="connsiteX4-97" fmla="*/ 2300598 w 4673016"/>
                        <a:gd name="connsiteY4-98" fmla="*/ 1049866 h 1049866"/>
                        <a:gd name="connsiteX5-99" fmla="*/ 912064 w 4673016"/>
                        <a:gd name="connsiteY5-100" fmla="*/ 457200 h 1049866"/>
                        <a:gd name="connsiteX6-101" fmla="*/ 624198 w 4673016"/>
                        <a:gd name="connsiteY6-102" fmla="*/ 541866 h 1049866"/>
                        <a:gd name="connsiteX7-103" fmla="*/ 0 w 4673016"/>
                        <a:gd name="connsiteY7-104" fmla="*/ 232979 h 1049866"/>
                        <a:gd name="connsiteX8-105" fmla="*/ 912064 w 4673016"/>
                        <a:gd name="connsiteY8-106" fmla="*/ 16933 h 1049866"/>
                        <a:gd name="connsiteX9-107" fmla="*/ 2323954 w 4673016"/>
                        <a:gd name="connsiteY9-108" fmla="*/ 616023 h 1049866"/>
                        <a:gd name="connsiteX10-109" fmla="*/ 3756864 w 4673016"/>
                        <a:gd name="connsiteY10-110" fmla="*/ 0 h 1049866"/>
                        <a:gd name="connsiteX0-111" fmla="*/ 3756864 w 4673016"/>
                        <a:gd name="connsiteY0-112" fmla="*/ 0 h 1049866"/>
                        <a:gd name="connsiteX1-113" fmla="*/ 4673016 w 4673016"/>
                        <a:gd name="connsiteY1-114" fmla="*/ 239402 h 1049866"/>
                        <a:gd name="connsiteX2-115" fmla="*/ 3993931 w 4673016"/>
                        <a:gd name="connsiteY2-116" fmla="*/ 541866 h 1049866"/>
                        <a:gd name="connsiteX3-117" fmla="*/ 3794818 w 4673016"/>
                        <a:gd name="connsiteY3-118" fmla="*/ 436179 h 1049866"/>
                        <a:gd name="connsiteX4-119" fmla="*/ 2300598 w 4673016"/>
                        <a:gd name="connsiteY4-120" fmla="*/ 1049866 h 1049866"/>
                        <a:gd name="connsiteX5-121" fmla="*/ 912064 w 4673016"/>
                        <a:gd name="connsiteY5-122" fmla="*/ 457200 h 1049866"/>
                        <a:gd name="connsiteX6-123" fmla="*/ 624198 w 4673016"/>
                        <a:gd name="connsiteY6-124" fmla="*/ 541866 h 1049866"/>
                        <a:gd name="connsiteX7-125" fmla="*/ 0 w 4673016"/>
                        <a:gd name="connsiteY7-126" fmla="*/ 275021 h 1049866"/>
                        <a:gd name="connsiteX8-127" fmla="*/ 912064 w 4673016"/>
                        <a:gd name="connsiteY8-128" fmla="*/ 16933 h 1049866"/>
                        <a:gd name="connsiteX9-129" fmla="*/ 2323954 w 4673016"/>
                        <a:gd name="connsiteY9-130" fmla="*/ 616023 h 1049866"/>
                        <a:gd name="connsiteX10-131" fmla="*/ 3756864 w 4673016"/>
                        <a:gd name="connsiteY10-132" fmla="*/ 0 h 1049866"/>
                        <a:gd name="connsiteX0-133" fmla="*/ 3756864 w 4673016"/>
                        <a:gd name="connsiteY0-134" fmla="*/ 0 h 1049866"/>
                        <a:gd name="connsiteX1-135" fmla="*/ 4673016 w 4673016"/>
                        <a:gd name="connsiteY1-136" fmla="*/ 239402 h 1049866"/>
                        <a:gd name="connsiteX2-137" fmla="*/ 3993931 w 4673016"/>
                        <a:gd name="connsiteY2-138" fmla="*/ 541866 h 1049866"/>
                        <a:gd name="connsiteX3-139" fmla="*/ 3815839 w 4673016"/>
                        <a:gd name="connsiteY3-140" fmla="*/ 467710 h 1049866"/>
                        <a:gd name="connsiteX4-141" fmla="*/ 2300598 w 4673016"/>
                        <a:gd name="connsiteY4-142" fmla="*/ 1049866 h 1049866"/>
                        <a:gd name="connsiteX5-143" fmla="*/ 912064 w 4673016"/>
                        <a:gd name="connsiteY5-144" fmla="*/ 457200 h 1049866"/>
                        <a:gd name="connsiteX6-145" fmla="*/ 624198 w 4673016"/>
                        <a:gd name="connsiteY6-146" fmla="*/ 541866 h 1049866"/>
                        <a:gd name="connsiteX7-147" fmla="*/ 0 w 4673016"/>
                        <a:gd name="connsiteY7-148" fmla="*/ 275021 h 1049866"/>
                        <a:gd name="connsiteX8-149" fmla="*/ 912064 w 4673016"/>
                        <a:gd name="connsiteY8-150" fmla="*/ 16933 h 1049866"/>
                        <a:gd name="connsiteX9-151" fmla="*/ 2323954 w 4673016"/>
                        <a:gd name="connsiteY9-152" fmla="*/ 616023 h 1049866"/>
                        <a:gd name="connsiteX10-153" fmla="*/ 3756864 w 4673016"/>
                        <a:gd name="connsiteY10-154" fmla="*/ 0 h 104986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0" name="Freeform 419"/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1" name="Freeform 420"/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2" name="Freeform 421"/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-1" fmla="*/ 168165 w 3731172"/>
                        <a:gd name="connsiteY0-2" fmla="*/ 73572 h 1418896"/>
                        <a:gd name="connsiteX1-3" fmla="*/ 451945 w 3731172"/>
                        <a:gd name="connsiteY1-4" fmla="*/ 0 h 1418896"/>
                        <a:gd name="connsiteX2-5" fmla="*/ 1881352 w 3731172"/>
                        <a:gd name="connsiteY2-6" fmla="*/ 599089 h 1418896"/>
                        <a:gd name="connsiteX3-7" fmla="*/ 3363310 w 3731172"/>
                        <a:gd name="connsiteY3-8" fmla="*/ 0 h 1418896"/>
                        <a:gd name="connsiteX4-9" fmla="*/ 3584027 w 3731172"/>
                        <a:gd name="connsiteY4-10" fmla="*/ 73572 h 1418896"/>
                        <a:gd name="connsiteX5-11" fmla="*/ 2627586 w 3731172"/>
                        <a:gd name="connsiteY5-12" fmla="*/ 441434 h 1418896"/>
                        <a:gd name="connsiteX6-13" fmla="*/ 2596055 w 3731172"/>
                        <a:gd name="connsiteY6-14" fmla="*/ 914400 h 1418896"/>
                        <a:gd name="connsiteX7-15" fmla="*/ 3731172 w 3731172"/>
                        <a:gd name="connsiteY7-16" fmla="*/ 1345324 h 1418896"/>
                        <a:gd name="connsiteX8-17" fmla="*/ 3447393 w 3731172"/>
                        <a:gd name="connsiteY8-18" fmla="*/ 1408386 h 1418896"/>
                        <a:gd name="connsiteX9-19" fmla="*/ 1870841 w 3731172"/>
                        <a:gd name="connsiteY9-20" fmla="*/ 746234 h 1418896"/>
                        <a:gd name="connsiteX10-21" fmla="*/ 262758 w 3731172"/>
                        <a:gd name="connsiteY10-22" fmla="*/ 1418896 h 1418896"/>
                        <a:gd name="connsiteX11-23" fmla="*/ 0 w 3731172"/>
                        <a:gd name="connsiteY11-24" fmla="*/ 1324303 h 1418896"/>
                        <a:gd name="connsiteX12-25" fmla="*/ 1145627 w 3731172"/>
                        <a:gd name="connsiteY12-26" fmla="*/ 882869 h 1418896"/>
                        <a:gd name="connsiteX13-27" fmla="*/ 1114096 w 3731172"/>
                        <a:gd name="connsiteY13-28" fmla="*/ 409903 h 1418896"/>
                        <a:gd name="connsiteX14-29" fmla="*/ 441434 w 3731172"/>
                        <a:gd name="connsiteY14-30" fmla="*/ 10510 h 1418896"/>
                        <a:gd name="connsiteX15-31" fmla="*/ 441434 w 3731172"/>
                        <a:gd name="connsiteY15-32" fmla="*/ 10510 h 1418896"/>
                        <a:gd name="connsiteX0-33" fmla="*/ 168165 w 3731172"/>
                        <a:gd name="connsiteY0-34" fmla="*/ 73572 h 1418896"/>
                        <a:gd name="connsiteX1-35" fmla="*/ 451945 w 3731172"/>
                        <a:gd name="connsiteY1-36" fmla="*/ 0 h 1418896"/>
                        <a:gd name="connsiteX2-37" fmla="*/ 1881352 w 3731172"/>
                        <a:gd name="connsiteY2-38" fmla="*/ 599089 h 1418896"/>
                        <a:gd name="connsiteX3-39" fmla="*/ 3363310 w 3731172"/>
                        <a:gd name="connsiteY3-40" fmla="*/ 0 h 1418896"/>
                        <a:gd name="connsiteX4-41" fmla="*/ 3584027 w 3731172"/>
                        <a:gd name="connsiteY4-42" fmla="*/ 73572 h 1418896"/>
                        <a:gd name="connsiteX5-43" fmla="*/ 2627586 w 3731172"/>
                        <a:gd name="connsiteY5-44" fmla="*/ 441434 h 1418896"/>
                        <a:gd name="connsiteX6-45" fmla="*/ 2596055 w 3731172"/>
                        <a:gd name="connsiteY6-46" fmla="*/ 914400 h 1418896"/>
                        <a:gd name="connsiteX7-47" fmla="*/ 3731172 w 3731172"/>
                        <a:gd name="connsiteY7-48" fmla="*/ 1345324 h 1418896"/>
                        <a:gd name="connsiteX8-49" fmla="*/ 3447393 w 3731172"/>
                        <a:gd name="connsiteY8-50" fmla="*/ 1408386 h 1418896"/>
                        <a:gd name="connsiteX9-51" fmla="*/ 1870841 w 3731172"/>
                        <a:gd name="connsiteY9-52" fmla="*/ 746234 h 1418896"/>
                        <a:gd name="connsiteX10-53" fmla="*/ 262758 w 3731172"/>
                        <a:gd name="connsiteY10-54" fmla="*/ 1418896 h 1418896"/>
                        <a:gd name="connsiteX11-55" fmla="*/ 0 w 3731172"/>
                        <a:gd name="connsiteY11-56" fmla="*/ 1324303 h 1418896"/>
                        <a:gd name="connsiteX12-57" fmla="*/ 1145627 w 3731172"/>
                        <a:gd name="connsiteY12-58" fmla="*/ 882869 h 1418896"/>
                        <a:gd name="connsiteX13-59" fmla="*/ 1114096 w 3731172"/>
                        <a:gd name="connsiteY13-60" fmla="*/ 409903 h 1418896"/>
                        <a:gd name="connsiteX14-61" fmla="*/ 441434 w 3731172"/>
                        <a:gd name="connsiteY14-62" fmla="*/ 10510 h 1418896"/>
                        <a:gd name="connsiteX0-63" fmla="*/ 168165 w 3731172"/>
                        <a:gd name="connsiteY0-64" fmla="*/ 73572 h 1418896"/>
                        <a:gd name="connsiteX1-65" fmla="*/ 451945 w 3731172"/>
                        <a:gd name="connsiteY1-66" fmla="*/ 0 h 1418896"/>
                        <a:gd name="connsiteX2-67" fmla="*/ 1881352 w 3731172"/>
                        <a:gd name="connsiteY2-68" fmla="*/ 599089 h 1418896"/>
                        <a:gd name="connsiteX3-69" fmla="*/ 3363310 w 3731172"/>
                        <a:gd name="connsiteY3-70" fmla="*/ 0 h 1418896"/>
                        <a:gd name="connsiteX4-71" fmla="*/ 3584027 w 3731172"/>
                        <a:gd name="connsiteY4-72" fmla="*/ 73572 h 1418896"/>
                        <a:gd name="connsiteX5-73" fmla="*/ 2627586 w 3731172"/>
                        <a:gd name="connsiteY5-74" fmla="*/ 441434 h 1418896"/>
                        <a:gd name="connsiteX6-75" fmla="*/ 2596055 w 3731172"/>
                        <a:gd name="connsiteY6-76" fmla="*/ 914400 h 1418896"/>
                        <a:gd name="connsiteX7-77" fmla="*/ 3731172 w 3731172"/>
                        <a:gd name="connsiteY7-78" fmla="*/ 1345324 h 1418896"/>
                        <a:gd name="connsiteX8-79" fmla="*/ 3447393 w 3731172"/>
                        <a:gd name="connsiteY8-80" fmla="*/ 1408386 h 1418896"/>
                        <a:gd name="connsiteX9-81" fmla="*/ 1870841 w 3731172"/>
                        <a:gd name="connsiteY9-82" fmla="*/ 746234 h 1418896"/>
                        <a:gd name="connsiteX10-83" fmla="*/ 262758 w 3731172"/>
                        <a:gd name="connsiteY10-84" fmla="*/ 1418896 h 1418896"/>
                        <a:gd name="connsiteX11-85" fmla="*/ 0 w 3731172"/>
                        <a:gd name="connsiteY11-86" fmla="*/ 1324303 h 1418896"/>
                        <a:gd name="connsiteX12-87" fmla="*/ 1145627 w 3731172"/>
                        <a:gd name="connsiteY12-88" fmla="*/ 882869 h 1418896"/>
                        <a:gd name="connsiteX13-89" fmla="*/ 1114096 w 3731172"/>
                        <a:gd name="connsiteY13-90" fmla="*/ 409903 h 1418896"/>
                        <a:gd name="connsiteX14-91" fmla="*/ 357351 w 3731172"/>
                        <a:gd name="connsiteY14-92" fmla="*/ 115613 h 1418896"/>
                        <a:gd name="connsiteX0-93" fmla="*/ 168165 w 3731172"/>
                        <a:gd name="connsiteY0-94" fmla="*/ 73572 h 1418896"/>
                        <a:gd name="connsiteX1-95" fmla="*/ 451945 w 3731172"/>
                        <a:gd name="connsiteY1-96" fmla="*/ 0 h 1418896"/>
                        <a:gd name="connsiteX2-97" fmla="*/ 1881352 w 3731172"/>
                        <a:gd name="connsiteY2-98" fmla="*/ 599089 h 1418896"/>
                        <a:gd name="connsiteX3-99" fmla="*/ 3363310 w 3731172"/>
                        <a:gd name="connsiteY3-100" fmla="*/ 0 h 1418896"/>
                        <a:gd name="connsiteX4-101" fmla="*/ 3584027 w 3731172"/>
                        <a:gd name="connsiteY4-102" fmla="*/ 73572 h 1418896"/>
                        <a:gd name="connsiteX5-103" fmla="*/ 2627586 w 3731172"/>
                        <a:gd name="connsiteY5-104" fmla="*/ 441434 h 1418896"/>
                        <a:gd name="connsiteX6-105" fmla="*/ 2596055 w 3731172"/>
                        <a:gd name="connsiteY6-106" fmla="*/ 914400 h 1418896"/>
                        <a:gd name="connsiteX7-107" fmla="*/ 3731172 w 3731172"/>
                        <a:gd name="connsiteY7-108" fmla="*/ 1345324 h 1418896"/>
                        <a:gd name="connsiteX8-109" fmla="*/ 3447393 w 3731172"/>
                        <a:gd name="connsiteY8-110" fmla="*/ 1408386 h 1418896"/>
                        <a:gd name="connsiteX9-111" fmla="*/ 1870841 w 3731172"/>
                        <a:gd name="connsiteY9-112" fmla="*/ 746234 h 1418896"/>
                        <a:gd name="connsiteX10-113" fmla="*/ 262758 w 3731172"/>
                        <a:gd name="connsiteY10-114" fmla="*/ 1418896 h 1418896"/>
                        <a:gd name="connsiteX11-115" fmla="*/ 0 w 3731172"/>
                        <a:gd name="connsiteY11-116" fmla="*/ 1324303 h 1418896"/>
                        <a:gd name="connsiteX12-117" fmla="*/ 1145627 w 3731172"/>
                        <a:gd name="connsiteY12-118" fmla="*/ 882869 h 1418896"/>
                        <a:gd name="connsiteX13-119" fmla="*/ 1114096 w 3731172"/>
                        <a:gd name="connsiteY13-120" fmla="*/ 409903 h 1418896"/>
                        <a:gd name="connsiteX14-121" fmla="*/ 147144 w 3731172"/>
                        <a:gd name="connsiteY14-122" fmla="*/ 63061 h 1418896"/>
                        <a:gd name="connsiteX0-123" fmla="*/ 168165 w 3731172"/>
                        <a:gd name="connsiteY0-124" fmla="*/ 73572 h 1418896"/>
                        <a:gd name="connsiteX1-125" fmla="*/ 451945 w 3731172"/>
                        <a:gd name="connsiteY1-126" fmla="*/ 0 h 1418896"/>
                        <a:gd name="connsiteX2-127" fmla="*/ 1881352 w 3731172"/>
                        <a:gd name="connsiteY2-128" fmla="*/ 599089 h 1418896"/>
                        <a:gd name="connsiteX3-129" fmla="*/ 3363310 w 3731172"/>
                        <a:gd name="connsiteY3-130" fmla="*/ 0 h 1418896"/>
                        <a:gd name="connsiteX4-131" fmla="*/ 3584027 w 3731172"/>
                        <a:gd name="connsiteY4-132" fmla="*/ 73572 h 1418896"/>
                        <a:gd name="connsiteX5-133" fmla="*/ 2627586 w 3731172"/>
                        <a:gd name="connsiteY5-134" fmla="*/ 441434 h 1418896"/>
                        <a:gd name="connsiteX6-135" fmla="*/ 2596055 w 3731172"/>
                        <a:gd name="connsiteY6-136" fmla="*/ 914400 h 1418896"/>
                        <a:gd name="connsiteX7-137" fmla="*/ 3731172 w 3731172"/>
                        <a:gd name="connsiteY7-138" fmla="*/ 1345324 h 1418896"/>
                        <a:gd name="connsiteX8-139" fmla="*/ 3447393 w 3731172"/>
                        <a:gd name="connsiteY8-140" fmla="*/ 1408386 h 1418896"/>
                        <a:gd name="connsiteX9-141" fmla="*/ 1870841 w 3731172"/>
                        <a:gd name="connsiteY9-142" fmla="*/ 746234 h 1418896"/>
                        <a:gd name="connsiteX10-143" fmla="*/ 262758 w 3731172"/>
                        <a:gd name="connsiteY10-144" fmla="*/ 1418896 h 1418896"/>
                        <a:gd name="connsiteX11-145" fmla="*/ 0 w 3731172"/>
                        <a:gd name="connsiteY11-146" fmla="*/ 1324303 h 1418896"/>
                        <a:gd name="connsiteX12-147" fmla="*/ 1145627 w 3731172"/>
                        <a:gd name="connsiteY12-148" fmla="*/ 882869 h 1418896"/>
                        <a:gd name="connsiteX13-149" fmla="*/ 1114096 w 3731172"/>
                        <a:gd name="connsiteY13-150" fmla="*/ 420413 h 1418896"/>
                        <a:gd name="connsiteX14-151" fmla="*/ 147144 w 3731172"/>
                        <a:gd name="connsiteY14-152" fmla="*/ 63061 h 1418896"/>
                        <a:gd name="connsiteX0-153" fmla="*/ 168165 w 3731172"/>
                        <a:gd name="connsiteY0-154" fmla="*/ 73572 h 1418896"/>
                        <a:gd name="connsiteX1-155" fmla="*/ 451945 w 3731172"/>
                        <a:gd name="connsiteY1-156" fmla="*/ 0 h 1418896"/>
                        <a:gd name="connsiteX2-157" fmla="*/ 1881352 w 3731172"/>
                        <a:gd name="connsiteY2-158" fmla="*/ 599089 h 1418896"/>
                        <a:gd name="connsiteX3-159" fmla="*/ 3363310 w 3731172"/>
                        <a:gd name="connsiteY3-160" fmla="*/ 0 h 1418896"/>
                        <a:gd name="connsiteX4-161" fmla="*/ 3584027 w 3731172"/>
                        <a:gd name="connsiteY4-162" fmla="*/ 73572 h 1418896"/>
                        <a:gd name="connsiteX5-163" fmla="*/ 2627586 w 3731172"/>
                        <a:gd name="connsiteY5-164" fmla="*/ 441434 h 1418896"/>
                        <a:gd name="connsiteX6-165" fmla="*/ 2596055 w 3731172"/>
                        <a:gd name="connsiteY6-166" fmla="*/ 914400 h 1418896"/>
                        <a:gd name="connsiteX7-167" fmla="*/ 3731172 w 3731172"/>
                        <a:gd name="connsiteY7-168" fmla="*/ 1345324 h 1418896"/>
                        <a:gd name="connsiteX8-169" fmla="*/ 3447393 w 3731172"/>
                        <a:gd name="connsiteY8-170" fmla="*/ 1408386 h 1418896"/>
                        <a:gd name="connsiteX9-171" fmla="*/ 1870841 w 3731172"/>
                        <a:gd name="connsiteY9-172" fmla="*/ 746234 h 1418896"/>
                        <a:gd name="connsiteX10-173" fmla="*/ 262758 w 3731172"/>
                        <a:gd name="connsiteY10-174" fmla="*/ 1418896 h 1418896"/>
                        <a:gd name="connsiteX11-175" fmla="*/ 0 w 3731172"/>
                        <a:gd name="connsiteY11-176" fmla="*/ 1324303 h 1418896"/>
                        <a:gd name="connsiteX12-177" fmla="*/ 1145627 w 3731172"/>
                        <a:gd name="connsiteY12-178" fmla="*/ 882869 h 1418896"/>
                        <a:gd name="connsiteX13-179" fmla="*/ 1114096 w 3731172"/>
                        <a:gd name="connsiteY13-180" fmla="*/ 420413 h 1418896"/>
                        <a:gd name="connsiteX14-181" fmla="*/ 189185 w 3731172"/>
                        <a:gd name="connsiteY14-182" fmla="*/ 84081 h 1418896"/>
                        <a:gd name="connsiteX0-183" fmla="*/ 168165 w 3731172"/>
                        <a:gd name="connsiteY0-184" fmla="*/ 73572 h 1418896"/>
                        <a:gd name="connsiteX1-185" fmla="*/ 451945 w 3731172"/>
                        <a:gd name="connsiteY1-186" fmla="*/ 0 h 1418896"/>
                        <a:gd name="connsiteX2-187" fmla="*/ 1881352 w 3731172"/>
                        <a:gd name="connsiteY2-188" fmla="*/ 599089 h 1418896"/>
                        <a:gd name="connsiteX3-189" fmla="*/ 3363310 w 3731172"/>
                        <a:gd name="connsiteY3-190" fmla="*/ 0 h 1418896"/>
                        <a:gd name="connsiteX4-191" fmla="*/ 3584027 w 3731172"/>
                        <a:gd name="connsiteY4-192" fmla="*/ 73572 h 1418896"/>
                        <a:gd name="connsiteX5-193" fmla="*/ 2627586 w 3731172"/>
                        <a:gd name="connsiteY5-194" fmla="*/ 441434 h 1418896"/>
                        <a:gd name="connsiteX6-195" fmla="*/ 2596055 w 3731172"/>
                        <a:gd name="connsiteY6-196" fmla="*/ 914400 h 1418896"/>
                        <a:gd name="connsiteX7-197" fmla="*/ 3731172 w 3731172"/>
                        <a:gd name="connsiteY7-198" fmla="*/ 1345324 h 1418896"/>
                        <a:gd name="connsiteX8-199" fmla="*/ 3447393 w 3731172"/>
                        <a:gd name="connsiteY8-200" fmla="*/ 1408386 h 1418896"/>
                        <a:gd name="connsiteX9-201" fmla="*/ 1870841 w 3731172"/>
                        <a:gd name="connsiteY9-202" fmla="*/ 746234 h 1418896"/>
                        <a:gd name="connsiteX10-203" fmla="*/ 262758 w 3731172"/>
                        <a:gd name="connsiteY10-204" fmla="*/ 1418896 h 1418896"/>
                        <a:gd name="connsiteX11-205" fmla="*/ 0 w 3731172"/>
                        <a:gd name="connsiteY11-206" fmla="*/ 1324303 h 1418896"/>
                        <a:gd name="connsiteX12-207" fmla="*/ 1145627 w 3731172"/>
                        <a:gd name="connsiteY12-208" fmla="*/ 882869 h 1418896"/>
                        <a:gd name="connsiteX13-209" fmla="*/ 1114096 w 3731172"/>
                        <a:gd name="connsiteY13-210" fmla="*/ 420413 h 1418896"/>
                        <a:gd name="connsiteX14-211" fmla="*/ 189185 w 3731172"/>
                        <a:gd name="connsiteY14-212" fmla="*/ 84081 h 1418896"/>
                        <a:gd name="connsiteX15-213" fmla="*/ 168165 w 3731172"/>
                        <a:gd name="connsiteY15-214" fmla="*/ 73572 h 1418896"/>
                        <a:gd name="connsiteX0-215" fmla="*/ 168165 w 3731172"/>
                        <a:gd name="connsiteY0-216" fmla="*/ 73572 h 1418896"/>
                        <a:gd name="connsiteX1-217" fmla="*/ 451945 w 3731172"/>
                        <a:gd name="connsiteY1-218" fmla="*/ 0 h 1418896"/>
                        <a:gd name="connsiteX2-219" fmla="*/ 1881352 w 3731172"/>
                        <a:gd name="connsiteY2-220" fmla="*/ 599089 h 1418896"/>
                        <a:gd name="connsiteX3-221" fmla="*/ 3363310 w 3731172"/>
                        <a:gd name="connsiteY3-222" fmla="*/ 0 h 1418896"/>
                        <a:gd name="connsiteX4-223" fmla="*/ 3584027 w 3731172"/>
                        <a:gd name="connsiteY4-224" fmla="*/ 73572 h 1418896"/>
                        <a:gd name="connsiteX5-225" fmla="*/ 2627586 w 3731172"/>
                        <a:gd name="connsiteY5-226" fmla="*/ 441434 h 1418896"/>
                        <a:gd name="connsiteX6-227" fmla="*/ 2596055 w 3731172"/>
                        <a:gd name="connsiteY6-228" fmla="*/ 914400 h 1418896"/>
                        <a:gd name="connsiteX7-229" fmla="*/ 3731172 w 3731172"/>
                        <a:gd name="connsiteY7-230" fmla="*/ 1345324 h 1418896"/>
                        <a:gd name="connsiteX8-231" fmla="*/ 3447393 w 3731172"/>
                        <a:gd name="connsiteY8-232" fmla="*/ 1408386 h 1418896"/>
                        <a:gd name="connsiteX9-233" fmla="*/ 1870841 w 3731172"/>
                        <a:gd name="connsiteY9-234" fmla="*/ 746234 h 1418896"/>
                        <a:gd name="connsiteX10-235" fmla="*/ 262758 w 3731172"/>
                        <a:gd name="connsiteY10-236" fmla="*/ 1418896 h 1418896"/>
                        <a:gd name="connsiteX11-237" fmla="*/ 0 w 3731172"/>
                        <a:gd name="connsiteY11-238" fmla="*/ 1324303 h 1418896"/>
                        <a:gd name="connsiteX12-239" fmla="*/ 1145627 w 3731172"/>
                        <a:gd name="connsiteY12-240" fmla="*/ 882869 h 1418896"/>
                        <a:gd name="connsiteX13-241" fmla="*/ 1156137 w 3731172"/>
                        <a:gd name="connsiteY13-242" fmla="*/ 441434 h 1418896"/>
                        <a:gd name="connsiteX14-243" fmla="*/ 189185 w 3731172"/>
                        <a:gd name="connsiteY14-244" fmla="*/ 84081 h 1418896"/>
                        <a:gd name="connsiteX15-245" fmla="*/ 168165 w 3731172"/>
                        <a:gd name="connsiteY15-246" fmla="*/ 73572 h 1418896"/>
                        <a:gd name="connsiteX0-247" fmla="*/ 168165 w 3731172"/>
                        <a:gd name="connsiteY0-248" fmla="*/ 73572 h 1418896"/>
                        <a:gd name="connsiteX1-249" fmla="*/ 451945 w 3731172"/>
                        <a:gd name="connsiteY1-250" fmla="*/ 0 h 1418896"/>
                        <a:gd name="connsiteX2-251" fmla="*/ 1881352 w 3731172"/>
                        <a:gd name="connsiteY2-252" fmla="*/ 599089 h 1418896"/>
                        <a:gd name="connsiteX3-253" fmla="*/ 3363310 w 3731172"/>
                        <a:gd name="connsiteY3-254" fmla="*/ 0 h 1418896"/>
                        <a:gd name="connsiteX4-255" fmla="*/ 3584027 w 3731172"/>
                        <a:gd name="connsiteY4-256" fmla="*/ 73572 h 1418896"/>
                        <a:gd name="connsiteX5-257" fmla="*/ 2627586 w 3731172"/>
                        <a:gd name="connsiteY5-258" fmla="*/ 441434 h 1418896"/>
                        <a:gd name="connsiteX6-259" fmla="*/ 2596055 w 3731172"/>
                        <a:gd name="connsiteY6-260" fmla="*/ 914400 h 1418896"/>
                        <a:gd name="connsiteX7-261" fmla="*/ 3731172 w 3731172"/>
                        <a:gd name="connsiteY7-262" fmla="*/ 1345324 h 1418896"/>
                        <a:gd name="connsiteX8-263" fmla="*/ 3447393 w 3731172"/>
                        <a:gd name="connsiteY8-264" fmla="*/ 1408386 h 1418896"/>
                        <a:gd name="connsiteX9-265" fmla="*/ 1870841 w 3731172"/>
                        <a:gd name="connsiteY9-266" fmla="*/ 746234 h 1418896"/>
                        <a:gd name="connsiteX10-267" fmla="*/ 262758 w 3731172"/>
                        <a:gd name="connsiteY10-268" fmla="*/ 1418896 h 1418896"/>
                        <a:gd name="connsiteX11-269" fmla="*/ 0 w 3731172"/>
                        <a:gd name="connsiteY11-270" fmla="*/ 1324303 h 1418896"/>
                        <a:gd name="connsiteX12-271" fmla="*/ 1145627 w 3731172"/>
                        <a:gd name="connsiteY12-272" fmla="*/ 882869 h 1418896"/>
                        <a:gd name="connsiteX13-273" fmla="*/ 1145626 w 3731172"/>
                        <a:gd name="connsiteY13-274" fmla="*/ 451945 h 1418896"/>
                        <a:gd name="connsiteX14-275" fmla="*/ 189185 w 3731172"/>
                        <a:gd name="connsiteY14-276" fmla="*/ 84081 h 1418896"/>
                        <a:gd name="connsiteX15-277" fmla="*/ 168165 w 3731172"/>
                        <a:gd name="connsiteY15-278" fmla="*/ 73572 h 1418896"/>
                        <a:gd name="connsiteX0-279" fmla="*/ 168165 w 3731172"/>
                        <a:gd name="connsiteY0-280" fmla="*/ 73572 h 1418896"/>
                        <a:gd name="connsiteX1-281" fmla="*/ 451945 w 3731172"/>
                        <a:gd name="connsiteY1-282" fmla="*/ 0 h 1418896"/>
                        <a:gd name="connsiteX2-283" fmla="*/ 1881352 w 3731172"/>
                        <a:gd name="connsiteY2-284" fmla="*/ 599089 h 1418896"/>
                        <a:gd name="connsiteX3-285" fmla="*/ 3363310 w 3731172"/>
                        <a:gd name="connsiteY3-286" fmla="*/ 0 h 1418896"/>
                        <a:gd name="connsiteX4-287" fmla="*/ 3584027 w 3731172"/>
                        <a:gd name="connsiteY4-288" fmla="*/ 73572 h 1418896"/>
                        <a:gd name="connsiteX5-289" fmla="*/ 2627586 w 3731172"/>
                        <a:gd name="connsiteY5-290" fmla="*/ 441434 h 1418896"/>
                        <a:gd name="connsiteX6-291" fmla="*/ 2596055 w 3731172"/>
                        <a:gd name="connsiteY6-292" fmla="*/ 914400 h 1418896"/>
                        <a:gd name="connsiteX7-293" fmla="*/ 3731172 w 3731172"/>
                        <a:gd name="connsiteY7-294" fmla="*/ 1345324 h 1418896"/>
                        <a:gd name="connsiteX8-295" fmla="*/ 3447393 w 3731172"/>
                        <a:gd name="connsiteY8-296" fmla="*/ 1408386 h 1418896"/>
                        <a:gd name="connsiteX9-297" fmla="*/ 1870841 w 3731172"/>
                        <a:gd name="connsiteY9-298" fmla="*/ 746234 h 1418896"/>
                        <a:gd name="connsiteX10-299" fmla="*/ 262758 w 3731172"/>
                        <a:gd name="connsiteY10-300" fmla="*/ 1418896 h 1418896"/>
                        <a:gd name="connsiteX11-301" fmla="*/ 0 w 3731172"/>
                        <a:gd name="connsiteY11-302" fmla="*/ 1324303 h 1418896"/>
                        <a:gd name="connsiteX12-303" fmla="*/ 1145627 w 3731172"/>
                        <a:gd name="connsiteY12-304" fmla="*/ 903890 h 1418896"/>
                        <a:gd name="connsiteX13-305" fmla="*/ 1145626 w 3731172"/>
                        <a:gd name="connsiteY13-306" fmla="*/ 451945 h 1418896"/>
                        <a:gd name="connsiteX14-307" fmla="*/ 189185 w 3731172"/>
                        <a:gd name="connsiteY14-308" fmla="*/ 84081 h 1418896"/>
                        <a:gd name="connsiteX15-309" fmla="*/ 168165 w 3731172"/>
                        <a:gd name="connsiteY15-310" fmla="*/ 73572 h 1418896"/>
                        <a:gd name="connsiteX0-311" fmla="*/ 147144 w 3710151"/>
                        <a:gd name="connsiteY0-312" fmla="*/ 73572 h 1418896"/>
                        <a:gd name="connsiteX1-313" fmla="*/ 430924 w 3710151"/>
                        <a:gd name="connsiteY1-314" fmla="*/ 0 h 1418896"/>
                        <a:gd name="connsiteX2-315" fmla="*/ 1860331 w 3710151"/>
                        <a:gd name="connsiteY2-316" fmla="*/ 599089 h 1418896"/>
                        <a:gd name="connsiteX3-317" fmla="*/ 3342289 w 3710151"/>
                        <a:gd name="connsiteY3-318" fmla="*/ 0 h 1418896"/>
                        <a:gd name="connsiteX4-319" fmla="*/ 3563006 w 3710151"/>
                        <a:gd name="connsiteY4-320" fmla="*/ 73572 h 1418896"/>
                        <a:gd name="connsiteX5-321" fmla="*/ 2606565 w 3710151"/>
                        <a:gd name="connsiteY5-322" fmla="*/ 441434 h 1418896"/>
                        <a:gd name="connsiteX6-323" fmla="*/ 2575034 w 3710151"/>
                        <a:gd name="connsiteY6-324" fmla="*/ 914400 h 1418896"/>
                        <a:gd name="connsiteX7-325" fmla="*/ 3710151 w 3710151"/>
                        <a:gd name="connsiteY7-326" fmla="*/ 1345324 h 1418896"/>
                        <a:gd name="connsiteX8-327" fmla="*/ 3426372 w 3710151"/>
                        <a:gd name="connsiteY8-328" fmla="*/ 1408386 h 1418896"/>
                        <a:gd name="connsiteX9-329" fmla="*/ 1849820 w 3710151"/>
                        <a:gd name="connsiteY9-330" fmla="*/ 746234 h 1418896"/>
                        <a:gd name="connsiteX10-331" fmla="*/ 241737 w 3710151"/>
                        <a:gd name="connsiteY10-332" fmla="*/ 1418896 h 1418896"/>
                        <a:gd name="connsiteX11-333" fmla="*/ 0 w 3710151"/>
                        <a:gd name="connsiteY11-334" fmla="*/ 1334814 h 1418896"/>
                        <a:gd name="connsiteX12-335" fmla="*/ 1124606 w 3710151"/>
                        <a:gd name="connsiteY12-336" fmla="*/ 903890 h 1418896"/>
                        <a:gd name="connsiteX13-337" fmla="*/ 1124605 w 3710151"/>
                        <a:gd name="connsiteY13-338" fmla="*/ 451945 h 1418896"/>
                        <a:gd name="connsiteX14-339" fmla="*/ 168164 w 3710151"/>
                        <a:gd name="connsiteY14-340" fmla="*/ 84081 h 1418896"/>
                        <a:gd name="connsiteX15-341" fmla="*/ 147144 w 3710151"/>
                        <a:gd name="connsiteY15-342" fmla="*/ 73572 h 1418896"/>
                        <a:gd name="connsiteX0-343" fmla="*/ 147144 w 3710151"/>
                        <a:gd name="connsiteY0-344" fmla="*/ 73572 h 1418896"/>
                        <a:gd name="connsiteX1-345" fmla="*/ 430924 w 3710151"/>
                        <a:gd name="connsiteY1-346" fmla="*/ 0 h 1418896"/>
                        <a:gd name="connsiteX2-347" fmla="*/ 1860331 w 3710151"/>
                        <a:gd name="connsiteY2-348" fmla="*/ 599089 h 1418896"/>
                        <a:gd name="connsiteX3-349" fmla="*/ 3342289 w 3710151"/>
                        <a:gd name="connsiteY3-350" fmla="*/ 0 h 1418896"/>
                        <a:gd name="connsiteX4-351" fmla="*/ 3563006 w 3710151"/>
                        <a:gd name="connsiteY4-352" fmla="*/ 73572 h 1418896"/>
                        <a:gd name="connsiteX5-353" fmla="*/ 2606565 w 3710151"/>
                        <a:gd name="connsiteY5-354" fmla="*/ 441434 h 1418896"/>
                        <a:gd name="connsiteX6-355" fmla="*/ 2606565 w 3710151"/>
                        <a:gd name="connsiteY6-356" fmla="*/ 924910 h 1418896"/>
                        <a:gd name="connsiteX7-357" fmla="*/ 3710151 w 3710151"/>
                        <a:gd name="connsiteY7-358" fmla="*/ 1345324 h 1418896"/>
                        <a:gd name="connsiteX8-359" fmla="*/ 3426372 w 3710151"/>
                        <a:gd name="connsiteY8-360" fmla="*/ 1408386 h 1418896"/>
                        <a:gd name="connsiteX9-361" fmla="*/ 1849820 w 3710151"/>
                        <a:gd name="connsiteY9-362" fmla="*/ 746234 h 1418896"/>
                        <a:gd name="connsiteX10-363" fmla="*/ 241737 w 3710151"/>
                        <a:gd name="connsiteY10-364" fmla="*/ 1418896 h 1418896"/>
                        <a:gd name="connsiteX11-365" fmla="*/ 0 w 3710151"/>
                        <a:gd name="connsiteY11-366" fmla="*/ 1334814 h 1418896"/>
                        <a:gd name="connsiteX12-367" fmla="*/ 1124606 w 3710151"/>
                        <a:gd name="connsiteY12-368" fmla="*/ 903890 h 1418896"/>
                        <a:gd name="connsiteX13-369" fmla="*/ 1124605 w 3710151"/>
                        <a:gd name="connsiteY13-370" fmla="*/ 451945 h 1418896"/>
                        <a:gd name="connsiteX14-371" fmla="*/ 168164 w 3710151"/>
                        <a:gd name="connsiteY14-372" fmla="*/ 84081 h 1418896"/>
                        <a:gd name="connsiteX15-373" fmla="*/ 147144 w 3710151"/>
                        <a:gd name="connsiteY15-374" fmla="*/ 73572 h 1418896"/>
                        <a:gd name="connsiteX0-375" fmla="*/ 147144 w 3710151"/>
                        <a:gd name="connsiteY0-376" fmla="*/ 73572 h 1418896"/>
                        <a:gd name="connsiteX1-377" fmla="*/ 430924 w 3710151"/>
                        <a:gd name="connsiteY1-378" fmla="*/ 0 h 1418896"/>
                        <a:gd name="connsiteX2-379" fmla="*/ 1860331 w 3710151"/>
                        <a:gd name="connsiteY2-380" fmla="*/ 599089 h 1418896"/>
                        <a:gd name="connsiteX3-381" fmla="*/ 3342289 w 3710151"/>
                        <a:gd name="connsiteY3-382" fmla="*/ 0 h 1418896"/>
                        <a:gd name="connsiteX4-383" fmla="*/ 3563006 w 3710151"/>
                        <a:gd name="connsiteY4-384" fmla="*/ 73572 h 1418896"/>
                        <a:gd name="connsiteX5-385" fmla="*/ 2606565 w 3710151"/>
                        <a:gd name="connsiteY5-386" fmla="*/ 441434 h 1418896"/>
                        <a:gd name="connsiteX6-387" fmla="*/ 2610282 w 3710151"/>
                        <a:gd name="connsiteY6-388" fmla="*/ 902607 h 1418896"/>
                        <a:gd name="connsiteX7-389" fmla="*/ 3710151 w 3710151"/>
                        <a:gd name="connsiteY7-390" fmla="*/ 1345324 h 1418896"/>
                        <a:gd name="connsiteX8-391" fmla="*/ 3426372 w 3710151"/>
                        <a:gd name="connsiteY8-392" fmla="*/ 1408386 h 1418896"/>
                        <a:gd name="connsiteX9-393" fmla="*/ 1849820 w 3710151"/>
                        <a:gd name="connsiteY9-394" fmla="*/ 746234 h 1418896"/>
                        <a:gd name="connsiteX10-395" fmla="*/ 241737 w 3710151"/>
                        <a:gd name="connsiteY10-396" fmla="*/ 1418896 h 1418896"/>
                        <a:gd name="connsiteX11-397" fmla="*/ 0 w 3710151"/>
                        <a:gd name="connsiteY11-398" fmla="*/ 1334814 h 1418896"/>
                        <a:gd name="connsiteX12-399" fmla="*/ 1124606 w 3710151"/>
                        <a:gd name="connsiteY12-400" fmla="*/ 903890 h 1418896"/>
                        <a:gd name="connsiteX13-401" fmla="*/ 1124605 w 3710151"/>
                        <a:gd name="connsiteY13-402" fmla="*/ 451945 h 1418896"/>
                        <a:gd name="connsiteX14-403" fmla="*/ 168164 w 3710151"/>
                        <a:gd name="connsiteY14-404" fmla="*/ 84081 h 1418896"/>
                        <a:gd name="connsiteX15-405" fmla="*/ 147144 w 3710151"/>
                        <a:gd name="connsiteY15-406" fmla="*/ 73572 h 1418896"/>
                        <a:gd name="connsiteX0-407" fmla="*/ 147144 w 3710151"/>
                        <a:gd name="connsiteY0-408" fmla="*/ 73572 h 1418896"/>
                        <a:gd name="connsiteX1-409" fmla="*/ 430924 w 3710151"/>
                        <a:gd name="connsiteY1-410" fmla="*/ 0 h 1418896"/>
                        <a:gd name="connsiteX2-411" fmla="*/ 1860331 w 3710151"/>
                        <a:gd name="connsiteY2-412" fmla="*/ 599089 h 1418896"/>
                        <a:gd name="connsiteX3-413" fmla="*/ 3342289 w 3710151"/>
                        <a:gd name="connsiteY3-414" fmla="*/ 0 h 1418896"/>
                        <a:gd name="connsiteX4-415" fmla="*/ 3563006 w 3710151"/>
                        <a:gd name="connsiteY4-416" fmla="*/ 73572 h 1418896"/>
                        <a:gd name="connsiteX5-417" fmla="*/ 2617717 w 3710151"/>
                        <a:gd name="connsiteY5-418" fmla="*/ 445151 h 1418896"/>
                        <a:gd name="connsiteX6-419" fmla="*/ 2610282 w 3710151"/>
                        <a:gd name="connsiteY6-420" fmla="*/ 902607 h 1418896"/>
                        <a:gd name="connsiteX7-421" fmla="*/ 3710151 w 3710151"/>
                        <a:gd name="connsiteY7-422" fmla="*/ 1345324 h 1418896"/>
                        <a:gd name="connsiteX8-423" fmla="*/ 3426372 w 3710151"/>
                        <a:gd name="connsiteY8-424" fmla="*/ 1408386 h 1418896"/>
                        <a:gd name="connsiteX9-425" fmla="*/ 1849820 w 3710151"/>
                        <a:gd name="connsiteY9-426" fmla="*/ 746234 h 1418896"/>
                        <a:gd name="connsiteX10-427" fmla="*/ 241737 w 3710151"/>
                        <a:gd name="connsiteY10-428" fmla="*/ 1418896 h 1418896"/>
                        <a:gd name="connsiteX11-429" fmla="*/ 0 w 3710151"/>
                        <a:gd name="connsiteY11-430" fmla="*/ 1334814 h 1418896"/>
                        <a:gd name="connsiteX12-431" fmla="*/ 1124606 w 3710151"/>
                        <a:gd name="connsiteY12-432" fmla="*/ 903890 h 1418896"/>
                        <a:gd name="connsiteX13-433" fmla="*/ 1124605 w 3710151"/>
                        <a:gd name="connsiteY13-434" fmla="*/ 451945 h 1418896"/>
                        <a:gd name="connsiteX14-435" fmla="*/ 168164 w 3710151"/>
                        <a:gd name="connsiteY14-436" fmla="*/ 84081 h 1418896"/>
                        <a:gd name="connsiteX15-437" fmla="*/ 147144 w 3710151"/>
                        <a:gd name="connsiteY15-438" fmla="*/ 73572 h 1418896"/>
                        <a:gd name="connsiteX0-439" fmla="*/ 147144 w 3710151"/>
                        <a:gd name="connsiteY0-440" fmla="*/ 73572 h 1418896"/>
                        <a:gd name="connsiteX1-441" fmla="*/ 430924 w 3710151"/>
                        <a:gd name="connsiteY1-442" fmla="*/ 0 h 1418896"/>
                        <a:gd name="connsiteX2-443" fmla="*/ 1860331 w 3710151"/>
                        <a:gd name="connsiteY2-444" fmla="*/ 599089 h 1418896"/>
                        <a:gd name="connsiteX3-445" fmla="*/ 3342289 w 3710151"/>
                        <a:gd name="connsiteY3-446" fmla="*/ 0 h 1418896"/>
                        <a:gd name="connsiteX4-447" fmla="*/ 3563006 w 3710151"/>
                        <a:gd name="connsiteY4-448" fmla="*/ 73572 h 1418896"/>
                        <a:gd name="connsiteX5-449" fmla="*/ 2617717 w 3710151"/>
                        <a:gd name="connsiteY5-450" fmla="*/ 448868 h 1418896"/>
                        <a:gd name="connsiteX6-451" fmla="*/ 2610282 w 3710151"/>
                        <a:gd name="connsiteY6-452" fmla="*/ 902607 h 1418896"/>
                        <a:gd name="connsiteX7-453" fmla="*/ 3710151 w 3710151"/>
                        <a:gd name="connsiteY7-454" fmla="*/ 1345324 h 1418896"/>
                        <a:gd name="connsiteX8-455" fmla="*/ 3426372 w 3710151"/>
                        <a:gd name="connsiteY8-456" fmla="*/ 1408386 h 1418896"/>
                        <a:gd name="connsiteX9-457" fmla="*/ 1849820 w 3710151"/>
                        <a:gd name="connsiteY9-458" fmla="*/ 746234 h 1418896"/>
                        <a:gd name="connsiteX10-459" fmla="*/ 241737 w 3710151"/>
                        <a:gd name="connsiteY10-460" fmla="*/ 1418896 h 1418896"/>
                        <a:gd name="connsiteX11-461" fmla="*/ 0 w 3710151"/>
                        <a:gd name="connsiteY11-462" fmla="*/ 1334814 h 1418896"/>
                        <a:gd name="connsiteX12-463" fmla="*/ 1124606 w 3710151"/>
                        <a:gd name="connsiteY12-464" fmla="*/ 903890 h 1418896"/>
                        <a:gd name="connsiteX13-465" fmla="*/ 1124605 w 3710151"/>
                        <a:gd name="connsiteY13-466" fmla="*/ 451945 h 1418896"/>
                        <a:gd name="connsiteX14-467" fmla="*/ 168164 w 3710151"/>
                        <a:gd name="connsiteY14-468" fmla="*/ 84081 h 1418896"/>
                        <a:gd name="connsiteX15-469" fmla="*/ 147144 w 3710151"/>
                        <a:gd name="connsiteY15-470" fmla="*/ 73572 h 1418896"/>
                        <a:gd name="connsiteX0-471" fmla="*/ 147144 w 3710151"/>
                        <a:gd name="connsiteY0-472" fmla="*/ 73572 h 1418896"/>
                        <a:gd name="connsiteX1-473" fmla="*/ 430924 w 3710151"/>
                        <a:gd name="connsiteY1-474" fmla="*/ 0 h 1418896"/>
                        <a:gd name="connsiteX2-475" fmla="*/ 1838028 w 3710151"/>
                        <a:gd name="connsiteY2-476" fmla="*/ 591655 h 1418896"/>
                        <a:gd name="connsiteX3-477" fmla="*/ 3342289 w 3710151"/>
                        <a:gd name="connsiteY3-478" fmla="*/ 0 h 1418896"/>
                        <a:gd name="connsiteX4-479" fmla="*/ 3563006 w 3710151"/>
                        <a:gd name="connsiteY4-480" fmla="*/ 73572 h 1418896"/>
                        <a:gd name="connsiteX5-481" fmla="*/ 2617717 w 3710151"/>
                        <a:gd name="connsiteY5-482" fmla="*/ 448868 h 1418896"/>
                        <a:gd name="connsiteX6-483" fmla="*/ 2610282 w 3710151"/>
                        <a:gd name="connsiteY6-484" fmla="*/ 902607 h 1418896"/>
                        <a:gd name="connsiteX7-485" fmla="*/ 3710151 w 3710151"/>
                        <a:gd name="connsiteY7-486" fmla="*/ 1345324 h 1418896"/>
                        <a:gd name="connsiteX8-487" fmla="*/ 3426372 w 3710151"/>
                        <a:gd name="connsiteY8-488" fmla="*/ 1408386 h 1418896"/>
                        <a:gd name="connsiteX9-489" fmla="*/ 1849820 w 3710151"/>
                        <a:gd name="connsiteY9-490" fmla="*/ 746234 h 1418896"/>
                        <a:gd name="connsiteX10-491" fmla="*/ 241737 w 3710151"/>
                        <a:gd name="connsiteY10-492" fmla="*/ 1418896 h 1418896"/>
                        <a:gd name="connsiteX11-493" fmla="*/ 0 w 3710151"/>
                        <a:gd name="connsiteY11-494" fmla="*/ 1334814 h 1418896"/>
                        <a:gd name="connsiteX12-495" fmla="*/ 1124606 w 3710151"/>
                        <a:gd name="connsiteY12-496" fmla="*/ 903890 h 1418896"/>
                        <a:gd name="connsiteX13-497" fmla="*/ 1124605 w 3710151"/>
                        <a:gd name="connsiteY13-498" fmla="*/ 451945 h 1418896"/>
                        <a:gd name="connsiteX14-499" fmla="*/ 168164 w 3710151"/>
                        <a:gd name="connsiteY14-500" fmla="*/ 84081 h 1418896"/>
                        <a:gd name="connsiteX15-501" fmla="*/ 147144 w 3710151"/>
                        <a:gd name="connsiteY15-502" fmla="*/ 73572 h 1418896"/>
                        <a:gd name="connsiteX0-503" fmla="*/ 147144 w 3710151"/>
                        <a:gd name="connsiteY0-504" fmla="*/ 73572 h 1418896"/>
                        <a:gd name="connsiteX1-505" fmla="*/ 430924 w 3710151"/>
                        <a:gd name="connsiteY1-506" fmla="*/ 0 h 1418896"/>
                        <a:gd name="connsiteX2-507" fmla="*/ 1838028 w 3710151"/>
                        <a:gd name="connsiteY2-508" fmla="*/ 591655 h 1418896"/>
                        <a:gd name="connsiteX3-509" fmla="*/ 3342289 w 3710151"/>
                        <a:gd name="connsiteY3-510" fmla="*/ 0 h 1418896"/>
                        <a:gd name="connsiteX4-511" fmla="*/ 3563006 w 3710151"/>
                        <a:gd name="connsiteY4-512" fmla="*/ 73572 h 1418896"/>
                        <a:gd name="connsiteX5-513" fmla="*/ 2617717 w 3710151"/>
                        <a:gd name="connsiteY5-514" fmla="*/ 448868 h 1418896"/>
                        <a:gd name="connsiteX6-515" fmla="*/ 2610282 w 3710151"/>
                        <a:gd name="connsiteY6-516" fmla="*/ 902607 h 1418896"/>
                        <a:gd name="connsiteX7-517" fmla="*/ 3710151 w 3710151"/>
                        <a:gd name="connsiteY7-518" fmla="*/ 1345324 h 1418896"/>
                        <a:gd name="connsiteX8-519" fmla="*/ 3426372 w 3710151"/>
                        <a:gd name="connsiteY8-520" fmla="*/ 1408386 h 1418896"/>
                        <a:gd name="connsiteX9-521" fmla="*/ 1849820 w 3710151"/>
                        <a:gd name="connsiteY9-522" fmla="*/ 746234 h 1418896"/>
                        <a:gd name="connsiteX10-523" fmla="*/ 241737 w 3710151"/>
                        <a:gd name="connsiteY10-524" fmla="*/ 1418896 h 1418896"/>
                        <a:gd name="connsiteX11-525" fmla="*/ 0 w 3710151"/>
                        <a:gd name="connsiteY11-526" fmla="*/ 1334814 h 1418896"/>
                        <a:gd name="connsiteX12-527" fmla="*/ 1124606 w 3710151"/>
                        <a:gd name="connsiteY12-528" fmla="*/ 903890 h 1418896"/>
                        <a:gd name="connsiteX13-529" fmla="*/ 1087434 w 3710151"/>
                        <a:gd name="connsiteY13-530" fmla="*/ 451945 h 1418896"/>
                        <a:gd name="connsiteX14-531" fmla="*/ 168164 w 3710151"/>
                        <a:gd name="connsiteY14-532" fmla="*/ 84081 h 1418896"/>
                        <a:gd name="connsiteX15-533" fmla="*/ 147144 w 3710151"/>
                        <a:gd name="connsiteY15-534" fmla="*/ 73572 h 1418896"/>
                        <a:gd name="connsiteX0-535" fmla="*/ 147144 w 3710151"/>
                        <a:gd name="connsiteY0-536" fmla="*/ 73572 h 1418896"/>
                        <a:gd name="connsiteX1-537" fmla="*/ 430924 w 3710151"/>
                        <a:gd name="connsiteY1-538" fmla="*/ 0 h 1418896"/>
                        <a:gd name="connsiteX2-539" fmla="*/ 1838028 w 3710151"/>
                        <a:gd name="connsiteY2-540" fmla="*/ 591655 h 1418896"/>
                        <a:gd name="connsiteX3-541" fmla="*/ 3342289 w 3710151"/>
                        <a:gd name="connsiteY3-542" fmla="*/ 0 h 1418896"/>
                        <a:gd name="connsiteX4-543" fmla="*/ 3563006 w 3710151"/>
                        <a:gd name="connsiteY4-544" fmla="*/ 73572 h 1418896"/>
                        <a:gd name="connsiteX5-545" fmla="*/ 2617717 w 3710151"/>
                        <a:gd name="connsiteY5-546" fmla="*/ 448868 h 1418896"/>
                        <a:gd name="connsiteX6-547" fmla="*/ 2610282 w 3710151"/>
                        <a:gd name="connsiteY6-548" fmla="*/ 902607 h 1418896"/>
                        <a:gd name="connsiteX7-549" fmla="*/ 3710151 w 3710151"/>
                        <a:gd name="connsiteY7-550" fmla="*/ 1345324 h 1418896"/>
                        <a:gd name="connsiteX8-551" fmla="*/ 3426372 w 3710151"/>
                        <a:gd name="connsiteY8-552" fmla="*/ 1408386 h 1418896"/>
                        <a:gd name="connsiteX9-553" fmla="*/ 1849820 w 3710151"/>
                        <a:gd name="connsiteY9-554" fmla="*/ 746234 h 1418896"/>
                        <a:gd name="connsiteX10-555" fmla="*/ 241737 w 3710151"/>
                        <a:gd name="connsiteY10-556" fmla="*/ 1418896 h 1418896"/>
                        <a:gd name="connsiteX11-557" fmla="*/ 0 w 3710151"/>
                        <a:gd name="connsiteY11-558" fmla="*/ 1334814 h 1418896"/>
                        <a:gd name="connsiteX12-559" fmla="*/ 1098586 w 3710151"/>
                        <a:gd name="connsiteY12-560" fmla="*/ 903890 h 1418896"/>
                        <a:gd name="connsiteX13-561" fmla="*/ 1087434 w 3710151"/>
                        <a:gd name="connsiteY13-562" fmla="*/ 451945 h 1418896"/>
                        <a:gd name="connsiteX14-563" fmla="*/ 168164 w 3710151"/>
                        <a:gd name="connsiteY14-564" fmla="*/ 84081 h 1418896"/>
                        <a:gd name="connsiteX15-565" fmla="*/ 147144 w 3710151"/>
                        <a:gd name="connsiteY15-566" fmla="*/ 73572 h 1418896"/>
                        <a:gd name="connsiteX0-567" fmla="*/ 162012 w 3725019"/>
                        <a:gd name="connsiteY0-568" fmla="*/ 73572 h 1418896"/>
                        <a:gd name="connsiteX1-569" fmla="*/ 445792 w 3725019"/>
                        <a:gd name="connsiteY1-570" fmla="*/ 0 h 1418896"/>
                        <a:gd name="connsiteX2-571" fmla="*/ 1852896 w 3725019"/>
                        <a:gd name="connsiteY2-572" fmla="*/ 591655 h 1418896"/>
                        <a:gd name="connsiteX3-573" fmla="*/ 3357157 w 3725019"/>
                        <a:gd name="connsiteY3-574" fmla="*/ 0 h 1418896"/>
                        <a:gd name="connsiteX4-575" fmla="*/ 3577874 w 3725019"/>
                        <a:gd name="connsiteY4-576" fmla="*/ 73572 h 1418896"/>
                        <a:gd name="connsiteX5-577" fmla="*/ 2632585 w 3725019"/>
                        <a:gd name="connsiteY5-578" fmla="*/ 448868 h 1418896"/>
                        <a:gd name="connsiteX6-579" fmla="*/ 2625150 w 3725019"/>
                        <a:gd name="connsiteY6-580" fmla="*/ 902607 h 1418896"/>
                        <a:gd name="connsiteX7-581" fmla="*/ 3725019 w 3725019"/>
                        <a:gd name="connsiteY7-582" fmla="*/ 1345324 h 1418896"/>
                        <a:gd name="connsiteX8-583" fmla="*/ 3441240 w 3725019"/>
                        <a:gd name="connsiteY8-584" fmla="*/ 1408386 h 1418896"/>
                        <a:gd name="connsiteX9-585" fmla="*/ 1864688 w 3725019"/>
                        <a:gd name="connsiteY9-586" fmla="*/ 746234 h 1418896"/>
                        <a:gd name="connsiteX10-587" fmla="*/ 256605 w 3725019"/>
                        <a:gd name="connsiteY10-588" fmla="*/ 1418896 h 1418896"/>
                        <a:gd name="connsiteX11-589" fmla="*/ 0 w 3725019"/>
                        <a:gd name="connsiteY11-590" fmla="*/ 1331097 h 1418896"/>
                        <a:gd name="connsiteX12-591" fmla="*/ 1113454 w 3725019"/>
                        <a:gd name="connsiteY12-592" fmla="*/ 903890 h 1418896"/>
                        <a:gd name="connsiteX13-593" fmla="*/ 1102302 w 3725019"/>
                        <a:gd name="connsiteY13-594" fmla="*/ 451945 h 1418896"/>
                        <a:gd name="connsiteX14-595" fmla="*/ 183032 w 3725019"/>
                        <a:gd name="connsiteY14-596" fmla="*/ 84081 h 1418896"/>
                        <a:gd name="connsiteX15-597" fmla="*/ 162012 w 3725019"/>
                        <a:gd name="connsiteY15-598" fmla="*/ 73572 h 141889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  <a:cxn ang="0">
                          <a:pos x="connsiteX11-23" y="connsiteY11-24"/>
                        </a:cxn>
                        <a:cxn ang="0">
                          <a:pos x="connsiteX12-25" y="connsiteY12-26"/>
                        </a:cxn>
                        <a:cxn ang="0">
                          <a:pos x="connsiteX13-27" y="connsiteY13-28"/>
                        </a:cxn>
                        <a:cxn ang="0">
                          <a:pos x="connsiteX14-29" y="connsiteY14-30"/>
                        </a:cxn>
                        <a:cxn ang="0">
                          <a:pos x="connsiteX15-31" y="connsiteY15-32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pic>
              <p:nvPicPr>
                <p:cNvPr id="91" name="Picture 1115" descr="antenna_stylized"/>
                <p:cNvPicPr>
                  <a:picLocks noChangeAspect="1" noChangeArrowheads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3518" y="3419140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4" name="Picture 1115" descr="antenna_stylized"/>
                <p:cNvPicPr>
                  <a:picLocks noChangeAspect="1" noChangeArrowheads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3435" y="3325424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16" name="Group 15"/>
            <p:cNvGrpSpPr/>
            <p:nvPr/>
          </p:nvGrpSpPr>
          <p:grpSpPr>
            <a:xfrm>
              <a:off x="10884085" y="3428485"/>
              <a:ext cx="604586" cy="405973"/>
              <a:chOff x="10884085" y="3428485"/>
              <a:chExt cx="604586" cy="405973"/>
            </a:xfrm>
          </p:grpSpPr>
          <p:grpSp>
            <p:nvGrpSpPr>
              <p:cNvPr id="455" name="Group 454"/>
              <p:cNvGrpSpPr/>
              <p:nvPr/>
            </p:nvGrpSpPr>
            <p:grpSpPr>
              <a:xfrm>
                <a:off x="10884085" y="3601365"/>
                <a:ext cx="170989" cy="97052"/>
                <a:chOff x="7493876" y="2774731"/>
                <a:chExt cx="1481958" cy="894622"/>
              </a:xfrm>
            </p:grpSpPr>
            <p:sp>
              <p:nvSpPr>
                <p:cNvPr id="456" name="Freeform 455"/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-1" fmla="*/ 8187558 w 8187558"/>
                    <a:gd name="connsiteY0-2" fmla="*/ 0 h 2617076"/>
                    <a:gd name="connsiteX1-3" fmla="*/ 8187558 w 8187558"/>
                    <a:gd name="connsiteY1-4" fmla="*/ 1271752 h 2617076"/>
                    <a:gd name="connsiteX2-5" fmla="*/ 4025462 w 8187558"/>
                    <a:gd name="connsiteY2-6" fmla="*/ 2617076 h 2617076"/>
                    <a:gd name="connsiteX3-7" fmla="*/ 0 w 8187558"/>
                    <a:gd name="connsiteY3-8" fmla="*/ 1229711 h 2617076"/>
                    <a:gd name="connsiteX4-9" fmla="*/ 31531 w 8187558"/>
                    <a:gd name="connsiteY4-10" fmla="*/ 147145 h 2617076"/>
                    <a:gd name="connsiteX5-11" fmla="*/ 4046482 w 8187558"/>
                    <a:gd name="connsiteY5-12" fmla="*/ 1576552 h 2617076"/>
                    <a:gd name="connsiteX6-13" fmla="*/ 8187558 w 8187558"/>
                    <a:gd name="connsiteY6-14" fmla="*/ 0 h 2617076"/>
                    <a:gd name="connsiteX0-15" fmla="*/ 8187558 w 8187558"/>
                    <a:gd name="connsiteY0-16" fmla="*/ 0 h 2617076"/>
                    <a:gd name="connsiteX1-17" fmla="*/ 8187558 w 8187558"/>
                    <a:gd name="connsiteY1-18" fmla="*/ 1271752 h 2617076"/>
                    <a:gd name="connsiteX2-19" fmla="*/ 4025462 w 8187558"/>
                    <a:gd name="connsiteY2-20" fmla="*/ 2617076 h 2617076"/>
                    <a:gd name="connsiteX3-21" fmla="*/ 0 w 8187558"/>
                    <a:gd name="connsiteY3-22" fmla="*/ 1229711 h 2617076"/>
                    <a:gd name="connsiteX4-23" fmla="*/ 31531 w 8187558"/>
                    <a:gd name="connsiteY4-24" fmla="*/ 147145 h 2617076"/>
                    <a:gd name="connsiteX5-25" fmla="*/ 4046482 w 8187558"/>
                    <a:gd name="connsiteY5-26" fmla="*/ 1576552 h 2617076"/>
                    <a:gd name="connsiteX6-27" fmla="*/ 8187558 w 8187558"/>
                    <a:gd name="connsiteY6-28" fmla="*/ 0 h 2617076"/>
                    <a:gd name="connsiteX0-29" fmla="*/ 8187558 w 8187558"/>
                    <a:gd name="connsiteY0-30" fmla="*/ 0 h 2617076"/>
                    <a:gd name="connsiteX1-31" fmla="*/ 8187558 w 8187558"/>
                    <a:gd name="connsiteY1-32" fmla="*/ 1271752 h 2617076"/>
                    <a:gd name="connsiteX2-33" fmla="*/ 4025462 w 8187558"/>
                    <a:gd name="connsiteY2-34" fmla="*/ 2617076 h 2617076"/>
                    <a:gd name="connsiteX3-35" fmla="*/ 0 w 8187558"/>
                    <a:gd name="connsiteY3-36" fmla="*/ 1229711 h 2617076"/>
                    <a:gd name="connsiteX4-37" fmla="*/ 31531 w 8187558"/>
                    <a:gd name="connsiteY4-38" fmla="*/ 147145 h 2617076"/>
                    <a:gd name="connsiteX5-39" fmla="*/ 4046482 w 8187558"/>
                    <a:gd name="connsiteY5-40" fmla="*/ 1576552 h 2617076"/>
                    <a:gd name="connsiteX6-41" fmla="*/ 8187558 w 8187558"/>
                    <a:gd name="connsiteY6-42" fmla="*/ 0 h 2617076"/>
                    <a:gd name="connsiteX0-43" fmla="*/ 8187558 w 8187558"/>
                    <a:gd name="connsiteY0-44" fmla="*/ 0 h 2617076"/>
                    <a:gd name="connsiteX1-45" fmla="*/ 8187558 w 8187558"/>
                    <a:gd name="connsiteY1-46" fmla="*/ 1271752 h 2617076"/>
                    <a:gd name="connsiteX2-47" fmla="*/ 4025462 w 8187558"/>
                    <a:gd name="connsiteY2-48" fmla="*/ 2617076 h 2617076"/>
                    <a:gd name="connsiteX3-49" fmla="*/ 0 w 8187558"/>
                    <a:gd name="connsiteY3-50" fmla="*/ 1229711 h 2617076"/>
                    <a:gd name="connsiteX4-51" fmla="*/ 31531 w 8187558"/>
                    <a:gd name="connsiteY4-52" fmla="*/ 147145 h 2617076"/>
                    <a:gd name="connsiteX5-53" fmla="*/ 4046482 w 8187558"/>
                    <a:gd name="connsiteY5-54" fmla="*/ 1576552 h 2617076"/>
                    <a:gd name="connsiteX6-55" fmla="*/ 8187558 w 8187558"/>
                    <a:gd name="connsiteY6-56" fmla="*/ 0 h 2617076"/>
                    <a:gd name="connsiteX0-57" fmla="*/ 8187558 w 8187558"/>
                    <a:gd name="connsiteY0-58" fmla="*/ 0 h 2617076"/>
                    <a:gd name="connsiteX1-59" fmla="*/ 8187558 w 8187558"/>
                    <a:gd name="connsiteY1-60" fmla="*/ 1271752 h 2617076"/>
                    <a:gd name="connsiteX2-61" fmla="*/ 4025462 w 8187558"/>
                    <a:gd name="connsiteY2-62" fmla="*/ 2617076 h 2617076"/>
                    <a:gd name="connsiteX3-63" fmla="*/ 0 w 8187558"/>
                    <a:gd name="connsiteY3-64" fmla="*/ 1229711 h 2617076"/>
                    <a:gd name="connsiteX4-65" fmla="*/ 31531 w 8187558"/>
                    <a:gd name="connsiteY4-66" fmla="*/ 147145 h 2617076"/>
                    <a:gd name="connsiteX5-67" fmla="*/ 4046482 w 8187558"/>
                    <a:gd name="connsiteY5-68" fmla="*/ 1576552 h 2617076"/>
                    <a:gd name="connsiteX6-69" fmla="*/ 8187558 w 8187558"/>
                    <a:gd name="connsiteY6-70" fmla="*/ 0 h 2617076"/>
                    <a:gd name="connsiteX0-71" fmla="*/ 8187558 w 8187558"/>
                    <a:gd name="connsiteY0-72" fmla="*/ 0 h 2617076"/>
                    <a:gd name="connsiteX1-73" fmla="*/ 8187558 w 8187558"/>
                    <a:gd name="connsiteY1-74" fmla="*/ 1271752 h 2617076"/>
                    <a:gd name="connsiteX2-75" fmla="*/ 4025462 w 8187558"/>
                    <a:gd name="connsiteY2-76" fmla="*/ 2617076 h 2617076"/>
                    <a:gd name="connsiteX3-77" fmla="*/ 0 w 8187558"/>
                    <a:gd name="connsiteY3-78" fmla="*/ 1229711 h 2617076"/>
                    <a:gd name="connsiteX4-79" fmla="*/ 31531 w 8187558"/>
                    <a:gd name="connsiteY4-80" fmla="*/ 147145 h 2617076"/>
                    <a:gd name="connsiteX5-81" fmla="*/ 4046482 w 8187558"/>
                    <a:gd name="connsiteY5-82" fmla="*/ 1576552 h 2617076"/>
                    <a:gd name="connsiteX6-83" fmla="*/ 8187558 w 8187558"/>
                    <a:gd name="connsiteY6-84" fmla="*/ 0 h 2617076"/>
                    <a:gd name="connsiteX0-85" fmla="*/ 8187558 w 8187558"/>
                    <a:gd name="connsiteY0-86" fmla="*/ 0 h 2638097"/>
                    <a:gd name="connsiteX1-87" fmla="*/ 8187558 w 8187558"/>
                    <a:gd name="connsiteY1-88" fmla="*/ 1271752 h 2638097"/>
                    <a:gd name="connsiteX2-89" fmla="*/ 4099035 w 8187558"/>
                    <a:gd name="connsiteY2-90" fmla="*/ 2638097 h 2638097"/>
                    <a:gd name="connsiteX3-91" fmla="*/ 0 w 8187558"/>
                    <a:gd name="connsiteY3-92" fmla="*/ 1229711 h 2638097"/>
                    <a:gd name="connsiteX4-93" fmla="*/ 31531 w 8187558"/>
                    <a:gd name="connsiteY4-94" fmla="*/ 147145 h 2638097"/>
                    <a:gd name="connsiteX5-95" fmla="*/ 4046482 w 8187558"/>
                    <a:gd name="connsiteY5-96" fmla="*/ 1576552 h 2638097"/>
                    <a:gd name="connsiteX6-97" fmla="*/ 8187558 w 8187558"/>
                    <a:gd name="connsiteY6-98" fmla="*/ 0 h 2638097"/>
                    <a:gd name="connsiteX0-99" fmla="*/ 8187558 w 8187558"/>
                    <a:gd name="connsiteY0-100" fmla="*/ 0 h 2638097"/>
                    <a:gd name="connsiteX1-101" fmla="*/ 8187558 w 8187558"/>
                    <a:gd name="connsiteY1-102" fmla="*/ 1271752 h 2638097"/>
                    <a:gd name="connsiteX2-103" fmla="*/ 4099035 w 8187558"/>
                    <a:gd name="connsiteY2-104" fmla="*/ 2638097 h 2638097"/>
                    <a:gd name="connsiteX3-105" fmla="*/ 0 w 8187558"/>
                    <a:gd name="connsiteY3-106" fmla="*/ 1229711 h 2638097"/>
                    <a:gd name="connsiteX4-107" fmla="*/ 31531 w 8187558"/>
                    <a:gd name="connsiteY4-108" fmla="*/ 147145 h 2638097"/>
                    <a:gd name="connsiteX5-109" fmla="*/ 4046482 w 8187558"/>
                    <a:gd name="connsiteY5-110" fmla="*/ 1576552 h 2638097"/>
                    <a:gd name="connsiteX6-111" fmla="*/ 8187558 w 8187558"/>
                    <a:gd name="connsiteY6-112" fmla="*/ 0 h 2638097"/>
                    <a:gd name="connsiteX0-113" fmla="*/ 8187558 w 8187558"/>
                    <a:gd name="connsiteY0-114" fmla="*/ 0 h 2638097"/>
                    <a:gd name="connsiteX1-115" fmla="*/ 8187558 w 8187558"/>
                    <a:gd name="connsiteY1-116" fmla="*/ 1271752 h 2638097"/>
                    <a:gd name="connsiteX2-117" fmla="*/ 4099035 w 8187558"/>
                    <a:gd name="connsiteY2-118" fmla="*/ 2638097 h 2638097"/>
                    <a:gd name="connsiteX3-119" fmla="*/ 0 w 8187558"/>
                    <a:gd name="connsiteY3-120" fmla="*/ 1229711 h 2638097"/>
                    <a:gd name="connsiteX4-121" fmla="*/ 31531 w 8187558"/>
                    <a:gd name="connsiteY4-122" fmla="*/ 147145 h 2638097"/>
                    <a:gd name="connsiteX5-123" fmla="*/ 4046482 w 8187558"/>
                    <a:gd name="connsiteY5-124" fmla="*/ 1576552 h 2638097"/>
                    <a:gd name="connsiteX6-125" fmla="*/ 8187558 w 8187558"/>
                    <a:gd name="connsiteY6-126" fmla="*/ 0 h 2638097"/>
                    <a:gd name="connsiteX0-127" fmla="*/ 8187558 w 8187558"/>
                    <a:gd name="connsiteY0-128" fmla="*/ 0 h 2638097"/>
                    <a:gd name="connsiteX1-129" fmla="*/ 8187558 w 8187558"/>
                    <a:gd name="connsiteY1-130" fmla="*/ 1271752 h 2638097"/>
                    <a:gd name="connsiteX2-131" fmla="*/ 4099035 w 8187558"/>
                    <a:gd name="connsiteY2-132" fmla="*/ 2638097 h 2638097"/>
                    <a:gd name="connsiteX3-133" fmla="*/ 0 w 8187558"/>
                    <a:gd name="connsiteY3-134" fmla="*/ 1229711 h 2638097"/>
                    <a:gd name="connsiteX4-135" fmla="*/ 31531 w 8187558"/>
                    <a:gd name="connsiteY4-136" fmla="*/ 147145 h 2638097"/>
                    <a:gd name="connsiteX5-137" fmla="*/ 4046482 w 8187558"/>
                    <a:gd name="connsiteY5-138" fmla="*/ 1576552 h 2638097"/>
                    <a:gd name="connsiteX6-139" fmla="*/ 8187558 w 8187558"/>
                    <a:gd name="connsiteY6-140" fmla="*/ 0 h 2638097"/>
                    <a:gd name="connsiteX0-141" fmla="*/ 8187558 w 8187558"/>
                    <a:gd name="connsiteY0-142" fmla="*/ 0 h 2638097"/>
                    <a:gd name="connsiteX1-143" fmla="*/ 8187558 w 8187558"/>
                    <a:gd name="connsiteY1-144" fmla="*/ 1271752 h 2638097"/>
                    <a:gd name="connsiteX2-145" fmla="*/ 4099035 w 8187558"/>
                    <a:gd name="connsiteY2-146" fmla="*/ 2638097 h 2638097"/>
                    <a:gd name="connsiteX3-147" fmla="*/ 0 w 8187558"/>
                    <a:gd name="connsiteY3-148" fmla="*/ 1229711 h 2638097"/>
                    <a:gd name="connsiteX4-149" fmla="*/ 31531 w 8187558"/>
                    <a:gd name="connsiteY4-150" fmla="*/ 147145 h 2638097"/>
                    <a:gd name="connsiteX5-151" fmla="*/ 4088524 w 8187558"/>
                    <a:gd name="connsiteY5-152" fmla="*/ 1597573 h 2638097"/>
                    <a:gd name="connsiteX6-153" fmla="*/ 8187558 w 8187558"/>
                    <a:gd name="connsiteY6-154" fmla="*/ 0 h 2638097"/>
                    <a:gd name="connsiteX0-155" fmla="*/ 8187558 w 8187558"/>
                    <a:gd name="connsiteY0-156" fmla="*/ 0 h 2638097"/>
                    <a:gd name="connsiteX1-157" fmla="*/ 8187558 w 8187558"/>
                    <a:gd name="connsiteY1-158" fmla="*/ 1271752 h 2638097"/>
                    <a:gd name="connsiteX2-159" fmla="*/ 4099035 w 8187558"/>
                    <a:gd name="connsiteY2-160" fmla="*/ 2638097 h 2638097"/>
                    <a:gd name="connsiteX3-161" fmla="*/ 0 w 8187558"/>
                    <a:gd name="connsiteY3-162" fmla="*/ 1229711 h 2638097"/>
                    <a:gd name="connsiteX4-163" fmla="*/ 31531 w 8187558"/>
                    <a:gd name="connsiteY4-164" fmla="*/ 147145 h 2638097"/>
                    <a:gd name="connsiteX5-165" fmla="*/ 4088524 w 8187558"/>
                    <a:gd name="connsiteY5-166" fmla="*/ 1597573 h 2638097"/>
                    <a:gd name="connsiteX6-167" fmla="*/ 8187558 w 8187558"/>
                    <a:gd name="connsiteY6-168" fmla="*/ 0 h 2638097"/>
                    <a:gd name="connsiteX0-169" fmla="*/ 8187558 w 8187558"/>
                    <a:gd name="connsiteY0-170" fmla="*/ 0 h 2638097"/>
                    <a:gd name="connsiteX1-171" fmla="*/ 8187558 w 8187558"/>
                    <a:gd name="connsiteY1-172" fmla="*/ 1271752 h 2638097"/>
                    <a:gd name="connsiteX2-173" fmla="*/ 4099035 w 8187558"/>
                    <a:gd name="connsiteY2-174" fmla="*/ 2638097 h 2638097"/>
                    <a:gd name="connsiteX3-175" fmla="*/ 0 w 8187558"/>
                    <a:gd name="connsiteY3-176" fmla="*/ 1229711 h 2638097"/>
                    <a:gd name="connsiteX4-177" fmla="*/ 31531 w 8187558"/>
                    <a:gd name="connsiteY4-178" fmla="*/ 147145 h 2638097"/>
                    <a:gd name="connsiteX5-179" fmla="*/ 4099035 w 8187558"/>
                    <a:gd name="connsiteY5-180" fmla="*/ 1566042 h 2638097"/>
                    <a:gd name="connsiteX6-181" fmla="*/ 8187558 w 8187558"/>
                    <a:gd name="connsiteY6-182" fmla="*/ 0 h 2638097"/>
                    <a:gd name="connsiteX0-183" fmla="*/ 8187558 w 8187558"/>
                    <a:gd name="connsiteY0-184" fmla="*/ 0 h 2638097"/>
                    <a:gd name="connsiteX1-185" fmla="*/ 8187558 w 8187558"/>
                    <a:gd name="connsiteY1-186" fmla="*/ 1271752 h 2638097"/>
                    <a:gd name="connsiteX2-187" fmla="*/ 4099035 w 8187558"/>
                    <a:gd name="connsiteY2-188" fmla="*/ 2638097 h 2638097"/>
                    <a:gd name="connsiteX3-189" fmla="*/ 0 w 8187558"/>
                    <a:gd name="connsiteY3-190" fmla="*/ 1229711 h 2638097"/>
                    <a:gd name="connsiteX4-191" fmla="*/ 31531 w 8187558"/>
                    <a:gd name="connsiteY4-192" fmla="*/ 147145 h 2638097"/>
                    <a:gd name="connsiteX5-193" fmla="*/ 4099035 w 8187558"/>
                    <a:gd name="connsiteY5-194" fmla="*/ 1566042 h 2638097"/>
                    <a:gd name="connsiteX6-195" fmla="*/ 8187558 w 8187558"/>
                    <a:gd name="connsiteY6-196" fmla="*/ 0 h 2638097"/>
                    <a:gd name="connsiteX0-197" fmla="*/ 8187558 w 8187558"/>
                    <a:gd name="connsiteY0-198" fmla="*/ 0 h 2638097"/>
                    <a:gd name="connsiteX1-199" fmla="*/ 8187558 w 8187558"/>
                    <a:gd name="connsiteY1-200" fmla="*/ 1271752 h 2638097"/>
                    <a:gd name="connsiteX2-201" fmla="*/ 4099035 w 8187558"/>
                    <a:gd name="connsiteY2-202" fmla="*/ 2638097 h 2638097"/>
                    <a:gd name="connsiteX3-203" fmla="*/ 0 w 8187558"/>
                    <a:gd name="connsiteY3-204" fmla="*/ 1229711 h 2638097"/>
                    <a:gd name="connsiteX4-205" fmla="*/ 31531 w 8187558"/>
                    <a:gd name="connsiteY4-206" fmla="*/ 147145 h 2638097"/>
                    <a:gd name="connsiteX5-207" fmla="*/ 4099035 w 8187558"/>
                    <a:gd name="connsiteY5-208" fmla="*/ 1566042 h 2638097"/>
                    <a:gd name="connsiteX6-209" fmla="*/ 8187558 w 8187558"/>
                    <a:gd name="connsiteY6-210" fmla="*/ 0 h 2638097"/>
                    <a:gd name="connsiteX0-211" fmla="*/ 8187558 w 8187558"/>
                    <a:gd name="connsiteY0-212" fmla="*/ 0 h 2638097"/>
                    <a:gd name="connsiteX1-213" fmla="*/ 8187558 w 8187558"/>
                    <a:gd name="connsiteY1-214" fmla="*/ 1271752 h 2638097"/>
                    <a:gd name="connsiteX2-215" fmla="*/ 4099035 w 8187558"/>
                    <a:gd name="connsiteY2-216" fmla="*/ 2638097 h 2638097"/>
                    <a:gd name="connsiteX3-217" fmla="*/ 0 w 8187558"/>
                    <a:gd name="connsiteY3-218" fmla="*/ 1229711 h 2638097"/>
                    <a:gd name="connsiteX4-219" fmla="*/ 31531 w 8187558"/>
                    <a:gd name="connsiteY4-220" fmla="*/ 147145 h 2638097"/>
                    <a:gd name="connsiteX5-221" fmla="*/ 4099035 w 8187558"/>
                    <a:gd name="connsiteY5-222" fmla="*/ 1566042 h 2638097"/>
                    <a:gd name="connsiteX6-223" fmla="*/ 8187558 w 8187558"/>
                    <a:gd name="connsiteY6-224" fmla="*/ 0 h 2638097"/>
                    <a:gd name="connsiteX0-225" fmla="*/ 8187558 w 8187558"/>
                    <a:gd name="connsiteY0-226" fmla="*/ 0 h 2638097"/>
                    <a:gd name="connsiteX1-227" fmla="*/ 8187558 w 8187558"/>
                    <a:gd name="connsiteY1-228" fmla="*/ 1271752 h 2638097"/>
                    <a:gd name="connsiteX2-229" fmla="*/ 4099035 w 8187558"/>
                    <a:gd name="connsiteY2-230" fmla="*/ 2638097 h 2638097"/>
                    <a:gd name="connsiteX3-231" fmla="*/ 0 w 8187558"/>
                    <a:gd name="connsiteY3-232" fmla="*/ 1229711 h 2638097"/>
                    <a:gd name="connsiteX4-233" fmla="*/ 31531 w 8187558"/>
                    <a:gd name="connsiteY4-234" fmla="*/ 147145 h 2638097"/>
                    <a:gd name="connsiteX5-235" fmla="*/ 4099035 w 8187558"/>
                    <a:gd name="connsiteY5-236" fmla="*/ 1566042 h 2638097"/>
                    <a:gd name="connsiteX6-237" fmla="*/ 8187558 w 8187558"/>
                    <a:gd name="connsiteY6-238" fmla="*/ 0 h 2638097"/>
                    <a:gd name="connsiteX0-239" fmla="*/ 8187558 w 8187558"/>
                    <a:gd name="connsiteY0-240" fmla="*/ 0 h 2638097"/>
                    <a:gd name="connsiteX1-241" fmla="*/ 8187558 w 8187558"/>
                    <a:gd name="connsiteY1-242" fmla="*/ 1271752 h 2638097"/>
                    <a:gd name="connsiteX2-243" fmla="*/ 4099035 w 8187558"/>
                    <a:gd name="connsiteY2-244" fmla="*/ 2638097 h 2638097"/>
                    <a:gd name="connsiteX3-245" fmla="*/ 0 w 8187558"/>
                    <a:gd name="connsiteY3-246" fmla="*/ 1229711 h 2638097"/>
                    <a:gd name="connsiteX4-247" fmla="*/ 31531 w 8187558"/>
                    <a:gd name="connsiteY4-248" fmla="*/ 147145 h 2638097"/>
                    <a:gd name="connsiteX5-249" fmla="*/ 4099035 w 8187558"/>
                    <a:gd name="connsiteY5-250" fmla="*/ 1566042 h 2638097"/>
                    <a:gd name="connsiteX6-251" fmla="*/ 8187558 w 8187558"/>
                    <a:gd name="connsiteY6-252" fmla="*/ 0 h 2638097"/>
                    <a:gd name="connsiteX0-253" fmla="*/ 8187558 w 8187558"/>
                    <a:gd name="connsiteY0-254" fmla="*/ 0 h 2638097"/>
                    <a:gd name="connsiteX1-255" fmla="*/ 8187558 w 8187558"/>
                    <a:gd name="connsiteY1-256" fmla="*/ 1271752 h 2638097"/>
                    <a:gd name="connsiteX2-257" fmla="*/ 4099035 w 8187558"/>
                    <a:gd name="connsiteY2-258" fmla="*/ 2638097 h 2638097"/>
                    <a:gd name="connsiteX3-259" fmla="*/ 0 w 8187558"/>
                    <a:gd name="connsiteY3-260" fmla="*/ 1229711 h 2638097"/>
                    <a:gd name="connsiteX4-261" fmla="*/ 31531 w 8187558"/>
                    <a:gd name="connsiteY4-262" fmla="*/ 147145 h 2638097"/>
                    <a:gd name="connsiteX5-263" fmla="*/ 4099035 w 8187558"/>
                    <a:gd name="connsiteY5-264" fmla="*/ 1566042 h 2638097"/>
                    <a:gd name="connsiteX6-265" fmla="*/ 8187558 w 8187558"/>
                    <a:gd name="connsiteY6-266" fmla="*/ 0 h 2638097"/>
                    <a:gd name="connsiteX0-267" fmla="*/ 8187558 w 8187558"/>
                    <a:gd name="connsiteY0-268" fmla="*/ 0 h 2638097"/>
                    <a:gd name="connsiteX1-269" fmla="*/ 8187558 w 8187558"/>
                    <a:gd name="connsiteY1-270" fmla="*/ 1271752 h 2638097"/>
                    <a:gd name="connsiteX2-271" fmla="*/ 4099035 w 8187558"/>
                    <a:gd name="connsiteY2-272" fmla="*/ 2638097 h 2638097"/>
                    <a:gd name="connsiteX3-273" fmla="*/ 0 w 8187558"/>
                    <a:gd name="connsiteY3-274" fmla="*/ 1229711 h 2638097"/>
                    <a:gd name="connsiteX4-275" fmla="*/ 31531 w 8187558"/>
                    <a:gd name="connsiteY4-276" fmla="*/ 147145 h 2638097"/>
                    <a:gd name="connsiteX5-277" fmla="*/ 4099035 w 8187558"/>
                    <a:gd name="connsiteY5-278" fmla="*/ 1566042 h 2638097"/>
                    <a:gd name="connsiteX6-279" fmla="*/ 8187558 w 8187558"/>
                    <a:gd name="connsiteY6-280" fmla="*/ 0 h 2638097"/>
                    <a:gd name="connsiteX0-281" fmla="*/ 8187558 w 8187558"/>
                    <a:gd name="connsiteY0-282" fmla="*/ 0 h 2638097"/>
                    <a:gd name="connsiteX1-283" fmla="*/ 8187558 w 8187558"/>
                    <a:gd name="connsiteY1-284" fmla="*/ 1271752 h 2638097"/>
                    <a:gd name="connsiteX2-285" fmla="*/ 4099035 w 8187558"/>
                    <a:gd name="connsiteY2-286" fmla="*/ 2638097 h 2638097"/>
                    <a:gd name="connsiteX3-287" fmla="*/ 0 w 8187558"/>
                    <a:gd name="connsiteY3-288" fmla="*/ 1229711 h 2638097"/>
                    <a:gd name="connsiteX4-289" fmla="*/ 31531 w 8187558"/>
                    <a:gd name="connsiteY4-290" fmla="*/ 147145 h 2638097"/>
                    <a:gd name="connsiteX5-291" fmla="*/ 4099035 w 8187558"/>
                    <a:gd name="connsiteY5-292" fmla="*/ 1566042 h 2638097"/>
                    <a:gd name="connsiteX6-293" fmla="*/ 8187558 w 8187558"/>
                    <a:gd name="connsiteY6-294" fmla="*/ 0 h 2638097"/>
                    <a:gd name="connsiteX0-295" fmla="*/ 8176538 w 8176538"/>
                    <a:gd name="connsiteY0-296" fmla="*/ 0 h 2638097"/>
                    <a:gd name="connsiteX1-297" fmla="*/ 8176538 w 8176538"/>
                    <a:gd name="connsiteY1-298" fmla="*/ 1271752 h 2638097"/>
                    <a:gd name="connsiteX2-299" fmla="*/ 4088015 w 8176538"/>
                    <a:gd name="connsiteY2-300" fmla="*/ 2638097 h 2638097"/>
                    <a:gd name="connsiteX3-301" fmla="*/ 0 w 8176538"/>
                    <a:gd name="connsiteY3-302" fmla="*/ 1269888 h 2638097"/>
                    <a:gd name="connsiteX4-303" fmla="*/ 20511 w 8176538"/>
                    <a:gd name="connsiteY4-304" fmla="*/ 147145 h 2638097"/>
                    <a:gd name="connsiteX5-305" fmla="*/ 4088015 w 8176538"/>
                    <a:gd name="connsiteY5-306" fmla="*/ 1566042 h 2638097"/>
                    <a:gd name="connsiteX6-307" fmla="*/ 8176538 w 8176538"/>
                    <a:gd name="connsiteY6-308" fmla="*/ 0 h 2638097"/>
                    <a:gd name="connsiteX0-309" fmla="*/ 8176538 w 8176538"/>
                    <a:gd name="connsiteY0-310" fmla="*/ 0 h 2772020"/>
                    <a:gd name="connsiteX1-311" fmla="*/ 8176538 w 8176538"/>
                    <a:gd name="connsiteY1-312" fmla="*/ 1271752 h 2772020"/>
                    <a:gd name="connsiteX2-313" fmla="*/ 4099034 w 8176538"/>
                    <a:gd name="connsiteY2-314" fmla="*/ 2772020 h 2772020"/>
                    <a:gd name="connsiteX3-315" fmla="*/ 0 w 8176538"/>
                    <a:gd name="connsiteY3-316" fmla="*/ 1269888 h 2772020"/>
                    <a:gd name="connsiteX4-317" fmla="*/ 20511 w 8176538"/>
                    <a:gd name="connsiteY4-318" fmla="*/ 147145 h 2772020"/>
                    <a:gd name="connsiteX5-319" fmla="*/ 4088015 w 8176538"/>
                    <a:gd name="connsiteY5-320" fmla="*/ 1566042 h 2772020"/>
                    <a:gd name="connsiteX6-321" fmla="*/ 8176538 w 8176538"/>
                    <a:gd name="connsiteY6-322" fmla="*/ 0 h 2772020"/>
                    <a:gd name="connsiteX0-323" fmla="*/ 8176538 w 8176538"/>
                    <a:gd name="connsiteY0-324" fmla="*/ 0 h 2772339"/>
                    <a:gd name="connsiteX1-325" fmla="*/ 8176538 w 8176538"/>
                    <a:gd name="connsiteY1-326" fmla="*/ 1378890 h 2772339"/>
                    <a:gd name="connsiteX2-327" fmla="*/ 4099034 w 8176538"/>
                    <a:gd name="connsiteY2-328" fmla="*/ 2772020 h 2772339"/>
                    <a:gd name="connsiteX3-329" fmla="*/ 0 w 8176538"/>
                    <a:gd name="connsiteY3-330" fmla="*/ 1269888 h 2772339"/>
                    <a:gd name="connsiteX4-331" fmla="*/ 20511 w 8176538"/>
                    <a:gd name="connsiteY4-332" fmla="*/ 147145 h 2772339"/>
                    <a:gd name="connsiteX5-333" fmla="*/ 4088015 w 8176538"/>
                    <a:gd name="connsiteY5-334" fmla="*/ 1566042 h 2772339"/>
                    <a:gd name="connsiteX6-335" fmla="*/ 8176538 w 8176538"/>
                    <a:gd name="connsiteY6-336" fmla="*/ 0 h 2772339"/>
                    <a:gd name="connsiteX0-337" fmla="*/ 8176538 w 8176538"/>
                    <a:gd name="connsiteY0-338" fmla="*/ 0 h 2825888"/>
                    <a:gd name="connsiteX1-339" fmla="*/ 8176538 w 8176538"/>
                    <a:gd name="connsiteY1-340" fmla="*/ 1378890 h 2825888"/>
                    <a:gd name="connsiteX2-341" fmla="*/ 4099034 w 8176538"/>
                    <a:gd name="connsiteY2-342" fmla="*/ 2825590 h 2825888"/>
                    <a:gd name="connsiteX3-343" fmla="*/ 0 w 8176538"/>
                    <a:gd name="connsiteY3-344" fmla="*/ 1269888 h 2825888"/>
                    <a:gd name="connsiteX4-345" fmla="*/ 20511 w 8176538"/>
                    <a:gd name="connsiteY4-346" fmla="*/ 147145 h 2825888"/>
                    <a:gd name="connsiteX5-347" fmla="*/ 4088015 w 8176538"/>
                    <a:gd name="connsiteY5-348" fmla="*/ 1566042 h 2825888"/>
                    <a:gd name="connsiteX6-349" fmla="*/ 8176538 w 8176538"/>
                    <a:gd name="connsiteY6-350" fmla="*/ 0 h 2825888"/>
                    <a:gd name="connsiteX0-351" fmla="*/ 8165518 w 8165518"/>
                    <a:gd name="connsiteY0-352" fmla="*/ 0 h 2825606"/>
                    <a:gd name="connsiteX1-353" fmla="*/ 8165518 w 8165518"/>
                    <a:gd name="connsiteY1-354" fmla="*/ 1378890 h 2825606"/>
                    <a:gd name="connsiteX2-355" fmla="*/ 4088014 w 8165518"/>
                    <a:gd name="connsiteY2-356" fmla="*/ 2825590 h 2825606"/>
                    <a:gd name="connsiteX3-357" fmla="*/ 0 w 8165518"/>
                    <a:gd name="connsiteY3-358" fmla="*/ 1403811 h 2825606"/>
                    <a:gd name="connsiteX4-359" fmla="*/ 9491 w 8165518"/>
                    <a:gd name="connsiteY4-360" fmla="*/ 147145 h 2825606"/>
                    <a:gd name="connsiteX5-361" fmla="*/ 4076995 w 8165518"/>
                    <a:gd name="connsiteY5-362" fmla="*/ 1566042 h 2825606"/>
                    <a:gd name="connsiteX6-363" fmla="*/ 8165518 w 8165518"/>
                    <a:gd name="connsiteY6-364" fmla="*/ 0 h 2825606"/>
                    <a:gd name="connsiteX0-365" fmla="*/ 8165518 w 8165518"/>
                    <a:gd name="connsiteY0-366" fmla="*/ 0 h 2879174"/>
                    <a:gd name="connsiteX1-367" fmla="*/ 8165518 w 8165518"/>
                    <a:gd name="connsiteY1-368" fmla="*/ 1378890 h 2879174"/>
                    <a:gd name="connsiteX2-369" fmla="*/ 4132092 w 8165518"/>
                    <a:gd name="connsiteY2-370" fmla="*/ 2879159 h 2879174"/>
                    <a:gd name="connsiteX3-371" fmla="*/ 0 w 8165518"/>
                    <a:gd name="connsiteY3-372" fmla="*/ 1403811 h 2879174"/>
                    <a:gd name="connsiteX4-373" fmla="*/ 9491 w 8165518"/>
                    <a:gd name="connsiteY4-374" fmla="*/ 147145 h 2879174"/>
                    <a:gd name="connsiteX5-375" fmla="*/ 4076995 w 8165518"/>
                    <a:gd name="connsiteY5-376" fmla="*/ 1566042 h 2879174"/>
                    <a:gd name="connsiteX6-377" fmla="*/ 8165518 w 8165518"/>
                    <a:gd name="connsiteY6-378" fmla="*/ 0 h 2879174"/>
                    <a:gd name="connsiteX0-379" fmla="*/ 8165518 w 8176537"/>
                    <a:gd name="connsiteY0-380" fmla="*/ 0 h 2879410"/>
                    <a:gd name="connsiteX1-381" fmla="*/ 8176537 w 8176537"/>
                    <a:gd name="connsiteY1-382" fmla="*/ 1499420 h 2879410"/>
                    <a:gd name="connsiteX2-383" fmla="*/ 4132092 w 8176537"/>
                    <a:gd name="connsiteY2-384" fmla="*/ 2879159 h 2879410"/>
                    <a:gd name="connsiteX3-385" fmla="*/ 0 w 8176537"/>
                    <a:gd name="connsiteY3-386" fmla="*/ 1403811 h 2879410"/>
                    <a:gd name="connsiteX4-387" fmla="*/ 9491 w 8176537"/>
                    <a:gd name="connsiteY4-388" fmla="*/ 147145 h 2879410"/>
                    <a:gd name="connsiteX5-389" fmla="*/ 4076995 w 8176537"/>
                    <a:gd name="connsiteY5-390" fmla="*/ 1566042 h 2879410"/>
                    <a:gd name="connsiteX6-391" fmla="*/ 8165518 w 8176537"/>
                    <a:gd name="connsiteY6-392" fmla="*/ 0 h 2879410"/>
                    <a:gd name="connsiteX0-393" fmla="*/ 8165518 w 8176537"/>
                    <a:gd name="connsiteY0-394" fmla="*/ 0 h 2879262"/>
                    <a:gd name="connsiteX1-395" fmla="*/ 8176537 w 8176537"/>
                    <a:gd name="connsiteY1-396" fmla="*/ 1499420 h 2879262"/>
                    <a:gd name="connsiteX2-397" fmla="*/ 4132092 w 8176537"/>
                    <a:gd name="connsiteY2-398" fmla="*/ 2879159 h 2879262"/>
                    <a:gd name="connsiteX3-399" fmla="*/ 0 w 8176537"/>
                    <a:gd name="connsiteY3-400" fmla="*/ 1403811 h 2879262"/>
                    <a:gd name="connsiteX4-401" fmla="*/ 9491 w 8176537"/>
                    <a:gd name="connsiteY4-402" fmla="*/ 147145 h 2879262"/>
                    <a:gd name="connsiteX5-403" fmla="*/ 4076995 w 8176537"/>
                    <a:gd name="connsiteY5-404" fmla="*/ 1566042 h 2879262"/>
                    <a:gd name="connsiteX6-405" fmla="*/ 8165518 w 8176537"/>
                    <a:gd name="connsiteY6-406" fmla="*/ 0 h 2879262"/>
                    <a:gd name="connsiteX0-407" fmla="*/ 8165518 w 8176537"/>
                    <a:gd name="connsiteY0-408" fmla="*/ 0 h 2879163"/>
                    <a:gd name="connsiteX1-409" fmla="*/ 8176537 w 8176537"/>
                    <a:gd name="connsiteY1-410" fmla="*/ 1499420 h 2879163"/>
                    <a:gd name="connsiteX2-411" fmla="*/ 4132092 w 8176537"/>
                    <a:gd name="connsiteY2-412" fmla="*/ 2879159 h 2879163"/>
                    <a:gd name="connsiteX3-413" fmla="*/ 0 w 8176537"/>
                    <a:gd name="connsiteY3-414" fmla="*/ 1510948 h 2879163"/>
                    <a:gd name="connsiteX4-415" fmla="*/ 9491 w 8176537"/>
                    <a:gd name="connsiteY4-416" fmla="*/ 147145 h 2879163"/>
                    <a:gd name="connsiteX5-417" fmla="*/ 4076995 w 8176537"/>
                    <a:gd name="connsiteY5-418" fmla="*/ 1566042 h 2879163"/>
                    <a:gd name="connsiteX6-419" fmla="*/ 8165518 w 8176537"/>
                    <a:gd name="connsiteY6-420" fmla="*/ 0 h 2879163"/>
                    <a:gd name="connsiteX0-421" fmla="*/ 8165518 w 8198577"/>
                    <a:gd name="connsiteY0-422" fmla="*/ 0 h 2879451"/>
                    <a:gd name="connsiteX1-423" fmla="*/ 8198577 w 8198577"/>
                    <a:gd name="connsiteY1-424" fmla="*/ 1606558 h 2879451"/>
                    <a:gd name="connsiteX2-425" fmla="*/ 4132092 w 8198577"/>
                    <a:gd name="connsiteY2-426" fmla="*/ 2879159 h 2879451"/>
                    <a:gd name="connsiteX3-427" fmla="*/ 0 w 8198577"/>
                    <a:gd name="connsiteY3-428" fmla="*/ 1510948 h 2879451"/>
                    <a:gd name="connsiteX4-429" fmla="*/ 9491 w 8198577"/>
                    <a:gd name="connsiteY4-430" fmla="*/ 147145 h 2879451"/>
                    <a:gd name="connsiteX5-431" fmla="*/ 4076995 w 8198577"/>
                    <a:gd name="connsiteY5-432" fmla="*/ 1566042 h 2879451"/>
                    <a:gd name="connsiteX6-433" fmla="*/ 8165518 w 8198577"/>
                    <a:gd name="connsiteY6-434" fmla="*/ 0 h 2879451"/>
                    <a:gd name="connsiteX0-435" fmla="*/ 8165518 w 8165518"/>
                    <a:gd name="connsiteY0-436" fmla="*/ 0 h 2880066"/>
                    <a:gd name="connsiteX1-437" fmla="*/ 8165518 w 8165518"/>
                    <a:gd name="connsiteY1-438" fmla="*/ 1673520 h 2880066"/>
                    <a:gd name="connsiteX2-439" fmla="*/ 4132092 w 8165518"/>
                    <a:gd name="connsiteY2-440" fmla="*/ 2879159 h 2880066"/>
                    <a:gd name="connsiteX3-441" fmla="*/ 0 w 8165518"/>
                    <a:gd name="connsiteY3-442" fmla="*/ 1510948 h 2880066"/>
                    <a:gd name="connsiteX4-443" fmla="*/ 9491 w 8165518"/>
                    <a:gd name="connsiteY4-444" fmla="*/ 147145 h 2880066"/>
                    <a:gd name="connsiteX5-445" fmla="*/ 4076995 w 8165518"/>
                    <a:gd name="connsiteY5-446" fmla="*/ 1566042 h 2880066"/>
                    <a:gd name="connsiteX6-447" fmla="*/ 8165518 w 8165518"/>
                    <a:gd name="connsiteY6-448" fmla="*/ 0 h 2880066"/>
                    <a:gd name="connsiteX0-449" fmla="*/ 8156794 w 8156794"/>
                    <a:gd name="connsiteY0-450" fmla="*/ 0 h 2879270"/>
                    <a:gd name="connsiteX1-451" fmla="*/ 8156794 w 8156794"/>
                    <a:gd name="connsiteY1-452" fmla="*/ 1673520 h 2879270"/>
                    <a:gd name="connsiteX2-453" fmla="*/ 4123368 w 8156794"/>
                    <a:gd name="connsiteY2-454" fmla="*/ 2879159 h 2879270"/>
                    <a:gd name="connsiteX3-455" fmla="*/ 2295 w 8156794"/>
                    <a:gd name="connsiteY3-456" fmla="*/ 1618086 h 2879270"/>
                    <a:gd name="connsiteX4-457" fmla="*/ 767 w 8156794"/>
                    <a:gd name="connsiteY4-458" fmla="*/ 147145 h 2879270"/>
                    <a:gd name="connsiteX5-459" fmla="*/ 4068271 w 8156794"/>
                    <a:gd name="connsiteY5-460" fmla="*/ 1566042 h 2879270"/>
                    <a:gd name="connsiteX6-461" fmla="*/ 8156794 w 8156794"/>
                    <a:gd name="connsiteY6-462" fmla="*/ 0 h 2879270"/>
                    <a:gd name="connsiteX0-463" fmla="*/ 8156794 w 8156794"/>
                    <a:gd name="connsiteY0-464" fmla="*/ 0 h 2973000"/>
                    <a:gd name="connsiteX1-465" fmla="*/ 8156794 w 8156794"/>
                    <a:gd name="connsiteY1-466" fmla="*/ 1673520 h 2973000"/>
                    <a:gd name="connsiteX2-467" fmla="*/ 4134388 w 8156794"/>
                    <a:gd name="connsiteY2-468" fmla="*/ 2972904 h 2973000"/>
                    <a:gd name="connsiteX3-469" fmla="*/ 2295 w 8156794"/>
                    <a:gd name="connsiteY3-470" fmla="*/ 1618086 h 2973000"/>
                    <a:gd name="connsiteX4-471" fmla="*/ 767 w 8156794"/>
                    <a:gd name="connsiteY4-472" fmla="*/ 147145 h 2973000"/>
                    <a:gd name="connsiteX5-473" fmla="*/ 4068271 w 8156794"/>
                    <a:gd name="connsiteY5-474" fmla="*/ 1566042 h 2973000"/>
                    <a:gd name="connsiteX6-475" fmla="*/ 8156794 w 8156794"/>
                    <a:gd name="connsiteY6-476" fmla="*/ 0 h 2973000"/>
                    <a:gd name="connsiteX0-477" fmla="*/ 8156794 w 8156794"/>
                    <a:gd name="connsiteY0-478" fmla="*/ 0 h 2973000"/>
                    <a:gd name="connsiteX1-479" fmla="*/ 8156794 w 8156794"/>
                    <a:gd name="connsiteY1-480" fmla="*/ 1673520 h 2973000"/>
                    <a:gd name="connsiteX2-481" fmla="*/ 4134388 w 8156794"/>
                    <a:gd name="connsiteY2-482" fmla="*/ 2972904 h 2973000"/>
                    <a:gd name="connsiteX3-483" fmla="*/ 2295 w 8156794"/>
                    <a:gd name="connsiteY3-484" fmla="*/ 1618086 h 2973000"/>
                    <a:gd name="connsiteX4-485" fmla="*/ 767 w 8156794"/>
                    <a:gd name="connsiteY4-486" fmla="*/ 147145 h 2973000"/>
                    <a:gd name="connsiteX5-487" fmla="*/ 4068271 w 8156794"/>
                    <a:gd name="connsiteY5-488" fmla="*/ 1566042 h 2973000"/>
                    <a:gd name="connsiteX6-489" fmla="*/ 8156794 w 8156794"/>
                    <a:gd name="connsiteY6-490" fmla="*/ 0 h 2973000"/>
                    <a:gd name="connsiteX0-491" fmla="*/ 8156794 w 8156794"/>
                    <a:gd name="connsiteY0-492" fmla="*/ 0 h 2973000"/>
                    <a:gd name="connsiteX1-493" fmla="*/ 8156794 w 8156794"/>
                    <a:gd name="connsiteY1-494" fmla="*/ 1673520 h 2973000"/>
                    <a:gd name="connsiteX2-495" fmla="*/ 4134388 w 8156794"/>
                    <a:gd name="connsiteY2-496" fmla="*/ 2972904 h 2973000"/>
                    <a:gd name="connsiteX3-497" fmla="*/ 2295 w 8156794"/>
                    <a:gd name="connsiteY3-498" fmla="*/ 1618086 h 2973000"/>
                    <a:gd name="connsiteX4-499" fmla="*/ 767 w 8156794"/>
                    <a:gd name="connsiteY4-500" fmla="*/ 147145 h 2973000"/>
                    <a:gd name="connsiteX5-501" fmla="*/ 4068271 w 8156794"/>
                    <a:gd name="connsiteY5-502" fmla="*/ 1566042 h 2973000"/>
                    <a:gd name="connsiteX6-503" fmla="*/ 8156794 w 8156794"/>
                    <a:gd name="connsiteY6-504" fmla="*/ 0 h 2973000"/>
                    <a:gd name="connsiteX0-505" fmla="*/ 8156794 w 8156794"/>
                    <a:gd name="connsiteY0-506" fmla="*/ 0 h 2973020"/>
                    <a:gd name="connsiteX1-507" fmla="*/ 8156794 w 8156794"/>
                    <a:gd name="connsiteY1-508" fmla="*/ 1673520 h 2973020"/>
                    <a:gd name="connsiteX2-509" fmla="*/ 4134388 w 8156794"/>
                    <a:gd name="connsiteY2-510" fmla="*/ 2972904 h 2973020"/>
                    <a:gd name="connsiteX3-511" fmla="*/ 2295 w 8156794"/>
                    <a:gd name="connsiteY3-512" fmla="*/ 1618086 h 2973020"/>
                    <a:gd name="connsiteX4-513" fmla="*/ 767 w 8156794"/>
                    <a:gd name="connsiteY4-514" fmla="*/ 147145 h 2973020"/>
                    <a:gd name="connsiteX5-515" fmla="*/ 4068271 w 8156794"/>
                    <a:gd name="connsiteY5-516" fmla="*/ 1566042 h 2973020"/>
                    <a:gd name="connsiteX6-517" fmla="*/ 8156794 w 8156794"/>
                    <a:gd name="connsiteY6-518" fmla="*/ 0 h 2973020"/>
                    <a:gd name="connsiteX0-519" fmla="*/ 8156794 w 8156794"/>
                    <a:gd name="connsiteY0-520" fmla="*/ 0 h 2973021"/>
                    <a:gd name="connsiteX1-521" fmla="*/ 8156794 w 8156794"/>
                    <a:gd name="connsiteY1-522" fmla="*/ 1673520 h 2973021"/>
                    <a:gd name="connsiteX2-523" fmla="*/ 4134388 w 8156794"/>
                    <a:gd name="connsiteY2-524" fmla="*/ 2972904 h 2973021"/>
                    <a:gd name="connsiteX3-525" fmla="*/ 2295 w 8156794"/>
                    <a:gd name="connsiteY3-526" fmla="*/ 1618086 h 2973021"/>
                    <a:gd name="connsiteX4-527" fmla="*/ 767 w 8156794"/>
                    <a:gd name="connsiteY4-528" fmla="*/ 147145 h 2973021"/>
                    <a:gd name="connsiteX5-529" fmla="*/ 4068271 w 8156794"/>
                    <a:gd name="connsiteY5-530" fmla="*/ 1566042 h 2973021"/>
                    <a:gd name="connsiteX6-531" fmla="*/ 8156794 w 8156794"/>
                    <a:gd name="connsiteY6-532" fmla="*/ 0 h 2973021"/>
                    <a:gd name="connsiteX0-533" fmla="*/ 8156794 w 8156794"/>
                    <a:gd name="connsiteY0-534" fmla="*/ 0 h 2973021"/>
                    <a:gd name="connsiteX1-535" fmla="*/ 8156794 w 8156794"/>
                    <a:gd name="connsiteY1-536" fmla="*/ 1673520 h 2973021"/>
                    <a:gd name="connsiteX2-537" fmla="*/ 4134388 w 8156794"/>
                    <a:gd name="connsiteY2-538" fmla="*/ 2972904 h 2973021"/>
                    <a:gd name="connsiteX3-539" fmla="*/ 2295 w 8156794"/>
                    <a:gd name="connsiteY3-540" fmla="*/ 1618086 h 2973021"/>
                    <a:gd name="connsiteX4-541" fmla="*/ 767 w 8156794"/>
                    <a:gd name="connsiteY4-542" fmla="*/ 147145 h 2973021"/>
                    <a:gd name="connsiteX5-543" fmla="*/ 4068271 w 8156794"/>
                    <a:gd name="connsiteY5-544" fmla="*/ 1566042 h 2973021"/>
                    <a:gd name="connsiteX6-545" fmla="*/ 8156794 w 8156794"/>
                    <a:gd name="connsiteY6-546" fmla="*/ 0 h 2973021"/>
                    <a:gd name="connsiteX0-547" fmla="*/ 8156794 w 8156794"/>
                    <a:gd name="connsiteY0-548" fmla="*/ 0 h 2973021"/>
                    <a:gd name="connsiteX1-549" fmla="*/ 8156794 w 8156794"/>
                    <a:gd name="connsiteY1-550" fmla="*/ 1673520 h 2973021"/>
                    <a:gd name="connsiteX2-551" fmla="*/ 4134388 w 8156794"/>
                    <a:gd name="connsiteY2-552" fmla="*/ 2972904 h 2973021"/>
                    <a:gd name="connsiteX3-553" fmla="*/ 2295 w 8156794"/>
                    <a:gd name="connsiteY3-554" fmla="*/ 1618086 h 2973021"/>
                    <a:gd name="connsiteX4-555" fmla="*/ 767 w 8156794"/>
                    <a:gd name="connsiteY4-556" fmla="*/ 147145 h 2973021"/>
                    <a:gd name="connsiteX5-557" fmla="*/ 4068271 w 8156794"/>
                    <a:gd name="connsiteY5-558" fmla="*/ 1566042 h 2973021"/>
                    <a:gd name="connsiteX6-559" fmla="*/ 8156794 w 8156794"/>
                    <a:gd name="connsiteY6-560" fmla="*/ 0 h 2973021"/>
                    <a:gd name="connsiteX0-561" fmla="*/ 8156794 w 8156794"/>
                    <a:gd name="connsiteY0-562" fmla="*/ 0 h 2973021"/>
                    <a:gd name="connsiteX1-563" fmla="*/ 8156794 w 8156794"/>
                    <a:gd name="connsiteY1-564" fmla="*/ 1673520 h 2973021"/>
                    <a:gd name="connsiteX2-565" fmla="*/ 4134388 w 8156794"/>
                    <a:gd name="connsiteY2-566" fmla="*/ 2972904 h 2973021"/>
                    <a:gd name="connsiteX3-567" fmla="*/ 2295 w 8156794"/>
                    <a:gd name="connsiteY3-568" fmla="*/ 1618086 h 2973021"/>
                    <a:gd name="connsiteX4-569" fmla="*/ 767 w 8156794"/>
                    <a:gd name="connsiteY4-570" fmla="*/ 147145 h 2973021"/>
                    <a:gd name="connsiteX5-571" fmla="*/ 4068271 w 8156794"/>
                    <a:gd name="connsiteY5-572" fmla="*/ 1566042 h 2973021"/>
                    <a:gd name="connsiteX6-573" fmla="*/ 8156794 w 8156794"/>
                    <a:gd name="connsiteY6-574" fmla="*/ 0 h 2973021"/>
                    <a:gd name="connsiteX0-575" fmla="*/ 8156794 w 8156794"/>
                    <a:gd name="connsiteY0-576" fmla="*/ 0 h 2973141"/>
                    <a:gd name="connsiteX1-577" fmla="*/ 8156794 w 8156794"/>
                    <a:gd name="connsiteY1-578" fmla="*/ 1673520 h 2973141"/>
                    <a:gd name="connsiteX2-579" fmla="*/ 4134388 w 8156794"/>
                    <a:gd name="connsiteY2-580" fmla="*/ 2972904 h 2973141"/>
                    <a:gd name="connsiteX3-581" fmla="*/ 2295 w 8156794"/>
                    <a:gd name="connsiteY3-582" fmla="*/ 1618086 h 2973141"/>
                    <a:gd name="connsiteX4-583" fmla="*/ 767 w 8156794"/>
                    <a:gd name="connsiteY4-584" fmla="*/ 147145 h 2973141"/>
                    <a:gd name="connsiteX5-585" fmla="*/ 4068271 w 8156794"/>
                    <a:gd name="connsiteY5-586" fmla="*/ 1566042 h 2973141"/>
                    <a:gd name="connsiteX6-587" fmla="*/ 8156794 w 8156794"/>
                    <a:gd name="connsiteY6-588" fmla="*/ 0 h 2973141"/>
                    <a:gd name="connsiteX0-589" fmla="*/ 8156794 w 8156794"/>
                    <a:gd name="connsiteY0-590" fmla="*/ 0 h 3066827"/>
                    <a:gd name="connsiteX1-591" fmla="*/ 8156794 w 8156794"/>
                    <a:gd name="connsiteY1-592" fmla="*/ 1673520 h 3066827"/>
                    <a:gd name="connsiteX2-593" fmla="*/ 4123353 w 8156794"/>
                    <a:gd name="connsiteY2-594" fmla="*/ 3066650 h 3066827"/>
                    <a:gd name="connsiteX3-595" fmla="*/ 2295 w 8156794"/>
                    <a:gd name="connsiteY3-596" fmla="*/ 1618086 h 3066827"/>
                    <a:gd name="connsiteX4-597" fmla="*/ 767 w 8156794"/>
                    <a:gd name="connsiteY4-598" fmla="*/ 147145 h 3066827"/>
                    <a:gd name="connsiteX5-599" fmla="*/ 4068271 w 8156794"/>
                    <a:gd name="connsiteY5-600" fmla="*/ 1566042 h 3066827"/>
                    <a:gd name="connsiteX6-601" fmla="*/ 8156794 w 8156794"/>
                    <a:gd name="connsiteY6-602" fmla="*/ 0 h 3066827"/>
                    <a:gd name="connsiteX0-603" fmla="*/ 8123689 w 8156794"/>
                    <a:gd name="connsiteY0-604" fmla="*/ 0 h 2999866"/>
                    <a:gd name="connsiteX1-605" fmla="*/ 8156794 w 8156794"/>
                    <a:gd name="connsiteY1-606" fmla="*/ 1606559 h 2999866"/>
                    <a:gd name="connsiteX2-607" fmla="*/ 4123353 w 8156794"/>
                    <a:gd name="connsiteY2-608" fmla="*/ 2999689 h 2999866"/>
                    <a:gd name="connsiteX3-609" fmla="*/ 2295 w 8156794"/>
                    <a:gd name="connsiteY3-610" fmla="*/ 1551125 h 2999866"/>
                    <a:gd name="connsiteX4-611" fmla="*/ 767 w 8156794"/>
                    <a:gd name="connsiteY4-612" fmla="*/ 80184 h 2999866"/>
                    <a:gd name="connsiteX5-613" fmla="*/ 4068271 w 8156794"/>
                    <a:gd name="connsiteY5-614" fmla="*/ 1499081 h 2999866"/>
                    <a:gd name="connsiteX6-615" fmla="*/ 8123689 w 8156794"/>
                    <a:gd name="connsiteY6-616" fmla="*/ 0 h 2999866"/>
                    <a:gd name="connsiteX0-617" fmla="*/ 8167828 w 8167828"/>
                    <a:gd name="connsiteY0-618" fmla="*/ 0 h 3026651"/>
                    <a:gd name="connsiteX1-619" fmla="*/ 8156794 w 8167828"/>
                    <a:gd name="connsiteY1-620" fmla="*/ 1633344 h 3026651"/>
                    <a:gd name="connsiteX2-621" fmla="*/ 4123353 w 8167828"/>
                    <a:gd name="connsiteY2-622" fmla="*/ 3026474 h 3026651"/>
                    <a:gd name="connsiteX3-623" fmla="*/ 2295 w 8167828"/>
                    <a:gd name="connsiteY3-624" fmla="*/ 1577910 h 3026651"/>
                    <a:gd name="connsiteX4-625" fmla="*/ 767 w 8167828"/>
                    <a:gd name="connsiteY4-626" fmla="*/ 106969 h 3026651"/>
                    <a:gd name="connsiteX5-627" fmla="*/ 4068271 w 8167828"/>
                    <a:gd name="connsiteY5-628" fmla="*/ 1525866 h 3026651"/>
                    <a:gd name="connsiteX6-629" fmla="*/ 8167828 w 8167828"/>
                    <a:gd name="connsiteY6-630" fmla="*/ 0 h 3026651"/>
                    <a:gd name="connsiteX0-631" fmla="*/ 8167828 w 8167828"/>
                    <a:gd name="connsiteY0-632" fmla="*/ 0 h 3027228"/>
                    <a:gd name="connsiteX1-633" fmla="*/ 8145760 w 8167828"/>
                    <a:gd name="connsiteY1-634" fmla="*/ 1686913 h 3027228"/>
                    <a:gd name="connsiteX2-635" fmla="*/ 4123353 w 8167828"/>
                    <a:gd name="connsiteY2-636" fmla="*/ 3026474 h 3027228"/>
                    <a:gd name="connsiteX3-637" fmla="*/ 2295 w 8167828"/>
                    <a:gd name="connsiteY3-638" fmla="*/ 1577910 h 3027228"/>
                    <a:gd name="connsiteX4-639" fmla="*/ 767 w 8167828"/>
                    <a:gd name="connsiteY4-640" fmla="*/ 106969 h 3027228"/>
                    <a:gd name="connsiteX5-641" fmla="*/ 4068271 w 8167828"/>
                    <a:gd name="connsiteY5-642" fmla="*/ 1525866 h 3027228"/>
                    <a:gd name="connsiteX6-643" fmla="*/ 8167828 w 8167828"/>
                    <a:gd name="connsiteY6-644" fmla="*/ 0 h 3027228"/>
                    <a:gd name="connsiteX0-645" fmla="*/ 8156794 w 8156794"/>
                    <a:gd name="connsiteY0-646" fmla="*/ 0 h 2933483"/>
                    <a:gd name="connsiteX1-647" fmla="*/ 8145760 w 8156794"/>
                    <a:gd name="connsiteY1-648" fmla="*/ 1593168 h 2933483"/>
                    <a:gd name="connsiteX2-649" fmla="*/ 4123353 w 8156794"/>
                    <a:gd name="connsiteY2-650" fmla="*/ 2932729 h 2933483"/>
                    <a:gd name="connsiteX3-651" fmla="*/ 2295 w 8156794"/>
                    <a:gd name="connsiteY3-652" fmla="*/ 1484165 h 2933483"/>
                    <a:gd name="connsiteX4-653" fmla="*/ 767 w 8156794"/>
                    <a:gd name="connsiteY4-654" fmla="*/ 13224 h 2933483"/>
                    <a:gd name="connsiteX5-655" fmla="*/ 4068271 w 8156794"/>
                    <a:gd name="connsiteY5-656" fmla="*/ 1432121 h 2933483"/>
                    <a:gd name="connsiteX6-657" fmla="*/ 8156794 w 8156794"/>
                    <a:gd name="connsiteY6-658" fmla="*/ 0 h 2933483"/>
                    <a:gd name="connsiteX0-659" fmla="*/ 8156794 w 8156794"/>
                    <a:gd name="connsiteY0-660" fmla="*/ 0 h 2933483"/>
                    <a:gd name="connsiteX1-661" fmla="*/ 8145760 w 8156794"/>
                    <a:gd name="connsiteY1-662" fmla="*/ 1593168 h 2933483"/>
                    <a:gd name="connsiteX2-663" fmla="*/ 4123353 w 8156794"/>
                    <a:gd name="connsiteY2-664" fmla="*/ 2932729 h 2933483"/>
                    <a:gd name="connsiteX3-665" fmla="*/ 2295 w 8156794"/>
                    <a:gd name="connsiteY3-666" fmla="*/ 1484165 h 2933483"/>
                    <a:gd name="connsiteX4-667" fmla="*/ 767 w 8156794"/>
                    <a:gd name="connsiteY4-668" fmla="*/ 13224 h 2933483"/>
                    <a:gd name="connsiteX5-669" fmla="*/ 4068271 w 8156794"/>
                    <a:gd name="connsiteY5-670" fmla="*/ 1432121 h 2933483"/>
                    <a:gd name="connsiteX6-671" fmla="*/ 8156794 w 8156794"/>
                    <a:gd name="connsiteY6-672" fmla="*/ 0 h 2933483"/>
                    <a:gd name="connsiteX0-673" fmla="*/ 8123689 w 8145760"/>
                    <a:gd name="connsiteY0-674" fmla="*/ 13560 h 2920259"/>
                    <a:gd name="connsiteX1-675" fmla="*/ 8145760 w 8145760"/>
                    <a:gd name="connsiteY1-676" fmla="*/ 1579944 h 2920259"/>
                    <a:gd name="connsiteX2-677" fmla="*/ 4123353 w 8145760"/>
                    <a:gd name="connsiteY2-678" fmla="*/ 2919505 h 2920259"/>
                    <a:gd name="connsiteX3-679" fmla="*/ 2295 w 8145760"/>
                    <a:gd name="connsiteY3-680" fmla="*/ 1470941 h 2920259"/>
                    <a:gd name="connsiteX4-681" fmla="*/ 767 w 8145760"/>
                    <a:gd name="connsiteY4-682" fmla="*/ 0 h 2920259"/>
                    <a:gd name="connsiteX5-683" fmla="*/ 4068271 w 8145760"/>
                    <a:gd name="connsiteY5-684" fmla="*/ 1418897 h 2920259"/>
                    <a:gd name="connsiteX6-685" fmla="*/ 8123689 w 8145760"/>
                    <a:gd name="connsiteY6-686" fmla="*/ 13560 h 2920259"/>
                    <a:gd name="connsiteX0-687" fmla="*/ 8178863 w 8178863"/>
                    <a:gd name="connsiteY0-688" fmla="*/ 26952 h 2920259"/>
                    <a:gd name="connsiteX1-689" fmla="*/ 8145760 w 8178863"/>
                    <a:gd name="connsiteY1-690" fmla="*/ 1579944 h 2920259"/>
                    <a:gd name="connsiteX2-691" fmla="*/ 4123353 w 8178863"/>
                    <a:gd name="connsiteY2-692" fmla="*/ 2919505 h 2920259"/>
                    <a:gd name="connsiteX3-693" fmla="*/ 2295 w 8178863"/>
                    <a:gd name="connsiteY3-694" fmla="*/ 1470941 h 2920259"/>
                    <a:gd name="connsiteX4-695" fmla="*/ 767 w 8178863"/>
                    <a:gd name="connsiteY4-696" fmla="*/ 0 h 2920259"/>
                    <a:gd name="connsiteX5-697" fmla="*/ 4068271 w 8178863"/>
                    <a:gd name="connsiteY5-698" fmla="*/ 1418897 h 2920259"/>
                    <a:gd name="connsiteX6-699" fmla="*/ 8178863 w 8178863"/>
                    <a:gd name="connsiteY6-700" fmla="*/ 26952 h 2920259"/>
                    <a:gd name="connsiteX0-701" fmla="*/ 8167827 w 8167827"/>
                    <a:gd name="connsiteY0-702" fmla="*/ 40343 h 2920259"/>
                    <a:gd name="connsiteX1-703" fmla="*/ 8145760 w 8167827"/>
                    <a:gd name="connsiteY1-704" fmla="*/ 1579944 h 2920259"/>
                    <a:gd name="connsiteX2-705" fmla="*/ 4123353 w 8167827"/>
                    <a:gd name="connsiteY2-706" fmla="*/ 2919505 h 2920259"/>
                    <a:gd name="connsiteX3-707" fmla="*/ 2295 w 8167827"/>
                    <a:gd name="connsiteY3-708" fmla="*/ 1470941 h 2920259"/>
                    <a:gd name="connsiteX4-709" fmla="*/ 767 w 8167827"/>
                    <a:gd name="connsiteY4-710" fmla="*/ 0 h 2920259"/>
                    <a:gd name="connsiteX5-711" fmla="*/ 4068271 w 8167827"/>
                    <a:gd name="connsiteY5-712" fmla="*/ 1418897 h 2920259"/>
                    <a:gd name="connsiteX6-713" fmla="*/ 8167827 w 8167827"/>
                    <a:gd name="connsiteY6-714" fmla="*/ 40343 h 2920259"/>
                    <a:gd name="connsiteX0-715" fmla="*/ 8123687 w 8145760"/>
                    <a:gd name="connsiteY0-716" fmla="*/ 53735 h 2920259"/>
                    <a:gd name="connsiteX1-717" fmla="*/ 8145760 w 8145760"/>
                    <a:gd name="connsiteY1-718" fmla="*/ 1579944 h 2920259"/>
                    <a:gd name="connsiteX2-719" fmla="*/ 4123353 w 8145760"/>
                    <a:gd name="connsiteY2-720" fmla="*/ 2919505 h 2920259"/>
                    <a:gd name="connsiteX3-721" fmla="*/ 2295 w 8145760"/>
                    <a:gd name="connsiteY3-722" fmla="*/ 1470941 h 2920259"/>
                    <a:gd name="connsiteX4-723" fmla="*/ 767 w 8145760"/>
                    <a:gd name="connsiteY4-724" fmla="*/ 0 h 2920259"/>
                    <a:gd name="connsiteX5-725" fmla="*/ 4068271 w 8145760"/>
                    <a:gd name="connsiteY5-726" fmla="*/ 1418897 h 2920259"/>
                    <a:gd name="connsiteX6-727" fmla="*/ 8123687 w 8145760"/>
                    <a:gd name="connsiteY6-728" fmla="*/ 53735 h 2920259"/>
                    <a:gd name="connsiteX0-729" fmla="*/ 8161918 w 8161918"/>
                    <a:gd name="connsiteY0-730" fmla="*/ 0 h 2943855"/>
                    <a:gd name="connsiteX1-731" fmla="*/ 8145760 w 8161918"/>
                    <a:gd name="connsiteY1-732" fmla="*/ 1603540 h 2943855"/>
                    <a:gd name="connsiteX2-733" fmla="*/ 4123353 w 8161918"/>
                    <a:gd name="connsiteY2-734" fmla="*/ 2943101 h 2943855"/>
                    <a:gd name="connsiteX3-735" fmla="*/ 2295 w 8161918"/>
                    <a:gd name="connsiteY3-736" fmla="*/ 1494537 h 2943855"/>
                    <a:gd name="connsiteX4-737" fmla="*/ 767 w 8161918"/>
                    <a:gd name="connsiteY4-738" fmla="*/ 23596 h 2943855"/>
                    <a:gd name="connsiteX5-739" fmla="*/ 4068271 w 8161918"/>
                    <a:gd name="connsiteY5-740" fmla="*/ 1442493 h 2943855"/>
                    <a:gd name="connsiteX6-741" fmla="*/ 8161918 w 8161918"/>
                    <a:gd name="connsiteY6-742" fmla="*/ 0 h 2943855"/>
                    <a:gd name="connsiteX0-743" fmla="*/ 8144926 w 8145760"/>
                    <a:gd name="connsiteY0-744" fmla="*/ 43424 h 2920259"/>
                    <a:gd name="connsiteX1-745" fmla="*/ 8145760 w 8145760"/>
                    <a:gd name="connsiteY1-746" fmla="*/ 1579944 h 2920259"/>
                    <a:gd name="connsiteX2-747" fmla="*/ 4123353 w 8145760"/>
                    <a:gd name="connsiteY2-748" fmla="*/ 2919505 h 2920259"/>
                    <a:gd name="connsiteX3-749" fmla="*/ 2295 w 8145760"/>
                    <a:gd name="connsiteY3-750" fmla="*/ 1470941 h 2920259"/>
                    <a:gd name="connsiteX4-751" fmla="*/ 767 w 8145760"/>
                    <a:gd name="connsiteY4-752" fmla="*/ 0 h 2920259"/>
                    <a:gd name="connsiteX5-753" fmla="*/ 4068271 w 8145760"/>
                    <a:gd name="connsiteY5-754" fmla="*/ 1418897 h 2920259"/>
                    <a:gd name="connsiteX6-755" fmla="*/ 8144926 w 8145760"/>
                    <a:gd name="connsiteY6-756" fmla="*/ 43424 h 2920259"/>
                    <a:gd name="connsiteX0-757" fmla="*/ 8161918 w 8161918"/>
                    <a:gd name="connsiteY0-758" fmla="*/ 0 h 2959321"/>
                    <a:gd name="connsiteX1-759" fmla="*/ 8145760 w 8161918"/>
                    <a:gd name="connsiteY1-760" fmla="*/ 1619006 h 2959321"/>
                    <a:gd name="connsiteX2-761" fmla="*/ 4123353 w 8161918"/>
                    <a:gd name="connsiteY2-762" fmla="*/ 2958567 h 2959321"/>
                    <a:gd name="connsiteX3-763" fmla="*/ 2295 w 8161918"/>
                    <a:gd name="connsiteY3-764" fmla="*/ 1510003 h 2959321"/>
                    <a:gd name="connsiteX4-765" fmla="*/ 767 w 8161918"/>
                    <a:gd name="connsiteY4-766" fmla="*/ 39062 h 2959321"/>
                    <a:gd name="connsiteX5-767" fmla="*/ 4068271 w 8161918"/>
                    <a:gd name="connsiteY5-768" fmla="*/ 1457959 h 2959321"/>
                    <a:gd name="connsiteX6-769" fmla="*/ 8161918 w 8161918"/>
                    <a:gd name="connsiteY6-770" fmla="*/ 0 h 2959321"/>
                    <a:gd name="connsiteX0-771" fmla="*/ 8161918 w 8162752"/>
                    <a:gd name="connsiteY0-772" fmla="*/ 0 h 2959488"/>
                    <a:gd name="connsiteX1-773" fmla="*/ 8162752 w 8162752"/>
                    <a:gd name="connsiteY1-774" fmla="*/ 1629317 h 2959488"/>
                    <a:gd name="connsiteX2-775" fmla="*/ 4123353 w 8162752"/>
                    <a:gd name="connsiteY2-776" fmla="*/ 2958567 h 2959488"/>
                    <a:gd name="connsiteX3-777" fmla="*/ 2295 w 8162752"/>
                    <a:gd name="connsiteY3-778" fmla="*/ 1510003 h 2959488"/>
                    <a:gd name="connsiteX4-779" fmla="*/ 767 w 8162752"/>
                    <a:gd name="connsiteY4-780" fmla="*/ 39062 h 2959488"/>
                    <a:gd name="connsiteX5-781" fmla="*/ 4068271 w 8162752"/>
                    <a:gd name="connsiteY5-782" fmla="*/ 1457959 h 2959488"/>
                    <a:gd name="connsiteX6-783" fmla="*/ 8161918 w 8162752"/>
                    <a:gd name="connsiteY6-784" fmla="*/ 0 h 2959488"/>
                    <a:gd name="connsiteX0-785" fmla="*/ 8165930 w 8166764"/>
                    <a:gd name="connsiteY0-786" fmla="*/ 7337 h 2966825"/>
                    <a:gd name="connsiteX1-787" fmla="*/ 8166764 w 8166764"/>
                    <a:gd name="connsiteY1-788" fmla="*/ 1636654 h 2966825"/>
                    <a:gd name="connsiteX2-789" fmla="*/ 4127365 w 8166764"/>
                    <a:gd name="connsiteY2-790" fmla="*/ 2965904 h 2966825"/>
                    <a:gd name="connsiteX3-791" fmla="*/ 6307 w 8166764"/>
                    <a:gd name="connsiteY3-792" fmla="*/ 1517340 h 2966825"/>
                    <a:gd name="connsiteX4-793" fmla="*/ 532 w 8166764"/>
                    <a:gd name="connsiteY4-794" fmla="*/ 0 h 2966825"/>
                    <a:gd name="connsiteX5-795" fmla="*/ 4072283 w 8166764"/>
                    <a:gd name="connsiteY5-796" fmla="*/ 1465296 h 2966825"/>
                    <a:gd name="connsiteX6-797" fmla="*/ 8165930 w 8166764"/>
                    <a:gd name="connsiteY6-798" fmla="*/ 7337 h 2966825"/>
                    <a:gd name="connsiteX0-799" fmla="*/ 8168119 w 8168953"/>
                    <a:gd name="connsiteY0-800" fmla="*/ 7337 h 2966682"/>
                    <a:gd name="connsiteX1-801" fmla="*/ 8168953 w 8168953"/>
                    <a:gd name="connsiteY1-802" fmla="*/ 1636654 h 2966682"/>
                    <a:gd name="connsiteX2-803" fmla="*/ 4129554 w 8168953"/>
                    <a:gd name="connsiteY2-804" fmla="*/ 2965904 h 2966682"/>
                    <a:gd name="connsiteX3-805" fmla="*/ 0 w 8168953"/>
                    <a:gd name="connsiteY3-806" fmla="*/ 1527651 h 2966682"/>
                    <a:gd name="connsiteX4-807" fmla="*/ 2721 w 8168953"/>
                    <a:gd name="connsiteY4-808" fmla="*/ 0 h 2966682"/>
                    <a:gd name="connsiteX5-809" fmla="*/ 4074472 w 8168953"/>
                    <a:gd name="connsiteY5-810" fmla="*/ 1465296 h 2966682"/>
                    <a:gd name="connsiteX6-811" fmla="*/ 8168119 w 8168953"/>
                    <a:gd name="connsiteY6-812" fmla="*/ 7337 h 2966682"/>
                    <a:gd name="connsiteX0-813" fmla="*/ 8168119 w 8168953"/>
                    <a:gd name="connsiteY0-814" fmla="*/ 7337 h 3100377"/>
                    <a:gd name="connsiteX1-815" fmla="*/ 8168953 w 8168953"/>
                    <a:gd name="connsiteY1-816" fmla="*/ 1636654 h 3100377"/>
                    <a:gd name="connsiteX2-817" fmla="*/ 4118520 w 8168953"/>
                    <a:gd name="connsiteY2-818" fmla="*/ 3099826 h 3100377"/>
                    <a:gd name="connsiteX3-819" fmla="*/ 0 w 8168953"/>
                    <a:gd name="connsiteY3-820" fmla="*/ 1527651 h 3100377"/>
                    <a:gd name="connsiteX4-821" fmla="*/ 2721 w 8168953"/>
                    <a:gd name="connsiteY4-822" fmla="*/ 0 h 3100377"/>
                    <a:gd name="connsiteX5-823" fmla="*/ 4074472 w 8168953"/>
                    <a:gd name="connsiteY5-824" fmla="*/ 1465296 h 3100377"/>
                    <a:gd name="connsiteX6-825" fmla="*/ 8168119 w 8168953"/>
                    <a:gd name="connsiteY6-826" fmla="*/ 7337 h 3100377"/>
                    <a:gd name="connsiteX0-827" fmla="*/ 8168119 w 8168953"/>
                    <a:gd name="connsiteY0-828" fmla="*/ 7337 h 3100429"/>
                    <a:gd name="connsiteX1-829" fmla="*/ 8168953 w 8168953"/>
                    <a:gd name="connsiteY1-830" fmla="*/ 1636654 h 3100429"/>
                    <a:gd name="connsiteX2-831" fmla="*/ 4118520 w 8168953"/>
                    <a:gd name="connsiteY2-832" fmla="*/ 3099826 h 3100429"/>
                    <a:gd name="connsiteX3-833" fmla="*/ 0 w 8168953"/>
                    <a:gd name="connsiteY3-834" fmla="*/ 1527651 h 3100429"/>
                    <a:gd name="connsiteX4-835" fmla="*/ 2721 w 8168953"/>
                    <a:gd name="connsiteY4-836" fmla="*/ 0 h 3100429"/>
                    <a:gd name="connsiteX5-837" fmla="*/ 4074472 w 8168953"/>
                    <a:gd name="connsiteY5-838" fmla="*/ 1465296 h 3100429"/>
                    <a:gd name="connsiteX6-839" fmla="*/ 8168119 w 8168953"/>
                    <a:gd name="connsiteY6-840" fmla="*/ 7337 h 3100429"/>
                    <a:gd name="connsiteX0-841" fmla="*/ 8165849 w 8166683"/>
                    <a:gd name="connsiteY0-842" fmla="*/ 7337 h 3099826"/>
                    <a:gd name="connsiteX1-843" fmla="*/ 8166683 w 8166683"/>
                    <a:gd name="connsiteY1-844" fmla="*/ 1636654 h 3099826"/>
                    <a:gd name="connsiteX2-845" fmla="*/ 4116250 w 8166683"/>
                    <a:gd name="connsiteY2-846" fmla="*/ 3099826 h 3099826"/>
                    <a:gd name="connsiteX3-847" fmla="*/ 8764 w 8166683"/>
                    <a:gd name="connsiteY3-848" fmla="*/ 1634789 h 3099826"/>
                    <a:gd name="connsiteX4-849" fmla="*/ 451 w 8166683"/>
                    <a:gd name="connsiteY4-850" fmla="*/ 0 h 3099826"/>
                    <a:gd name="connsiteX5-851" fmla="*/ 4072202 w 8166683"/>
                    <a:gd name="connsiteY5-852" fmla="*/ 1465296 h 3099826"/>
                    <a:gd name="connsiteX6-853" fmla="*/ 8165849 w 8166683"/>
                    <a:gd name="connsiteY6-854" fmla="*/ 7337 h 3099826"/>
                    <a:gd name="connsiteX0-855" fmla="*/ 8165849 w 8166683"/>
                    <a:gd name="connsiteY0-856" fmla="*/ 7337 h 3099826"/>
                    <a:gd name="connsiteX1-857" fmla="*/ 8166683 w 8166683"/>
                    <a:gd name="connsiteY1-858" fmla="*/ 1636654 h 3099826"/>
                    <a:gd name="connsiteX2-859" fmla="*/ 4116250 w 8166683"/>
                    <a:gd name="connsiteY2-860" fmla="*/ 3099826 h 3099826"/>
                    <a:gd name="connsiteX3-861" fmla="*/ 8764 w 8166683"/>
                    <a:gd name="connsiteY3-862" fmla="*/ 1634789 h 3099826"/>
                    <a:gd name="connsiteX4-863" fmla="*/ 451 w 8166683"/>
                    <a:gd name="connsiteY4-864" fmla="*/ 0 h 3099826"/>
                    <a:gd name="connsiteX5-865" fmla="*/ 4072202 w 8166683"/>
                    <a:gd name="connsiteY5-866" fmla="*/ 1465296 h 3099826"/>
                    <a:gd name="connsiteX6-867" fmla="*/ 8165849 w 8166683"/>
                    <a:gd name="connsiteY6-868" fmla="*/ 7337 h 3099826"/>
                    <a:gd name="connsiteX0-869" fmla="*/ 8165849 w 8166683"/>
                    <a:gd name="connsiteY0-870" fmla="*/ 7337 h 3099826"/>
                    <a:gd name="connsiteX1-871" fmla="*/ 8166683 w 8166683"/>
                    <a:gd name="connsiteY1-872" fmla="*/ 1636654 h 3099826"/>
                    <a:gd name="connsiteX2-873" fmla="*/ 4116250 w 8166683"/>
                    <a:gd name="connsiteY2-874" fmla="*/ 3099826 h 3099826"/>
                    <a:gd name="connsiteX3-875" fmla="*/ 8764 w 8166683"/>
                    <a:gd name="connsiteY3-876" fmla="*/ 1634789 h 3099826"/>
                    <a:gd name="connsiteX4-877" fmla="*/ 451 w 8166683"/>
                    <a:gd name="connsiteY4-878" fmla="*/ 0 h 3099826"/>
                    <a:gd name="connsiteX5-879" fmla="*/ 4061168 w 8166683"/>
                    <a:gd name="connsiteY5-880" fmla="*/ 1438511 h 3099826"/>
                    <a:gd name="connsiteX6-881" fmla="*/ 8165849 w 8166683"/>
                    <a:gd name="connsiteY6-882" fmla="*/ 7337 h 3099826"/>
                    <a:gd name="connsiteX0-883" fmla="*/ 8165849 w 8166683"/>
                    <a:gd name="connsiteY0-884" fmla="*/ 7337 h 3099826"/>
                    <a:gd name="connsiteX1-885" fmla="*/ 8166683 w 8166683"/>
                    <a:gd name="connsiteY1-886" fmla="*/ 1636654 h 3099826"/>
                    <a:gd name="connsiteX2-887" fmla="*/ 4116250 w 8166683"/>
                    <a:gd name="connsiteY2-888" fmla="*/ 3099826 h 3099826"/>
                    <a:gd name="connsiteX3-889" fmla="*/ 8764 w 8166683"/>
                    <a:gd name="connsiteY3-890" fmla="*/ 1634789 h 3099826"/>
                    <a:gd name="connsiteX4-891" fmla="*/ 451 w 8166683"/>
                    <a:gd name="connsiteY4-892" fmla="*/ 0 h 3099826"/>
                    <a:gd name="connsiteX5-893" fmla="*/ 4061168 w 8166683"/>
                    <a:gd name="connsiteY5-894" fmla="*/ 1438511 h 3099826"/>
                    <a:gd name="connsiteX6-895" fmla="*/ 8165849 w 8166683"/>
                    <a:gd name="connsiteY6-896" fmla="*/ 7337 h 309982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57" name="Oval 456"/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458" name="Group 457"/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59" name="Freeform 458"/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-1" fmla="*/ 3725333 w 4641485"/>
                      <a:gd name="connsiteY0-2" fmla="*/ 0 h 1049866"/>
                      <a:gd name="connsiteX1-3" fmla="*/ 4641485 w 4641485"/>
                      <a:gd name="connsiteY1-4" fmla="*/ 239402 h 1049866"/>
                      <a:gd name="connsiteX2-5" fmla="*/ 3962400 w 4641485"/>
                      <a:gd name="connsiteY2-6" fmla="*/ 541866 h 1049866"/>
                      <a:gd name="connsiteX3-7" fmla="*/ 3742267 w 4641485"/>
                      <a:gd name="connsiteY3-8" fmla="*/ 457200 h 1049866"/>
                      <a:gd name="connsiteX4-9" fmla="*/ 2269067 w 4641485"/>
                      <a:gd name="connsiteY4-10" fmla="*/ 1049866 h 1049866"/>
                      <a:gd name="connsiteX5-11" fmla="*/ 880533 w 4641485"/>
                      <a:gd name="connsiteY5-12" fmla="*/ 457200 h 1049866"/>
                      <a:gd name="connsiteX6-13" fmla="*/ 592667 w 4641485"/>
                      <a:gd name="connsiteY6-14" fmla="*/ 541866 h 1049866"/>
                      <a:gd name="connsiteX7-15" fmla="*/ 0 w 4641485"/>
                      <a:gd name="connsiteY7-16" fmla="*/ 254000 h 1049866"/>
                      <a:gd name="connsiteX8-17" fmla="*/ 880533 w 4641485"/>
                      <a:gd name="connsiteY8-18" fmla="*/ 16933 h 1049866"/>
                      <a:gd name="connsiteX9-19" fmla="*/ 2302933 w 4641485"/>
                      <a:gd name="connsiteY9-20" fmla="*/ 626533 h 1049866"/>
                      <a:gd name="connsiteX10-21" fmla="*/ 3725333 w 4641485"/>
                      <a:gd name="connsiteY10-22" fmla="*/ 0 h 1049866"/>
                      <a:gd name="connsiteX0-23" fmla="*/ 3756864 w 4673016"/>
                      <a:gd name="connsiteY0-24" fmla="*/ 0 h 1049866"/>
                      <a:gd name="connsiteX1-25" fmla="*/ 4673016 w 4673016"/>
                      <a:gd name="connsiteY1-26" fmla="*/ 239402 h 1049866"/>
                      <a:gd name="connsiteX2-27" fmla="*/ 3993931 w 4673016"/>
                      <a:gd name="connsiteY2-28" fmla="*/ 541866 h 1049866"/>
                      <a:gd name="connsiteX3-29" fmla="*/ 3773798 w 4673016"/>
                      <a:gd name="connsiteY3-30" fmla="*/ 457200 h 1049866"/>
                      <a:gd name="connsiteX4-31" fmla="*/ 2300598 w 4673016"/>
                      <a:gd name="connsiteY4-32" fmla="*/ 1049866 h 1049866"/>
                      <a:gd name="connsiteX5-33" fmla="*/ 912064 w 4673016"/>
                      <a:gd name="connsiteY5-34" fmla="*/ 457200 h 1049866"/>
                      <a:gd name="connsiteX6-35" fmla="*/ 624198 w 4673016"/>
                      <a:gd name="connsiteY6-36" fmla="*/ 541866 h 1049866"/>
                      <a:gd name="connsiteX7-37" fmla="*/ 0 w 4673016"/>
                      <a:gd name="connsiteY7-38" fmla="*/ 232979 h 1049866"/>
                      <a:gd name="connsiteX8-39" fmla="*/ 912064 w 4673016"/>
                      <a:gd name="connsiteY8-40" fmla="*/ 16933 h 1049866"/>
                      <a:gd name="connsiteX9-41" fmla="*/ 2334464 w 4673016"/>
                      <a:gd name="connsiteY9-42" fmla="*/ 626533 h 1049866"/>
                      <a:gd name="connsiteX10-43" fmla="*/ 3756864 w 4673016"/>
                      <a:gd name="connsiteY10-44" fmla="*/ 0 h 1049866"/>
                      <a:gd name="connsiteX0-45" fmla="*/ 3756864 w 4673016"/>
                      <a:gd name="connsiteY0-46" fmla="*/ 0 h 1049866"/>
                      <a:gd name="connsiteX1-47" fmla="*/ 4673016 w 4673016"/>
                      <a:gd name="connsiteY1-48" fmla="*/ 239402 h 1049866"/>
                      <a:gd name="connsiteX2-49" fmla="*/ 3993931 w 4673016"/>
                      <a:gd name="connsiteY2-50" fmla="*/ 541866 h 1049866"/>
                      <a:gd name="connsiteX3-51" fmla="*/ 3784308 w 4673016"/>
                      <a:gd name="connsiteY3-52" fmla="*/ 404648 h 1049866"/>
                      <a:gd name="connsiteX4-53" fmla="*/ 2300598 w 4673016"/>
                      <a:gd name="connsiteY4-54" fmla="*/ 1049866 h 1049866"/>
                      <a:gd name="connsiteX5-55" fmla="*/ 912064 w 4673016"/>
                      <a:gd name="connsiteY5-56" fmla="*/ 457200 h 1049866"/>
                      <a:gd name="connsiteX6-57" fmla="*/ 624198 w 4673016"/>
                      <a:gd name="connsiteY6-58" fmla="*/ 541866 h 1049866"/>
                      <a:gd name="connsiteX7-59" fmla="*/ 0 w 4673016"/>
                      <a:gd name="connsiteY7-60" fmla="*/ 232979 h 1049866"/>
                      <a:gd name="connsiteX8-61" fmla="*/ 912064 w 4673016"/>
                      <a:gd name="connsiteY8-62" fmla="*/ 16933 h 1049866"/>
                      <a:gd name="connsiteX9-63" fmla="*/ 2334464 w 4673016"/>
                      <a:gd name="connsiteY9-64" fmla="*/ 626533 h 1049866"/>
                      <a:gd name="connsiteX10-65" fmla="*/ 3756864 w 4673016"/>
                      <a:gd name="connsiteY10-66" fmla="*/ 0 h 1049866"/>
                      <a:gd name="connsiteX0-67" fmla="*/ 3756864 w 4673016"/>
                      <a:gd name="connsiteY0-68" fmla="*/ 0 h 1049866"/>
                      <a:gd name="connsiteX1-69" fmla="*/ 4673016 w 4673016"/>
                      <a:gd name="connsiteY1-70" fmla="*/ 239402 h 1049866"/>
                      <a:gd name="connsiteX2-71" fmla="*/ 3993931 w 4673016"/>
                      <a:gd name="connsiteY2-72" fmla="*/ 541866 h 1049866"/>
                      <a:gd name="connsiteX3-73" fmla="*/ 3794818 w 4673016"/>
                      <a:gd name="connsiteY3-74" fmla="*/ 436179 h 1049866"/>
                      <a:gd name="connsiteX4-75" fmla="*/ 2300598 w 4673016"/>
                      <a:gd name="connsiteY4-76" fmla="*/ 1049866 h 1049866"/>
                      <a:gd name="connsiteX5-77" fmla="*/ 912064 w 4673016"/>
                      <a:gd name="connsiteY5-78" fmla="*/ 457200 h 1049866"/>
                      <a:gd name="connsiteX6-79" fmla="*/ 624198 w 4673016"/>
                      <a:gd name="connsiteY6-80" fmla="*/ 541866 h 1049866"/>
                      <a:gd name="connsiteX7-81" fmla="*/ 0 w 4673016"/>
                      <a:gd name="connsiteY7-82" fmla="*/ 232979 h 1049866"/>
                      <a:gd name="connsiteX8-83" fmla="*/ 912064 w 4673016"/>
                      <a:gd name="connsiteY8-84" fmla="*/ 16933 h 1049866"/>
                      <a:gd name="connsiteX9-85" fmla="*/ 2334464 w 4673016"/>
                      <a:gd name="connsiteY9-86" fmla="*/ 626533 h 1049866"/>
                      <a:gd name="connsiteX10-87" fmla="*/ 3756864 w 4673016"/>
                      <a:gd name="connsiteY10-88" fmla="*/ 0 h 1049866"/>
                      <a:gd name="connsiteX0-89" fmla="*/ 3756864 w 4673016"/>
                      <a:gd name="connsiteY0-90" fmla="*/ 0 h 1049866"/>
                      <a:gd name="connsiteX1-91" fmla="*/ 4673016 w 4673016"/>
                      <a:gd name="connsiteY1-92" fmla="*/ 239402 h 1049866"/>
                      <a:gd name="connsiteX2-93" fmla="*/ 3993931 w 4673016"/>
                      <a:gd name="connsiteY2-94" fmla="*/ 541866 h 1049866"/>
                      <a:gd name="connsiteX3-95" fmla="*/ 3794818 w 4673016"/>
                      <a:gd name="connsiteY3-96" fmla="*/ 436179 h 1049866"/>
                      <a:gd name="connsiteX4-97" fmla="*/ 2300598 w 4673016"/>
                      <a:gd name="connsiteY4-98" fmla="*/ 1049866 h 1049866"/>
                      <a:gd name="connsiteX5-99" fmla="*/ 912064 w 4673016"/>
                      <a:gd name="connsiteY5-100" fmla="*/ 457200 h 1049866"/>
                      <a:gd name="connsiteX6-101" fmla="*/ 624198 w 4673016"/>
                      <a:gd name="connsiteY6-102" fmla="*/ 541866 h 1049866"/>
                      <a:gd name="connsiteX7-103" fmla="*/ 0 w 4673016"/>
                      <a:gd name="connsiteY7-104" fmla="*/ 232979 h 1049866"/>
                      <a:gd name="connsiteX8-105" fmla="*/ 912064 w 4673016"/>
                      <a:gd name="connsiteY8-106" fmla="*/ 16933 h 1049866"/>
                      <a:gd name="connsiteX9-107" fmla="*/ 2323954 w 4673016"/>
                      <a:gd name="connsiteY9-108" fmla="*/ 616023 h 1049866"/>
                      <a:gd name="connsiteX10-109" fmla="*/ 3756864 w 4673016"/>
                      <a:gd name="connsiteY10-110" fmla="*/ 0 h 1049866"/>
                      <a:gd name="connsiteX0-111" fmla="*/ 3756864 w 4673016"/>
                      <a:gd name="connsiteY0-112" fmla="*/ 0 h 1049866"/>
                      <a:gd name="connsiteX1-113" fmla="*/ 4673016 w 4673016"/>
                      <a:gd name="connsiteY1-114" fmla="*/ 239402 h 1049866"/>
                      <a:gd name="connsiteX2-115" fmla="*/ 3993931 w 4673016"/>
                      <a:gd name="connsiteY2-116" fmla="*/ 541866 h 1049866"/>
                      <a:gd name="connsiteX3-117" fmla="*/ 3794818 w 4673016"/>
                      <a:gd name="connsiteY3-118" fmla="*/ 436179 h 1049866"/>
                      <a:gd name="connsiteX4-119" fmla="*/ 2300598 w 4673016"/>
                      <a:gd name="connsiteY4-120" fmla="*/ 1049866 h 1049866"/>
                      <a:gd name="connsiteX5-121" fmla="*/ 912064 w 4673016"/>
                      <a:gd name="connsiteY5-122" fmla="*/ 457200 h 1049866"/>
                      <a:gd name="connsiteX6-123" fmla="*/ 624198 w 4673016"/>
                      <a:gd name="connsiteY6-124" fmla="*/ 541866 h 1049866"/>
                      <a:gd name="connsiteX7-125" fmla="*/ 0 w 4673016"/>
                      <a:gd name="connsiteY7-126" fmla="*/ 275021 h 1049866"/>
                      <a:gd name="connsiteX8-127" fmla="*/ 912064 w 4673016"/>
                      <a:gd name="connsiteY8-128" fmla="*/ 16933 h 1049866"/>
                      <a:gd name="connsiteX9-129" fmla="*/ 2323954 w 4673016"/>
                      <a:gd name="connsiteY9-130" fmla="*/ 616023 h 1049866"/>
                      <a:gd name="connsiteX10-131" fmla="*/ 3756864 w 4673016"/>
                      <a:gd name="connsiteY10-132" fmla="*/ 0 h 1049866"/>
                      <a:gd name="connsiteX0-133" fmla="*/ 3756864 w 4673016"/>
                      <a:gd name="connsiteY0-134" fmla="*/ 0 h 1049866"/>
                      <a:gd name="connsiteX1-135" fmla="*/ 4673016 w 4673016"/>
                      <a:gd name="connsiteY1-136" fmla="*/ 239402 h 1049866"/>
                      <a:gd name="connsiteX2-137" fmla="*/ 3993931 w 4673016"/>
                      <a:gd name="connsiteY2-138" fmla="*/ 541866 h 1049866"/>
                      <a:gd name="connsiteX3-139" fmla="*/ 3815839 w 4673016"/>
                      <a:gd name="connsiteY3-140" fmla="*/ 467710 h 1049866"/>
                      <a:gd name="connsiteX4-141" fmla="*/ 2300598 w 4673016"/>
                      <a:gd name="connsiteY4-142" fmla="*/ 1049866 h 1049866"/>
                      <a:gd name="connsiteX5-143" fmla="*/ 912064 w 4673016"/>
                      <a:gd name="connsiteY5-144" fmla="*/ 457200 h 1049866"/>
                      <a:gd name="connsiteX6-145" fmla="*/ 624198 w 4673016"/>
                      <a:gd name="connsiteY6-146" fmla="*/ 541866 h 1049866"/>
                      <a:gd name="connsiteX7-147" fmla="*/ 0 w 4673016"/>
                      <a:gd name="connsiteY7-148" fmla="*/ 275021 h 1049866"/>
                      <a:gd name="connsiteX8-149" fmla="*/ 912064 w 4673016"/>
                      <a:gd name="connsiteY8-150" fmla="*/ 16933 h 1049866"/>
                      <a:gd name="connsiteX9-151" fmla="*/ 2323954 w 4673016"/>
                      <a:gd name="connsiteY9-152" fmla="*/ 616023 h 1049866"/>
                      <a:gd name="connsiteX10-153" fmla="*/ 3756864 w 4673016"/>
                      <a:gd name="connsiteY10-154" fmla="*/ 0 h 104986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0" name="Freeform 459"/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1" name="Freeform 460"/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2" name="Freeform 461"/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-1" fmla="*/ 168165 w 3731172"/>
                      <a:gd name="connsiteY0-2" fmla="*/ 73572 h 1418896"/>
                      <a:gd name="connsiteX1-3" fmla="*/ 451945 w 3731172"/>
                      <a:gd name="connsiteY1-4" fmla="*/ 0 h 1418896"/>
                      <a:gd name="connsiteX2-5" fmla="*/ 1881352 w 3731172"/>
                      <a:gd name="connsiteY2-6" fmla="*/ 599089 h 1418896"/>
                      <a:gd name="connsiteX3-7" fmla="*/ 3363310 w 3731172"/>
                      <a:gd name="connsiteY3-8" fmla="*/ 0 h 1418896"/>
                      <a:gd name="connsiteX4-9" fmla="*/ 3584027 w 3731172"/>
                      <a:gd name="connsiteY4-10" fmla="*/ 73572 h 1418896"/>
                      <a:gd name="connsiteX5-11" fmla="*/ 2627586 w 3731172"/>
                      <a:gd name="connsiteY5-12" fmla="*/ 441434 h 1418896"/>
                      <a:gd name="connsiteX6-13" fmla="*/ 2596055 w 3731172"/>
                      <a:gd name="connsiteY6-14" fmla="*/ 914400 h 1418896"/>
                      <a:gd name="connsiteX7-15" fmla="*/ 3731172 w 3731172"/>
                      <a:gd name="connsiteY7-16" fmla="*/ 1345324 h 1418896"/>
                      <a:gd name="connsiteX8-17" fmla="*/ 3447393 w 3731172"/>
                      <a:gd name="connsiteY8-18" fmla="*/ 1408386 h 1418896"/>
                      <a:gd name="connsiteX9-19" fmla="*/ 1870841 w 3731172"/>
                      <a:gd name="connsiteY9-20" fmla="*/ 746234 h 1418896"/>
                      <a:gd name="connsiteX10-21" fmla="*/ 262758 w 3731172"/>
                      <a:gd name="connsiteY10-22" fmla="*/ 1418896 h 1418896"/>
                      <a:gd name="connsiteX11-23" fmla="*/ 0 w 3731172"/>
                      <a:gd name="connsiteY11-24" fmla="*/ 1324303 h 1418896"/>
                      <a:gd name="connsiteX12-25" fmla="*/ 1145627 w 3731172"/>
                      <a:gd name="connsiteY12-26" fmla="*/ 882869 h 1418896"/>
                      <a:gd name="connsiteX13-27" fmla="*/ 1114096 w 3731172"/>
                      <a:gd name="connsiteY13-28" fmla="*/ 409903 h 1418896"/>
                      <a:gd name="connsiteX14-29" fmla="*/ 441434 w 3731172"/>
                      <a:gd name="connsiteY14-30" fmla="*/ 10510 h 1418896"/>
                      <a:gd name="connsiteX15-31" fmla="*/ 441434 w 3731172"/>
                      <a:gd name="connsiteY15-32" fmla="*/ 10510 h 1418896"/>
                      <a:gd name="connsiteX0-33" fmla="*/ 168165 w 3731172"/>
                      <a:gd name="connsiteY0-34" fmla="*/ 73572 h 1418896"/>
                      <a:gd name="connsiteX1-35" fmla="*/ 451945 w 3731172"/>
                      <a:gd name="connsiteY1-36" fmla="*/ 0 h 1418896"/>
                      <a:gd name="connsiteX2-37" fmla="*/ 1881352 w 3731172"/>
                      <a:gd name="connsiteY2-38" fmla="*/ 599089 h 1418896"/>
                      <a:gd name="connsiteX3-39" fmla="*/ 3363310 w 3731172"/>
                      <a:gd name="connsiteY3-40" fmla="*/ 0 h 1418896"/>
                      <a:gd name="connsiteX4-41" fmla="*/ 3584027 w 3731172"/>
                      <a:gd name="connsiteY4-42" fmla="*/ 73572 h 1418896"/>
                      <a:gd name="connsiteX5-43" fmla="*/ 2627586 w 3731172"/>
                      <a:gd name="connsiteY5-44" fmla="*/ 441434 h 1418896"/>
                      <a:gd name="connsiteX6-45" fmla="*/ 2596055 w 3731172"/>
                      <a:gd name="connsiteY6-46" fmla="*/ 914400 h 1418896"/>
                      <a:gd name="connsiteX7-47" fmla="*/ 3731172 w 3731172"/>
                      <a:gd name="connsiteY7-48" fmla="*/ 1345324 h 1418896"/>
                      <a:gd name="connsiteX8-49" fmla="*/ 3447393 w 3731172"/>
                      <a:gd name="connsiteY8-50" fmla="*/ 1408386 h 1418896"/>
                      <a:gd name="connsiteX9-51" fmla="*/ 1870841 w 3731172"/>
                      <a:gd name="connsiteY9-52" fmla="*/ 746234 h 1418896"/>
                      <a:gd name="connsiteX10-53" fmla="*/ 262758 w 3731172"/>
                      <a:gd name="connsiteY10-54" fmla="*/ 1418896 h 1418896"/>
                      <a:gd name="connsiteX11-55" fmla="*/ 0 w 3731172"/>
                      <a:gd name="connsiteY11-56" fmla="*/ 1324303 h 1418896"/>
                      <a:gd name="connsiteX12-57" fmla="*/ 1145627 w 3731172"/>
                      <a:gd name="connsiteY12-58" fmla="*/ 882869 h 1418896"/>
                      <a:gd name="connsiteX13-59" fmla="*/ 1114096 w 3731172"/>
                      <a:gd name="connsiteY13-60" fmla="*/ 409903 h 1418896"/>
                      <a:gd name="connsiteX14-61" fmla="*/ 441434 w 3731172"/>
                      <a:gd name="connsiteY14-62" fmla="*/ 10510 h 1418896"/>
                      <a:gd name="connsiteX0-63" fmla="*/ 168165 w 3731172"/>
                      <a:gd name="connsiteY0-64" fmla="*/ 73572 h 1418896"/>
                      <a:gd name="connsiteX1-65" fmla="*/ 451945 w 3731172"/>
                      <a:gd name="connsiteY1-66" fmla="*/ 0 h 1418896"/>
                      <a:gd name="connsiteX2-67" fmla="*/ 1881352 w 3731172"/>
                      <a:gd name="connsiteY2-68" fmla="*/ 599089 h 1418896"/>
                      <a:gd name="connsiteX3-69" fmla="*/ 3363310 w 3731172"/>
                      <a:gd name="connsiteY3-70" fmla="*/ 0 h 1418896"/>
                      <a:gd name="connsiteX4-71" fmla="*/ 3584027 w 3731172"/>
                      <a:gd name="connsiteY4-72" fmla="*/ 73572 h 1418896"/>
                      <a:gd name="connsiteX5-73" fmla="*/ 2627586 w 3731172"/>
                      <a:gd name="connsiteY5-74" fmla="*/ 441434 h 1418896"/>
                      <a:gd name="connsiteX6-75" fmla="*/ 2596055 w 3731172"/>
                      <a:gd name="connsiteY6-76" fmla="*/ 914400 h 1418896"/>
                      <a:gd name="connsiteX7-77" fmla="*/ 3731172 w 3731172"/>
                      <a:gd name="connsiteY7-78" fmla="*/ 1345324 h 1418896"/>
                      <a:gd name="connsiteX8-79" fmla="*/ 3447393 w 3731172"/>
                      <a:gd name="connsiteY8-80" fmla="*/ 1408386 h 1418896"/>
                      <a:gd name="connsiteX9-81" fmla="*/ 1870841 w 3731172"/>
                      <a:gd name="connsiteY9-82" fmla="*/ 746234 h 1418896"/>
                      <a:gd name="connsiteX10-83" fmla="*/ 262758 w 3731172"/>
                      <a:gd name="connsiteY10-84" fmla="*/ 1418896 h 1418896"/>
                      <a:gd name="connsiteX11-85" fmla="*/ 0 w 3731172"/>
                      <a:gd name="connsiteY11-86" fmla="*/ 1324303 h 1418896"/>
                      <a:gd name="connsiteX12-87" fmla="*/ 1145627 w 3731172"/>
                      <a:gd name="connsiteY12-88" fmla="*/ 882869 h 1418896"/>
                      <a:gd name="connsiteX13-89" fmla="*/ 1114096 w 3731172"/>
                      <a:gd name="connsiteY13-90" fmla="*/ 409903 h 1418896"/>
                      <a:gd name="connsiteX14-91" fmla="*/ 357351 w 3731172"/>
                      <a:gd name="connsiteY14-92" fmla="*/ 115613 h 1418896"/>
                      <a:gd name="connsiteX0-93" fmla="*/ 168165 w 3731172"/>
                      <a:gd name="connsiteY0-94" fmla="*/ 73572 h 1418896"/>
                      <a:gd name="connsiteX1-95" fmla="*/ 451945 w 3731172"/>
                      <a:gd name="connsiteY1-96" fmla="*/ 0 h 1418896"/>
                      <a:gd name="connsiteX2-97" fmla="*/ 1881352 w 3731172"/>
                      <a:gd name="connsiteY2-98" fmla="*/ 599089 h 1418896"/>
                      <a:gd name="connsiteX3-99" fmla="*/ 3363310 w 3731172"/>
                      <a:gd name="connsiteY3-100" fmla="*/ 0 h 1418896"/>
                      <a:gd name="connsiteX4-101" fmla="*/ 3584027 w 3731172"/>
                      <a:gd name="connsiteY4-102" fmla="*/ 73572 h 1418896"/>
                      <a:gd name="connsiteX5-103" fmla="*/ 2627586 w 3731172"/>
                      <a:gd name="connsiteY5-104" fmla="*/ 441434 h 1418896"/>
                      <a:gd name="connsiteX6-105" fmla="*/ 2596055 w 3731172"/>
                      <a:gd name="connsiteY6-106" fmla="*/ 914400 h 1418896"/>
                      <a:gd name="connsiteX7-107" fmla="*/ 3731172 w 3731172"/>
                      <a:gd name="connsiteY7-108" fmla="*/ 1345324 h 1418896"/>
                      <a:gd name="connsiteX8-109" fmla="*/ 3447393 w 3731172"/>
                      <a:gd name="connsiteY8-110" fmla="*/ 1408386 h 1418896"/>
                      <a:gd name="connsiteX9-111" fmla="*/ 1870841 w 3731172"/>
                      <a:gd name="connsiteY9-112" fmla="*/ 746234 h 1418896"/>
                      <a:gd name="connsiteX10-113" fmla="*/ 262758 w 3731172"/>
                      <a:gd name="connsiteY10-114" fmla="*/ 1418896 h 1418896"/>
                      <a:gd name="connsiteX11-115" fmla="*/ 0 w 3731172"/>
                      <a:gd name="connsiteY11-116" fmla="*/ 1324303 h 1418896"/>
                      <a:gd name="connsiteX12-117" fmla="*/ 1145627 w 3731172"/>
                      <a:gd name="connsiteY12-118" fmla="*/ 882869 h 1418896"/>
                      <a:gd name="connsiteX13-119" fmla="*/ 1114096 w 3731172"/>
                      <a:gd name="connsiteY13-120" fmla="*/ 409903 h 1418896"/>
                      <a:gd name="connsiteX14-121" fmla="*/ 147144 w 3731172"/>
                      <a:gd name="connsiteY14-122" fmla="*/ 63061 h 1418896"/>
                      <a:gd name="connsiteX0-123" fmla="*/ 168165 w 3731172"/>
                      <a:gd name="connsiteY0-124" fmla="*/ 73572 h 1418896"/>
                      <a:gd name="connsiteX1-125" fmla="*/ 451945 w 3731172"/>
                      <a:gd name="connsiteY1-126" fmla="*/ 0 h 1418896"/>
                      <a:gd name="connsiteX2-127" fmla="*/ 1881352 w 3731172"/>
                      <a:gd name="connsiteY2-128" fmla="*/ 599089 h 1418896"/>
                      <a:gd name="connsiteX3-129" fmla="*/ 3363310 w 3731172"/>
                      <a:gd name="connsiteY3-130" fmla="*/ 0 h 1418896"/>
                      <a:gd name="connsiteX4-131" fmla="*/ 3584027 w 3731172"/>
                      <a:gd name="connsiteY4-132" fmla="*/ 73572 h 1418896"/>
                      <a:gd name="connsiteX5-133" fmla="*/ 2627586 w 3731172"/>
                      <a:gd name="connsiteY5-134" fmla="*/ 441434 h 1418896"/>
                      <a:gd name="connsiteX6-135" fmla="*/ 2596055 w 3731172"/>
                      <a:gd name="connsiteY6-136" fmla="*/ 914400 h 1418896"/>
                      <a:gd name="connsiteX7-137" fmla="*/ 3731172 w 3731172"/>
                      <a:gd name="connsiteY7-138" fmla="*/ 1345324 h 1418896"/>
                      <a:gd name="connsiteX8-139" fmla="*/ 3447393 w 3731172"/>
                      <a:gd name="connsiteY8-140" fmla="*/ 1408386 h 1418896"/>
                      <a:gd name="connsiteX9-141" fmla="*/ 1870841 w 3731172"/>
                      <a:gd name="connsiteY9-142" fmla="*/ 746234 h 1418896"/>
                      <a:gd name="connsiteX10-143" fmla="*/ 262758 w 3731172"/>
                      <a:gd name="connsiteY10-144" fmla="*/ 1418896 h 1418896"/>
                      <a:gd name="connsiteX11-145" fmla="*/ 0 w 3731172"/>
                      <a:gd name="connsiteY11-146" fmla="*/ 1324303 h 1418896"/>
                      <a:gd name="connsiteX12-147" fmla="*/ 1145627 w 3731172"/>
                      <a:gd name="connsiteY12-148" fmla="*/ 882869 h 1418896"/>
                      <a:gd name="connsiteX13-149" fmla="*/ 1114096 w 3731172"/>
                      <a:gd name="connsiteY13-150" fmla="*/ 420413 h 1418896"/>
                      <a:gd name="connsiteX14-151" fmla="*/ 147144 w 3731172"/>
                      <a:gd name="connsiteY14-152" fmla="*/ 63061 h 1418896"/>
                      <a:gd name="connsiteX0-153" fmla="*/ 168165 w 3731172"/>
                      <a:gd name="connsiteY0-154" fmla="*/ 73572 h 1418896"/>
                      <a:gd name="connsiteX1-155" fmla="*/ 451945 w 3731172"/>
                      <a:gd name="connsiteY1-156" fmla="*/ 0 h 1418896"/>
                      <a:gd name="connsiteX2-157" fmla="*/ 1881352 w 3731172"/>
                      <a:gd name="connsiteY2-158" fmla="*/ 599089 h 1418896"/>
                      <a:gd name="connsiteX3-159" fmla="*/ 3363310 w 3731172"/>
                      <a:gd name="connsiteY3-160" fmla="*/ 0 h 1418896"/>
                      <a:gd name="connsiteX4-161" fmla="*/ 3584027 w 3731172"/>
                      <a:gd name="connsiteY4-162" fmla="*/ 73572 h 1418896"/>
                      <a:gd name="connsiteX5-163" fmla="*/ 2627586 w 3731172"/>
                      <a:gd name="connsiteY5-164" fmla="*/ 441434 h 1418896"/>
                      <a:gd name="connsiteX6-165" fmla="*/ 2596055 w 3731172"/>
                      <a:gd name="connsiteY6-166" fmla="*/ 914400 h 1418896"/>
                      <a:gd name="connsiteX7-167" fmla="*/ 3731172 w 3731172"/>
                      <a:gd name="connsiteY7-168" fmla="*/ 1345324 h 1418896"/>
                      <a:gd name="connsiteX8-169" fmla="*/ 3447393 w 3731172"/>
                      <a:gd name="connsiteY8-170" fmla="*/ 1408386 h 1418896"/>
                      <a:gd name="connsiteX9-171" fmla="*/ 1870841 w 3731172"/>
                      <a:gd name="connsiteY9-172" fmla="*/ 746234 h 1418896"/>
                      <a:gd name="connsiteX10-173" fmla="*/ 262758 w 3731172"/>
                      <a:gd name="connsiteY10-174" fmla="*/ 1418896 h 1418896"/>
                      <a:gd name="connsiteX11-175" fmla="*/ 0 w 3731172"/>
                      <a:gd name="connsiteY11-176" fmla="*/ 1324303 h 1418896"/>
                      <a:gd name="connsiteX12-177" fmla="*/ 1145627 w 3731172"/>
                      <a:gd name="connsiteY12-178" fmla="*/ 882869 h 1418896"/>
                      <a:gd name="connsiteX13-179" fmla="*/ 1114096 w 3731172"/>
                      <a:gd name="connsiteY13-180" fmla="*/ 420413 h 1418896"/>
                      <a:gd name="connsiteX14-181" fmla="*/ 189185 w 3731172"/>
                      <a:gd name="connsiteY14-182" fmla="*/ 84081 h 1418896"/>
                      <a:gd name="connsiteX0-183" fmla="*/ 168165 w 3731172"/>
                      <a:gd name="connsiteY0-184" fmla="*/ 73572 h 1418896"/>
                      <a:gd name="connsiteX1-185" fmla="*/ 451945 w 3731172"/>
                      <a:gd name="connsiteY1-186" fmla="*/ 0 h 1418896"/>
                      <a:gd name="connsiteX2-187" fmla="*/ 1881352 w 3731172"/>
                      <a:gd name="connsiteY2-188" fmla="*/ 599089 h 1418896"/>
                      <a:gd name="connsiteX3-189" fmla="*/ 3363310 w 3731172"/>
                      <a:gd name="connsiteY3-190" fmla="*/ 0 h 1418896"/>
                      <a:gd name="connsiteX4-191" fmla="*/ 3584027 w 3731172"/>
                      <a:gd name="connsiteY4-192" fmla="*/ 73572 h 1418896"/>
                      <a:gd name="connsiteX5-193" fmla="*/ 2627586 w 3731172"/>
                      <a:gd name="connsiteY5-194" fmla="*/ 441434 h 1418896"/>
                      <a:gd name="connsiteX6-195" fmla="*/ 2596055 w 3731172"/>
                      <a:gd name="connsiteY6-196" fmla="*/ 914400 h 1418896"/>
                      <a:gd name="connsiteX7-197" fmla="*/ 3731172 w 3731172"/>
                      <a:gd name="connsiteY7-198" fmla="*/ 1345324 h 1418896"/>
                      <a:gd name="connsiteX8-199" fmla="*/ 3447393 w 3731172"/>
                      <a:gd name="connsiteY8-200" fmla="*/ 1408386 h 1418896"/>
                      <a:gd name="connsiteX9-201" fmla="*/ 1870841 w 3731172"/>
                      <a:gd name="connsiteY9-202" fmla="*/ 746234 h 1418896"/>
                      <a:gd name="connsiteX10-203" fmla="*/ 262758 w 3731172"/>
                      <a:gd name="connsiteY10-204" fmla="*/ 1418896 h 1418896"/>
                      <a:gd name="connsiteX11-205" fmla="*/ 0 w 3731172"/>
                      <a:gd name="connsiteY11-206" fmla="*/ 1324303 h 1418896"/>
                      <a:gd name="connsiteX12-207" fmla="*/ 1145627 w 3731172"/>
                      <a:gd name="connsiteY12-208" fmla="*/ 882869 h 1418896"/>
                      <a:gd name="connsiteX13-209" fmla="*/ 1114096 w 3731172"/>
                      <a:gd name="connsiteY13-210" fmla="*/ 420413 h 1418896"/>
                      <a:gd name="connsiteX14-211" fmla="*/ 189185 w 3731172"/>
                      <a:gd name="connsiteY14-212" fmla="*/ 84081 h 1418896"/>
                      <a:gd name="connsiteX15-213" fmla="*/ 168165 w 3731172"/>
                      <a:gd name="connsiteY15-214" fmla="*/ 73572 h 1418896"/>
                      <a:gd name="connsiteX0-215" fmla="*/ 168165 w 3731172"/>
                      <a:gd name="connsiteY0-216" fmla="*/ 73572 h 1418896"/>
                      <a:gd name="connsiteX1-217" fmla="*/ 451945 w 3731172"/>
                      <a:gd name="connsiteY1-218" fmla="*/ 0 h 1418896"/>
                      <a:gd name="connsiteX2-219" fmla="*/ 1881352 w 3731172"/>
                      <a:gd name="connsiteY2-220" fmla="*/ 599089 h 1418896"/>
                      <a:gd name="connsiteX3-221" fmla="*/ 3363310 w 3731172"/>
                      <a:gd name="connsiteY3-222" fmla="*/ 0 h 1418896"/>
                      <a:gd name="connsiteX4-223" fmla="*/ 3584027 w 3731172"/>
                      <a:gd name="connsiteY4-224" fmla="*/ 73572 h 1418896"/>
                      <a:gd name="connsiteX5-225" fmla="*/ 2627586 w 3731172"/>
                      <a:gd name="connsiteY5-226" fmla="*/ 441434 h 1418896"/>
                      <a:gd name="connsiteX6-227" fmla="*/ 2596055 w 3731172"/>
                      <a:gd name="connsiteY6-228" fmla="*/ 914400 h 1418896"/>
                      <a:gd name="connsiteX7-229" fmla="*/ 3731172 w 3731172"/>
                      <a:gd name="connsiteY7-230" fmla="*/ 1345324 h 1418896"/>
                      <a:gd name="connsiteX8-231" fmla="*/ 3447393 w 3731172"/>
                      <a:gd name="connsiteY8-232" fmla="*/ 1408386 h 1418896"/>
                      <a:gd name="connsiteX9-233" fmla="*/ 1870841 w 3731172"/>
                      <a:gd name="connsiteY9-234" fmla="*/ 746234 h 1418896"/>
                      <a:gd name="connsiteX10-235" fmla="*/ 262758 w 3731172"/>
                      <a:gd name="connsiteY10-236" fmla="*/ 1418896 h 1418896"/>
                      <a:gd name="connsiteX11-237" fmla="*/ 0 w 3731172"/>
                      <a:gd name="connsiteY11-238" fmla="*/ 1324303 h 1418896"/>
                      <a:gd name="connsiteX12-239" fmla="*/ 1145627 w 3731172"/>
                      <a:gd name="connsiteY12-240" fmla="*/ 882869 h 1418896"/>
                      <a:gd name="connsiteX13-241" fmla="*/ 1156137 w 3731172"/>
                      <a:gd name="connsiteY13-242" fmla="*/ 441434 h 1418896"/>
                      <a:gd name="connsiteX14-243" fmla="*/ 189185 w 3731172"/>
                      <a:gd name="connsiteY14-244" fmla="*/ 84081 h 1418896"/>
                      <a:gd name="connsiteX15-245" fmla="*/ 168165 w 3731172"/>
                      <a:gd name="connsiteY15-246" fmla="*/ 73572 h 1418896"/>
                      <a:gd name="connsiteX0-247" fmla="*/ 168165 w 3731172"/>
                      <a:gd name="connsiteY0-248" fmla="*/ 73572 h 1418896"/>
                      <a:gd name="connsiteX1-249" fmla="*/ 451945 w 3731172"/>
                      <a:gd name="connsiteY1-250" fmla="*/ 0 h 1418896"/>
                      <a:gd name="connsiteX2-251" fmla="*/ 1881352 w 3731172"/>
                      <a:gd name="connsiteY2-252" fmla="*/ 599089 h 1418896"/>
                      <a:gd name="connsiteX3-253" fmla="*/ 3363310 w 3731172"/>
                      <a:gd name="connsiteY3-254" fmla="*/ 0 h 1418896"/>
                      <a:gd name="connsiteX4-255" fmla="*/ 3584027 w 3731172"/>
                      <a:gd name="connsiteY4-256" fmla="*/ 73572 h 1418896"/>
                      <a:gd name="connsiteX5-257" fmla="*/ 2627586 w 3731172"/>
                      <a:gd name="connsiteY5-258" fmla="*/ 441434 h 1418896"/>
                      <a:gd name="connsiteX6-259" fmla="*/ 2596055 w 3731172"/>
                      <a:gd name="connsiteY6-260" fmla="*/ 914400 h 1418896"/>
                      <a:gd name="connsiteX7-261" fmla="*/ 3731172 w 3731172"/>
                      <a:gd name="connsiteY7-262" fmla="*/ 1345324 h 1418896"/>
                      <a:gd name="connsiteX8-263" fmla="*/ 3447393 w 3731172"/>
                      <a:gd name="connsiteY8-264" fmla="*/ 1408386 h 1418896"/>
                      <a:gd name="connsiteX9-265" fmla="*/ 1870841 w 3731172"/>
                      <a:gd name="connsiteY9-266" fmla="*/ 746234 h 1418896"/>
                      <a:gd name="connsiteX10-267" fmla="*/ 262758 w 3731172"/>
                      <a:gd name="connsiteY10-268" fmla="*/ 1418896 h 1418896"/>
                      <a:gd name="connsiteX11-269" fmla="*/ 0 w 3731172"/>
                      <a:gd name="connsiteY11-270" fmla="*/ 1324303 h 1418896"/>
                      <a:gd name="connsiteX12-271" fmla="*/ 1145627 w 3731172"/>
                      <a:gd name="connsiteY12-272" fmla="*/ 882869 h 1418896"/>
                      <a:gd name="connsiteX13-273" fmla="*/ 1145626 w 3731172"/>
                      <a:gd name="connsiteY13-274" fmla="*/ 451945 h 1418896"/>
                      <a:gd name="connsiteX14-275" fmla="*/ 189185 w 3731172"/>
                      <a:gd name="connsiteY14-276" fmla="*/ 84081 h 1418896"/>
                      <a:gd name="connsiteX15-277" fmla="*/ 168165 w 3731172"/>
                      <a:gd name="connsiteY15-278" fmla="*/ 73572 h 1418896"/>
                      <a:gd name="connsiteX0-279" fmla="*/ 168165 w 3731172"/>
                      <a:gd name="connsiteY0-280" fmla="*/ 73572 h 1418896"/>
                      <a:gd name="connsiteX1-281" fmla="*/ 451945 w 3731172"/>
                      <a:gd name="connsiteY1-282" fmla="*/ 0 h 1418896"/>
                      <a:gd name="connsiteX2-283" fmla="*/ 1881352 w 3731172"/>
                      <a:gd name="connsiteY2-284" fmla="*/ 599089 h 1418896"/>
                      <a:gd name="connsiteX3-285" fmla="*/ 3363310 w 3731172"/>
                      <a:gd name="connsiteY3-286" fmla="*/ 0 h 1418896"/>
                      <a:gd name="connsiteX4-287" fmla="*/ 3584027 w 3731172"/>
                      <a:gd name="connsiteY4-288" fmla="*/ 73572 h 1418896"/>
                      <a:gd name="connsiteX5-289" fmla="*/ 2627586 w 3731172"/>
                      <a:gd name="connsiteY5-290" fmla="*/ 441434 h 1418896"/>
                      <a:gd name="connsiteX6-291" fmla="*/ 2596055 w 3731172"/>
                      <a:gd name="connsiteY6-292" fmla="*/ 914400 h 1418896"/>
                      <a:gd name="connsiteX7-293" fmla="*/ 3731172 w 3731172"/>
                      <a:gd name="connsiteY7-294" fmla="*/ 1345324 h 1418896"/>
                      <a:gd name="connsiteX8-295" fmla="*/ 3447393 w 3731172"/>
                      <a:gd name="connsiteY8-296" fmla="*/ 1408386 h 1418896"/>
                      <a:gd name="connsiteX9-297" fmla="*/ 1870841 w 3731172"/>
                      <a:gd name="connsiteY9-298" fmla="*/ 746234 h 1418896"/>
                      <a:gd name="connsiteX10-299" fmla="*/ 262758 w 3731172"/>
                      <a:gd name="connsiteY10-300" fmla="*/ 1418896 h 1418896"/>
                      <a:gd name="connsiteX11-301" fmla="*/ 0 w 3731172"/>
                      <a:gd name="connsiteY11-302" fmla="*/ 1324303 h 1418896"/>
                      <a:gd name="connsiteX12-303" fmla="*/ 1145627 w 3731172"/>
                      <a:gd name="connsiteY12-304" fmla="*/ 903890 h 1418896"/>
                      <a:gd name="connsiteX13-305" fmla="*/ 1145626 w 3731172"/>
                      <a:gd name="connsiteY13-306" fmla="*/ 451945 h 1418896"/>
                      <a:gd name="connsiteX14-307" fmla="*/ 189185 w 3731172"/>
                      <a:gd name="connsiteY14-308" fmla="*/ 84081 h 1418896"/>
                      <a:gd name="connsiteX15-309" fmla="*/ 168165 w 3731172"/>
                      <a:gd name="connsiteY15-310" fmla="*/ 73572 h 1418896"/>
                      <a:gd name="connsiteX0-311" fmla="*/ 147144 w 3710151"/>
                      <a:gd name="connsiteY0-312" fmla="*/ 73572 h 1418896"/>
                      <a:gd name="connsiteX1-313" fmla="*/ 430924 w 3710151"/>
                      <a:gd name="connsiteY1-314" fmla="*/ 0 h 1418896"/>
                      <a:gd name="connsiteX2-315" fmla="*/ 1860331 w 3710151"/>
                      <a:gd name="connsiteY2-316" fmla="*/ 599089 h 1418896"/>
                      <a:gd name="connsiteX3-317" fmla="*/ 3342289 w 3710151"/>
                      <a:gd name="connsiteY3-318" fmla="*/ 0 h 1418896"/>
                      <a:gd name="connsiteX4-319" fmla="*/ 3563006 w 3710151"/>
                      <a:gd name="connsiteY4-320" fmla="*/ 73572 h 1418896"/>
                      <a:gd name="connsiteX5-321" fmla="*/ 2606565 w 3710151"/>
                      <a:gd name="connsiteY5-322" fmla="*/ 441434 h 1418896"/>
                      <a:gd name="connsiteX6-323" fmla="*/ 2575034 w 3710151"/>
                      <a:gd name="connsiteY6-324" fmla="*/ 914400 h 1418896"/>
                      <a:gd name="connsiteX7-325" fmla="*/ 3710151 w 3710151"/>
                      <a:gd name="connsiteY7-326" fmla="*/ 1345324 h 1418896"/>
                      <a:gd name="connsiteX8-327" fmla="*/ 3426372 w 3710151"/>
                      <a:gd name="connsiteY8-328" fmla="*/ 1408386 h 1418896"/>
                      <a:gd name="connsiteX9-329" fmla="*/ 1849820 w 3710151"/>
                      <a:gd name="connsiteY9-330" fmla="*/ 746234 h 1418896"/>
                      <a:gd name="connsiteX10-331" fmla="*/ 241737 w 3710151"/>
                      <a:gd name="connsiteY10-332" fmla="*/ 1418896 h 1418896"/>
                      <a:gd name="connsiteX11-333" fmla="*/ 0 w 3710151"/>
                      <a:gd name="connsiteY11-334" fmla="*/ 1334814 h 1418896"/>
                      <a:gd name="connsiteX12-335" fmla="*/ 1124606 w 3710151"/>
                      <a:gd name="connsiteY12-336" fmla="*/ 903890 h 1418896"/>
                      <a:gd name="connsiteX13-337" fmla="*/ 1124605 w 3710151"/>
                      <a:gd name="connsiteY13-338" fmla="*/ 451945 h 1418896"/>
                      <a:gd name="connsiteX14-339" fmla="*/ 168164 w 3710151"/>
                      <a:gd name="connsiteY14-340" fmla="*/ 84081 h 1418896"/>
                      <a:gd name="connsiteX15-341" fmla="*/ 147144 w 3710151"/>
                      <a:gd name="connsiteY15-342" fmla="*/ 73572 h 1418896"/>
                      <a:gd name="connsiteX0-343" fmla="*/ 147144 w 3710151"/>
                      <a:gd name="connsiteY0-344" fmla="*/ 73572 h 1418896"/>
                      <a:gd name="connsiteX1-345" fmla="*/ 430924 w 3710151"/>
                      <a:gd name="connsiteY1-346" fmla="*/ 0 h 1418896"/>
                      <a:gd name="connsiteX2-347" fmla="*/ 1860331 w 3710151"/>
                      <a:gd name="connsiteY2-348" fmla="*/ 599089 h 1418896"/>
                      <a:gd name="connsiteX3-349" fmla="*/ 3342289 w 3710151"/>
                      <a:gd name="connsiteY3-350" fmla="*/ 0 h 1418896"/>
                      <a:gd name="connsiteX4-351" fmla="*/ 3563006 w 3710151"/>
                      <a:gd name="connsiteY4-352" fmla="*/ 73572 h 1418896"/>
                      <a:gd name="connsiteX5-353" fmla="*/ 2606565 w 3710151"/>
                      <a:gd name="connsiteY5-354" fmla="*/ 441434 h 1418896"/>
                      <a:gd name="connsiteX6-355" fmla="*/ 2606565 w 3710151"/>
                      <a:gd name="connsiteY6-356" fmla="*/ 924910 h 1418896"/>
                      <a:gd name="connsiteX7-357" fmla="*/ 3710151 w 3710151"/>
                      <a:gd name="connsiteY7-358" fmla="*/ 1345324 h 1418896"/>
                      <a:gd name="connsiteX8-359" fmla="*/ 3426372 w 3710151"/>
                      <a:gd name="connsiteY8-360" fmla="*/ 1408386 h 1418896"/>
                      <a:gd name="connsiteX9-361" fmla="*/ 1849820 w 3710151"/>
                      <a:gd name="connsiteY9-362" fmla="*/ 746234 h 1418896"/>
                      <a:gd name="connsiteX10-363" fmla="*/ 241737 w 3710151"/>
                      <a:gd name="connsiteY10-364" fmla="*/ 1418896 h 1418896"/>
                      <a:gd name="connsiteX11-365" fmla="*/ 0 w 3710151"/>
                      <a:gd name="connsiteY11-366" fmla="*/ 1334814 h 1418896"/>
                      <a:gd name="connsiteX12-367" fmla="*/ 1124606 w 3710151"/>
                      <a:gd name="connsiteY12-368" fmla="*/ 903890 h 1418896"/>
                      <a:gd name="connsiteX13-369" fmla="*/ 1124605 w 3710151"/>
                      <a:gd name="connsiteY13-370" fmla="*/ 451945 h 1418896"/>
                      <a:gd name="connsiteX14-371" fmla="*/ 168164 w 3710151"/>
                      <a:gd name="connsiteY14-372" fmla="*/ 84081 h 1418896"/>
                      <a:gd name="connsiteX15-373" fmla="*/ 147144 w 3710151"/>
                      <a:gd name="connsiteY15-374" fmla="*/ 73572 h 1418896"/>
                      <a:gd name="connsiteX0-375" fmla="*/ 147144 w 3710151"/>
                      <a:gd name="connsiteY0-376" fmla="*/ 73572 h 1418896"/>
                      <a:gd name="connsiteX1-377" fmla="*/ 430924 w 3710151"/>
                      <a:gd name="connsiteY1-378" fmla="*/ 0 h 1418896"/>
                      <a:gd name="connsiteX2-379" fmla="*/ 1860331 w 3710151"/>
                      <a:gd name="connsiteY2-380" fmla="*/ 599089 h 1418896"/>
                      <a:gd name="connsiteX3-381" fmla="*/ 3342289 w 3710151"/>
                      <a:gd name="connsiteY3-382" fmla="*/ 0 h 1418896"/>
                      <a:gd name="connsiteX4-383" fmla="*/ 3563006 w 3710151"/>
                      <a:gd name="connsiteY4-384" fmla="*/ 73572 h 1418896"/>
                      <a:gd name="connsiteX5-385" fmla="*/ 2606565 w 3710151"/>
                      <a:gd name="connsiteY5-386" fmla="*/ 441434 h 1418896"/>
                      <a:gd name="connsiteX6-387" fmla="*/ 2610282 w 3710151"/>
                      <a:gd name="connsiteY6-388" fmla="*/ 902607 h 1418896"/>
                      <a:gd name="connsiteX7-389" fmla="*/ 3710151 w 3710151"/>
                      <a:gd name="connsiteY7-390" fmla="*/ 1345324 h 1418896"/>
                      <a:gd name="connsiteX8-391" fmla="*/ 3426372 w 3710151"/>
                      <a:gd name="connsiteY8-392" fmla="*/ 1408386 h 1418896"/>
                      <a:gd name="connsiteX9-393" fmla="*/ 1849820 w 3710151"/>
                      <a:gd name="connsiteY9-394" fmla="*/ 746234 h 1418896"/>
                      <a:gd name="connsiteX10-395" fmla="*/ 241737 w 3710151"/>
                      <a:gd name="connsiteY10-396" fmla="*/ 1418896 h 1418896"/>
                      <a:gd name="connsiteX11-397" fmla="*/ 0 w 3710151"/>
                      <a:gd name="connsiteY11-398" fmla="*/ 1334814 h 1418896"/>
                      <a:gd name="connsiteX12-399" fmla="*/ 1124606 w 3710151"/>
                      <a:gd name="connsiteY12-400" fmla="*/ 903890 h 1418896"/>
                      <a:gd name="connsiteX13-401" fmla="*/ 1124605 w 3710151"/>
                      <a:gd name="connsiteY13-402" fmla="*/ 451945 h 1418896"/>
                      <a:gd name="connsiteX14-403" fmla="*/ 168164 w 3710151"/>
                      <a:gd name="connsiteY14-404" fmla="*/ 84081 h 1418896"/>
                      <a:gd name="connsiteX15-405" fmla="*/ 147144 w 3710151"/>
                      <a:gd name="connsiteY15-406" fmla="*/ 73572 h 1418896"/>
                      <a:gd name="connsiteX0-407" fmla="*/ 147144 w 3710151"/>
                      <a:gd name="connsiteY0-408" fmla="*/ 73572 h 1418896"/>
                      <a:gd name="connsiteX1-409" fmla="*/ 430924 w 3710151"/>
                      <a:gd name="connsiteY1-410" fmla="*/ 0 h 1418896"/>
                      <a:gd name="connsiteX2-411" fmla="*/ 1860331 w 3710151"/>
                      <a:gd name="connsiteY2-412" fmla="*/ 599089 h 1418896"/>
                      <a:gd name="connsiteX3-413" fmla="*/ 3342289 w 3710151"/>
                      <a:gd name="connsiteY3-414" fmla="*/ 0 h 1418896"/>
                      <a:gd name="connsiteX4-415" fmla="*/ 3563006 w 3710151"/>
                      <a:gd name="connsiteY4-416" fmla="*/ 73572 h 1418896"/>
                      <a:gd name="connsiteX5-417" fmla="*/ 2617717 w 3710151"/>
                      <a:gd name="connsiteY5-418" fmla="*/ 445151 h 1418896"/>
                      <a:gd name="connsiteX6-419" fmla="*/ 2610282 w 3710151"/>
                      <a:gd name="connsiteY6-420" fmla="*/ 902607 h 1418896"/>
                      <a:gd name="connsiteX7-421" fmla="*/ 3710151 w 3710151"/>
                      <a:gd name="connsiteY7-422" fmla="*/ 1345324 h 1418896"/>
                      <a:gd name="connsiteX8-423" fmla="*/ 3426372 w 3710151"/>
                      <a:gd name="connsiteY8-424" fmla="*/ 1408386 h 1418896"/>
                      <a:gd name="connsiteX9-425" fmla="*/ 1849820 w 3710151"/>
                      <a:gd name="connsiteY9-426" fmla="*/ 746234 h 1418896"/>
                      <a:gd name="connsiteX10-427" fmla="*/ 241737 w 3710151"/>
                      <a:gd name="connsiteY10-428" fmla="*/ 1418896 h 1418896"/>
                      <a:gd name="connsiteX11-429" fmla="*/ 0 w 3710151"/>
                      <a:gd name="connsiteY11-430" fmla="*/ 1334814 h 1418896"/>
                      <a:gd name="connsiteX12-431" fmla="*/ 1124606 w 3710151"/>
                      <a:gd name="connsiteY12-432" fmla="*/ 903890 h 1418896"/>
                      <a:gd name="connsiteX13-433" fmla="*/ 1124605 w 3710151"/>
                      <a:gd name="connsiteY13-434" fmla="*/ 451945 h 1418896"/>
                      <a:gd name="connsiteX14-435" fmla="*/ 168164 w 3710151"/>
                      <a:gd name="connsiteY14-436" fmla="*/ 84081 h 1418896"/>
                      <a:gd name="connsiteX15-437" fmla="*/ 147144 w 3710151"/>
                      <a:gd name="connsiteY15-438" fmla="*/ 73572 h 1418896"/>
                      <a:gd name="connsiteX0-439" fmla="*/ 147144 w 3710151"/>
                      <a:gd name="connsiteY0-440" fmla="*/ 73572 h 1418896"/>
                      <a:gd name="connsiteX1-441" fmla="*/ 430924 w 3710151"/>
                      <a:gd name="connsiteY1-442" fmla="*/ 0 h 1418896"/>
                      <a:gd name="connsiteX2-443" fmla="*/ 1860331 w 3710151"/>
                      <a:gd name="connsiteY2-444" fmla="*/ 599089 h 1418896"/>
                      <a:gd name="connsiteX3-445" fmla="*/ 3342289 w 3710151"/>
                      <a:gd name="connsiteY3-446" fmla="*/ 0 h 1418896"/>
                      <a:gd name="connsiteX4-447" fmla="*/ 3563006 w 3710151"/>
                      <a:gd name="connsiteY4-448" fmla="*/ 73572 h 1418896"/>
                      <a:gd name="connsiteX5-449" fmla="*/ 2617717 w 3710151"/>
                      <a:gd name="connsiteY5-450" fmla="*/ 448868 h 1418896"/>
                      <a:gd name="connsiteX6-451" fmla="*/ 2610282 w 3710151"/>
                      <a:gd name="connsiteY6-452" fmla="*/ 902607 h 1418896"/>
                      <a:gd name="connsiteX7-453" fmla="*/ 3710151 w 3710151"/>
                      <a:gd name="connsiteY7-454" fmla="*/ 1345324 h 1418896"/>
                      <a:gd name="connsiteX8-455" fmla="*/ 3426372 w 3710151"/>
                      <a:gd name="connsiteY8-456" fmla="*/ 1408386 h 1418896"/>
                      <a:gd name="connsiteX9-457" fmla="*/ 1849820 w 3710151"/>
                      <a:gd name="connsiteY9-458" fmla="*/ 746234 h 1418896"/>
                      <a:gd name="connsiteX10-459" fmla="*/ 241737 w 3710151"/>
                      <a:gd name="connsiteY10-460" fmla="*/ 1418896 h 1418896"/>
                      <a:gd name="connsiteX11-461" fmla="*/ 0 w 3710151"/>
                      <a:gd name="connsiteY11-462" fmla="*/ 1334814 h 1418896"/>
                      <a:gd name="connsiteX12-463" fmla="*/ 1124606 w 3710151"/>
                      <a:gd name="connsiteY12-464" fmla="*/ 903890 h 1418896"/>
                      <a:gd name="connsiteX13-465" fmla="*/ 1124605 w 3710151"/>
                      <a:gd name="connsiteY13-466" fmla="*/ 451945 h 1418896"/>
                      <a:gd name="connsiteX14-467" fmla="*/ 168164 w 3710151"/>
                      <a:gd name="connsiteY14-468" fmla="*/ 84081 h 1418896"/>
                      <a:gd name="connsiteX15-469" fmla="*/ 147144 w 3710151"/>
                      <a:gd name="connsiteY15-470" fmla="*/ 73572 h 1418896"/>
                      <a:gd name="connsiteX0-471" fmla="*/ 147144 w 3710151"/>
                      <a:gd name="connsiteY0-472" fmla="*/ 73572 h 1418896"/>
                      <a:gd name="connsiteX1-473" fmla="*/ 430924 w 3710151"/>
                      <a:gd name="connsiteY1-474" fmla="*/ 0 h 1418896"/>
                      <a:gd name="connsiteX2-475" fmla="*/ 1838028 w 3710151"/>
                      <a:gd name="connsiteY2-476" fmla="*/ 591655 h 1418896"/>
                      <a:gd name="connsiteX3-477" fmla="*/ 3342289 w 3710151"/>
                      <a:gd name="connsiteY3-478" fmla="*/ 0 h 1418896"/>
                      <a:gd name="connsiteX4-479" fmla="*/ 3563006 w 3710151"/>
                      <a:gd name="connsiteY4-480" fmla="*/ 73572 h 1418896"/>
                      <a:gd name="connsiteX5-481" fmla="*/ 2617717 w 3710151"/>
                      <a:gd name="connsiteY5-482" fmla="*/ 448868 h 1418896"/>
                      <a:gd name="connsiteX6-483" fmla="*/ 2610282 w 3710151"/>
                      <a:gd name="connsiteY6-484" fmla="*/ 902607 h 1418896"/>
                      <a:gd name="connsiteX7-485" fmla="*/ 3710151 w 3710151"/>
                      <a:gd name="connsiteY7-486" fmla="*/ 1345324 h 1418896"/>
                      <a:gd name="connsiteX8-487" fmla="*/ 3426372 w 3710151"/>
                      <a:gd name="connsiteY8-488" fmla="*/ 1408386 h 1418896"/>
                      <a:gd name="connsiteX9-489" fmla="*/ 1849820 w 3710151"/>
                      <a:gd name="connsiteY9-490" fmla="*/ 746234 h 1418896"/>
                      <a:gd name="connsiteX10-491" fmla="*/ 241737 w 3710151"/>
                      <a:gd name="connsiteY10-492" fmla="*/ 1418896 h 1418896"/>
                      <a:gd name="connsiteX11-493" fmla="*/ 0 w 3710151"/>
                      <a:gd name="connsiteY11-494" fmla="*/ 1334814 h 1418896"/>
                      <a:gd name="connsiteX12-495" fmla="*/ 1124606 w 3710151"/>
                      <a:gd name="connsiteY12-496" fmla="*/ 903890 h 1418896"/>
                      <a:gd name="connsiteX13-497" fmla="*/ 1124605 w 3710151"/>
                      <a:gd name="connsiteY13-498" fmla="*/ 451945 h 1418896"/>
                      <a:gd name="connsiteX14-499" fmla="*/ 168164 w 3710151"/>
                      <a:gd name="connsiteY14-500" fmla="*/ 84081 h 1418896"/>
                      <a:gd name="connsiteX15-501" fmla="*/ 147144 w 3710151"/>
                      <a:gd name="connsiteY15-502" fmla="*/ 73572 h 1418896"/>
                      <a:gd name="connsiteX0-503" fmla="*/ 147144 w 3710151"/>
                      <a:gd name="connsiteY0-504" fmla="*/ 73572 h 1418896"/>
                      <a:gd name="connsiteX1-505" fmla="*/ 430924 w 3710151"/>
                      <a:gd name="connsiteY1-506" fmla="*/ 0 h 1418896"/>
                      <a:gd name="connsiteX2-507" fmla="*/ 1838028 w 3710151"/>
                      <a:gd name="connsiteY2-508" fmla="*/ 591655 h 1418896"/>
                      <a:gd name="connsiteX3-509" fmla="*/ 3342289 w 3710151"/>
                      <a:gd name="connsiteY3-510" fmla="*/ 0 h 1418896"/>
                      <a:gd name="connsiteX4-511" fmla="*/ 3563006 w 3710151"/>
                      <a:gd name="connsiteY4-512" fmla="*/ 73572 h 1418896"/>
                      <a:gd name="connsiteX5-513" fmla="*/ 2617717 w 3710151"/>
                      <a:gd name="connsiteY5-514" fmla="*/ 448868 h 1418896"/>
                      <a:gd name="connsiteX6-515" fmla="*/ 2610282 w 3710151"/>
                      <a:gd name="connsiteY6-516" fmla="*/ 902607 h 1418896"/>
                      <a:gd name="connsiteX7-517" fmla="*/ 3710151 w 3710151"/>
                      <a:gd name="connsiteY7-518" fmla="*/ 1345324 h 1418896"/>
                      <a:gd name="connsiteX8-519" fmla="*/ 3426372 w 3710151"/>
                      <a:gd name="connsiteY8-520" fmla="*/ 1408386 h 1418896"/>
                      <a:gd name="connsiteX9-521" fmla="*/ 1849820 w 3710151"/>
                      <a:gd name="connsiteY9-522" fmla="*/ 746234 h 1418896"/>
                      <a:gd name="connsiteX10-523" fmla="*/ 241737 w 3710151"/>
                      <a:gd name="connsiteY10-524" fmla="*/ 1418896 h 1418896"/>
                      <a:gd name="connsiteX11-525" fmla="*/ 0 w 3710151"/>
                      <a:gd name="connsiteY11-526" fmla="*/ 1334814 h 1418896"/>
                      <a:gd name="connsiteX12-527" fmla="*/ 1124606 w 3710151"/>
                      <a:gd name="connsiteY12-528" fmla="*/ 903890 h 1418896"/>
                      <a:gd name="connsiteX13-529" fmla="*/ 1087434 w 3710151"/>
                      <a:gd name="connsiteY13-530" fmla="*/ 451945 h 1418896"/>
                      <a:gd name="connsiteX14-531" fmla="*/ 168164 w 3710151"/>
                      <a:gd name="connsiteY14-532" fmla="*/ 84081 h 1418896"/>
                      <a:gd name="connsiteX15-533" fmla="*/ 147144 w 3710151"/>
                      <a:gd name="connsiteY15-534" fmla="*/ 73572 h 1418896"/>
                      <a:gd name="connsiteX0-535" fmla="*/ 147144 w 3710151"/>
                      <a:gd name="connsiteY0-536" fmla="*/ 73572 h 1418896"/>
                      <a:gd name="connsiteX1-537" fmla="*/ 430924 w 3710151"/>
                      <a:gd name="connsiteY1-538" fmla="*/ 0 h 1418896"/>
                      <a:gd name="connsiteX2-539" fmla="*/ 1838028 w 3710151"/>
                      <a:gd name="connsiteY2-540" fmla="*/ 591655 h 1418896"/>
                      <a:gd name="connsiteX3-541" fmla="*/ 3342289 w 3710151"/>
                      <a:gd name="connsiteY3-542" fmla="*/ 0 h 1418896"/>
                      <a:gd name="connsiteX4-543" fmla="*/ 3563006 w 3710151"/>
                      <a:gd name="connsiteY4-544" fmla="*/ 73572 h 1418896"/>
                      <a:gd name="connsiteX5-545" fmla="*/ 2617717 w 3710151"/>
                      <a:gd name="connsiteY5-546" fmla="*/ 448868 h 1418896"/>
                      <a:gd name="connsiteX6-547" fmla="*/ 2610282 w 3710151"/>
                      <a:gd name="connsiteY6-548" fmla="*/ 902607 h 1418896"/>
                      <a:gd name="connsiteX7-549" fmla="*/ 3710151 w 3710151"/>
                      <a:gd name="connsiteY7-550" fmla="*/ 1345324 h 1418896"/>
                      <a:gd name="connsiteX8-551" fmla="*/ 3426372 w 3710151"/>
                      <a:gd name="connsiteY8-552" fmla="*/ 1408386 h 1418896"/>
                      <a:gd name="connsiteX9-553" fmla="*/ 1849820 w 3710151"/>
                      <a:gd name="connsiteY9-554" fmla="*/ 746234 h 1418896"/>
                      <a:gd name="connsiteX10-555" fmla="*/ 241737 w 3710151"/>
                      <a:gd name="connsiteY10-556" fmla="*/ 1418896 h 1418896"/>
                      <a:gd name="connsiteX11-557" fmla="*/ 0 w 3710151"/>
                      <a:gd name="connsiteY11-558" fmla="*/ 1334814 h 1418896"/>
                      <a:gd name="connsiteX12-559" fmla="*/ 1098586 w 3710151"/>
                      <a:gd name="connsiteY12-560" fmla="*/ 903890 h 1418896"/>
                      <a:gd name="connsiteX13-561" fmla="*/ 1087434 w 3710151"/>
                      <a:gd name="connsiteY13-562" fmla="*/ 451945 h 1418896"/>
                      <a:gd name="connsiteX14-563" fmla="*/ 168164 w 3710151"/>
                      <a:gd name="connsiteY14-564" fmla="*/ 84081 h 1418896"/>
                      <a:gd name="connsiteX15-565" fmla="*/ 147144 w 3710151"/>
                      <a:gd name="connsiteY15-566" fmla="*/ 73572 h 1418896"/>
                      <a:gd name="connsiteX0-567" fmla="*/ 162012 w 3725019"/>
                      <a:gd name="connsiteY0-568" fmla="*/ 73572 h 1418896"/>
                      <a:gd name="connsiteX1-569" fmla="*/ 445792 w 3725019"/>
                      <a:gd name="connsiteY1-570" fmla="*/ 0 h 1418896"/>
                      <a:gd name="connsiteX2-571" fmla="*/ 1852896 w 3725019"/>
                      <a:gd name="connsiteY2-572" fmla="*/ 591655 h 1418896"/>
                      <a:gd name="connsiteX3-573" fmla="*/ 3357157 w 3725019"/>
                      <a:gd name="connsiteY3-574" fmla="*/ 0 h 1418896"/>
                      <a:gd name="connsiteX4-575" fmla="*/ 3577874 w 3725019"/>
                      <a:gd name="connsiteY4-576" fmla="*/ 73572 h 1418896"/>
                      <a:gd name="connsiteX5-577" fmla="*/ 2632585 w 3725019"/>
                      <a:gd name="connsiteY5-578" fmla="*/ 448868 h 1418896"/>
                      <a:gd name="connsiteX6-579" fmla="*/ 2625150 w 3725019"/>
                      <a:gd name="connsiteY6-580" fmla="*/ 902607 h 1418896"/>
                      <a:gd name="connsiteX7-581" fmla="*/ 3725019 w 3725019"/>
                      <a:gd name="connsiteY7-582" fmla="*/ 1345324 h 1418896"/>
                      <a:gd name="connsiteX8-583" fmla="*/ 3441240 w 3725019"/>
                      <a:gd name="connsiteY8-584" fmla="*/ 1408386 h 1418896"/>
                      <a:gd name="connsiteX9-585" fmla="*/ 1864688 w 3725019"/>
                      <a:gd name="connsiteY9-586" fmla="*/ 746234 h 1418896"/>
                      <a:gd name="connsiteX10-587" fmla="*/ 256605 w 3725019"/>
                      <a:gd name="connsiteY10-588" fmla="*/ 1418896 h 1418896"/>
                      <a:gd name="connsiteX11-589" fmla="*/ 0 w 3725019"/>
                      <a:gd name="connsiteY11-590" fmla="*/ 1331097 h 1418896"/>
                      <a:gd name="connsiteX12-591" fmla="*/ 1113454 w 3725019"/>
                      <a:gd name="connsiteY12-592" fmla="*/ 903890 h 1418896"/>
                      <a:gd name="connsiteX13-593" fmla="*/ 1102302 w 3725019"/>
                      <a:gd name="connsiteY13-594" fmla="*/ 451945 h 1418896"/>
                      <a:gd name="connsiteX14-595" fmla="*/ 183032 w 3725019"/>
                      <a:gd name="connsiteY14-596" fmla="*/ 84081 h 1418896"/>
                      <a:gd name="connsiteX15-597" fmla="*/ 162012 w 3725019"/>
                      <a:gd name="connsiteY15-598" fmla="*/ 73572 h 141889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  <a:cxn ang="0">
                        <a:pos x="connsiteX11-23" y="connsiteY11-24"/>
                      </a:cxn>
                      <a:cxn ang="0">
                        <a:pos x="connsiteX12-25" y="connsiteY12-26"/>
                      </a:cxn>
                      <a:cxn ang="0">
                        <a:pos x="connsiteX13-27" y="connsiteY13-28"/>
                      </a:cxn>
                      <a:cxn ang="0">
                        <a:pos x="connsiteX14-29" y="connsiteY14-30"/>
                      </a:cxn>
                      <a:cxn ang="0">
                        <a:pos x="connsiteX15-31" y="connsiteY15-32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392" name="Group 391"/>
              <p:cNvGrpSpPr/>
              <p:nvPr/>
            </p:nvGrpSpPr>
            <p:grpSpPr>
              <a:xfrm>
                <a:off x="11064947" y="3428485"/>
                <a:ext cx="423724" cy="405973"/>
                <a:chOff x="5103720" y="2693365"/>
                <a:chExt cx="611650" cy="414788"/>
              </a:xfrm>
            </p:grpSpPr>
            <p:cxnSp>
              <p:nvCxnSpPr>
                <p:cNvPr id="393" name="Straight Connector 392"/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95" name="Group 394"/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96" name="Picture 395" descr="server_rack.png"/>
                  <p:cNvPicPr>
                    <a:picLocks noChangeAspect="1"/>
                  </p:cNvPicPr>
                  <p:nvPr/>
                </p:nvPicPr>
                <p:blipFill>
                  <a:blip r:embed="rId1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7" name="Picture 396" descr="server_rack.png"/>
                  <p:cNvPicPr>
                    <a:picLocks noChangeAspect="1"/>
                  </p:cNvPicPr>
                  <p:nvPr/>
                </p:nvPicPr>
                <p:blipFill>
                  <a:blip r:embed="rId1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8" name="Picture 397" descr="server_rack.png"/>
                  <p:cNvPicPr>
                    <a:picLocks noChangeAspect="1"/>
                  </p:cNvPicPr>
                  <p:nvPr/>
                </p:nvPicPr>
                <p:blipFill>
                  <a:blip r:embed="rId1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</p:grpSp>
        <p:grpSp>
          <p:nvGrpSpPr>
            <p:cNvPr id="10" name="Group 9"/>
            <p:cNvGrpSpPr/>
            <p:nvPr/>
          </p:nvGrpSpPr>
          <p:grpSpPr>
            <a:xfrm>
              <a:off x="7975881" y="4741266"/>
              <a:ext cx="2318709" cy="1245936"/>
              <a:chOff x="7948367" y="4775686"/>
              <a:chExt cx="2318709" cy="1245936"/>
            </a:xfrm>
          </p:grpSpPr>
          <p:sp>
            <p:nvSpPr>
              <p:cNvPr id="22" name="Line 428"/>
              <p:cNvSpPr>
                <a:spLocks noChangeShapeType="1"/>
              </p:cNvSpPr>
              <p:nvPr/>
            </p:nvSpPr>
            <p:spPr bwMode="auto">
              <a:xfrm rot="16200000" flipV="1">
                <a:off x="9789609" y="5251739"/>
                <a:ext cx="388062" cy="75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" name="Line 435"/>
              <p:cNvSpPr>
                <a:spLocks noChangeShapeType="1"/>
              </p:cNvSpPr>
              <p:nvPr/>
            </p:nvSpPr>
            <p:spPr bwMode="auto">
              <a:xfrm>
                <a:off x="8210207" y="5117334"/>
                <a:ext cx="226800" cy="1270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7" name="Line 440"/>
              <p:cNvSpPr>
                <a:spLocks noChangeShapeType="1"/>
              </p:cNvSpPr>
              <p:nvPr/>
            </p:nvSpPr>
            <p:spPr bwMode="auto">
              <a:xfrm flipV="1">
                <a:off x="8459425" y="5036562"/>
                <a:ext cx="404236" cy="20777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4" name="Group 3"/>
              <p:cNvGrpSpPr/>
              <p:nvPr/>
            </p:nvGrpSpPr>
            <p:grpSpPr>
              <a:xfrm>
                <a:off x="7948367" y="4775686"/>
                <a:ext cx="2318709" cy="1245936"/>
                <a:chOff x="7948367" y="4775686"/>
                <a:chExt cx="2318709" cy="1245936"/>
              </a:xfrm>
            </p:grpSpPr>
            <p:sp>
              <p:nvSpPr>
                <p:cNvPr id="24" name="Line 430"/>
                <p:cNvSpPr>
                  <a:spLocks noChangeShapeType="1"/>
                </p:cNvSpPr>
                <p:nvPr/>
              </p:nvSpPr>
              <p:spPr bwMode="auto">
                <a:xfrm rot="16200000">
                  <a:off x="10209926" y="5405286"/>
                  <a:ext cx="0" cy="11430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" name="Line 431"/>
                <p:cNvSpPr>
                  <a:spLocks noChangeShapeType="1"/>
                </p:cNvSpPr>
                <p:nvPr/>
              </p:nvSpPr>
              <p:spPr bwMode="auto">
                <a:xfrm>
                  <a:off x="9432959" y="4838517"/>
                  <a:ext cx="524483" cy="261537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" name="Line 432"/>
                <p:cNvSpPr>
                  <a:spLocks noChangeShapeType="1"/>
                </p:cNvSpPr>
                <p:nvPr/>
              </p:nvSpPr>
              <p:spPr bwMode="auto">
                <a:xfrm flipV="1">
                  <a:off x="8850066" y="4838517"/>
                  <a:ext cx="569255" cy="24626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7" name="Line 433"/>
                <p:cNvSpPr>
                  <a:spLocks noChangeShapeType="1"/>
                </p:cNvSpPr>
                <p:nvPr/>
              </p:nvSpPr>
              <p:spPr bwMode="auto">
                <a:xfrm flipV="1">
                  <a:off x="8821744" y="5108876"/>
                  <a:ext cx="1030502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9" name="Line 436"/>
                <p:cNvSpPr>
                  <a:spLocks noChangeShapeType="1"/>
                </p:cNvSpPr>
                <p:nvPr/>
              </p:nvSpPr>
              <p:spPr bwMode="auto">
                <a:xfrm flipV="1">
                  <a:off x="7948367" y="5290470"/>
                  <a:ext cx="41275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0" name="Line 439"/>
                <p:cNvSpPr>
                  <a:spLocks noChangeShapeType="1"/>
                </p:cNvSpPr>
                <p:nvPr/>
              </p:nvSpPr>
              <p:spPr bwMode="auto">
                <a:xfrm flipH="1">
                  <a:off x="8373817" y="5282252"/>
                  <a:ext cx="68080" cy="2939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1" name="Line 440"/>
                <p:cNvSpPr>
                  <a:spLocks noChangeShapeType="1"/>
                </p:cNvSpPr>
                <p:nvPr/>
              </p:nvSpPr>
              <p:spPr bwMode="auto">
                <a:xfrm flipH="1" flipV="1">
                  <a:off x="8488731" y="5307931"/>
                  <a:ext cx="280374" cy="26987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" name="Line 441"/>
                <p:cNvSpPr>
                  <a:spLocks noChangeShapeType="1"/>
                </p:cNvSpPr>
                <p:nvPr/>
              </p:nvSpPr>
              <p:spPr bwMode="auto">
                <a:xfrm>
                  <a:off x="8488731" y="5258048"/>
                  <a:ext cx="914184" cy="46862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8" name="Line 428"/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885545" y="5583471"/>
                  <a:ext cx="366793" cy="1482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260" name="Picture 781" descr="antenna_radiation_stylized"/>
                <p:cNvPicPr>
                  <a:picLocks noChangeAspect="1" noChangeArrowheads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073" y="5480938"/>
                  <a:ext cx="452014" cy="9515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9" name="Picture 780" descr="access_point_stylized_small"/>
                <p:cNvPicPr>
                  <a:picLocks noChangeAspect="1" noChangeArrowheads="1"/>
                </p:cNvPicPr>
                <p:nvPr/>
              </p:nvPicPr>
              <p:blipFill>
                <a:blip r:embed="rId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90610" y="5524232"/>
                  <a:ext cx="380935" cy="3174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471" name="Group 470"/>
                <p:cNvGrpSpPr/>
                <p:nvPr/>
              </p:nvGrpSpPr>
              <p:grpSpPr>
                <a:xfrm>
                  <a:off x="9783558" y="4989983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72" name="Freeform 471"/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-1" fmla="*/ 8187558 w 8187558"/>
                      <a:gd name="connsiteY0-2" fmla="*/ 0 h 2617076"/>
                      <a:gd name="connsiteX1-3" fmla="*/ 8187558 w 8187558"/>
                      <a:gd name="connsiteY1-4" fmla="*/ 1271752 h 2617076"/>
                      <a:gd name="connsiteX2-5" fmla="*/ 4025462 w 8187558"/>
                      <a:gd name="connsiteY2-6" fmla="*/ 2617076 h 2617076"/>
                      <a:gd name="connsiteX3-7" fmla="*/ 0 w 8187558"/>
                      <a:gd name="connsiteY3-8" fmla="*/ 1229711 h 2617076"/>
                      <a:gd name="connsiteX4-9" fmla="*/ 31531 w 8187558"/>
                      <a:gd name="connsiteY4-10" fmla="*/ 147145 h 2617076"/>
                      <a:gd name="connsiteX5-11" fmla="*/ 4046482 w 8187558"/>
                      <a:gd name="connsiteY5-12" fmla="*/ 1576552 h 2617076"/>
                      <a:gd name="connsiteX6-13" fmla="*/ 8187558 w 8187558"/>
                      <a:gd name="connsiteY6-14" fmla="*/ 0 h 2617076"/>
                      <a:gd name="connsiteX0-15" fmla="*/ 8187558 w 8187558"/>
                      <a:gd name="connsiteY0-16" fmla="*/ 0 h 2617076"/>
                      <a:gd name="connsiteX1-17" fmla="*/ 8187558 w 8187558"/>
                      <a:gd name="connsiteY1-18" fmla="*/ 1271752 h 2617076"/>
                      <a:gd name="connsiteX2-19" fmla="*/ 4025462 w 8187558"/>
                      <a:gd name="connsiteY2-20" fmla="*/ 2617076 h 2617076"/>
                      <a:gd name="connsiteX3-21" fmla="*/ 0 w 8187558"/>
                      <a:gd name="connsiteY3-22" fmla="*/ 1229711 h 2617076"/>
                      <a:gd name="connsiteX4-23" fmla="*/ 31531 w 8187558"/>
                      <a:gd name="connsiteY4-24" fmla="*/ 147145 h 2617076"/>
                      <a:gd name="connsiteX5-25" fmla="*/ 4046482 w 8187558"/>
                      <a:gd name="connsiteY5-26" fmla="*/ 1576552 h 2617076"/>
                      <a:gd name="connsiteX6-27" fmla="*/ 8187558 w 8187558"/>
                      <a:gd name="connsiteY6-28" fmla="*/ 0 h 2617076"/>
                      <a:gd name="connsiteX0-29" fmla="*/ 8187558 w 8187558"/>
                      <a:gd name="connsiteY0-30" fmla="*/ 0 h 2617076"/>
                      <a:gd name="connsiteX1-31" fmla="*/ 8187558 w 8187558"/>
                      <a:gd name="connsiteY1-32" fmla="*/ 1271752 h 2617076"/>
                      <a:gd name="connsiteX2-33" fmla="*/ 4025462 w 8187558"/>
                      <a:gd name="connsiteY2-34" fmla="*/ 2617076 h 2617076"/>
                      <a:gd name="connsiteX3-35" fmla="*/ 0 w 8187558"/>
                      <a:gd name="connsiteY3-36" fmla="*/ 1229711 h 2617076"/>
                      <a:gd name="connsiteX4-37" fmla="*/ 31531 w 8187558"/>
                      <a:gd name="connsiteY4-38" fmla="*/ 147145 h 2617076"/>
                      <a:gd name="connsiteX5-39" fmla="*/ 4046482 w 8187558"/>
                      <a:gd name="connsiteY5-40" fmla="*/ 1576552 h 2617076"/>
                      <a:gd name="connsiteX6-41" fmla="*/ 8187558 w 8187558"/>
                      <a:gd name="connsiteY6-42" fmla="*/ 0 h 2617076"/>
                      <a:gd name="connsiteX0-43" fmla="*/ 8187558 w 8187558"/>
                      <a:gd name="connsiteY0-44" fmla="*/ 0 h 2617076"/>
                      <a:gd name="connsiteX1-45" fmla="*/ 8187558 w 8187558"/>
                      <a:gd name="connsiteY1-46" fmla="*/ 1271752 h 2617076"/>
                      <a:gd name="connsiteX2-47" fmla="*/ 4025462 w 8187558"/>
                      <a:gd name="connsiteY2-48" fmla="*/ 2617076 h 2617076"/>
                      <a:gd name="connsiteX3-49" fmla="*/ 0 w 8187558"/>
                      <a:gd name="connsiteY3-50" fmla="*/ 1229711 h 2617076"/>
                      <a:gd name="connsiteX4-51" fmla="*/ 31531 w 8187558"/>
                      <a:gd name="connsiteY4-52" fmla="*/ 147145 h 2617076"/>
                      <a:gd name="connsiteX5-53" fmla="*/ 4046482 w 8187558"/>
                      <a:gd name="connsiteY5-54" fmla="*/ 1576552 h 2617076"/>
                      <a:gd name="connsiteX6-55" fmla="*/ 8187558 w 8187558"/>
                      <a:gd name="connsiteY6-56" fmla="*/ 0 h 2617076"/>
                      <a:gd name="connsiteX0-57" fmla="*/ 8187558 w 8187558"/>
                      <a:gd name="connsiteY0-58" fmla="*/ 0 h 2617076"/>
                      <a:gd name="connsiteX1-59" fmla="*/ 8187558 w 8187558"/>
                      <a:gd name="connsiteY1-60" fmla="*/ 1271752 h 2617076"/>
                      <a:gd name="connsiteX2-61" fmla="*/ 4025462 w 8187558"/>
                      <a:gd name="connsiteY2-62" fmla="*/ 2617076 h 2617076"/>
                      <a:gd name="connsiteX3-63" fmla="*/ 0 w 8187558"/>
                      <a:gd name="connsiteY3-64" fmla="*/ 1229711 h 2617076"/>
                      <a:gd name="connsiteX4-65" fmla="*/ 31531 w 8187558"/>
                      <a:gd name="connsiteY4-66" fmla="*/ 147145 h 2617076"/>
                      <a:gd name="connsiteX5-67" fmla="*/ 4046482 w 8187558"/>
                      <a:gd name="connsiteY5-68" fmla="*/ 1576552 h 2617076"/>
                      <a:gd name="connsiteX6-69" fmla="*/ 8187558 w 8187558"/>
                      <a:gd name="connsiteY6-70" fmla="*/ 0 h 2617076"/>
                      <a:gd name="connsiteX0-71" fmla="*/ 8187558 w 8187558"/>
                      <a:gd name="connsiteY0-72" fmla="*/ 0 h 2617076"/>
                      <a:gd name="connsiteX1-73" fmla="*/ 8187558 w 8187558"/>
                      <a:gd name="connsiteY1-74" fmla="*/ 1271752 h 2617076"/>
                      <a:gd name="connsiteX2-75" fmla="*/ 4025462 w 8187558"/>
                      <a:gd name="connsiteY2-76" fmla="*/ 2617076 h 2617076"/>
                      <a:gd name="connsiteX3-77" fmla="*/ 0 w 8187558"/>
                      <a:gd name="connsiteY3-78" fmla="*/ 1229711 h 2617076"/>
                      <a:gd name="connsiteX4-79" fmla="*/ 31531 w 8187558"/>
                      <a:gd name="connsiteY4-80" fmla="*/ 147145 h 2617076"/>
                      <a:gd name="connsiteX5-81" fmla="*/ 4046482 w 8187558"/>
                      <a:gd name="connsiteY5-82" fmla="*/ 1576552 h 2617076"/>
                      <a:gd name="connsiteX6-83" fmla="*/ 8187558 w 8187558"/>
                      <a:gd name="connsiteY6-84" fmla="*/ 0 h 2617076"/>
                      <a:gd name="connsiteX0-85" fmla="*/ 8187558 w 8187558"/>
                      <a:gd name="connsiteY0-86" fmla="*/ 0 h 2638097"/>
                      <a:gd name="connsiteX1-87" fmla="*/ 8187558 w 8187558"/>
                      <a:gd name="connsiteY1-88" fmla="*/ 1271752 h 2638097"/>
                      <a:gd name="connsiteX2-89" fmla="*/ 4099035 w 8187558"/>
                      <a:gd name="connsiteY2-90" fmla="*/ 2638097 h 2638097"/>
                      <a:gd name="connsiteX3-91" fmla="*/ 0 w 8187558"/>
                      <a:gd name="connsiteY3-92" fmla="*/ 1229711 h 2638097"/>
                      <a:gd name="connsiteX4-93" fmla="*/ 31531 w 8187558"/>
                      <a:gd name="connsiteY4-94" fmla="*/ 147145 h 2638097"/>
                      <a:gd name="connsiteX5-95" fmla="*/ 4046482 w 8187558"/>
                      <a:gd name="connsiteY5-96" fmla="*/ 1576552 h 2638097"/>
                      <a:gd name="connsiteX6-97" fmla="*/ 8187558 w 8187558"/>
                      <a:gd name="connsiteY6-98" fmla="*/ 0 h 2638097"/>
                      <a:gd name="connsiteX0-99" fmla="*/ 8187558 w 8187558"/>
                      <a:gd name="connsiteY0-100" fmla="*/ 0 h 2638097"/>
                      <a:gd name="connsiteX1-101" fmla="*/ 8187558 w 8187558"/>
                      <a:gd name="connsiteY1-102" fmla="*/ 1271752 h 2638097"/>
                      <a:gd name="connsiteX2-103" fmla="*/ 4099035 w 8187558"/>
                      <a:gd name="connsiteY2-104" fmla="*/ 2638097 h 2638097"/>
                      <a:gd name="connsiteX3-105" fmla="*/ 0 w 8187558"/>
                      <a:gd name="connsiteY3-106" fmla="*/ 1229711 h 2638097"/>
                      <a:gd name="connsiteX4-107" fmla="*/ 31531 w 8187558"/>
                      <a:gd name="connsiteY4-108" fmla="*/ 147145 h 2638097"/>
                      <a:gd name="connsiteX5-109" fmla="*/ 4046482 w 8187558"/>
                      <a:gd name="connsiteY5-110" fmla="*/ 1576552 h 2638097"/>
                      <a:gd name="connsiteX6-111" fmla="*/ 8187558 w 8187558"/>
                      <a:gd name="connsiteY6-112" fmla="*/ 0 h 2638097"/>
                      <a:gd name="connsiteX0-113" fmla="*/ 8187558 w 8187558"/>
                      <a:gd name="connsiteY0-114" fmla="*/ 0 h 2638097"/>
                      <a:gd name="connsiteX1-115" fmla="*/ 8187558 w 8187558"/>
                      <a:gd name="connsiteY1-116" fmla="*/ 1271752 h 2638097"/>
                      <a:gd name="connsiteX2-117" fmla="*/ 4099035 w 8187558"/>
                      <a:gd name="connsiteY2-118" fmla="*/ 2638097 h 2638097"/>
                      <a:gd name="connsiteX3-119" fmla="*/ 0 w 8187558"/>
                      <a:gd name="connsiteY3-120" fmla="*/ 1229711 h 2638097"/>
                      <a:gd name="connsiteX4-121" fmla="*/ 31531 w 8187558"/>
                      <a:gd name="connsiteY4-122" fmla="*/ 147145 h 2638097"/>
                      <a:gd name="connsiteX5-123" fmla="*/ 4046482 w 8187558"/>
                      <a:gd name="connsiteY5-124" fmla="*/ 1576552 h 2638097"/>
                      <a:gd name="connsiteX6-125" fmla="*/ 8187558 w 8187558"/>
                      <a:gd name="connsiteY6-126" fmla="*/ 0 h 2638097"/>
                      <a:gd name="connsiteX0-127" fmla="*/ 8187558 w 8187558"/>
                      <a:gd name="connsiteY0-128" fmla="*/ 0 h 2638097"/>
                      <a:gd name="connsiteX1-129" fmla="*/ 8187558 w 8187558"/>
                      <a:gd name="connsiteY1-130" fmla="*/ 1271752 h 2638097"/>
                      <a:gd name="connsiteX2-131" fmla="*/ 4099035 w 8187558"/>
                      <a:gd name="connsiteY2-132" fmla="*/ 2638097 h 2638097"/>
                      <a:gd name="connsiteX3-133" fmla="*/ 0 w 8187558"/>
                      <a:gd name="connsiteY3-134" fmla="*/ 1229711 h 2638097"/>
                      <a:gd name="connsiteX4-135" fmla="*/ 31531 w 8187558"/>
                      <a:gd name="connsiteY4-136" fmla="*/ 147145 h 2638097"/>
                      <a:gd name="connsiteX5-137" fmla="*/ 4046482 w 8187558"/>
                      <a:gd name="connsiteY5-138" fmla="*/ 1576552 h 2638097"/>
                      <a:gd name="connsiteX6-139" fmla="*/ 8187558 w 8187558"/>
                      <a:gd name="connsiteY6-140" fmla="*/ 0 h 2638097"/>
                      <a:gd name="connsiteX0-141" fmla="*/ 8187558 w 8187558"/>
                      <a:gd name="connsiteY0-142" fmla="*/ 0 h 2638097"/>
                      <a:gd name="connsiteX1-143" fmla="*/ 8187558 w 8187558"/>
                      <a:gd name="connsiteY1-144" fmla="*/ 1271752 h 2638097"/>
                      <a:gd name="connsiteX2-145" fmla="*/ 4099035 w 8187558"/>
                      <a:gd name="connsiteY2-146" fmla="*/ 2638097 h 2638097"/>
                      <a:gd name="connsiteX3-147" fmla="*/ 0 w 8187558"/>
                      <a:gd name="connsiteY3-148" fmla="*/ 1229711 h 2638097"/>
                      <a:gd name="connsiteX4-149" fmla="*/ 31531 w 8187558"/>
                      <a:gd name="connsiteY4-150" fmla="*/ 147145 h 2638097"/>
                      <a:gd name="connsiteX5-151" fmla="*/ 4088524 w 8187558"/>
                      <a:gd name="connsiteY5-152" fmla="*/ 1597573 h 2638097"/>
                      <a:gd name="connsiteX6-153" fmla="*/ 8187558 w 8187558"/>
                      <a:gd name="connsiteY6-154" fmla="*/ 0 h 2638097"/>
                      <a:gd name="connsiteX0-155" fmla="*/ 8187558 w 8187558"/>
                      <a:gd name="connsiteY0-156" fmla="*/ 0 h 2638097"/>
                      <a:gd name="connsiteX1-157" fmla="*/ 8187558 w 8187558"/>
                      <a:gd name="connsiteY1-158" fmla="*/ 1271752 h 2638097"/>
                      <a:gd name="connsiteX2-159" fmla="*/ 4099035 w 8187558"/>
                      <a:gd name="connsiteY2-160" fmla="*/ 2638097 h 2638097"/>
                      <a:gd name="connsiteX3-161" fmla="*/ 0 w 8187558"/>
                      <a:gd name="connsiteY3-162" fmla="*/ 1229711 h 2638097"/>
                      <a:gd name="connsiteX4-163" fmla="*/ 31531 w 8187558"/>
                      <a:gd name="connsiteY4-164" fmla="*/ 147145 h 2638097"/>
                      <a:gd name="connsiteX5-165" fmla="*/ 4088524 w 8187558"/>
                      <a:gd name="connsiteY5-166" fmla="*/ 1597573 h 2638097"/>
                      <a:gd name="connsiteX6-167" fmla="*/ 8187558 w 8187558"/>
                      <a:gd name="connsiteY6-168" fmla="*/ 0 h 2638097"/>
                      <a:gd name="connsiteX0-169" fmla="*/ 8187558 w 8187558"/>
                      <a:gd name="connsiteY0-170" fmla="*/ 0 h 2638097"/>
                      <a:gd name="connsiteX1-171" fmla="*/ 8187558 w 8187558"/>
                      <a:gd name="connsiteY1-172" fmla="*/ 1271752 h 2638097"/>
                      <a:gd name="connsiteX2-173" fmla="*/ 4099035 w 8187558"/>
                      <a:gd name="connsiteY2-174" fmla="*/ 2638097 h 2638097"/>
                      <a:gd name="connsiteX3-175" fmla="*/ 0 w 8187558"/>
                      <a:gd name="connsiteY3-176" fmla="*/ 1229711 h 2638097"/>
                      <a:gd name="connsiteX4-177" fmla="*/ 31531 w 8187558"/>
                      <a:gd name="connsiteY4-178" fmla="*/ 147145 h 2638097"/>
                      <a:gd name="connsiteX5-179" fmla="*/ 4099035 w 8187558"/>
                      <a:gd name="connsiteY5-180" fmla="*/ 1566042 h 2638097"/>
                      <a:gd name="connsiteX6-181" fmla="*/ 8187558 w 8187558"/>
                      <a:gd name="connsiteY6-182" fmla="*/ 0 h 2638097"/>
                      <a:gd name="connsiteX0-183" fmla="*/ 8187558 w 8187558"/>
                      <a:gd name="connsiteY0-184" fmla="*/ 0 h 2638097"/>
                      <a:gd name="connsiteX1-185" fmla="*/ 8187558 w 8187558"/>
                      <a:gd name="connsiteY1-186" fmla="*/ 1271752 h 2638097"/>
                      <a:gd name="connsiteX2-187" fmla="*/ 4099035 w 8187558"/>
                      <a:gd name="connsiteY2-188" fmla="*/ 2638097 h 2638097"/>
                      <a:gd name="connsiteX3-189" fmla="*/ 0 w 8187558"/>
                      <a:gd name="connsiteY3-190" fmla="*/ 1229711 h 2638097"/>
                      <a:gd name="connsiteX4-191" fmla="*/ 31531 w 8187558"/>
                      <a:gd name="connsiteY4-192" fmla="*/ 147145 h 2638097"/>
                      <a:gd name="connsiteX5-193" fmla="*/ 4099035 w 8187558"/>
                      <a:gd name="connsiteY5-194" fmla="*/ 1566042 h 2638097"/>
                      <a:gd name="connsiteX6-195" fmla="*/ 8187558 w 8187558"/>
                      <a:gd name="connsiteY6-196" fmla="*/ 0 h 2638097"/>
                      <a:gd name="connsiteX0-197" fmla="*/ 8187558 w 8187558"/>
                      <a:gd name="connsiteY0-198" fmla="*/ 0 h 2638097"/>
                      <a:gd name="connsiteX1-199" fmla="*/ 8187558 w 8187558"/>
                      <a:gd name="connsiteY1-200" fmla="*/ 1271752 h 2638097"/>
                      <a:gd name="connsiteX2-201" fmla="*/ 4099035 w 8187558"/>
                      <a:gd name="connsiteY2-202" fmla="*/ 2638097 h 2638097"/>
                      <a:gd name="connsiteX3-203" fmla="*/ 0 w 8187558"/>
                      <a:gd name="connsiteY3-204" fmla="*/ 1229711 h 2638097"/>
                      <a:gd name="connsiteX4-205" fmla="*/ 31531 w 8187558"/>
                      <a:gd name="connsiteY4-206" fmla="*/ 147145 h 2638097"/>
                      <a:gd name="connsiteX5-207" fmla="*/ 4099035 w 8187558"/>
                      <a:gd name="connsiteY5-208" fmla="*/ 1566042 h 2638097"/>
                      <a:gd name="connsiteX6-209" fmla="*/ 8187558 w 8187558"/>
                      <a:gd name="connsiteY6-210" fmla="*/ 0 h 2638097"/>
                      <a:gd name="connsiteX0-211" fmla="*/ 8187558 w 8187558"/>
                      <a:gd name="connsiteY0-212" fmla="*/ 0 h 2638097"/>
                      <a:gd name="connsiteX1-213" fmla="*/ 8187558 w 8187558"/>
                      <a:gd name="connsiteY1-214" fmla="*/ 1271752 h 2638097"/>
                      <a:gd name="connsiteX2-215" fmla="*/ 4099035 w 8187558"/>
                      <a:gd name="connsiteY2-216" fmla="*/ 2638097 h 2638097"/>
                      <a:gd name="connsiteX3-217" fmla="*/ 0 w 8187558"/>
                      <a:gd name="connsiteY3-218" fmla="*/ 1229711 h 2638097"/>
                      <a:gd name="connsiteX4-219" fmla="*/ 31531 w 8187558"/>
                      <a:gd name="connsiteY4-220" fmla="*/ 147145 h 2638097"/>
                      <a:gd name="connsiteX5-221" fmla="*/ 4099035 w 8187558"/>
                      <a:gd name="connsiteY5-222" fmla="*/ 1566042 h 2638097"/>
                      <a:gd name="connsiteX6-223" fmla="*/ 8187558 w 8187558"/>
                      <a:gd name="connsiteY6-224" fmla="*/ 0 h 2638097"/>
                      <a:gd name="connsiteX0-225" fmla="*/ 8187558 w 8187558"/>
                      <a:gd name="connsiteY0-226" fmla="*/ 0 h 2638097"/>
                      <a:gd name="connsiteX1-227" fmla="*/ 8187558 w 8187558"/>
                      <a:gd name="connsiteY1-228" fmla="*/ 1271752 h 2638097"/>
                      <a:gd name="connsiteX2-229" fmla="*/ 4099035 w 8187558"/>
                      <a:gd name="connsiteY2-230" fmla="*/ 2638097 h 2638097"/>
                      <a:gd name="connsiteX3-231" fmla="*/ 0 w 8187558"/>
                      <a:gd name="connsiteY3-232" fmla="*/ 1229711 h 2638097"/>
                      <a:gd name="connsiteX4-233" fmla="*/ 31531 w 8187558"/>
                      <a:gd name="connsiteY4-234" fmla="*/ 147145 h 2638097"/>
                      <a:gd name="connsiteX5-235" fmla="*/ 4099035 w 8187558"/>
                      <a:gd name="connsiteY5-236" fmla="*/ 1566042 h 2638097"/>
                      <a:gd name="connsiteX6-237" fmla="*/ 8187558 w 8187558"/>
                      <a:gd name="connsiteY6-238" fmla="*/ 0 h 2638097"/>
                      <a:gd name="connsiteX0-239" fmla="*/ 8187558 w 8187558"/>
                      <a:gd name="connsiteY0-240" fmla="*/ 0 h 2638097"/>
                      <a:gd name="connsiteX1-241" fmla="*/ 8187558 w 8187558"/>
                      <a:gd name="connsiteY1-242" fmla="*/ 1271752 h 2638097"/>
                      <a:gd name="connsiteX2-243" fmla="*/ 4099035 w 8187558"/>
                      <a:gd name="connsiteY2-244" fmla="*/ 2638097 h 2638097"/>
                      <a:gd name="connsiteX3-245" fmla="*/ 0 w 8187558"/>
                      <a:gd name="connsiteY3-246" fmla="*/ 1229711 h 2638097"/>
                      <a:gd name="connsiteX4-247" fmla="*/ 31531 w 8187558"/>
                      <a:gd name="connsiteY4-248" fmla="*/ 147145 h 2638097"/>
                      <a:gd name="connsiteX5-249" fmla="*/ 4099035 w 8187558"/>
                      <a:gd name="connsiteY5-250" fmla="*/ 1566042 h 2638097"/>
                      <a:gd name="connsiteX6-251" fmla="*/ 8187558 w 8187558"/>
                      <a:gd name="connsiteY6-252" fmla="*/ 0 h 2638097"/>
                      <a:gd name="connsiteX0-253" fmla="*/ 8187558 w 8187558"/>
                      <a:gd name="connsiteY0-254" fmla="*/ 0 h 2638097"/>
                      <a:gd name="connsiteX1-255" fmla="*/ 8187558 w 8187558"/>
                      <a:gd name="connsiteY1-256" fmla="*/ 1271752 h 2638097"/>
                      <a:gd name="connsiteX2-257" fmla="*/ 4099035 w 8187558"/>
                      <a:gd name="connsiteY2-258" fmla="*/ 2638097 h 2638097"/>
                      <a:gd name="connsiteX3-259" fmla="*/ 0 w 8187558"/>
                      <a:gd name="connsiteY3-260" fmla="*/ 1229711 h 2638097"/>
                      <a:gd name="connsiteX4-261" fmla="*/ 31531 w 8187558"/>
                      <a:gd name="connsiteY4-262" fmla="*/ 147145 h 2638097"/>
                      <a:gd name="connsiteX5-263" fmla="*/ 4099035 w 8187558"/>
                      <a:gd name="connsiteY5-264" fmla="*/ 1566042 h 2638097"/>
                      <a:gd name="connsiteX6-265" fmla="*/ 8187558 w 8187558"/>
                      <a:gd name="connsiteY6-266" fmla="*/ 0 h 2638097"/>
                      <a:gd name="connsiteX0-267" fmla="*/ 8187558 w 8187558"/>
                      <a:gd name="connsiteY0-268" fmla="*/ 0 h 2638097"/>
                      <a:gd name="connsiteX1-269" fmla="*/ 8187558 w 8187558"/>
                      <a:gd name="connsiteY1-270" fmla="*/ 1271752 h 2638097"/>
                      <a:gd name="connsiteX2-271" fmla="*/ 4099035 w 8187558"/>
                      <a:gd name="connsiteY2-272" fmla="*/ 2638097 h 2638097"/>
                      <a:gd name="connsiteX3-273" fmla="*/ 0 w 8187558"/>
                      <a:gd name="connsiteY3-274" fmla="*/ 1229711 h 2638097"/>
                      <a:gd name="connsiteX4-275" fmla="*/ 31531 w 8187558"/>
                      <a:gd name="connsiteY4-276" fmla="*/ 147145 h 2638097"/>
                      <a:gd name="connsiteX5-277" fmla="*/ 4099035 w 8187558"/>
                      <a:gd name="connsiteY5-278" fmla="*/ 1566042 h 2638097"/>
                      <a:gd name="connsiteX6-279" fmla="*/ 8187558 w 8187558"/>
                      <a:gd name="connsiteY6-280" fmla="*/ 0 h 2638097"/>
                      <a:gd name="connsiteX0-281" fmla="*/ 8187558 w 8187558"/>
                      <a:gd name="connsiteY0-282" fmla="*/ 0 h 2638097"/>
                      <a:gd name="connsiteX1-283" fmla="*/ 8187558 w 8187558"/>
                      <a:gd name="connsiteY1-284" fmla="*/ 1271752 h 2638097"/>
                      <a:gd name="connsiteX2-285" fmla="*/ 4099035 w 8187558"/>
                      <a:gd name="connsiteY2-286" fmla="*/ 2638097 h 2638097"/>
                      <a:gd name="connsiteX3-287" fmla="*/ 0 w 8187558"/>
                      <a:gd name="connsiteY3-288" fmla="*/ 1229711 h 2638097"/>
                      <a:gd name="connsiteX4-289" fmla="*/ 31531 w 8187558"/>
                      <a:gd name="connsiteY4-290" fmla="*/ 147145 h 2638097"/>
                      <a:gd name="connsiteX5-291" fmla="*/ 4099035 w 8187558"/>
                      <a:gd name="connsiteY5-292" fmla="*/ 1566042 h 2638097"/>
                      <a:gd name="connsiteX6-293" fmla="*/ 8187558 w 8187558"/>
                      <a:gd name="connsiteY6-294" fmla="*/ 0 h 2638097"/>
                      <a:gd name="connsiteX0-295" fmla="*/ 8176538 w 8176538"/>
                      <a:gd name="connsiteY0-296" fmla="*/ 0 h 2638097"/>
                      <a:gd name="connsiteX1-297" fmla="*/ 8176538 w 8176538"/>
                      <a:gd name="connsiteY1-298" fmla="*/ 1271752 h 2638097"/>
                      <a:gd name="connsiteX2-299" fmla="*/ 4088015 w 8176538"/>
                      <a:gd name="connsiteY2-300" fmla="*/ 2638097 h 2638097"/>
                      <a:gd name="connsiteX3-301" fmla="*/ 0 w 8176538"/>
                      <a:gd name="connsiteY3-302" fmla="*/ 1269888 h 2638097"/>
                      <a:gd name="connsiteX4-303" fmla="*/ 20511 w 8176538"/>
                      <a:gd name="connsiteY4-304" fmla="*/ 147145 h 2638097"/>
                      <a:gd name="connsiteX5-305" fmla="*/ 4088015 w 8176538"/>
                      <a:gd name="connsiteY5-306" fmla="*/ 1566042 h 2638097"/>
                      <a:gd name="connsiteX6-307" fmla="*/ 8176538 w 8176538"/>
                      <a:gd name="connsiteY6-308" fmla="*/ 0 h 2638097"/>
                      <a:gd name="connsiteX0-309" fmla="*/ 8176538 w 8176538"/>
                      <a:gd name="connsiteY0-310" fmla="*/ 0 h 2772020"/>
                      <a:gd name="connsiteX1-311" fmla="*/ 8176538 w 8176538"/>
                      <a:gd name="connsiteY1-312" fmla="*/ 1271752 h 2772020"/>
                      <a:gd name="connsiteX2-313" fmla="*/ 4099034 w 8176538"/>
                      <a:gd name="connsiteY2-314" fmla="*/ 2772020 h 2772020"/>
                      <a:gd name="connsiteX3-315" fmla="*/ 0 w 8176538"/>
                      <a:gd name="connsiteY3-316" fmla="*/ 1269888 h 2772020"/>
                      <a:gd name="connsiteX4-317" fmla="*/ 20511 w 8176538"/>
                      <a:gd name="connsiteY4-318" fmla="*/ 147145 h 2772020"/>
                      <a:gd name="connsiteX5-319" fmla="*/ 4088015 w 8176538"/>
                      <a:gd name="connsiteY5-320" fmla="*/ 1566042 h 2772020"/>
                      <a:gd name="connsiteX6-321" fmla="*/ 8176538 w 8176538"/>
                      <a:gd name="connsiteY6-322" fmla="*/ 0 h 2772020"/>
                      <a:gd name="connsiteX0-323" fmla="*/ 8176538 w 8176538"/>
                      <a:gd name="connsiteY0-324" fmla="*/ 0 h 2772339"/>
                      <a:gd name="connsiteX1-325" fmla="*/ 8176538 w 8176538"/>
                      <a:gd name="connsiteY1-326" fmla="*/ 1378890 h 2772339"/>
                      <a:gd name="connsiteX2-327" fmla="*/ 4099034 w 8176538"/>
                      <a:gd name="connsiteY2-328" fmla="*/ 2772020 h 2772339"/>
                      <a:gd name="connsiteX3-329" fmla="*/ 0 w 8176538"/>
                      <a:gd name="connsiteY3-330" fmla="*/ 1269888 h 2772339"/>
                      <a:gd name="connsiteX4-331" fmla="*/ 20511 w 8176538"/>
                      <a:gd name="connsiteY4-332" fmla="*/ 147145 h 2772339"/>
                      <a:gd name="connsiteX5-333" fmla="*/ 4088015 w 8176538"/>
                      <a:gd name="connsiteY5-334" fmla="*/ 1566042 h 2772339"/>
                      <a:gd name="connsiteX6-335" fmla="*/ 8176538 w 8176538"/>
                      <a:gd name="connsiteY6-336" fmla="*/ 0 h 2772339"/>
                      <a:gd name="connsiteX0-337" fmla="*/ 8176538 w 8176538"/>
                      <a:gd name="connsiteY0-338" fmla="*/ 0 h 2825888"/>
                      <a:gd name="connsiteX1-339" fmla="*/ 8176538 w 8176538"/>
                      <a:gd name="connsiteY1-340" fmla="*/ 1378890 h 2825888"/>
                      <a:gd name="connsiteX2-341" fmla="*/ 4099034 w 8176538"/>
                      <a:gd name="connsiteY2-342" fmla="*/ 2825590 h 2825888"/>
                      <a:gd name="connsiteX3-343" fmla="*/ 0 w 8176538"/>
                      <a:gd name="connsiteY3-344" fmla="*/ 1269888 h 2825888"/>
                      <a:gd name="connsiteX4-345" fmla="*/ 20511 w 8176538"/>
                      <a:gd name="connsiteY4-346" fmla="*/ 147145 h 2825888"/>
                      <a:gd name="connsiteX5-347" fmla="*/ 4088015 w 8176538"/>
                      <a:gd name="connsiteY5-348" fmla="*/ 1566042 h 2825888"/>
                      <a:gd name="connsiteX6-349" fmla="*/ 8176538 w 8176538"/>
                      <a:gd name="connsiteY6-350" fmla="*/ 0 h 2825888"/>
                      <a:gd name="connsiteX0-351" fmla="*/ 8165518 w 8165518"/>
                      <a:gd name="connsiteY0-352" fmla="*/ 0 h 2825606"/>
                      <a:gd name="connsiteX1-353" fmla="*/ 8165518 w 8165518"/>
                      <a:gd name="connsiteY1-354" fmla="*/ 1378890 h 2825606"/>
                      <a:gd name="connsiteX2-355" fmla="*/ 4088014 w 8165518"/>
                      <a:gd name="connsiteY2-356" fmla="*/ 2825590 h 2825606"/>
                      <a:gd name="connsiteX3-357" fmla="*/ 0 w 8165518"/>
                      <a:gd name="connsiteY3-358" fmla="*/ 1403811 h 2825606"/>
                      <a:gd name="connsiteX4-359" fmla="*/ 9491 w 8165518"/>
                      <a:gd name="connsiteY4-360" fmla="*/ 147145 h 2825606"/>
                      <a:gd name="connsiteX5-361" fmla="*/ 4076995 w 8165518"/>
                      <a:gd name="connsiteY5-362" fmla="*/ 1566042 h 2825606"/>
                      <a:gd name="connsiteX6-363" fmla="*/ 8165518 w 8165518"/>
                      <a:gd name="connsiteY6-364" fmla="*/ 0 h 2825606"/>
                      <a:gd name="connsiteX0-365" fmla="*/ 8165518 w 8165518"/>
                      <a:gd name="connsiteY0-366" fmla="*/ 0 h 2879174"/>
                      <a:gd name="connsiteX1-367" fmla="*/ 8165518 w 8165518"/>
                      <a:gd name="connsiteY1-368" fmla="*/ 1378890 h 2879174"/>
                      <a:gd name="connsiteX2-369" fmla="*/ 4132092 w 8165518"/>
                      <a:gd name="connsiteY2-370" fmla="*/ 2879159 h 2879174"/>
                      <a:gd name="connsiteX3-371" fmla="*/ 0 w 8165518"/>
                      <a:gd name="connsiteY3-372" fmla="*/ 1403811 h 2879174"/>
                      <a:gd name="connsiteX4-373" fmla="*/ 9491 w 8165518"/>
                      <a:gd name="connsiteY4-374" fmla="*/ 147145 h 2879174"/>
                      <a:gd name="connsiteX5-375" fmla="*/ 4076995 w 8165518"/>
                      <a:gd name="connsiteY5-376" fmla="*/ 1566042 h 2879174"/>
                      <a:gd name="connsiteX6-377" fmla="*/ 8165518 w 8165518"/>
                      <a:gd name="connsiteY6-378" fmla="*/ 0 h 2879174"/>
                      <a:gd name="connsiteX0-379" fmla="*/ 8165518 w 8176537"/>
                      <a:gd name="connsiteY0-380" fmla="*/ 0 h 2879410"/>
                      <a:gd name="connsiteX1-381" fmla="*/ 8176537 w 8176537"/>
                      <a:gd name="connsiteY1-382" fmla="*/ 1499420 h 2879410"/>
                      <a:gd name="connsiteX2-383" fmla="*/ 4132092 w 8176537"/>
                      <a:gd name="connsiteY2-384" fmla="*/ 2879159 h 2879410"/>
                      <a:gd name="connsiteX3-385" fmla="*/ 0 w 8176537"/>
                      <a:gd name="connsiteY3-386" fmla="*/ 1403811 h 2879410"/>
                      <a:gd name="connsiteX4-387" fmla="*/ 9491 w 8176537"/>
                      <a:gd name="connsiteY4-388" fmla="*/ 147145 h 2879410"/>
                      <a:gd name="connsiteX5-389" fmla="*/ 4076995 w 8176537"/>
                      <a:gd name="connsiteY5-390" fmla="*/ 1566042 h 2879410"/>
                      <a:gd name="connsiteX6-391" fmla="*/ 8165518 w 8176537"/>
                      <a:gd name="connsiteY6-392" fmla="*/ 0 h 2879410"/>
                      <a:gd name="connsiteX0-393" fmla="*/ 8165518 w 8176537"/>
                      <a:gd name="connsiteY0-394" fmla="*/ 0 h 2879262"/>
                      <a:gd name="connsiteX1-395" fmla="*/ 8176537 w 8176537"/>
                      <a:gd name="connsiteY1-396" fmla="*/ 1499420 h 2879262"/>
                      <a:gd name="connsiteX2-397" fmla="*/ 4132092 w 8176537"/>
                      <a:gd name="connsiteY2-398" fmla="*/ 2879159 h 2879262"/>
                      <a:gd name="connsiteX3-399" fmla="*/ 0 w 8176537"/>
                      <a:gd name="connsiteY3-400" fmla="*/ 1403811 h 2879262"/>
                      <a:gd name="connsiteX4-401" fmla="*/ 9491 w 8176537"/>
                      <a:gd name="connsiteY4-402" fmla="*/ 147145 h 2879262"/>
                      <a:gd name="connsiteX5-403" fmla="*/ 4076995 w 8176537"/>
                      <a:gd name="connsiteY5-404" fmla="*/ 1566042 h 2879262"/>
                      <a:gd name="connsiteX6-405" fmla="*/ 8165518 w 8176537"/>
                      <a:gd name="connsiteY6-406" fmla="*/ 0 h 2879262"/>
                      <a:gd name="connsiteX0-407" fmla="*/ 8165518 w 8176537"/>
                      <a:gd name="connsiteY0-408" fmla="*/ 0 h 2879163"/>
                      <a:gd name="connsiteX1-409" fmla="*/ 8176537 w 8176537"/>
                      <a:gd name="connsiteY1-410" fmla="*/ 1499420 h 2879163"/>
                      <a:gd name="connsiteX2-411" fmla="*/ 4132092 w 8176537"/>
                      <a:gd name="connsiteY2-412" fmla="*/ 2879159 h 2879163"/>
                      <a:gd name="connsiteX3-413" fmla="*/ 0 w 8176537"/>
                      <a:gd name="connsiteY3-414" fmla="*/ 1510948 h 2879163"/>
                      <a:gd name="connsiteX4-415" fmla="*/ 9491 w 8176537"/>
                      <a:gd name="connsiteY4-416" fmla="*/ 147145 h 2879163"/>
                      <a:gd name="connsiteX5-417" fmla="*/ 4076995 w 8176537"/>
                      <a:gd name="connsiteY5-418" fmla="*/ 1566042 h 2879163"/>
                      <a:gd name="connsiteX6-419" fmla="*/ 8165518 w 8176537"/>
                      <a:gd name="connsiteY6-420" fmla="*/ 0 h 2879163"/>
                      <a:gd name="connsiteX0-421" fmla="*/ 8165518 w 8198577"/>
                      <a:gd name="connsiteY0-422" fmla="*/ 0 h 2879451"/>
                      <a:gd name="connsiteX1-423" fmla="*/ 8198577 w 8198577"/>
                      <a:gd name="connsiteY1-424" fmla="*/ 1606558 h 2879451"/>
                      <a:gd name="connsiteX2-425" fmla="*/ 4132092 w 8198577"/>
                      <a:gd name="connsiteY2-426" fmla="*/ 2879159 h 2879451"/>
                      <a:gd name="connsiteX3-427" fmla="*/ 0 w 8198577"/>
                      <a:gd name="connsiteY3-428" fmla="*/ 1510948 h 2879451"/>
                      <a:gd name="connsiteX4-429" fmla="*/ 9491 w 8198577"/>
                      <a:gd name="connsiteY4-430" fmla="*/ 147145 h 2879451"/>
                      <a:gd name="connsiteX5-431" fmla="*/ 4076995 w 8198577"/>
                      <a:gd name="connsiteY5-432" fmla="*/ 1566042 h 2879451"/>
                      <a:gd name="connsiteX6-433" fmla="*/ 8165518 w 8198577"/>
                      <a:gd name="connsiteY6-434" fmla="*/ 0 h 2879451"/>
                      <a:gd name="connsiteX0-435" fmla="*/ 8165518 w 8165518"/>
                      <a:gd name="connsiteY0-436" fmla="*/ 0 h 2880066"/>
                      <a:gd name="connsiteX1-437" fmla="*/ 8165518 w 8165518"/>
                      <a:gd name="connsiteY1-438" fmla="*/ 1673520 h 2880066"/>
                      <a:gd name="connsiteX2-439" fmla="*/ 4132092 w 8165518"/>
                      <a:gd name="connsiteY2-440" fmla="*/ 2879159 h 2880066"/>
                      <a:gd name="connsiteX3-441" fmla="*/ 0 w 8165518"/>
                      <a:gd name="connsiteY3-442" fmla="*/ 1510948 h 2880066"/>
                      <a:gd name="connsiteX4-443" fmla="*/ 9491 w 8165518"/>
                      <a:gd name="connsiteY4-444" fmla="*/ 147145 h 2880066"/>
                      <a:gd name="connsiteX5-445" fmla="*/ 4076995 w 8165518"/>
                      <a:gd name="connsiteY5-446" fmla="*/ 1566042 h 2880066"/>
                      <a:gd name="connsiteX6-447" fmla="*/ 8165518 w 8165518"/>
                      <a:gd name="connsiteY6-448" fmla="*/ 0 h 2880066"/>
                      <a:gd name="connsiteX0-449" fmla="*/ 8156794 w 8156794"/>
                      <a:gd name="connsiteY0-450" fmla="*/ 0 h 2879270"/>
                      <a:gd name="connsiteX1-451" fmla="*/ 8156794 w 8156794"/>
                      <a:gd name="connsiteY1-452" fmla="*/ 1673520 h 2879270"/>
                      <a:gd name="connsiteX2-453" fmla="*/ 4123368 w 8156794"/>
                      <a:gd name="connsiteY2-454" fmla="*/ 2879159 h 2879270"/>
                      <a:gd name="connsiteX3-455" fmla="*/ 2295 w 8156794"/>
                      <a:gd name="connsiteY3-456" fmla="*/ 1618086 h 2879270"/>
                      <a:gd name="connsiteX4-457" fmla="*/ 767 w 8156794"/>
                      <a:gd name="connsiteY4-458" fmla="*/ 147145 h 2879270"/>
                      <a:gd name="connsiteX5-459" fmla="*/ 4068271 w 8156794"/>
                      <a:gd name="connsiteY5-460" fmla="*/ 1566042 h 2879270"/>
                      <a:gd name="connsiteX6-461" fmla="*/ 8156794 w 8156794"/>
                      <a:gd name="connsiteY6-462" fmla="*/ 0 h 2879270"/>
                      <a:gd name="connsiteX0-463" fmla="*/ 8156794 w 8156794"/>
                      <a:gd name="connsiteY0-464" fmla="*/ 0 h 2973000"/>
                      <a:gd name="connsiteX1-465" fmla="*/ 8156794 w 8156794"/>
                      <a:gd name="connsiteY1-466" fmla="*/ 1673520 h 2973000"/>
                      <a:gd name="connsiteX2-467" fmla="*/ 4134388 w 8156794"/>
                      <a:gd name="connsiteY2-468" fmla="*/ 2972904 h 2973000"/>
                      <a:gd name="connsiteX3-469" fmla="*/ 2295 w 8156794"/>
                      <a:gd name="connsiteY3-470" fmla="*/ 1618086 h 2973000"/>
                      <a:gd name="connsiteX4-471" fmla="*/ 767 w 8156794"/>
                      <a:gd name="connsiteY4-472" fmla="*/ 147145 h 2973000"/>
                      <a:gd name="connsiteX5-473" fmla="*/ 4068271 w 8156794"/>
                      <a:gd name="connsiteY5-474" fmla="*/ 1566042 h 2973000"/>
                      <a:gd name="connsiteX6-475" fmla="*/ 8156794 w 8156794"/>
                      <a:gd name="connsiteY6-476" fmla="*/ 0 h 2973000"/>
                      <a:gd name="connsiteX0-477" fmla="*/ 8156794 w 8156794"/>
                      <a:gd name="connsiteY0-478" fmla="*/ 0 h 2973000"/>
                      <a:gd name="connsiteX1-479" fmla="*/ 8156794 w 8156794"/>
                      <a:gd name="connsiteY1-480" fmla="*/ 1673520 h 2973000"/>
                      <a:gd name="connsiteX2-481" fmla="*/ 4134388 w 8156794"/>
                      <a:gd name="connsiteY2-482" fmla="*/ 2972904 h 2973000"/>
                      <a:gd name="connsiteX3-483" fmla="*/ 2295 w 8156794"/>
                      <a:gd name="connsiteY3-484" fmla="*/ 1618086 h 2973000"/>
                      <a:gd name="connsiteX4-485" fmla="*/ 767 w 8156794"/>
                      <a:gd name="connsiteY4-486" fmla="*/ 147145 h 2973000"/>
                      <a:gd name="connsiteX5-487" fmla="*/ 4068271 w 8156794"/>
                      <a:gd name="connsiteY5-488" fmla="*/ 1566042 h 2973000"/>
                      <a:gd name="connsiteX6-489" fmla="*/ 8156794 w 8156794"/>
                      <a:gd name="connsiteY6-490" fmla="*/ 0 h 2973000"/>
                      <a:gd name="connsiteX0-491" fmla="*/ 8156794 w 8156794"/>
                      <a:gd name="connsiteY0-492" fmla="*/ 0 h 2973000"/>
                      <a:gd name="connsiteX1-493" fmla="*/ 8156794 w 8156794"/>
                      <a:gd name="connsiteY1-494" fmla="*/ 1673520 h 2973000"/>
                      <a:gd name="connsiteX2-495" fmla="*/ 4134388 w 8156794"/>
                      <a:gd name="connsiteY2-496" fmla="*/ 2972904 h 2973000"/>
                      <a:gd name="connsiteX3-497" fmla="*/ 2295 w 8156794"/>
                      <a:gd name="connsiteY3-498" fmla="*/ 1618086 h 2973000"/>
                      <a:gd name="connsiteX4-499" fmla="*/ 767 w 8156794"/>
                      <a:gd name="connsiteY4-500" fmla="*/ 147145 h 2973000"/>
                      <a:gd name="connsiteX5-501" fmla="*/ 4068271 w 8156794"/>
                      <a:gd name="connsiteY5-502" fmla="*/ 1566042 h 2973000"/>
                      <a:gd name="connsiteX6-503" fmla="*/ 8156794 w 8156794"/>
                      <a:gd name="connsiteY6-504" fmla="*/ 0 h 2973000"/>
                      <a:gd name="connsiteX0-505" fmla="*/ 8156794 w 8156794"/>
                      <a:gd name="connsiteY0-506" fmla="*/ 0 h 2973020"/>
                      <a:gd name="connsiteX1-507" fmla="*/ 8156794 w 8156794"/>
                      <a:gd name="connsiteY1-508" fmla="*/ 1673520 h 2973020"/>
                      <a:gd name="connsiteX2-509" fmla="*/ 4134388 w 8156794"/>
                      <a:gd name="connsiteY2-510" fmla="*/ 2972904 h 2973020"/>
                      <a:gd name="connsiteX3-511" fmla="*/ 2295 w 8156794"/>
                      <a:gd name="connsiteY3-512" fmla="*/ 1618086 h 2973020"/>
                      <a:gd name="connsiteX4-513" fmla="*/ 767 w 8156794"/>
                      <a:gd name="connsiteY4-514" fmla="*/ 147145 h 2973020"/>
                      <a:gd name="connsiteX5-515" fmla="*/ 4068271 w 8156794"/>
                      <a:gd name="connsiteY5-516" fmla="*/ 1566042 h 2973020"/>
                      <a:gd name="connsiteX6-517" fmla="*/ 8156794 w 8156794"/>
                      <a:gd name="connsiteY6-518" fmla="*/ 0 h 2973020"/>
                      <a:gd name="connsiteX0-519" fmla="*/ 8156794 w 8156794"/>
                      <a:gd name="connsiteY0-520" fmla="*/ 0 h 2973021"/>
                      <a:gd name="connsiteX1-521" fmla="*/ 8156794 w 8156794"/>
                      <a:gd name="connsiteY1-522" fmla="*/ 1673520 h 2973021"/>
                      <a:gd name="connsiteX2-523" fmla="*/ 4134388 w 8156794"/>
                      <a:gd name="connsiteY2-524" fmla="*/ 2972904 h 2973021"/>
                      <a:gd name="connsiteX3-525" fmla="*/ 2295 w 8156794"/>
                      <a:gd name="connsiteY3-526" fmla="*/ 1618086 h 2973021"/>
                      <a:gd name="connsiteX4-527" fmla="*/ 767 w 8156794"/>
                      <a:gd name="connsiteY4-528" fmla="*/ 147145 h 2973021"/>
                      <a:gd name="connsiteX5-529" fmla="*/ 4068271 w 8156794"/>
                      <a:gd name="connsiteY5-530" fmla="*/ 1566042 h 2973021"/>
                      <a:gd name="connsiteX6-531" fmla="*/ 8156794 w 8156794"/>
                      <a:gd name="connsiteY6-532" fmla="*/ 0 h 2973021"/>
                      <a:gd name="connsiteX0-533" fmla="*/ 8156794 w 8156794"/>
                      <a:gd name="connsiteY0-534" fmla="*/ 0 h 2973021"/>
                      <a:gd name="connsiteX1-535" fmla="*/ 8156794 w 8156794"/>
                      <a:gd name="connsiteY1-536" fmla="*/ 1673520 h 2973021"/>
                      <a:gd name="connsiteX2-537" fmla="*/ 4134388 w 8156794"/>
                      <a:gd name="connsiteY2-538" fmla="*/ 2972904 h 2973021"/>
                      <a:gd name="connsiteX3-539" fmla="*/ 2295 w 8156794"/>
                      <a:gd name="connsiteY3-540" fmla="*/ 1618086 h 2973021"/>
                      <a:gd name="connsiteX4-541" fmla="*/ 767 w 8156794"/>
                      <a:gd name="connsiteY4-542" fmla="*/ 147145 h 2973021"/>
                      <a:gd name="connsiteX5-543" fmla="*/ 4068271 w 8156794"/>
                      <a:gd name="connsiteY5-544" fmla="*/ 1566042 h 2973021"/>
                      <a:gd name="connsiteX6-545" fmla="*/ 8156794 w 8156794"/>
                      <a:gd name="connsiteY6-546" fmla="*/ 0 h 2973021"/>
                      <a:gd name="connsiteX0-547" fmla="*/ 8156794 w 8156794"/>
                      <a:gd name="connsiteY0-548" fmla="*/ 0 h 2973021"/>
                      <a:gd name="connsiteX1-549" fmla="*/ 8156794 w 8156794"/>
                      <a:gd name="connsiteY1-550" fmla="*/ 1673520 h 2973021"/>
                      <a:gd name="connsiteX2-551" fmla="*/ 4134388 w 8156794"/>
                      <a:gd name="connsiteY2-552" fmla="*/ 2972904 h 2973021"/>
                      <a:gd name="connsiteX3-553" fmla="*/ 2295 w 8156794"/>
                      <a:gd name="connsiteY3-554" fmla="*/ 1618086 h 2973021"/>
                      <a:gd name="connsiteX4-555" fmla="*/ 767 w 8156794"/>
                      <a:gd name="connsiteY4-556" fmla="*/ 147145 h 2973021"/>
                      <a:gd name="connsiteX5-557" fmla="*/ 4068271 w 8156794"/>
                      <a:gd name="connsiteY5-558" fmla="*/ 1566042 h 2973021"/>
                      <a:gd name="connsiteX6-559" fmla="*/ 8156794 w 8156794"/>
                      <a:gd name="connsiteY6-560" fmla="*/ 0 h 2973021"/>
                      <a:gd name="connsiteX0-561" fmla="*/ 8156794 w 8156794"/>
                      <a:gd name="connsiteY0-562" fmla="*/ 0 h 2973021"/>
                      <a:gd name="connsiteX1-563" fmla="*/ 8156794 w 8156794"/>
                      <a:gd name="connsiteY1-564" fmla="*/ 1673520 h 2973021"/>
                      <a:gd name="connsiteX2-565" fmla="*/ 4134388 w 8156794"/>
                      <a:gd name="connsiteY2-566" fmla="*/ 2972904 h 2973021"/>
                      <a:gd name="connsiteX3-567" fmla="*/ 2295 w 8156794"/>
                      <a:gd name="connsiteY3-568" fmla="*/ 1618086 h 2973021"/>
                      <a:gd name="connsiteX4-569" fmla="*/ 767 w 8156794"/>
                      <a:gd name="connsiteY4-570" fmla="*/ 147145 h 2973021"/>
                      <a:gd name="connsiteX5-571" fmla="*/ 4068271 w 8156794"/>
                      <a:gd name="connsiteY5-572" fmla="*/ 1566042 h 2973021"/>
                      <a:gd name="connsiteX6-573" fmla="*/ 8156794 w 8156794"/>
                      <a:gd name="connsiteY6-574" fmla="*/ 0 h 2973021"/>
                      <a:gd name="connsiteX0-575" fmla="*/ 8156794 w 8156794"/>
                      <a:gd name="connsiteY0-576" fmla="*/ 0 h 2973141"/>
                      <a:gd name="connsiteX1-577" fmla="*/ 8156794 w 8156794"/>
                      <a:gd name="connsiteY1-578" fmla="*/ 1673520 h 2973141"/>
                      <a:gd name="connsiteX2-579" fmla="*/ 4134388 w 8156794"/>
                      <a:gd name="connsiteY2-580" fmla="*/ 2972904 h 2973141"/>
                      <a:gd name="connsiteX3-581" fmla="*/ 2295 w 8156794"/>
                      <a:gd name="connsiteY3-582" fmla="*/ 1618086 h 2973141"/>
                      <a:gd name="connsiteX4-583" fmla="*/ 767 w 8156794"/>
                      <a:gd name="connsiteY4-584" fmla="*/ 147145 h 2973141"/>
                      <a:gd name="connsiteX5-585" fmla="*/ 4068271 w 8156794"/>
                      <a:gd name="connsiteY5-586" fmla="*/ 1566042 h 2973141"/>
                      <a:gd name="connsiteX6-587" fmla="*/ 8156794 w 8156794"/>
                      <a:gd name="connsiteY6-588" fmla="*/ 0 h 2973141"/>
                      <a:gd name="connsiteX0-589" fmla="*/ 8156794 w 8156794"/>
                      <a:gd name="connsiteY0-590" fmla="*/ 0 h 3066827"/>
                      <a:gd name="connsiteX1-591" fmla="*/ 8156794 w 8156794"/>
                      <a:gd name="connsiteY1-592" fmla="*/ 1673520 h 3066827"/>
                      <a:gd name="connsiteX2-593" fmla="*/ 4123353 w 8156794"/>
                      <a:gd name="connsiteY2-594" fmla="*/ 3066650 h 3066827"/>
                      <a:gd name="connsiteX3-595" fmla="*/ 2295 w 8156794"/>
                      <a:gd name="connsiteY3-596" fmla="*/ 1618086 h 3066827"/>
                      <a:gd name="connsiteX4-597" fmla="*/ 767 w 8156794"/>
                      <a:gd name="connsiteY4-598" fmla="*/ 147145 h 3066827"/>
                      <a:gd name="connsiteX5-599" fmla="*/ 4068271 w 8156794"/>
                      <a:gd name="connsiteY5-600" fmla="*/ 1566042 h 3066827"/>
                      <a:gd name="connsiteX6-601" fmla="*/ 8156794 w 8156794"/>
                      <a:gd name="connsiteY6-602" fmla="*/ 0 h 3066827"/>
                      <a:gd name="connsiteX0-603" fmla="*/ 8123689 w 8156794"/>
                      <a:gd name="connsiteY0-604" fmla="*/ 0 h 2999866"/>
                      <a:gd name="connsiteX1-605" fmla="*/ 8156794 w 8156794"/>
                      <a:gd name="connsiteY1-606" fmla="*/ 1606559 h 2999866"/>
                      <a:gd name="connsiteX2-607" fmla="*/ 4123353 w 8156794"/>
                      <a:gd name="connsiteY2-608" fmla="*/ 2999689 h 2999866"/>
                      <a:gd name="connsiteX3-609" fmla="*/ 2295 w 8156794"/>
                      <a:gd name="connsiteY3-610" fmla="*/ 1551125 h 2999866"/>
                      <a:gd name="connsiteX4-611" fmla="*/ 767 w 8156794"/>
                      <a:gd name="connsiteY4-612" fmla="*/ 80184 h 2999866"/>
                      <a:gd name="connsiteX5-613" fmla="*/ 4068271 w 8156794"/>
                      <a:gd name="connsiteY5-614" fmla="*/ 1499081 h 2999866"/>
                      <a:gd name="connsiteX6-615" fmla="*/ 8123689 w 8156794"/>
                      <a:gd name="connsiteY6-616" fmla="*/ 0 h 2999866"/>
                      <a:gd name="connsiteX0-617" fmla="*/ 8167828 w 8167828"/>
                      <a:gd name="connsiteY0-618" fmla="*/ 0 h 3026651"/>
                      <a:gd name="connsiteX1-619" fmla="*/ 8156794 w 8167828"/>
                      <a:gd name="connsiteY1-620" fmla="*/ 1633344 h 3026651"/>
                      <a:gd name="connsiteX2-621" fmla="*/ 4123353 w 8167828"/>
                      <a:gd name="connsiteY2-622" fmla="*/ 3026474 h 3026651"/>
                      <a:gd name="connsiteX3-623" fmla="*/ 2295 w 8167828"/>
                      <a:gd name="connsiteY3-624" fmla="*/ 1577910 h 3026651"/>
                      <a:gd name="connsiteX4-625" fmla="*/ 767 w 8167828"/>
                      <a:gd name="connsiteY4-626" fmla="*/ 106969 h 3026651"/>
                      <a:gd name="connsiteX5-627" fmla="*/ 4068271 w 8167828"/>
                      <a:gd name="connsiteY5-628" fmla="*/ 1525866 h 3026651"/>
                      <a:gd name="connsiteX6-629" fmla="*/ 8167828 w 8167828"/>
                      <a:gd name="connsiteY6-630" fmla="*/ 0 h 3026651"/>
                      <a:gd name="connsiteX0-631" fmla="*/ 8167828 w 8167828"/>
                      <a:gd name="connsiteY0-632" fmla="*/ 0 h 3027228"/>
                      <a:gd name="connsiteX1-633" fmla="*/ 8145760 w 8167828"/>
                      <a:gd name="connsiteY1-634" fmla="*/ 1686913 h 3027228"/>
                      <a:gd name="connsiteX2-635" fmla="*/ 4123353 w 8167828"/>
                      <a:gd name="connsiteY2-636" fmla="*/ 3026474 h 3027228"/>
                      <a:gd name="connsiteX3-637" fmla="*/ 2295 w 8167828"/>
                      <a:gd name="connsiteY3-638" fmla="*/ 1577910 h 3027228"/>
                      <a:gd name="connsiteX4-639" fmla="*/ 767 w 8167828"/>
                      <a:gd name="connsiteY4-640" fmla="*/ 106969 h 3027228"/>
                      <a:gd name="connsiteX5-641" fmla="*/ 4068271 w 8167828"/>
                      <a:gd name="connsiteY5-642" fmla="*/ 1525866 h 3027228"/>
                      <a:gd name="connsiteX6-643" fmla="*/ 8167828 w 8167828"/>
                      <a:gd name="connsiteY6-644" fmla="*/ 0 h 3027228"/>
                      <a:gd name="connsiteX0-645" fmla="*/ 8156794 w 8156794"/>
                      <a:gd name="connsiteY0-646" fmla="*/ 0 h 2933483"/>
                      <a:gd name="connsiteX1-647" fmla="*/ 8145760 w 8156794"/>
                      <a:gd name="connsiteY1-648" fmla="*/ 1593168 h 2933483"/>
                      <a:gd name="connsiteX2-649" fmla="*/ 4123353 w 8156794"/>
                      <a:gd name="connsiteY2-650" fmla="*/ 2932729 h 2933483"/>
                      <a:gd name="connsiteX3-651" fmla="*/ 2295 w 8156794"/>
                      <a:gd name="connsiteY3-652" fmla="*/ 1484165 h 2933483"/>
                      <a:gd name="connsiteX4-653" fmla="*/ 767 w 8156794"/>
                      <a:gd name="connsiteY4-654" fmla="*/ 13224 h 2933483"/>
                      <a:gd name="connsiteX5-655" fmla="*/ 4068271 w 8156794"/>
                      <a:gd name="connsiteY5-656" fmla="*/ 1432121 h 2933483"/>
                      <a:gd name="connsiteX6-657" fmla="*/ 8156794 w 8156794"/>
                      <a:gd name="connsiteY6-658" fmla="*/ 0 h 2933483"/>
                      <a:gd name="connsiteX0-659" fmla="*/ 8156794 w 8156794"/>
                      <a:gd name="connsiteY0-660" fmla="*/ 0 h 2933483"/>
                      <a:gd name="connsiteX1-661" fmla="*/ 8145760 w 8156794"/>
                      <a:gd name="connsiteY1-662" fmla="*/ 1593168 h 2933483"/>
                      <a:gd name="connsiteX2-663" fmla="*/ 4123353 w 8156794"/>
                      <a:gd name="connsiteY2-664" fmla="*/ 2932729 h 2933483"/>
                      <a:gd name="connsiteX3-665" fmla="*/ 2295 w 8156794"/>
                      <a:gd name="connsiteY3-666" fmla="*/ 1484165 h 2933483"/>
                      <a:gd name="connsiteX4-667" fmla="*/ 767 w 8156794"/>
                      <a:gd name="connsiteY4-668" fmla="*/ 13224 h 2933483"/>
                      <a:gd name="connsiteX5-669" fmla="*/ 4068271 w 8156794"/>
                      <a:gd name="connsiteY5-670" fmla="*/ 1432121 h 2933483"/>
                      <a:gd name="connsiteX6-671" fmla="*/ 8156794 w 8156794"/>
                      <a:gd name="connsiteY6-672" fmla="*/ 0 h 2933483"/>
                      <a:gd name="connsiteX0-673" fmla="*/ 8123689 w 8145760"/>
                      <a:gd name="connsiteY0-674" fmla="*/ 13560 h 2920259"/>
                      <a:gd name="connsiteX1-675" fmla="*/ 8145760 w 8145760"/>
                      <a:gd name="connsiteY1-676" fmla="*/ 1579944 h 2920259"/>
                      <a:gd name="connsiteX2-677" fmla="*/ 4123353 w 8145760"/>
                      <a:gd name="connsiteY2-678" fmla="*/ 2919505 h 2920259"/>
                      <a:gd name="connsiteX3-679" fmla="*/ 2295 w 8145760"/>
                      <a:gd name="connsiteY3-680" fmla="*/ 1470941 h 2920259"/>
                      <a:gd name="connsiteX4-681" fmla="*/ 767 w 8145760"/>
                      <a:gd name="connsiteY4-682" fmla="*/ 0 h 2920259"/>
                      <a:gd name="connsiteX5-683" fmla="*/ 4068271 w 8145760"/>
                      <a:gd name="connsiteY5-684" fmla="*/ 1418897 h 2920259"/>
                      <a:gd name="connsiteX6-685" fmla="*/ 8123689 w 8145760"/>
                      <a:gd name="connsiteY6-686" fmla="*/ 13560 h 2920259"/>
                      <a:gd name="connsiteX0-687" fmla="*/ 8178863 w 8178863"/>
                      <a:gd name="connsiteY0-688" fmla="*/ 26952 h 2920259"/>
                      <a:gd name="connsiteX1-689" fmla="*/ 8145760 w 8178863"/>
                      <a:gd name="connsiteY1-690" fmla="*/ 1579944 h 2920259"/>
                      <a:gd name="connsiteX2-691" fmla="*/ 4123353 w 8178863"/>
                      <a:gd name="connsiteY2-692" fmla="*/ 2919505 h 2920259"/>
                      <a:gd name="connsiteX3-693" fmla="*/ 2295 w 8178863"/>
                      <a:gd name="connsiteY3-694" fmla="*/ 1470941 h 2920259"/>
                      <a:gd name="connsiteX4-695" fmla="*/ 767 w 8178863"/>
                      <a:gd name="connsiteY4-696" fmla="*/ 0 h 2920259"/>
                      <a:gd name="connsiteX5-697" fmla="*/ 4068271 w 8178863"/>
                      <a:gd name="connsiteY5-698" fmla="*/ 1418897 h 2920259"/>
                      <a:gd name="connsiteX6-699" fmla="*/ 8178863 w 8178863"/>
                      <a:gd name="connsiteY6-700" fmla="*/ 26952 h 2920259"/>
                      <a:gd name="connsiteX0-701" fmla="*/ 8167827 w 8167827"/>
                      <a:gd name="connsiteY0-702" fmla="*/ 40343 h 2920259"/>
                      <a:gd name="connsiteX1-703" fmla="*/ 8145760 w 8167827"/>
                      <a:gd name="connsiteY1-704" fmla="*/ 1579944 h 2920259"/>
                      <a:gd name="connsiteX2-705" fmla="*/ 4123353 w 8167827"/>
                      <a:gd name="connsiteY2-706" fmla="*/ 2919505 h 2920259"/>
                      <a:gd name="connsiteX3-707" fmla="*/ 2295 w 8167827"/>
                      <a:gd name="connsiteY3-708" fmla="*/ 1470941 h 2920259"/>
                      <a:gd name="connsiteX4-709" fmla="*/ 767 w 8167827"/>
                      <a:gd name="connsiteY4-710" fmla="*/ 0 h 2920259"/>
                      <a:gd name="connsiteX5-711" fmla="*/ 4068271 w 8167827"/>
                      <a:gd name="connsiteY5-712" fmla="*/ 1418897 h 2920259"/>
                      <a:gd name="connsiteX6-713" fmla="*/ 8167827 w 8167827"/>
                      <a:gd name="connsiteY6-714" fmla="*/ 40343 h 2920259"/>
                      <a:gd name="connsiteX0-715" fmla="*/ 8123687 w 8145760"/>
                      <a:gd name="connsiteY0-716" fmla="*/ 53735 h 2920259"/>
                      <a:gd name="connsiteX1-717" fmla="*/ 8145760 w 8145760"/>
                      <a:gd name="connsiteY1-718" fmla="*/ 1579944 h 2920259"/>
                      <a:gd name="connsiteX2-719" fmla="*/ 4123353 w 8145760"/>
                      <a:gd name="connsiteY2-720" fmla="*/ 2919505 h 2920259"/>
                      <a:gd name="connsiteX3-721" fmla="*/ 2295 w 8145760"/>
                      <a:gd name="connsiteY3-722" fmla="*/ 1470941 h 2920259"/>
                      <a:gd name="connsiteX4-723" fmla="*/ 767 w 8145760"/>
                      <a:gd name="connsiteY4-724" fmla="*/ 0 h 2920259"/>
                      <a:gd name="connsiteX5-725" fmla="*/ 4068271 w 8145760"/>
                      <a:gd name="connsiteY5-726" fmla="*/ 1418897 h 2920259"/>
                      <a:gd name="connsiteX6-727" fmla="*/ 8123687 w 8145760"/>
                      <a:gd name="connsiteY6-728" fmla="*/ 53735 h 2920259"/>
                      <a:gd name="connsiteX0-729" fmla="*/ 8161918 w 8161918"/>
                      <a:gd name="connsiteY0-730" fmla="*/ 0 h 2943855"/>
                      <a:gd name="connsiteX1-731" fmla="*/ 8145760 w 8161918"/>
                      <a:gd name="connsiteY1-732" fmla="*/ 1603540 h 2943855"/>
                      <a:gd name="connsiteX2-733" fmla="*/ 4123353 w 8161918"/>
                      <a:gd name="connsiteY2-734" fmla="*/ 2943101 h 2943855"/>
                      <a:gd name="connsiteX3-735" fmla="*/ 2295 w 8161918"/>
                      <a:gd name="connsiteY3-736" fmla="*/ 1494537 h 2943855"/>
                      <a:gd name="connsiteX4-737" fmla="*/ 767 w 8161918"/>
                      <a:gd name="connsiteY4-738" fmla="*/ 23596 h 2943855"/>
                      <a:gd name="connsiteX5-739" fmla="*/ 4068271 w 8161918"/>
                      <a:gd name="connsiteY5-740" fmla="*/ 1442493 h 2943855"/>
                      <a:gd name="connsiteX6-741" fmla="*/ 8161918 w 8161918"/>
                      <a:gd name="connsiteY6-742" fmla="*/ 0 h 2943855"/>
                      <a:gd name="connsiteX0-743" fmla="*/ 8144926 w 8145760"/>
                      <a:gd name="connsiteY0-744" fmla="*/ 43424 h 2920259"/>
                      <a:gd name="connsiteX1-745" fmla="*/ 8145760 w 8145760"/>
                      <a:gd name="connsiteY1-746" fmla="*/ 1579944 h 2920259"/>
                      <a:gd name="connsiteX2-747" fmla="*/ 4123353 w 8145760"/>
                      <a:gd name="connsiteY2-748" fmla="*/ 2919505 h 2920259"/>
                      <a:gd name="connsiteX3-749" fmla="*/ 2295 w 8145760"/>
                      <a:gd name="connsiteY3-750" fmla="*/ 1470941 h 2920259"/>
                      <a:gd name="connsiteX4-751" fmla="*/ 767 w 8145760"/>
                      <a:gd name="connsiteY4-752" fmla="*/ 0 h 2920259"/>
                      <a:gd name="connsiteX5-753" fmla="*/ 4068271 w 8145760"/>
                      <a:gd name="connsiteY5-754" fmla="*/ 1418897 h 2920259"/>
                      <a:gd name="connsiteX6-755" fmla="*/ 8144926 w 8145760"/>
                      <a:gd name="connsiteY6-756" fmla="*/ 43424 h 2920259"/>
                      <a:gd name="connsiteX0-757" fmla="*/ 8161918 w 8161918"/>
                      <a:gd name="connsiteY0-758" fmla="*/ 0 h 2959321"/>
                      <a:gd name="connsiteX1-759" fmla="*/ 8145760 w 8161918"/>
                      <a:gd name="connsiteY1-760" fmla="*/ 1619006 h 2959321"/>
                      <a:gd name="connsiteX2-761" fmla="*/ 4123353 w 8161918"/>
                      <a:gd name="connsiteY2-762" fmla="*/ 2958567 h 2959321"/>
                      <a:gd name="connsiteX3-763" fmla="*/ 2295 w 8161918"/>
                      <a:gd name="connsiteY3-764" fmla="*/ 1510003 h 2959321"/>
                      <a:gd name="connsiteX4-765" fmla="*/ 767 w 8161918"/>
                      <a:gd name="connsiteY4-766" fmla="*/ 39062 h 2959321"/>
                      <a:gd name="connsiteX5-767" fmla="*/ 4068271 w 8161918"/>
                      <a:gd name="connsiteY5-768" fmla="*/ 1457959 h 2959321"/>
                      <a:gd name="connsiteX6-769" fmla="*/ 8161918 w 8161918"/>
                      <a:gd name="connsiteY6-770" fmla="*/ 0 h 2959321"/>
                      <a:gd name="connsiteX0-771" fmla="*/ 8161918 w 8162752"/>
                      <a:gd name="connsiteY0-772" fmla="*/ 0 h 2959488"/>
                      <a:gd name="connsiteX1-773" fmla="*/ 8162752 w 8162752"/>
                      <a:gd name="connsiteY1-774" fmla="*/ 1629317 h 2959488"/>
                      <a:gd name="connsiteX2-775" fmla="*/ 4123353 w 8162752"/>
                      <a:gd name="connsiteY2-776" fmla="*/ 2958567 h 2959488"/>
                      <a:gd name="connsiteX3-777" fmla="*/ 2295 w 8162752"/>
                      <a:gd name="connsiteY3-778" fmla="*/ 1510003 h 2959488"/>
                      <a:gd name="connsiteX4-779" fmla="*/ 767 w 8162752"/>
                      <a:gd name="connsiteY4-780" fmla="*/ 39062 h 2959488"/>
                      <a:gd name="connsiteX5-781" fmla="*/ 4068271 w 8162752"/>
                      <a:gd name="connsiteY5-782" fmla="*/ 1457959 h 2959488"/>
                      <a:gd name="connsiteX6-783" fmla="*/ 8161918 w 8162752"/>
                      <a:gd name="connsiteY6-784" fmla="*/ 0 h 2959488"/>
                      <a:gd name="connsiteX0-785" fmla="*/ 8165930 w 8166764"/>
                      <a:gd name="connsiteY0-786" fmla="*/ 7337 h 2966825"/>
                      <a:gd name="connsiteX1-787" fmla="*/ 8166764 w 8166764"/>
                      <a:gd name="connsiteY1-788" fmla="*/ 1636654 h 2966825"/>
                      <a:gd name="connsiteX2-789" fmla="*/ 4127365 w 8166764"/>
                      <a:gd name="connsiteY2-790" fmla="*/ 2965904 h 2966825"/>
                      <a:gd name="connsiteX3-791" fmla="*/ 6307 w 8166764"/>
                      <a:gd name="connsiteY3-792" fmla="*/ 1517340 h 2966825"/>
                      <a:gd name="connsiteX4-793" fmla="*/ 532 w 8166764"/>
                      <a:gd name="connsiteY4-794" fmla="*/ 0 h 2966825"/>
                      <a:gd name="connsiteX5-795" fmla="*/ 4072283 w 8166764"/>
                      <a:gd name="connsiteY5-796" fmla="*/ 1465296 h 2966825"/>
                      <a:gd name="connsiteX6-797" fmla="*/ 8165930 w 8166764"/>
                      <a:gd name="connsiteY6-798" fmla="*/ 7337 h 2966825"/>
                      <a:gd name="connsiteX0-799" fmla="*/ 8168119 w 8168953"/>
                      <a:gd name="connsiteY0-800" fmla="*/ 7337 h 2966682"/>
                      <a:gd name="connsiteX1-801" fmla="*/ 8168953 w 8168953"/>
                      <a:gd name="connsiteY1-802" fmla="*/ 1636654 h 2966682"/>
                      <a:gd name="connsiteX2-803" fmla="*/ 4129554 w 8168953"/>
                      <a:gd name="connsiteY2-804" fmla="*/ 2965904 h 2966682"/>
                      <a:gd name="connsiteX3-805" fmla="*/ 0 w 8168953"/>
                      <a:gd name="connsiteY3-806" fmla="*/ 1527651 h 2966682"/>
                      <a:gd name="connsiteX4-807" fmla="*/ 2721 w 8168953"/>
                      <a:gd name="connsiteY4-808" fmla="*/ 0 h 2966682"/>
                      <a:gd name="connsiteX5-809" fmla="*/ 4074472 w 8168953"/>
                      <a:gd name="connsiteY5-810" fmla="*/ 1465296 h 2966682"/>
                      <a:gd name="connsiteX6-811" fmla="*/ 8168119 w 8168953"/>
                      <a:gd name="connsiteY6-812" fmla="*/ 7337 h 2966682"/>
                      <a:gd name="connsiteX0-813" fmla="*/ 8168119 w 8168953"/>
                      <a:gd name="connsiteY0-814" fmla="*/ 7337 h 3100377"/>
                      <a:gd name="connsiteX1-815" fmla="*/ 8168953 w 8168953"/>
                      <a:gd name="connsiteY1-816" fmla="*/ 1636654 h 3100377"/>
                      <a:gd name="connsiteX2-817" fmla="*/ 4118520 w 8168953"/>
                      <a:gd name="connsiteY2-818" fmla="*/ 3099826 h 3100377"/>
                      <a:gd name="connsiteX3-819" fmla="*/ 0 w 8168953"/>
                      <a:gd name="connsiteY3-820" fmla="*/ 1527651 h 3100377"/>
                      <a:gd name="connsiteX4-821" fmla="*/ 2721 w 8168953"/>
                      <a:gd name="connsiteY4-822" fmla="*/ 0 h 3100377"/>
                      <a:gd name="connsiteX5-823" fmla="*/ 4074472 w 8168953"/>
                      <a:gd name="connsiteY5-824" fmla="*/ 1465296 h 3100377"/>
                      <a:gd name="connsiteX6-825" fmla="*/ 8168119 w 8168953"/>
                      <a:gd name="connsiteY6-826" fmla="*/ 7337 h 3100377"/>
                      <a:gd name="connsiteX0-827" fmla="*/ 8168119 w 8168953"/>
                      <a:gd name="connsiteY0-828" fmla="*/ 7337 h 3100429"/>
                      <a:gd name="connsiteX1-829" fmla="*/ 8168953 w 8168953"/>
                      <a:gd name="connsiteY1-830" fmla="*/ 1636654 h 3100429"/>
                      <a:gd name="connsiteX2-831" fmla="*/ 4118520 w 8168953"/>
                      <a:gd name="connsiteY2-832" fmla="*/ 3099826 h 3100429"/>
                      <a:gd name="connsiteX3-833" fmla="*/ 0 w 8168953"/>
                      <a:gd name="connsiteY3-834" fmla="*/ 1527651 h 3100429"/>
                      <a:gd name="connsiteX4-835" fmla="*/ 2721 w 8168953"/>
                      <a:gd name="connsiteY4-836" fmla="*/ 0 h 3100429"/>
                      <a:gd name="connsiteX5-837" fmla="*/ 4074472 w 8168953"/>
                      <a:gd name="connsiteY5-838" fmla="*/ 1465296 h 3100429"/>
                      <a:gd name="connsiteX6-839" fmla="*/ 8168119 w 8168953"/>
                      <a:gd name="connsiteY6-840" fmla="*/ 7337 h 3100429"/>
                      <a:gd name="connsiteX0-841" fmla="*/ 8165849 w 8166683"/>
                      <a:gd name="connsiteY0-842" fmla="*/ 7337 h 3099826"/>
                      <a:gd name="connsiteX1-843" fmla="*/ 8166683 w 8166683"/>
                      <a:gd name="connsiteY1-844" fmla="*/ 1636654 h 3099826"/>
                      <a:gd name="connsiteX2-845" fmla="*/ 4116250 w 8166683"/>
                      <a:gd name="connsiteY2-846" fmla="*/ 3099826 h 3099826"/>
                      <a:gd name="connsiteX3-847" fmla="*/ 8764 w 8166683"/>
                      <a:gd name="connsiteY3-848" fmla="*/ 1634789 h 3099826"/>
                      <a:gd name="connsiteX4-849" fmla="*/ 451 w 8166683"/>
                      <a:gd name="connsiteY4-850" fmla="*/ 0 h 3099826"/>
                      <a:gd name="connsiteX5-851" fmla="*/ 4072202 w 8166683"/>
                      <a:gd name="connsiteY5-852" fmla="*/ 1465296 h 3099826"/>
                      <a:gd name="connsiteX6-853" fmla="*/ 8165849 w 8166683"/>
                      <a:gd name="connsiteY6-854" fmla="*/ 7337 h 3099826"/>
                      <a:gd name="connsiteX0-855" fmla="*/ 8165849 w 8166683"/>
                      <a:gd name="connsiteY0-856" fmla="*/ 7337 h 3099826"/>
                      <a:gd name="connsiteX1-857" fmla="*/ 8166683 w 8166683"/>
                      <a:gd name="connsiteY1-858" fmla="*/ 1636654 h 3099826"/>
                      <a:gd name="connsiteX2-859" fmla="*/ 4116250 w 8166683"/>
                      <a:gd name="connsiteY2-860" fmla="*/ 3099826 h 3099826"/>
                      <a:gd name="connsiteX3-861" fmla="*/ 8764 w 8166683"/>
                      <a:gd name="connsiteY3-862" fmla="*/ 1634789 h 3099826"/>
                      <a:gd name="connsiteX4-863" fmla="*/ 451 w 8166683"/>
                      <a:gd name="connsiteY4-864" fmla="*/ 0 h 3099826"/>
                      <a:gd name="connsiteX5-865" fmla="*/ 4072202 w 8166683"/>
                      <a:gd name="connsiteY5-866" fmla="*/ 1465296 h 3099826"/>
                      <a:gd name="connsiteX6-867" fmla="*/ 8165849 w 8166683"/>
                      <a:gd name="connsiteY6-868" fmla="*/ 7337 h 3099826"/>
                      <a:gd name="connsiteX0-869" fmla="*/ 8165849 w 8166683"/>
                      <a:gd name="connsiteY0-870" fmla="*/ 7337 h 3099826"/>
                      <a:gd name="connsiteX1-871" fmla="*/ 8166683 w 8166683"/>
                      <a:gd name="connsiteY1-872" fmla="*/ 1636654 h 3099826"/>
                      <a:gd name="connsiteX2-873" fmla="*/ 4116250 w 8166683"/>
                      <a:gd name="connsiteY2-874" fmla="*/ 3099826 h 3099826"/>
                      <a:gd name="connsiteX3-875" fmla="*/ 8764 w 8166683"/>
                      <a:gd name="connsiteY3-876" fmla="*/ 1634789 h 3099826"/>
                      <a:gd name="connsiteX4-877" fmla="*/ 451 w 8166683"/>
                      <a:gd name="connsiteY4-878" fmla="*/ 0 h 3099826"/>
                      <a:gd name="connsiteX5-879" fmla="*/ 4061168 w 8166683"/>
                      <a:gd name="connsiteY5-880" fmla="*/ 1438511 h 3099826"/>
                      <a:gd name="connsiteX6-881" fmla="*/ 8165849 w 8166683"/>
                      <a:gd name="connsiteY6-882" fmla="*/ 7337 h 3099826"/>
                      <a:gd name="connsiteX0-883" fmla="*/ 8165849 w 8166683"/>
                      <a:gd name="connsiteY0-884" fmla="*/ 7337 h 3099826"/>
                      <a:gd name="connsiteX1-885" fmla="*/ 8166683 w 8166683"/>
                      <a:gd name="connsiteY1-886" fmla="*/ 1636654 h 3099826"/>
                      <a:gd name="connsiteX2-887" fmla="*/ 4116250 w 8166683"/>
                      <a:gd name="connsiteY2-888" fmla="*/ 3099826 h 3099826"/>
                      <a:gd name="connsiteX3-889" fmla="*/ 8764 w 8166683"/>
                      <a:gd name="connsiteY3-890" fmla="*/ 1634789 h 3099826"/>
                      <a:gd name="connsiteX4-891" fmla="*/ 451 w 8166683"/>
                      <a:gd name="connsiteY4-892" fmla="*/ 0 h 3099826"/>
                      <a:gd name="connsiteX5-893" fmla="*/ 4061168 w 8166683"/>
                      <a:gd name="connsiteY5-894" fmla="*/ 1438511 h 3099826"/>
                      <a:gd name="connsiteX6-895" fmla="*/ 8165849 w 8166683"/>
                      <a:gd name="connsiteY6-896" fmla="*/ 7337 h 309982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73" name="Oval 472"/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474" name="Group 473"/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75" name="Freeform 474"/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-1" fmla="*/ 3725333 w 4641485"/>
                        <a:gd name="connsiteY0-2" fmla="*/ 0 h 1049866"/>
                        <a:gd name="connsiteX1-3" fmla="*/ 4641485 w 4641485"/>
                        <a:gd name="connsiteY1-4" fmla="*/ 239402 h 1049866"/>
                        <a:gd name="connsiteX2-5" fmla="*/ 3962400 w 4641485"/>
                        <a:gd name="connsiteY2-6" fmla="*/ 541866 h 1049866"/>
                        <a:gd name="connsiteX3-7" fmla="*/ 3742267 w 4641485"/>
                        <a:gd name="connsiteY3-8" fmla="*/ 457200 h 1049866"/>
                        <a:gd name="connsiteX4-9" fmla="*/ 2269067 w 4641485"/>
                        <a:gd name="connsiteY4-10" fmla="*/ 1049866 h 1049866"/>
                        <a:gd name="connsiteX5-11" fmla="*/ 880533 w 4641485"/>
                        <a:gd name="connsiteY5-12" fmla="*/ 457200 h 1049866"/>
                        <a:gd name="connsiteX6-13" fmla="*/ 592667 w 4641485"/>
                        <a:gd name="connsiteY6-14" fmla="*/ 541866 h 1049866"/>
                        <a:gd name="connsiteX7-15" fmla="*/ 0 w 4641485"/>
                        <a:gd name="connsiteY7-16" fmla="*/ 254000 h 1049866"/>
                        <a:gd name="connsiteX8-17" fmla="*/ 880533 w 4641485"/>
                        <a:gd name="connsiteY8-18" fmla="*/ 16933 h 1049866"/>
                        <a:gd name="connsiteX9-19" fmla="*/ 2302933 w 4641485"/>
                        <a:gd name="connsiteY9-20" fmla="*/ 626533 h 1049866"/>
                        <a:gd name="connsiteX10-21" fmla="*/ 3725333 w 4641485"/>
                        <a:gd name="connsiteY10-22" fmla="*/ 0 h 1049866"/>
                        <a:gd name="connsiteX0-23" fmla="*/ 3756864 w 4673016"/>
                        <a:gd name="connsiteY0-24" fmla="*/ 0 h 1049866"/>
                        <a:gd name="connsiteX1-25" fmla="*/ 4673016 w 4673016"/>
                        <a:gd name="connsiteY1-26" fmla="*/ 239402 h 1049866"/>
                        <a:gd name="connsiteX2-27" fmla="*/ 3993931 w 4673016"/>
                        <a:gd name="connsiteY2-28" fmla="*/ 541866 h 1049866"/>
                        <a:gd name="connsiteX3-29" fmla="*/ 3773798 w 4673016"/>
                        <a:gd name="connsiteY3-30" fmla="*/ 457200 h 1049866"/>
                        <a:gd name="connsiteX4-31" fmla="*/ 2300598 w 4673016"/>
                        <a:gd name="connsiteY4-32" fmla="*/ 1049866 h 1049866"/>
                        <a:gd name="connsiteX5-33" fmla="*/ 912064 w 4673016"/>
                        <a:gd name="connsiteY5-34" fmla="*/ 457200 h 1049866"/>
                        <a:gd name="connsiteX6-35" fmla="*/ 624198 w 4673016"/>
                        <a:gd name="connsiteY6-36" fmla="*/ 541866 h 1049866"/>
                        <a:gd name="connsiteX7-37" fmla="*/ 0 w 4673016"/>
                        <a:gd name="connsiteY7-38" fmla="*/ 232979 h 1049866"/>
                        <a:gd name="connsiteX8-39" fmla="*/ 912064 w 4673016"/>
                        <a:gd name="connsiteY8-40" fmla="*/ 16933 h 1049866"/>
                        <a:gd name="connsiteX9-41" fmla="*/ 2334464 w 4673016"/>
                        <a:gd name="connsiteY9-42" fmla="*/ 626533 h 1049866"/>
                        <a:gd name="connsiteX10-43" fmla="*/ 3756864 w 4673016"/>
                        <a:gd name="connsiteY10-44" fmla="*/ 0 h 1049866"/>
                        <a:gd name="connsiteX0-45" fmla="*/ 3756864 w 4673016"/>
                        <a:gd name="connsiteY0-46" fmla="*/ 0 h 1049866"/>
                        <a:gd name="connsiteX1-47" fmla="*/ 4673016 w 4673016"/>
                        <a:gd name="connsiteY1-48" fmla="*/ 239402 h 1049866"/>
                        <a:gd name="connsiteX2-49" fmla="*/ 3993931 w 4673016"/>
                        <a:gd name="connsiteY2-50" fmla="*/ 541866 h 1049866"/>
                        <a:gd name="connsiteX3-51" fmla="*/ 3784308 w 4673016"/>
                        <a:gd name="connsiteY3-52" fmla="*/ 404648 h 1049866"/>
                        <a:gd name="connsiteX4-53" fmla="*/ 2300598 w 4673016"/>
                        <a:gd name="connsiteY4-54" fmla="*/ 1049866 h 1049866"/>
                        <a:gd name="connsiteX5-55" fmla="*/ 912064 w 4673016"/>
                        <a:gd name="connsiteY5-56" fmla="*/ 457200 h 1049866"/>
                        <a:gd name="connsiteX6-57" fmla="*/ 624198 w 4673016"/>
                        <a:gd name="connsiteY6-58" fmla="*/ 541866 h 1049866"/>
                        <a:gd name="connsiteX7-59" fmla="*/ 0 w 4673016"/>
                        <a:gd name="connsiteY7-60" fmla="*/ 232979 h 1049866"/>
                        <a:gd name="connsiteX8-61" fmla="*/ 912064 w 4673016"/>
                        <a:gd name="connsiteY8-62" fmla="*/ 16933 h 1049866"/>
                        <a:gd name="connsiteX9-63" fmla="*/ 2334464 w 4673016"/>
                        <a:gd name="connsiteY9-64" fmla="*/ 626533 h 1049866"/>
                        <a:gd name="connsiteX10-65" fmla="*/ 3756864 w 4673016"/>
                        <a:gd name="connsiteY10-66" fmla="*/ 0 h 1049866"/>
                        <a:gd name="connsiteX0-67" fmla="*/ 3756864 w 4673016"/>
                        <a:gd name="connsiteY0-68" fmla="*/ 0 h 1049866"/>
                        <a:gd name="connsiteX1-69" fmla="*/ 4673016 w 4673016"/>
                        <a:gd name="connsiteY1-70" fmla="*/ 239402 h 1049866"/>
                        <a:gd name="connsiteX2-71" fmla="*/ 3993931 w 4673016"/>
                        <a:gd name="connsiteY2-72" fmla="*/ 541866 h 1049866"/>
                        <a:gd name="connsiteX3-73" fmla="*/ 3794818 w 4673016"/>
                        <a:gd name="connsiteY3-74" fmla="*/ 436179 h 1049866"/>
                        <a:gd name="connsiteX4-75" fmla="*/ 2300598 w 4673016"/>
                        <a:gd name="connsiteY4-76" fmla="*/ 1049866 h 1049866"/>
                        <a:gd name="connsiteX5-77" fmla="*/ 912064 w 4673016"/>
                        <a:gd name="connsiteY5-78" fmla="*/ 457200 h 1049866"/>
                        <a:gd name="connsiteX6-79" fmla="*/ 624198 w 4673016"/>
                        <a:gd name="connsiteY6-80" fmla="*/ 541866 h 1049866"/>
                        <a:gd name="connsiteX7-81" fmla="*/ 0 w 4673016"/>
                        <a:gd name="connsiteY7-82" fmla="*/ 232979 h 1049866"/>
                        <a:gd name="connsiteX8-83" fmla="*/ 912064 w 4673016"/>
                        <a:gd name="connsiteY8-84" fmla="*/ 16933 h 1049866"/>
                        <a:gd name="connsiteX9-85" fmla="*/ 2334464 w 4673016"/>
                        <a:gd name="connsiteY9-86" fmla="*/ 626533 h 1049866"/>
                        <a:gd name="connsiteX10-87" fmla="*/ 3756864 w 4673016"/>
                        <a:gd name="connsiteY10-88" fmla="*/ 0 h 1049866"/>
                        <a:gd name="connsiteX0-89" fmla="*/ 3756864 w 4673016"/>
                        <a:gd name="connsiteY0-90" fmla="*/ 0 h 1049866"/>
                        <a:gd name="connsiteX1-91" fmla="*/ 4673016 w 4673016"/>
                        <a:gd name="connsiteY1-92" fmla="*/ 239402 h 1049866"/>
                        <a:gd name="connsiteX2-93" fmla="*/ 3993931 w 4673016"/>
                        <a:gd name="connsiteY2-94" fmla="*/ 541866 h 1049866"/>
                        <a:gd name="connsiteX3-95" fmla="*/ 3794818 w 4673016"/>
                        <a:gd name="connsiteY3-96" fmla="*/ 436179 h 1049866"/>
                        <a:gd name="connsiteX4-97" fmla="*/ 2300598 w 4673016"/>
                        <a:gd name="connsiteY4-98" fmla="*/ 1049866 h 1049866"/>
                        <a:gd name="connsiteX5-99" fmla="*/ 912064 w 4673016"/>
                        <a:gd name="connsiteY5-100" fmla="*/ 457200 h 1049866"/>
                        <a:gd name="connsiteX6-101" fmla="*/ 624198 w 4673016"/>
                        <a:gd name="connsiteY6-102" fmla="*/ 541866 h 1049866"/>
                        <a:gd name="connsiteX7-103" fmla="*/ 0 w 4673016"/>
                        <a:gd name="connsiteY7-104" fmla="*/ 232979 h 1049866"/>
                        <a:gd name="connsiteX8-105" fmla="*/ 912064 w 4673016"/>
                        <a:gd name="connsiteY8-106" fmla="*/ 16933 h 1049866"/>
                        <a:gd name="connsiteX9-107" fmla="*/ 2323954 w 4673016"/>
                        <a:gd name="connsiteY9-108" fmla="*/ 616023 h 1049866"/>
                        <a:gd name="connsiteX10-109" fmla="*/ 3756864 w 4673016"/>
                        <a:gd name="connsiteY10-110" fmla="*/ 0 h 1049866"/>
                        <a:gd name="connsiteX0-111" fmla="*/ 3756864 w 4673016"/>
                        <a:gd name="connsiteY0-112" fmla="*/ 0 h 1049866"/>
                        <a:gd name="connsiteX1-113" fmla="*/ 4673016 w 4673016"/>
                        <a:gd name="connsiteY1-114" fmla="*/ 239402 h 1049866"/>
                        <a:gd name="connsiteX2-115" fmla="*/ 3993931 w 4673016"/>
                        <a:gd name="connsiteY2-116" fmla="*/ 541866 h 1049866"/>
                        <a:gd name="connsiteX3-117" fmla="*/ 3794818 w 4673016"/>
                        <a:gd name="connsiteY3-118" fmla="*/ 436179 h 1049866"/>
                        <a:gd name="connsiteX4-119" fmla="*/ 2300598 w 4673016"/>
                        <a:gd name="connsiteY4-120" fmla="*/ 1049866 h 1049866"/>
                        <a:gd name="connsiteX5-121" fmla="*/ 912064 w 4673016"/>
                        <a:gd name="connsiteY5-122" fmla="*/ 457200 h 1049866"/>
                        <a:gd name="connsiteX6-123" fmla="*/ 624198 w 4673016"/>
                        <a:gd name="connsiteY6-124" fmla="*/ 541866 h 1049866"/>
                        <a:gd name="connsiteX7-125" fmla="*/ 0 w 4673016"/>
                        <a:gd name="connsiteY7-126" fmla="*/ 275021 h 1049866"/>
                        <a:gd name="connsiteX8-127" fmla="*/ 912064 w 4673016"/>
                        <a:gd name="connsiteY8-128" fmla="*/ 16933 h 1049866"/>
                        <a:gd name="connsiteX9-129" fmla="*/ 2323954 w 4673016"/>
                        <a:gd name="connsiteY9-130" fmla="*/ 616023 h 1049866"/>
                        <a:gd name="connsiteX10-131" fmla="*/ 3756864 w 4673016"/>
                        <a:gd name="connsiteY10-132" fmla="*/ 0 h 1049866"/>
                        <a:gd name="connsiteX0-133" fmla="*/ 3756864 w 4673016"/>
                        <a:gd name="connsiteY0-134" fmla="*/ 0 h 1049866"/>
                        <a:gd name="connsiteX1-135" fmla="*/ 4673016 w 4673016"/>
                        <a:gd name="connsiteY1-136" fmla="*/ 239402 h 1049866"/>
                        <a:gd name="connsiteX2-137" fmla="*/ 3993931 w 4673016"/>
                        <a:gd name="connsiteY2-138" fmla="*/ 541866 h 1049866"/>
                        <a:gd name="connsiteX3-139" fmla="*/ 3815839 w 4673016"/>
                        <a:gd name="connsiteY3-140" fmla="*/ 467710 h 1049866"/>
                        <a:gd name="connsiteX4-141" fmla="*/ 2300598 w 4673016"/>
                        <a:gd name="connsiteY4-142" fmla="*/ 1049866 h 1049866"/>
                        <a:gd name="connsiteX5-143" fmla="*/ 912064 w 4673016"/>
                        <a:gd name="connsiteY5-144" fmla="*/ 457200 h 1049866"/>
                        <a:gd name="connsiteX6-145" fmla="*/ 624198 w 4673016"/>
                        <a:gd name="connsiteY6-146" fmla="*/ 541866 h 1049866"/>
                        <a:gd name="connsiteX7-147" fmla="*/ 0 w 4673016"/>
                        <a:gd name="connsiteY7-148" fmla="*/ 275021 h 1049866"/>
                        <a:gd name="connsiteX8-149" fmla="*/ 912064 w 4673016"/>
                        <a:gd name="connsiteY8-150" fmla="*/ 16933 h 1049866"/>
                        <a:gd name="connsiteX9-151" fmla="*/ 2323954 w 4673016"/>
                        <a:gd name="connsiteY9-152" fmla="*/ 616023 h 1049866"/>
                        <a:gd name="connsiteX10-153" fmla="*/ 3756864 w 4673016"/>
                        <a:gd name="connsiteY10-154" fmla="*/ 0 h 104986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6" name="Freeform 475"/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7" name="Freeform 476"/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8" name="Freeform 477"/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-1" fmla="*/ 168165 w 3731172"/>
                        <a:gd name="connsiteY0-2" fmla="*/ 73572 h 1418896"/>
                        <a:gd name="connsiteX1-3" fmla="*/ 451945 w 3731172"/>
                        <a:gd name="connsiteY1-4" fmla="*/ 0 h 1418896"/>
                        <a:gd name="connsiteX2-5" fmla="*/ 1881352 w 3731172"/>
                        <a:gd name="connsiteY2-6" fmla="*/ 599089 h 1418896"/>
                        <a:gd name="connsiteX3-7" fmla="*/ 3363310 w 3731172"/>
                        <a:gd name="connsiteY3-8" fmla="*/ 0 h 1418896"/>
                        <a:gd name="connsiteX4-9" fmla="*/ 3584027 w 3731172"/>
                        <a:gd name="connsiteY4-10" fmla="*/ 73572 h 1418896"/>
                        <a:gd name="connsiteX5-11" fmla="*/ 2627586 w 3731172"/>
                        <a:gd name="connsiteY5-12" fmla="*/ 441434 h 1418896"/>
                        <a:gd name="connsiteX6-13" fmla="*/ 2596055 w 3731172"/>
                        <a:gd name="connsiteY6-14" fmla="*/ 914400 h 1418896"/>
                        <a:gd name="connsiteX7-15" fmla="*/ 3731172 w 3731172"/>
                        <a:gd name="connsiteY7-16" fmla="*/ 1345324 h 1418896"/>
                        <a:gd name="connsiteX8-17" fmla="*/ 3447393 w 3731172"/>
                        <a:gd name="connsiteY8-18" fmla="*/ 1408386 h 1418896"/>
                        <a:gd name="connsiteX9-19" fmla="*/ 1870841 w 3731172"/>
                        <a:gd name="connsiteY9-20" fmla="*/ 746234 h 1418896"/>
                        <a:gd name="connsiteX10-21" fmla="*/ 262758 w 3731172"/>
                        <a:gd name="connsiteY10-22" fmla="*/ 1418896 h 1418896"/>
                        <a:gd name="connsiteX11-23" fmla="*/ 0 w 3731172"/>
                        <a:gd name="connsiteY11-24" fmla="*/ 1324303 h 1418896"/>
                        <a:gd name="connsiteX12-25" fmla="*/ 1145627 w 3731172"/>
                        <a:gd name="connsiteY12-26" fmla="*/ 882869 h 1418896"/>
                        <a:gd name="connsiteX13-27" fmla="*/ 1114096 w 3731172"/>
                        <a:gd name="connsiteY13-28" fmla="*/ 409903 h 1418896"/>
                        <a:gd name="connsiteX14-29" fmla="*/ 441434 w 3731172"/>
                        <a:gd name="connsiteY14-30" fmla="*/ 10510 h 1418896"/>
                        <a:gd name="connsiteX15-31" fmla="*/ 441434 w 3731172"/>
                        <a:gd name="connsiteY15-32" fmla="*/ 10510 h 1418896"/>
                        <a:gd name="connsiteX0-33" fmla="*/ 168165 w 3731172"/>
                        <a:gd name="connsiteY0-34" fmla="*/ 73572 h 1418896"/>
                        <a:gd name="connsiteX1-35" fmla="*/ 451945 w 3731172"/>
                        <a:gd name="connsiteY1-36" fmla="*/ 0 h 1418896"/>
                        <a:gd name="connsiteX2-37" fmla="*/ 1881352 w 3731172"/>
                        <a:gd name="connsiteY2-38" fmla="*/ 599089 h 1418896"/>
                        <a:gd name="connsiteX3-39" fmla="*/ 3363310 w 3731172"/>
                        <a:gd name="connsiteY3-40" fmla="*/ 0 h 1418896"/>
                        <a:gd name="connsiteX4-41" fmla="*/ 3584027 w 3731172"/>
                        <a:gd name="connsiteY4-42" fmla="*/ 73572 h 1418896"/>
                        <a:gd name="connsiteX5-43" fmla="*/ 2627586 w 3731172"/>
                        <a:gd name="connsiteY5-44" fmla="*/ 441434 h 1418896"/>
                        <a:gd name="connsiteX6-45" fmla="*/ 2596055 w 3731172"/>
                        <a:gd name="connsiteY6-46" fmla="*/ 914400 h 1418896"/>
                        <a:gd name="connsiteX7-47" fmla="*/ 3731172 w 3731172"/>
                        <a:gd name="connsiteY7-48" fmla="*/ 1345324 h 1418896"/>
                        <a:gd name="connsiteX8-49" fmla="*/ 3447393 w 3731172"/>
                        <a:gd name="connsiteY8-50" fmla="*/ 1408386 h 1418896"/>
                        <a:gd name="connsiteX9-51" fmla="*/ 1870841 w 3731172"/>
                        <a:gd name="connsiteY9-52" fmla="*/ 746234 h 1418896"/>
                        <a:gd name="connsiteX10-53" fmla="*/ 262758 w 3731172"/>
                        <a:gd name="connsiteY10-54" fmla="*/ 1418896 h 1418896"/>
                        <a:gd name="connsiteX11-55" fmla="*/ 0 w 3731172"/>
                        <a:gd name="connsiteY11-56" fmla="*/ 1324303 h 1418896"/>
                        <a:gd name="connsiteX12-57" fmla="*/ 1145627 w 3731172"/>
                        <a:gd name="connsiteY12-58" fmla="*/ 882869 h 1418896"/>
                        <a:gd name="connsiteX13-59" fmla="*/ 1114096 w 3731172"/>
                        <a:gd name="connsiteY13-60" fmla="*/ 409903 h 1418896"/>
                        <a:gd name="connsiteX14-61" fmla="*/ 441434 w 3731172"/>
                        <a:gd name="connsiteY14-62" fmla="*/ 10510 h 1418896"/>
                        <a:gd name="connsiteX0-63" fmla="*/ 168165 w 3731172"/>
                        <a:gd name="connsiteY0-64" fmla="*/ 73572 h 1418896"/>
                        <a:gd name="connsiteX1-65" fmla="*/ 451945 w 3731172"/>
                        <a:gd name="connsiteY1-66" fmla="*/ 0 h 1418896"/>
                        <a:gd name="connsiteX2-67" fmla="*/ 1881352 w 3731172"/>
                        <a:gd name="connsiteY2-68" fmla="*/ 599089 h 1418896"/>
                        <a:gd name="connsiteX3-69" fmla="*/ 3363310 w 3731172"/>
                        <a:gd name="connsiteY3-70" fmla="*/ 0 h 1418896"/>
                        <a:gd name="connsiteX4-71" fmla="*/ 3584027 w 3731172"/>
                        <a:gd name="connsiteY4-72" fmla="*/ 73572 h 1418896"/>
                        <a:gd name="connsiteX5-73" fmla="*/ 2627586 w 3731172"/>
                        <a:gd name="connsiteY5-74" fmla="*/ 441434 h 1418896"/>
                        <a:gd name="connsiteX6-75" fmla="*/ 2596055 w 3731172"/>
                        <a:gd name="connsiteY6-76" fmla="*/ 914400 h 1418896"/>
                        <a:gd name="connsiteX7-77" fmla="*/ 3731172 w 3731172"/>
                        <a:gd name="connsiteY7-78" fmla="*/ 1345324 h 1418896"/>
                        <a:gd name="connsiteX8-79" fmla="*/ 3447393 w 3731172"/>
                        <a:gd name="connsiteY8-80" fmla="*/ 1408386 h 1418896"/>
                        <a:gd name="connsiteX9-81" fmla="*/ 1870841 w 3731172"/>
                        <a:gd name="connsiteY9-82" fmla="*/ 746234 h 1418896"/>
                        <a:gd name="connsiteX10-83" fmla="*/ 262758 w 3731172"/>
                        <a:gd name="connsiteY10-84" fmla="*/ 1418896 h 1418896"/>
                        <a:gd name="connsiteX11-85" fmla="*/ 0 w 3731172"/>
                        <a:gd name="connsiteY11-86" fmla="*/ 1324303 h 1418896"/>
                        <a:gd name="connsiteX12-87" fmla="*/ 1145627 w 3731172"/>
                        <a:gd name="connsiteY12-88" fmla="*/ 882869 h 1418896"/>
                        <a:gd name="connsiteX13-89" fmla="*/ 1114096 w 3731172"/>
                        <a:gd name="connsiteY13-90" fmla="*/ 409903 h 1418896"/>
                        <a:gd name="connsiteX14-91" fmla="*/ 357351 w 3731172"/>
                        <a:gd name="connsiteY14-92" fmla="*/ 115613 h 1418896"/>
                        <a:gd name="connsiteX0-93" fmla="*/ 168165 w 3731172"/>
                        <a:gd name="connsiteY0-94" fmla="*/ 73572 h 1418896"/>
                        <a:gd name="connsiteX1-95" fmla="*/ 451945 w 3731172"/>
                        <a:gd name="connsiteY1-96" fmla="*/ 0 h 1418896"/>
                        <a:gd name="connsiteX2-97" fmla="*/ 1881352 w 3731172"/>
                        <a:gd name="connsiteY2-98" fmla="*/ 599089 h 1418896"/>
                        <a:gd name="connsiteX3-99" fmla="*/ 3363310 w 3731172"/>
                        <a:gd name="connsiteY3-100" fmla="*/ 0 h 1418896"/>
                        <a:gd name="connsiteX4-101" fmla="*/ 3584027 w 3731172"/>
                        <a:gd name="connsiteY4-102" fmla="*/ 73572 h 1418896"/>
                        <a:gd name="connsiteX5-103" fmla="*/ 2627586 w 3731172"/>
                        <a:gd name="connsiteY5-104" fmla="*/ 441434 h 1418896"/>
                        <a:gd name="connsiteX6-105" fmla="*/ 2596055 w 3731172"/>
                        <a:gd name="connsiteY6-106" fmla="*/ 914400 h 1418896"/>
                        <a:gd name="connsiteX7-107" fmla="*/ 3731172 w 3731172"/>
                        <a:gd name="connsiteY7-108" fmla="*/ 1345324 h 1418896"/>
                        <a:gd name="connsiteX8-109" fmla="*/ 3447393 w 3731172"/>
                        <a:gd name="connsiteY8-110" fmla="*/ 1408386 h 1418896"/>
                        <a:gd name="connsiteX9-111" fmla="*/ 1870841 w 3731172"/>
                        <a:gd name="connsiteY9-112" fmla="*/ 746234 h 1418896"/>
                        <a:gd name="connsiteX10-113" fmla="*/ 262758 w 3731172"/>
                        <a:gd name="connsiteY10-114" fmla="*/ 1418896 h 1418896"/>
                        <a:gd name="connsiteX11-115" fmla="*/ 0 w 3731172"/>
                        <a:gd name="connsiteY11-116" fmla="*/ 1324303 h 1418896"/>
                        <a:gd name="connsiteX12-117" fmla="*/ 1145627 w 3731172"/>
                        <a:gd name="connsiteY12-118" fmla="*/ 882869 h 1418896"/>
                        <a:gd name="connsiteX13-119" fmla="*/ 1114096 w 3731172"/>
                        <a:gd name="connsiteY13-120" fmla="*/ 409903 h 1418896"/>
                        <a:gd name="connsiteX14-121" fmla="*/ 147144 w 3731172"/>
                        <a:gd name="connsiteY14-122" fmla="*/ 63061 h 1418896"/>
                        <a:gd name="connsiteX0-123" fmla="*/ 168165 w 3731172"/>
                        <a:gd name="connsiteY0-124" fmla="*/ 73572 h 1418896"/>
                        <a:gd name="connsiteX1-125" fmla="*/ 451945 w 3731172"/>
                        <a:gd name="connsiteY1-126" fmla="*/ 0 h 1418896"/>
                        <a:gd name="connsiteX2-127" fmla="*/ 1881352 w 3731172"/>
                        <a:gd name="connsiteY2-128" fmla="*/ 599089 h 1418896"/>
                        <a:gd name="connsiteX3-129" fmla="*/ 3363310 w 3731172"/>
                        <a:gd name="connsiteY3-130" fmla="*/ 0 h 1418896"/>
                        <a:gd name="connsiteX4-131" fmla="*/ 3584027 w 3731172"/>
                        <a:gd name="connsiteY4-132" fmla="*/ 73572 h 1418896"/>
                        <a:gd name="connsiteX5-133" fmla="*/ 2627586 w 3731172"/>
                        <a:gd name="connsiteY5-134" fmla="*/ 441434 h 1418896"/>
                        <a:gd name="connsiteX6-135" fmla="*/ 2596055 w 3731172"/>
                        <a:gd name="connsiteY6-136" fmla="*/ 914400 h 1418896"/>
                        <a:gd name="connsiteX7-137" fmla="*/ 3731172 w 3731172"/>
                        <a:gd name="connsiteY7-138" fmla="*/ 1345324 h 1418896"/>
                        <a:gd name="connsiteX8-139" fmla="*/ 3447393 w 3731172"/>
                        <a:gd name="connsiteY8-140" fmla="*/ 1408386 h 1418896"/>
                        <a:gd name="connsiteX9-141" fmla="*/ 1870841 w 3731172"/>
                        <a:gd name="connsiteY9-142" fmla="*/ 746234 h 1418896"/>
                        <a:gd name="connsiteX10-143" fmla="*/ 262758 w 3731172"/>
                        <a:gd name="connsiteY10-144" fmla="*/ 1418896 h 1418896"/>
                        <a:gd name="connsiteX11-145" fmla="*/ 0 w 3731172"/>
                        <a:gd name="connsiteY11-146" fmla="*/ 1324303 h 1418896"/>
                        <a:gd name="connsiteX12-147" fmla="*/ 1145627 w 3731172"/>
                        <a:gd name="connsiteY12-148" fmla="*/ 882869 h 1418896"/>
                        <a:gd name="connsiteX13-149" fmla="*/ 1114096 w 3731172"/>
                        <a:gd name="connsiteY13-150" fmla="*/ 420413 h 1418896"/>
                        <a:gd name="connsiteX14-151" fmla="*/ 147144 w 3731172"/>
                        <a:gd name="connsiteY14-152" fmla="*/ 63061 h 1418896"/>
                        <a:gd name="connsiteX0-153" fmla="*/ 168165 w 3731172"/>
                        <a:gd name="connsiteY0-154" fmla="*/ 73572 h 1418896"/>
                        <a:gd name="connsiteX1-155" fmla="*/ 451945 w 3731172"/>
                        <a:gd name="connsiteY1-156" fmla="*/ 0 h 1418896"/>
                        <a:gd name="connsiteX2-157" fmla="*/ 1881352 w 3731172"/>
                        <a:gd name="connsiteY2-158" fmla="*/ 599089 h 1418896"/>
                        <a:gd name="connsiteX3-159" fmla="*/ 3363310 w 3731172"/>
                        <a:gd name="connsiteY3-160" fmla="*/ 0 h 1418896"/>
                        <a:gd name="connsiteX4-161" fmla="*/ 3584027 w 3731172"/>
                        <a:gd name="connsiteY4-162" fmla="*/ 73572 h 1418896"/>
                        <a:gd name="connsiteX5-163" fmla="*/ 2627586 w 3731172"/>
                        <a:gd name="connsiteY5-164" fmla="*/ 441434 h 1418896"/>
                        <a:gd name="connsiteX6-165" fmla="*/ 2596055 w 3731172"/>
                        <a:gd name="connsiteY6-166" fmla="*/ 914400 h 1418896"/>
                        <a:gd name="connsiteX7-167" fmla="*/ 3731172 w 3731172"/>
                        <a:gd name="connsiteY7-168" fmla="*/ 1345324 h 1418896"/>
                        <a:gd name="connsiteX8-169" fmla="*/ 3447393 w 3731172"/>
                        <a:gd name="connsiteY8-170" fmla="*/ 1408386 h 1418896"/>
                        <a:gd name="connsiteX9-171" fmla="*/ 1870841 w 3731172"/>
                        <a:gd name="connsiteY9-172" fmla="*/ 746234 h 1418896"/>
                        <a:gd name="connsiteX10-173" fmla="*/ 262758 w 3731172"/>
                        <a:gd name="connsiteY10-174" fmla="*/ 1418896 h 1418896"/>
                        <a:gd name="connsiteX11-175" fmla="*/ 0 w 3731172"/>
                        <a:gd name="connsiteY11-176" fmla="*/ 1324303 h 1418896"/>
                        <a:gd name="connsiteX12-177" fmla="*/ 1145627 w 3731172"/>
                        <a:gd name="connsiteY12-178" fmla="*/ 882869 h 1418896"/>
                        <a:gd name="connsiteX13-179" fmla="*/ 1114096 w 3731172"/>
                        <a:gd name="connsiteY13-180" fmla="*/ 420413 h 1418896"/>
                        <a:gd name="connsiteX14-181" fmla="*/ 189185 w 3731172"/>
                        <a:gd name="connsiteY14-182" fmla="*/ 84081 h 1418896"/>
                        <a:gd name="connsiteX0-183" fmla="*/ 168165 w 3731172"/>
                        <a:gd name="connsiteY0-184" fmla="*/ 73572 h 1418896"/>
                        <a:gd name="connsiteX1-185" fmla="*/ 451945 w 3731172"/>
                        <a:gd name="connsiteY1-186" fmla="*/ 0 h 1418896"/>
                        <a:gd name="connsiteX2-187" fmla="*/ 1881352 w 3731172"/>
                        <a:gd name="connsiteY2-188" fmla="*/ 599089 h 1418896"/>
                        <a:gd name="connsiteX3-189" fmla="*/ 3363310 w 3731172"/>
                        <a:gd name="connsiteY3-190" fmla="*/ 0 h 1418896"/>
                        <a:gd name="connsiteX4-191" fmla="*/ 3584027 w 3731172"/>
                        <a:gd name="connsiteY4-192" fmla="*/ 73572 h 1418896"/>
                        <a:gd name="connsiteX5-193" fmla="*/ 2627586 w 3731172"/>
                        <a:gd name="connsiteY5-194" fmla="*/ 441434 h 1418896"/>
                        <a:gd name="connsiteX6-195" fmla="*/ 2596055 w 3731172"/>
                        <a:gd name="connsiteY6-196" fmla="*/ 914400 h 1418896"/>
                        <a:gd name="connsiteX7-197" fmla="*/ 3731172 w 3731172"/>
                        <a:gd name="connsiteY7-198" fmla="*/ 1345324 h 1418896"/>
                        <a:gd name="connsiteX8-199" fmla="*/ 3447393 w 3731172"/>
                        <a:gd name="connsiteY8-200" fmla="*/ 1408386 h 1418896"/>
                        <a:gd name="connsiteX9-201" fmla="*/ 1870841 w 3731172"/>
                        <a:gd name="connsiteY9-202" fmla="*/ 746234 h 1418896"/>
                        <a:gd name="connsiteX10-203" fmla="*/ 262758 w 3731172"/>
                        <a:gd name="connsiteY10-204" fmla="*/ 1418896 h 1418896"/>
                        <a:gd name="connsiteX11-205" fmla="*/ 0 w 3731172"/>
                        <a:gd name="connsiteY11-206" fmla="*/ 1324303 h 1418896"/>
                        <a:gd name="connsiteX12-207" fmla="*/ 1145627 w 3731172"/>
                        <a:gd name="connsiteY12-208" fmla="*/ 882869 h 1418896"/>
                        <a:gd name="connsiteX13-209" fmla="*/ 1114096 w 3731172"/>
                        <a:gd name="connsiteY13-210" fmla="*/ 420413 h 1418896"/>
                        <a:gd name="connsiteX14-211" fmla="*/ 189185 w 3731172"/>
                        <a:gd name="connsiteY14-212" fmla="*/ 84081 h 1418896"/>
                        <a:gd name="connsiteX15-213" fmla="*/ 168165 w 3731172"/>
                        <a:gd name="connsiteY15-214" fmla="*/ 73572 h 1418896"/>
                        <a:gd name="connsiteX0-215" fmla="*/ 168165 w 3731172"/>
                        <a:gd name="connsiteY0-216" fmla="*/ 73572 h 1418896"/>
                        <a:gd name="connsiteX1-217" fmla="*/ 451945 w 3731172"/>
                        <a:gd name="connsiteY1-218" fmla="*/ 0 h 1418896"/>
                        <a:gd name="connsiteX2-219" fmla="*/ 1881352 w 3731172"/>
                        <a:gd name="connsiteY2-220" fmla="*/ 599089 h 1418896"/>
                        <a:gd name="connsiteX3-221" fmla="*/ 3363310 w 3731172"/>
                        <a:gd name="connsiteY3-222" fmla="*/ 0 h 1418896"/>
                        <a:gd name="connsiteX4-223" fmla="*/ 3584027 w 3731172"/>
                        <a:gd name="connsiteY4-224" fmla="*/ 73572 h 1418896"/>
                        <a:gd name="connsiteX5-225" fmla="*/ 2627586 w 3731172"/>
                        <a:gd name="connsiteY5-226" fmla="*/ 441434 h 1418896"/>
                        <a:gd name="connsiteX6-227" fmla="*/ 2596055 w 3731172"/>
                        <a:gd name="connsiteY6-228" fmla="*/ 914400 h 1418896"/>
                        <a:gd name="connsiteX7-229" fmla="*/ 3731172 w 3731172"/>
                        <a:gd name="connsiteY7-230" fmla="*/ 1345324 h 1418896"/>
                        <a:gd name="connsiteX8-231" fmla="*/ 3447393 w 3731172"/>
                        <a:gd name="connsiteY8-232" fmla="*/ 1408386 h 1418896"/>
                        <a:gd name="connsiteX9-233" fmla="*/ 1870841 w 3731172"/>
                        <a:gd name="connsiteY9-234" fmla="*/ 746234 h 1418896"/>
                        <a:gd name="connsiteX10-235" fmla="*/ 262758 w 3731172"/>
                        <a:gd name="connsiteY10-236" fmla="*/ 1418896 h 1418896"/>
                        <a:gd name="connsiteX11-237" fmla="*/ 0 w 3731172"/>
                        <a:gd name="connsiteY11-238" fmla="*/ 1324303 h 1418896"/>
                        <a:gd name="connsiteX12-239" fmla="*/ 1145627 w 3731172"/>
                        <a:gd name="connsiteY12-240" fmla="*/ 882869 h 1418896"/>
                        <a:gd name="connsiteX13-241" fmla="*/ 1156137 w 3731172"/>
                        <a:gd name="connsiteY13-242" fmla="*/ 441434 h 1418896"/>
                        <a:gd name="connsiteX14-243" fmla="*/ 189185 w 3731172"/>
                        <a:gd name="connsiteY14-244" fmla="*/ 84081 h 1418896"/>
                        <a:gd name="connsiteX15-245" fmla="*/ 168165 w 3731172"/>
                        <a:gd name="connsiteY15-246" fmla="*/ 73572 h 1418896"/>
                        <a:gd name="connsiteX0-247" fmla="*/ 168165 w 3731172"/>
                        <a:gd name="connsiteY0-248" fmla="*/ 73572 h 1418896"/>
                        <a:gd name="connsiteX1-249" fmla="*/ 451945 w 3731172"/>
                        <a:gd name="connsiteY1-250" fmla="*/ 0 h 1418896"/>
                        <a:gd name="connsiteX2-251" fmla="*/ 1881352 w 3731172"/>
                        <a:gd name="connsiteY2-252" fmla="*/ 599089 h 1418896"/>
                        <a:gd name="connsiteX3-253" fmla="*/ 3363310 w 3731172"/>
                        <a:gd name="connsiteY3-254" fmla="*/ 0 h 1418896"/>
                        <a:gd name="connsiteX4-255" fmla="*/ 3584027 w 3731172"/>
                        <a:gd name="connsiteY4-256" fmla="*/ 73572 h 1418896"/>
                        <a:gd name="connsiteX5-257" fmla="*/ 2627586 w 3731172"/>
                        <a:gd name="connsiteY5-258" fmla="*/ 441434 h 1418896"/>
                        <a:gd name="connsiteX6-259" fmla="*/ 2596055 w 3731172"/>
                        <a:gd name="connsiteY6-260" fmla="*/ 914400 h 1418896"/>
                        <a:gd name="connsiteX7-261" fmla="*/ 3731172 w 3731172"/>
                        <a:gd name="connsiteY7-262" fmla="*/ 1345324 h 1418896"/>
                        <a:gd name="connsiteX8-263" fmla="*/ 3447393 w 3731172"/>
                        <a:gd name="connsiteY8-264" fmla="*/ 1408386 h 1418896"/>
                        <a:gd name="connsiteX9-265" fmla="*/ 1870841 w 3731172"/>
                        <a:gd name="connsiteY9-266" fmla="*/ 746234 h 1418896"/>
                        <a:gd name="connsiteX10-267" fmla="*/ 262758 w 3731172"/>
                        <a:gd name="connsiteY10-268" fmla="*/ 1418896 h 1418896"/>
                        <a:gd name="connsiteX11-269" fmla="*/ 0 w 3731172"/>
                        <a:gd name="connsiteY11-270" fmla="*/ 1324303 h 1418896"/>
                        <a:gd name="connsiteX12-271" fmla="*/ 1145627 w 3731172"/>
                        <a:gd name="connsiteY12-272" fmla="*/ 882869 h 1418896"/>
                        <a:gd name="connsiteX13-273" fmla="*/ 1145626 w 3731172"/>
                        <a:gd name="connsiteY13-274" fmla="*/ 451945 h 1418896"/>
                        <a:gd name="connsiteX14-275" fmla="*/ 189185 w 3731172"/>
                        <a:gd name="connsiteY14-276" fmla="*/ 84081 h 1418896"/>
                        <a:gd name="connsiteX15-277" fmla="*/ 168165 w 3731172"/>
                        <a:gd name="connsiteY15-278" fmla="*/ 73572 h 1418896"/>
                        <a:gd name="connsiteX0-279" fmla="*/ 168165 w 3731172"/>
                        <a:gd name="connsiteY0-280" fmla="*/ 73572 h 1418896"/>
                        <a:gd name="connsiteX1-281" fmla="*/ 451945 w 3731172"/>
                        <a:gd name="connsiteY1-282" fmla="*/ 0 h 1418896"/>
                        <a:gd name="connsiteX2-283" fmla="*/ 1881352 w 3731172"/>
                        <a:gd name="connsiteY2-284" fmla="*/ 599089 h 1418896"/>
                        <a:gd name="connsiteX3-285" fmla="*/ 3363310 w 3731172"/>
                        <a:gd name="connsiteY3-286" fmla="*/ 0 h 1418896"/>
                        <a:gd name="connsiteX4-287" fmla="*/ 3584027 w 3731172"/>
                        <a:gd name="connsiteY4-288" fmla="*/ 73572 h 1418896"/>
                        <a:gd name="connsiteX5-289" fmla="*/ 2627586 w 3731172"/>
                        <a:gd name="connsiteY5-290" fmla="*/ 441434 h 1418896"/>
                        <a:gd name="connsiteX6-291" fmla="*/ 2596055 w 3731172"/>
                        <a:gd name="connsiteY6-292" fmla="*/ 914400 h 1418896"/>
                        <a:gd name="connsiteX7-293" fmla="*/ 3731172 w 3731172"/>
                        <a:gd name="connsiteY7-294" fmla="*/ 1345324 h 1418896"/>
                        <a:gd name="connsiteX8-295" fmla="*/ 3447393 w 3731172"/>
                        <a:gd name="connsiteY8-296" fmla="*/ 1408386 h 1418896"/>
                        <a:gd name="connsiteX9-297" fmla="*/ 1870841 w 3731172"/>
                        <a:gd name="connsiteY9-298" fmla="*/ 746234 h 1418896"/>
                        <a:gd name="connsiteX10-299" fmla="*/ 262758 w 3731172"/>
                        <a:gd name="connsiteY10-300" fmla="*/ 1418896 h 1418896"/>
                        <a:gd name="connsiteX11-301" fmla="*/ 0 w 3731172"/>
                        <a:gd name="connsiteY11-302" fmla="*/ 1324303 h 1418896"/>
                        <a:gd name="connsiteX12-303" fmla="*/ 1145627 w 3731172"/>
                        <a:gd name="connsiteY12-304" fmla="*/ 903890 h 1418896"/>
                        <a:gd name="connsiteX13-305" fmla="*/ 1145626 w 3731172"/>
                        <a:gd name="connsiteY13-306" fmla="*/ 451945 h 1418896"/>
                        <a:gd name="connsiteX14-307" fmla="*/ 189185 w 3731172"/>
                        <a:gd name="connsiteY14-308" fmla="*/ 84081 h 1418896"/>
                        <a:gd name="connsiteX15-309" fmla="*/ 168165 w 3731172"/>
                        <a:gd name="connsiteY15-310" fmla="*/ 73572 h 1418896"/>
                        <a:gd name="connsiteX0-311" fmla="*/ 147144 w 3710151"/>
                        <a:gd name="connsiteY0-312" fmla="*/ 73572 h 1418896"/>
                        <a:gd name="connsiteX1-313" fmla="*/ 430924 w 3710151"/>
                        <a:gd name="connsiteY1-314" fmla="*/ 0 h 1418896"/>
                        <a:gd name="connsiteX2-315" fmla="*/ 1860331 w 3710151"/>
                        <a:gd name="connsiteY2-316" fmla="*/ 599089 h 1418896"/>
                        <a:gd name="connsiteX3-317" fmla="*/ 3342289 w 3710151"/>
                        <a:gd name="connsiteY3-318" fmla="*/ 0 h 1418896"/>
                        <a:gd name="connsiteX4-319" fmla="*/ 3563006 w 3710151"/>
                        <a:gd name="connsiteY4-320" fmla="*/ 73572 h 1418896"/>
                        <a:gd name="connsiteX5-321" fmla="*/ 2606565 w 3710151"/>
                        <a:gd name="connsiteY5-322" fmla="*/ 441434 h 1418896"/>
                        <a:gd name="connsiteX6-323" fmla="*/ 2575034 w 3710151"/>
                        <a:gd name="connsiteY6-324" fmla="*/ 914400 h 1418896"/>
                        <a:gd name="connsiteX7-325" fmla="*/ 3710151 w 3710151"/>
                        <a:gd name="connsiteY7-326" fmla="*/ 1345324 h 1418896"/>
                        <a:gd name="connsiteX8-327" fmla="*/ 3426372 w 3710151"/>
                        <a:gd name="connsiteY8-328" fmla="*/ 1408386 h 1418896"/>
                        <a:gd name="connsiteX9-329" fmla="*/ 1849820 w 3710151"/>
                        <a:gd name="connsiteY9-330" fmla="*/ 746234 h 1418896"/>
                        <a:gd name="connsiteX10-331" fmla="*/ 241737 w 3710151"/>
                        <a:gd name="connsiteY10-332" fmla="*/ 1418896 h 1418896"/>
                        <a:gd name="connsiteX11-333" fmla="*/ 0 w 3710151"/>
                        <a:gd name="connsiteY11-334" fmla="*/ 1334814 h 1418896"/>
                        <a:gd name="connsiteX12-335" fmla="*/ 1124606 w 3710151"/>
                        <a:gd name="connsiteY12-336" fmla="*/ 903890 h 1418896"/>
                        <a:gd name="connsiteX13-337" fmla="*/ 1124605 w 3710151"/>
                        <a:gd name="connsiteY13-338" fmla="*/ 451945 h 1418896"/>
                        <a:gd name="connsiteX14-339" fmla="*/ 168164 w 3710151"/>
                        <a:gd name="connsiteY14-340" fmla="*/ 84081 h 1418896"/>
                        <a:gd name="connsiteX15-341" fmla="*/ 147144 w 3710151"/>
                        <a:gd name="connsiteY15-342" fmla="*/ 73572 h 1418896"/>
                        <a:gd name="connsiteX0-343" fmla="*/ 147144 w 3710151"/>
                        <a:gd name="connsiteY0-344" fmla="*/ 73572 h 1418896"/>
                        <a:gd name="connsiteX1-345" fmla="*/ 430924 w 3710151"/>
                        <a:gd name="connsiteY1-346" fmla="*/ 0 h 1418896"/>
                        <a:gd name="connsiteX2-347" fmla="*/ 1860331 w 3710151"/>
                        <a:gd name="connsiteY2-348" fmla="*/ 599089 h 1418896"/>
                        <a:gd name="connsiteX3-349" fmla="*/ 3342289 w 3710151"/>
                        <a:gd name="connsiteY3-350" fmla="*/ 0 h 1418896"/>
                        <a:gd name="connsiteX4-351" fmla="*/ 3563006 w 3710151"/>
                        <a:gd name="connsiteY4-352" fmla="*/ 73572 h 1418896"/>
                        <a:gd name="connsiteX5-353" fmla="*/ 2606565 w 3710151"/>
                        <a:gd name="connsiteY5-354" fmla="*/ 441434 h 1418896"/>
                        <a:gd name="connsiteX6-355" fmla="*/ 2606565 w 3710151"/>
                        <a:gd name="connsiteY6-356" fmla="*/ 924910 h 1418896"/>
                        <a:gd name="connsiteX7-357" fmla="*/ 3710151 w 3710151"/>
                        <a:gd name="connsiteY7-358" fmla="*/ 1345324 h 1418896"/>
                        <a:gd name="connsiteX8-359" fmla="*/ 3426372 w 3710151"/>
                        <a:gd name="connsiteY8-360" fmla="*/ 1408386 h 1418896"/>
                        <a:gd name="connsiteX9-361" fmla="*/ 1849820 w 3710151"/>
                        <a:gd name="connsiteY9-362" fmla="*/ 746234 h 1418896"/>
                        <a:gd name="connsiteX10-363" fmla="*/ 241737 w 3710151"/>
                        <a:gd name="connsiteY10-364" fmla="*/ 1418896 h 1418896"/>
                        <a:gd name="connsiteX11-365" fmla="*/ 0 w 3710151"/>
                        <a:gd name="connsiteY11-366" fmla="*/ 1334814 h 1418896"/>
                        <a:gd name="connsiteX12-367" fmla="*/ 1124606 w 3710151"/>
                        <a:gd name="connsiteY12-368" fmla="*/ 903890 h 1418896"/>
                        <a:gd name="connsiteX13-369" fmla="*/ 1124605 w 3710151"/>
                        <a:gd name="connsiteY13-370" fmla="*/ 451945 h 1418896"/>
                        <a:gd name="connsiteX14-371" fmla="*/ 168164 w 3710151"/>
                        <a:gd name="connsiteY14-372" fmla="*/ 84081 h 1418896"/>
                        <a:gd name="connsiteX15-373" fmla="*/ 147144 w 3710151"/>
                        <a:gd name="connsiteY15-374" fmla="*/ 73572 h 1418896"/>
                        <a:gd name="connsiteX0-375" fmla="*/ 147144 w 3710151"/>
                        <a:gd name="connsiteY0-376" fmla="*/ 73572 h 1418896"/>
                        <a:gd name="connsiteX1-377" fmla="*/ 430924 w 3710151"/>
                        <a:gd name="connsiteY1-378" fmla="*/ 0 h 1418896"/>
                        <a:gd name="connsiteX2-379" fmla="*/ 1860331 w 3710151"/>
                        <a:gd name="connsiteY2-380" fmla="*/ 599089 h 1418896"/>
                        <a:gd name="connsiteX3-381" fmla="*/ 3342289 w 3710151"/>
                        <a:gd name="connsiteY3-382" fmla="*/ 0 h 1418896"/>
                        <a:gd name="connsiteX4-383" fmla="*/ 3563006 w 3710151"/>
                        <a:gd name="connsiteY4-384" fmla="*/ 73572 h 1418896"/>
                        <a:gd name="connsiteX5-385" fmla="*/ 2606565 w 3710151"/>
                        <a:gd name="connsiteY5-386" fmla="*/ 441434 h 1418896"/>
                        <a:gd name="connsiteX6-387" fmla="*/ 2610282 w 3710151"/>
                        <a:gd name="connsiteY6-388" fmla="*/ 902607 h 1418896"/>
                        <a:gd name="connsiteX7-389" fmla="*/ 3710151 w 3710151"/>
                        <a:gd name="connsiteY7-390" fmla="*/ 1345324 h 1418896"/>
                        <a:gd name="connsiteX8-391" fmla="*/ 3426372 w 3710151"/>
                        <a:gd name="connsiteY8-392" fmla="*/ 1408386 h 1418896"/>
                        <a:gd name="connsiteX9-393" fmla="*/ 1849820 w 3710151"/>
                        <a:gd name="connsiteY9-394" fmla="*/ 746234 h 1418896"/>
                        <a:gd name="connsiteX10-395" fmla="*/ 241737 w 3710151"/>
                        <a:gd name="connsiteY10-396" fmla="*/ 1418896 h 1418896"/>
                        <a:gd name="connsiteX11-397" fmla="*/ 0 w 3710151"/>
                        <a:gd name="connsiteY11-398" fmla="*/ 1334814 h 1418896"/>
                        <a:gd name="connsiteX12-399" fmla="*/ 1124606 w 3710151"/>
                        <a:gd name="connsiteY12-400" fmla="*/ 903890 h 1418896"/>
                        <a:gd name="connsiteX13-401" fmla="*/ 1124605 w 3710151"/>
                        <a:gd name="connsiteY13-402" fmla="*/ 451945 h 1418896"/>
                        <a:gd name="connsiteX14-403" fmla="*/ 168164 w 3710151"/>
                        <a:gd name="connsiteY14-404" fmla="*/ 84081 h 1418896"/>
                        <a:gd name="connsiteX15-405" fmla="*/ 147144 w 3710151"/>
                        <a:gd name="connsiteY15-406" fmla="*/ 73572 h 1418896"/>
                        <a:gd name="connsiteX0-407" fmla="*/ 147144 w 3710151"/>
                        <a:gd name="connsiteY0-408" fmla="*/ 73572 h 1418896"/>
                        <a:gd name="connsiteX1-409" fmla="*/ 430924 w 3710151"/>
                        <a:gd name="connsiteY1-410" fmla="*/ 0 h 1418896"/>
                        <a:gd name="connsiteX2-411" fmla="*/ 1860331 w 3710151"/>
                        <a:gd name="connsiteY2-412" fmla="*/ 599089 h 1418896"/>
                        <a:gd name="connsiteX3-413" fmla="*/ 3342289 w 3710151"/>
                        <a:gd name="connsiteY3-414" fmla="*/ 0 h 1418896"/>
                        <a:gd name="connsiteX4-415" fmla="*/ 3563006 w 3710151"/>
                        <a:gd name="connsiteY4-416" fmla="*/ 73572 h 1418896"/>
                        <a:gd name="connsiteX5-417" fmla="*/ 2617717 w 3710151"/>
                        <a:gd name="connsiteY5-418" fmla="*/ 445151 h 1418896"/>
                        <a:gd name="connsiteX6-419" fmla="*/ 2610282 w 3710151"/>
                        <a:gd name="connsiteY6-420" fmla="*/ 902607 h 1418896"/>
                        <a:gd name="connsiteX7-421" fmla="*/ 3710151 w 3710151"/>
                        <a:gd name="connsiteY7-422" fmla="*/ 1345324 h 1418896"/>
                        <a:gd name="connsiteX8-423" fmla="*/ 3426372 w 3710151"/>
                        <a:gd name="connsiteY8-424" fmla="*/ 1408386 h 1418896"/>
                        <a:gd name="connsiteX9-425" fmla="*/ 1849820 w 3710151"/>
                        <a:gd name="connsiteY9-426" fmla="*/ 746234 h 1418896"/>
                        <a:gd name="connsiteX10-427" fmla="*/ 241737 w 3710151"/>
                        <a:gd name="connsiteY10-428" fmla="*/ 1418896 h 1418896"/>
                        <a:gd name="connsiteX11-429" fmla="*/ 0 w 3710151"/>
                        <a:gd name="connsiteY11-430" fmla="*/ 1334814 h 1418896"/>
                        <a:gd name="connsiteX12-431" fmla="*/ 1124606 w 3710151"/>
                        <a:gd name="connsiteY12-432" fmla="*/ 903890 h 1418896"/>
                        <a:gd name="connsiteX13-433" fmla="*/ 1124605 w 3710151"/>
                        <a:gd name="connsiteY13-434" fmla="*/ 451945 h 1418896"/>
                        <a:gd name="connsiteX14-435" fmla="*/ 168164 w 3710151"/>
                        <a:gd name="connsiteY14-436" fmla="*/ 84081 h 1418896"/>
                        <a:gd name="connsiteX15-437" fmla="*/ 147144 w 3710151"/>
                        <a:gd name="connsiteY15-438" fmla="*/ 73572 h 1418896"/>
                        <a:gd name="connsiteX0-439" fmla="*/ 147144 w 3710151"/>
                        <a:gd name="connsiteY0-440" fmla="*/ 73572 h 1418896"/>
                        <a:gd name="connsiteX1-441" fmla="*/ 430924 w 3710151"/>
                        <a:gd name="connsiteY1-442" fmla="*/ 0 h 1418896"/>
                        <a:gd name="connsiteX2-443" fmla="*/ 1860331 w 3710151"/>
                        <a:gd name="connsiteY2-444" fmla="*/ 599089 h 1418896"/>
                        <a:gd name="connsiteX3-445" fmla="*/ 3342289 w 3710151"/>
                        <a:gd name="connsiteY3-446" fmla="*/ 0 h 1418896"/>
                        <a:gd name="connsiteX4-447" fmla="*/ 3563006 w 3710151"/>
                        <a:gd name="connsiteY4-448" fmla="*/ 73572 h 1418896"/>
                        <a:gd name="connsiteX5-449" fmla="*/ 2617717 w 3710151"/>
                        <a:gd name="connsiteY5-450" fmla="*/ 448868 h 1418896"/>
                        <a:gd name="connsiteX6-451" fmla="*/ 2610282 w 3710151"/>
                        <a:gd name="connsiteY6-452" fmla="*/ 902607 h 1418896"/>
                        <a:gd name="connsiteX7-453" fmla="*/ 3710151 w 3710151"/>
                        <a:gd name="connsiteY7-454" fmla="*/ 1345324 h 1418896"/>
                        <a:gd name="connsiteX8-455" fmla="*/ 3426372 w 3710151"/>
                        <a:gd name="connsiteY8-456" fmla="*/ 1408386 h 1418896"/>
                        <a:gd name="connsiteX9-457" fmla="*/ 1849820 w 3710151"/>
                        <a:gd name="connsiteY9-458" fmla="*/ 746234 h 1418896"/>
                        <a:gd name="connsiteX10-459" fmla="*/ 241737 w 3710151"/>
                        <a:gd name="connsiteY10-460" fmla="*/ 1418896 h 1418896"/>
                        <a:gd name="connsiteX11-461" fmla="*/ 0 w 3710151"/>
                        <a:gd name="connsiteY11-462" fmla="*/ 1334814 h 1418896"/>
                        <a:gd name="connsiteX12-463" fmla="*/ 1124606 w 3710151"/>
                        <a:gd name="connsiteY12-464" fmla="*/ 903890 h 1418896"/>
                        <a:gd name="connsiteX13-465" fmla="*/ 1124605 w 3710151"/>
                        <a:gd name="connsiteY13-466" fmla="*/ 451945 h 1418896"/>
                        <a:gd name="connsiteX14-467" fmla="*/ 168164 w 3710151"/>
                        <a:gd name="connsiteY14-468" fmla="*/ 84081 h 1418896"/>
                        <a:gd name="connsiteX15-469" fmla="*/ 147144 w 3710151"/>
                        <a:gd name="connsiteY15-470" fmla="*/ 73572 h 1418896"/>
                        <a:gd name="connsiteX0-471" fmla="*/ 147144 w 3710151"/>
                        <a:gd name="connsiteY0-472" fmla="*/ 73572 h 1418896"/>
                        <a:gd name="connsiteX1-473" fmla="*/ 430924 w 3710151"/>
                        <a:gd name="connsiteY1-474" fmla="*/ 0 h 1418896"/>
                        <a:gd name="connsiteX2-475" fmla="*/ 1838028 w 3710151"/>
                        <a:gd name="connsiteY2-476" fmla="*/ 591655 h 1418896"/>
                        <a:gd name="connsiteX3-477" fmla="*/ 3342289 w 3710151"/>
                        <a:gd name="connsiteY3-478" fmla="*/ 0 h 1418896"/>
                        <a:gd name="connsiteX4-479" fmla="*/ 3563006 w 3710151"/>
                        <a:gd name="connsiteY4-480" fmla="*/ 73572 h 1418896"/>
                        <a:gd name="connsiteX5-481" fmla="*/ 2617717 w 3710151"/>
                        <a:gd name="connsiteY5-482" fmla="*/ 448868 h 1418896"/>
                        <a:gd name="connsiteX6-483" fmla="*/ 2610282 w 3710151"/>
                        <a:gd name="connsiteY6-484" fmla="*/ 902607 h 1418896"/>
                        <a:gd name="connsiteX7-485" fmla="*/ 3710151 w 3710151"/>
                        <a:gd name="connsiteY7-486" fmla="*/ 1345324 h 1418896"/>
                        <a:gd name="connsiteX8-487" fmla="*/ 3426372 w 3710151"/>
                        <a:gd name="connsiteY8-488" fmla="*/ 1408386 h 1418896"/>
                        <a:gd name="connsiteX9-489" fmla="*/ 1849820 w 3710151"/>
                        <a:gd name="connsiteY9-490" fmla="*/ 746234 h 1418896"/>
                        <a:gd name="connsiteX10-491" fmla="*/ 241737 w 3710151"/>
                        <a:gd name="connsiteY10-492" fmla="*/ 1418896 h 1418896"/>
                        <a:gd name="connsiteX11-493" fmla="*/ 0 w 3710151"/>
                        <a:gd name="connsiteY11-494" fmla="*/ 1334814 h 1418896"/>
                        <a:gd name="connsiteX12-495" fmla="*/ 1124606 w 3710151"/>
                        <a:gd name="connsiteY12-496" fmla="*/ 903890 h 1418896"/>
                        <a:gd name="connsiteX13-497" fmla="*/ 1124605 w 3710151"/>
                        <a:gd name="connsiteY13-498" fmla="*/ 451945 h 1418896"/>
                        <a:gd name="connsiteX14-499" fmla="*/ 168164 w 3710151"/>
                        <a:gd name="connsiteY14-500" fmla="*/ 84081 h 1418896"/>
                        <a:gd name="connsiteX15-501" fmla="*/ 147144 w 3710151"/>
                        <a:gd name="connsiteY15-502" fmla="*/ 73572 h 1418896"/>
                        <a:gd name="connsiteX0-503" fmla="*/ 147144 w 3710151"/>
                        <a:gd name="connsiteY0-504" fmla="*/ 73572 h 1418896"/>
                        <a:gd name="connsiteX1-505" fmla="*/ 430924 w 3710151"/>
                        <a:gd name="connsiteY1-506" fmla="*/ 0 h 1418896"/>
                        <a:gd name="connsiteX2-507" fmla="*/ 1838028 w 3710151"/>
                        <a:gd name="connsiteY2-508" fmla="*/ 591655 h 1418896"/>
                        <a:gd name="connsiteX3-509" fmla="*/ 3342289 w 3710151"/>
                        <a:gd name="connsiteY3-510" fmla="*/ 0 h 1418896"/>
                        <a:gd name="connsiteX4-511" fmla="*/ 3563006 w 3710151"/>
                        <a:gd name="connsiteY4-512" fmla="*/ 73572 h 1418896"/>
                        <a:gd name="connsiteX5-513" fmla="*/ 2617717 w 3710151"/>
                        <a:gd name="connsiteY5-514" fmla="*/ 448868 h 1418896"/>
                        <a:gd name="connsiteX6-515" fmla="*/ 2610282 w 3710151"/>
                        <a:gd name="connsiteY6-516" fmla="*/ 902607 h 1418896"/>
                        <a:gd name="connsiteX7-517" fmla="*/ 3710151 w 3710151"/>
                        <a:gd name="connsiteY7-518" fmla="*/ 1345324 h 1418896"/>
                        <a:gd name="connsiteX8-519" fmla="*/ 3426372 w 3710151"/>
                        <a:gd name="connsiteY8-520" fmla="*/ 1408386 h 1418896"/>
                        <a:gd name="connsiteX9-521" fmla="*/ 1849820 w 3710151"/>
                        <a:gd name="connsiteY9-522" fmla="*/ 746234 h 1418896"/>
                        <a:gd name="connsiteX10-523" fmla="*/ 241737 w 3710151"/>
                        <a:gd name="connsiteY10-524" fmla="*/ 1418896 h 1418896"/>
                        <a:gd name="connsiteX11-525" fmla="*/ 0 w 3710151"/>
                        <a:gd name="connsiteY11-526" fmla="*/ 1334814 h 1418896"/>
                        <a:gd name="connsiteX12-527" fmla="*/ 1124606 w 3710151"/>
                        <a:gd name="connsiteY12-528" fmla="*/ 903890 h 1418896"/>
                        <a:gd name="connsiteX13-529" fmla="*/ 1087434 w 3710151"/>
                        <a:gd name="connsiteY13-530" fmla="*/ 451945 h 1418896"/>
                        <a:gd name="connsiteX14-531" fmla="*/ 168164 w 3710151"/>
                        <a:gd name="connsiteY14-532" fmla="*/ 84081 h 1418896"/>
                        <a:gd name="connsiteX15-533" fmla="*/ 147144 w 3710151"/>
                        <a:gd name="connsiteY15-534" fmla="*/ 73572 h 1418896"/>
                        <a:gd name="connsiteX0-535" fmla="*/ 147144 w 3710151"/>
                        <a:gd name="connsiteY0-536" fmla="*/ 73572 h 1418896"/>
                        <a:gd name="connsiteX1-537" fmla="*/ 430924 w 3710151"/>
                        <a:gd name="connsiteY1-538" fmla="*/ 0 h 1418896"/>
                        <a:gd name="connsiteX2-539" fmla="*/ 1838028 w 3710151"/>
                        <a:gd name="connsiteY2-540" fmla="*/ 591655 h 1418896"/>
                        <a:gd name="connsiteX3-541" fmla="*/ 3342289 w 3710151"/>
                        <a:gd name="connsiteY3-542" fmla="*/ 0 h 1418896"/>
                        <a:gd name="connsiteX4-543" fmla="*/ 3563006 w 3710151"/>
                        <a:gd name="connsiteY4-544" fmla="*/ 73572 h 1418896"/>
                        <a:gd name="connsiteX5-545" fmla="*/ 2617717 w 3710151"/>
                        <a:gd name="connsiteY5-546" fmla="*/ 448868 h 1418896"/>
                        <a:gd name="connsiteX6-547" fmla="*/ 2610282 w 3710151"/>
                        <a:gd name="connsiteY6-548" fmla="*/ 902607 h 1418896"/>
                        <a:gd name="connsiteX7-549" fmla="*/ 3710151 w 3710151"/>
                        <a:gd name="connsiteY7-550" fmla="*/ 1345324 h 1418896"/>
                        <a:gd name="connsiteX8-551" fmla="*/ 3426372 w 3710151"/>
                        <a:gd name="connsiteY8-552" fmla="*/ 1408386 h 1418896"/>
                        <a:gd name="connsiteX9-553" fmla="*/ 1849820 w 3710151"/>
                        <a:gd name="connsiteY9-554" fmla="*/ 746234 h 1418896"/>
                        <a:gd name="connsiteX10-555" fmla="*/ 241737 w 3710151"/>
                        <a:gd name="connsiteY10-556" fmla="*/ 1418896 h 1418896"/>
                        <a:gd name="connsiteX11-557" fmla="*/ 0 w 3710151"/>
                        <a:gd name="connsiteY11-558" fmla="*/ 1334814 h 1418896"/>
                        <a:gd name="connsiteX12-559" fmla="*/ 1098586 w 3710151"/>
                        <a:gd name="connsiteY12-560" fmla="*/ 903890 h 1418896"/>
                        <a:gd name="connsiteX13-561" fmla="*/ 1087434 w 3710151"/>
                        <a:gd name="connsiteY13-562" fmla="*/ 451945 h 1418896"/>
                        <a:gd name="connsiteX14-563" fmla="*/ 168164 w 3710151"/>
                        <a:gd name="connsiteY14-564" fmla="*/ 84081 h 1418896"/>
                        <a:gd name="connsiteX15-565" fmla="*/ 147144 w 3710151"/>
                        <a:gd name="connsiteY15-566" fmla="*/ 73572 h 1418896"/>
                        <a:gd name="connsiteX0-567" fmla="*/ 162012 w 3725019"/>
                        <a:gd name="connsiteY0-568" fmla="*/ 73572 h 1418896"/>
                        <a:gd name="connsiteX1-569" fmla="*/ 445792 w 3725019"/>
                        <a:gd name="connsiteY1-570" fmla="*/ 0 h 1418896"/>
                        <a:gd name="connsiteX2-571" fmla="*/ 1852896 w 3725019"/>
                        <a:gd name="connsiteY2-572" fmla="*/ 591655 h 1418896"/>
                        <a:gd name="connsiteX3-573" fmla="*/ 3357157 w 3725019"/>
                        <a:gd name="connsiteY3-574" fmla="*/ 0 h 1418896"/>
                        <a:gd name="connsiteX4-575" fmla="*/ 3577874 w 3725019"/>
                        <a:gd name="connsiteY4-576" fmla="*/ 73572 h 1418896"/>
                        <a:gd name="connsiteX5-577" fmla="*/ 2632585 w 3725019"/>
                        <a:gd name="connsiteY5-578" fmla="*/ 448868 h 1418896"/>
                        <a:gd name="connsiteX6-579" fmla="*/ 2625150 w 3725019"/>
                        <a:gd name="connsiteY6-580" fmla="*/ 902607 h 1418896"/>
                        <a:gd name="connsiteX7-581" fmla="*/ 3725019 w 3725019"/>
                        <a:gd name="connsiteY7-582" fmla="*/ 1345324 h 1418896"/>
                        <a:gd name="connsiteX8-583" fmla="*/ 3441240 w 3725019"/>
                        <a:gd name="connsiteY8-584" fmla="*/ 1408386 h 1418896"/>
                        <a:gd name="connsiteX9-585" fmla="*/ 1864688 w 3725019"/>
                        <a:gd name="connsiteY9-586" fmla="*/ 746234 h 1418896"/>
                        <a:gd name="connsiteX10-587" fmla="*/ 256605 w 3725019"/>
                        <a:gd name="connsiteY10-588" fmla="*/ 1418896 h 1418896"/>
                        <a:gd name="connsiteX11-589" fmla="*/ 0 w 3725019"/>
                        <a:gd name="connsiteY11-590" fmla="*/ 1331097 h 1418896"/>
                        <a:gd name="connsiteX12-591" fmla="*/ 1113454 w 3725019"/>
                        <a:gd name="connsiteY12-592" fmla="*/ 903890 h 1418896"/>
                        <a:gd name="connsiteX13-593" fmla="*/ 1102302 w 3725019"/>
                        <a:gd name="connsiteY13-594" fmla="*/ 451945 h 1418896"/>
                        <a:gd name="connsiteX14-595" fmla="*/ 183032 w 3725019"/>
                        <a:gd name="connsiteY14-596" fmla="*/ 84081 h 1418896"/>
                        <a:gd name="connsiteX15-597" fmla="*/ 162012 w 3725019"/>
                        <a:gd name="connsiteY15-598" fmla="*/ 73572 h 141889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  <a:cxn ang="0">
                          <a:pos x="connsiteX11-23" y="connsiteY11-24"/>
                        </a:cxn>
                        <a:cxn ang="0">
                          <a:pos x="connsiteX12-25" y="connsiteY12-26"/>
                        </a:cxn>
                        <a:cxn ang="0">
                          <a:pos x="connsiteX13-27" y="connsiteY13-28"/>
                        </a:cxn>
                        <a:cxn ang="0">
                          <a:pos x="connsiteX14-29" y="connsiteY14-30"/>
                        </a:cxn>
                        <a:cxn ang="0">
                          <a:pos x="connsiteX15-31" y="connsiteY15-32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520" name="Group 519"/>
                <p:cNvGrpSpPr/>
                <p:nvPr/>
              </p:nvGrpSpPr>
              <p:grpSpPr>
                <a:xfrm>
                  <a:off x="9849365" y="5339037"/>
                  <a:ext cx="309740" cy="190838"/>
                  <a:chOff x="3668110" y="2448910"/>
                  <a:chExt cx="3794234" cy="2165130"/>
                </a:xfrm>
              </p:grpSpPr>
              <p:sp>
                <p:nvSpPr>
                  <p:cNvPr id="521" name="Rectangle 520"/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2" name="Freeform 521"/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523" name="Group 522"/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524" name="Freeform 523"/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-1" fmla="*/ 3725333 w 4641485"/>
                        <a:gd name="connsiteY0-2" fmla="*/ 0 h 1049866"/>
                        <a:gd name="connsiteX1-3" fmla="*/ 4641485 w 4641485"/>
                        <a:gd name="connsiteY1-4" fmla="*/ 239402 h 1049866"/>
                        <a:gd name="connsiteX2-5" fmla="*/ 3962400 w 4641485"/>
                        <a:gd name="connsiteY2-6" fmla="*/ 541866 h 1049866"/>
                        <a:gd name="connsiteX3-7" fmla="*/ 3742267 w 4641485"/>
                        <a:gd name="connsiteY3-8" fmla="*/ 457200 h 1049866"/>
                        <a:gd name="connsiteX4-9" fmla="*/ 2269067 w 4641485"/>
                        <a:gd name="connsiteY4-10" fmla="*/ 1049866 h 1049866"/>
                        <a:gd name="connsiteX5-11" fmla="*/ 880533 w 4641485"/>
                        <a:gd name="connsiteY5-12" fmla="*/ 457200 h 1049866"/>
                        <a:gd name="connsiteX6-13" fmla="*/ 592667 w 4641485"/>
                        <a:gd name="connsiteY6-14" fmla="*/ 541866 h 1049866"/>
                        <a:gd name="connsiteX7-15" fmla="*/ 0 w 4641485"/>
                        <a:gd name="connsiteY7-16" fmla="*/ 254000 h 1049866"/>
                        <a:gd name="connsiteX8-17" fmla="*/ 880533 w 4641485"/>
                        <a:gd name="connsiteY8-18" fmla="*/ 16933 h 1049866"/>
                        <a:gd name="connsiteX9-19" fmla="*/ 2302933 w 4641485"/>
                        <a:gd name="connsiteY9-20" fmla="*/ 626533 h 1049866"/>
                        <a:gd name="connsiteX10-21" fmla="*/ 3725333 w 4641485"/>
                        <a:gd name="connsiteY10-22" fmla="*/ 0 h 1049866"/>
                        <a:gd name="connsiteX0-23" fmla="*/ 3756864 w 4673016"/>
                        <a:gd name="connsiteY0-24" fmla="*/ 0 h 1049866"/>
                        <a:gd name="connsiteX1-25" fmla="*/ 4673016 w 4673016"/>
                        <a:gd name="connsiteY1-26" fmla="*/ 239402 h 1049866"/>
                        <a:gd name="connsiteX2-27" fmla="*/ 3993931 w 4673016"/>
                        <a:gd name="connsiteY2-28" fmla="*/ 541866 h 1049866"/>
                        <a:gd name="connsiteX3-29" fmla="*/ 3773798 w 4673016"/>
                        <a:gd name="connsiteY3-30" fmla="*/ 457200 h 1049866"/>
                        <a:gd name="connsiteX4-31" fmla="*/ 2300598 w 4673016"/>
                        <a:gd name="connsiteY4-32" fmla="*/ 1049866 h 1049866"/>
                        <a:gd name="connsiteX5-33" fmla="*/ 912064 w 4673016"/>
                        <a:gd name="connsiteY5-34" fmla="*/ 457200 h 1049866"/>
                        <a:gd name="connsiteX6-35" fmla="*/ 624198 w 4673016"/>
                        <a:gd name="connsiteY6-36" fmla="*/ 541866 h 1049866"/>
                        <a:gd name="connsiteX7-37" fmla="*/ 0 w 4673016"/>
                        <a:gd name="connsiteY7-38" fmla="*/ 232979 h 1049866"/>
                        <a:gd name="connsiteX8-39" fmla="*/ 912064 w 4673016"/>
                        <a:gd name="connsiteY8-40" fmla="*/ 16933 h 1049866"/>
                        <a:gd name="connsiteX9-41" fmla="*/ 2334464 w 4673016"/>
                        <a:gd name="connsiteY9-42" fmla="*/ 626533 h 1049866"/>
                        <a:gd name="connsiteX10-43" fmla="*/ 3756864 w 4673016"/>
                        <a:gd name="connsiteY10-44" fmla="*/ 0 h 1049866"/>
                        <a:gd name="connsiteX0-45" fmla="*/ 3756864 w 4673016"/>
                        <a:gd name="connsiteY0-46" fmla="*/ 0 h 1049866"/>
                        <a:gd name="connsiteX1-47" fmla="*/ 4673016 w 4673016"/>
                        <a:gd name="connsiteY1-48" fmla="*/ 239402 h 1049866"/>
                        <a:gd name="connsiteX2-49" fmla="*/ 3993931 w 4673016"/>
                        <a:gd name="connsiteY2-50" fmla="*/ 541866 h 1049866"/>
                        <a:gd name="connsiteX3-51" fmla="*/ 3784308 w 4673016"/>
                        <a:gd name="connsiteY3-52" fmla="*/ 404648 h 1049866"/>
                        <a:gd name="connsiteX4-53" fmla="*/ 2300598 w 4673016"/>
                        <a:gd name="connsiteY4-54" fmla="*/ 1049866 h 1049866"/>
                        <a:gd name="connsiteX5-55" fmla="*/ 912064 w 4673016"/>
                        <a:gd name="connsiteY5-56" fmla="*/ 457200 h 1049866"/>
                        <a:gd name="connsiteX6-57" fmla="*/ 624198 w 4673016"/>
                        <a:gd name="connsiteY6-58" fmla="*/ 541866 h 1049866"/>
                        <a:gd name="connsiteX7-59" fmla="*/ 0 w 4673016"/>
                        <a:gd name="connsiteY7-60" fmla="*/ 232979 h 1049866"/>
                        <a:gd name="connsiteX8-61" fmla="*/ 912064 w 4673016"/>
                        <a:gd name="connsiteY8-62" fmla="*/ 16933 h 1049866"/>
                        <a:gd name="connsiteX9-63" fmla="*/ 2334464 w 4673016"/>
                        <a:gd name="connsiteY9-64" fmla="*/ 626533 h 1049866"/>
                        <a:gd name="connsiteX10-65" fmla="*/ 3756864 w 4673016"/>
                        <a:gd name="connsiteY10-66" fmla="*/ 0 h 1049866"/>
                        <a:gd name="connsiteX0-67" fmla="*/ 3756864 w 4673016"/>
                        <a:gd name="connsiteY0-68" fmla="*/ 0 h 1049866"/>
                        <a:gd name="connsiteX1-69" fmla="*/ 4673016 w 4673016"/>
                        <a:gd name="connsiteY1-70" fmla="*/ 239402 h 1049866"/>
                        <a:gd name="connsiteX2-71" fmla="*/ 3993931 w 4673016"/>
                        <a:gd name="connsiteY2-72" fmla="*/ 541866 h 1049866"/>
                        <a:gd name="connsiteX3-73" fmla="*/ 3794818 w 4673016"/>
                        <a:gd name="connsiteY3-74" fmla="*/ 436179 h 1049866"/>
                        <a:gd name="connsiteX4-75" fmla="*/ 2300598 w 4673016"/>
                        <a:gd name="connsiteY4-76" fmla="*/ 1049866 h 1049866"/>
                        <a:gd name="connsiteX5-77" fmla="*/ 912064 w 4673016"/>
                        <a:gd name="connsiteY5-78" fmla="*/ 457200 h 1049866"/>
                        <a:gd name="connsiteX6-79" fmla="*/ 624198 w 4673016"/>
                        <a:gd name="connsiteY6-80" fmla="*/ 541866 h 1049866"/>
                        <a:gd name="connsiteX7-81" fmla="*/ 0 w 4673016"/>
                        <a:gd name="connsiteY7-82" fmla="*/ 232979 h 1049866"/>
                        <a:gd name="connsiteX8-83" fmla="*/ 912064 w 4673016"/>
                        <a:gd name="connsiteY8-84" fmla="*/ 16933 h 1049866"/>
                        <a:gd name="connsiteX9-85" fmla="*/ 2334464 w 4673016"/>
                        <a:gd name="connsiteY9-86" fmla="*/ 626533 h 1049866"/>
                        <a:gd name="connsiteX10-87" fmla="*/ 3756864 w 4673016"/>
                        <a:gd name="connsiteY10-88" fmla="*/ 0 h 1049866"/>
                        <a:gd name="connsiteX0-89" fmla="*/ 3756864 w 4673016"/>
                        <a:gd name="connsiteY0-90" fmla="*/ 0 h 1049866"/>
                        <a:gd name="connsiteX1-91" fmla="*/ 4673016 w 4673016"/>
                        <a:gd name="connsiteY1-92" fmla="*/ 239402 h 1049866"/>
                        <a:gd name="connsiteX2-93" fmla="*/ 3993931 w 4673016"/>
                        <a:gd name="connsiteY2-94" fmla="*/ 541866 h 1049866"/>
                        <a:gd name="connsiteX3-95" fmla="*/ 3794818 w 4673016"/>
                        <a:gd name="connsiteY3-96" fmla="*/ 436179 h 1049866"/>
                        <a:gd name="connsiteX4-97" fmla="*/ 2300598 w 4673016"/>
                        <a:gd name="connsiteY4-98" fmla="*/ 1049866 h 1049866"/>
                        <a:gd name="connsiteX5-99" fmla="*/ 912064 w 4673016"/>
                        <a:gd name="connsiteY5-100" fmla="*/ 457200 h 1049866"/>
                        <a:gd name="connsiteX6-101" fmla="*/ 624198 w 4673016"/>
                        <a:gd name="connsiteY6-102" fmla="*/ 541866 h 1049866"/>
                        <a:gd name="connsiteX7-103" fmla="*/ 0 w 4673016"/>
                        <a:gd name="connsiteY7-104" fmla="*/ 232979 h 1049866"/>
                        <a:gd name="connsiteX8-105" fmla="*/ 912064 w 4673016"/>
                        <a:gd name="connsiteY8-106" fmla="*/ 16933 h 1049866"/>
                        <a:gd name="connsiteX9-107" fmla="*/ 2323954 w 4673016"/>
                        <a:gd name="connsiteY9-108" fmla="*/ 616023 h 1049866"/>
                        <a:gd name="connsiteX10-109" fmla="*/ 3756864 w 4673016"/>
                        <a:gd name="connsiteY10-110" fmla="*/ 0 h 1049866"/>
                        <a:gd name="connsiteX0-111" fmla="*/ 3756864 w 4673016"/>
                        <a:gd name="connsiteY0-112" fmla="*/ 0 h 1049866"/>
                        <a:gd name="connsiteX1-113" fmla="*/ 4673016 w 4673016"/>
                        <a:gd name="connsiteY1-114" fmla="*/ 239402 h 1049866"/>
                        <a:gd name="connsiteX2-115" fmla="*/ 3993931 w 4673016"/>
                        <a:gd name="connsiteY2-116" fmla="*/ 541866 h 1049866"/>
                        <a:gd name="connsiteX3-117" fmla="*/ 3794818 w 4673016"/>
                        <a:gd name="connsiteY3-118" fmla="*/ 436179 h 1049866"/>
                        <a:gd name="connsiteX4-119" fmla="*/ 2300598 w 4673016"/>
                        <a:gd name="connsiteY4-120" fmla="*/ 1049866 h 1049866"/>
                        <a:gd name="connsiteX5-121" fmla="*/ 912064 w 4673016"/>
                        <a:gd name="connsiteY5-122" fmla="*/ 457200 h 1049866"/>
                        <a:gd name="connsiteX6-123" fmla="*/ 624198 w 4673016"/>
                        <a:gd name="connsiteY6-124" fmla="*/ 541866 h 1049866"/>
                        <a:gd name="connsiteX7-125" fmla="*/ 0 w 4673016"/>
                        <a:gd name="connsiteY7-126" fmla="*/ 275021 h 1049866"/>
                        <a:gd name="connsiteX8-127" fmla="*/ 912064 w 4673016"/>
                        <a:gd name="connsiteY8-128" fmla="*/ 16933 h 1049866"/>
                        <a:gd name="connsiteX9-129" fmla="*/ 2323954 w 4673016"/>
                        <a:gd name="connsiteY9-130" fmla="*/ 616023 h 1049866"/>
                        <a:gd name="connsiteX10-131" fmla="*/ 3756864 w 4673016"/>
                        <a:gd name="connsiteY10-132" fmla="*/ 0 h 1049866"/>
                        <a:gd name="connsiteX0-133" fmla="*/ 3756864 w 4673016"/>
                        <a:gd name="connsiteY0-134" fmla="*/ 0 h 1049866"/>
                        <a:gd name="connsiteX1-135" fmla="*/ 4673016 w 4673016"/>
                        <a:gd name="connsiteY1-136" fmla="*/ 239402 h 1049866"/>
                        <a:gd name="connsiteX2-137" fmla="*/ 3993931 w 4673016"/>
                        <a:gd name="connsiteY2-138" fmla="*/ 541866 h 1049866"/>
                        <a:gd name="connsiteX3-139" fmla="*/ 3815839 w 4673016"/>
                        <a:gd name="connsiteY3-140" fmla="*/ 467710 h 1049866"/>
                        <a:gd name="connsiteX4-141" fmla="*/ 2300598 w 4673016"/>
                        <a:gd name="connsiteY4-142" fmla="*/ 1049866 h 1049866"/>
                        <a:gd name="connsiteX5-143" fmla="*/ 912064 w 4673016"/>
                        <a:gd name="connsiteY5-144" fmla="*/ 457200 h 1049866"/>
                        <a:gd name="connsiteX6-145" fmla="*/ 624198 w 4673016"/>
                        <a:gd name="connsiteY6-146" fmla="*/ 541866 h 1049866"/>
                        <a:gd name="connsiteX7-147" fmla="*/ 0 w 4673016"/>
                        <a:gd name="connsiteY7-148" fmla="*/ 275021 h 1049866"/>
                        <a:gd name="connsiteX8-149" fmla="*/ 912064 w 4673016"/>
                        <a:gd name="connsiteY8-150" fmla="*/ 16933 h 1049866"/>
                        <a:gd name="connsiteX9-151" fmla="*/ 2323954 w 4673016"/>
                        <a:gd name="connsiteY9-152" fmla="*/ 616023 h 1049866"/>
                        <a:gd name="connsiteX10-153" fmla="*/ 3756864 w 4673016"/>
                        <a:gd name="connsiteY10-154" fmla="*/ 0 h 104986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5" name="Freeform 524"/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6" name="Freeform 525"/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7" name="Freeform 526"/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-1" fmla="*/ 168165 w 3731172"/>
                        <a:gd name="connsiteY0-2" fmla="*/ 73572 h 1418896"/>
                        <a:gd name="connsiteX1-3" fmla="*/ 451945 w 3731172"/>
                        <a:gd name="connsiteY1-4" fmla="*/ 0 h 1418896"/>
                        <a:gd name="connsiteX2-5" fmla="*/ 1881352 w 3731172"/>
                        <a:gd name="connsiteY2-6" fmla="*/ 599089 h 1418896"/>
                        <a:gd name="connsiteX3-7" fmla="*/ 3363310 w 3731172"/>
                        <a:gd name="connsiteY3-8" fmla="*/ 0 h 1418896"/>
                        <a:gd name="connsiteX4-9" fmla="*/ 3584027 w 3731172"/>
                        <a:gd name="connsiteY4-10" fmla="*/ 73572 h 1418896"/>
                        <a:gd name="connsiteX5-11" fmla="*/ 2627586 w 3731172"/>
                        <a:gd name="connsiteY5-12" fmla="*/ 441434 h 1418896"/>
                        <a:gd name="connsiteX6-13" fmla="*/ 2596055 w 3731172"/>
                        <a:gd name="connsiteY6-14" fmla="*/ 914400 h 1418896"/>
                        <a:gd name="connsiteX7-15" fmla="*/ 3731172 w 3731172"/>
                        <a:gd name="connsiteY7-16" fmla="*/ 1345324 h 1418896"/>
                        <a:gd name="connsiteX8-17" fmla="*/ 3447393 w 3731172"/>
                        <a:gd name="connsiteY8-18" fmla="*/ 1408386 h 1418896"/>
                        <a:gd name="connsiteX9-19" fmla="*/ 1870841 w 3731172"/>
                        <a:gd name="connsiteY9-20" fmla="*/ 746234 h 1418896"/>
                        <a:gd name="connsiteX10-21" fmla="*/ 262758 w 3731172"/>
                        <a:gd name="connsiteY10-22" fmla="*/ 1418896 h 1418896"/>
                        <a:gd name="connsiteX11-23" fmla="*/ 0 w 3731172"/>
                        <a:gd name="connsiteY11-24" fmla="*/ 1324303 h 1418896"/>
                        <a:gd name="connsiteX12-25" fmla="*/ 1145627 w 3731172"/>
                        <a:gd name="connsiteY12-26" fmla="*/ 882869 h 1418896"/>
                        <a:gd name="connsiteX13-27" fmla="*/ 1114096 w 3731172"/>
                        <a:gd name="connsiteY13-28" fmla="*/ 409903 h 1418896"/>
                        <a:gd name="connsiteX14-29" fmla="*/ 441434 w 3731172"/>
                        <a:gd name="connsiteY14-30" fmla="*/ 10510 h 1418896"/>
                        <a:gd name="connsiteX15-31" fmla="*/ 441434 w 3731172"/>
                        <a:gd name="connsiteY15-32" fmla="*/ 10510 h 1418896"/>
                        <a:gd name="connsiteX0-33" fmla="*/ 168165 w 3731172"/>
                        <a:gd name="connsiteY0-34" fmla="*/ 73572 h 1418896"/>
                        <a:gd name="connsiteX1-35" fmla="*/ 451945 w 3731172"/>
                        <a:gd name="connsiteY1-36" fmla="*/ 0 h 1418896"/>
                        <a:gd name="connsiteX2-37" fmla="*/ 1881352 w 3731172"/>
                        <a:gd name="connsiteY2-38" fmla="*/ 599089 h 1418896"/>
                        <a:gd name="connsiteX3-39" fmla="*/ 3363310 w 3731172"/>
                        <a:gd name="connsiteY3-40" fmla="*/ 0 h 1418896"/>
                        <a:gd name="connsiteX4-41" fmla="*/ 3584027 w 3731172"/>
                        <a:gd name="connsiteY4-42" fmla="*/ 73572 h 1418896"/>
                        <a:gd name="connsiteX5-43" fmla="*/ 2627586 w 3731172"/>
                        <a:gd name="connsiteY5-44" fmla="*/ 441434 h 1418896"/>
                        <a:gd name="connsiteX6-45" fmla="*/ 2596055 w 3731172"/>
                        <a:gd name="connsiteY6-46" fmla="*/ 914400 h 1418896"/>
                        <a:gd name="connsiteX7-47" fmla="*/ 3731172 w 3731172"/>
                        <a:gd name="connsiteY7-48" fmla="*/ 1345324 h 1418896"/>
                        <a:gd name="connsiteX8-49" fmla="*/ 3447393 w 3731172"/>
                        <a:gd name="connsiteY8-50" fmla="*/ 1408386 h 1418896"/>
                        <a:gd name="connsiteX9-51" fmla="*/ 1870841 w 3731172"/>
                        <a:gd name="connsiteY9-52" fmla="*/ 746234 h 1418896"/>
                        <a:gd name="connsiteX10-53" fmla="*/ 262758 w 3731172"/>
                        <a:gd name="connsiteY10-54" fmla="*/ 1418896 h 1418896"/>
                        <a:gd name="connsiteX11-55" fmla="*/ 0 w 3731172"/>
                        <a:gd name="connsiteY11-56" fmla="*/ 1324303 h 1418896"/>
                        <a:gd name="connsiteX12-57" fmla="*/ 1145627 w 3731172"/>
                        <a:gd name="connsiteY12-58" fmla="*/ 882869 h 1418896"/>
                        <a:gd name="connsiteX13-59" fmla="*/ 1114096 w 3731172"/>
                        <a:gd name="connsiteY13-60" fmla="*/ 409903 h 1418896"/>
                        <a:gd name="connsiteX14-61" fmla="*/ 441434 w 3731172"/>
                        <a:gd name="connsiteY14-62" fmla="*/ 10510 h 1418896"/>
                        <a:gd name="connsiteX0-63" fmla="*/ 168165 w 3731172"/>
                        <a:gd name="connsiteY0-64" fmla="*/ 73572 h 1418896"/>
                        <a:gd name="connsiteX1-65" fmla="*/ 451945 w 3731172"/>
                        <a:gd name="connsiteY1-66" fmla="*/ 0 h 1418896"/>
                        <a:gd name="connsiteX2-67" fmla="*/ 1881352 w 3731172"/>
                        <a:gd name="connsiteY2-68" fmla="*/ 599089 h 1418896"/>
                        <a:gd name="connsiteX3-69" fmla="*/ 3363310 w 3731172"/>
                        <a:gd name="connsiteY3-70" fmla="*/ 0 h 1418896"/>
                        <a:gd name="connsiteX4-71" fmla="*/ 3584027 w 3731172"/>
                        <a:gd name="connsiteY4-72" fmla="*/ 73572 h 1418896"/>
                        <a:gd name="connsiteX5-73" fmla="*/ 2627586 w 3731172"/>
                        <a:gd name="connsiteY5-74" fmla="*/ 441434 h 1418896"/>
                        <a:gd name="connsiteX6-75" fmla="*/ 2596055 w 3731172"/>
                        <a:gd name="connsiteY6-76" fmla="*/ 914400 h 1418896"/>
                        <a:gd name="connsiteX7-77" fmla="*/ 3731172 w 3731172"/>
                        <a:gd name="connsiteY7-78" fmla="*/ 1345324 h 1418896"/>
                        <a:gd name="connsiteX8-79" fmla="*/ 3447393 w 3731172"/>
                        <a:gd name="connsiteY8-80" fmla="*/ 1408386 h 1418896"/>
                        <a:gd name="connsiteX9-81" fmla="*/ 1870841 w 3731172"/>
                        <a:gd name="connsiteY9-82" fmla="*/ 746234 h 1418896"/>
                        <a:gd name="connsiteX10-83" fmla="*/ 262758 w 3731172"/>
                        <a:gd name="connsiteY10-84" fmla="*/ 1418896 h 1418896"/>
                        <a:gd name="connsiteX11-85" fmla="*/ 0 w 3731172"/>
                        <a:gd name="connsiteY11-86" fmla="*/ 1324303 h 1418896"/>
                        <a:gd name="connsiteX12-87" fmla="*/ 1145627 w 3731172"/>
                        <a:gd name="connsiteY12-88" fmla="*/ 882869 h 1418896"/>
                        <a:gd name="connsiteX13-89" fmla="*/ 1114096 w 3731172"/>
                        <a:gd name="connsiteY13-90" fmla="*/ 409903 h 1418896"/>
                        <a:gd name="connsiteX14-91" fmla="*/ 357351 w 3731172"/>
                        <a:gd name="connsiteY14-92" fmla="*/ 115613 h 1418896"/>
                        <a:gd name="connsiteX0-93" fmla="*/ 168165 w 3731172"/>
                        <a:gd name="connsiteY0-94" fmla="*/ 73572 h 1418896"/>
                        <a:gd name="connsiteX1-95" fmla="*/ 451945 w 3731172"/>
                        <a:gd name="connsiteY1-96" fmla="*/ 0 h 1418896"/>
                        <a:gd name="connsiteX2-97" fmla="*/ 1881352 w 3731172"/>
                        <a:gd name="connsiteY2-98" fmla="*/ 599089 h 1418896"/>
                        <a:gd name="connsiteX3-99" fmla="*/ 3363310 w 3731172"/>
                        <a:gd name="connsiteY3-100" fmla="*/ 0 h 1418896"/>
                        <a:gd name="connsiteX4-101" fmla="*/ 3584027 w 3731172"/>
                        <a:gd name="connsiteY4-102" fmla="*/ 73572 h 1418896"/>
                        <a:gd name="connsiteX5-103" fmla="*/ 2627586 w 3731172"/>
                        <a:gd name="connsiteY5-104" fmla="*/ 441434 h 1418896"/>
                        <a:gd name="connsiteX6-105" fmla="*/ 2596055 w 3731172"/>
                        <a:gd name="connsiteY6-106" fmla="*/ 914400 h 1418896"/>
                        <a:gd name="connsiteX7-107" fmla="*/ 3731172 w 3731172"/>
                        <a:gd name="connsiteY7-108" fmla="*/ 1345324 h 1418896"/>
                        <a:gd name="connsiteX8-109" fmla="*/ 3447393 w 3731172"/>
                        <a:gd name="connsiteY8-110" fmla="*/ 1408386 h 1418896"/>
                        <a:gd name="connsiteX9-111" fmla="*/ 1870841 w 3731172"/>
                        <a:gd name="connsiteY9-112" fmla="*/ 746234 h 1418896"/>
                        <a:gd name="connsiteX10-113" fmla="*/ 262758 w 3731172"/>
                        <a:gd name="connsiteY10-114" fmla="*/ 1418896 h 1418896"/>
                        <a:gd name="connsiteX11-115" fmla="*/ 0 w 3731172"/>
                        <a:gd name="connsiteY11-116" fmla="*/ 1324303 h 1418896"/>
                        <a:gd name="connsiteX12-117" fmla="*/ 1145627 w 3731172"/>
                        <a:gd name="connsiteY12-118" fmla="*/ 882869 h 1418896"/>
                        <a:gd name="connsiteX13-119" fmla="*/ 1114096 w 3731172"/>
                        <a:gd name="connsiteY13-120" fmla="*/ 409903 h 1418896"/>
                        <a:gd name="connsiteX14-121" fmla="*/ 147144 w 3731172"/>
                        <a:gd name="connsiteY14-122" fmla="*/ 63061 h 1418896"/>
                        <a:gd name="connsiteX0-123" fmla="*/ 168165 w 3731172"/>
                        <a:gd name="connsiteY0-124" fmla="*/ 73572 h 1418896"/>
                        <a:gd name="connsiteX1-125" fmla="*/ 451945 w 3731172"/>
                        <a:gd name="connsiteY1-126" fmla="*/ 0 h 1418896"/>
                        <a:gd name="connsiteX2-127" fmla="*/ 1881352 w 3731172"/>
                        <a:gd name="connsiteY2-128" fmla="*/ 599089 h 1418896"/>
                        <a:gd name="connsiteX3-129" fmla="*/ 3363310 w 3731172"/>
                        <a:gd name="connsiteY3-130" fmla="*/ 0 h 1418896"/>
                        <a:gd name="connsiteX4-131" fmla="*/ 3584027 w 3731172"/>
                        <a:gd name="connsiteY4-132" fmla="*/ 73572 h 1418896"/>
                        <a:gd name="connsiteX5-133" fmla="*/ 2627586 w 3731172"/>
                        <a:gd name="connsiteY5-134" fmla="*/ 441434 h 1418896"/>
                        <a:gd name="connsiteX6-135" fmla="*/ 2596055 w 3731172"/>
                        <a:gd name="connsiteY6-136" fmla="*/ 914400 h 1418896"/>
                        <a:gd name="connsiteX7-137" fmla="*/ 3731172 w 3731172"/>
                        <a:gd name="connsiteY7-138" fmla="*/ 1345324 h 1418896"/>
                        <a:gd name="connsiteX8-139" fmla="*/ 3447393 w 3731172"/>
                        <a:gd name="connsiteY8-140" fmla="*/ 1408386 h 1418896"/>
                        <a:gd name="connsiteX9-141" fmla="*/ 1870841 w 3731172"/>
                        <a:gd name="connsiteY9-142" fmla="*/ 746234 h 1418896"/>
                        <a:gd name="connsiteX10-143" fmla="*/ 262758 w 3731172"/>
                        <a:gd name="connsiteY10-144" fmla="*/ 1418896 h 1418896"/>
                        <a:gd name="connsiteX11-145" fmla="*/ 0 w 3731172"/>
                        <a:gd name="connsiteY11-146" fmla="*/ 1324303 h 1418896"/>
                        <a:gd name="connsiteX12-147" fmla="*/ 1145627 w 3731172"/>
                        <a:gd name="connsiteY12-148" fmla="*/ 882869 h 1418896"/>
                        <a:gd name="connsiteX13-149" fmla="*/ 1114096 w 3731172"/>
                        <a:gd name="connsiteY13-150" fmla="*/ 420413 h 1418896"/>
                        <a:gd name="connsiteX14-151" fmla="*/ 147144 w 3731172"/>
                        <a:gd name="connsiteY14-152" fmla="*/ 63061 h 1418896"/>
                        <a:gd name="connsiteX0-153" fmla="*/ 168165 w 3731172"/>
                        <a:gd name="connsiteY0-154" fmla="*/ 73572 h 1418896"/>
                        <a:gd name="connsiteX1-155" fmla="*/ 451945 w 3731172"/>
                        <a:gd name="connsiteY1-156" fmla="*/ 0 h 1418896"/>
                        <a:gd name="connsiteX2-157" fmla="*/ 1881352 w 3731172"/>
                        <a:gd name="connsiteY2-158" fmla="*/ 599089 h 1418896"/>
                        <a:gd name="connsiteX3-159" fmla="*/ 3363310 w 3731172"/>
                        <a:gd name="connsiteY3-160" fmla="*/ 0 h 1418896"/>
                        <a:gd name="connsiteX4-161" fmla="*/ 3584027 w 3731172"/>
                        <a:gd name="connsiteY4-162" fmla="*/ 73572 h 1418896"/>
                        <a:gd name="connsiteX5-163" fmla="*/ 2627586 w 3731172"/>
                        <a:gd name="connsiteY5-164" fmla="*/ 441434 h 1418896"/>
                        <a:gd name="connsiteX6-165" fmla="*/ 2596055 w 3731172"/>
                        <a:gd name="connsiteY6-166" fmla="*/ 914400 h 1418896"/>
                        <a:gd name="connsiteX7-167" fmla="*/ 3731172 w 3731172"/>
                        <a:gd name="connsiteY7-168" fmla="*/ 1345324 h 1418896"/>
                        <a:gd name="connsiteX8-169" fmla="*/ 3447393 w 3731172"/>
                        <a:gd name="connsiteY8-170" fmla="*/ 1408386 h 1418896"/>
                        <a:gd name="connsiteX9-171" fmla="*/ 1870841 w 3731172"/>
                        <a:gd name="connsiteY9-172" fmla="*/ 746234 h 1418896"/>
                        <a:gd name="connsiteX10-173" fmla="*/ 262758 w 3731172"/>
                        <a:gd name="connsiteY10-174" fmla="*/ 1418896 h 1418896"/>
                        <a:gd name="connsiteX11-175" fmla="*/ 0 w 3731172"/>
                        <a:gd name="connsiteY11-176" fmla="*/ 1324303 h 1418896"/>
                        <a:gd name="connsiteX12-177" fmla="*/ 1145627 w 3731172"/>
                        <a:gd name="connsiteY12-178" fmla="*/ 882869 h 1418896"/>
                        <a:gd name="connsiteX13-179" fmla="*/ 1114096 w 3731172"/>
                        <a:gd name="connsiteY13-180" fmla="*/ 420413 h 1418896"/>
                        <a:gd name="connsiteX14-181" fmla="*/ 189185 w 3731172"/>
                        <a:gd name="connsiteY14-182" fmla="*/ 84081 h 1418896"/>
                        <a:gd name="connsiteX0-183" fmla="*/ 168165 w 3731172"/>
                        <a:gd name="connsiteY0-184" fmla="*/ 73572 h 1418896"/>
                        <a:gd name="connsiteX1-185" fmla="*/ 451945 w 3731172"/>
                        <a:gd name="connsiteY1-186" fmla="*/ 0 h 1418896"/>
                        <a:gd name="connsiteX2-187" fmla="*/ 1881352 w 3731172"/>
                        <a:gd name="connsiteY2-188" fmla="*/ 599089 h 1418896"/>
                        <a:gd name="connsiteX3-189" fmla="*/ 3363310 w 3731172"/>
                        <a:gd name="connsiteY3-190" fmla="*/ 0 h 1418896"/>
                        <a:gd name="connsiteX4-191" fmla="*/ 3584027 w 3731172"/>
                        <a:gd name="connsiteY4-192" fmla="*/ 73572 h 1418896"/>
                        <a:gd name="connsiteX5-193" fmla="*/ 2627586 w 3731172"/>
                        <a:gd name="connsiteY5-194" fmla="*/ 441434 h 1418896"/>
                        <a:gd name="connsiteX6-195" fmla="*/ 2596055 w 3731172"/>
                        <a:gd name="connsiteY6-196" fmla="*/ 914400 h 1418896"/>
                        <a:gd name="connsiteX7-197" fmla="*/ 3731172 w 3731172"/>
                        <a:gd name="connsiteY7-198" fmla="*/ 1345324 h 1418896"/>
                        <a:gd name="connsiteX8-199" fmla="*/ 3447393 w 3731172"/>
                        <a:gd name="connsiteY8-200" fmla="*/ 1408386 h 1418896"/>
                        <a:gd name="connsiteX9-201" fmla="*/ 1870841 w 3731172"/>
                        <a:gd name="connsiteY9-202" fmla="*/ 746234 h 1418896"/>
                        <a:gd name="connsiteX10-203" fmla="*/ 262758 w 3731172"/>
                        <a:gd name="connsiteY10-204" fmla="*/ 1418896 h 1418896"/>
                        <a:gd name="connsiteX11-205" fmla="*/ 0 w 3731172"/>
                        <a:gd name="connsiteY11-206" fmla="*/ 1324303 h 1418896"/>
                        <a:gd name="connsiteX12-207" fmla="*/ 1145627 w 3731172"/>
                        <a:gd name="connsiteY12-208" fmla="*/ 882869 h 1418896"/>
                        <a:gd name="connsiteX13-209" fmla="*/ 1114096 w 3731172"/>
                        <a:gd name="connsiteY13-210" fmla="*/ 420413 h 1418896"/>
                        <a:gd name="connsiteX14-211" fmla="*/ 189185 w 3731172"/>
                        <a:gd name="connsiteY14-212" fmla="*/ 84081 h 1418896"/>
                        <a:gd name="connsiteX15-213" fmla="*/ 168165 w 3731172"/>
                        <a:gd name="connsiteY15-214" fmla="*/ 73572 h 1418896"/>
                        <a:gd name="connsiteX0-215" fmla="*/ 168165 w 3731172"/>
                        <a:gd name="connsiteY0-216" fmla="*/ 73572 h 1418896"/>
                        <a:gd name="connsiteX1-217" fmla="*/ 451945 w 3731172"/>
                        <a:gd name="connsiteY1-218" fmla="*/ 0 h 1418896"/>
                        <a:gd name="connsiteX2-219" fmla="*/ 1881352 w 3731172"/>
                        <a:gd name="connsiteY2-220" fmla="*/ 599089 h 1418896"/>
                        <a:gd name="connsiteX3-221" fmla="*/ 3363310 w 3731172"/>
                        <a:gd name="connsiteY3-222" fmla="*/ 0 h 1418896"/>
                        <a:gd name="connsiteX4-223" fmla="*/ 3584027 w 3731172"/>
                        <a:gd name="connsiteY4-224" fmla="*/ 73572 h 1418896"/>
                        <a:gd name="connsiteX5-225" fmla="*/ 2627586 w 3731172"/>
                        <a:gd name="connsiteY5-226" fmla="*/ 441434 h 1418896"/>
                        <a:gd name="connsiteX6-227" fmla="*/ 2596055 w 3731172"/>
                        <a:gd name="connsiteY6-228" fmla="*/ 914400 h 1418896"/>
                        <a:gd name="connsiteX7-229" fmla="*/ 3731172 w 3731172"/>
                        <a:gd name="connsiteY7-230" fmla="*/ 1345324 h 1418896"/>
                        <a:gd name="connsiteX8-231" fmla="*/ 3447393 w 3731172"/>
                        <a:gd name="connsiteY8-232" fmla="*/ 1408386 h 1418896"/>
                        <a:gd name="connsiteX9-233" fmla="*/ 1870841 w 3731172"/>
                        <a:gd name="connsiteY9-234" fmla="*/ 746234 h 1418896"/>
                        <a:gd name="connsiteX10-235" fmla="*/ 262758 w 3731172"/>
                        <a:gd name="connsiteY10-236" fmla="*/ 1418896 h 1418896"/>
                        <a:gd name="connsiteX11-237" fmla="*/ 0 w 3731172"/>
                        <a:gd name="connsiteY11-238" fmla="*/ 1324303 h 1418896"/>
                        <a:gd name="connsiteX12-239" fmla="*/ 1145627 w 3731172"/>
                        <a:gd name="connsiteY12-240" fmla="*/ 882869 h 1418896"/>
                        <a:gd name="connsiteX13-241" fmla="*/ 1156137 w 3731172"/>
                        <a:gd name="connsiteY13-242" fmla="*/ 441434 h 1418896"/>
                        <a:gd name="connsiteX14-243" fmla="*/ 189185 w 3731172"/>
                        <a:gd name="connsiteY14-244" fmla="*/ 84081 h 1418896"/>
                        <a:gd name="connsiteX15-245" fmla="*/ 168165 w 3731172"/>
                        <a:gd name="connsiteY15-246" fmla="*/ 73572 h 1418896"/>
                        <a:gd name="connsiteX0-247" fmla="*/ 168165 w 3731172"/>
                        <a:gd name="connsiteY0-248" fmla="*/ 73572 h 1418896"/>
                        <a:gd name="connsiteX1-249" fmla="*/ 451945 w 3731172"/>
                        <a:gd name="connsiteY1-250" fmla="*/ 0 h 1418896"/>
                        <a:gd name="connsiteX2-251" fmla="*/ 1881352 w 3731172"/>
                        <a:gd name="connsiteY2-252" fmla="*/ 599089 h 1418896"/>
                        <a:gd name="connsiteX3-253" fmla="*/ 3363310 w 3731172"/>
                        <a:gd name="connsiteY3-254" fmla="*/ 0 h 1418896"/>
                        <a:gd name="connsiteX4-255" fmla="*/ 3584027 w 3731172"/>
                        <a:gd name="connsiteY4-256" fmla="*/ 73572 h 1418896"/>
                        <a:gd name="connsiteX5-257" fmla="*/ 2627586 w 3731172"/>
                        <a:gd name="connsiteY5-258" fmla="*/ 441434 h 1418896"/>
                        <a:gd name="connsiteX6-259" fmla="*/ 2596055 w 3731172"/>
                        <a:gd name="connsiteY6-260" fmla="*/ 914400 h 1418896"/>
                        <a:gd name="connsiteX7-261" fmla="*/ 3731172 w 3731172"/>
                        <a:gd name="connsiteY7-262" fmla="*/ 1345324 h 1418896"/>
                        <a:gd name="connsiteX8-263" fmla="*/ 3447393 w 3731172"/>
                        <a:gd name="connsiteY8-264" fmla="*/ 1408386 h 1418896"/>
                        <a:gd name="connsiteX9-265" fmla="*/ 1870841 w 3731172"/>
                        <a:gd name="connsiteY9-266" fmla="*/ 746234 h 1418896"/>
                        <a:gd name="connsiteX10-267" fmla="*/ 262758 w 3731172"/>
                        <a:gd name="connsiteY10-268" fmla="*/ 1418896 h 1418896"/>
                        <a:gd name="connsiteX11-269" fmla="*/ 0 w 3731172"/>
                        <a:gd name="connsiteY11-270" fmla="*/ 1324303 h 1418896"/>
                        <a:gd name="connsiteX12-271" fmla="*/ 1145627 w 3731172"/>
                        <a:gd name="connsiteY12-272" fmla="*/ 882869 h 1418896"/>
                        <a:gd name="connsiteX13-273" fmla="*/ 1145626 w 3731172"/>
                        <a:gd name="connsiteY13-274" fmla="*/ 451945 h 1418896"/>
                        <a:gd name="connsiteX14-275" fmla="*/ 189185 w 3731172"/>
                        <a:gd name="connsiteY14-276" fmla="*/ 84081 h 1418896"/>
                        <a:gd name="connsiteX15-277" fmla="*/ 168165 w 3731172"/>
                        <a:gd name="connsiteY15-278" fmla="*/ 73572 h 1418896"/>
                        <a:gd name="connsiteX0-279" fmla="*/ 168165 w 3731172"/>
                        <a:gd name="connsiteY0-280" fmla="*/ 73572 h 1418896"/>
                        <a:gd name="connsiteX1-281" fmla="*/ 451945 w 3731172"/>
                        <a:gd name="connsiteY1-282" fmla="*/ 0 h 1418896"/>
                        <a:gd name="connsiteX2-283" fmla="*/ 1881352 w 3731172"/>
                        <a:gd name="connsiteY2-284" fmla="*/ 599089 h 1418896"/>
                        <a:gd name="connsiteX3-285" fmla="*/ 3363310 w 3731172"/>
                        <a:gd name="connsiteY3-286" fmla="*/ 0 h 1418896"/>
                        <a:gd name="connsiteX4-287" fmla="*/ 3584027 w 3731172"/>
                        <a:gd name="connsiteY4-288" fmla="*/ 73572 h 1418896"/>
                        <a:gd name="connsiteX5-289" fmla="*/ 2627586 w 3731172"/>
                        <a:gd name="connsiteY5-290" fmla="*/ 441434 h 1418896"/>
                        <a:gd name="connsiteX6-291" fmla="*/ 2596055 w 3731172"/>
                        <a:gd name="connsiteY6-292" fmla="*/ 914400 h 1418896"/>
                        <a:gd name="connsiteX7-293" fmla="*/ 3731172 w 3731172"/>
                        <a:gd name="connsiteY7-294" fmla="*/ 1345324 h 1418896"/>
                        <a:gd name="connsiteX8-295" fmla="*/ 3447393 w 3731172"/>
                        <a:gd name="connsiteY8-296" fmla="*/ 1408386 h 1418896"/>
                        <a:gd name="connsiteX9-297" fmla="*/ 1870841 w 3731172"/>
                        <a:gd name="connsiteY9-298" fmla="*/ 746234 h 1418896"/>
                        <a:gd name="connsiteX10-299" fmla="*/ 262758 w 3731172"/>
                        <a:gd name="connsiteY10-300" fmla="*/ 1418896 h 1418896"/>
                        <a:gd name="connsiteX11-301" fmla="*/ 0 w 3731172"/>
                        <a:gd name="connsiteY11-302" fmla="*/ 1324303 h 1418896"/>
                        <a:gd name="connsiteX12-303" fmla="*/ 1145627 w 3731172"/>
                        <a:gd name="connsiteY12-304" fmla="*/ 903890 h 1418896"/>
                        <a:gd name="connsiteX13-305" fmla="*/ 1145626 w 3731172"/>
                        <a:gd name="connsiteY13-306" fmla="*/ 451945 h 1418896"/>
                        <a:gd name="connsiteX14-307" fmla="*/ 189185 w 3731172"/>
                        <a:gd name="connsiteY14-308" fmla="*/ 84081 h 1418896"/>
                        <a:gd name="connsiteX15-309" fmla="*/ 168165 w 3731172"/>
                        <a:gd name="connsiteY15-310" fmla="*/ 73572 h 1418896"/>
                        <a:gd name="connsiteX0-311" fmla="*/ 147144 w 3710151"/>
                        <a:gd name="connsiteY0-312" fmla="*/ 73572 h 1418896"/>
                        <a:gd name="connsiteX1-313" fmla="*/ 430924 w 3710151"/>
                        <a:gd name="connsiteY1-314" fmla="*/ 0 h 1418896"/>
                        <a:gd name="connsiteX2-315" fmla="*/ 1860331 w 3710151"/>
                        <a:gd name="connsiteY2-316" fmla="*/ 599089 h 1418896"/>
                        <a:gd name="connsiteX3-317" fmla="*/ 3342289 w 3710151"/>
                        <a:gd name="connsiteY3-318" fmla="*/ 0 h 1418896"/>
                        <a:gd name="connsiteX4-319" fmla="*/ 3563006 w 3710151"/>
                        <a:gd name="connsiteY4-320" fmla="*/ 73572 h 1418896"/>
                        <a:gd name="connsiteX5-321" fmla="*/ 2606565 w 3710151"/>
                        <a:gd name="connsiteY5-322" fmla="*/ 441434 h 1418896"/>
                        <a:gd name="connsiteX6-323" fmla="*/ 2575034 w 3710151"/>
                        <a:gd name="connsiteY6-324" fmla="*/ 914400 h 1418896"/>
                        <a:gd name="connsiteX7-325" fmla="*/ 3710151 w 3710151"/>
                        <a:gd name="connsiteY7-326" fmla="*/ 1345324 h 1418896"/>
                        <a:gd name="connsiteX8-327" fmla="*/ 3426372 w 3710151"/>
                        <a:gd name="connsiteY8-328" fmla="*/ 1408386 h 1418896"/>
                        <a:gd name="connsiteX9-329" fmla="*/ 1849820 w 3710151"/>
                        <a:gd name="connsiteY9-330" fmla="*/ 746234 h 1418896"/>
                        <a:gd name="connsiteX10-331" fmla="*/ 241737 w 3710151"/>
                        <a:gd name="connsiteY10-332" fmla="*/ 1418896 h 1418896"/>
                        <a:gd name="connsiteX11-333" fmla="*/ 0 w 3710151"/>
                        <a:gd name="connsiteY11-334" fmla="*/ 1334814 h 1418896"/>
                        <a:gd name="connsiteX12-335" fmla="*/ 1124606 w 3710151"/>
                        <a:gd name="connsiteY12-336" fmla="*/ 903890 h 1418896"/>
                        <a:gd name="connsiteX13-337" fmla="*/ 1124605 w 3710151"/>
                        <a:gd name="connsiteY13-338" fmla="*/ 451945 h 1418896"/>
                        <a:gd name="connsiteX14-339" fmla="*/ 168164 w 3710151"/>
                        <a:gd name="connsiteY14-340" fmla="*/ 84081 h 1418896"/>
                        <a:gd name="connsiteX15-341" fmla="*/ 147144 w 3710151"/>
                        <a:gd name="connsiteY15-342" fmla="*/ 73572 h 1418896"/>
                        <a:gd name="connsiteX0-343" fmla="*/ 147144 w 3710151"/>
                        <a:gd name="connsiteY0-344" fmla="*/ 73572 h 1418896"/>
                        <a:gd name="connsiteX1-345" fmla="*/ 430924 w 3710151"/>
                        <a:gd name="connsiteY1-346" fmla="*/ 0 h 1418896"/>
                        <a:gd name="connsiteX2-347" fmla="*/ 1860331 w 3710151"/>
                        <a:gd name="connsiteY2-348" fmla="*/ 599089 h 1418896"/>
                        <a:gd name="connsiteX3-349" fmla="*/ 3342289 w 3710151"/>
                        <a:gd name="connsiteY3-350" fmla="*/ 0 h 1418896"/>
                        <a:gd name="connsiteX4-351" fmla="*/ 3563006 w 3710151"/>
                        <a:gd name="connsiteY4-352" fmla="*/ 73572 h 1418896"/>
                        <a:gd name="connsiteX5-353" fmla="*/ 2606565 w 3710151"/>
                        <a:gd name="connsiteY5-354" fmla="*/ 441434 h 1418896"/>
                        <a:gd name="connsiteX6-355" fmla="*/ 2606565 w 3710151"/>
                        <a:gd name="connsiteY6-356" fmla="*/ 924910 h 1418896"/>
                        <a:gd name="connsiteX7-357" fmla="*/ 3710151 w 3710151"/>
                        <a:gd name="connsiteY7-358" fmla="*/ 1345324 h 1418896"/>
                        <a:gd name="connsiteX8-359" fmla="*/ 3426372 w 3710151"/>
                        <a:gd name="connsiteY8-360" fmla="*/ 1408386 h 1418896"/>
                        <a:gd name="connsiteX9-361" fmla="*/ 1849820 w 3710151"/>
                        <a:gd name="connsiteY9-362" fmla="*/ 746234 h 1418896"/>
                        <a:gd name="connsiteX10-363" fmla="*/ 241737 w 3710151"/>
                        <a:gd name="connsiteY10-364" fmla="*/ 1418896 h 1418896"/>
                        <a:gd name="connsiteX11-365" fmla="*/ 0 w 3710151"/>
                        <a:gd name="connsiteY11-366" fmla="*/ 1334814 h 1418896"/>
                        <a:gd name="connsiteX12-367" fmla="*/ 1124606 w 3710151"/>
                        <a:gd name="connsiteY12-368" fmla="*/ 903890 h 1418896"/>
                        <a:gd name="connsiteX13-369" fmla="*/ 1124605 w 3710151"/>
                        <a:gd name="connsiteY13-370" fmla="*/ 451945 h 1418896"/>
                        <a:gd name="connsiteX14-371" fmla="*/ 168164 w 3710151"/>
                        <a:gd name="connsiteY14-372" fmla="*/ 84081 h 1418896"/>
                        <a:gd name="connsiteX15-373" fmla="*/ 147144 w 3710151"/>
                        <a:gd name="connsiteY15-374" fmla="*/ 73572 h 1418896"/>
                        <a:gd name="connsiteX0-375" fmla="*/ 147144 w 3710151"/>
                        <a:gd name="connsiteY0-376" fmla="*/ 73572 h 1418896"/>
                        <a:gd name="connsiteX1-377" fmla="*/ 430924 w 3710151"/>
                        <a:gd name="connsiteY1-378" fmla="*/ 0 h 1418896"/>
                        <a:gd name="connsiteX2-379" fmla="*/ 1860331 w 3710151"/>
                        <a:gd name="connsiteY2-380" fmla="*/ 599089 h 1418896"/>
                        <a:gd name="connsiteX3-381" fmla="*/ 3342289 w 3710151"/>
                        <a:gd name="connsiteY3-382" fmla="*/ 0 h 1418896"/>
                        <a:gd name="connsiteX4-383" fmla="*/ 3563006 w 3710151"/>
                        <a:gd name="connsiteY4-384" fmla="*/ 73572 h 1418896"/>
                        <a:gd name="connsiteX5-385" fmla="*/ 2606565 w 3710151"/>
                        <a:gd name="connsiteY5-386" fmla="*/ 441434 h 1418896"/>
                        <a:gd name="connsiteX6-387" fmla="*/ 2610282 w 3710151"/>
                        <a:gd name="connsiteY6-388" fmla="*/ 902607 h 1418896"/>
                        <a:gd name="connsiteX7-389" fmla="*/ 3710151 w 3710151"/>
                        <a:gd name="connsiteY7-390" fmla="*/ 1345324 h 1418896"/>
                        <a:gd name="connsiteX8-391" fmla="*/ 3426372 w 3710151"/>
                        <a:gd name="connsiteY8-392" fmla="*/ 1408386 h 1418896"/>
                        <a:gd name="connsiteX9-393" fmla="*/ 1849820 w 3710151"/>
                        <a:gd name="connsiteY9-394" fmla="*/ 746234 h 1418896"/>
                        <a:gd name="connsiteX10-395" fmla="*/ 241737 w 3710151"/>
                        <a:gd name="connsiteY10-396" fmla="*/ 1418896 h 1418896"/>
                        <a:gd name="connsiteX11-397" fmla="*/ 0 w 3710151"/>
                        <a:gd name="connsiteY11-398" fmla="*/ 1334814 h 1418896"/>
                        <a:gd name="connsiteX12-399" fmla="*/ 1124606 w 3710151"/>
                        <a:gd name="connsiteY12-400" fmla="*/ 903890 h 1418896"/>
                        <a:gd name="connsiteX13-401" fmla="*/ 1124605 w 3710151"/>
                        <a:gd name="connsiteY13-402" fmla="*/ 451945 h 1418896"/>
                        <a:gd name="connsiteX14-403" fmla="*/ 168164 w 3710151"/>
                        <a:gd name="connsiteY14-404" fmla="*/ 84081 h 1418896"/>
                        <a:gd name="connsiteX15-405" fmla="*/ 147144 w 3710151"/>
                        <a:gd name="connsiteY15-406" fmla="*/ 73572 h 1418896"/>
                        <a:gd name="connsiteX0-407" fmla="*/ 147144 w 3710151"/>
                        <a:gd name="connsiteY0-408" fmla="*/ 73572 h 1418896"/>
                        <a:gd name="connsiteX1-409" fmla="*/ 430924 w 3710151"/>
                        <a:gd name="connsiteY1-410" fmla="*/ 0 h 1418896"/>
                        <a:gd name="connsiteX2-411" fmla="*/ 1860331 w 3710151"/>
                        <a:gd name="connsiteY2-412" fmla="*/ 599089 h 1418896"/>
                        <a:gd name="connsiteX3-413" fmla="*/ 3342289 w 3710151"/>
                        <a:gd name="connsiteY3-414" fmla="*/ 0 h 1418896"/>
                        <a:gd name="connsiteX4-415" fmla="*/ 3563006 w 3710151"/>
                        <a:gd name="connsiteY4-416" fmla="*/ 73572 h 1418896"/>
                        <a:gd name="connsiteX5-417" fmla="*/ 2617717 w 3710151"/>
                        <a:gd name="connsiteY5-418" fmla="*/ 445151 h 1418896"/>
                        <a:gd name="connsiteX6-419" fmla="*/ 2610282 w 3710151"/>
                        <a:gd name="connsiteY6-420" fmla="*/ 902607 h 1418896"/>
                        <a:gd name="connsiteX7-421" fmla="*/ 3710151 w 3710151"/>
                        <a:gd name="connsiteY7-422" fmla="*/ 1345324 h 1418896"/>
                        <a:gd name="connsiteX8-423" fmla="*/ 3426372 w 3710151"/>
                        <a:gd name="connsiteY8-424" fmla="*/ 1408386 h 1418896"/>
                        <a:gd name="connsiteX9-425" fmla="*/ 1849820 w 3710151"/>
                        <a:gd name="connsiteY9-426" fmla="*/ 746234 h 1418896"/>
                        <a:gd name="connsiteX10-427" fmla="*/ 241737 w 3710151"/>
                        <a:gd name="connsiteY10-428" fmla="*/ 1418896 h 1418896"/>
                        <a:gd name="connsiteX11-429" fmla="*/ 0 w 3710151"/>
                        <a:gd name="connsiteY11-430" fmla="*/ 1334814 h 1418896"/>
                        <a:gd name="connsiteX12-431" fmla="*/ 1124606 w 3710151"/>
                        <a:gd name="connsiteY12-432" fmla="*/ 903890 h 1418896"/>
                        <a:gd name="connsiteX13-433" fmla="*/ 1124605 w 3710151"/>
                        <a:gd name="connsiteY13-434" fmla="*/ 451945 h 1418896"/>
                        <a:gd name="connsiteX14-435" fmla="*/ 168164 w 3710151"/>
                        <a:gd name="connsiteY14-436" fmla="*/ 84081 h 1418896"/>
                        <a:gd name="connsiteX15-437" fmla="*/ 147144 w 3710151"/>
                        <a:gd name="connsiteY15-438" fmla="*/ 73572 h 1418896"/>
                        <a:gd name="connsiteX0-439" fmla="*/ 147144 w 3710151"/>
                        <a:gd name="connsiteY0-440" fmla="*/ 73572 h 1418896"/>
                        <a:gd name="connsiteX1-441" fmla="*/ 430924 w 3710151"/>
                        <a:gd name="connsiteY1-442" fmla="*/ 0 h 1418896"/>
                        <a:gd name="connsiteX2-443" fmla="*/ 1860331 w 3710151"/>
                        <a:gd name="connsiteY2-444" fmla="*/ 599089 h 1418896"/>
                        <a:gd name="connsiteX3-445" fmla="*/ 3342289 w 3710151"/>
                        <a:gd name="connsiteY3-446" fmla="*/ 0 h 1418896"/>
                        <a:gd name="connsiteX4-447" fmla="*/ 3563006 w 3710151"/>
                        <a:gd name="connsiteY4-448" fmla="*/ 73572 h 1418896"/>
                        <a:gd name="connsiteX5-449" fmla="*/ 2617717 w 3710151"/>
                        <a:gd name="connsiteY5-450" fmla="*/ 448868 h 1418896"/>
                        <a:gd name="connsiteX6-451" fmla="*/ 2610282 w 3710151"/>
                        <a:gd name="connsiteY6-452" fmla="*/ 902607 h 1418896"/>
                        <a:gd name="connsiteX7-453" fmla="*/ 3710151 w 3710151"/>
                        <a:gd name="connsiteY7-454" fmla="*/ 1345324 h 1418896"/>
                        <a:gd name="connsiteX8-455" fmla="*/ 3426372 w 3710151"/>
                        <a:gd name="connsiteY8-456" fmla="*/ 1408386 h 1418896"/>
                        <a:gd name="connsiteX9-457" fmla="*/ 1849820 w 3710151"/>
                        <a:gd name="connsiteY9-458" fmla="*/ 746234 h 1418896"/>
                        <a:gd name="connsiteX10-459" fmla="*/ 241737 w 3710151"/>
                        <a:gd name="connsiteY10-460" fmla="*/ 1418896 h 1418896"/>
                        <a:gd name="connsiteX11-461" fmla="*/ 0 w 3710151"/>
                        <a:gd name="connsiteY11-462" fmla="*/ 1334814 h 1418896"/>
                        <a:gd name="connsiteX12-463" fmla="*/ 1124606 w 3710151"/>
                        <a:gd name="connsiteY12-464" fmla="*/ 903890 h 1418896"/>
                        <a:gd name="connsiteX13-465" fmla="*/ 1124605 w 3710151"/>
                        <a:gd name="connsiteY13-466" fmla="*/ 451945 h 1418896"/>
                        <a:gd name="connsiteX14-467" fmla="*/ 168164 w 3710151"/>
                        <a:gd name="connsiteY14-468" fmla="*/ 84081 h 1418896"/>
                        <a:gd name="connsiteX15-469" fmla="*/ 147144 w 3710151"/>
                        <a:gd name="connsiteY15-470" fmla="*/ 73572 h 1418896"/>
                        <a:gd name="connsiteX0-471" fmla="*/ 147144 w 3710151"/>
                        <a:gd name="connsiteY0-472" fmla="*/ 73572 h 1418896"/>
                        <a:gd name="connsiteX1-473" fmla="*/ 430924 w 3710151"/>
                        <a:gd name="connsiteY1-474" fmla="*/ 0 h 1418896"/>
                        <a:gd name="connsiteX2-475" fmla="*/ 1838028 w 3710151"/>
                        <a:gd name="connsiteY2-476" fmla="*/ 591655 h 1418896"/>
                        <a:gd name="connsiteX3-477" fmla="*/ 3342289 w 3710151"/>
                        <a:gd name="connsiteY3-478" fmla="*/ 0 h 1418896"/>
                        <a:gd name="connsiteX4-479" fmla="*/ 3563006 w 3710151"/>
                        <a:gd name="connsiteY4-480" fmla="*/ 73572 h 1418896"/>
                        <a:gd name="connsiteX5-481" fmla="*/ 2617717 w 3710151"/>
                        <a:gd name="connsiteY5-482" fmla="*/ 448868 h 1418896"/>
                        <a:gd name="connsiteX6-483" fmla="*/ 2610282 w 3710151"/>
                        <a:gd name="connsiteY6-484" fmla="*/ 902607 h 1418896"/>
                        <a:gd name="connsiteX7-485" fmla="*/ 3710151 w 3710151"/>
                        <a:gd name="connsiteY7-486" fmla="*/ 1345324 h 1418896"/>
                        <a:gd name="connsiteX8-487" fmla="*/ 3426372 w 3710151"/>
                        <a:gd name="connsiteY8-488" fmla="*/ 1408386 h 1418896"/>
                        <a:gd name="connsiteX9-489" fmla="*/ 1849820 w 3710151"/>
                        <a:gd name="connsiteY9-490" fmla="*/ 746234 h 1418896"/>
                        <a:gd name="connsiteX10-491" fmla="*/ 241737 w 3710151"/>
                        <a:gd name="connsiteY10-492" fmla="*/ 1418896 h 1418896"/>
                        <a:gd name="connsiteX11-493" fmla="*/ 0 w 3710151"/>
                        <a:gd name="connsiteY11-494" fmla="*/ 1334814 h 1418896"/>
                        <a:gd name="connsiteX12-495" fmla="*/ 1124606 w 3710151"/>
                        <a:gd name="connsiteY12-496" fmla="*/ 903890 h 1418896"/>
                        <a:gd name="connsiteX13-497" fmla="*/ 1124605 w 3710151"/>
                        <a:gd name="connsiteY13-498" fmla="*/ 451945 h 1418896"/>
                        <a:gd name="connsiteX14-499" fmla="*/ 168164 w 3710151"/>
                        <a:gd name="connsiteY14-500" fmla="*/ 84081 h 1418896"/>
                        <a:gd name="connsiteX15-501" fmla="*/ 147144 w 3710151"/>
                        <a:gd name="connsiteY15-502" fmla="*/ 73572 h 1418896"/>
                        <a:gd name="connsiteX0-503" fmla="*/ 147144 w 3710151"/>
                        <a:gd name="connsiteY0-504" fmla="*/ 73572 h 1418896"/>
                        <a:gd name="connsiteX1-505" fmla="*/ 430924 w 3710151"/>
                        <a:gd name="connsiteY1-506" fmla="*/ 0 h 1418896"/>
                        <a:gd name="connsiteX2-507" fmla="*/ 1838028 w 3710151"/>
                        <a:gd name="connsiteY2-508" fmla="*/ 591655 h 1418896"/>
                        <a:gd name="connsiteX3-509" fmla="*/ 3342289 w 3710151"/>
                        <a:gd name="connsiteY3-510" fmla="*/ 0 h 1418896"/>
                        <a:gd name="connsiteX4-511" fmla="*/ 3563006 w 3710151"/>
                        <a:gd name="connsiteY4-512" fmla="*/ 73572 h 1418896"/>
                        <a:gd name="connsiteX5-513" fmla="*/ 2617717 w 3710151"/>
                        <a:gd name="connsiteY5-514" fmla="*/ 448868 h 1418896"/>
                        <a:gd name="connsiteX6-515" fmla="*/ 2610282 w 3710151"/>
                        <a:gd name="connsiteY6-516" fmla="*/ 902607 h 1418896"/>
                        <a:gd name="connsiteX7-517" fmla="*/ 3710151 w 3710151"/>
                        <a:gd name="connsiteY7-518" fmla="*/ 1345324 h 1418896"/>
                        <a:gd name="connsiteX8-519" fmla="*/ 3426372 w 3710151"/>
                        <a:gd name="connsiteY8-520" fmla="*/ 1408386 h 1418896"/>
                        <a:gd name="connsiteX9-521" fmla="*/ 1849820 w 3710151"/>
                        <a:gd name="connsiteY9-522" fmla="*/ 746234 h 1418896"/>
                        <a:gd name="connsiteX10-523" fmla="*/ 241737 w 3710151"/>
                        <a:gd name="connsiteY10-524" fmla="*/ 1418896 h 1418896"/>
                        <a:gd name="connsiteX11-525" fmla="*/ 0 w 3710151"/>
                        <a:gd name="connsiteY11-526" fmla="*/ 1334814 h 1418896"/>
                        <a:gd name="connsiteX12-527" fmla="*/ 1124606 w 3710151"/>
                        <a:gd name="connsiteY12-528" fmla="*/ 903890 h 1418896"/>
                        <a:gd name="connsiteX13-529" fmla="*/ 1087434 w 3710151"/>
                        <a:gd name="connsiteY13-530" fmla="*/ 451945 h 1418896"/>
                        <a:gd name="connsiteX14-531" fmla="*/ 168164 w 3710151"/>
                        <a:gd name="connsiteY14-532" fmla="*/ 84081 h 1418896"/>
                        <a:gd name="connsiteX15-533" fmla="*/ 147144 w 3710151"/>
                        <a:gd name="connsiteY15-534" fmla="*/ 73572 h 1418896"/>
                        <a:gd name="connsiteX0-535" fmla="*/ 147144 w 3710151"/>
                        <a:gd name="connsiteY0-536" fmla="*/ 73572 h 1418896"/>
                        <a:gd name="connsiteX1-537" fmla="*/ 430924 w 3710151"/>
                        <a:gd name="connsiteY1-538" fmla="*/ 0 h 1418896"/>
                        <a:gd name="connsiteX2-539" fmla="*/ 1838028 w 3710151"/>
                        <a:gd name="connsiteY2-540" fmla="*/ 591655 h 1418896"/>
                        <a:gd name="connsiteX3-541" fmla="*/ 3342289 w 3710151"/>
                        <a:gd name="connsiteY3-542" fmla="*/ 0 h 1418896"/>
                        <a:gd name="connsiteX4-543" fmla="*/ 3563006 w 3710151"/>
                        <a:gd name="connsiteY4-544" fmla="*/ 73572 h 1418896"/>
                        <a:gd name="connsiteX5-545" fmla="*/ 2617717 w 3710151"/>
                        <a:gd name="connsiteY5-546" fmla="*/ 448868 h 1418896"/>
                        <a:gd name="connsiteX6-547" fmla="*/ 2610282 w 3710151"/>
                        <a:gd name="connsiteY6-548" fmla="*/ 902607 h 1418896"/>
                        <a:gd name="connsiteX7-549" fmla="*/ 3710151 w 3710151"/>
                        <a:gd name="connsiteY7-550" fmla="*/ 1345324 h 1418896"/>
                        <a:gd name="connsiteX8-551" fmla="*/ 3426372 w 3710151"/>
                        <a:gd name="connsiteY8-552" fmla="*/ 1408386 h 1418896"/>
                        <a:gd name="connsiteX9-553" fmla="*/ 1849820 w 3710151"/>
                        <a:gd name="connsiteY9-554" fmla="*/ 746234 h 1418896"/>
                        <a:gd name="connsiteX10-555" fmla="*/ 241737 w 3710151"/>
                        <a:gd name="connsiteY10-556" fmla="*/ 1418896 h 1418896"/>
                        <a:gd name="connsiteX11-557" fmla="*/ 0 w 3710151"/>
                        <a:gd name="connsiteY11-558" fmla="*/ 1334814 h 1418896"/>
                        <a:gd name="connsiteX12-559" fmla="*/ 1098586 w 3710151"/>
                        <a:gd name="connsiteY12-560" fmla="*/ 903890 h 1418896"/>
                        <a:gd name="connsiteX13-561" fmla="*/ 1087434 w 3710151"/>
                        <a:gd name="connsiteY13-562" fmla="*/ 451945 h 1418896"/>
                        <a:gd name="connsiteX14-563" fmla="*/ 168164 w 3710151"/>
                        <a:gd name="connsiteY14-564" fmla="*/ 84081 h 1418896"/>
                        <a:gd name="connsiteX15-565" fmla="*/ 147144 w 3710151"/>
                        <a:gd name="connsiteY15-566" fmla="*/ 73572 h 1418896"/>
                        <a:gd name="connsiteX0-567" fmla="*/ 162012 w 3725019"/>
                        <a:gd name="connsiteY0-568" fmla="*/ 73572 h 1418896"/>
                        <a:gd name="connsiteX1-569" fmla="*/ 445792 w 3725019"/>
                        <a:gd name="connsiteY1-570" fmla="*/ 0 h 1418896"/>
                        <a:gd name="connsiteX2-571" fmla="*/ 1852896 w 3725019"/>
                        <a:gd name="connsiteY2-572" fmla="*/ 591655 h 1418896"/>
                        <a:gd name="connsiteX3-573" fmla="*/ 3357157 w 3725019"/>
                        <a:gd name="connsiteY3-574" fmla="*/ 0 h 1418896"/>
                        <a:gd name="connsiteX4-575" fmla="*/ 3577874 w 3725019"/>
                        <a:gd name="connsiteY4-576" fmla="*/ 73572 h 1418896"/>
                        <a:gd name="connsiteX5-577" fmla="*/ 2632585 w 3725019"/>
                        <a:gd name="connsiteY5-578" fmla="*/ 448868 h 1418896"/>
                        <a:gd name="connsiteX6-579" fmla="*/ 2625150 w 3725019"/>
                        <a:gd name="connsiteY6-580" fmla="*/ 902607 h 1418896"/>
                        <a:gd name="connsiteX7-581" fmla="*/ 3725019 w 3725019"/>
                        <a:gd name="connsiteY7-582" fmla="*/ 1345324 h 1418896"/>
                        <a:gd name="connsiteX8-583" fmla="*/ 3441240 w 3725019"/>
                        <a:gd name="connsiteY8-584" fmla="*/ 1408386 h 1418896"/>
                        <a:gd name="connsiteX9-585" fmla="*/ 1864688 w 3725019"/>
                        <a:gd name="connsiteY9-586" fmla="*/ 746234 h 1418896"/>
                        <a:gd name="connsiteX10-587" fmla="*/ 256605 w 3725019"/>
                        <a:gd name="connsiteY10-588" fmla="*/ 1418896 h 1418896"/>
                        <a:gd name="connsiteX11-589" fmla="*/ 0 w 3725019"/>
                        <a:gd name="connsiteY11-590" fmla="*/ 1331097 h 1418896"/>
                        <a:gd name="connsiteX12-591" fmla="*/ 1113454 w 3725019"/>
                        <a:gd name="connsiteY12-592" fmla="*/ 903890 h 1418896"/>
                        <a:gd name="connsiteX13-593" fmla="*/ 1102302 w 3725019"/>
                        <a:gd name="connsiteY13-594" fmla="*/ 451945 h 1418896"/>
                        <a:gd name="connsiteX14-595" fmla="*/ 183032 w 3725019"/>
                        <a:gd name="connsiteY14-596" fmla="*/ 84081 h 1418896"/>
                        <a:gd name="connsiteX15-597" fmla="*/ 162012 w 3725019"/>
                        <a:gd name="connsiteY15-598" fmla="*/ 73572 h 141889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  <a:cxn ang="0">
                          <a:pos x="connsiteX11-23" y="connsiteY11-24"/>
                        </a:cxn>
                        <a:cxn ang="0">
                          <a:pos x="connsiteX12-25" y="connsiteY12-26"/>
                        </a:cxn>
                        <a:cxn ang="0">
                          <a:pos x="connsiteX13-27" y="connsiteY13-28"/>
                        </a:cxn>
                        <a:cxn ang="0">
                          <a:pos x="connsiteX14-29" y="connsiteY14-30"/>
                        </a:cxn>
                        <a:cxn ang="0">
                          <a:pos x="connsiteX15-31" y="connsiteY15-32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479" name="Group 478"/>
                <p:cNvGrpSpPr/>
                <p:nvPr/>
              </p:nvGrpSpPr>
              <p:grpSpPr>
                <a:xfrm>
                  <a:off x="8676619" y="4967420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80" name="Freeform 479"/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-1" fmla="*/ 8187558 w 8187558"/>
                      <a:gd name="connsiteY0-2" fmla="*/ 0 h 2617076"/>
                      <a:gd name="connsiteX1-3" fmla="*/ 8187558 w 8187558"/>
                      <a:gd name="connsiteY1-4" fmla="*/ 1271752 h 2617076"/>
                      <a:gd name="connsiteX2-5" fmla="*/ 4025462 w 8187558"/>
                      <a:gd name="connsiteY2-6" fmla="*/ 2617076 h 2617076"/>
                      <a:gd name="connsiteX3-7" fmla="*/ 0 w 8187558"/>
                      <a:gd name="connsiteY3-8" fmla="*/ 1229711 h 2617076"/>
                      <a:gd name="connsiteX4-9" fmla="*/ 31531 w 8187558"/>
                      <a:gd name="connsiteY4-10" fmla="*/ 147145 h 2617076"/>
                      <a:gd name="connsiteX5-11" fmla="*/ 4046482 w 8187558"/>
                      <a:gd name="connsiteY5-12" fmla="*/ 1576552 h 2617076"/>
                      <a:gd name="connsiteX6-13" fmla="*/ 8187558 w 8187558"/>
                      <a:gd name="connsiteY6-14" fmla="*/ 0 h 2617076"/>
                      <a:gd name="connsiteX0-15" fmla="*/ 8187558 w 8187558"/>
                      <a:gd name="connsiteY0-16" fmla="*/ 0 h 2617076"/>
                      <a:gd name="connsiteX1-17" fmla="*/ 8187558 w 8187558"/>
                      <a:gd name="connsiteY1-18" fmla="*/ 1271752 h 2617076"/>
                      <a:gd name="connsiteX2-19" fmla="*/ 4025462 w 8187558"/>
                      <a:gd name="connsiteY2-20" fmla="*/ 2617076 h 2617076"/>
                      <a:gd name="connsiteX3-21" fmla="*/ 0 w 8187558"/>
                      <a:gd name="connsiteY3-22" fmla="*/ 1229711 h 2617076"/>
                      <a:gd name="connsiteX4-23" fmla="*/ 31531 w 8187558"/>
                      <a:gd name="connsiteY4-24" fmla="*/ 147145 h 2617076"/>
                      <a:gd name="connsiteX5-25" fmla="*/ 4046482 w 8187558"/>
                      <a:gd name="connsiteY5-26" fmla="*/ 1576552 h 2617076"/>
                      <a:gd name="connsiteX6-27" fmla="*/ 8187558 w 8187558"/>
                      <a:gd name="connsiteY6-28" fmla="*/ 0 h 2617076"/>
                      <a:gd name="connsiteX0-29" fmla="*/ 8187558 w 8187558"/>
                      <a:gd name="connsiteY0-30" fmla="*/ 0 h 2617076"/>
                      <a:gd name="connsiteX1-31" fmla="*/ 8187558 w 8187558"/>
                      <a:gd name="connsiteY1-32" fmla="*/ 1271752 h 2617076"/>
                      <a:gd name="connsiteX2-33" fmla="*/ 4025462 w 8187558"/>
                      <a:gd name="connsiteY2-34" fmla="*/ 2617076 h 2617076"/>
                      <a:gd name="connsiteX3-35" fmla="*/ 0 w 8187558"/>
                      <a:gd name="connsiteY3-36" fmla="*/ 1229711 h 2617076"/>
                      <a:gd name="connsiteX4-37" fmla="*/ 31531 w 8187558"/>
                      <a:gd name="connsiteY4-38" fmla="*/ 147145 h 2617076"/>
                      <a:gd name="connsiteX5-39" fmla="*/ 4046482 w 8187558"/>
                      <a:gd name="connsiteY5-40" fmla="*/ 1576552 h 2617076"/>
                      <a:gd name="connsiteX6-41" fmla="*/ 8187558 w 8187558"/>
                      <a:gd name="connsiteY6-42" fmla="*/ 0 h 2617076"/>
                      <a:gd name="connsiteX0-43" fmla="*/ 8187558 w 8187558"/>
                      <a:gd name="connsiteY0-44" fmla="*/ 0 h 2617076"/>
                      <a:gd name="connsiteX1-45" fmla="*/ 8187558 w 8187558"/>
                      <a:gd name="connsiteY1-46" fmla="*/ 1271752 h 2617076"/>
                      <a:gd name="connsiteX2-47" fmla="*/ 4025462 w 8187558"/>
                      <a:gd name="connsiteY2-48" fmla="*/ 2617076 h 2617076"/>
                      <a:gd name="connsiteX3-49" fmla="*/ 0 w 8187558"/>
                      <a:gd name="connsiteY3-50" fmla="*/ 1229711 h 2617076"/>
                      <a:gd name="connsiteX4-51" fmla="*/ 31531 w 8187558"/>
                      <a:gd name="connsiteY4-52" fmla="*/ 147145 h 2617076"/>
                      <a:gd name="connsiteX5-53" fmla="*/ 4046482 w 8187558"/>
                      <a:gd name="connsiteY5-54" fmla="*/ 1576552 h 2617076"/>
                      <a:gd name="connsiteX6-55" fmla="*/ 8187558 w 8187558"/>
                      <a:gd name="connsiteY6-56" fmla="*/ 0 h 2617076"/>
                      <a:gd name="connsiteX0-57" fmla="*/ 8187558 w 8187558"/>
                      <a:gd name="connsiteY0-58" fmla="*/ 0 h 2617076"/>
                      <a:gd name="connsiteX1-59" fmla="*/ 8187558 w 8187558"/>
                      <a:gd name="connsiteY1-60" fmla="*/ 1271752 h 2617076"/>
                      <a:gd name="connsiteX2-61" fmla="*/ 4025462 w 8187558"/>
                      <a:gd name="connsiteY2-62" fmla="*/ 2617076 h 2617076"/>
                      <a:gd name="connsiteX3-63" fmla="*/ 0 w 8187558"/>
                      <a:gd name="connsiteY3-64" fmla="*/ 1229711 h 2617076"/>
                      <a:gd name="connsiteX4-65" fmla="*/ 31531 w 8187558"/>
                      <a:gd name="connsiteY4-66" fmla="*/ 147145 h 2617076"/>
                      <a:gd name="connsiteX5-67" fmla="*/ 4046482 w 8187558"/>
                      <a:gd name="connsiteY5-68" fmla="*/ 1576552 h 2617076"/>
                      <a:gd name="connsiteX6-69" fmla="*/ 8187558 w 8187558"/>
                      <a:gd name="connsiteY6-70" fmla="*/ 0 h 2617076"/>
                      <a:gd name="connsiteX0-71" fmla="*/ 8187558 w 8187558"/>
                      <a:gd name="connsiteY0-72" fmla="*/ 0 h 2617076"/>
                      <a:gd name="connsiteX1-73" fmla="*/ 8187558 w 8187558"/>
                      <a:gd name="connsiteY1-74" fmla="*/ 1271752 h 2617076"/>
                      <a:gd name="connsiteX2-75" fmla="*/ 4025462 w 8187558"/>
                      <a:gd name="connsiteY2-76" fmla="*/ 2617076 h 2617076"/>
                      <a:gd name="connsiteX3-77" fmla="*/ 0 w 8187558"/>
                      <a:gd name="connsiteY3-78" fmla="*/ 1229711 h 2617076"/>
                      <a:gd name="connsiteX4-79" fmla="*/ 31531 w 8187558"/>
                      <a:gd name="connsiteY4-80" fmla="*/ 147145 h 2617076"/>
                      <a:gd name="connsiteX5-81" fmla="*/ 4046482 w 8187558"/>
                      <a:gd name="connsiteY5-82" fmla="*/ 1576552 h 2617076"/>
                      <a:gd name="connsiteX6-83" fmla="*/ 8187558 w 8187558"/>
                      <a:gd name="connsiteY6-84" fmla="*/ 0 h 2617076"/>
                      <a:gd name="connsiteX0-85" fmla="*/ 8187558 w 8187558"/>
                      <a:gd name="connsiteY0-86" fmla="*/ 0 h 2638097"/>
                      <a:gd name="connsiteX1-87" fmla="*/ 8187558 w 8187558"/>
                      <a:gd name="connsiteY1-88" fmla="*/ 1271752 h 2638097"/>
                      <a:gd name="connsiteX2-89" fmla="*/ 4099035 w 8187558"/>
                      <a:gd name="connsiteY2-90" fmla="*/ 2638097 h 2638097"/>
                      <a:gd name="connsiteX3-91" fmla="*/ 0 w 8187558"/>
                      <a:gd name="connsiteY3-92" fmla="*/ 1229711 h 2638097"/>
                      <a:gd name="connsiteX4-93" fmla="*/ 31531 w 8187558"/>
                      <a:gd name="connsiteY4-94" fmla="*/ 147145 h 2638097"/>
                      <a:gd name="connsiteX5-95" fmla="*/ 4046482 w 8187558"/>
                      <a:gd name="connsiteY5-96" fmla="*/ 1576552 h 2638097"/>
                      <a:gd name="connsiteX6-97" fmla="*/ 8187558 w 8187558"/>
                      <a:gd name="connsiteY6-98" fmla="*/ 0 h 2638097"/>
                      <a:gd name="connsiteX0-99" fmla="*/ 8187558 w 8187558"/>
                      <a:gd name="connsiteY0-100" fmla="*/ 0 h 2638097"/>
                      <a:gd name="connsiteX1-101" fmla="*/ 8187558 w 8187558"/>
                      <a:gd name="connsiteY1-102" fmla="*/ 1271752 h 2638097"/>
                      <a:gd name="connsiteX2-103" fmla="*/ 4099035 w 8187558"/>
                      <a:gd name="connsiteY2-104" fmla="*/ 2638097 h 2638097"/>
                      <a:gd name="connsiteX3-105" fmla="*/ 0 w 8187558"/>
                      <a:gd name="connsiteY3-106" fmla="*/ 1229711 h 2638097"/>
                      <a:gd name="connsiteX4-107" fmla="*/ 31531 w 8187558"/>
                      <a:gd name="connsiteY4-108" fmla="*/ 147145 h 2638097"/>
                      <a:gd name="connsiteX5-109" fmla="*/ 4046482 w 8187558"/>
                      <a:gd name="connsiteY5-110" fmla="*/ 1576552 h 2638097"/>
                      <a:gd name="connsiteX6-111" fmla="*/ 8187558 w 8187558"/>
                      <a:gd name="connsiteY6-112" fmla="*/ 0 h 2638097"/>
                      <a:gd name="connsiteX0-113" fmla="*/ 8187558 w 8187558"/>
                      <a:gd name="connsiteY0-114" fmla="*/ 0 h 2638097"/>
                      <a:gd name="connsiteX1-115" fmla="*/ 8187558 w 8187558"/>
                      <a:gd name="connsiteY1-116" fmla="*/ 1271752 h 2638097"/>
                      <a:gd name="connsiteX2-117" fmla="*/ 4099035 w 8187558"/>
                      <a:gd name="connsiteY2-118" fmla="*/ 2638097 h 2638097"/>
                      <a:gd name="connsiteX3-119" fmla="*/ 0 w 8187558"/>
                      <a:gd name="connsiteY3-120" fmla="*/ 1229711 h 2638097"/>
                      <a:gd name="connsiteX4-121" fmla="*/ 31531 w 8187558"/>
                      <a:gd name="connsiteY4-122" fmla="*/ 147145 h 2638097"/>
                      <a:gd name="connsiteX5-123" fmla="*/ 4046482 w 8187558"/>
                      <a:gd name="connsiteY5-124" fmla="*/ 1576552 h 2638097"/>
                      <a:gd name="connsiteX6-125" fmla="*/ 8187558 w 8187558"/>
                      <a:gd name="connsiteY6-126" fmla="*/ 0 h 2638097"/>
                      <a:gd name="connsiteX0-127" fmla="*/ 8187558 w 8187558"/>
                      <a:gd name="connsiteY0-128" fmla="*/ 0 h 2638097"/>
                      <a:gd name="connsiteX1-129" fmla="*/ 8187558 w 8187558"/>
                      <a:gd name="connsiteY1-130" fmla="*/ 1271752 h 2638097"/>
                      <a:gd name="connsiteX2-131" fmla="*/ 4099035 w 8187558"/>
                      <a:gd name="connsiteY2-132" fmla="*/ 2638097 h 2638097"/>
                      <a:gd name="connsiteX3-133" fmla="*/ 0 w 8187558"/>
                      <a:gd name="connsiteY3-134" fmla="*/ 1229711 h 2638097"/>
                      <a:gd name="connsiteX4-135" fmla="*/ 31531 w 8187558"/>
                      <a:gd name="connsiteY4-136" fmla="*/ 147145 h 2638097"/>
                      <a:gd name="connsiteX5-137" fmla="*/ 4046482 w 8187558"/>
                      <a:gd name="connsiteY5-138" fmla="*/ 1576552 h 2638097"/>
                      <a:gd name="connsiteX6-139" fmla="*/ 8187558 w 8187558"/>
                      <a:gd name="connsiteY6-140" fmla="*/ 0 h 2638097"/>
                      <a:gd name="connsiteX0-141" fmla="*/ 8187558 w 8187558"/>
                      <a:gd name="connsiteY0-142" fmla="*/ 0 h 2638097"/>
                      <a:gd name="connsiteX1-143" fmla="*/ 8187558 w 8187558"/>
                      <a:gd name="connsiteY1-144" fmla="*/ 1271752 h 2638097"/>
                      <a:gd name="connsiteX2-145" fmla="*/ 4099035 w 8187558"/>
                      <a:gd name="connsiteY2-146" fmla="*/ 2638097 h 2638097"/>
                      <a:gd name="connsiteX3-147" fmla="*/ 0 w 8187558"/>
                      <a:gd name="connsiteY3-148" fmla="*/ 1229711 h 2638097"/>
                      <a:gd name="connsiteX4-149" fmla="*/ 31531 w 8187558"/>
                      <a:gd name="connsiteY4-150" fmla="*/ 147145 h 2638097"/>
                      <a:gd name="connsiteX5-151" fmla="*/ 4088524 w 8187558"/>
                      <a:gd name="connsiteY5-152" fmla="*/ 1597573 h 2638097"/>
                      <a:gd name="connsiteX6-153" fmla="*/ 8187558 w 8187558"/>
                      <a:gd name="connsiteY6-154" fmla="*/ 0 h 2638097"/>
                      <a:gd name="connsiteX0-155" fmla="*/ 8187558 w 8187558"/>
                      <a:gd name="connsiteY0-156" fmla="*/ 0 h 2638097"/>
                      <a:gd name="connsiteX1-157" fmla="*/ 8187558 w 8187558"/>
                      <a:gd name="connsiteY1-158" fmla="*/ 1271752 h 2638097"/>
                      <a:gd name="connsiteX2-159" fmla="*/ 4099035 w 8187558"/>
                      <a:gd name="connsiteY2-160" fmla="*/ 2638097 h 2638097"/>
                      <a:gd name="connsiteX3-161" fmla="*/ 0 w 8187558"/>
                      <a:gd name="connsiteY3-162" fmla="*/ 1229711 h 2638097"/>
                      <a:gd name="connsiteX4-163" fmla="*/ 31531 w 8187558"/>
                      <a:gd name="connsiteY4-164" fmla="*/ 147145 h 2638097"/>
                      <a:gd name="connsiteX5-165" fmla="*/ 4088524 w 8187558"/>
                      <a:gd name="connsiteY5-166" fmla="*/ 1597573 h 2638097"/>
                      <a:gd name="connsiteX6-167" fmla="*/ 8187558 w 8187558"/>
                      <a:gd name="connsiteY6-168" fmla="*/ 0 h 2638097"/>
                      <a:gd name="connsiteX0-169" fmla="*/ 8187558 w 8187558"/>
                      <a:gd name="connsiteY0-170" fmla="*/ 0 h 2638097"/>
                      <a:gd name="connsiteX1-171" fmla="*/ 8187558 w 8187558"/>
                      <a:gd name="connsiteY1-172" fmla="*/ 1271752 h 2638097"/>
                      <a:gd name="connsiteX2-173" fmla="*/ 4099035 w 8187558"/>
                      <a:gd name="connsiteY2-174" fmla="*/ 2638097 h 2638097"/>
                      <a:gd name="connsiteX3-175" fmla="*/ 0 w 8187558"/>
                      <a:gd name="connsiteY3-176" fmla="*/ 1229711 h 2638097"/>
                      <a:gd name="connsiteX4-177" fmla="*/ 31531 w 8187558"/>
                      <a:gd name="connsiteY4-178" fmla="*/ 147145 h 2638097"/>
                      <a:gd name="connsiteX5-179" fmla="*/ 4099035 w 8187558"/>
                      <a:gd name="connsiteY5-180" fmla="*/ 1566042 h 2638097"/>
                      <a:gd name="connsiteX6-181" fmla="*/ 8187558 w 8187558"/>
                      <a:gd name="connsiteY6-182" fmla="*/ 0 h 2638097"/>
                      <a:gd name="connsiteX0-183" fmla="*/ 8187558 w 8187558"/>
                      <a:gd name="connsiteY0-184" fmla="*/ 0 h 2638097"/>
                      <a:gd name="connsiteX1-185" fmla="*/ 8187558 w 8187558"/>
                      <a:gd name="connsiteY1-186" fmla="*/ 1271752 h 2638097"/>
                      <a:gd name="connsiteX2-187" fmla="*/ 4099035 w 8187558"/>
                      <a:gd name="connsiteY2-188" fmla="*/ 2638097 h 2638097"/>
                      <a:gd name="connsiteX3-189" fmla="*/ 0 w 8187558"/>
                      <a:gd name="connsiteY3-190" fmla="*/ 1229711 h 2638097"/>
                      <a:gd name="connsiteX4-191" fmla="*/ 31531 w 8187558"/>
                      <a:gd name="connsiteY4-192" fmla="*/ 147145 h 2638097"/>
                      <a:gd name="connsiteX5-193" fmla="*/ 4099035 w 8187558"/>
                      <a:gd name="connsiteY5-194" fmla="*/ 1566042 h 2638097"/>
                      <a:gd name="connsiteX6-195" fmla="*/ 8187558 w 8187558"/>
                      <a:gd name="connsiteY6-196" fmla="*/ 0 h 2638097"/>
                      <a:gd name="connsiteX0-197" fmla="*/ 8187558 w 8187558"/>
                      <a:gd name="connsiteY0-198" fmla="*/ 0 h 2638097"/>
                      <a:gd name="connsiteX1-199" fmla="*/ 8187558 w 8187558"/>
                      <a:gd name="connsiteY1-200" fmla="*/ 1271752 h 2638097"/>
                      <a:gd name="connsiteX2-201" fmla="*/ 4099035 w 8187558"/>
                      <a:gd name="connsiteY2-202" fmla="*/ 2638097 h 2638097"/>
                      <a:gd name="connsiteX3-203" fmla="*/ 0 w 8187558"/>
                      <a:gd name="connsiteY3-204" fmla="*/ 1229711 h 2638097"/>
                      <a:gd name="connsiteX4-205" fmla="*/ 31531 w 8187558"/>
                      <a:gd name="connsiteY4-206" fmla="*/ 147145 h 2638097"/>
                      <a:gd name="connsiteX5-207" fmla="*/ 4099035 w 8187558"/>
                      <a:gd name="connsiteY5-208" fmla="*/ 1566042 h 2638097"/>
                      <a:gd name="connsiteX6-209" fmla="*/ 8187558 w 8187558"/>
                      <a:gd name="connsiteY6-210" fmla="*/ 0 h 2638097"/>
                      <a:gd name="connsiteX0-211" fmla="*/ 8187558 w 8187558"/>
                      <a:gd name="connsiteY0-212" fmla="*/ 0 h 2638097"/>
                      <a:gd name="connsiteX1-213" fmla="*/ 8187558 w 8187558"/>
                      <a:gd name="connsiteY1-214" fmla="*/ 1271752 h 2638097"/>
                      <a:gd name="connsiteX2-215" fmla="*/ 4099035 w 8187558"/>
                      <a:gd name="connsiteY2-216" fmla="*/ 2638097 h 2638097"/>
                      <a:gd name="connsiteX3-217" fmla="*/ 0 w 8187558"/>
                      <a:gd name="connsiteY3-218" fmla="*/ 1229711 h 2638097"/>
                      <a:gd name="connsiteX4-219" fmla="*/ 31531 w 8187558"/>
                      <a:gd name="connsiteY4-220" fmla="*/ 147145 h 2638097"/>
                      <a:gd name="connsiteX5-221" fmla="*/ 4099035 w 8187558"/>
                      <a:gd name="connsiteY5-222" fmla="*/ 1566042 h 2638097"/>
                      <a:gd name="connsiteX6-223" fmla="*/ 8187558 w 8187558"/>
                      <a:gd name="connsiteY6-224" fmla="*/ 0 h 2638097"/>
                      <a:gd name="connsiteX0-225" fmla="*/ 8187558 w 8187558"/>
                      <a:gd name="connsiteY0-226" fmla="*/ 0 h 2638097"/>
                      <a:gd name="connsiteX1-227" fmla="*/ 8187558 w 8187558"/>
                      <a:gd name="connsiteY1-228" fmla="*/ 1271752 h 2638097"/>
                      <a:gd name="connsiteX2-229" fmla="*/ 4099035 w 8187558"/>
                      <a:gd name="connsiteY2-230" fmla="*/ 2638097 h 2638097"/>
                      <a:gd name="connsiteX3-231" fmla="*/ 0 w 8187558"/>
                      <a:gd name="connsiteY3-232" fmla="*/ 1229711 h 2638097"/>
                      <a:gd name="connsiteX4-233" fmla="*/ 31531 w 8187558"/>
                      <a:gd name="connsiteY4-234" fmla="*/ 147145 h 2638097"/>
                      <a:gd name="connsiteX5-235" fmla="*/ 4099035 w 8187558"/>
                      <a:gd name="connsiteY5-236" fmla="*/ 1566042 h 2638097"/>
                      <a:gd name="connsiteX6-237" fmla="*/ 8187558 w 8187558"/>
                      <a:gd name="connsiteY6-238" fmla="*/ 0 h 2638097"/>
                      <a:gd name="connsiteX0-239" fmla="*/ 8187558 w 8187558"/>
                      <a:gd name="connsiteY0-240" fmla="*/ 0 h 2638097"/>
                      <a:gd name="connsiteX1-241" fmla="*/ 8187558 w 8187558"/>
                      <a:gd name="connsiteY1-242" fmla="*/ 1271752 h 2638097"/>
                      <a:gd name="connsiteX2-243" fmla="*/ 4099035 w 8187558"/>
                      <a:gd name="connsiteY2-244" fmla="*/ 2638097 h 2638097"/>
                      <a:gd name="connsiteX3-245" fmla="*/ 0 w 8187558"/>
                      <a:gd name="connsiteY3-246" fmla="*/ 1229711 h 2638097"/>
                      <a:gd name="connsiteX4-247" fmla="*/ 31531 w 8187558"/>
                      <a:gd name="connsiteY4-248" fmla="*/ 147145 h 2638097"/>
                      <a:gd name="connsiteX5-249" fmla="*/ 4099035 w 8187558"/>
                      <a:gd name="connsiteY5-250" fmla="*/ 1566042 h 2638097"/>
                      <a:gd name="connsiteX6-251" fmla="*/ 8187558 w 8187558"/>
                      <a:gd name="connsiteY6-252" fmla="*/ 0 h 2638097"/>
                      <a:gd name="connsiteX0-253" fmla="*/ 8187558 w 8187558"/>
                      <a:gd name="connsiteY0-254" fmla="*/ 0 h 2638097"/>
                      <a:gd name="connsiteX1-255" fmla="*/ 8187558 w 8187558"/>
                      <a:gd name="connsiteY1-256" fmla="*/ 1271752 h 2638097"/>
                      <a:gd name="connsiteX2-257" fmla="*/ 4099035 w 8187558"/>
                      <a:gd name="connsiteY2-258" fmla="*/ 2638097 h 2638097"/>
                      <a:gd name="connsiteX3-259" fmla="*/ 0 w 8187558"/>
                      <a:gd name="connsiteY3-260" fmla="*/ 1229711 h 2638097"/>
                      <a:gd name="connsiteX4-261" fmla="*/ 31531 w 8187558"/>
                      <a:gd name="connsiteY4-262" fmla="*/ 147145 h 2638097"/>
                      <a:gd name="connsiteX5-263" fmla="*/ 4099035 w 8187558"/>
                      <a:gd name="connsiteY5-264" fmla="*/ 1566042 h 2638097"/>
                      <a:gd name="connsiteX6-265" fmla="*/ 8187558 w 8187558"/>
                      <a:gd name="connsiteY6-266" fmla="*/ 0 h 2638097"/>
                      <a:gd name="connsiteX0-267" fmla="*/ 8187558 w 8187558"/>
                      <a:gd name="connsiteY0-268" fmla="*/ 0 h 2638097"/>
                      <a:gd name="connsiteX1-269" fmla="*/ 8187558 w 8187558"/>
                      <a:gd name="connsiteY1-270" fmla="*/ 1271752 h 2638097"/>
                      <a:gd name="connsiteX2-271" fmla="*/ 4099035 w 8187558"/>
                      <a:gd name="connsiteY2-272" fmla="*/ 2638097 h 2638097"/>
                      <a:gd name="connsiteX3-273" fmla="*/ 0 w 8187558"/>
                      <a:gd name="connsiteY3-274" fmla="*/ 1229711 h 2638097"/>
                      <a:gd name="connsiteX4-275" fmla="*/ 31531 w 8187558"/>
                      <a:gd name="connsiteY4-276" fmla="*/ 147145 h 2638097"/>
                      <a:gd name="connsiteX5-277" fmla="*/ 4099035 w 8187558"/>
                      <a:gd name="connsiteY5-278" fmla="*/ 1566042 h 2638097"/>
                      <a:gd name="connsiteX6-279" fmla="*/ 8187558 w 8187558"/>
                      <a:gd name="connsiteY6-280" fmla="*/ 0 h 2638097"/>
                      <a:gd name="connsiteX0-281" fmla="*/ 8187558 w 8187558"/>
                      <a:gd name="connsiteY0-282" fmla="*/ 0 h 2638097"/>
                      <a:gd name="connsiteX1-283" fmla="*/ 8187558 w 8187558"/>
                      <a:gd name="connsiteY1-284" fmla="*/ 1271752 h 2638097"/>
                      <a:gd name="connsiteX2-285" fmla="*/ 4099035 w 8187558"/>
                      <a:gd name="connsiteY2-286" fmla="*/ 2638097 h 2638097"/>
                      <a:gd name="connsiteX3-287" fmla="*/ 0 w 8187558"/>
                      <a:gd name="connsiteY3-288" fmla="*/ 1229711 h 2638097"/>
                      <a:gd name="connsiteX4-289" fmla="*/ 31531 w 8187558"/>
                      <a:gd name="connsiteY4-290" fmla="*/ 147145 h 2638097"/>
                      <a:gd name="connsiteX5-291" fmla="*/ 4099035 w 8187558"/>
                      <a:gd name="connsiteY5-292" fmla="*/ 1566042 h 2638097"/>
                      <a:gd name="connsiteX6-293" fmla="*/ 8187558 w 8187558"/>
                      <a:gd name="connsiteY6-294" fmla="*/ 0 h 2638097"/>
                      <a:gd name="connsiteX0-295" fmla="*/ 8176538 w 8176538"/>
                      <a:gd name="connsiteY0-296" fmla="*/ 0 h 2638097"/>
                      <a:gd name="connsiteX1-297" fmla="*/ 8176538 w 8176538"/>
                      <a:gd name="connsiteY1-298" fmla="*/ 1271752 h 2638097"/>
                      <a:gd name="connsiteX2-299" fmla="*/ 4088015 w 8176538"/>
                      <a:gd name="connsiteY2-300" fmla="*/ 2638097 h 2638097"/>
                      <a:gd name="connsiteX3-301" fmla="*/ 0 w 8176538"/>
                      <a:gd name="connsiteY3-302" fmla="*/ 1269888 h 2638097"/>
                      <a:gd name="connsiteX4-303" fmla="*/ 20511 w 8176538"/>
                      <a:gd name="connsiteY4-304" fmla="*/ 147145 h 2638097"/>
                      <a:gd name="connsiteX5-305" fmla="*/ 4088015 w 8176538"/>
                      <a:gd name="connsiteY5-306" fmla="*/ 1566042 h 2638097"/>
                      <a:gd name="connsiteX6-307" fmla="*/ 8176538 w 8176538"/>
                      <a:gd name="connsiteY6-308" fmla="*/ 0 h 2638097"/>
                      <a:gd name="connsiteX0-309" fmla="*/ 8176538 w 8176538"/>
                      <a:gd name="connsiteY0-310" fmla="*/ 0 h 2772020"/>
                      <a:gd name="connsiteX1-311" fmla="*/ 8176538 w 8176538"/>
                      <a:gd name="connsiteY1-312" fmla="*/ 1271752 h 2772020"/>
                      <a:gd name="connsiteX2-313" fmla="*/ 4099034 w 8176538"/>
                      <a:gd name="connsiteY2-314" fmla="*/ 2772020 h 2772020"/>
                      <a:gd name="connsiteX3-315" fmla="*/ 0 w 8176538"/>
                      <a:gd name="connsiteY3-316" fmla="*/ 1269888 h 2772020"/>
                      <a:gd name="connsiteX4-317" fmla="*/ 20511 w 8176538"/>
                      <a:gd name="connsiteY4-318" fmla="*/ 147145 h 2772020"/>
                      <a:gd name="connsiteX5-319" fmla="*/ 4088015 w 8176538"/>
                      <a:gd name="connsiteY5-320" fmla="*/ 1566042 h 2772020"/>
                      <a:gd name="connsiteX6-321" fmla="*/ 8176538 w 8176538"/>
                      <a:gd name="connsiteY6-322" fmla="*/ 0 h 2772020"/>
                      <a:gd name="connsiteX0-323" fmla="*/ 8176538 w 8176538"/>
                      <a:gd name="connsiteY0-324" fmla="*/ 0 h 2772339"/>
                      <a:gd name="connsiteX1-325" fmla="*/ 8176538 w 8176538"/>
                      <a:gd name="connsiteY1-326" fmla="*/ 1378890 h 2772339"/>
                      <a:gd name="connsiteX2-327" fmla="*/ 4099034 w 8176538"/>
                      <a:gd name="connsiteY2-328" fmla="*/ 2772020 h 2772339"/>
                      <a:gd name="connsiteX3-329" fmla="*/ 0 w 8176538"/>
                      <a:gd name="connsiteY3-330" fmla="*/ 1269888 h 2772339"/>
                      <a:gd name="connsiteX4-331" fmla="*/ 20511 w 8176538"/>
                      <a:gd name="connsiteY4-332" fmla="*/ 147145 h 2772339"/>
                      <a:gd name="connsiteX5-333" fmla="*/ 4088015 w 8176538"/>
                      <a:gd name="connsiteY5-334" fmla="*/ 1566042 h 2772339"/>
                      <a:gd name="connsiteX6-335" fmla="*/ 8176538 w 8176538"/>
                      <a:gd name="connsiteY6-336" fmla="*/ 0 h 2772339"/>
                      <a:gd name="connsiteX0-337" fmla="*/ 8176538 w 8176538"/>
                      <a:gd name="connsiteY0-338" fmla="*/ 0 h 2825888"/>
                      <a:gd name="connsiteX1-339" fmla="*/ 8176538 w 8176538"/>
                      <a:gd name="connsiteY1-340" fmla="*/ 1378890 h 2825888"/>
                      <a:gd name="connsiteX2-341" fmla="*/ 4099034 w 8176538"/>
                      <a:gd name="connsiteY2-342" fmla="*/ 2825590 h 2825888"/>
                      <a:gd name="connsiteX3-343" fmla="*/ 0 w 8176538"/>
                      <a:gd name="connsiteY3-344" fmla="*/ 1269888 h 2825888"/>
                      <a:gd name="connsiteX4-345" fmla="*/ 20511 w 8176538"/>
                      <a:gd name="connsiteY4-346" fmla="*/ 147145 h 2825888"/>
                      <a:gd name="connsiteX5-347" fmla="*/ 4088015 w 8176538"/>
                      <a:gd name="connsiteY5-348" fmla="*/ 1566042 h 2825888"/>
                      <a:gd name="connsiteX6-349" fmla="*/ 8176538 w 8176538"/>
                      <a:gd name="connsiteY6-350" fmla="*/ 0 h 2825888"/>
                      <a:gd name="connsiteX0-351" fmla="*/ 8165518 w 8165518"/>
                      <a:gd name="connsiteY0-352" fmla="*/ 0 h 2825606"/>
                      <a:gd name="connsiteX1-353" fmla="*/ 8165518 w 8165518"/>
                      <a:gd name="connsiteY1-354" fmla="*/ 1378890 h 2825606"/>
                      <a:gd name="connsiteX2-355" fmla="*/ 4088014 w 8165518"/>
                      <a:gd name="connsiteY2-356" fmla="*/ 2825590 h 2825606"/>
                      <a:gd name="connsiteX3-357" fmla="*/ 0 w 8165518"/>
                      <a:gd name="connsiteY3-358" fmla="*/ 1403811 h 2825606"/>
                      <a:gd name="connsiteX4-359" fmla="*/ 9491 w 8165518"/>
                      <a:gd name="connsiteY4-360" fmla="*/ 147145 h 2825606"/>
                      <a:gd name="connsiteX5-361" fmla="*/ 4076995 w 8165518"/>
                      <a:gd name="connsiteY5-362" fmla="*/ 1566042 h 2825606"/>
                      <a:gd name="connsiteX6-363" fmla="*/ 8165518 w 8165518"/>
                      <a:gd name="connsiteY6-364" fmla="*/ 0 h 2825606"/>
                      <a:gd name="connsiteX0-365" fmla="*/ 8165518 w 8165518"/>
                      <a:gd name="connsiteY0-366" fmla="*/ 0 h 2879174"/>
                      <a:gd name="connsiteX1-367" fmla="*/ 8165518 w 8165518"/>
                      <a:gd name="connsiteY1-368" fmla="*/ 1378890 h 2879174"/>
                      <a:gd name="connsiteX2-369" fmla="*/ 4132092 w 8165518"/>
                      <a:gd name="connsiteY2-370" fmla="*/ 2879159 h 2879174"/>
                      <a:gd name="connsiteX3-371" fmla="*/ 0 w 8165518"/>
                      <a:gd name="connsiteY3-372" fmla="*/ 1403811 h 2879174"/>
                      <a:gd name="connsiteX4-373" fmla="*/ 9491 w 8165518"/>
                      <a:gd name="connsiteY4-374" fmla="*/ 147145 h 2879174"/>
                      <a:gd name="connsiteX5-375" fmla="*/ 4076995 w 8165518"/>
                      <a:gd name="connsiteY5-376" fmla="*/ 1566042 h 2879174"/>
                      <a:gd name="connsiteX6-377" fmla="*/ 8165518 w 8165518"/>
                      <a:gd name="connsiteY6-378" fmla="*/ 0 h 2879174"/>
                      <a:gd name="connsiteX0-379" fmla="*/ 8165518 w 8176537"/>
                      <a:gd name="connsiteY0-380" fmla="*/ 0 h 2879410"/>
                      <a:gd name="connsiteX1-381" fmla="*/ 8176537 w 8176537"/>
                      <a:gd name="connsiteY1-382" fmla="*/ 1499420 h 2879410"/>
                      <a:gd name="connsiteX2-383" fmla="*/ 4132092 w 8176537"/>
                      <a:gd name="connsiteY2-384" fmla="*/ 2879159 h 2879410"/>
                      <a:gd name="connsiteX3-385" fmla="*/ 0 w 8176537"/>
                      <a:gd name="connsiteY3-386" fmla="*/ 1403811 h 2879410"/>
                      <a:gd name="connsiteX4-387" fmla="*/ 9491 w 8176537"/>
                      <a:gd name="connsiteY4-388" fmla="*/ 147145 h 2879410"/>
                      <a:gd name="connsiteX5-389" fmla="*/ 4076995 w 8176537"/>
                      <a:gd name="connsiteY5-390" fmla="*/ 1566042 h 2879410"/>
                      <a:gd name="connsiteX6-391" fmla="*/ 8165518 w 8176537"/>
                      <a:gd name="connsiteY6-392" fmla="*/ 0 h 2879410"/>
                      <a:gd name="connsiteX0-393" fmla="*/ 8165518 w 8176537"/>
                      <a:gd name="connsiteY0-394" fmla="*/ 0 h 2879262"/>
                      <a:gd name="connsiteX1-395" fmla="*/ 8176537 w 8176537"/>
                      <a:gd name="connsiteY1-396" fmla="*/ 1499420 h 2879262"/>
                      <a:gd name="connsiteX2-397" fmla="*/ 4132092 w 8176537"/>
                      <a:gd name="connsiteY2-398" fmla="*/ 2879159 h 2879262"/>
                      <a:gd name="connsiteX3-399" fmla="*/ 0 w 8176537"/>
                      <a:gd name="connsiteY3-400" fmla="*/ 1403811 h 2879262"/>
                      <a:gd name="connsiteX4-401" fmla="*/ 9491 w 8176537"/>
                      <a:gd name="connsiteY4-402" fmla="*/ 147145 h 2879262"/>
                      <a:gd name="connsiteX5-403" fmla="*/ 4076995 w 8176537"/>
                      <a:gd name="connsiteY5-404" fmla="*/ 1566042 h 2879262"/>
                      <a:gd name="connsiteX6-405" fmla="*/ 8165518 w 8176537"/>
                      <a:gd name="connsiteY6-406" fmla="*/ 0 h 2879262"/>
                      <a:gd name="connsiteX0-407" fmla="*/ 8165518 w 8176537"/>
                      <a:gd name="connsiteY0-408" fmla="*/ 0 h 2879163"/>
                      <a:gd name="connsiteX1-409" fmla="*/ 8176537 w 8176537"/>
                      <a:gd name="connsiteY1-410" fmla="*/ 1499420 h 2879163"/>
                      <a:gd name="connsiteX2-411" fmla="*/ 4132092 w 8176537"/>
                      <a:gd name="connsiteY2-412" fmla="*/ 2879159 h 2879163"/>
                      <a:gd name="connsiteX3-413" fmla="*/ 0 w 8176537"/>
                      <a:gd name="connsiteY3-414" fmla="*/ 1510948 h 2879163"/>
                      <a:gd name="connsiteX4-415" fmla="*/ 9491 w 8176537"/>
                      <a:gd name="connsiteY4-416" fmla="*/ 147145 h 2879163"/>
                      <a:gd name="connsiteX5-417" fmla="*/ 4076995 w 8176537"/>
                      <a:gd name="connsiteY5-418" fmla="*/ 1566042 h 2879163"/>
                      <a:gd name="connsiteX6-419" fmla="*/ 8165518 w 8176537"/>
                      <a:gd name="connsiteY6-420" fmla="*/ 0 h 2879163"/>
                      <a:gd name="connsiteX0-421" fmla="*/ 8165518 w 8198577"/>
                      <a:gd name="connsiteY0-422" fmla="*/ 0 h 2879451"/>
                      <a:gd name="connsiteX1-423" fmla="*/ 8198577 w 8198577"/>
                      <a:gd name="connsiteY1-424" fmla="*/ 1606558 h 2879451"/>
                      <a:gd name="connsiteX2-425" fmla="*/ 4132092 w 8198577"/>
                      <a:gd name="connsiteY2-426" fmla="*/ 2879159 h 2879451"/>
                      <a:gd name="connsiteX3-427" fmla="*/ 0 w 8198577"/>
                      <a:gd name="connsiteY3-428" fmla="*/ 1510948 h 2879451"/>
                      <a:gd name="connsiteX4-429" fmla="*/ 9491 w 8198577"/>
                      <a:gd name="connsiteY4-430" fmla="*/ 147145 h 2879451"/>
                      <a:gd name="connsiteX5-431" fmla="*/ 4076995 w 8198577"/>
                      <a:gd name="connsiteY5-432" fmla="*/ 1566042 h 2879451"/>
                      <a:gd name="connsiteX6-433" fmla="*/ 8165518 w 8198577"/>
                      <a:gd name="connsiteY6-434" fmla="*/ 0 h 2879451"/>
                      <a:gd name="connsiteX0-435" fmla="*/ 8165518 w 8165518"/>
                      <a:gd name="connsiteY0-436" fmla="*/ 0 h 2880066"/>
                      <a:gd name="connsiteX1-437" fmla="*/ 8165518 w 8165518"/>
                      <a:gd name="connsiteY1-438" fmla="*/ 1673520 h 2880066"/>
                      <a:gd name="connsiteX2-439" fmla="*/ 4132092 w 8165518"/>
                      <a:gd name="connsiteY2-440" fmla="*/ 2879159 h 2880066"/>
                      <a:gd name="connsiteX3-441" fmla="*/ 0 w 8165518"/>
                      <a:gd name="connsiteY3-442" fmla="*/ 1510948 h 2880066"/>
                      <a:gd name="connsiteX4-443" fmla="*/ 9491 w 8165518"/>
                      <a:gd name="connsiteY4-444" fmla="*/ 147145 h 2880066"/>
                      <a:gd name="connsiteX5-445" fmla="*/ 4076995 w 8165518"/>
                      <a:gd name="connsiteY5-446" fmla="*/ 1566042 h 2880066"/>
                      <a:gd name="connsiteX6-447" fmla="*/ 8165518 w 8165518"/>
                      <a:gd name="connsiteY6-448" fmla="*/ 0 h 2880066"/>
                      <a:gd name="connsiteX0-449" fmla="*/ 8156794 w 8156794"/>
                      <a:gd name="connsiteY0-450" fmla="*/ 0 h 2879270"/>
                      <a:gd name="connsiteX1-451" fmla="*/ 8156794 w 8156794"/>
                      <a:gd name="connsiteY1-452" fmla="*/ 1673520 h 2879270"/>
                      <a:gd name="connsiteX2-453" fmla="*/ 4123368 w 8156794"/>
                      <a:gd name="connsiteY2-454" fmla="*/ 2879159 h 2879270"/>
                      <a:gd name="connsiteX3-455" fmla="*/ 2295 w 8156794"/>
                      <a:gd name="connsiteY3-456" fmla="*/ 1618086 h 2879270"/>
                      <a:gd name="connsiteX4-457" fmla="*/ 767 w 8156794"/>
                      <a:gd name="connsiteY4-458" fmla="*/ 147145 h 2879270"/>
                      <a:gd name="connsiteX5-459" fmla="*/ 4068271 w 8156794"/>
                      <a:gd name="connsiteY5-460" fmla="*/ 1566042 h 2879270"/>
                      <a:gd name="connsiteX6-461" fmla="*/ 8156794 w 8156794"/>
                      <a:gd name="connsiteY6-462" fmla="*/ 0 h 2879270"/>
                      <a:gd name="connsiteX0-463" fmla="*/ 8156794 w 8156794"/>
                      <a:gd name="connsiteY0-464" fmla="*/ 0 h 2973000"/>
                      <a:gd name="connsiteX1-465" fmla="*/ 8156794 w 8156794"/>
                      <a:gd name="connsiteY1-466" fmla="*/ 1673520 h 2973000"/>
                      <a:gd name="connsiteX2-467" fmla="*/ 4134388 w 8156794"/>
                      <a:gd name="connsiteY2-468" fmla="*/ 2972904 h 2973000"/>
                      <a:gd name="connsiteX3-469" fmla="*/ 2295 w 8156794"/>
                      <a:gd name="connsiteY3-470" fmla="*/ 1618086 h 2973000"/>
                      <a:gd name="connsiteX4-471" fmla="*/ 767 w 8156794"/>
                      <a:gd name="connsiteY4-472" fmla="*/ 147145 h 2973000"/>
                      <a:gd name="connsiteX5-473" fmla="*/ 4068271 w 8156794"/>
                      <a:gd name="connsiteY5-474" fmla="*/ 1566042 h 2973000"/>
                      <a:gd name="connsiteX6-475" fmla="*/ 8156794 w 8156794"/>
                      <a:gd name="connsiteY6-476" fmla="*/ 0 h 2973000"/>
                      <a:gd name="connsiteX0-477" fmla="*/ 8156794 w 8156794"/>
                      <a:gd name="connsiteY0-478" fmla="*/ 0 h 2973000"/>
                      <a:gd name="connsiteX1-479" fmla="*/ 8156794 w 8156794"/>
                      <a:gd name="connsiteY1-480" fmla="*/ 1673520 h 2973000"/>
                      <a:gd name="connsiteX2-481" fmla="*/ 4134388 w 8156794"/>
                      <a:gd name="connsiteY2-482" fmla="*/ 2972904 h 2973000"/>
                      <a:gd name="connsiteX3-483" fmla="*/ 2295 w 8156794"/>
                      <a:gd name="connsiteY3-484" fmla="*/ 1618086 h 2973000"/>
                      <a:gd name="connsiteX4-485" fmla="*/ 767 w 8156794"/>
                      <a:gd name="connsiteY4-486" fmla="*/ 147145 h 2973000"/>
                      <a:gd name="connsiteX5-487" fmla="*/ 4068271 w 8156794"/>
                      <a:gd name="connsiteY5-488" fmla="*/ 1566042 h 2973000"/>
                      <a:gd name="connsiteX6-489" fmla="*/ 8156794 w 8156794"/>
                      <a:gd name="connsiteY6-490" fmla="*/ 0 h 2973000"/>
                      <a:gd name="connsiteX0-491" fmla="*/ 8156794 w 8156794"/>
                      <a:gd name="connsiteY0-492" fmla="*/ 0 h 2973000"/>
                      <a:gd name="connsiteX1-493" fmla="*/ 8156794 w 8156794"/>
                      <a:gd name="connsiteY1-494" fmla="*/ 1673520 h 2973000"/>
                      <a:gd name="connsiteX2-495" fmla="*/ 4134388 w 8156794"/>
                      <a:gd name="connsiteY2-496" fmla="*/ 2972904 h 2973000"/>
                      <a:gd name="connsiteX3-497" fmla="*/ 2295 w 8156794"/>
                      <a:gd name="connsiteY3-498" fmla="*/ 1618086 h 2973000"/>
                      <a:gd name="connsiteX4-499" fmla="*/ 767 w 8156794"/>
                      <a:gd name="connsiteY4-500" fmla="*/ 147145 h 2973000"/>
                      <a:gd name="connsiteX5-501" fmla="*/ 4068271 w 8156794"/>
                      <a:gd name="connsiteY5-502" fmla="*/ 1566042 h 2973000"/>
                      <a:gd name="connsiteX6-503" fmla="*/ 8156794 w 8156794"/>
                      <a:gd name="connsiteY6-504" fmla="*/ 0 h 2973000"/>
                      <a:gd name="connsiteX0-505" fmla="*/ 8156794 w 8156794"/>
                      <a:gd name="connsiteY0-506" fmla="*/ 0 h 2973020"/>
                      <a:gd name="connsiteX1-507" fmla="*/ 8156794 w 8156794"/>
                      <a:gd name="connsiteY1-508" fmla="*/ 1673520 h 2973020"/>
                      <a:gd name="connsiteX2-509" fmla="*/ 4134388 w 8156794"/>
                      <a:gd name="connsiteY2-510" fmla="*/ 2972904 h 2973020"/>
                      <a:gd name="connsiteX3-511" fmla="*/ 2295 w 8156794"/>
                      <a:gd name="connsiteY3-512" fmla="*/ 1618086 h 2973020"/>
                      <a:gd name="connsiteX4-513" fmla="*/ 767 w 8156794"/>
                      <a:gd name="connsiteY4-514" fmla="*/ 147145 h 2973020"/>
                      <a:gd name="connsiteX5-515" fmla="*/ 4068271 w 8156794"/>
                      <a:gd name="connsiteY5-516" fmla="*/ 1566042 h 2973020"/>
                      <a:gd name="connsiteX6-517" fmla="*/ 8156794 w 8156794"/>
                      <a:gd name="connsiteY6-518" fmla="*/ 0 h 2973020"/>
                      <a:gd name="connsiteX0-519" fmla="*/ 8156794 w 8156794"/>
                      <a:gd name="connsiteY0-520" fmla="*/ 0 h 2973021"/>
                      <a:gd name="connsiteX1-521" fmla="*/ 8156794 w 8156794"/>
                      <a:gd name="connsiteY1-522" fmla="*/ 1673520 h 2973021"/>
                      <a:gd name="connsiteX2-523" fmla="*/ 4134388 w 8156794"/>
                      <a:gd name="connsiteY2-524" fmla="*/ 2972904 h 2973021"/>
                      <a:gd name="connsiteX3-525" fmla="*/ 2295 w 8156794"/>
                      <a:gd name="connsiteY3-526" fmla="*/ 1618086 h 2973021"/>
                      <a:gd name="connsiteX4-527" fmla="*/ 767 w 8156794"/>
                      <a:gd name="connsiteY4-528" fmla="*/ 147145 h 2973021"/>
                      <a:gd name="connsiteX5-529" fmla="*/ 4068271 w 8156794"/>
                      <a:gd name="connsiteY5-530" fmla="*/ 1566042 h 2973021"/>
                      <a:gd name="connsiteX6-531" fmla="*/ 8156794 w 8156794"/>
                      <a:gd name="connsiteY6-532" fmla="*/ 0 h 2973021"/>
                      <a:gd name="connsiteX0-533" fmla="*/ 8156794 w 8156794"/>
                      <a:gd name="connsiteY0-534" fmla="*/ 0 h 2973021"/>
                      <a:gd name="connsiteX1-535" fmla="*/ 8156794 w 8156794"/>
                      <a:gd name="connsiteY1-536" fmla="*/ 1673520 h 2973021"/>
                      <a:gd name="connsiteX2-537" fmla="*/ 4134388 w 8156794"/>
                      <a:gd name="connsiteY2-538" fmla="*/ 2972904 h 2973021"/>
                      <a:gd name="connsiteX3-539" fmla="*/ 2295 w 8156794"/>
                      <a:gd name="connsiteY3-540" fmla="*/ 1618086 h 2973021"/>
                      <a:gd name="connsiteX4-541" fmla="*/ 767 w 8156794"/>
                      <a:gd name="connsiteY4-542" fmla="*/ 147145 h 2973021"/>
                      <a:gd name="connsiteX5-543" fmla="*/ 4068271 w 8156794"/>
                      <a:gd name="connsiteY5-544" fmla="*/ 1566042 h 2973021"/>
                      <a:gd name="connsiteX6-545" fmla="*/ 8156794 w 8156794"/>
                      <a:gd name="connsiteY6-546" fmla="*/ 0 h 2973021"/>
                      <a:gd name="connsiteX0-547" fmla="*/ 8156794 w 8156794"/>
                      <a:gd name="connsiteY0-548" fmla="*/ 0 h 2973021"/>
                      <a:gd name="connsiteX1-549" fmla="*/ 8156794 w 8156794"/>
                      <a:gd name="connsiteY1-550" fmla="*/ 1673520 h 2973021"/>
                      <a:gd name="connsiteX2-551" fmla="*/ 4134388 w 8156794"/>
                      <a:gd name="connsiteY2-552" fmla="*/ 2972904 h 2973021"/>
                      <a:gd name="connsiteX3-553" fmla="*/ 2295 w 8156794"/>
                      <a:gd name="connsiteY3-554" fmla="*/ 1618086 h 2973021"/>
                      <a:gd name="connsiteX4-555" fmla="*/ 767 w 8156794"/>
                      <a:gd name="connsiteY4-556" fmla="*/ 147145 h 2973021"/>
                      <a:gd name="connsiteX5-557" fmla="*/ 4068271 w 8156794"/>
                      <a:gd name="connsiteY5-558" fmla="*/ 1566042 h 2973021"/>
                      <a:gd name="connsiteX6-559" fmla="*/ 8156794 w 8156794"/>
                      <a:gd name="connsiteY6-560" fmla="*/ 0 h 2973021"/>
                      <a:gd name="connsiteX0-561" fmla="*/ 8156794 w 8156794"/>
                      <a:gd name="connsiteY0-562" fmla="*/ 0 h 2973021"/>
                      <a:gd name="connsiteX1-563" fmla="*/ 8156794 w 8156794"/>
                      <a:gd name="connsiteY1-564" fmla="*/ 1673520 h 2973021"/>
                      <a:gd name="connsiteX2-565" fmla="*/ 4134388 w 8156794"/>
                      <a:gd name="connsiteY2-566" fmla="*/ 2972904 h 2973021"/>
                      <a:gd name="connsiteX3-567" fmla="*/ 2295 w 8156794"/>
                      <a:gd name="connsiteY3-568" fmla="*/ 1618086 h 2973021"/>
                      <a:gd name="connsiteX4-569" fmla="*/ 767 w 8156794"/>
                      <a:gd name="connsiteY4-570" fmla="*/ 147145 h 2973021"/>
                      <a:gd name="connsiteX5-571" fmla="*/ 4068271 w 8156794"/>
                      <a:gd name="connsiteY5-572" fmla="*/ 1566042 h 2973021"/>
                      <a:gd name="connsiteX6-573" fmla="*/ 8156794 w 8156794"/>
                      <a:gd name="connsiteY6-574" fmla="*/ 0 h 2973021"/>
                      <a:gd name="connsiteX0-575" fmla="*/ 8156794 w 8156794"/>
                      <a:gd name="connsiteY0-576" fmla="*/ 0 h 2973141"/>
                      <a:gd name="connsiteX1-577" fmla="*/ 8156794 w 8156794"/>
                      <a:gd name="connsiteY1-578" fmla="*/ 1673520 h 2973141"/>
                      <a:gd name="connsiteX2-579" fmla="*/ 4134388 w 8156794"/>
                      <a:gd name="connsiteY2-580" fmla="*/ 2972904 h 2973141"/>
                      <a:gd name="connsiteX3-581" fmla="*/ 2295 w 8156794"/>
                      <a:gd name="connsiteY3-582" fmla="*/ 1618086 h 2973141"/>
                      <a:gd name="connsiteX4-583" fmla="*/ 767 w 8156794"/>
                      <a:gd name="connsiteY4-584" fmla="*/ 147145 h 2973141"/>
                      <a:gd name="connsiteX5-585" fmla="*/ 4068271 w 8156794"/>
                      <a:gd name="connsiteY5-586" fmla="*/ 1566042 h 2973141"/>
                      <a:gd name="connsiteX6-587" fmla="*/ 8156794 w 8156794"/>
                      <a:gd name="connsiteY6-588" fmla="*/ 0 h 2973141"/>
                      <a:gd name="connsiteX0-589" fmla="*/ 8156794 w 8156794"/>
                      <a:gd name="connsiteY0-590" fmla="*/ 0 h 3066827"/>
                      <a:gd name="connsiteX1-591" fmla="*/ 8156794 w 8156794"/>
                      <a:gd name="connsiteY1-592" fmla="*/ 1673520 h 3066827"/>
                      <a:gd name="connsiteX2-593" fmla="*/ 4123353 w 8156794"/>
                      <a:gd name="connsiteY2-594" fmla="*/ 3066650 h 3066827"/>
                      <a:gd name="connsiteX3-595" fmla="*/ 2295 w 8156794"/>
                      <a:gd name="connsiteY3-596" fmla="*/ 1618086 h 3066827"/>
                      <a:gd name="connsiteX4-597" fmla="*/ 767 w 8156794"/>
                      <a:gd name="connsiteY4-598" fmla="*/ 147145 h 3066827"/>
                      <a:gd name="connsiteX5-599" fmla="*/ 4068271 w 8156794"/>
                      <a:gd name="connsiteY5-600" fmla="*/ 1566042 h 3066827"/>
                      <a:gd name="connsiteX6-601" fmla="*/ 8156794 w 8156794"/>
                      <a:gd name="connsiteY6-602" fmla="*/ 0 h 3066827"/>
                      <a:gd name="connsiteX0-603" fmla="*/ 8123689 w 8156794"/>
                      <a:gd name="connsiteY0-604" fmla="*/ 0 h 2999866"/>
                      <a:gd name="connsiteX1-605" fmla="*/ 8156794 w 8156794"/>
                      <a:gd name="connsiteY1-606" fmla="*/ 1606559 h 2999866"/>
                      <a:gd name="connsiteX2-607" fmla="*/ 4123353 w 8156794"/>
                      <a:gd name="connsiteY2-608" fmla="*/ 2999689 h 2999866"/>
                      <a:gd name="connsiteX3-609" fmla="*/ 2295 w 8156794"/>
                      <a:gd name="connsiteY3-610" fmla="*/ 1551125 h 2999866"/>
                      <a:gd name="connsiteX4-611" fmla="*/ 767 w 8156794"/>
                      <a:gd name="connsiteY4-612" fmla="*/ 80184 h 2999866"/>
                      <a:gd name="connsiteX5-613" fmla="*/ 4068271 w 8156794"/>
                      <a:gd name="connsiteY5-614" fmla="*/ 1499081 h 2999866"/>
                      <a:gd name="connsiteX6-615" fmla="*/ 8123689 w 8156794"/>
                      <a:gd name="connsiteY6-616" fmla="*/ 0 h 2999866"/>
                      <a:gd name="connsiteX0-617" fmla="*/ 8167828 w 8167828"/>
                      <a:gd name="connsiteY0-618" fmla="*/ 0 h 3026651"/>
                      <a:gd name="connsiteX1-619" fmla="*/ 8156794 w 8167828"/>
                      <a:gd name="connsiteY1-620" fmla="*/ 1633344 h 3026651"/>
                      <a:gd name="connsiteX2-621" fmla="*/ 4123353 w 8167828"/>
                      <a:gd name="connsiteY2-622" fmla="*/ 3026474 h 3026651"/>
                      <a:gd name="connsiteX3-623" fmla="*/ 2295 w 8167828"/>
                      <a:gd name="connsiteY3-624" fmla="*/ 1577910 h 3026651"/>
                      <a:gd name="connsiteX4-625" fmla="*/ 767 w 8167828"/>
                      <a:gd name="connsiteY4-626" fmla="*/ 106969 h 3026651"/>
                      <a:gd name="connsiteX5-627" fmla="*/ 4068271 w 8167828"/>
                      <a:gd name="connsiteY5-628" fmla="*/ 1525866 h 3026651"/>
                      <a:gd name="connsiteX6-629" fmla="*/ 8167828 w 8167828"/>
                      <a:gd name="connsiteY6-630" fmla="*/ 0 h 3026651"/>
                      <a:gd name="connsiteX0-631" fmla="*/ 8167828 w 8167828"/>
                      <a:gd name="connsiteY0-632" fmla="*/ 0 h 3027228"/>
                      <a:gd name="connsiteX1-633" fmla="*/ 8145760 w 8167828"/>
                      <a:gd name="connsiteY1-634" fmla="*/ 1686913 h 3027228"/>
                      <a:gd name="connsiteX2-635" fmla="*/ 4123353 w 8167828"/>
                      <a:gd name="connsiteY2-636" fmla="*/ 3026474 h 3027228"/>
                      <a:gd name="connsiteX3-637" fmla="*/ 2295 w 8167828"/>
                      <a:gd name="connsiteY3-638" fmla="*/ 1577910 h 3027228"/>
                      <a:gd name="connsiteX4-639" fmla="*/ 767 w 8167828"/>
                      <a:gd name="connsiteY4-640" fmla="*/ 106969 h 3027228"/>
                      <a:gd name="connsiteX5-641" fmla="*/ 4068271 w 8167828"/>
                      <a:gd name="connsiteY5-642" fmla="*/ 1525866 h 3027228"/>
                      <a:gd name="connsiteX6-643" fmla="*/ 8167828 w 8167828"/>
                      <a:gd name="connsiteY6-644" fmla="*/ 0 h 3027228"/>
                      <a:gd name="connsiteX0-645" fmla="*/ 8156794 w 8156794"/>
                      <a:gd name="connsiteY0-646" fmla="*/ 0 h 2933483"/>
                      <a:gd name="connsiteX1-647" fmla="*/ 8145760 w 8156794"/>
                      <a:gd name="connsiteY1-648" fmla="*/ 1593168 h 2933483"/>
                      <a:gd name="connsiteX2-649" fmla="*/ 4123353 w 8156794"/>
                      <a:gd name="connsiteY2-650" fmla="*/ 2932729 h 2933483"/>
                      <a:gd name="connsiteX3-651" fmla="*/ 2295 w 8156794"/>
                      <a:gd name="connsiteY3-652" fmla="*/ 1484165 h 2933483"/>
                      <a:gd name="connsiteX4-653" fmla="*/ 767 w 8156794"/>
                      <a:gd name="connsiteY4-654" fmla="*/ 13224 h 2933483"/>
                      <a:gd name="connsiteX5-655" fmla="*/ 4068271 w 8156794"/>
                      <a:gd name="connsiteY5-656" fmla="*/ 1432121 h 2933483"/>
                      <a:gd name="connsiteX6-657" fmla="*/ 8156794 w 8156794"/>
                      <a:gd name="connsiteY6-658" fmla="*/ 0 h 2933483"/>
                      <a:gd name="connsiteX0-659" fmla="*/ 8156794 w 8156794"/>
                      <a:gd name="connsiteY0-660" fmla="*/ 0 h 2933483"/>
                      <a:gd name="connsiteX1-661" fmla="*/ 8145760 w 8156794"/>
                      <a:gd name="connsiteY1-662" fmla="*/ 1593168 h 2933483"/>
                      <a:gd name="connsiteX2-663" fmla="*/ 4123353 w 8156794"/>
                      <a:gd name="connsiteY2-664" fmla="*/ 2932729 h 2933483"/>
                      <a:gd name="connsiteX3-665" fmla="*/ 2295 w 8156794"/>
                      <a:gd name="connsiteY3-666" fmla="*/ 1484165 h 2933483"/>
                      <a:gd name="connsiteX4-667" fmla="*/ 767 w 8156794"/>
                      <a:gd name="connsiteY4-668" fmla="*/ 13224 h 2933483"/>
                      <a:gd name="connsiteX5-669" fmla="*/ 4068271 w 8156794"/>
                      <a:gd name="connsiteY5-670" fmla="*/ 1432121 h 2933483"/>
                      <a:gd name="connsiteX6-671" fmla="*/ 8156794 w 8156794"/>
                      <a:gd name="connsiteY6-672" fmla="*/ 0 h 2933483"/>
                      <a:gd name="connsiteX0-673" fmla="*/ 8123689 w 8145760"/>
                      <a:gd name="connsiteY0-674" fmla="*/ 13560 h 2920259"/>
                      <a:gd name="connsiteX1-675" fmla="*/ 8145760 w 8145760"/>
                      <a:gd name="connsiteY1-676" fmla="*/ 1579944 h 2920259"/>
                      <a:gd name="connsiteX2-677" fmla="*/ 4123353 w 8145760"/>
                      <a:gd name="connsiteY2-678" fmla="*/ 2919505 h 2920259"/>
                      <a:gd name="connsiteX3-679" fmla="*/ 2295 w 8145760"/>
                      <a:gd name="connsiteY3-680" fmla="*/ 1470941 h 2920259"/>
                      <a:gd name="connsiteX4-681" fmla="*/ 767 w 8145760"/>
                      <a:gd name="connsiteY4-682" fmla="*/ 0 h 2920259"/>
                      <a:gd name="connsiteX5-683" fmla="*/ 4068271 w 8145760"/>
                      <a:gd name="connsiteY5-684" fmla="*/ 1418897 h 2920259"/>
                      <a:gd name="connsiteX6-685" fmla="*/ 8123689 w 8145760"/>
                      <a:gd name="connsiteY6-686" fmla="*/ 13560 h 2920259"/>
                      <a:gd name="connsiteX0-687" fmla="*/ 8178863 w 8178863"/>
                      <a:gd name="connsiteY0-688" fmla="*/ 26952 h 2920259"/>
                      <a:gd name="connsiteX1-689" fmla="*/ 8145760 w 8178863"/>
                      <a:gd name="connsiteY1-690" fmla="*/ 1579944 h 2920259"/>
                      <a:gd name="connsiteX2-691" fmla="*/ 4123353 w 8178863"/>
                      <a:gd name="connsiteY2-692" fmla="*/ 2919505 h 2920259"/>
                      <a:gd name="connsiteX3-693" fmla="*/ 2295 w 8178863"/>
                      <a:gd name="connsiteY3-694" fmla="*/ 1470941 h 2920259"/>
                      <a:gd name="connsiteX4-695" fmla="*/ 767 w 8178863"/>
                      <a:gd name="connsiteY4-696" fmla="*/ 0 h 2920259"/>
                      <a:gd name="connsiteX5-697" fmla="*/ 4068271 w 8178863"/>
                      <a:gd name="connsiteY5-698" fmla="*/ 1418897 h 2920259"/>
                      <a:gd name="connsiteX6-699" fmla="*/ 8178863 w 8178863"/>
                      <a:gd name="connsiteY6-700" fmla="*/ 26952 h 2920259"/>
                      <a:gd name="connsiteX0-701" fmla="*/ 8167827 w 8167827"/>
                      <a:gd name="connsiteY0-702" fmla="*/ 40343 h 2920259"/>
                      <a:gd name="connsiteX1-703" fmla="*/ 8145760 w 8167827"/>
                      <a:gd name="connsiteY1-704" fmla="*/ 1579944 h 2920259"/>
                      <a:gd name="connsiteX2-705" fmla="*/ 4123353 w 8167827"/>
                      <a:gd name="connsiteY2-706" fmla="*/ 2919505 h 2920259"/>
                      <a:gd name="connsiteX3-707" fmla="*/ 2295 w 8167827"/>
                      <a:gd name="connsiteY3-708" fmla="*/ 1470941 h 2920259"/>
                      <a:gd name="connsiteX4-709" fmla="*/ 767 w 8167827"/>
                      <a:gd name="connsiteY4-710" fmla="*/ 0 h 2920259"/>
                      <a:gd name="connsiteX5-711" fmla="*/ 4068271 w 8167827"/>
                      <a:gd name="connsiteY5-712" fmla="*/ 1418897 h 2920259"/>
                      <a:gd name="connsiteX6-713" fmla="*/ 8167827 w 8167827"/>
                      <a:gd name="connsiteY6-714" fmla="*/ 40343 h 2920259"/>
                      <a:gd name="connsiteX0-715" fmla="*/ 8123687 w 8145760"/>
                      <a:gd name="connsiteY0-716" fmla="*/ 53735 h 2920259"/>
                      <a:gd name="connsiteX1-717" fmla="*/ 8145760 w 8145760"/>
                      <a:gd name="connsiteY1-718" fmla="*/ 1579944 h 2920259"/>
                      <a:gd name="connsiteX2-719" fmla="*/ 4123353 w 8145760"/>
                      <a:gd name="connsiteY2-720" fmla="*/ 2919505 h 2920259"/>
                      <a:gd name="connsiteX3-721" fmla="*/ 2295 w 8145760"/>
                      <a:gd name="connsiteY3-722" fmla="*/ 1470941 h 2920259"/>
                      <a:gd name="connsiteX4-723" fmla="*/ 767 w 8145760"/>
                      <a:gd name="connsiteY4-724" fmla="*/ 0 h 2920259"/>
                      <a:gd name="connsiteX5-725" fmla="*/ 4068271 w 8145760"/>
                      <a:gd name="connsiteY5-726" fmla="*/ 1418897 h 2920259"/>
                      <a:gd name="connsiteX6-727" fmla="*/ 8123687 w 8145760"/>
                      <a:gd name="connsiteY6-728" fmla="*/ 53735 h 2920259"/>
                      <a:gd name="connsiteX0-729" fmla="*/ 8161918 w 8161918"/>
                      <a:gd name="connsiteY0-730" fmla="*/ 0 h 2943855"/>
                      <a:gd name="connsiteX1-731" fmla="*/ 8145760 w 8161918"/>
                      <a:gd name="connsiteY1-732" fmla="*/ 1603540 h 2943855"/>
                      <a:gd name="connsiteX2-733" fmla="*/ 4123353 w 8161918"/>
                      <a:gd name="connsiteY2-734" fmla="*/ 2943101 h 2943855"/>
                      <a:gd name="connsiteX3-735" fmla="*/ 2295 w 8161918"/>
                      <a:gd name="connsiteY3-736" fmla="*/ 1494537 h 2943855"/>
                      <a:gd name="connsiteX4-737" fmla="*/ 767 w 8161918"/>
                      <a:gd name="connsiteY4-738" fmla="*/ 23596 h 2943855"/>
                      <a:gd name="connsiteX5-739" fmla="*/ 4068271 w 8161918"/>
                      <a:gd name="connsiteY5-740" fmla="*/ 1442493 h 2943855"/>
                      <a:gd name="connsiteX6-741" fmla="*/ 8161918 w 8161918"/>
                      <a:gd name="connsiteY6-742" fmla="*/ 0 h 2943855"/>
                      <a:gd name="connsiteX0-743" fmla="*/ 8144926 w 8145760"/>
                      <a:gd name="connsiteY0-744" fmla="*/ 43424 h 2920259"/>
                      <a:gd name="connsiteX1-745" fmla="*/ 8145760 w 8145760"/>
                      <a:gd name="connsiteY1-746" fmla="*/ 1579944 h 2920259"/>
                      <a:gd name="connsiteX2-747" fmla="*/ 4123353 w 8145760"/>
                      <a:gd name="connsiteY2-748" fmla="*/ 2919505 h 2920259"/>
                      <a:gd name="connsiteX3-749" fmla="*/ 2295 w 8145760"/>
                      <a:gd name="connsiteY3-750" fmla="*/ 1470941 h 2920259"/>
                      <a:gd name="connsiteX4-751" fmla="*/ 767 w 8145760"/>
                      <a:gd name="connsiteY4-752" fmla="*/ 0 h 2920259"/>
                      <a:gd name="connsiteX5-753" fmla="*/ 4068271 w 8145760"/>
                      <a:gd name="connsiteY5-754" fmla="*/ 1418897 h 2920259"/>
                      <a:gd name="connsiteX6-755" fmla="*/ 8144926 w 8145760"/>
                      <a:gd name="connsiteY6-756" fmla="*/ 43424 h 2920259"/>
                      <a:gd name="connsiteX0-757" fmla="*/ 8161918 w 8161918"/>
                      <a:gd name="connsiteY0-758" fmla="*/ 0 h 2959321"/>
                      <a:gd name="connsiteX1-759" fmla="*/ 8145760 w 8161918"/>
                      <a:gd name="connsiteY1-760" fmla="*/ 1619006 h 2959321"/>
                      <a:gd name="connsiteX2-761" fmla="*/ 4123353 w 8161918"/>
                      <a:gd name="connsiteY2-762" fmla="*/ 2958567 h 2959321"/>
                      <a:gd name="connsiteX3-763" fmla="*/ 2295 w 8161918"/>
                      <a:gd name="connsiteY3-764" fmla="*/ 1510003 h 2959321"/>
                      <a:gd name="connsiteX4-765" fmla="*/ 767 w 8161918"/>
                      <a:gd name="connsiteY4-766" fmla="*/ 39062 h 2959321"/>
                      <a:gd name="connsiteX5-767" fmla="*/ 4068271 w 8161918"/>
                      <a:gd name="connsiteY5-768" fmla="*/ 1457959 h 2959321"/>
                      <a:gd name="connsiteX6-769" fmla="*/ 8161918 w 8161918"/>
                      <a:gd name="connsiteY6-770" fmla="*/ 0 h 2959321"/>
                      <a:gd name="connsiteX0-771" fmla="*/ 8161918 w 8162752"/>
                      <a:gd name="connsiteY0-772" fmla="*/ 0 h 2959488"/>
                      <a:gd name="connsiteX1-773" fmla="*/ 8162752 w 8162752"/>
                      <a:gd name="connsiteY1-774" fmla="*/ 1629317 h 2959488"/>
                      <a:gd name="connsiteX2-775" fmla="*/ 4123353 w 8162752"/>
                      <a:gd name="connsiteY2-776" fmla="*/ 2958567 h 2959488"/>
                      <a:gd name="connsiteX3-777" fmla="*/ 2295 w 8162752"/>
                      <a:gd name="connsiteY3-778" fmla="*/ 1510003 h 2959488"/>
                      <a:gd name="connsiteX4-779" fmla="*/ 767 w 8162752"/>
                      <a:gd name="connsiteY4-780" fmla="*/ 39062 h 2959488"/>
                      <a:gd name="connsiteX5-781" fmla="*/ 4068271 w 8162752"/>
                      <a:gd name="connsiteY5-782" fmla="*/ 1457959 h 2959488"/>
                      <a:gd name="connsiteX6-783" fmla="*/ 8161918 w 8162752"/>
                      <a:gd name="connsiteY6-784" fmla="*/ 0 h 2959488"/>
                      <a:gd name="connsiteX0-785" fmla="*/ 8165930 w 8166764"/>
                      <a:gd name="connsiteY0-786" fmla="*/ 7337 h 2966825"/>
                      <a:gd name="connsiteX1-787" fmla="*/ 8166764 w 8166764"/>
                      <a:gd name="connsiteY1-788" fmla="*/ 1636654 h 2966825"/>
                      <a:gd name="connsiteX2-789" fmla="*/ 4127365 w 8166764"/>
                      <a:gd name="connsiteY2-790" fmla="*/ 2965904 h 2966825"/>
                      <a:gd name="connsiteX3-791" fmla="*/ 6307 w 8166764"/>
                      <a:gd name="connsiteY3-792" fmla="*/ 1517340 h 2966825"/>
                      <a:gd name="connsiteX4-793" fmla="*/ 532 w 8166764"/>
                      <a:gd name="connsiteY4-794" fmla="*/ 0 h 2966825"/>
                      <a:gd name="connsiteX5-795" fmla="*/ 4072283 w 8166764"/>
                      <a:gd name="connsiteY5-796" fmla="*/ 1465296 h 2966825"/>
                      <a:gd name="connsiteX6-797" fmla="*/ 8165930 w 8166764"/>
                      <a:gd name="connsiteY6-798" fmla="*/ 7337 h 2966825"/>
                      <a:gd name="connsiteX0-799" fmla="*/ 8168119 w 8168953"/>
                      <a:gd name="connsiteY0-800" fmla="*/ 7337 h 2966682"/>
                      <a:gd name="connsiteX1-801" fmla="*/ 8168953 w 8168953"/>
                      <a:gd name="connsiteY1-802" fmla="*/ 1636654 h 2966682"/>
                      <a:gd name="connsiteX2-803" fmla="*/ 4129554 w 8168953"/>
                      <a:gd name="connsiteY2-804" fmla="*/ 2965904 h 2966682"/>
                      <a:gd name="connsiteX3-805" fmla="*/ 0 w 8168953"/>
                      <a:gd name="connsiteY3-806" fmla="*/ 1527651 h 2966682"/>
                      <a:gd name="connsiteX4-807" fmla="*/ 2721 w 8168953"/>
                      <a:gd name="connsiteY4-808" fmla="*/ 0 h 2966682"/>
                      <a:gd name="connsiteX5-809" fmla="*/ 4074472 w 8168953"/>
                      <a:gd name="connsiteY5-810" fmla="*/ 1465296 h 2966682"/>
                      <a:gd name="connsiteX6-811" fmla="*/ 8168119 w 8168953"/>
                      <a:gd name="connsiteY6-812" fmla="*/ 7337 h 2966682"/>
                      <a:gd name="connsiteX0-813" fmla="*/ 8168119 w 8168953"/>
                      <a:gd name="connsiteY0-814" fmla="*/ 7337 h 3100377"/>
                      <a:gd name="connsiteX1-815" fmla="*/ 8168953 w 8168953"/>
                      <a:gd name="connsiteY1-816" fmla="*/ 1636654 h 3100377"/>
                      <a:gd name="connsiteX2-817" fmla="*/ 4118520 w 8168953"/>
                      <a:gd name="connsiteY2-818" fmla="*/ 3099826 h 3100377"/>
                      <a:gd name="connsiteX3-819" fmla="*/ 0 w 8168953"/>
                      <a:gd name="connsiteY3-820" fmla="*/ 1527651 h 3100377"/>
                      <a:gd name="connsiteX4-821" fmla="*/ 2721 w 8168953"/>
                      <a:gd name="connsiteY4-822" fmla="*/ 0 h 3100377"/>
                      <a:gd name="connsiteX5-823" fmla="*/ 4074472 w 8168953"/>
                      <a:gd name="connsiteY5-824" fmla="*/ 1465296 h 3100377"/>
                      <a:gd name="connsiteX6-825" fmla="*/ 8168119 w 8168953"/>
                      <a:gd name="connsiteY6-826" fmla="*/ 7337 h 3100377"/>
                      <a:gd name="connsiteX0-827" fmla="*/ 8168119 w 8168953"/>
                      <a:gd name="connsiteY0-828" fmla="*/ 7337 h 3100429"/>
                      <a:gd name="connsiteX1-829" fmla="*/ 8168953 w 8168953"/>
                      <a:gd name="connsiteY1-830" fmla="*/ 1636654 h 3100429"/>
                      <a:gd name="connsiteX2-831" fmla="*/ 4118520 w 8168953"/>
                      <a:gd name="connsiteY2-832" fmla="*/ 3099826 h 3100429"/>
                      <a:gd name="connsiteX3-833" fmla="*/ 0 w 8168953"/>
                      <a:gd name="connsiteY3-834" fmla="*/ 1527651 h 3100429"/>
                      <a:gd name="connsiteX4-835" fmla="*/ 2721 w 8168953"/>
                      <a:gd name="connsiteY4-836" fmla="*/ 0 h 3100429"/>
                      <a:gd name="connsiteX5-837" fmla="*/ 4074472 w 8168953"/>
                      <a:gd name="connsiteY5-838" fmla="*/ 1465296 h 3100429"/>
                      <a:gd name="connsiteX6-839" fmla="*/ 8168119 w 8168953"/>
                      <a:gd name="connsiteY6-840" fmla="*/ 7337 h 3100429"/>
                      <a:gd name="connsiteX0-841" fmla="*/ 8165849 w 8166683"/>
                      <a:gd name="connsiteY0-842" fmla="*/ 7337 h 3099826"/>
                      <a:gd name="connsiteX1-843" fmla="*/ 8166683 w 8166683"/>
                      <a:gd name="connsiteY1-844" fmla="*/ 1636654 h 3099826"/>
                      <a:gd name="connsiteX2-845" fmla="*/ 4116250 w 8166683"/>
                      <a:gd name="connsiteY2-846" fmla="*/ 3099826 h 3099826"/>
                      <a:gd name="connsiteX3-847" fmla="*/ 8764 w 8166683"/>
                      <a:gd name="connsiteY3-848" fmla="*/ 1634789 h 3099826"/>
                      <a:gd name="connsiteX4-849" fmla="*/ 451 w 8166683"/>
                      <a:gd name="connsiteY4-850" fmla="*/ 0 h 3099826"/>
                      <a:gd name="connsiteX5-851" fmla="*/ 4072202 w 8166683"/>
                      <a:gd name="connsiteY5-852" fmla="*/ 1465296 h 3099826"/>
                      <a:gd name="connsiteX6-853" fmla="*/ 8165849 w 8166683"/>
                      <a:gd name="connsiteY6-854" fmla="*/ 7337 h 3099826"/>
                      <a:gd name="connsiteX0-855" fmla="*/ 8165849 w 8166683"/>
                      <a:gd name="connsiteY0-856" fmla="*/ 7337 h 3099826"/>
                      <a:gd name="connsiteX1-857" fmla="*/ 8166683 w 8166683"/>
                      <a:gd name="connsiteY1-858" fmla="*/ 1636654 h 3099826"/>
                      <a:gd name="connsiteX2-859" fmla="*/ 4116250 w 8166683"/>
                      <a:gd name="connsiteY2-860" fmla="*/ 3099826 h 3099826"/>
                      <a:gd name="connsiteX3-861" fmla="*/ 8764 w 8166683"/>
                      <a:gd name="connsiteY3-862" fmla="*/ 1634789 h 3099826"/>
                      <a:gd name="connsiteX4-863" fmla="*/ 451 w 8166683"/>
                      <a:gd name="connsiteY4-864" fmla="*/ 0 h 3099826"/>
                      <a:gd name="connsiteX5-865" fmla="*/ 4072202 w 8166683"/>
                      <a:gd name="connsiteY5-866" fmla="*/ 1465296 h 3099826"/>
                      <a:gd name="connsiteX6-867" fmla="*/ 8165849 w 8166683"/>
                      <a:gd name="connsiteY6-868" fmla="*/ 7337 h 3099826"/>
                      <a:gd name="connsiteX0-869" fmla="*/ 8165849 w 8166683"/>
                      <a:gd name="connsiteY0-870" fmla="*/ 7337 h 3099826"/>
                      <a:gd name="connsiteX1-871" fmla="*/ 8166683 w 8166683"/>
                      <a:gd name="connsiteY1-872" fmla="*/ 1636654 h 3099826"/>
                      <a:gd name="connsiteX2-873" fmla="*/ 4116250 w 8166683"/>
                      <a:gd name="connsiteY2-874" fmla="*/ 3099826 h 3099826"/>
                      <a:gd name="connsiteX3-875" fmla="*/ 8764 w 8166683"/>
                      <a:gd name="connsiteY3-876" fmla="*/ 1634789 h 3099826"/>
                      <a:gd name="connsiteX4-877" fmla="*/ 451 w 8166683"/>
                      <a:gd name="connsiteY4-878" fmla="*/ 0 h 3099826"/>
                      <a:gd name="connsiteX5-879" fmla="*/ 4061168 w 8166683"/>
                      <a:gd name="connsiteY5-880" fmla="*/ 1438511 h 3099826"/>
                      <a:gd name="connsiteX6-881" fmla="*/ 8165849 w 8166683"/>
                      <a:gd name="connsiteY6-882" fmla="*/ 7337 h 3099826"/>
                      <a:gd name="connsiteX0-883" fmla="*/ 8165849 w 8166683"/>
                      <a:gd name="connsiteY0-884" fmla="*/ 7337 h 3099826"/>
                      <a:gd name="connsiteX1-885" fmla="*/ 8166683 w 8166683"/>
                      <a:gd name="connsiteY1-886" fmla="*/ 1636654 h 3099826"/>
                      <a:gd name="connsiteX2-887" fmla="*/ 4116250 w 8166683"/>
                      <a:gd name="connsiteY2-888" fmla="*/ 3099826 h 3099826"/>
                      <a:gd name="connsiteX3-889" fmla="*/ 8764 w 8166683"/>
                      <a:gd name="connsiteY3-890" fmla="*/ 1634789 h 3099826"/>
                      <a:gd name="connsiteX4-891" fmla="*/ 451 w 8166683"/>
                      <a:gd name="connsiteY4-892" fmla="*/ 0 h 3099826"/>
                      <a:gd name="connsiteX5-893" fmla="*/ 4061168 w 8166683"/>
                      <a:gd name="connsiteY5-894" fmla="*/ 1438511 h 3099826"/>
                      <a:gd name="connsiteX6-895" fmla="*/ 8165849 w 8166683"/>
                      <a:gd name="connsiteY6-896" fmla="*/ 7337 h 309982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81" name="Oval 480"/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482" name="Group 481"/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83" name="Freeform 482"/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-1" fmla="*/ 3725333 w 4641485"/>
                        <a:gd name="connsiteY0-2" fmla="*/ 0 h 1049866"/>
                        <a:gd name="connsiteX1-3" fmla="*/ 4641485 w 4641485"/>
                        <a:gd name="connsiteY1-4" fmla="*/ 239402 h 1049866"/>
                        <a:gd name="connsiteX2-5" fmla="*/ 3962400 w 4641485"/>
                        <a:gd name="connsiteY2-6" fmla="*/ 541866 h 1049866"/>
                        <a:gd name="connsiteX3-7" fmla="*/ 3742267 w 4641485"/>
                        <a:gd name="connsiteY3-8" fmla="*/ 457200 h 1049866"/>
                        <a:gd name="connsiteX4-9" fmla="*/ 2269067 w 4641485"/>
                        <a:gd name="connsiteY4-10" fmla="*/ 1049866 h 1049866"/>
                        <a:gd name="connsiteX5-11" fmla="*/ 880533 w 4641485"/>
                        <a:gd name="connsiteY5-12" fmla="*/ 457200 h 1049866"/>
                        <a:gd name="connsiteX6-13" fmla="*/ 592667 w 4641485"/>
                        <a:gd name="connsiteY6-14" fmla="*/ 541866 h 1049866"/>
                        <a:gd name="connsiteX7-15" fmla="*/ 0 w 4641485"/>
                        <a:gd name="connsiteY7-16" fmla="*/ 254000 h 1049866"/>
                        <a:gd name="connsiteX8-17" fmla="*/ 880533 w 4641485"/>
                        <a:gd name="connsiteY8-18" fmla="*/ 16933 h 1049866"/>
                        <a:gd name="connsiteX9-19" fmla="*/ 2302933 w 4641485"/>
                        <a:gd name="connsiteY9-20" fmla="*/ 626533 h 1049866"/>
                        <a:gd name="connsiteX10-21" fmla="*/ 3725333 w 4641485"/>
                        <a:gd name="connsiteY10-22" fmla="*/ 0 h 1049866"/>
                        <a:gd name="connsiteX0-23" fmla="*/ 3756864 w 4673016"/>
                        <a:gd name="connsiteY0-24" fmla="*/ 0 h 1049866"/>
                        <a:gd name="connsiteX1-25" fmla="*/ 4673016 w 4673016"/>
                        <a:gd name="connsiteY1-26" fmla="*/ 239402 h 1049866"/>
                        <a:gd name="connsiteX2-27" fmla="*/ 3993931 w 4673016"/>
                        <a:gd name="connsiteY2-28" fmla="*/ 541866 h 1049866"/>
                        <a:gd name="connsiteX3-29" fmla="*/ 3773798 w 4673016"/>
                        <a:gd name="connsiteY3-30" fmla="*/ 457200 h 1049866"/>
                        <a:gd name="connsiteX4-31" fmla="*/ 2300598 w 4673016"/>
                        <a:gd name="connsiteY4-32" fmla="*/ 1049866 h 1049866"/>
                        <a:gd name="connsiteX5-33" fmla="*/ 912064 w 4673016"/>
                        <a:gd name="connsiteY5-34" fmla="*/ 457200 h 1049866"/>
                        <a:gd name="connsiteX6-35" fmla="*/ 624198 w 4673016"/>
                        <a:gd name="connsiteY6-36" fmla="*/ 541866 h 1049866"/>
                        <a:gd name="connsiteX7-37" fmla="*/ 0 w 4673016"/>
                        <a:gd name="connsiteY7-38" fmla="*/ 232979 h 1049866"/>
                        <a:gd name="connsiteX8-39" fmla="*/ 912064 w 4673016"/>
                        <a:gd name="connsiteY8-40" fmla="*/ 16933 h 1049866"/>
                        <a:gd name="connsiteX9-41" fmla="*/ 2334464 w 4673016"/>
                        <a:gd name="connsiteY9-42" fmla="*/ 626533 h 1049866"/>
                        <a:gd name="connsiteX10-43" fmla="*/ 3756864 w 4673016"/>
                        <a:gd name="connsiteY10-44" fmla="*/ 0 h 1049866"/>
                        <a:gd name="connsiteX0-45" fmla="*/ 3756864 w 4673016"/>
                        <a:gd name="connsiteY0-46" fmla="*/ 0 h 1049866"/>
                        <a:gd name="connsiteX1-47" fmla="*/ 4673016 w 4673016"/>
                        <a:gd name="connsiteY1-48" fmla="*/ 239402 h 1049866"/>
                        <a:gd name="connsiteX2-49" fmla="*/ 3993931 w 4673016"/>
                        <a:gd name="connsiteY2-50" fmla="*/ 541866 h 1049866"/>
                        <a:gd name="connsiteX3-51" fmla="*/ 3784308 w 4673016"/>
                        <a:gd name="connsiteY3-52" fmla="*/ 404648 h 1049866"/>
                        <a:gd name="connsiteX4-53" fmla="*/ 2300598 w 4673016"/>
                        <a:gd name="connsiteY4-54" fmla="*/ 1049866 h 1049866"/>
                        <a:gd name="connsiteX5-55" fmla="*/ 912064 w 4673016"/>
                        <a:gd name="connsiteY5-56" fmla="*/ 457200 h 1049866"/>
                        <a:gd name="connsiteX6-57" fmla="*/ 624198 w 4673016"/>
                        <a:gd name="connsiteY6-58" fmla="*/ 541866 h 1049866"/>
                        <a:gd name="connsiteX7-59" fmla="*/ 0 w 4673016"/>
                        <a:gd name="connsiteY7-60" fmla="*/ 232979 h 1049866"/>
                        <a:gd name="connsiteX8-61" fmla="*/ 912064 w 4673016"/>
                        <a:gd name="connsiteY8-62" fmla="*/ 16933 h 1049866"/>
                        <a:gd name="connsiteX9-63" fmla="*/ 2334464 w 4673016"/>
                        <a:gd name="connsiteY9-64" fmla="*/ 626533 h 1049866"/>
                        <a:gd name="connsiteX10-65" fmla="*/ 3756864 w 4673016"/>
                        <a:gd name="connsiteY10-66" fmla="*/ 0 h 1049866"/>
                        <a:gd name="connsiteX0-67" fmla="*/ 3756864 w 4673016"/>
                        <a:gd name="connsiteY0-68" fmla="*/ 0 h 1049866"/>
                        <a:gd name="connsiteX1-69" fmla="*/ 4673016 w 4673016"/>
                        <a:gd name="connsiteY1-70" fmla="*/ 239402 h 1049866"/>
                        <a:gd name="connsiteX2-71" fmla="*/ 3993931 w 4673016"/>
                        <a:gd name="connsiteY2-72" fmla="*/ 541866 h 1049866"/>
                        <a:gd name="connsiteX3-73" fmla="*/ 3794818 w 4673016"/>
                        <a:gd name="connsiteY3-74" fmla="*/ 436179 h 1049866"/>
                        <a:gd name="connsiteX4-75" fmla="*/ 2300598 w 4673016"/>
                        <a:gd name="connsiteY4-76" fmla="*/ 1049866 h 1049866"/>
                        <a:gd name="connsiteX5-77" fmla="*/ 912064 w 4673016"/>
                        <a:gd name="connsiteY5-78" fmla="*/ 457200 h 1049866"/>
                        <a:gd name="connsiteX6-79" fmla="*/ 624198 w 4673016"/>
                        <a:gd name="connsiteY6-80" fmla="*/ 541866 h 1049866"/>
                        <a:gd name="connsiteX7-81" fmla="*/ 0 w 4673016"/>
                        <a:gd name="connsiteY7-82" fmla="*/ 232979 h 1049866"/>
                        <a:gd name="connsiteX8-83" fmla="*/ 912064 w 4673016"/>
                        <a:gd name="connsiteY8-84" fmla="*/ 16933 h 1049866"/>
                        <a:gd name="connsiteX9-85" fmla="*/ 2334464 w 4673016"/>
                        <a:gd name="connsiteY9-86" fmla="*/ 626533 h 1049866"/>
                        <a:gd name="connsiteX10-87" fmla="*/ 3756864 w 4673016"/>
                        <a:gd name="connsiteY10-88" fmla="*/ 0 h 1049866"/>
                        <a:gd name="connsiteX0-89" fmla="*/ 3756864 w 4673016"/>
                        <a:gd name="connsiteY0-90" fmla="*/ 0 h 1049866"/>
                        <a:gd name="connsiteX1-91" fmla="*/ 4673016 w 4673016"/>
                        <a:gd name="connsiteY1-92" fmla="*/ 239402 h 1049866"/>
                        <a:gd name="connsiteX2-93" fmla="*/ 3993931 w 4673016"/>
                        <a:gd name="connsiteY2-94" fmla="*/ 541866 h 1049866"/>
                        <a:gd name="connsiteX3-95" fmla="*/ 3794818 w 4673016"/>
                        <a:gd name="connsiteY3-96" fmla="*/ 436179 h 1049866"/>
                        <a:gd name="connsiteX4-97" fmla="*/ 2300598 w 4673016"/>
                        <a:gd name="connsiteY4-98" fmla="*/ 1049866 h 1049866"/>
                        <a:gd name="connsiteX5-99" fmla="*/ 912064 w 4673016"/>
                        <a:gd name="connsiteY5-100" fmla="*/ 457200 h 1049866"/>
                        <a:gd name="connsiteX6-101" fmla="*/ 624198 w 4673016"/>
                        <a:gd name="connsiteY6-102" fmla="*/ 541866 h 1049866"/>
                        <a:gd name="connsiteX7-103" fmla="*/ 0 w 4673016"/>
                        <a:gd name="connsiteY7-104" fmla="*/ 232979 h 1049866"/>
                        <a:gd name="connsiteX8-105" fmla="*/ 912064 w 4673016"/>
                        <a:gd name="connsiteY8-106" fmla="*/ 16933 h 1049866"/>
                        <a:gd name="connsiteX9-107" fmla="*/ 2323954 w 4673016"/>
                        <a:gd name="connsiteY9-108" fmla="*/ 616023 h 1049866"/>
                        <a:gd name="connsiteX10-109" fmla="*/ 3756864 w 4673016"/>
                        <a:gd name="connsiteY10-110" fmla="*/ 0 h 1049866"/>
                        <a:gd name="connsiteX0-111" fmla="*/ 3756864 w 4673016"/>
                        <a:gd name="connsiteY0-112" fmla="*/ 0 h 1049866"/>
                        <a:gd name="connsiteX1-113" fmla="*/ 4673016 w 4673016"/>
                        <a:gd name="connsiteY1-114" fmla="*/ 239402 h 1049866"/>
                        <a:gd name="connsiteX2-115" fmla="*/ 3993931 w 4673016"/>
                        <a:gd name="connsiteY2-116" fmla="*/ 541866 h 1049866"/>
                        <a:gd name="connsiteX3-117" fmla="*/ 3794818 w 4673016"/>
                        <a:gd name="connsiteY3-118" fmla="*/ 436179 h 1049866"/>
                        <a:gd name="connsiteX4-119" fmla="*/ 2300598 w 4673016"/>
                        <a:gd name="connsiteY4-120" fmla="*/ 1049866 h 1049866"/>
                        <a:gd name="connsiteX5-121" fmla="*/ 912064 w 4673016"/>
                        <a:gd name="connsiteY5-122" fmla="*/ 457200 h 1049866"/>
                        <a:gd name="connsiteX6-123" fmla="*/ 624198 w 4673016"/>
                        <a:gd name="connsiteY6-124" fmla="*/ 541866 h 1049866"/>
                        <a:gd name="connsiteX7-125" fmla="*/ 0 w 4673016"/>
                        <a:gd name="connsiteY7-126" fmla="*/ 275021 h 1049866"/>
                        <a:gd name="connsiteX8-127" fmla="*/ 912064 w 4673016"/>
                        <a:gd name="connsiteY8-128" fmla="*/ 16933 h 1049866"/>
                        <a:gd name="connsiteX9-129" fmla="*/ 2323954 w 4673016"/>
                        <a:gd name="connsiteY9-130" fmla="*/ 616023 h 1049866"/>
                        <a:gd name="connsiteX10-131" fmla="*/ 3756864 w 4673016"/>
                        <a:gd name="connsiteY10-132" fmla="*/ 0 h 1049866"/>
                        <a:gd name="connsiteX0-133" fmla="*/ 3756864 w 4673016"/>
                        <a:gd name="connsiteY0-134" fmla="*/ 0 h 1049866"/>
                        <a:gd name="connsiteX1-135" fmla="*/ 4673016 w 4673016"/>
                        <a:gd name="connsiteY1-136" fmla="*/ 239402 h 1049866"/>
                        <a:gd name="connsiteX2-137" fmla="*/ 3993931 w 4673016"/>
                        <a:gd name="connsiteY2-138" fmla="*/ 541866 h 1049866"/>
                        <a:gd name="connsiteX3-139" fmla="*/ 3815839 w 4673016"/>
                        <a:gd name="connsiteY3-140" fmla="*/ 467710 h 1049866"/>
                        <a:gd name="connsiteX4-141" fmla="*/ 2300598 w 4673016"/>
                        <a:gd name="connsiteY4-142" fmla="*/ 1049866 h 1049866"/>
                        <a:gd name="connsiteX5-143" fmla="*/ 912064 w 4673016"/>
                        <a:gd name="connsiteY5-144" fmla="*/ 457200 h 1049866"/>
                        <a:gd name="connsiteX6-145" fmla="*/ 624198 w 4673016"/>
                        <a:gd name="connsiteY6-146" fmla="*/ 541866 h 1049866"/>
                        <a:gd name="connsiteX7-147" fmla="*/ 0 w 4673016"/>
                        <a:gd name="connsiteY7-148" fmla="*/ 275021 h 1049866"/>
                        <a:gd name="connsiteX8-149" fmla="*/ 912064 w 4673016"/>
                        <a:gd name="connsiteY8-150" fmla="*/ 16933 h 1049866"/>
                        <a:gd name="connsiteX9-151" fmla="*/ 2323954 w 4673016"/>
                        <a:gd name="connsiteY9-152" fmla="*/ 616023 h 1049866"/>
                        <a:gd name="connsiteX10-153" fmla="*/ 3756864 w 4673016"/>
                        <a:gd name="connsiteY10-154" fmla="*/ 0 h 104986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84" name="Freeform 483"/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85" name="Freeform 484"/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86" name="Freeform 485"/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-1" fmla="*/ 168165 w 3731172"/>
                        <a:gd name="connsiteY0-2" fmla="*/ 73572 h 1418896"/>
                        <a:gd name="connsiteX1-3" fmla="*/ 451945 w 3731172"/>
                        <a:gd name="connsiteY1-4" fmla="*/ 0 h 1418896"/>
                        <a:gd name="connsiteX2-5" fmla="*/ 1881352 w 3731172"/>
                        <a:gd name="connsiteY2-6" fmla="*/ 599089 h 1418896"/>
                        <a:gd name="connsiteX3-7" fmla="*/ 3363310 w 3731172"/>
                        <a:gd name="connsiteY3-8" fmla="*/ 0 h 1418896"/>
                        <a:gd name="connsiteX4-9" fmla="*/ 3584027 w 3731172"/>
                        <a:gd name="connsiteY4-10" fmla="*/ 73572 h 1418896"/>
                        <a:gd name="connsiteX5-11" fmla="*/ 2627586 w 3731172"/>
                        <a:gd name="connsiteY5-12" fmla="*/ 441434 h 1418896"/>
                        <a:gd name="connsiteX6-13" fmla="*/ 2596055 w 3731172"/>
                        <a:gd name="connsiteY6-14" fmla="*/ 914400 h 1418896"/>
                        <a:gd name="connsiteX7-15" fmla="*/ 3731172 w 3731172"/>
                        <a:gd name="connsiteY7-16" fmla="*/ 1345324 h 1418896"/>
                        <a:gd name="connsiteX8-17" fmla="*/ 3447393 w 3731172"/>
                        <a:gd name="connsiteY8-18" fmla="*/ 1408386 h 1418896"/>
                        <a:gd name="connsiteX9-19" fmla="*/ 1870841 w 3731172"/>
                        <a:gd name="connsiteY9-20" fmla="*/ 746234 h 1418896"/>
                        <a:gd name="connsiteX10-21" fmla="*/ 262758 w 3731172"/>
                        <a:gd name="connsiteY10-22" fmla="*/ 1418896 h 1418896"/>
                        <a:gd name="connsiteX11-23" fmla="*/ 0 w 3731172"/>
                        <a:gd name="connsiteY11-24" fmla="*/ 1324303 h 1418896"/>
                        <a:gd name="connsiteX12-25" fmla="*/ 1145627 w 3731172"/>
                        <a:gd name="connsiteY12-26" fmla="*/ 882869 h 1418896"/>
                        <a:gd name="connsiteX13-27" fmla="*/ 1114096 w 3731172"/>
                        <a:gd name="connsiteY13-28" fmla="*/ 409903 h 1418896"/>
                        <a:gd name="connsiteX14-29" fmla="*/ 441434 w 3731172"/>
                        <a:gd name="connsiteY14-30" fmla="*/ 10510 h 1418896"/>
                        <a:gd name="connsiteX15-31" fmla="*/ 441434 w 3731172"/>
                        <a:gd name="connsiteY15-32" fmla="*/ 10510 h 1418896"/>
                        <a:gd name="connsiteX0-33" fmla="*/ 168165 w 3731172"/>
                        <a:gd name="connsiteY0-34" fmla="*/ 73572 h 1418896"/>
                        <a:gd name="connsiteX1-35" fmla="*/ 451945 w 3731172"/>
                        <a:gd name="connsiteY1-36" fmla="*/ 0 h 1418896"/>
                        <a:gd name="connsiteX2-37" fmla="*/ 1881352 w 3731172"/>
                        <a:gd name="connsiteY2-38" fmla="*/ 599089 h 1418896"/>
                        <a:gd name="connsiteX3-39" fmla="*/ 3363310 w 3731172"/>
                        <a:gd name="connsiteY3-40" fmla="*/ 0 h 1418896"/>
                        <a:gd name="connsiteX4-41" fmla="*/ 3584027 w 3731172"/>
                        <a:gd name="connsiteY4-42" fmla="*/ 73572 h 1418896"/>
                        <a:gd name="connsiteX5-43" fmla="*/ 2627586 w 3731172"/>
                        <a:gd name="connsiteY5-44" fmla="*/ 441434 h 1418896"/>
                        <a:gd name="connsiteX6-45" fmla="*/ 2596055 w 3731172"/>
                        <a:gd name="connsiteY6-46" fmla="*/ 914400 h 1418896"/>
                        <a:gd name="connsiteX7-47" fmla="*/ 3731172 w 3731172"/>
                        <a:gd name="connsiteY7-48" fmla="*/ 1345324 h 1418896"/>
                        <a:gd name="connsiteX8-49" fmla="*/ 3447393 w 3731172"/>
                        <a:gd name="connsiteY8-50" fmla="*/ 1408386 h 1418896"/>
                        <a:gd name="connsiteX9-51" fmla="*/ 1870841 w 3731172"/>
                        <a:gd name="connsiteY9-52" fmla="*/ 746234 h 1418896"/>
                        <a:gd name="connsiteX10-53" fmla="*/ 262758 w 3731172"/>
                        <a:gd name="connsiteY10-54" fmla="*/ 1418896 h 1418896"/>
                        <a:gd name="connsiteX11-55" fmla="*/ 0 w 3731172"/>
                        <a:gd name="connsiteY11-56" fmla="*/ 1324303 h 1418896"/>
                        <a:gd name="connsiteX12-57" fmla="*/ 1145627 w 3731172"/>
                        <a:gd name="connsiteY12-58" fmla="*/ 882869 h 1418896"/>
                        <a:gd name="connsiteX13-59" fmla="*/ 1114096 w 3731172"/>
                        <a:gd name="connsiteY13-60" fmla="*/ 409903 h 1418896"/>
                        <a:gd name="connsiteX14-61" fmla="*/ 441434 w 3731172"/>
                        <a:gd name="connsiteY14-62" fmla="*/ 10510 h 1418896"/>
                        <a:gd name="connsiteX0-63" fmla="*/ 168165 w 3731172"/>
                        <a:gd name="connsiteY0-64" fmla="*/ 73572 h 1418896"/>
                        <a:gd name="connsiteX1-65" fmla="*/ 451945 w 3731172"/>
                        <a:gd name="connsiteY1-66" fmla="*/ 0 h 1418896"/>
                        <a:gd name="connsiteX2-67" fmla="*/ 1881352 w 3731172"/>
                        <a:gd name="connsiteY2-68" fmla="*/ 599089 h 1418896"/>
                        <a:gd name="connsiteX3-69" fmla="*/ 3363310 w 3731172"/>
                        <a:gd name="connsiteY3-70" fmla="*/ 0 h 1418896"/>
                        <a:gd name="connsiteX4-71" fmla="*/ 3584027 w 3731172"/>
                        <a:gd name="connsiteY4-72" fmla="*/ 73572 h 1418896"/>
                        <a:gd name="connsiteX5-73" fmla="*/ 2627586 w 3731172"/>
                        <a:gd name="connsiteY5-74" fmla="*/ 441434 h 1418896"/>
                        <a:gd name="connsiteX6-75" fmla="*/ 2596055 w 3731172"/>
                        <a:gd name="connsiteY6-76" fmla="*/ 914400 h 1418896"/>
                        <a:gd name="connsiteX7-77" fmla="*/ 3731172 w 3731172"/>
                        <a:gd name="connsiteY7-78" fmla="*/ 1345324 h 1418896"/>
                        <a:gd name="connsiteX8-79" fmla="*/ 3447393 w 3731172"/>
                        <a:gd name="connsiteY8-80" fmla="*/ 1408386 h 1418896"/>
                        <a:gd name="connsiteX9-81" fmla="*/ 1870841 w 3731172"/>
                        <a:gd name="connsiteY9-82" fmla="*/ 746234 h 1418896"/>
                        <a:gd name="connsiteX10-83" fmla="*/ 262758 w 3731172"/>
                        <a:gd name="connsiteY10-84" fmla="*/ 1418896 h 1418896"/>
                        <a:gd name="connsiteX11-85" fmla="*/ 0 w 3731172"/>
                        <a:gd name="connsiteY11-86" fmla="*/ 1324303 h 1418896"/>
                        <a:gd name="connsiteX12-87" fmla="*/ 1145627 w 3731172"/>
                        <a:gd name="connsiteY12-88" fmla="*/ 882869 h 1418896"/>
                        <a:gd name="connsiteX13-89" fmla="*/ 1114096 w 3731172"/>
                        <a:gd name="connsiteY13-90" fmla="*/ 409903 h 1418896"/>
                        <a:gd name="connsiteX14-91" fmla="*/ 357351 w 3731172"/>
                        <a:gd name="connsiteY14-92" fmla="*/ 115613 h 1418896"/>
                        <a:gd name="connsiteX0-93" fmla="*/ 168165 w 3731172"/>
                        <a:gd name="connsiteY0-94" fmla="*/ 73572 h 1418896"/>
                        <a:gd name="connsiteX1-95" fmla="*/ 451945 w 3731172"/>
                        <a:gd name="connsiteY1-96" fmla="*/ 0 h 1418896"/>
                        <a:gd name="connsiteX2-97" fmla="*/ 1881352 w 3731172"/>
                        <a:gd name="connsiteY2-98" fmla="*/ 599089 h 1418896"/>
                        <a:gd name="connsiteX3-99" fmla="*/ 3363310 w 3731172"/>
                        <a:gd name="connsiteY3-100" fmla="*/ 0 h 1418896"/>
                        <a:gd name="connsiteX4-101" fmla="*/ 3584027 w 3731172"/>
                        <a:gd name="connsiteY4-102" fmla="*/ 73572 h 1418896"/>
                        <a:gd name="connsiteX5-103" fmla="*/ 2627586 w 3731172"/>
                        <a:gd name="connsiteY5-104" fmla="*/ 441434 h 1418896"/>
                        <a:gd name="connsiteX6-105" fmla="*/ 2596055 w 3731172"/>
                        <a:gd name="connsiteY6-106" fmla="*/ 914400 h 1418896"/>
                        <a:gd name="connsiteX7-107" fmla="*/ 3731172 w 3731172"/>
                        <a:gd name="connsiteY7-108" fmla="*/ 1345324 h 1418896"/>
                        <a:gd name="connsiteX8-109" fmla="*/ 3447393 w 3731172"/>
                        <a:gd name="connsiteY8-110" fmla="*/ 1408386 h 1418896"/>
                        <a:gd name="connsiteX9-111" fmla="*/ 1870841 w 3731172"/>
                        <a:gd name="connsiteY9-112" fmla="*/ 746234 h 1418896"/>
                        <a:gd name="connsiteX10-113" fmla="*/ 262758 w 3731172"/>
                        <a:gd name="connsiteY10-114" fmla="*/ 1418896 h 1418896"/>
                        <a:gd name="connsiteX11-115" fmla="*/ 0 w 3731172"/>
                        <a:gd name="connsiteY11-116" fmla="*/ 1324303 h 1418896"/>
                        <a:gd name="connsiteX12-117" fmla="*/ 1145627 w 3731172"/>
                        <a:gd name="connsiteY12-118" fmla="*/ 882869 h 1418896"/>
                        <a:gd name="connsiteX13-119" fmla="*/ 1114096 w 3731172"/>
                        <a:gd name="connsiteY13-120" fmla="*/ 409903 h 1418896"/>
                        <a:gd name="connsiteX14-121" fmla="*/ 147144 w 3731172"/>
                        <a:gd name="connsiteY14-122" fmla="*/ 63061 h 1418896"/>
                        <a:gd name="connsiteX0-123" fmla="*/ 168165 w 3731172"/>
                        <a:gd name="connsiteY0-124" fmla="*/ 73572 h 1418896"/>
                        <a:gd name="connsiteX1-125" fmla="*/ 451945 w 3731172"/>
                        <a:gd name="connsiteY1-126" fmla="*/ 0 h 1418896"/>
                        <a:gd name="connsiteX2-127" fmla="*/ 1881352 w 3731172"/>
                        <a:gd name="connsiteY2-128" fmla="*/ 599089 h 1418896"/>
                        <a:gd name="connsiteX3-129" fmla="*/ 3363310 w 3731172"/>
                        <a:gd name="connsiteY3-130" fmla="*/ 0 h 1418896"/>
                        <a:gd name="connsiteX4-131" fmla="*/ 3584027 w 3731172"/>
                        <a:gd name="connsiteY4-132" fmla="*/ 73572 h 1418896"/>
                        <a:gd name="connsiteX5-133" fmla="*/ 2627586 w 3731172"/>
                        <a:gd name="connsiteY5-134" fmla="*/ 441434 h 1418896"/>
                        <a:gd name="connsiteX6-135" fmla="*/ 2596055 w 3731172"/>
                        <a:gd name="connsiteY6-136" fmla="*/ 914400 h 1418896"/>
                        <a:gd name="connsiteX7-137" fmla="*/ 3731172 w 3731172"/>
                        <a:gd name="connsiteY7-138" fmla="*/ 1345324 h 1418896"/>
                        <a:gd name="connsiteX8-139" fmla="*/ 3447393 w 3731172"/>
                        <a:gd name="connsiteY8-140" fmla="*/ 1408386 h 1418896"/>
                        <a:gd name="connsiteX9-141" fmla="*/ 1870841 w 3731172"/>
                        <a:gd name="connsiteY9-142" fmla="*/ 746234 h 1418896"/>
                        <a:gd name="connsiteX10-143" fmla="*/ 262758 w 3731172"/>
                        <a:gd name="connsiteY10-144" fmla="*/ 1418896 h 1418896"/>
                        <a:gd name="connsiteX11-145" fmla="*/ 0 w 3731172"/>
                        <a:gd name="connsiteY11-146" fmla="*/ 1324303 h 1418896"/>
                        <a:gd name="connsiteX12-147" fmla="*/ 1145627 w 3731172"/>
                        <a:gd name="connsiteY12-148" fmla="*/ 882869 h 1418896"/>
                        <a:gd name="connsiteX13-149" fmla="*/ 1114096 w 3731172"/>
                        <a:gd name="connsiteY13-150" fmla="*/ 420413 h 1418896"/>
                        <a:gd name="connsiteX14-151" fmla="*/ 147144 w 3731172"/>
                        <a:gd name="connsiteY14-152" fmla="*/ 63061 h 1418896"/>
                        <a:gd name="connsiteX0-153" fmla="*/ 168165 w 3731172"/>
                        <a:gd name="connsiteY0-154" fmla="*/ 73572 h 1418896"/>
                        <a:gd name="connsiteX1-155" fmla="*/ 451945 w 3731172"/>
                        <a:gd name="connsiteY1-156" fmla="*/ 0 h 1418896"/>
                        <a:gd name="connsiteX2-157" fmla="*/ 1881352 w 3731172"/>
                        <a:gd name="connsiteY2-158" fmla="*/ 599089 h 1418896"/>
                        <a:gd name="connsiteX3-159" fmla="*/ 3363310 w 3731172"/>
                        <a:gd name="connsiteY3-160" fmla="*/ 0 h 1418896"/>
                        <a:gd name="connsiteX4-161" fmla="*/ 3584027 w 3731172"/>
                        <a:gd name="connsiteY4-162" fmla="*/ 73572 h 1418896"/>
                        <a:gd name="connsiteX5-163" fmla="*/ 2627586 w 3731172"/>
                        <a:gd name="connsiteY5-164" fmla="*/ 441434 h 1418896"/>
                        <a:gd name="connsiteX6-165" fmla="*/ 2596055 w 3731172"/>
                        <a:gd name="connsiteY6-166" fmla="*/ 914400 h 1418896"/>
                        <a:gd name="connsiteX7-167" fmla="*/ 3731172 w 3731172"/>
                        <a:gd name="connsiteY7-168" fmla="*/ 1345324 h 1418896"/>
                        <a:gd name="connsiteX8-169" fmla="*/ 3447393 w 3731172"/>
                        <a:gd name="connsiteY8-170" fmla="*/ 1408386 h 1418896"/>
                        <a:gd name="connsiteX9-171" fmla="*/ 1870841 w 3731172"/>
                        <a:gd name="connsiteY9-172" fmla="*/ 746234 h 1418896"/>
                        <a:gd name="connsiteX10-173" fmla="*/ 262758 w 3731172"/>
                        <a:gd name="connsiteY10-174" fmla="*/ 1418896 h 1418896"/>
                        <a:gd name="connsiteX11-175" fmla="*/ 0 w 3731172"/>
                        <a:gd name="connsiteY11-176" fmla="*/ 1324303 h 1418896"/>
                        <a:gd name="connsiteX12-177" fmla="*/ 1145627 w 3731172"/>
                        <a:gd name="connsiteY12-178" fmla="*/ 882869 h 1418896"/>
                        <a:gd name="connsiteX13-179" fmla="*/ 1114096 w 3731172"/>
                        <a:gd name="connsiteY13-180" fmla="*/ 420413 h 1418896"/>
                        <a:gd name="connsiteX14-181" fmla="*/ 189185 w 3731172"/>
                        <a:gd name="connsiteY14-182" fmla="*/ 84081 h 1418896"/>
                        <a:gd name="connsiteX0-183" fmla="*/ 168165 w 3731172"/>
                        <a:gd name="connsiteY0-184" fmla="*/ 73572 h 1418896"/>
                        <a:gd name="connsiteX1-185" fmla="*/ 451945 w 3731172"/>
                        <a:gd name="connsiteY1-186" fmla="*/ 0 h 1418896"/>
                        <a:gd name="connsiteX2-187" fmla="*/ 1881352 w 3731172"/>
                        <a:gd name="connsiteY2-188" fmla="*/ 599089 h 1418896"/>
                        <a:gd name="connsiteX3-189" fmla="*/ 3363310 w 3731172"/>
                        <a:gd name="connsiteY3-190" fmla="*/ 0 h 1418896"/>
                        <a:gd name="connsiteX4-191" fmla="*/ 3584027 w 3731172"/>
                        <a:gd name="connsiteY4-192" fmla="*/ 73572 h 1418896"/>
                        <a:gd name="connsiteX5-193" fmla="*/ 2627586 w 3731172"/>
                        <a:gd name="connsiteY5-194" fmla="*/ 441434 h 1418896"/>
                        <a:gd name="connsiteX6-195" fmla="*/ 2596055 w 3731172"/>
                        <a:gd name="connsiteY6-196" fmla="*/ 914400 h 1418896"/>
                        <a:gd name="connsiteX7-197" fmla="*/ 3731172 w 3731172"/>
                        <a:gd name="connsiteY7-198" fmla="*/ 1345324 h 1418896"/>
                        <a:gd name="connsiteX8-199" fmla="*/ 3447393 w 3731172"/>
                        <a:gd name="connsiteY8-200" fmla="*/ 1408386 h 1418896"/>
                        <a:gd name="connsiteX9-201" fmla="*/ 1870841 w 3731172"/>
                        <a:gd name="connsiteY9-202" fmla="*/ 746234 h 1418896"/>
                        <a:gd name="connsiteX10-203" fmla="*/ 262758 w 3731172"/>
                        <a:gd name="connsiteY10-204" fmla="*/ 1418896 h 1418896"/>
                        <a:gd name="connsiteX11-205" fmla="*/ 0 w 3731172"/>
                        <a:gd name="connsiteY11-206" fmla="*/ 1324303 h 1418896"/>
                        <a:gd name="connsiteX12-207" fmla="*/ 1145627 w 3731172"/>
                        <a:gd name="connsiteY12-208" fmla="*/ 882869 h 1418896"/>
                        <a:gd name="connsiteX13-209" fmla="*/ 1114096 w 3731172"/>
                        <a:gd name="connsiteY13-210" fmla="*/ 420413 h 1418896"/>
                        <a:gd name="connsiteX14-211" fmla="*/ 189185 w 3731172"/>
                        <a:gd name="connsiteY14-212" fmla="*/ 84081 h 1418896"/>
                        <a:gd name="connsiteX15-213" fmla="*/ 168165 w 3731172"/>
                        <a:gd name="connsiteY15-214" fmla="*/ 73572 h 1418896"/>
                        <a:gd name="connsiteX0-215" fmla="*/ 168165 w 3731172"/>
                        <a:gd name="connsiteY0-216" fmla="*/ 73572 h 1418896"/>
                        <a:gd name="connsiteX1-217" fmla="*/ 451945 w 3731172"/>
                        <a:gd name="connsiteY1-218" fmla="*/ 0 h 1418896"/>
                        <a:gd name="connsiteX2-219" fmla="*/ 1881352 w 3731172"/>
                        <a:gd name="connsiteY2-220" fmla="*/ 599089 h 1418896"/>
                        <a:gd name="connsiteX3-221" fmla="*/ 3363310 w 3731172"/>
                        <a:gd name="connsiteY3-222" fmla="*/ 0 h 1418896"/>
                        <a:gd name="connsiteX4-223" fmla="*/ 3584027 w 3731172"/>
                        <a:gd name="connsiteY4-224" fmla="*/ 73572 h 1418896"/>
                        <a:gd name="connsiteX5-225" fmla="*/ 2627586 w 3731172"/>
                        <a:gd name="connsiteY5-226" fmla="*/ 441434 h 1418896"/>
                        <a:gd name="connsiteX6-227" fmla="*/ 2596055 w 3731172"/>
                        <a:gd name="connsiteY6-228" fmla="*/ 914400 h 1418896"/>
                        <a:gd name="connsiteX7-229" fmla="*/ 3731172 w 3731172"/>
                        <a:gd name="connsiteY7-230" fmla="*/ 1345324 h 1418896"/>
                        <a:gd name="connsiteX8-231" fmla="*/ 3447393 w 3731172"/>
                        <a:gd name="connsiteY8-232" fmla="*/ 1408386 h 1418896"/>
                        <a:gd name="connsiteX9-233" fmla="*/ 1870841 w 3731172"/>
                        <a:gd name="connsiteY9-234" fmla="*/ 746234 h 1418896"/>
                        <a:gd name="connsiteX10-235" fmla="*/ 262758 w 3731172"/>
                        <a:gd name="connsiteY10-236" fmla="*/ 1418896 h 1418896"/>
                        <a:gd name="connsiteX11-237" fmla="*/ 0 w 3731172"/>
                        <a:gd name="connsiteY11-238" fmla="*/ 1324303 h 1418896"/>
                        <a:gd name="connsiteX12-239" fmla="*/ 1145627 w 3731172"/>
                        <a:gd name="connsiteY12-240" fmla="*/ 882869 h 1418896"/>
                        <a:gd name="connsiteX13-241" fmla="*/ 1156137 w 3731172"/>
                        <a:gd name="connsiteY13-242" fmla="*/ 441434 h 1418896"/>
                        <a:gd name="connsiteX14-243" fmla="*/ 189185 w 3731172"/>
                        <a:gd name="connsiteY14-244" fmla="*/ 84081 h 1418896"/>
                        <a:gd name="connsiteX15-245" fmla="*/ 168165 w 3731172"/>
                        <a:gd name="connsiteY15-246" fmla="*/ 73572 h 1418896"/>
                        <a:gd name="connsiteX0-247" fmla="*/ 168165 w 3731172"/>
                        <a:gd name="connsiteY0-248" fmla="*/ 73572 h 1418896"/>
                        <a:gd name="connsiteX1-249" fmla="*/ 451945 w 3731172"/>
                        <a:gd name="connsiteY1-250" fmla="*/ 0 h 1418896"/>
                        <a:gd name="connsiteX2-251" fmla="*/ 1881352 w 3731172"/>
                        <a:gd name="connsiteY2-252" fmla="*/ 599089 h 1418896"/>
                        <a:gd name="connsiteX3-253" fmla="*/ 3363310 w 3731172"/>
                        <a:gd name="connsiteY3-254" fmla="*/ 0 h 1418896"/>
                        <a:gd name="connsiteX4-255" fmla="*/ 3584027 w 3731172"/>
                        <a:gd name="connsiteY4-256" fmla="*/ 73572 h 1418896"/>
                        <a:gd name="connsiteX5-257" fmla="*/ 2627586 w 3731172"/>
                        <a:gd name="connsiteY5-258" fmla="*/ 441434 h 1418896"/>
                        <a:gd name="connsiteX6-259" fmla="*/ 2596055 w 3731172"/>
                        <a:gd name="connsiteY6-260" fmla="*/ 914400 h 1418896"/>
                        <a:gd name="connsiteX7-261" fmla="*/ 3731172 w 3731172"/>
                        <a:gd name="connsiteY7-262" fmla="*/ 1345324 h 1418896"/>
                        <a:gd name="connsiteX8-263" fmla="*/ 3447393 w 3731172"/>
                        <a:gd name="connsiteY8-264" fmla="*/ 1408386 h 1418896"/>
                        <a:gd name="connsiteX9-265" fmla="*/ 1870841 w 3731172"/>
                        <a:gd name="connsiteY9-266" fmla="*/ 746234 h 1418896"/>
                        <a:gd name="connsiteX10-267" fmla="*/ 262758 w 3731172"/>
                        <a:gd name="connsiteY10-268" fmla="*/ 1418896 h 1418896"/>
                        <a:gd name="connsiteX11-269" fmla="*/ 0 w 3731172"/>
                        <a:gd name="connsiteY11-270" fmla="*/ 1324303 h 1418896"/>
                        <a:gd name="connsiteX12-271" fmla="*/ 1145627 w 3731172"/>
                        <a:gd name="connsiteY12-272" fmla="*/ 882869 h 1418896"/>
                        <a:gd name="connsiteX13-273" fmla="*/ 1145626 w 3731172"/>
                        <a:gd name="connsiteY13-274" fmla="*/ 451945 h 1418896"/>
                        <a:gd name="connsiteX14-275" fmla="*/ 189185 w 3731172"/>
                        <a:gd name="connsiteY14-276" fmla="*/ 84081 h 1418896"/>
                        <a:gd name="connsiteX15-277" fmla="*/ 168165 w 3731172"/>
                        <a:gd name="connsiteY15-278" fmla="*/ 73572 h 1418896"/>
                        <a:gd name="connsiteX0-279" fmla="*/ 168165 w 3731172"/>
                        <a:gd name="connsiteY0-280" fmla="*/ 73572 h 1418896"/>
                        <a:gd name="connsiteX1-281" fmla="*/ 451945 w 3731172"/>
                        <a:gd name="connsiteY1-282" fmla="*/ 0 h 1418896"/>
                        <a:gd name="connsiteX2-283" fmla="*/ 1881352 w 3731172"/>
                        <a:gd name="connsiteY2-284" fmla="*/ 599089 h 1418896"/>
                        <a:gd name="connsiteX3-285" fmla="*/ 3363310 w 3731172"/>
                        <a:gd name="connsiteY3-286" fmla="*/ 0 h 1418896"/>
                        <a:gd name="connsiteX4-287" fmla="*/ 3584027 w 3731172"/>
                        <a:gd name="connsiteY4-288" fmla="*/ 73572 h 1418896"/>
                        <a:gd name="connsiteX5-289" fmla="*/ 2627586 w 3731172"/>
                        <a:gd name="connsiteY5-290" fmla="*/ 441434 h 1418896"/>
                        <a:gd name="connsiteX6-291" fmla="*/ 2596055 w 3731172"/>
                        <a:gd name="connsiteY6-292" fmla="*/ 914400 h 1418896"/>
                        <a:gd name="connsiteX7-293" fmla="*/ 3731172 w 3731172"/>
                        <a:gd name="connsiteY7-294" fmla="*/ 1345324 h 1418896"/>
                        <a:gd name="connsiteX8-295" fmla="*/ 3447393 w 3731172"/>
                        <a:gd name="connsiteY8-296" fmla="*/ 1408386 h 1418896"/>
                        <a:gd name="connsiteX9-297" fmla="*/ 1870841 w 3731172"/>
                        <a:gd name="connsiteY9-298" fmla="*/ 746234 h 1418896"/>
                        <a:gd name="connsiteX10-299" fmla="*/ 262758 w 3731172"/>
                        <a:gd name="connsiteY10-300" fmla="*/ 1418896 h 1418896"/>
                        <a:gd name="connsiteX11-301" fmla="*/ 0 w 3731172"/>
                        <a:gd name="connsiteY11-302" fmla="*/ 1324303 h 1418896"/>
                        <a:gd name="connsiteX12-303" fmla="*/ 1145627 w 3731172"/>
                        <a:gd name="connsiteY12-304" fmla="*/ 903890 h 1418896"/>
                        <a:gd name="connsiteX13-305" fmla="*/ 1145626 w 3731172"/>
                        <a:gd name="connsiteY13-306" fmla="*/ 451945 h 1418896"/>
                        <a:gd name="connsiteX14-307" fmla="*/ 189185 w 3731172"/>
                        <a:gd name="connsiteY14-308" fmla="*/ 84081 h 1418896"/>
                        <a:gd name="connsiteX15-309" fmla="*/ 168165 w 3731172"/>
                        <a:gd name="connsiteY15-310" fmla="*/ 73572 h 1418896"/>
                        <a:gd name="connsiteX0-311" fmla="*/ 147144 w 3710151"/>
                        <a:gd name="connsiteY0-312" fmla="*/ 73572 h 1418896"/>
                        <a:gd name="connsiteX1-313" fmla="*/ 430924 w 3710151"/>
                        <a:gd name="connsiteY1-314" fmla="*/ 0 h 1418896"/>
                        <a:gd name="connsiteX2-315" fmla="*/ 1860331 w 3710151"/>
                        <a:gd name="connsiteY2-316" fmla="*/ 599089 h 1418896"/>
                        <a:gd name="connsiteX3-317" fmla="*/ 3342289 w 3710151"/>
                        <a:gd name="connsiteY3-318" fmla="*/ 0 h 1418896"/>
                        <a:gd name="connsiteX4-319" fmla="*/ 3563006 w 3710151"/>
                        <a:gd name="connsiteY4-320" fmla="*/ 73572 h 1418896"/>
                        <a:gd name="connsiteX5-321" fmla="*/ 2606565 w 3710151"/>
                        <a:gd name="connsiteY5-322" fmla="*/ 441434 h 1418896"/>
                        <a:gd name="connsiteX6-323" fmla="*/ 2575034 w 3710151"/>
                        <a:gd name="connsiteY6-324" fmla="*/ 914400 h 1418896"/>
                        <a:gd name="connsiteX7-325" fmla="*/ 3710151 w 3710151"/>
                        <a:gd name="connsiteY7-326" fmla="*/ 1345324 h 1418896"/>
                        <a:gd name="connsiteX8-327" fmla="*/ 3426372 w 3710151"/>
                        <a:gd name="connsiteY8-328" fmla="*/ 1408386 h 1418896"/>
                        <a:gd name="connsiteX9-329" fmla="*/ 1849820 w 3710151"/>
                        <a:gd name="connsiteY9-330" fmla="*/ 746234 h 1418896"/>
                        <a:gd name="connsiteX10-331" fmla="*/ 241737 w 3710151"/>
                        <a:gd name="connsiteY10-332" fmla="*/ 1418896 h 1418896"/>
                        <a:gd name="connsiteX11-333" fmla="*/ 0 w 3710151"/>
                        <a:gd name="connsiteY11-334" fmla="*/ 1334814 h 1418896"/>
                        <a:gd name="connsiteX12-335" fmla="*/ 1124606 w 3710151"/>
                        <a:gd name="connsiteY12-336" fmla="*/ 903890 h 1418896"/>
                        <a:gd name="connsiteX13-337" fmla="*/ 1124605 w 3710151"/>
                        <a:gd name="connsiteY13-338" fmla="*/ 451945 h 1418896"/>
                        <a:gd name="connsiteX14-339" fmla="*/ 168164 w 3710151"/>
                        <a:gd name="connsiteY14-340" fmla="*/ 84081 h 1418896"/>
                        <a:gd name="connsiteX15-341" fmla="*/ 147144 w 3710151"/>
                        <a:gd name="connsiteY15-342" fmla="*/ 73572 h 1418896"/>
                        <a:gd name="connsiteX0-343" fmla="*/ 147144 w 3710151"/>
                        <a:gd name="connsiteY0-344" fmla="*/ 73572 h 1418896"/>
                        <a:gd name="connsiteX1-345" fmla="*/ 430924 w 3710151"/>
                        <a:gd name="connsiteY1-346" fmla="*/ 0 h 1418896"/>
                        <a:gd name="connsiteX2-347" fmla="*/ 1860331 w 3710151"/>
                        <a:gd name="connsiteY2-348" fmla="*/ 599089 h 1418896"/>
                        <a:gd name="connsiteX3-349" fmla="*/ 3342289 w 3710151"/>
                        <a:gd name="connsiteY3-350" fmla="*/ 0 h 1418896"/>
                        <a:gd name="connsiteX4-351" fmla="*/ 3563006 w 3710151"/>
                        <a:gd name="connsiteY4-352" fmla="*/ 73572 h 1418896"/>
                        <a:gd name="connsiteX5-353" fmla="*/ 2606565 w 3710151"/>
                        <a:gd name="connsiteY5-354" fmla="*/ 441434 h 1418896"/>
                        <a:gd name="connsiteX6-355" fmla="*/ 2606565 w 3710151"/>
                        <a:gd name="connsiteY6-356" fmla="*/ 924910 h 1418896"/>
                        <a:gd name="connsiteX7-357" fmla="*/ 3710151 w 3710151"/>
                        <a:gd name="connsiteY7-358" fmla="*/ 1345324 h 1418896"/>
                        <a:gd name="connsiteX8-359" fmla="*/ 3426372 w 3710151"/>
                        <a:gd name="connsiteY8-360" fmla="*/ 1408386 h 1418896"/>
                        <a:gd name="connsiteX9-361" fmla="*/ 1849820 w 3710151"/>
                        <a:gd name="connsiteY9-362" fmla="*/ 746234 h 1418896"/>
                        <a:gd name="connsiteX10-363" fmla="*/ 241737 w 3710151"/>
                        <a:gd name="connsiteY10-364" fmla="*/ 1418896 h 1418896"/>
                        <a:gd name="connsiteX11-365" fmla="*/ 0 w 3710151"/>
                        <a:gd name="connsiteY11-366" fmla="*/ 1334814 h 1418896"/>
                        <a:gd name="connsiteX12-367" fmla="*/ 1124606 w 3710151"/>
                        <a:gd name="connsiteY12-368" fmla="*/ 903890 h 1418896"/>
                        <a:gd name="connsiteX13-369" fmla="*/ 1124605 w 3710151"/>
                        <a:gd name="connsiteY13-370" fmla="*/ 451945 h 1418896"/>
                        <a:gd name="connsiteX14-371" fmla="*/ 168164 w 3710151"/>
                        <a:gd name="connsiteY14-372" fmla="*/ 84081 h 1418896"/>
                        <a:gd name="connsiteX15-373" fmla="*/ 147144 w 3710151"/>
                        <a:gd name="connsiteY15-374" fmla="*/ 73572 h 1418896"/>
                        <a:gd name="connsiteX0-375" fmla="*/ 147144 w 3710151"/>
                        <a:gd name="connsiteY0-376" fmla="*/ 73572 h 1418896"/>
                        <a:gd name="connsiteX1-377" fmla="*/ 430924 w 3710151"/>
                        <a:gd name="connsiteY1-378" fmla="*/ 0 h 1418896"/>
                        <a:gd name="connsiteX2-379" fmla="*/ 1860331 w 3710151"/>
                        <a:gd name="connsiteY2-380" fmla="*/ 599089 h 1418896"/>
                        <a:gd name="connsiteX3-381" fmla="*/ 3342289 w 3710151"/>
                        <a:gd name="connsiteY3-382" fmla="*/ 0 h 1418896"/>
                        <a:gd name="connsiteX4-383" fmla="*/ 3563006 w 3710151"/>
                        <a:gd name="connsiteY4-384" fmla="*/ 73572 h 1418896"/>
                        <a:gd name="connsiteX5-385" fmla="*/ 2606565 w 3710151"/>
                        <a:gd name="connsiteY5-386" fmla="*/ 441434 h 1418896"/>
                        <a:gd name="connsiteX6-387" fmla="*/ 2610282 w 3710151"/>
                        <a:gd name="connsiteY6-388" fmla="*/ 902607 h 1418896"/>
                        <a:gd name="connsiteX7-389" fmla="*/ 3710151 w 3710151"/>
                        <a:gd name="connsiteY7-390" fmla="*/ 1345324 h 1418896"/>
                        <a:gd name="connsiteX8-391" fmla="*/ 3426372 w 3710151"/>
                        <a:gd name="connsiteY8-392" fmla="*/ 1408386 h 1418896"/>
                        <a:gd name="connsiteX9-393" fmla="*/ 1849820 w 3710151"/>
                        <a:gd name="connsiteY9-394" fmla="*/ 746234 h 1418896"/>
                        <a:gd name="connsiteX10-395" fmla="*/ 241737 w 3710151"/>
                        <a:gd name="connsiteY10-396" fmla="*/ 1418896 h 1418896"/>
                        <a:gd name="connsiteX11-397" fmla="*/ 0 w 3710151"/>
                        <a:gd name="connsiteY11-398" fmla="*/ 1334814 h 1418896"/>
                        <a:gd name="connsiteX12-399" fmla="*/ 1124606 w 3710151"/>
                        <a:gd name="connsiteY12-400" fmla="*/ 903890 h 1418896"/>
                        <a:gd name="connsiteX13-401" fmla="*/ 1124605 w 3710151"/>
                        <a:gd name="connsiteY13-402" fmla="*/ 451945 h 1418896"/>
                        <a:gd name="connsiteX14-403" fmla="*/ 168164 w 3710151"/>
                        <a:gd name="connsiteY14-404" fmla="*/ 84081 h 1418896"/>
                        <a:gd name="connsiteX15-405" fmla="*/ 147144 w 3710151"/>
                        <a:gd name="connsiteY15-406" fmla="*/ 73572 h 1418896"/>
                        <a:gd name="connsiteX0-407" fmla="*/ 147144 w 3710151"/>
                        <a:gd name="connsiteY0-408" fmla="*/ 73572 h 1418896"/>
                        <a:gd name="connsiteX1-409" fmla="*/ 430924 w 3710151"/>
                        <a:gd name="connsiteY1-410" fmla="*/ 0 h 1418896"/>
                        <a:gd name="connsiteX2-411" fmla="*/ 1860331 w 3710151"/>
                        <a:gd name="connsiteY2-412" fmla="*/ 599089 h 1418896"/>
                        <a:gd name="connsiteX3-413" fmla="*/ 3342289 w 3710151"/>
                        <a:gd name="connsiteY3-414" fmla="*/ 0 h 1418896"/>
                        <a:gd name="connsiteX4-415" fmla="*/ 3563006 w 3710151"/>
                        <a:gd name="connsiteY4-416" fmla="*/ 73572 h 1418896"/>
                        <a:gd name="connsiteX5-417" fmla="*/ 2617717 w 3710151"/>
                        <a:gd name="connsiteY5-418" fmla="*/ 445151 h 1418896"/>
                        <a:gd name="connsiteX6-419" fmla="*/ 2610282 w 3710151"/>
                        <a:gd name="connsiteY6-420" fmla="*/ 902607 h 1418896"/>
                        <a:gd name="connsiteX7-421" fmla="*/ 3710151 w 3710151"/>
                        <a:gd name="connsiteY7-422" fmla="*/ 1345324 h 1418896"/>
                        <a:gd name="connsiteX8-423" fmla="*/ 3426372 w 3710151"/>
                        <a:gd name="connsiteY8-424" fmla="*/ 1408386 h 1418896"/>
                        <a:gd name="connsiteX9-425" fmla="*/ 1849820 w 3710151"/>
                        <a:gd name="connsiteY9-426" fmla="*/ 746234 h 1418896"/>
                        <a:gd name="connsiteX10-427" fmla="*/ 241737 w 3710151"/>
                        <a:gd name="connsiteY10-428" fmla="*/ 1418896 h 1418896"/>
                        <a:gd name="connsiteX11-429" fmla="*/ 0 w 3710151"/>
                        <a:gd name="connsiteY11-430" fmla="*/ 1334814 h 1418896"/>
                        <a:gd name="connsiteX12-431" fmla="*/ 1124606 w 3710151"/>
                        <a:gd name="connsiteY12-432" fmla="*/ 903890 h 1418896"/>
                        <a:gd name="connsiteX13-433" fmla="*/ 1124605 w 3710151"/>
                        <a:gd name="connsiteY13-434" fmla="*/ 451945 h 1418896"/>
                        <a:gd name="connsiteX14-435" fmla="*/ 168164 w 3710151"/>
                        <a:gd name="connsiteY14-436" fmla="*/ 84081 h 1418896"/>
                        <a:gd name="connsiteX15-437" fmla="*/ 147144 w 3710151"/>
                        <a:gd name="connsiteY15-438" fmla="*/ 73572 h 1418896"/>
                        <a:gd name="connsiteX0-439" fmla="*/ 147144 w 3710151"/>
                        <a:gd name="connsiteY0-440" fmla="*/ 73572 h 1418896"/>
                        <a:gd name="connsiteX1-441" fmla="*/ 430924 w 3710151"/>
                        <a:gd name="connsiteY1-442" fmla="*/ 0 h 1418896"/>
                        <a:gd name="connsiteX2-443" fmla="*/ 1860331 w 3710151"/>
                        <a:gd name="connsiteY2-444" fmla="*/ 599089 h 1418896"/>
                        <a:gd name="connsiteX3-445" fmla="*/ 3342289 w 3710151"/>
                        <a:gd name="connsiteY3-446" fmla="*/ 0 h 1418896"/>
                        <a:gd name="connsiteX4-447" fmla="*/ 3563006 w 3710151"/>
                        <a:gd name="connsiteY4-448" fmla="*/ 73572 h 1418896"/>
                        <a:gd name="connsiteX5-449" fmla="*/ 2617717 w 3710151"/>
                        <a:gd name="connsiteY5-450" fmla="*/ 448868 h 1418896"/>
                        <a:gd name="connsiteX6-451" fmla="*/ 2610282 w 3710151"/>
                        <a:gd name="connsiteY6-452" fmla="*/ 902607 h 1418896"/>
                        <a:gd name="connsiteX7-453" fmla="*/ 3710151 w 3710151"/>
                        <a:gd name="connsiteY7-454" fmla="*/ 1345324 h 1418896"/>
                        <a:gd name="connsiteX8-455" fmla="*/ 3426372 w 3710151"/>
                        <a:gd name="connsiteY8-456" fmla="*/ 1408386 h 1418896"/>
                        <a:gd name="connsiteX9-457" fmla="*/ 1849820 w 3710151"/>
                        <a:gd name="connsiteY9-458" fmla="*/ 746234 h 1418896"/>
                        <a:gd name="connsiteX10-459" fmla="*/ 241737 w 3710151"/>
                        <a:gd name="connsiteY10-460" fmla="*/ 1418896 h 1418896"/>
                        <a:gd name="connsiteX11-461" fmla="*/ 0 w 3710151"/>
                        <a:gd name="connsiteY11-462" fmla="*/ 1334814 h 1418896"/>
                        <a:gd name="connsiteX12-463" fmla="*/ 1124606 w 3710151"/>
                        <a:gd name="connsiteY12-464" fmla="*/ 903890 h 1418896"/>
                        <a:gd name="connsiteX13-465" fmla="*/ 1124605 w 3710151"/>
                        <a:gd name="connsiteY13-466" fmla="*/ 451945 h 1418896"/>
                        <a:gd name="connsiteX14-467" fmla="*/ 168164 w 3710151"/>
                        <a:gd name="connsiteY14-468" fmla="*/ 84081 h 1418896"/>
                        <a:gd name="connsiteX15-469" fmla="*/ 147144 w 3710151"/>
                        <a:gd name="connsiteY15-470" fmla="*/ 73572 h 1418896"/>
                        <a:gd name="connsiteX0-471" fmla="*/ 147144 w 3710151"/>
                        <a:gd name="connsiteY0-472" fmla="*/ 73572 h 1418896"/>
                        <a:gd name="connsiteX1-473" fmla="*/ 430924 w 3710151"/>
                        <a:gd name="connsiteY1-474" fmla="*/ 0 h 1418896"/>
                        <a:gd name="connsiteX2-475" fmla="*/ 1838028 w 3710151"/>
                        <a:gd name="connsiteY2-476" fmla="*/ 591655 h 1418896"/>
                        <a:gd name="connsiteX3-477" fmla="*/ 3342289 w 3710151"/>
                        <a:gd name="connsiteY3-478" fmla="*/ 0 h 1418896"/>
                        <a:gd name="connsiteX4-479" fmla="*/ 3563006 w 3710151"/>
                        <a:gd name="connsiteY4-480" fmla="*/ 73572 h 1418896"/>
                        <a:gd name="connsiteX5-481" fmla="*/ 2617717 w 3710151"/>
                        <a:gd name="connsiteY5-482" fmla="*/ 448868 h 1418896"/>
                        <a:gd name="connsiteX6-483" fmla="*/ 2610282 w 3710151"/>
                        <a:gd name="connsiteY6-484" fmla="*/ 902607 h 1418896"/>
                        <a:gd name="connsiteX7-485" fmla="*/ 3710151 w 3710151"/>
                        <a:gd name="connsiteY7-486" fmla="*/ 1345324 h 1418896"/>
                        <a:gd name="connsiteX8-487" fmla="*/ 3426372 w 3710151"/>
                        <a:gd name="connsiteY8-488" fmla="*/ 1408386 h 1418896"/>
                        <a:gd name="connsiteX9-489" fmla="*/ 1849820 w 3710151"/>
                        <a:gd name="connsiteY9-490" fmla="*/ 746234 h 1418896"/>
                        <a:gd name="connsiteX10-491" fmla="*/ 241737 w 3710151"/>
                        <a:gd name="connsiteY10-492" fmla="*/ 1418896 h 1418896"/>
                        <a:gd name="connsiteX11-493" fmla="*/ 0 w 3710151"/>
                        <a:gd name="connsiteY11-494" fmla="*/ 1334814 h 1418896"/>
                        <a:gd name="connsiteX12-495" fmla="*/ 1124606 w 3710151"/>
                        <a:gd name="connsiteY12-496" fmla="*/ 903890 h 1418896"/>
                        <a:gd name="connsiteX13-497" fmla="*/ 1124605 w 3710151"/>
                        <a:gd name="connsiteY13-498" fmla="*/ 451945 h 1418896"/>
                        <a:gd name="connsiteX14-499" fmla="*/ 168164 w 3710151"/>
                        <a:gd name="connsiteY14-500" fmla="*/ 84081 h 1418896"/>
                        <a:gd name="connsiteX15-501" fmla="*/ 147144 w 3710151"/>
                        <a:gd name="connsiteY15-502" fmla="*/ 73572 h 1418896"/>
                        <a:gd name="connsiteX0-503" fmla="*/ 147144 w 3710151"/>
                        <a:gd name="connsiteY0-504" fmla="*/ 73572 h 1418896"/>
                        <a:gd name="connsiteX1-505" fmla="*/ 430924 w 3710151"/>
                        <a:gd name="connsiteY1-506" fmla="*/ 0 h 1418896"/>
                        <a:gd name="connsiteX2-507" fmla="*/ 1838028 w 3710151"/>
                        <a:gd name="connsiteY2-508" fmla="*/ 591655 h 1418896"/>
                        <a:gd name="connsiteX3-509" fmla="*/ 3342289 w 3710151"/>
                        <a:gd name="connsiteY3-510" fmla="*/ 0 h 1418896"/>
                        <a:gd name="connsiteX4-511" fmla="*/ 3563006 w 3710151"/>
                        <a:gd name="connsiteY4-512" fmla="*/ 73572 h 1418896"/>
                        <a:gd name="connsiteX5-513" fmla="*/ 2617717 w 3710151"/>
                        <a:gd name="connsiteY5-514" fmla="*/ 448868 h 1418896"/>
                        <a:gd name="connsiteX6-515" fmla="*/ 2610282 w 3710151"/>
                        <a:gd name="connsiteY6-516" fmla="*/ 902607 h 1418896"/>
                        <a:gd name="connsiteX7-517" fmla="*/ 3710151 w 3710151"/>
                        <a:gd name="connsiteY7-518" fmla="*/ 1345324 h 1418896"/>
                        <a:gd name="connsiteX8-519" fmla="*/ 3426372 w 3710151"/>
                        <a:gd name="connsiteY8-520" fmla="*/ 1408386 h 1418896"/>
                        <a:gd name="connsiteX9-521" fmla="*/ 1849820 w 3710151"/>
                        <a:gd name="connsiteY9-522" fmla="*/ 746234 h 1418896"/>
                        <a:gd name="connsiteX10-523" fmla="*/ 241737 w 3710151"/>
                        <a:gd name="connsiteY10-524" fmla="*/ 1418896 h 1418896"/>
                        <a:gd name="connsiteX11-525" fmla="*/ 0 w 3710151"/>
                        <a:gd name="connsiteY11-526" fmla="*/ 1334814 h 1418896"/>
                        <a:gd name="connsiteX12-527" fmla="*/ 1124606 w 3710151"/>
                        <a:gd name="connsiteY12-528" fmla="*/ 903890 h 1418896"/>
                        <a:gd name="connsiteX13-529" fmla="*/ 1087434 w 3710151"/>
                        <a:gd name="connsiteY13-530" fmla="*/ 451945 h 1418896"/>
                        <a:gd name="connsiteX14-531" fmla="*/ 168164 w 3710151"/>
                        <a:gd name="connsiteY14-532" fmla="*/ 84081 h 1418896"/>
                        <a:gd name="connsiteX15-533" fmla="*/ 147144 w 3710151"/>
                        <a:gd name="connsiteY15-534" fmla="*/ 73572 h 1418896"/>
                        <a:gd name="connsiteX0-535" fmla="*/ 147144 w 3710151"/>
                        <a:gd name="connsiteY0-536" fmla="*/ 73572 h 1418896"/>
                        <a:gd name="connsiteX1-537" fmla="*/ 430924 w 3710151"/>
                        <a:gd name="connsiteY1-538" fmla="*/ 0 h 1418896"/>
                        <a:gd name="connsiteX2-539" fmla="*/ 1838028 w 3710151"/>
                        <a:gd name="connsiteY2-540" fmla="*/ 591655 h 1418896"/>
                        <a:gd name="connsiteX3-541" fmla="*/ 3342289 w 3710151"/>
                        <a:gd name="connsiteY3-542" fmla="*/ 0 h 1418896"/>
                        <a:gd name="connsiteX4-543" fmla="*/ 3563006 w 3710151"/>
                        <a:gd name="connsiteY4-544" fmla="*/ 73572 h 1418896"/>
                        <a:gd name="connsiteX5-545" fmla="*/ 2617717 w 3710151"/>
                        <a:gd name="connsiteY5-546" fmla="*/ 448868 h 1418896"/>
                        <a:gd name="connsiteX6-547" fmla="*/ 2610282 w 3710151"/>
                        <a:gd name="connsiteY6-548" fmla="*/ 902607 h 1418896"/>
                        <a:gd name="connsiteX7-549" fmla="*/ 3710151 w 3710151"/>
                        <a:gd name="connsiteY7-550" fmla="*/ 1345324 h 1418896"/>
                        <a:gd name="connsiteX8-551" fmla="*/ 3426372 w 3710151"/>
                        <a:gd name="connsiteY8-552" fmla="*/ 1408386 h 1418896"/>
                        <a:gd name="connsiteX9-553" fmla="*/ 1849820 w 3710151"/>
                        <a:gd name="connsiteY9-554" fmla="*/ 746234 h 1418896"/>
                        <a:gd name="connsiteX10-555" fmla="*/ 241737 w 3710151"/>
                        <a:gd name="connsiteY10-556" fmla="*/ 1418896 h 1418896"/>
                        <a:gd name="connsiteX11-557" fmla="*/ 0 w 3710151"/>
                        <a:gd name="connsiteY11-558" fmla="*/ 1334814 h 1418896"/>
                        <a:gd name="connsiteX12-559" fmla="*/ 1098586 w 3710151"/>
                        <a:gd name="connsiteY12-560" fmla="*/ 903890 h 1418896"/>
                        <a:gd name="connsiteX13-561" fmla="*/ 1087434 w 3710151"/>
                        <a:gd name="connsiteY13-562" fmla="*/ 451945 h 1418896"/>
                        <a:gd name="connsiteX14-563" fmla="*/ 168164 w 3710151"/>
                        <a:gd name="connsiteY14-564" fmla="*/ 84081 h 1418896"/>
                        <a:gd name="connsiteX15-565" fmla="*/ 147144 w 3710151"/>
                        <a:gd name="connsiteY15-566" fmla="*/ 73572 h 1418896"/>
                        <a:gd name="connsiteX0-567" fmla="*/ 162012 w 3725019"/>
                        <a:gd name="connsiteY0-568" fmla="*/ 73572 h 1418896"/>
                        <a:gd name="connsiteX1-569" fmla="*/ 445792 w 3725019"/>
                        <a:gd name="connsiteY1-570" fmla="*/ 0 h 1418896"/>
                        <a:gd name="connsiteX2-571" fmla="*/ 1852896 w 3725019"/>
                        <a:gd name="connsiteY2-572" fmla="*/ 591655 h 1418896"/>
                        <a:gd name="connsiteX3-573" fmla="*/ 3357157 w 3725019"/>
                        <a:gd name="connsiteY3-574" fmla="*/ 0 h 1418896"/>
                        <a:gd name="connsiteX4-575" fmla="*/ 3577874 w 3725019"/>
                        <a:gd name="connsiteY4-576" fmla="*/ 73572 h 1418896"/>
                        <a:gd name="connsiteX5-577" fmla="*/ 2632585 w 3725019"/>
                        <a:gd name="connsiteY5-578" fmla="*/ 448868 h 1418896"/>
                        <a:gd name="connsiteX6-579" fmla="*/ 2625150 w 3725019"/>
                        <a:gd name="connsiteY6-580" fmla="*/ 902607 h 1418896"/>
                        <a:gd name="connsiteX7-581" fmla="*/ 3725019 w 3725019"/>
                        <a:gd name="connsiteY7-582" fmla="*/ 1345324 h 1418896"/>
                        <a:gd name="connsiteX8-583" fmla="*/ 3441240 w 3725019"/>
                        <a:gd name="connsiteY8-584" fmla="*/ 1408386 h 1418896"/>
                        <a:gd name="connsiteX9-585" fmla="*/ 1864688 w 3725019"/>
                        <a:gd name="connsiteY9-586" fmla="*/ 746234 h 1418896"/>
                        <a:gd name="connsiteX10-587" fmla="*/ 256605 w 3725019"/>
                        <a:gd name="connsiteY10-588" fmla="*/ 1418896 h 1418896"/>
                        <a:gd name="connsiteX11-589" fmla="*/ 0 w 3725019"/>
                        <a:gd name="connsiteY11-590" fmla="*/ 1331097 h 1418896"/>
                        <a:gd name="connsiteX12-591" fmla="*/ 1113454 w 3725019"/>
                        <a:gd name="connsiteY12-592" fmla="*/ 903890 h 1418896"/>
                        <a:gd name="connsiteX13-593" fmla="*/ 1102302 w 3725019"/>
                        <a:gd name="connsiteY13-594" fmla="*/ 451945 h 1418896"/>
                        <a:gd name="connsiteX14-595" fmla="*/ 183032 w 3725019"/>
                        <a:gd name="connsiteY14-596" fmla="*/ 84081 h 1418896"/>
                        <a:gd name="connsiteX15-597" fmla="*/ 162012 w 3725019"/>
                        <a:gd name="connsiteY15-598" fmla="*/ 73572 h 141889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  <a:cxn ang="0">
                          <a:pos x="connsiteX11-23" y="connsiteY11-24"/>
                        </a:cxn>
                        <a:cxn ang="0">
                          <a:pos x="connsiteX12-25" y="connsiteY12-26"/>
                        </a:cxn>
                        <a:cxn ang="0">
                          <a:pos x="connsiteX13-27" y="connsiteY13-28"/>
                        </a:cxn>
                        <a:cxn ang="0">
                          <a:pos x="connsiteX14-29" y="connsiteY14-30"/>
                        </a:cxn>
                        <a:cxn ang="0">
                          <a:pos x="connsiteX15-31" y="connsiteY15-32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529" name="Group 528"/>
                <p:cNvGrpSpPr/>
                <p:nvPr/>
              </p:nvGrpSpPr>
              <p:grpSpPr>
                <a:xfrm>
                  <a:off x="8311520" y="5194433"/>
                  <a:ext cx="309740" cy="190838"/>
                  <a:chOff x="3668110" y="2448910"/>
                  <a:chExt cx="3794234" cy="2165130"/>
                </a:xfrm>
              </p:grpSpPr>
              <p:sp>
                <p:nvSpPr>
                  <p:cNvPr id="530" name="Rectangle 529"/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1" name="Freeform 530"/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532" name="Group 531"/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533" name="Freeform 532"/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-1" fmla="*/ 3725333 w 4641485"/>
                        <a:gd name="connsiteY0-2" fmla="*/ 0 h 1049866"/>
                        <a:gd name="connsiteX1-3" fmla="*/ 4641485 w 4641485"/>
                        <a:gd name="connsiteY1-4" fmla="*/ 239402 h 1049866"/>
                        <a:gd name="connsiteX2-5" fmla="*/ 3962400 w 4641485"/>
                        <a:gd name="connsiteY2-6" fmla="*/ 541866 h 1049866"/>
                        <a:gd name="connsiteX3-7" fmla="*/ 3742267 w 4641485"/>
                        <a:gd name="connsiteY3-8" fmla="*/ 457200 h 1049866"/>
                        <a:gd name="connsiteX4-9" fmla="*/ 2269067 w 4641485"/>
                        <a:gd name="connsiteY4-10" fmla="*/ 1049866 h 1049866"/>
                        <a:gd name="connsiteX5-11" fmla="*/ 880533 w 4641485"/>
                        <a:gd name="connsiteY5-12" fmla="*/ 457200 h 1049866"/>
                        <a:gd name="connsiteX6-13" fmla="*/ 592667 w 4641485"/>
                        <a:gd name="connsiteY6-14" fmla="*/ 541866 h 1049866"/>
                        <a:gd name="connsiteX7-15" fmla="*/ 0 w 4641485"/>
                        <a:gd name="connsiteY7-16" fmla="*/ 254000 h 1049866"/>
                        <a:gd name="connsiteX8-17" fmla="*/ 880533 w 4641485"/>
                        <a:gd name="connsiteY8-18" fmla="*/ 16933 h 1049866"/>
                        <a:gd name="connsiteX9-19" fmla="*/ 2302933 w 4641485"/>
                        <a:gd name="connsiteY9-20" fmla="*/ 626533 h 1049866"/>
                        <a:gd name="connsiteX10-21" fmla="*/ 3725333 w 4641485"/>
                        <a:gd name="connsiteY10-22" fmla="*/ 0 h 1049866"/>
                        <a:gd name="connsiteX0-23" fmla="*/ 3756864 w 4673016"/>
                        <a:gd name="connsiteY0-24" fmla="*/ 0 h 1049866"/>
                        <a:gd name="connsiteX1-25" fmla="*/ 4673016 w 4673016"/>
                        <a:gd name="connsiteY1-26" fmla="*/ 239402 h 1049866"/>
                        <a:gd name="connsiteX2-27" fmla="*/ 3993931 w 4673016"/>
                        <a:gd name="connsiteY2-28" fmla="*/ 541866 h 1049866"/>
                        <a:gd name="connsiteX3-29" fmla="*/ 3773798 w 4673016"/>
                        <a:gd name="connsiteY3-30" fmla="*/ 457200 h 1049866"/>
                        <a:gd name="connsiteX4-31" fmla="*/ 2300598 w 4673016"/>
                        <a:gd name="connsiteY4-32" fmla="*/ 1049866 h 1049866"/>
                        <a:gd name="connsiteX5-33" fmla="*/ 912064 w 4673016"/>
                        <a:gd name="connsiteY5-34" fmla="*/ 457200 h 1049866"/>
                        <a:gd name="connsiteX6-35" fmla="*/ 624198 w 4673016"/>
                        <a:gd name="connsiteY6-36" fmla="*/ 541866 h 1049866"/>
                        <a:gd name="connsiteX7-37" fmla="*/ 0 w 4673016"/>
                        <a:gd name="connsiteY7-38" fmla="*/ 232979 h 1049866"/>
                        <a:gd name="connsiteX8-39" fmla="*/ 912064 w 4673016"/>
                        <a:gd name="connsiteY8-40" fmla="*/ 16933 h 1049866"/>
                        <a:gd name="connsiteX9-41" fmla="*/ 2334464 w 4673016"/>
                        <a:gd name="connsiteY9-42" fmla="*/ 626533 h 1049866"/>
                        <a:gd name="connsiteX10-43" fmla="*/ 3756864 w 4673016"/>
                        <a:gd name="connsiteY10-44" fmla="*/ 0 h 1049866"/>
                        <a:gd name="connsiteX0-45" fmla="*/ 3756864 w 4673016"/>
                        <a:gd name="connsiteY0-46" fmla="*/ 0 h 1049866"/>
                        <a:gd name="connsiteX1-47" fmla="*/ 4673016 w 4673016"/>
                        <a:gd name="connsiteY1-48" fmla="*/ 239402 h 1049866"/>
                        <a:gd name="connsiteX2-49" fmla="*/ 3993931 w 4673016"/>
                        <a:gd name="connsiteY2-50" fmla="*/ 541866 h 1049866"/>
                        <a:gd name="connsiteX3-51" fmla="*/ 3784308 w 4673016"/>
                        <a:gd name="connsiteY3-52" fmla="*/ 404648 h 1049866"/>
                        <a:gd name="connsiteX4-53" fmla="*/ 2300598 w 4673016"/>
                        <a:gd name="connsiteY4-54" fmla="*/ 1049866 h 1049866"/>
                        <a:gd name="connsiteX5-55" fmla="*/ 912064 w 4673016"/>
                        <a:gd name="connsiteY5-56" fmla="*/ 457200 h 1049866"/>
                        <a:gd name="connsiteX6-57" fmla="*/ 624198 w 4673016"/>
                        <a:gd name="connsiteY6-58" fmla="*/ 541866 h 1049866"/>
                        <a:gd name="connsiteX7-59" fmla="*/ 0 w 4673016"/>
                        <a:gd name="connsiteY7-60" fmla="*/ 232979 h 1049866"/>
                        <a:gd name="connsiteX8-61" fmla="*/ 912064 w 4673016"/>
                        <a:gd name="connsiteY8-62" fmla="*/ 16933 h 1049866"/>
                        <a:gd name="connsiteX9-63" fmla="*/ 2334464 w 4673016"/>
                        <a:gd name="connsiteY9-64" fmla="*/ 626533 h 1049866"/>
                        <a:gd name="connsiteX10-65" fmla="*/ 3756864 w 4673016"/>
                        <a:gd name="connsiteY10-66" fmla="*/ 0 h 1049866"/>
                        <a:gd name="connsiteX0-67" fmla="*/ 3756864 w 4673016"/>
                        <a:gd name="connsiteY0-68" fmla="*/ 0 h 1049866"/>
                        <a:gd name="connsiteX1-69" fmla="*/ 4673016 w 4673016"/>
                        <a:gd name="connsiteY1-70" fmla="*/ 239402 h 1049866"/>
                        <a:gd name="connsiteX2-71" fmla="*/ 3993931 w 4673016"/>
                        <a:gd name="connsiteY2-72" fmla="*/ 541866 h 1049866"/>
                        <a:gd name="connsiteX3-73" fmla="*/ 3794818 w 4673016"/>
                        <a:gd name="connsiteY3-74" fmla="*/ 436179 h 1049866"/>
                        <a:gd name="connsiteX4-75" fmla="*/ 2300598 w 4673016"/>
                        <a:gd name="connsiteY4-76" fmla="*/ 1049866 h 1049866"/>
                        <a:gd name="connsiteX5-77" fmla="*/ 912064 w 4673016"/>
                        <a:gd name="connsiteY5-78" fmla="*/ 457200 h 1049866"/>
                        <a:gd name="connsiteX6-79" fmla="*/ 624198 w 4673016"/>
                        <a:gd name="connsiteY6-80" fmla="*/ 541866 h 1049866"/>
                        <a:gd name="connsiteX7-81" fmla="*/ 0 w 4673016"/>
                        <a:gd name="connsiteY7-82" fmla="*/ 232979 h 1049866"/>
                        <a:gd name="connsiteX8-83" fmla="*/ 912064 w 4673016"/>
                        <a:gd name="connsiteY8-84" fmla="*/ 16933 h 1049866"/>
                        <a:gd name="connsiteX9-85" fmla="*/ 2334464 w 4673016"/>
                        <a:gd name="connsiteY9-86" fmla="*/ 626533 h 1049866"/>
                        <a:gd name="connsiteX10-87" fmla="*/ 3756864 w 4673016"/>
                        <a:gd name="connsiteY10-88" fmla="*/ 0 h 1049866"/>
                        <a:gd name="connsiteX0-89" fmla="*/ 3756864 w 4673016"/>
                        <a:gd name="connsiteY0-90" fmla="*/ 0 h 1049866"/>
                        <a:gd name="connsiteX1-91" fmla="*/ 4673016 w 4673016"/>
                        <a:gd name="connsiteY1-92" fmla="*/ 239402 h 1049866"/>
                        <a:gd name="connsiteX2-93" fmla="*/ 3993931 w 4673016"/>
                        <a:gd name="connsiteY2-94" fmla="*/ 541866 h 1049866"/>
                        <a:gd name="connsiteX3-95" fmla="*/ 3794818 w 4673016"/>
                        <a:gd name="connsiteY3-96" fmla="*/ 436179 h 1049866"/>
                        <a:gd name="connsiteX4-97" fmla="*/ 2300598 w 4673016"/>
                        <a:gd name="connsiteY4-98" fmla="*/ 1049866 h 1049866"/>
                        <a:gd name="connsiteX5-99" fmla="*/ 912064 w 4673016"/>
                        <a:gd name="connsiteY5-100" fmla="*/ 457200 h 1049866"/>
                        <a:gd name="connsiteX6-101" fmla="*/ 624198 w 4673016"/>
                        <a:gd name="connsiteY6-102" fmla="*/ 541866 h 1049866"/>
                        <a:gd name="connsiteX7-103" fmla="*/ 0 w 4673016"/>
                        <a:gd name="connsiteY7-104" fmla="*/ 232979 h 1049866"/>
                        <a:gd name="connsiteX8-105" fmla="*/ 912064 w 4673016"/>
                        <a:gd name="connsiteY8-106" fmla="*/ 16933 h 1049866"/>
                        <a:gd name="connsiteX9-107" fmla="*/ 2323954 w 4673016"/>
                        <a:gd name="connsiteY9-108" fmla="*/ 616023 h 1049866"/>
                        <a:gd name="connsiteX10-109" fmla="*/ 3756864 w 4673016"/>
                        <a:gd name="connsiteY10-110" fmla="*/ 0 h 1049866"/>
                        <a:gd name="connsiteX0-111" fmla="*/ 3756864 w 4673016"/>
                        <a:gd name="connsiteY0-112" fmla="*/ 0 h 1049866"/>
                        <a:gd name="connsiteX1-113" fmla="*/ 4673016 w 4673016"/>
                        <a:gd name="connsiteY1-114" fmla="*/ 239402 h 1049866"/>
                        <a:gd name="connsiteX2-115" fmla="*/ 3993931 w 4673016"/>
                        <a:gd name="connsiteY2-116" fmla="*/ 541866 h 1049866"/>
                        <a:gd name="connsiteX3-117" fmla="*/ 3794818 w 4673016"/>
                        <a:gd name="connsiteY3-118" fmla="*/ 436179 h 1049866"/>
                        <a:gd name="connsiteX4-119" fmla="*/ 2300598 w 4673016"/>
                        <a:gd name="connsiteY4-120" fmla="*/ 1049866 h 1049866"/>
                        <a:gd name="connsiteX5-121" fmla="*/ 912064 w 4673016"/>
                        <a:gd name="connsiteY5-122" fmla="*/ 457200 h 1049866"/>
                        <a:gd name="connsiteX6-123" fmla="*/ 624198 w 4673016"/>
                        <a:gd name="connsiteY6-124" fmla="*/ 541866 h 1049866"/>
                        <a:gd name="connsiteX7-125" fmla="*/ 0 w 4673016"/>
                        <a:gd name="connsiteY7-126" fmla="*/ 275021 h 1049866"/>
                        <a:gd name="connsiteX8-127" fmla="*/ 912064 w 4673016"/>
                        <a:gd name="connsiteY8-128" fmla="*/ 16933 h 1049866"/>
                        <a:gd name="connsiteX9-129" fmla="*/ 2323954 w 4673016"/>
                        <a:gd name="connsiteY9-130" fmla="*/ 616023 h 1049866"/>
                        <a:gd name="connsiteX10-131" fmla="*/ 3756864 w 4673016"/>
                        <a:gd name="connsiteY10-132" fmla="*/ 0 h 1049866"/>
                        <a:gd name="connsiteX0-133" fmla="*/ 3756864 w 4673016"/>
                        <a:gd name="connsiteY0-134" fmla="*/ 0 h 1049866"/>
                        <a:gd name="connsiteX1-135" fmla="*/ 4673016 w 4673016"/>
                        <a:gd name="connsiteY1-136" fmla="*/ 239402 h 1049866"/>
                        <a:gd name="connsiteX2-137" fmla="*/ 3993931 w 4673016"/>
                        <a:gd name="connsiteY2-138" fmla="*/ 541866 h 1049866"/>
                        <a:gd name="connsiteX3-139" fmla="*/ 3815839 w 4673016"/>
                        <a:gd name="connsiteY3-140" fmla="*/ 467710 h 1049866"/>
                        <a:gd name="connsiteX4-141" fmla="*/ 2300598 w 4673016"/>
                        <a:gd name="connsiteY4-142" fmla="*/ 1049866 h 1049866"/>
                        <a:gd name="connsiteX5-143" fmla="*/ 912064 w 4673016"/>
                        <a:gd name="connsiteY5-144" fmla="*/ 457200 h 1049866"/>
                        <a:gd name="connsiteX6-145" fmla="*/ 624198 w 4673016"/>
                        <a:gd name="connsiteY6-146" fmla="*/ 541866 h 1049866"/>
                        <a:gd name="connsiteX7-147" fmla="*/ 0 w 4673016"/>
                        <a:gd name="connsiteY7-148" fmla="*/ 275021 h 1049866"/>
                        <a:gd name="connsiteX8-149" fmla="*/ 912064 w 4673016"/>
                        <a:gd name="connsiteY8-150" fmla="*/ 16933 h 1049866"/>
                        <a:gd name="connsiteX9-151" fmla="*/ 2323954 w 4673016"/>
                        <a:gd name="connsiteY9-152" fmla="*/ 616023 h 1049866"/>
                        <a:gd name="connsiteX10-153" fmla="*/ 3756864 w 4673016"/>
                        <a:gd name="connsiteY10-154" fmla="*/ 0 h 104986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4" name="Freeform 533"/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5" name="Freeform 534"/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6" name="Freeform 535"/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-1" fmla="*/ 168165 w 3731172"/>
                        <a:gd name="connsiteY0-2" fmla="*/ 73572 h 1418896"/>
                        <a:gd name="connsiteX1-3" fmla="*/ 451945 w 3731172"/>
                        <a:gd name="connsiteY1-4" fmla="*/ 0 h 1418896"/>
                        <a:gd name="connsiteX2-5" fmla="*/ 1881352 w 3731172"/>
                        <a:gd name="connsiteY2-6" fmla="*/ 599089 h 1418896"/>
                        <a:gd name="connsiteX3-7" fmla="*/ 3363310 w 3731172"/>
                        <a:gd name="connsiteY3-8" fmla="*/ 0 h 1418896"/>
                        <a:gd name="connsiteX4-9" fmla="*/ 3584027 w 3731172"/>
                        <a:gd name="connsiteY4-10" fmla="*/ 73572 h 1418896"/>
                        <a:gd name="connsiteX5-11" fmla="*/ 2627586 w 3731172"/>
                        <a:gd name="connsiteY5-12" fmla="*/ 441434 h 1418896"/>
                        <a:gd name="connsiteX6-13" fmla="*/ 2596055 w 3731172"/>
                        <a:gd name="connsiteY6-14" fmla="*/ 914400 h 1418896"/>
                        <a:gd name="connsiteX7-15" fmla="*/ 3731172 w 3731172"/>
                        <a:gd name="connsiteY7-16" fmla="*/ 1345324 h 1418896"/>
                        <a:gd name="connsiteX8-17" fmla="*/ 3447393 w 3731172"/>
                        <a:gd name="connsiteY8-18" fmla="*/ 1408386 h 1418896"/>
                        <a:gd name="connsiteX9-19" fmla="*/ 1870841 w 3731172"/>
                        <a:gd name="connsiteY9-20" fmla="*/ 746234 h 1418896"/>
                        <a:gd name="connsiteX10-21" fmla="*/ 262758 w 3731172"/>
                        <a:gd name="connsiteY10-22" fmla="*/ 1418896 h 1418896"/>
                        <a:gd name="connsiteX11-23" fmla="*/ 0 w 3731172"/>
                        <a:gd name="connsiteY11-24" fmla="*/ 1324303 h 1418896"/>
                        <a:gd name="connsiteX12-25" fmla="*/ 1145627 w 3731172"/>
                        <a:gd name="connsiteY12-26" fmla="*/ 882869 h 1418896"/>
                        <a:gd name="connsiteX13-27" fmla="*/ 1114096 w 3731172"/>
                        <a:gd name="connsiteY13-28" fmla="*/ 409903 h 1418896"/>
                        <a:gd name="connsiteX14-29" fmla="*/ 441434 w 3731172"/>
                        <a:gd name="connsiteY14-30" fmla="*/ 10510 h 1418896"/>
                        <a:gd name="connsiteX15-31" fmla="*/ 441434 w 3731172"/>
                        <a:gd name="connsiteY15-32" fmla="*/ 10510 h 1418896"/>
                        <a:gd name="connsiteX0-33" fmla="*/ 168165 w 3731172"/>
                        <a:gd name="connsiteY0-34" fmla="*/ 73572 h 1418896"/>
                        <a:gd name="connsiteX1-35" fmla="*/ 451945 w 3731172"/>
                        <a:gd name="connsiteY1-36" fmla="*/ 0 h 1418896"/>
                        <a:gd name="connsiteX2-37" fmla="*/ 1881352 w 3731172"/>
                        <a:gd name="connsiteY2-38" fmla="*/ 599089 h 1418896"/>
                        <a:gd name="connsiteX3-39" fmla="*/ 3363310 w 3731172"/>
                        <a:gd name="connsiteY3-40" fmla="*/ 0 h 1418896"/>
                        <a:gd name="connsiteX4-41" fmla="*/ 3584027 w 3731172"/>
                        <a:gd name="connsiteY4-42" fmla="*/ 73572 h 1418896"/>
                        <a:gd name="connsiteX5-43" fmla="*/ 2627586 w 3731172"/>
                        <a:gd name="connsiteY5-44" fmla="*/ 441434 h 1418896"/>
                        <a:gd name="connsiteX6-45" fmla="*/ 2596055 w 3731172"/>
                        <a:gd name="connsiteY6-46" fmla="*/ 914400 h 1418896"/>
                        <a:gd name="connsiteX7-47" fmla="*/ 3731172 w 3731172"/>
                        <a:gd name="connsiteY7-48" fmla="*/ 1345324 h 1418896"/>
                        <a:gd name="connsiteX8-49" fmla="*/ 3447393 w 3731172"/>
                        <a:gd name="connsiteY8-50" fmla="*/ 1408386 h 1418896"/>
                        <a:gd name="connsiteX9-51" fmla="*/ 1870841 w 3731172"/>
                        <a:gd name="connsiteY9-52" fmla="*/ 746234 h 1418896"/>
                        <a:gd name="connsiteX10-53" fmla="*/ 262758 w 3731172"/>
                        <a:gd name="connsiteY10-54" fmla="*/ 1418896 h 1418896"/>
                        <a:gd name="connsiteX11-55" fmla="*/ 0 w 3731172"/>
                        <a:gd name="connsiteY11-56" fmla="*/ 1324303 h 1418896"/>
                        <a:gd name="connsiteX12-57" fmla="*/ 1145627 w 3731172"/>
                        <a:gd name="connsiteY12-58" fmla="*/ 882869 h 1418896"/>
                        <a:gd name="connsiteX13-59" fmla="*/ 1114096 w 3731172"/>
                        <a:gd name="connsiteY13-60" fmla="*/ 409903 h 1418896"/>
                        <a:gd name="connsiteX14-61" fmla="*/ 441434 w 3731172"/>
                        <a:gd name="connsiteY14-62" fmla="*/ 10510 h 1418896"/>
                        <a:gd name="connsiteX0-63" fmla="*/ 168165 w 3731172"/>
                        <a:gd name="connsiteY0-64" fmla="*/ 73572 h 1418896"/>
                        <a:gd name="connsiteX1-65" fmla="*/ 451945 w 3731172"/>
                        <a:gd name="connsiteY1-66" fmla="*/ 0 h 1418896"/>
                        <a:gd name="connsiteX2-67" fmla="*/ 1881352 w 3731172"/>
                        <a:gd name="connsiteY2-68" fmla="*/ 599089 h 1418896"/>
                        <a:gd name="connsiteX3-69" fmla="*/ 3363310 w 3731172"/>
                        <a:gd name="connsiteY3-70" fmla="*/ 0 h 1418896"/>
                        <a:gd name="connsiteX4-71" fmla="*/ 3584027 w 3731172"/>
                        <a:gd name="connsiteY4-72" fmla="*/ 73572 h 1418896"/>
                        <a:gd name="connsiteX5-73" fmla="*/ 2627586 w 3731172"/>
                        <a:gd name="connsiteY5-74" fmla="*/ 441434 h 1418896"/>
                        <a:gd name="connsiteX6-75" fmla="*/ 2596055 w 3731172"/>
                        <a:gd name="connsiteY6-76" fmla="*/ 914400 h 1418896"/>
                        <a:gd name="connsiteX7-77" fmla="*/ 3731172 w 3731172"/>
                        <a:gd name="connsiteY7-78" fmla="*/ 1345324 h 1418896"/>
                        <a:gd name="connsiteX8-79" fmla="*/ 3447393 w 3731172"/>
                        <a:gd name="connsiteY8-80" fmla="*/ 1408386 h 1418896"/>
                        <a:gd name="connsiteX9-81" fmla="*/ 1870841 w 3731172"/>
                        <a:gd name="connsiteY9-82" fmla="*/ 746234 h 1418896"/>
                        <a:gd name="connsiteX10-83" fmla="*/ 262758 w 3731172"/>
                        <a:gd name="connsiteY10-84" fmla="*/ 1418896 h 1418896"/>
                        <a:gd name="connsiteX11-85" fmla="*/ 0 w 3731172"/>
                        <a:gd name="connsiteY11-86" fmla="*/ 1324303 h 1418896"/>
                        <a:gd name="connsiteX12-87" fmla="*/ 1145627 w 3731172"/>
                        <a:gd name="connsiteY12-88" fmla="*/ 882869 h 1418896"/>
                        <a:gd name="connsiteX13-89" fmla="*/ 1114096 w 3731172"/>
                        <a:gd name="connsiteY13-90" fmla="*/ 409903 h 1418896"/>
                        <a:gd name="connsiteX14-91" fmla="*/ 357351 w 3731172"/>
                        <a:gd name="connsiteY14-92" fmla="*/ 115613 h 1418896"/>
                        <a:gd name="connsiteX0-93" fmla="*/ 168165 w 3731172"/>
                        <a:gd name="connsiteY0-94" fmla="*/ 73572 h 1418896"/>
                        <a:gd name="connsiteX1-95" fmla="*/ 451945 w 3731172"/>
                        <a:gd name="connsiteY1-96" fmla="*/ 0 h 1418896"/>
                        <a:gd name="connsiteX2-97" fmla="*/ 1881352 w 3731172"/>
                        <a:gd name="connsiteY2-98" fmla="*/ 599089 h 1418896"/>
                        <a:gd name="connsiteX3-99" fmla="*/ 3363310 w 3731172"/>
                        <a:gd name="connsiteY3-100" fmla="*/ 0 h 1418896"/>
                        <a:gd name="connsiteX4-101" fmla="*/ 3584027 w 3731172"/>
                        <a:gd name="connsiteY4-102" fmla="*/ 73572 h 1418896"/>
                        <a:gd name="connsiteX5-103" fmla="*/ 2627586 w 3731172"/>
                        <a:gd name="connsiteY5-104" fmla="*/ 441434 h 1418896"/>
                        <a:gd name="connsiteX6-105" fmla="*/ 2596055 w 3731172"/>
                        <a:gd name="connsiteY6-106" fmla="*/ 914400 h 1418896"/>
                        <a:gd name="connsiteX7-107" fmla="*/ 3731172 w 3731172"/>
                        <a:gd name="connsiteY7-108" fmla="*/ 1345324 h 1418896"/>
                        <a:gd name="connsiteX8-109" fmla="*/ 3447393 w 3731172"/>
                        <a:gd name="connsiteY8-110" fmla="*/ 1408386 h 1418896"/>
                        <a:gd name="connsiteX9-111" fmla="*/ 1870841 w 3731172"/>
                        <a:gd name="connsiteY9-112" fmla="*/ 746234 h 1418896"/>
                        <a:gd name="connsiteX10-113" fmla="*/ 262758 w 3731172"/>
                        <a:gd name="connsiteY10-114" fmla="*/ 1418896 h 1418896"/>
                        <a:gd name="connsiteX11-115" fmla="*/ 0 w 3731172"/>
                        <a:gd name="connsiteY11-116" fmla="*/ 1324303 h 1418896"/>
                        <a:gd name="connsiteX12-117" fmla="*/ 1145627 w 3731172"/>
                        <a:gd name="connsiteY12-118" fmla="*/ 882869 h 1418896"/>
                        <a:gd name="connsiteX13-119" fmla="*/ 1114096 w 3731172"/>
                        <a:gd name="connsiteY13-120" fmla="*/ 409903 h 1418896"/>
                        <a:gd name="connsiteX14-121" fmla="*/ 147144 w 3731172"/>
                        <a:gd name="connsiteY14-122" fmla="*/ 63061 h 1418896"/>
                        <a:gd name="connsiteX0-123" fmla="*/ 168165 w 3731172"/>
                        <a:gd name="connsiteY0-124" fmla="*/ 73572 h 1418896"/>
                        <a:gd name="connsiteX1-125" fmla="*/ 451945 w 3731172"/>
                        <a:gd name="connsiteY1-126" fmla="*/ 0 h 1418896"/>
                        <a:gd name="connsiteX2-127" fmla="*/ 1881352 w 3731172"/>
                        <a:gd name="connsiteY2-128" fmla="*/ 599089 h 1418896"/>
                        <a:gd name="connsiteX3-129" fmla="*/ 3363310 w 3731172"/>
                        <a:gd name="connsiteY3-130" fmla="*/ 0 h 1418896"/>
                        <a:gd name="connsiteX4-131" fmla="*/ 3584027 w 3731172"/>
                        <a:gd name="connsiteY4-132" fmla="*/ 73572 h 1418896"/>
                        <a:gd name="connsiteX5-133" fmla="*/ 2627586 w 3731172"/>
                        <a:gd name="connsiteY5-134" fmla="*/ 441434 h 1418896"/>
                        <a:gd name="connsiteX6-135" fmla="*/ 2596055 w 3731172"/>
                        <a:gd name="connsiteY6-136" fmla="*/ 914400 h 1418896"/>
                        <a:gd name="connsiteX7-137" fmla="*/ 3731172 w 3731172"/>
                        <a:gd name="connsiteY7-138" fmla="*/ 1345324 h 1418896"/>
                        <a:gd name="connsiteX8-139" fmla="*/ 3447393 w 3731172"/>
                        <a:gd name="connsiteY8-140" fmla="*/ 1408386 h 1418896"/>
                        <a:gd name="connsiteX9-141" fmla="*/ 1870841 w 3731172"/>
                        <a:gd name="connsiteY9-142" fmla="*/ 746234 h 1418896"/>
                        <a:gd name="connsiteX10-143" fmla="*/ 262758 w 3731172"/>
                        <a:gd name="connsiteY10-144" fmla="*/ 1418896 h 1418896"/>
                        <a:gd name="connsiteX11-145" fmla="*/ 0 w 3731172"/>
                        <a:gd name="connsiteY11-146" fmla="*/ 1324303 h 1418896"/>
                        <a:gd name="connsiteX12-147" fmla="*/ 1145627 w 3731172"/>
                        <a:gd name="connsiteY12-148" fmla="*/ 882869 h 1418896"/>
                        <a:gd name="connsiteX13-149" fmla="*/ 1114096 w 3731172"/>
                        <a:gd name="connsiteY13-150" fmla="*/ 420413 h 1418896"/>
                        <a:gd name="connsiteX14-151" fmla="*/ 147144 w 3731172"/>
                        <a:gd name="connsiteY14-152" fmla="*/ 63061 h 1418896"/>
                        <a:gd name="connsiteX0-153" fmla="*/ 168165 w 3731172"/>
                        <a:gd name="connsiteY0-154" fmla="*/ 73572 h 1418896"/>
                        <a:gd name="connsiteX1-155" fmla="*/ 451945 w 3731172"/>
                        <a:gd name="connsiteY1-156" fmla="*/ 0 h 1418896"/>
                        <a:gd name="connsiteX2-157" fmla="*/ 1881352 w 3731172"/>
                        <a:gd name="connsiteY2-158" fmla="*/ 599089 h 1418896"/>
                        <a:gd name="connsiteX3-159" fmla="*/ 3363310 w 3731172"/>
                        <a:gd name="connsiteY3-160" fmla="*/ 0 h 1418896"/>
                        <a:gd name="connsiteX4-161" fmla="*/ 3584027 w 3731172"/>
                        <a:gd name="connsiteY4-162" fmla="*/ 73572 h 1418896"/>
                        <a:gd name="connsiteX5-163" fmla="*/ 2627586 w 3731172"/>
                        <a:gd name="connsiteY5-164" fmla="*/ 441434 h 1418896"/>
                        <a:gd name="connsiteX6-165" fmla="*/ 2596055 w 3731172"/>
                        <a:gd name="connsiteY6-166" fmla="*/ 914400 h 1418896"/>
                        <a:gd name="connsiteX7-167" fmla="*/ 3731172 w 3731172"/>
                        <a:gd name="connsiteY7-168" fmla="*/ 1345324 h 1418896"/>
                        <a:gd name="connsiteX8-169" fmla="*/ 3447393 w 3731172"/>
                        <a:gd name="connsiteY8-170" fmla="*/ 1408386 h 1418896"/>
                        <a:gd name="connsiteX9-171" fmla="*/ 1870841 w 3731172"/>
                        <a:gd name="connsiteY9-172" fmla="*/ 746234 h 1418896"/>
                        <a:gd name="connsiteX10-173" fmla="*/ 262758 w 3731172"/>
                        <a:gd name="connsiteY10-174" fmla="*/ 1418896 h 1418896"/>
                        <a:gd name="connsiteX11-175" fmla="*/ 0 w 3731172"/>
                        <a:gd name="connsiteY11-176" fmla="*/ 1324303 h 1418896"/>
                        <a:gd name="connsiteX12-177" fmla="*/ 1145627 w 3731172"/>
                        <a:gd name="connsiteY12-178" fmla="*/ 882869 h 1418896"/>
                        <a:gd name="connsiteX13-179" fmla="*/ 1114096 w 3731172"/>
                        <a:gd name="connsiteY13-180" fmla="*/ 420413 h 1418896"/>
                        <a:gd name="connsiteX14-181" fmla="*/ 189185 w 3731172"/>
                        <a:gd name="connsiteY14-182" fmla="*/ 84081 h 1418896"/>
                        <a:gd name="connsiteX0-183" fmla="*/ 168165 w 3731172"/>
                        <a:gd name="connsiteY0-184" fmla="*/ 73572 h 1418896"/>
                        <a:gd name="connsiteX1-185" fmla="*/ 451945 w 3731172"/>
                        <a:gd name="connsiteY1-186" fmla="*/ 0 h 1418896"/>
                        <a:gd name="connsiteX2-187" fmla="*/ 1881352 w 3731172"/>
                        <a:gd name="connsiteY2-188" fmla="*/ 599089 h 1418896"/>
                        <a:gd name="connsiteX3-189" fmla="*/ 3363310 w 3731172"/>
                        <a:gd name="connsiteY3-190" fmla="*/ 0 h 1418896"/>
                        <a:gd name="connsiteX4-191" fmla="*/ 3584027 w 3731172"/>
                        <a:gd name="connsiteY4-192" fmla="*/ 73572 h 1418896"/>
                        <a:gd name="connsiteX5-193" fmla="*/ 2627586 w 3731172"/>
                        <a:gd name="connsiteY5-194" fmla="*/ 441434 h 1418896"/>
                        <a:gd name="connsiteX6-195" fmla="*/ 2596055 w 3731172"/>
                        <a:gd name="connsiteY6-196" fmla="*/ 914400 h 1418896"/>
                        <a:gd name="connsiteX7-197" fmla="*/ 3731172 w 3731172"/>
                        <a:gd name="connsiteY7-198" fmla="*/ 1345324 h 1418896"/>
                        <a:gd name="connsiteX8-199" fmla="*/ 3447393 w 3731172"/>
                        <a:gd name="connsiteY8-200" fmla="*/ 1408386 h 1418896"/>
                        <a:gd name="connsiteX9-201" fmla="*/ 1870841 w 3731172"/>
                        <a:gd name="connsiteY9-202" fmla="*/ 746234 h 1418896"/>
                        <a:gd name="connsiteX10-203" fmla="*/ 262758 w 3731172"/>
                        <a:gd name="connsiteY10-204" fmla="*/ 1418896 h 1418896"/>
                        <a:gd name="connsiteX11-205" fmla="*/ 0 w 3731172"/>
                        <a:gd name="connsiteY11-206" fmla="*/ 1324303 h 1418896"/>
                        <a:gd name="connsiteX12-207" fmla="*/ 1145627 w 3731172"/>
                        <a:gd name="connsiteY12-208" fmla="*/ 882869 h 1418896"/>
                        <a:gd name="connsiteX13-209" fmla="*/ 1114096 w 3731172"/>
                        <a:gd name="connsiteY13-210" fmla="*/ 420413 h 1418896"/>
                        <a:gd name="connsiteX14-211" fmla="*/ 189185 w 3731172"/>
                        <a:gd name="connsiteY14-212" fmla="*/ 84081 h 1418896"/>
                        <a:gd name="connsiteX15-213" fmla="*/ 168165 w 3731172"/>
                        <a:gd name="connsiteY15-214" fmla="*/ 73572 h 1418896"/>
                        <a:gd name="connsiteX0-215" fmla="*/ 168165 w 3731172"/>
                        <a:gd name="connsiteY0-216" fmla="*/ 73572 h 1418896"/>
                        <a:gd name="connsiteX1-217" fmla="*/ 451945 w 3731172"/>
                        <a:gd name="connsiteY1-218" fmla="*/ 0 h 1418896"/>
                        <a:gd name="connsiteX2-219" fmla="*/ 1881352 w 3731172"/>
                        <a:gd name="connsiteY2-220" fmla="*/ 599089 h 1418896"/>
                        <a:gd name="connsiteX3-221" fmla="*/ 3363310 w 3731172"/>
                        <a:gd name="connsiteY3-222" fmla="*/ 0 h 1418896"/>
                        <a:gd name="connsiteX4-223" fmla="*/ 3584027 w 3731172"/>
                        <a:gd name="connsiteY4-224" fmla="*/ 73572 h 1418896"/>
                        <a:gd name="connsiteX5-225" fmla="*/ 2627586 w 3731172"/>
                        <a:gd name="connsiteY5-226" fmla="*/ 441434 h 1418896"/>
                        <a:gd name="connsiteX6-227" fmla="*/ 2596055 w 3731172"/>
                        <a:gd name="connsiteY6-228" fmla="*/ 914400 h 1418896"/>
                        <a:gd name="connsiteX7-229" fmla="*/ 3731172 w 3731172"/>
                        <a:gd name="connsiteY7-230" fmla="*/ 1345324 h 1418896"/>
                        <a:gd name="connsiteX8-231" fmla="*/ 3447393 w 3731172"/>
                        <a:gd name="connsiteY8-232" fmla="*/ 1408386 h 1418896"/>
                        <a:gd name="connsiteX9-233" fmla="*/ 1870841 w 3731172"/>
                        <a:gd name="connsiteY9-234" fmla="*/ 746234 h 1418896"/>
                        <a:gd name="connsiteX10-235" fmla="*/ 262758 w 3731172"/>
                        <a:gd name="connsiteY10-236" fmla="*/ 1418896 h 1418896"/>
                        <a:gd name="connsiteX11-237" fmla="*/ 0 w 3731172"/>
                        <a:gd name="connsiteY11-238" fmla="*/ 1324303 h 1418896"/>
                        <a:gd name="connsiteX12-239" fmla="*/ 1145627 w 3731172"/>
                        <a:gd name="connsiteY12-240" fmla="*/ 882869 h 1418896"/>
                        <a:gd name="connsiteX13-241" fmla="*/ 1156137 w 3731172"/>
                        <a:gd name="connsiteY13-242" fmla="*/ 441434 h 1418896"/>
                        <a:gd name="connsiteX14-243" fmla="*/ 189185 w 3731172"/>
                        <a:gd name="connsiteY14-244" fmla="*/ 84081 h 1418896"/>
                        <a:gd name="connsiteX15-245" fmla="*/ 168165 w 3731172"/>
                        <a:gd name="connsiteY15-246" fmla="*/ 73572 h 1418896"/>
                        <a:gd name="connsiteX0-247" fmla="*/ 168165 w 3731172"/>
                        <a:gd name="connsiteY0-248" fmla="*/ 73572 h 1418896"/>
                        <a:gd name="connsiteX1-249" fmla="*/ 451945 w 3731172"/>
                        <a:gd name="connsiteY1-250" fmla="*/ 0 h 1418896"/>
                        <a:gd name="connsiteX2-251" fmla="*/ 1881352 w 3731172"/>
                        <a:gd name="connsiteY2-252" fmla="*/ 599089 h 1418896"/>
                        <a:gd name="connsiteX3-253" fmla="*/ 3363310 w 3731172"/>
                        <a:gd name="connsiteY3-254" fmla="*/ 0 h 1418896"/>
                        <a:gd name="connsiteX4-255" fmla="*/ 3584027 w 3731172"/>
                        <a:gd name="connsiteY4-256" fmla="*/ 73572 h 1418896"/>
                        <a:gd name="connsiteX5-257" fmla="*/ 2627586 w 3731172"/>
                        <a:gd name="connsiteY5-258" fmla="*/ 441434 h 1418896"/>
                        <a:gd name="connsiteX6-259" fmla="*/ 2596055 w 3731172"/>
                        <a:gd name="connsiteY6-260" fmla="*/ 914400 h 1418896"/>
                        <a:gd name="connsiteX7-261" fmla="*/ 3731172 w 3731172"/>
                        <a:gd name="connsiteY7-262" fmla="*/ 1345324 h 1418896"/>
                        <a:gd name="connsiteX8-263" fmla="*/ 3447393 w 3731172"/>
                        <a:gd name="connsiteY8-264" fmla="*/ 1408386 h 1418896"/>
                        <a:gd name="connsiteX9-265" fmla="*/ 1870841 w 3731172"/>
                        <a:gd name="connsiteY9-266" fmla="*/ 746234 h 1418896"/>
                        <a:gd name="connsiteX10-267" fmla="*/ 262758 w 3731172"/>
                        <a:gd name="connsiteY10-268" fmla="*/ 1418896 h 1418896"/>
                        <a:gd name="connsiteX11-269" fmla="*/ 0 w 3731172"/>
                        <a:gd name="connsiteY11-270" fmla="*/ 1324303 h 1418896"/>
                        <a:gd name="connsiteX12-271" fmla="*/ 1145627 w 3731172"/>
                        <a:gd name="connsiteY12-272" fmla="*/ 882869 h 1418896"/>
                        <a:gd name="connsiteX13-273" fmla="*/ 1145626 w 3731172"/>
                        <a:gd name="connsiteY13-274" fmla="*/ 451945 h 1418896"/>
                        <a:gd name="connsiteX14-275" fmla="*/ 189185 w 3731172"/>
                        <a:gd name="connsiteY14-276" fmla="*/ 84081 h 1418896"/>
                        <a:gd name="connsiteX15-277" fmla="*/ 168165 w 3731172"/>
                        <a:gd name="connsiteY15-278" fmla="*/ 73572 h 1418896"/>
                        <a:gd name="connsiteX0-279" fmla="*/ 168165 w 3731172"/>
                        <a:gd name="connsiteY0-280" fmla="*/ 73572 h 1418896"/>
                        <a:gd name="connsiteX1-281" fmla="*/ 451945 w 3731172"/>
                        <a:gd name="connsiteY1-282" fmla="*/ 0 h 1418896"/>
                        <a:gd name="connsiteX2-283" fmla="*/ 1881352 w 3731172"/>
                        <a:gd name="connsiteY2-284" fmla="*/ 599089 h 1418896"/>
                        <a:gd name="connsiteX3-285" fmla="*/ 3363310 w 3731172"/>
                        <a:gd name="connsiteY3-286" fmla="*/ 0 h 1418896"/>
                        <a:gd name="connsiteX4-287" fmla="*/ 3584027 w 3731172"/>
                        <a:gd name="connsiteY4-288" fmla="*/ 73572 h 1418896"/>
                        <a:gd name="connsiteX5-289" fmla="*/ 2627586 w 3731172"/>
                        <a:gd name="connsiteY5-290" fmla="*/ 441434 h 1418896"/>
                        <a:gd name="connsiteX6-291" fmla="*/ 2596055 w 3731172"/>
                        <a:gd name="connsiteY6-292" fmla="*/ 914400 h 1418896"/>
                        <a:gd name="connsiteX7-293" fmla="*/ 3731172 w 3731172"/>
                        <a:gd name="connsiteY7-294" fmla="*/ 1345324 h 1418896"/>
                        <a:gd name="connsiteX8-295" fmla="*/ 3447393 w 3731172"/>
                        <a:gd name="connsiteY8-296" fmla="*/ 1408386 h 1418896"/>
                        <a:gd name="connsiteX9-297" fmla="*/ 1870841 w 3731172"/>
                        <a:gd name="connsiteY9-298" fmla="*/ 746234 h 1418896"/>
                        <a:gd name="connsiteX10-299" fmla="*/ 262758 w 3731172"/>
                        <a:gd name="connsiteY10-300" fmla="*/ 1418896 h 1418896"/>
                        <a:gd name="connsiteX11-301" fmla="*/ 0 w 3731172"/>
                        <a:gd name="connsiteY11-302" fmla="*/ 1324303 h 1418896"/>
                        <a:gd name="connsiteX12-303" fmla="*/ 1145627 w 3731172"/>
                        <a:gd name="connsiteY12-304" fmla="*/ 903890 h 1418896"/>
                        <a:gd name="connsiteX13-305" fmla="*/ 1145626 w 3731172"/>
                        <a:gd name="connsiteY13-306" fmla="*/ 451945 h 1418896"/>
                        <a:gd name="connsiteX14-307" fmla="*/ 189185 w 3731172"/>
                        <a:gd name="connsiteY14-308" fmla="*/ 84081 h 1418896"/>
                        <a:gd name="connsiteX15-309" fmla="*/ 168165 w 3731172"/>
                        <a:gd name="connsiteY15-310" fmla="*/ 73572 h 1418896"/>
                        <a:gd name="connsiteX0-311" fmla="*/ 147144 w 3710151"/>
                        <a:gd name="connsiteY0-312" fmla="*/ 73572 h 1418896"/>
                        <a:gd name="connsiteX1-313" fmla="*/ 430924 w 3710151"/>
                        <a:gd name="connsiteY1-314" fmla="*/ 0 h 1418896"/>
                        <a:gd name="connsiteX2-315" fmla="*/ 1860331 w 3710151"/>
                        <a:gd name="connsiteY2-316" fmla="*/ 599089 h 1418896"/>
                        <a:gd name="connsiteX3-317" fmla="*/ 3342289 w 3710151"/>
                        <a:gd name="connsiteY3-318" fmla="*/ 0 h 1418896"/>
                        <a:gd name="connsiteX4-319" fmla="*/ 3563006 w 3710151"/>
                        <a:gd name="connsiteY4-320" fmla="*/ 73572 h 1418896"/>
                        <a:gd name="connsiteX5-321" fmla="*/ 2606565 w 3710151"/>
                        <a:gd name="connsiteY5-322" fmla="*/ 441434 h 1418896"/>
                        <a:gd name="connsiteX6-323" fmla="*/ 2575034 w 3710151"/>
                        <a:gd name="connsiteY6-324" fmla="*/ 914400 h 1418896"/>
                        <a:gd name="connsiteX7-325" fmla="*/ 3710151 w 3710151"/>
                        <a:gd name="connsiteY7-326" fmla="*/ 1345324 h 1418896"/>
                        <a:gd name="connsiteX8-327" fmla="*/ 3426372 w 3710151"/>
                        <a:gd name="connsiteY8-328" fmla="*/ 1408386 h 1418896"/>
                        <a:gd name="connsiteX9-329" fmla="*/ 1849820 w 3710151"/>
                        <a:gd name="connsiteY9-330" fmla="*/ 746234 h 1418896"/>
                        <a:gd name="connsiteX10-331" fmla="*/ 241737 w 3710151"/>
                        <a:gd name="connsiteY10-332" fmla="*/ 1418896 h 1418896"/>
                        <a:gd name="connsiteX11-333" fmla="*/ 0 w 3710151"/>
                        <a:gd name="connsiteY11-334" fmla="*/ 1334814 h 1418896"/>
                        <a:gd name="connsiteX12-335" fmla="*/ 1124606 w 3710151"/>
                        <a:gd name="connsiteY12-336" fmla="*/ 903890 h 1418896"/>
                        <a:gd name="connsiteX13-337" fmla="*/ 1124605 w 3710151"/>
                        <a:gd name="connsiteY13-338" fmla="*/ 451945 h 1418896"/>
                        <a:gd name="connsiteX14-339" fmla="*/ 168164 w 3710151"/>
                        <a:gd name="connsiteY14-340" fmla="*/ 84081 h 1418896"/>
                        <a:gd name="connsiteX15-341" fmla="*/ 147144 w 3710151"/>
                        <a:gd name="connsiteY15-342" fmla="*/ 73572 h 1418896"/>
                        <a:gd name="connsiteX0-343" fmla="*/ 147144 w 3710151"/>
                        <a:gd name="connsiteY0-344" fmla="*/ 73572 h 1418896"/>
                        <a:gd name="connsiteX1-345" fmla="*/ 430924 w 3710151"/>
                        <a:gd name="connsiteY1-346" fmla="*/ 0 h 1418896"/>
                        <a:gd name="connsiteX2-347" fmla="*/ 1860331 w 3710151"/>
                        <a:gd name="connsiteY2-348" fmla="*/ 599089 h 1418896"/>
                        <a:gd name="connsiteX3-349" fmla="*/ 3342289 w 3710151"/>
                        <a:gd name="connsiteY3-350" fmla="*/ 0 h 1418896"/>
                        <a:gd name="connsiteX4-351" fmla="*/ 3563006 w 3710151"/>
                        <a:gd name="connsiteY4-352" fmla="*/ 73572 h 1418896"/>
                        <a:gd name="connsiteX5-353" fmla="*/ 2606565 w 3710151"/>
                        <a:gd name="connsiteY5-354" fmla="*/ 441434 h 1418896"/>
                        <a:gd name="connsiteX6-355" fmla="*/ 2606565 w 3710151"/>
                        <a:gd name="connsiteY6-356" fmla="*/ 924910 h 1418896"/>
                        <a:gd name="connsiteX7-357" fmla="*/ 3710151 w 3710151"/>
                        <a:gd name="connsiteY7-358" fmla="*/ 1345324 h 1418896"/>
                        <a:gd name="connsiteX8-359" fmla="*/ 3426372 w 3710151"/>
                        <a:gd name="connsiteY8-360" fmla="*/ 1408386 h 1418896"/>
                        <a:gd name="connsiteX9-361" fmla="*/ 1849820 w 3710151"/>
                        <a:gd name="connsiteY9-362" fmla="*/ 746234 h 1418896"/>
                        <a:gd name="connsiteX10-363" fmla="*/ 241737 w 3710151"/>
                        <a:gd name="connsiteY10-364" fmla="*/ 1418896 h 1418896"/>
                        <a:gd name="connsiteX11-365" fmla="*/ 0 w 3710151"/>
                        <a:gd name="connsiteY11-366" fmla="*/ 1334814 h 1418896"/>
                        <a:gd name="connsiteX12-367" fmla="*/ 1124606 w 3710151"/>
                        <a:gd name="connsiteY12-368" fmla="*/ 903890 h 1418896"/>
                        <a:gd name="connsiteX13-369" fmla="*/ 1124605 w 3710151"/>
                        <a:gd name="connsiteY13-370" fmla="*/ 451945 h 1418896"/>
                        <a:gd name="connsiteX14-371" fmla="*/ 168164 w 3710151"/>
                        <a:gd name="connsiteY14-372" fmla="*/ 84081 h 1418896"/>
                        <a:gd name="connsiteX15-373" fmla="*/ 147144 w 3710151"/>
                        <a:gd name="connsiteY15-374" fmla="*/ 73572 h 1418896"/>
                        <a:gd name="connsiteX0-375" fmla="*/ 147144 w 3710151"/>
                        <a:gd name="connsiteY0-376" fmla="*/ 73572 h 1418896"/>
                        <a:gd name="connsiteX1-377" fmla="*/ 430924 w 3710151"/>
                        <a:gd name="connsiteY1-378" fmla="*/ 0 h 1418896"/>
                        <a:gd name="connsiteX2-379" fmla="*/ 1860331 w 3710151"/>
                        <a:gd name="connsiteY2-380" fmla="*/ 599089 h 1418896"/>
                        <a:gd name="connsiteX3-381" fmla="*/ 3342289 w 3710151"/>
                        <a:gd name="connsiteY3-382" fmla="*/ 0 h 1418896"/>
                        <a:gd name="connsiteX4-383" fmla="*/ 3563006 w 3710151"/>
                        <a:gd name="connsiteY4-384" fmla="*/ 73572 h 1418896"/>
                        <a:gd name="connsiteX5-385" fmla="*/ 2606565 w 3710151"/>
                        <a:gd name="connsiteY5-386" fmla="*/ 441434 h 1418896"/>
                        <a:gd name="connsiteX6-387" fmla="*/ 2610282 w 3710151"/>
                        <a:gd name="connsiteY6-388" fmla="*/ 902607 h 1418896"/>
                        <a:gd name="connsiteX7-389" fmla="*/ 3710151 w 3710151"/>
                        <a:gd name="connsiteY7-390" fmla="*/ 1345324 h 1418896"/>
                        <a:gd name="connsiteX8-391" fmla="*/ 3426372 w 3710151"/>
                        <a:gd name="connsiteY8-392" fmla="*/ 1408386 h 1418896"/>
                        <a:gd name="connsiteX9-393" fmla="*/ 1849820 w 3710151"/>
                        <a:gd name="connsiteY9-394" fmla="*/ 746234 h 1418896"/>
                        <a:gd name="connsiteX10-395" fmla="*/ 241737 w 3710151"/>
                        <a:gd name="connsiteY10-396" fmla="*/ 1418896 h 1418896"/>
                        <a:gd name="connsiteX11-397" fmla="*/ 0 w 3710151"/>
                        <a:gd name="connsiteY11-398" fmla="*/ 1334814 h 1418896"/>
                        <a:gd name="connsiteX12-399" fmla="*/ 1124606 w 3710151"/>
                        <a:gd name="connsiteY12-400" fmla="*/ 903890 h 1418896"/>
                        <a:gd name="connsiteX13-401" fmla="*/ 1124605 w 3710151"/>
                        <a:gd name="connsiteY13-402" fmla="*/ 451945 h 1418896"/>
                        <a:gd name="connsiteX14-403" fmla="*/ 168164 w 3710151"/>
                        <a:gd name="connsiteY14-404" fmla="*/ 84081 h 1418896"/>
                        <a:gd name="connsiteX15-405" fmla="*/ 147144 w 3710151"/>
                        <a:gd name="connsiteY15-406" fmla="*/ 73572 h 1418896"/>
                        <a:gd name="connsiteX0-407" fmla="*/ 147144 w 3710151"/>
                        <a:gd name="connsiteY0-408" fmla="*/ 73572 h 1418896"/>
                        <a:gd name="connsiteX1-409" fmla="*/ 430924 w 3710151"/>
                        <a:gd name="connsiteY1-410" fmla="*/ 0 h 1418896"/>
                        <a:gd name="connsiteX2-411" fmla="*/ 1860331 w 3710151"/>
                        <a:gd name="connsiteY2-412" fmla="*/ 599089 h 1418896"/>
                        <a:gd name="connsiteX3-413" fmla="*/ 3342289 w 3710151"/>
                        <a:gd name="connsiteY3-414" fmla="*/ 0 h 1418896"/>
                        <a:gd name="connsiteX4-415" fmla="*/ 3563006 w 3710151"/>
                        <a:gd name="connsiteY4-416" fmla="*/ 73572 h 1418896"/>
                        <a:gd name="connsiteX5-417" fmla="*/ 2617717 w 3710151"/>
                        <a:gd name="connsiteY5-418" fmla="*/ 445151 h 1418896"/>
                        <a:gd name="connsiteX6-419" fmla="*/ 2610282 w 3710151"/>
                        <a:gd name="connsiteY6-420" fmla="*/ 902607 h 1418896"/>
                        <a:gd name="connsiteX7-421" fmla="*/ 3710151 w 3710151"/>
                        <a:gd name="connsiteY7-422" fmla="*/ 1345324 h 1418896"/>
                        <a:gd name="connsiteX8-423" fmla="*/ 3426372 w 3710151"/>
                        <a:gd name="connsiteY8-424" fmla="*/ 1408386 h 1418896"/>
                        <a:gd name="connsiteX9-425" fmla="*/ 1849820 w 3710151"/>
                        <a:gd name="connsiteY9-426" fmla="*/ 746234 h 1418896"/>
                        <a:gd name="connsiteX10-427" fmla="*/ 241737 w 3710151"/>
                        <a:gd name="connsiteY10-428" fmla="*/ 1418896 h 1418896"/>
                        <a:gd name="connsiteX11-429" fmla="*/ 0 w 3710151"/>
                        <a:gd name="connsiteY11-430" fmla="*/ 1334814 h 1418896"/>
                        <a:gd name="connsiteX12-431" fmla="*/ 1124606 w 3710151"/>
                        <a:gd name="connsiteY12-432" fmla="*/ 903890 h 1418896"/>
                        <a:gd name="connsiteX13-433" fmla="*/ 1124605 w 3710151"/>
                        <a:gd name="connsiteY13-434" fmla="*/ 451945 h 1418896"/>
                        <a:gd name="connsiteX14-435" fmla="*/ 168164 w 3710151"/>
                        <a:gd name="connsiteY14-436" fmla="*/ 84081 h 1418896"/>
                        <a:gd name="connsiteX15-437" fmla="*/ 147144 w 3710151"/>
                        <a:gd name="connsiteY15-438" fmla="*/ 73572 h 1418896"/>
                        <a:gd name="connsiteX0-439" fmla="*/ 147144 w 3710151"/>
                        <a:gd name="connsiteY0-440" fmla="*/ 73572 h 1418896"/>
                        <a:gd name="connsiteX1-441" fmla="*/ 430924 w 3710151"/>
                        <a:gd name="connsiteY1-442" fmla="*/ 0 h 1418896"/>
                        <a:gd name="connsiteX2-443" fmla="*/ 1860331 w 3710151"/>
                        <a:gd name="connsiteY2-444" fmla="*/ 599089 h 1418896"/>
                        <a:gd name="connsiteX3-445" fmla="*/ 3342289 w 3710151"/>
                        <a:gd name="connsiteY3-446" fmla="*/ 0 h 1418896"/>
                        <a:gd name="connsiteX4-447" fmla="*/ 3563006 w 3710151"/>
                        <a:gd name="connsiteY4-448" fmla="*/ 73572 h 1418896"/>
                        <a:gd name="connsiteX5-449" fmla="*/ 2617717 w 3710151"/>
                        <a:gd name="connsiteY5-450" fmla="*/ 448868 h 1418896"/>
                        <a:gd name="connsiteX6-451" fmla="*/ 2610282 w 3710151"/>
                        <a:gd name="connsiteY6-452" fmla="*/ 902607 h 1418896"/>
                        <a:gd name="connsiteX7-453" fmla="*/ 3710151 w 3710151"/>
                        <a:gd name="connsiteY7-454" fmla="*/ 1345324 h 1418896"/>
                        <a:gd name="connsiteX8-455" fmla="*/ 3426372 w 3710151"/>
                        <a:gd name="connsiteY8-456" fmla="*/ 1408386 h 1418896"/>
                        <a:gd name="connsiteX9-457" fmla="*/ 1849820 w 3710151"/>
                        <a:gd name="connsiteY9-458" fmla="*/ 746234 h 1418896"/>
                        <a:gd name="connsiteX10-459" fmla="*/ 241737 w 3710151"/>
                        <a:gd name="connsiteY10-460" fmla="*/ 1418896 h 1418896"/>
                        <a:gd name="connsiteX11-461" fmla="*/ 0 w 3710151"/>
                        <a:gd name="connsiteY11-462" fmla="*/ 1334814 h 1418896"/>
                        <a:gd name="connsiteX12-463" fmla="*/ 1124606 w 3710151"/>
                        <a:gd name="connsiteY12-464" fmla="*/ 903890 h 1418896"/>
                        <a:gd name="connsiteX13-465" fmla="*/ 1124605 w 3710151"/>
                        <a:gd name="connsiteY13-466" fmla="*/ 451945 h 1418896"/>
                        <a:gd name="connsiteX14-467" fmla="*/ 168164 w 3710151"/>
                        <a:gd name="connsiteY14-468" fmla="*/ 84081 h 1418896"/>
                        <a:gd name="connsiteX15-469" fmla="*/ 147144 w 3710151"/>
                        <a:gd name="connsiteY15-470" fmla="*/ 73572 h 1418896"/>
                        <a:gd name="connsiteX0-471" fmla="*/ 147144 w 3710151"/>
                        <a:gd name="connsiteY0-472" fmla="*/ 73572 h 1418896"/>
                        <a:gd name="connsiteX1-473" fmla="*/ 430924 w 3710151"/>
                        <a:gd name="connsiteY1-474" fmla="*/ 0 h 1418896"/>
                        <a:gd name="connsiteX2-475" fmla="*/ 1838028 w 3710151"/>
                        <a:gd name="connsiteY2-476" fmla="*/ 591655 h 1418896"/>
                        <a:gd name="connsiteX3-477" fmla="*/ 3342289 w 3710151"/>
                        <a:gd name="connsiteY3-478" fmla="*/ 0 h 1418896"/>
                        <a:gd name="connsiteX4-479" fmla="*/ 3563006 w 3710151"/>
                        <a:gd name="connsiteY4-480" fmla="*/ 73572 h 1418896"/>
                        <a:gd name="connsiteX5-481" fmla="*/ 2617717 w 3710151"/>
                        <a:gd name="connsiteY5-482" fmla="*/ 448868 h 1418896"/>
                        <a:gd name="connsiteX6-483" fmla="*/ 2610282 w 3710151"/>
                        <a:gd name="connsiteY6-484" fmla="*/ 902607 h 1418896"/>
                        <a:gd name="connsiteX7-485" fmla="*/ 3710151 w 3710151"/>
                        <a:gd name="connsiteY7-486" fmla="*/ 1345324 h 1418896"/>
                        <a:gd name="connsiteX8-487" fmla="*/ 3426372 w 3710151"/>
                        <a:gd name="connsiteY8-488" fmla="*/ 1408386 h 1418896"/>
                        <a:gd name="connsiteX9-489" fmla="*/ 1849820 w 3710151"/>
                        <a:gd name="connsiteY9-490" fmla="*/ 746234 h 1418896"/>
                        <a:gd name="connsiteX10-491" fmla="*/ 241737 w 3710151"/>
                        <a:gd name="connsiteY10-492" fmla="*/ 1418896 h 1418896"/>
                        <a:gd name="connsiteX11-493" fmla="*/ 0 w 3710151"/>
                        <a:gd name="connsiteY11-494" fmla="*/ 1334814 h 1418896"/>
                        <a:gd name="connsiteX12-495" fmla="*/ 1124606 w 3710151"/>
                        <a:gd name="connsiteY12-496" fmla="*/ 903890 h 1418896"/>
                        <a:gd name="connsiteX13-497" fmla="*/ 1124605 w 3710151"/>
                        <a:gd name="connsiteY13-498" fmla="*/ 451945 h 1418896"/>
                        <a:gd name="connsiteX14-499" fmla="*/ 168164 w 3710151"/>
                        <a:gd name="connsiteY14-500" fmla="*/ 84081 h 1418896"/>
                        <a:gd name="connsiteX15-501" fmla="*/ 147144 w 3710151"/>
                        <a:gd name="connsiteY15-502" fmla="*/ 73572 h 1418896"/>
                        <a:gd name="connsiteX0-503" fmla="*/ 147144 w 3710151"/>
                        <a:gd name="connsiteY0-504" fmla="*/ 73572 h 1418896"/>
                        <a:gd name="connsiteX1-505" fmla="*/ 430924 w 3710151"/>
                        <a:gd name="connsiteY1-506" fmla="*/ 0 h 1418896"/>
                        <a:gd name="connsiteX2-507" fmla="*/ 1838028 w 3710151"/>
                        <a:gd name="connsiteY2-508" fmla="*/ 591655 h 1418896"/>
                        <a:gd name="connsiteX3-509" fmla="*/ 3342289 w 3710151"/>
                        <a:gd name="connsiteY3-510" fmla="*/ 0 h 1418896"/>
                        <a:gd name="connsiteX4-511" fmla="*/ 3563006 w 3710151"/>
                        <a:gd name="connsiteY4-512" fmla="*/ 73572 h 1418896"/>
                        <a:gd name="connsiteX5-513" fmla="*/ 2617717 w 3710151"/>
                        <a:gd name="connsiteY5-514" fmla="*/ 448868 h 1418896"/>
                        <a:gd name="connsiteX6-515" fmla="*/ 2610282 w 3710151"/>
                        <a:gd name="connsiteY6-516" fmla="*/ 902607 h 1418896"/>
                        <a:gd name="connsiteX7-517" fmla="*/ 3710151 w 3710151"/>
                        <a:gd name="connsiteY7-518" fmla="*/ 1345324 h 1418896"/>
                        <a:gd name="connsiteX8-519" fmla="*/ 3426372 w 3710151"/>
                        <a:gd name="connsiteY8-520" fmla="*/ 1408386 h 1418896"/>
                        <a:gd name="connsiteX9-521" fmla="*/ 1849820 w 3710151"/>
                        <a:gd name="connsiteY9-522" fmla="*/ 746234 h 1418896"/>
                        <a:gd name="connsiteX10-523" fmla="*/ 241737 w 3710151"/>
                        <a:gd name="connsiteY10-524" fmla="*/ 1418896 h 1418896"/>
                        <a:gd name="connsiteX11-525" fmla="*/ 0 w 3710151"/>
                        <a:gd name="connsiteY11-526" fmla="*/ 1334814 h 1418896"/>
                        <a:gd name="connsiteX12-527" fmla="*/ 1124606 w 3710151"/>
                        <a:gd name="connsiteY12-528" fmla="*/ 903890 h 1418896"/>
                        <a:gd name="connsiteX13-529" fmla="*/ 1087434 w 3710151"/>
                        <a:gd name="connsiteY13-530" fmla="*/ 451945 h 1418896"/>
                        <a:gd name="connsiteX14-531" fmla="*/ 168164 w 3710151"/>
                        <a:gd name="connsiteY14-532" fmla="*/ 84081 h 1418896"/>
                        <a:gd name="connsiteX15-533" fmla="*/ 147144 w 3710151"/>
                        <a:gd name="connsiteY15-534" fmla="*/ 73572 h 1418896"/>
                        <a:gd name="connsiteX0-535" fmla="*/ 147144 w 3710151"/>
                        <a:gd name="connsiteY0-536" fmla="*/ 73572 h 1418896"/>
                        <a:gd name="connsiteX1-537" fmla="*/ 430924 w 3710151"/>
                        <a:gd name="connsiteY1-538" fmla="*/ 0 h 1418896"/>
                        <a:gd name="connsiteX2-539" fmla="*/ 1838028 w 3710151"/>
                        <a:gd name="connsiteY2-540" fmla="*/ 591655 h 1418896"/>
                        <a:gd name="connsiteX3-541" fmla="*/ 3342289 w 3710151"/>
                        <a:gd name="connsiteY3-542" fmla="*/ 0 h 1418896"/>
                        <a:gd name="connsiteX4-543" fmla="*/ 3563006 w 3710151"/>
                        <a:gd name="connsiteY4-544" fmla="*/ 73572 h 1418896"/>
                        <a:gd name="connsiteX5-545" fmla="*/ 2617717 w 3710151"/>
                        <a:gd name="connsiteY5-546" fmla="*/ 448868 h 1418896"/>
                        <a:gd name="connsiteX6-547" fmla="*/ 2610282 w 3710151"/>
                        <a:gd name="connsiteY6-548" fmla="*/ 902607 h 1418896"/>
                        <a:gd name="connsiteX7-549" fmla="*/ 3710151 w 3710151"/>
                        <a:gd name="connsiteY7-550" fmla="*/ 1345324 h 1418896"/>
                        <a:gd name="connsiteX8-551" fmla="*/ 3426372 w 3710151"/>
                        <a:gd name="connsiteY8-552" fmla="*/ 1408386 h 1418896"/>
                        <a:gd name="connsiteX9-553" fmla="*/ 1849820 w 3710151"/>
                        <a:gd name="connsiteY9-554" fmla="*/ 746234 h 1418896"/>
                        <a:gd name="connsiteX10-555" fmla="*/ 241737 w 3710151"/>
                        <a:gd name="connsiteY10-556" fmla="*/ 1418896 h 1418896"/>
                        <a:gd name="connsiteX11-557" fmla="*/ 0 w 3710151"/>
                        <a:gd name="connsiteY11-558" fmla="*/ 1334814 h 1418896"/>
                        <a:gd name="connsiteX12-559" fmla="*/ 1098586 w 3710151"/>
                        <a:gd name="connsiteY12-560" fmla="*/ 903890 h 1418896"/>
                        <a:gd name="connsiteX13-561" fmla="*/ 1087434 w 3710151"/>
                        <a:gd name="connsiteY13-562" fmla="*/ 451945 h 1418896"/>
                        <a:gd name="connsiteX14-563" fmla="*/ 168164 w 3710151"/>
                        <a:gd name="connsiteY14-564" fmla="*/ 84081 h 1418896"/>
                        <a:gd name="connsiteX15-565" fmla="*/ 147144 w 3710151"/>
                        <a:gd name="connsiteY15-566" fmla="*/ 73572 h 1418896"/>
                        <a:gd name="connsiteX0-567" fmla="*/ 162012 w 3725019"/>
                        <a:gd name="connsiteY0-568" fmla="*/ 73572 h 1418896"/>
                        <a:gd name="connsiteX1-569" fmla="*/ 445792 w 3725019"/>
                        <a:gd name="connsiteY1-570" fmla="*/ 0 h 1418896"/>
                        <a:gd name="connsiteX2-571" fmla="*/ 1852896 w 3725019"/>
                        <a:gd name="connsiteY2-572" fmla="*/ 591655 h 1418896"/>
                        <a:gd name="connsiteX3-573" fmla="*/ 3357157 w 3725019"/>
                        <a:gd name="connsiteY3-574" fmla="*/ 0 h 1418896"/>
                        <a:gd name="connsiteX4-575" fmla="*/ 3577874 w 3725019"/>
                        <a:gd name="connsiteY4-576" fmla="*/ 73572 h 1418896"/>
                        <a:gd name="connsiteX5-577" fmla="*/ 2632585 w 3725019"/>
                        <a:gd name="connsiteY5-578" fmla="*/ 448868 h 1418896"/>
                        <a:gd name="connsiteX6-579" fmla="*/ 2625150 w 3725019"/>
                        <a:gd name="connsiteY6-580" fmla="*/ 902607 h 1418896"/>
                        <a:gd name="connsiteX7-581" fmla="*/ 3725019 w 3725019"/>
                        <a:gd name="connsiteY7-582" fmla="*/ 1345324 h 1418896"/>
                        <a:gd name="connsiteX8-583" fmla="*/ 3441240 w 3725019"/>
                        <a:gd name="connsiteY8-584" fmla="*/ 1408386 h 1418896"/>
                        <a:gd name="connsiteX9-585" fmla="*/ 1864688 w 3725019"/>
                        <a:gd name="connsiteY9-586" fmla="*/ 746234 h 1418896"/>
                        <a:gd name="connsiteX10-587" fmla="*/ 256605 w 3725019"/>
                        <a:gd name="connsiteY10-588" fmla="*/ 1418896 h 1418896"/>
                        <a:gd name="connsiteX11-589" fmla="*/ 0 w 3725019"/>
                        <a:gd name="connsiteY11-590" fmla="*/ 1331097 h 1418896"/>
                        <a:gd name="connsiteX12-591" fmla="*/ 1113454 w 3725019"/>
                        <a:gd name="connsiteY12-592" fmla="*/ 903890 h 1418896"/>
                        <a:gd name="connsiteX13-593" fmla="*/ 1102302 w 3725019"/>
                        <a:gd name="connsiteY13-594" fmla="*/ 451945 h 1418896"/>
                        <a:gd name="connsiteX14-595" fmla="*/ 183032 w 3725019"/>
                        <a:gd name="connsiteY14-596" fmla="*/ 84081 h 1418896"/>
                        <a:gd name="connsiteX15-597" fmla="*/ 162012 w 3725019"/>
                        <a:gd name="connsiteY15-598" fmla="*/ 73572 h 141889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  <a:cxn ang="0">
                          <a:pos x="connsiteX11-23" y="connsiteY11-24"/>
                        </a:cxn>
                        <a:cxn ang="0">
                          <a:pos x="connsiteX12-25" y="connsiteY12-26"/>
                        </a:cxn>
                        <a:cxn ang="0">
                          <a:pos x="connsiteX13-27" y="connsiteY13-28"/>
                        </a:cxn>
                        <a:cxn ang="0">
                          <a:pos x="connsiteX14-29" y="connsiteY14-30"/>
                        </a:cxn>
                        <a:cxn ang="0">
                          <a:pos x="connsiteX15-31" y="connsiteY15-32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463" name="Group 462"/>
                <p:cNvGrpSpPr/>
                <p:nvPr/>
              </p:nvGrpSpPr>
              <p:grpSpPr>
                <a:xfrm>
                  <a:off x="9247893" y="4775686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64" name="Freeform 463"/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-1" fmla="*/ 8187558 w 8187558"/>
                      <a:gd name="connsiteY0-2" fmla="*/ 0 h 2617076"/>
                      <a:gd name="connsiteX1-3" fmla="*/ 8187558 w 8187558"/>
                      <a:gd name="connsiteY1-4" fmla="*/ 1271752 h 2617076"/>
                      <a:gd name="connsiteX2-5" fmla="*/ 4025462 w 8187558"/>
                      <a:gd name="connsiteY2-6" fmla="*/ 2617076 h 2617076"/>
                      <a:gd name="connsiteX3-7" fmla="*/ 0 w 8187558"/>
                      <a:gd name="connsiteY3-8" fmla="*/ 1229711 h 2617076"/>
                      <a:gd name="connsiteX4-9" fmla="*/ 31531 w 8187558"/>
                      <a:gd name="connsiteY4-10" fmla="*/ 147145 h 2617076"/>
                      <a:gd name="connsiteX5-11" fmla="*/ 4046482 w 8187558"/>
                      <a:gd name="connsiteY5-12" fmla="*/ 1576552 h 2617076"/>
                      <a:gd name="connsiteX6-13" fmla="*/ 8187558 w 8187558"/>
                      <a:gd name="connsiteY6-14" fmla="*/ 0 h 2617076"/>
                      <a:gd name="connsiteX0-15" fmla="*/ 8187558 w 8187558"/>
                      <a:gd name="connsiteY0-16" fmla="*/ 0 h 2617076"/>
                      <a:gd name="connsiteX1-17" fmla="*/ 8187558 w 8187558"/>
                      <a:gd name="connsiteY1-18" fmla="*/ 1271752 h 2617076"/>
                      <a:gd name="connsiteX2-19" fmla="*/ 4025462 w 8187558"/>
                      <a:gd name="connsiteY2-20" fmla="*/ 2617076 h 2617076"/>
                      <a:gd name="connsiteX3-21" fmla="*/ 0 w 8187558"/>
                      <a:gd name="connsiteY3-22" fmla="*/ 1229711 h 2617076"/>
                      <a:gd name="connsiteX4-23" fmla="*/ 31531 w 8187558"/>
                      <a:gd name="connsiteY4-24" fmla="*/ 147145 h 2617076"/>
                      <a:gd name="connsiteX5-25" fmla="*/ 4046482 w 8187558"/>
                      <a:gd name="connsiteY5-26" fmla="*/ 1576552 h 2617076"/>
                      <a:gd name="connsiteX6-27" fmla="*/ 8187558 w 8187558"/>
                      <a:gd name="connsiteY6-28" fmla="*/ 0 h 2617076"/>
                      <a:gd name="connsiteX0-29" fmla="*/ 8187558 w 8187558"/>
                      <a:gd name="connsiteY0-30" fmla="*/ 0 h 2617076"/>
                      <a:gd name="connsiteX1-31" fmla="*/ 8187558 w 8187558"/>
                      <a:gd name="connsiteY1-32" fmla="*/ 1271752 h 2617076"/>
                      <a:gd name="connsiteX2-33" fmla="*/ 4025462 w 8187558"/>
                      <a:gd name="connsiteY2-34" fmla="*/ 2617076 h 2617076"/>
                      <a:gd name="connsiteX3-35" fmla="*/ 0 w 8187558"/>
                      <a:gd name="connsiteY3-36" fmla="*/ 1229711 h 2617076"/>
                      <a:gd name="connsiteX4-37" fmla="*/ 31531 w 8187558"/>
                      <a:gd name="connsiteY4-38" fmla="*/ 147145 h 2617076"/>
                      <a:gd name="connsiteX5-39" fmla="*/ 4046482 w 8187558"/>
                      <a:gd name="connsiteY5-40" fmla="*/ 1576552 h 2617076"/>
                      <a:gd name="connsiteX6-41" fmla="*/ 8187558 w 8187558"/>
                      <a:gd name="connsiteY6-42" fmla="*/ 0 h 2617076"/>
                      <a:gd name="connsiteX0-43" fmla="*/ 8187558 w 8187558"/>
                      <a:gd name="connsiteY0-44" fmla="*/ 0 h 2617076"/>
                      <a:gd name="connsiteX1-45" fmla="*/ 8187558 w 8187558"/>
                      <a:gd name="connsiteY1-46" fmla="*/ 1271752 h 2617076"/>
                      <a:gd name="connsiteX2-47" fmla="*/ 4025462 w 8187558"/>
                      <a:gd name="connsiteY2-48" fmla="*/ 2617076 h 2617076"/>
                      <a:gd name="connsiteX3-49" fmla="*/ 0 w 8187558"/>
                      <a:gd name="connsiteY3-50" fmla="*/ 1229711 h 2617076"/>
                      <a:gd name="connsiteX4-51" fmla="*/ 31531 w 8187558"/>
                      <a:gd name="connsiteY4-52" fmla="*/ 147145 h 2617076"/>
                      <a:gd name="connsiteX5-53" fmla="*/ 4046482 w 8187558"/>
                      <a:gd name="connsiteY5-54" fmla="*/ 1576552 h 2617076"/>
                      <a:gd name="connsiteX6-55" fmla="*/ 8187558 w 8187558"/>
                      <a:gd name="connsiteY6-56" fmla="*/ 0 h 2617076"/>
                      <a:gd name="connsiteX0-57" fmla="*/ 8187558 w 8187558"/>
                      <a:gd name="connsiteY0-58" fmla="*/ 0 h 2617076"/>
                      <a:gd name="connsiteX1-59" fmla="*/ 8187558 w 8187558"/>
                      <a:gd name="connsiteY1-60" fmla="*/ 1271752 h 2617076"/>
                      <a:gd name="connsiteX2-61" fmla="*/ 4025462 w 8187558"/>
                      <a:gd name="connsiteY2-62" fmla="*/ 2617076 h 2617076"/>
                      <a:gd name="connsiteX3-63" fmla="*/ 0 w 8187558"/>
                      <a:gd name="connsiteY3-64" fmla="*/ 1229711 h 2617076"/>
                      <a:gd name="connsiteX4-65" fmla="*/ 31531 w 8187558"/>
                      <a:gd name="connsiteY4-66" fmla="*/ 147145 h 2617076"/>
                      <a:gd name="connsiteX5-67" fmla="*/ 4046482 w 8187558"/>
                      <a:gd name="connsiteY5-68" fmla="*/ 1576552 h 2617076"/>
                      <a:gd name="connsiteX6-69" fmla="*/ 8187558 w 8187558"/>
                      <a:gd name="connsiteY6-70" fmla="*/ 0 h 2617076"/>
                      <a:gd name="connsiteX0-71" fmla="*/ 8187558 w 8187558"/>
                      <a:gd name="connsiteY0-72" fmla="*/ 0 h 2617076"/>
                      <a:gd name="connsiteX1-73" fmla="*/ 8187558 w 8187558"/>
                      <a:gd name="connsiteY1-74" fmla="*/ 1271752 h 2617076"/>
                      <a:gd name="connsiteX2-75" fmla="*/ 4025462 w 8187558"/>
                      <a:gd name="connsiteY2-76" fmla="*/ 2617076 h 2617076"/>
                      <a:gd name="connsiteX3-77" fmla="*/ 0 w 8187558"/>
                      <a:gd name="connsiteY3-78" fmla="*/ 1229711 h 2617076"/>
                      <a:gd name="connsiteX4-79" fmla="*/ 31531 w 8187558"/>
                      <a:gd name="connsiteY4-80" fmla="*/ 147145 h 2617076"/>
                      <a:gd name="connsiteX5-81" fmla="*/ 4046482 w 8187558"/>
                      <a:gd name="connsiteY5-82" fmla="*/ 1576552 h 2617076"/>
                      <a:gd name="connsiteX6-83" fmla="*/ 8187558 w 8187558"/>
                      <a:gd name="connsiteY6-84" fmla="*/ 0 h 2617076"/>
                      <a:gd name="connsiteX0-85" fmla="*/ 8187558 w 8187558"/>
                      <a:gd name="connsiteY0-86" fmla="*/ 0 h 2638097"/>
                      <a:gd name="connsiteX1-87" fmla="*/ 8187558 w 8187558"/>
                      <a:gd name="connsiteY1-88" fmla="*/ 1271752 h 2638097"/>
                      <a:gd name="connsiteX2-89" fmla="*/ 4099035 w 8187558"/>
                      <a:gd name="connsiteY2-90" fmla="*/ 2638097 h 2638097"/>
                      <a:gd name="connsiteX3-91" fmla="*/ 0 w 8187558"/>
                      <a:gd name="connsiteY3-92" fmla="*/ 1229711 h 2638097"/>
                      <a:gd name="connsiteX4-93" fmla="*/ 31531 w 8187558"/>
                      <a:gd name="connsiteY4-94" fmla="*/ 147145 h 2638097"/>
                      <a:gd name="connsiteX5-95" fmla="*/ 4046482 w 8187558"/>
                      <a:gd name="connsiteY5-96" fmla="*/ 1576552 h 2638097"/>
                      <a:gd name="connsiteX6-97" fmla="*/ 8187558 w 8187558"/>
                      <a:gd name="connsiteY6-98" fmla="*/ 0 h 2638097"/>
                      <a:gd name="connsiteX0-99" fmla="*/ 8187558 w 8187558"/>
                      <a:gd name="connsiteY0-100" fmla="*/ 0 h 2638097"/>
                      <a:gd name="connsiteX1-101" fmla="*/ 8187558 w 8187558"/>
                      <a:gd name="connsiteY1-102" fmla="*/ 1271752 h 2638097"/>
                      <a:gd name="connsiteX2-103" fmla="*/ 4099035 w 8187558"/>
                      <a:gd name="connsiteY2-104" fmla="*/ 2638097 h 2638097"/>
                      <a:gd name="connsiteX3-105" fmla="*/ 0 w 8187558"/>
                      <a:gd name="connsiteY3-106" fmla="*/ 1229711 h 2638097"/>
                      <a:gd name="connsiteX4-107" fmla="*/ 31531 w 8187558"/>
                      <a:gd name="connsiteY4-108" fmla="*/ 147145 h 2638097"/>
                      <a:gd name="connsiteX5-109" fmla="*/ 4046482 w 8187558"/>
                      <a:gd name="connsiteY5-110" fmla="*/ 1576552 h 2638097"/>
                      <a:gd name="connsiteX6-111" fmla="*/ 8187558 w 8187558"/>
                      <a:gd name="connsiteY6-112" fmla="*/ 0 h 2638097"/>
                      <a:gd name="connsiteX0-113" fmla="*/ 8187558 w 8187558"/>
                      <a:gd name="connsiteY0-114" fmla="*/ 0 h 2638097"/>
                      <a:gd name="connsiteX1-115" fmla="*/ 8187558 w 8187558"/>
                      <a:gd name="connsiteY1-116" fmla="*/ 1271752 h 2638097"/>
                      <a:gd name="connsiteX2-117" fmla="*/ 4099035 w 8187558"/>
                      <a:gd name="connsiteY2-118" fmla="*/ 2638097 h 2638097"/>
                      <a:gd name="connsiteX3-119" fmla="*/ 0 w 8187558"/>
                      <a:gd name="connsiteY3-120" fmla="*/ 1229711 h 2638097"/>
                      <a:gd name="connsiteX4-121" fmla="*/ 31531 w 8187558"/>
                      <a:gd name="connsiteY4-122" fmla="*/ 147145 h 2638097"/>
                      <a:gd name="connsiteX5-123" fmla="*/ 4046482 w 8187558"/>
                      <a:gd name="connsiteY5-124" fmla="*/ 1576552 h 2638097"/>
                      <a:gd name="connsiteX6-125" fmla="*/ 8187558 w 8187558"/>
                      <a:gd name="connsiteY6-126" fmla="*/ 0 h 2638097"/>
                      <a:gd name="connsiteX0-127" fmla="*/ 8187558 w 8187558"/>
                      <a:gd name="connsiteY0-128" fmla="*/ 0 h 2638097"/>
                      <a:gd name="connsiteX1-129" fmla="*/ 8187558 w 8187558"/>
                      <a:gd name="connsiteY1-130" fmla="*/ 1271752 h 2638097"/>
                      <a:gd name="connsiteX2-131" fmla="*/ 4099035 w 8187558"/>
                      <a:gd name="connsiteY2-132" fmla="*/ 2638097 h 2638097"/>
                      <a:gd name="connsiteX3-133" fmla="*/ 0 w 8187558"/>
                      <a:gd name="connsiteY3-134" fmla="*/ 1229711 h 2638097"/>
                      <a:gd name="connsiteX4-135" fmla="*/ 31531 w 8187558"/>
                      <a:gd name="connsiteY4-136" fmla="*/ 147145 h 2638097"/>
                      <a:gd name="connsiteX5-137" fmla="*/ 4046482 w 8187558"/>
                      <a:gd name="connsiteY5-138" fmla="*/ 1576552 h 2638097"/>
                      <a:gd name="connsiteX6-139" fmla="*/ 8187558 w 8187558"/>
                      <a:gd name="connsiteY6-140" fmla="*/ 0 h 2638097"/>
                      <a:gd name="connsiteX0-141" fmla="*/ 8187558 w 8187558"/>
                      <a:gd name="connsiteY0-142" fmla="*/ 0 h 2638097"/>
                      <a:gd name="connsiteX1-143" fmla="*/ 8187558 w 8187558"/>
                      <a:gd name="connsiteY1-144" fmla="*/ 1271752 h 2638097"/>
                      <a:gd name="connsiteX2-145" fmla="*/ 4099035 w 8187558"/>
                      <a:gd name="connsiteY2-146" fmla="*/ 2638097 h 2638097"/>
                      <a:gd name="connsiteX3-147" fmla="*/ 0 w 8187558"/>
                      <a:gd name="connsiteY3-148" fmla="*/ 1229711 h 2638097"/>
                      <a:gd name="connsiteX4-149" fmla="*/ 31531 w 8187558"/>
                      <a:gd name="connsiteY4-150" fmla="*/ 147145 h 2638097"/>
                      <a:gd name="connsiteX5-151" fmla="*/ 4088524 w 8187558"/>
                      <a:gd name="connsiteY5-152" fmla="*/ 1597573 h 2638097"/>
                      <a:gd name="connsiteX6-153" fmla="*/ 8187558 w 8187558"/>
                      <a:gd name="connsiteY6-154" fmla="*/ 0 h 2638097"/>
                      <a:gd name="connsiteX0-155" fmla="*/ 8187558 w 8187558"/>
                      <a:gd name="connsiteY0-156" fmla="*/ 0 h 2638097"/>
                      <a:gd name="connsiteX1-157" fmla="*/ 8187558 w 8187558"/>
                      <a:gd name="connsiteY1-158" fmla="*/ 1271752 h 2638097"/>
                      <a:gd name="connsiteX2-159" fmla="*/ 4099035 w 8187558"/>
                      <a:gd name="connsiteY2-160" fmla="*/ 2638097 h 2638097"/>
                      <a:gd name="connsiteX3-161" fmla="*/ 0 w 8187558"/>
                      <a:gd name="connsiteY3-162" fmla="*/ 1229711 h 2638097"/>
                      <a:gd name="connsiteX4-163" fmla="*/ 31531 w 8187558"/>
                      <a:gd name="connsiteY4-164" fmla="*/ 147145 h 2638097"/>
                      <a:gd name="connsiteX5-165" fmla="*/ 4088524 w 8187558"/>
                      <a:gd name="connsiteY5-166" fmla="*/ 1597573 h 2638097"/>
                      <a:gd name="connsiteX6-167" fmla="*/ 8187558 w 8187558"/>
                      <a:gd name="connsiteY6-168" fmla="*/ 0 h 2638097"/>
                      <a:gd name="connsiteX0-169" fmla="*/ 8187558 w 8187558"/>
                      <a:gd name="connsiteY0-170" fmla="*/ 0 h 2638097"/>
                      <a:gd name="connsiteX1-171" fmla="*/ 8187558 w 8187558"/>
                      <a:gd name="connsiteY1-172" fmla="*/ 1271752 h 2638097"/>
                      <a:gd name="connsiteX2-173" fmla="*/ 4099035 w 8187558"/>
                      <a:gd name="connsiteY2-174" fmla="*/ 2638097 h 2638097"/>
                      <a:gd name="connsiteX3-175" fmla="*/ 0 w 8187558"/>
                      <a:gd name="connsiteY3-176" fmla="*/ 1229711 h 2638097"/>
                      <a:gd name="connsiteX4-177" fmla="*/ 31531 w 8187558"/>
                      <a:gd name="connsiteY4-178" fmla="*/ 147145 h 2638097"/>
                      <a:gd name="connsiteX5-179" fmla="*/ 4099035 w 8187558"/>
                      <a:gd name="connsiteY5-180" fmla="*/ 1566042 h 2638097"/>
                      <a:gd name="connsiteX6-181" fmla="*/ 8187558 w 8187558"/>
                      <a:gd name="connsiteY6-182" fmla="*/ 0 h 2638097"/>
                      <a:gd name="connsiteX0-183" fmla="*/ 8187558 w 8187558"/>
                      <a:gd name="connsiteY0-184" fmla="*/ 0 h 2638097"/>
                      <a:gd name="connsiteX1-185" fmla="*/ 8187558 w 8187558"/>
                      <a:gd name="connsiteY1-186" fmla="*/ 1271752 h 2638097"/>
                      <a:gd name="connsiteX2-187" fmla="*/ 4099035 w 8187558"/>
                      <a:gd name="connsiteY2-188" fmla="*/ 2638097 h 2638097"/>
                      <a:gd name="connsiteX3-189" fmla="*/ 0 w 8187558"/>
                      <a:gd name="connsiteY3-190" fmla="*/ 1229711 h 2638097"/>
                      <a:gd name="connsiteX4-191" fmla="*/ 31531 w 8187558"/>
                      <a:gd name="connsiteY4-192" fmla="*/ 147145 h 2638097"/>
                      <a:gd name="connsiteX5-193" fmla="*/ 4099035 w 8187558"/>
                      <a:gd name="connsiteY5-194" fmla="*/ 1566042 h 2638097"/>
                      <a:gd name="connsiteX6-195" fmla="*/ 8187558 w 8187558"/>
                      <a:gd name="connsiteY6-196" fmla="*/ 0 h 2638097"/>
                      <a:gd name="connsiteX0-197" fmla="*/ 8187558 w 8187558"/>
                      <a:gd name="connsiteY0-198" fmla="*/ 0 h 2638097"/>
                      <a:gd name="connsiteX1-199" fmla="*/ 8187558 w 8187558"/>
                      <a:gd name="connsiteY1-200" fmla="*/ 1271752 h 2638097"/>
                      <a:gd name="connsiteX2-201" fmla="*/ 4099035 w 8187558"/>
                      <a:gd name="connsiteY2-202" fmla="*/ 2638097 h 2638097"/>
                      <a:gd name="connsiteX3-203" fmla="*/ 0 w 8187558"/>
                      <a:gd name="connsiteY3-204" fmla="*/ 1229711 h 2638097"/>
                      <a:gd name="connsiteX4-205" fmla="*/ 31531 w 8187558"/>
                      <a:gd name="connsiteY4-206" fmla="*/ 147145 h 2638097"/>
                      <a:gd name="connsiteX5-207" fmla="*/ 4099035 w 8187558"/>
                      <a:gd name="connsiteY5-208" fmla="*/ 1566042 h 2638097"/>
                      <a:gd name="connsiteX6-209" fmla="*/ 8187558 w 8187558"/>
                      <a:gd name="connsiteY6-210" fmla="*/ 0 h 2638097"/>
                      <a:gd name="connsiteX0-211" fmla="*/ 8187558 w 8187558"/>
                      <a:gd name="connsiteY0-212" fmla="*/ 0 h 2638097"/>
                      <a:gd name="connsiteX1-213" fmla="*/ 8187558 w 8187558"/>
                      <a:gd name="connsiteY1-214" fmla="*/ 1271752 h 2638097"/>
                      <a:gd name="connsiteX2-215" fmla="*/ 4099035 w 8187558"/>
                      <a:gd name="connsiteY2-216" fmla="*/ 2638097 h 2638097"/>
                      <a:gd name="connsiteX3-217" fmla="*/ 0 w 8187558"/>
                      <a:gd name="connsiteY3-218" fmla="*/ 1229711 h 2638097"/>
                      <a:gd name="connsiteX4-219" fmla="*/ 31531 w 8187558"/>
                      <a:gd name="connsiteY4-220" fmla="*/ 147145 h 2638097"/>
                      <a:gd name="connsiteX5-221" fmla="*/ 4099035 w 8187558"/>
                      <a:gd name="connsiteY5-222" fmla="*/ 1566042 h 2638097"/>
                      <a:gd name="connsiteX6-223" fmla="*/ 8187558 w 8187558"/>
                      <a:gd name="connsiteY6-224" fmla="*/ 0 h 2638097"/>
                      <a:gd name="connsiteX0-225" fmla="*/ 8187558 w 8187558"/>
                      <a:gd name="connsiteY0-226" fmla="*/ 0 h 2638097"/>
                      <a:gd name="connsiteX1-227" fmla="*/ 8187558 w 8187558"/>
                      <a:gd name="connsiteY1-228" fmla="*/ 1271752 h 2638097"/>
                      <a:gd name="connsiteX2-229" fmla="*/ 4099035 w 8187558"/>
                      <a:gd name="connsiteY2-230" fmla="*/ 2638097 h 2638097"/>
                      <a:gd name="connsiteX3-231" fmla="*/ 0 w 8187558"/>
                      <a:gd name="connsiteY3-232" fmla="*/ 1229711 h 2638097"/>
                      <a:gd name="connsiteX4-233" fmla="*/ 31531 w 8187558"/>
                      <a:gd name="connsiteY4-234" fmla="*/ 147145 h 2638097"/>
                      <a:gd name="connsiteX5-235" fmla="*/ 4099035 w 8187558"/>
                      <a:gd name="connsiteY5-236" fmla="*/ 1566042 h 2638097"/>
                      <a:gd name="connsiteX6-237" fmla="*/ 8187558 w 8187558"/>
                      <a:gd name="connsiteY6-238" fmla="*/ 0 h 2638097"/>
                      <a:gd name="connsiteX0-239" fmla="*/ 8187558 w 8187558"/>
                      <a:gd name="connsiteY0-240" fmla="*/ 0 h 2638097"/>
                      <a:gd name="connsiteX1-241" fmla="*/ 8187558 w 8187558"/>
                      <a:gd name="connsiteY1-242" fmla="*/ 1271752 h 2638097"/>
                      <a:gd name="connsiteX2-243" fmla="*/ 4099035 w 8187558"/>
                      <a:gd name="connsiteY2-244" fmla="*/ 2638097 h 2638097"/>
                      <a:gd name="connsiteX3-245" fmla="*/ 0 w 8187558"/>
                      <a:gd name="connsiteY3-246" fmla="*/ 1229711 h 2638097"/>
                      <a:gd name="connsiteX4-247" fmla="*/ 31531 w 8187558"/>
                      <a:gd name="connsiteY4-248" fmla="*/ 147145 h 2638097"/>
                      <a:gd name="connsiteX5-249" fmla="*/ 4099035 w 8187558"/>
                      <a:gd name="connsiteY5-250" fmla="*/ 1566042 h 2638097"/>
                      <a:gd name="connsiteX6-251" fmla="*/ 8187558 w 8187558"/>
                      <a:gd name="connsiteY6-252" fmla="*/ 0 h 2638097"/>
                      <a:gd name="connsiteX0-253" fmla="*/ 8187558 w 8187558"/>
                      <a:gd name="connsiteY0-254" fmla="*/ 0 h 2638097"/>
                      <a:gd name="connsiteX1-255" fmla="*/ 8187558 w 8187558"/>
                      <a:gd name="connsiteY1-256" fmla="*/ 1271752 h 2638097"/>
                      <a:gd name="connsiteX2-257" fmla="*/ 4099035 w 8187558"/>
                      <a:gd name="connsiteY2-258" fmla="*/ 2638097 h 2638097"/>
                      <a:gd name="connsiteX3-259" fmla="*/ 0 w 8187558"/>
                      <a:gd name="connsiteY3-260" fmla="*/ 1229711 h 2638097"/>
                      <a:gd name="connsiteX4-261" fmla="*/ 31531 w 8187558"/>
                      <a:gd name="connsiteY4-262" fmla="*/ 147145 h 2638097"/>
                      <a:gd name="connsiteX5-263" fmla="*/ 4099035 w 8187558"/>
                      <a:gd name="connsiteY5-264" fmla="*/ 1566042 h 2638097"/>
                      <a:gd name="connsiteX6-265" fmla="*/ 8187558 w 8187558"/>
                      <a:gd name="connsiteY6-266" fmla="*/ 0 h 2638097"/>
                      <a:gd name="connsiteX0-267" fmla="*/ 8187558 w 8187558"/>
                      <a:gd name="connsiteY0-268" fmla="*/ 0 h 2638097"/>
                      <a:gd name="connsiteX1-269" fmla="*/ 8187558 w 8187558"/>
                      <a:gd name="connsiteY1-270" fmla="*/ 1271752 h 2638097"/>
                      <a:gd name="connsiteX2-271" fmla="*/ 4099035 w 8187558"/>
                      <a:gd name="connsiteY2-272" fmla="*/ 2638097 h 2638097"/>
                      <a:gd name="connsiteX3-273" fmla="*/ 0 w 8187558"/>
                      <a:gd name="connsiteY3-274" fmla="*/ 1229711 h 2638097"/>
                      <a:gd name="connsiteX4-275" fmla="*/ 31531 w 8187558"/>
                      <a:gd name="connsiteY4-276" fmla="*/ 147145 h 2638097"/>
                      <a:gd name="connsiteX5-277" fmla="*/ 4099035 w 8187558"/>
                      <a:gd name="connsiteY5-278" fmla="*/ 1566042 h 2638097"/>
                      <a:gd name="connsiteX6-279" fmla="*/ 8187558 w 8187558"/>
                      <a:gd name="connsiteY6-280" fmla="*/ 0 h 2638097"/>
                      <a:gd name="connsiteX0-281" fmla="*/ 8187558 w 8187558"/>
                      <a:gd name="connsiteY0-282" fmla="*/ 0 h 2638097"/>
                      <a:gd name="connsiteX1-283" fmla="*/ 8187558 w 8187558"/>
                      <a:gd name="connsiteY1-284" fmla="*/ 1271752 h 2638097"/>
                      <a:gd name="connsiteX2-285" fmla="*/ 4099035 w 8187558"/>
                      <a:gd name="connsiteY2-286" fmla="*/ 2638097 h 2638097"/>
                      <a:gd name="connsiteX3-287" fmla="*/ 0 w 8187558"/>
                      <a:gd name="connsiteY3-288" fmla="*/ 1229711 h 2638097"/>
                      <a:gd name="connsiteX4-289" fmla="*/ 31531 w 8187558"/>
                      <a:gd name="connsiteY4-290" fmla="*/ 147145 h 2638097"/>
                      <a:gd name="connsiteX5-291" fmla="*/ 4099035 w 8187558"/>
                      <a:gd name="connsiteY5-292" fmla="*/ 1566042 h 2638097"/>
                      <a:gd name="connsiteX6-293" fmla="*/ 8187558 w 8187558"/>
                      <a:gd name="connsiteY6-294" fmla="*/ 0 h 2638097"/>
                      <a:gd name="connsiteX0-295" fmla="*/ 8176538 w 8176538"/>
                      <a:gd name="connsiteY0-296" fmla="*/ 0 h 2638097"/>
                      <a:gd name="connsiteX1-297" fmla="*/ 8176538 w 8176538"/>
                      <a:gd name="connsiteY1-298" fmla="*/ 1271752 h 2638097"/>
                      <a:gd name="connsiteX2-299" fmla="*/ 4088015 w 8176538"/>
                      <a:gd name="connsiteY2-300" fmla="*/ 2638097 h 2638097"/>
                      <a:gd name="connsiteX3-301" fmla="*/ 0 w 8176538"/>
                      <a:gd name="connsiteY3-302" fmla="*/ 1269888 h 2638097"/>
                      <a:gd name="connsiteX4-303" fmla="*/ 20511 w 8176538"/>
                      <a:gd name="connsiteY4-304" fmla="*/ 147145 h 2638097"/>
                      <a:gd name="connsiteX5-305" fmla="*/ 4088015 w 8176538"/>
                      <a:gd name="connsiteY5-306" fmla="*/ 1566042 h 2638097"/>
                      <a:gd name="connsiteX6-307" fmla="*/ 8176538 w 8176538"/>
                      <a:gd name="connsiteY6-308" fmla="*/ 0 h 2638097"/>
                      <a:gd name="connsiteX0-309" fmla="*/ 8176538 w 8176538"/>
                      <a:gd name="connsiteY0-310" fmla="*/ 0 h 2772020"/>
                      <a:gd name="connsiteX1-311" fmla="*/ 8176538 w 8176538"/>
                      <a:gd name="connsiteY1-312" fmla="*/ 1271752 h 2772020"/>
                      <a:gd name="connsiteX2-313" fmla="*/ 4099034 w 8176538"/>
                      <a:gd name="connsiteY2-314" fmla="*/ 2772020 h 2772020"/>
                      <a:gd name="connsiteX3-315" fmla="*/ 0 w 8176538"/>
                      <a:gd name="connsiteY3-316" fmla="*/ 1269888 h 2772020"/>
                      <a:gd name="connsiteX4-317" fmla="*/ 20511 w 8176538"/>
                      <a:gd name="connsiteY4-318" fmla="*/ 147145 h 2772020"/>
                      <a:gd name="connsiteX5-319" fmla="*/ 4088015 w 8176538"/>
                      <a:gd name="connsiteY5-320" fmla="*/ 1566042 h 2772020"/>
                      <a:gd name="connsiteX6-321" fmla="*/ 8176538 w 8176538"/>
                      <a:gd name="connsiteY6-322" fmla="*/ 0 h 2772020"/>
                      <a:gd name="connsiteX0-323" fmla="*/ 8176538 w 8176538"/>
                      <a:gd name="connsiteY0-324" fmla="*/ 0 h 2772339"/>
                      <a:gd name="connsiteX1-325" fmla="*/ 8176538 w 8176538"/>
                      <a:gd name="connsiteY1-326" fmla="*/ 1378890 h 2772339"/>
                      <a:gd name="connsiteX2-327" fmla="*/ 4099034 w 8176538"/>
                      <a:gd name="connsiteY2-328" fmla="*/ 2772020 h 2772339"/>
                      <a:gd name="connsiteX3-329" fmla="*/ 0 w 8176538"/>
                      <a:gd name="connsiteY3-330" fmla="*/ 1269888 h 2772339"/>
                      <a:gd name="connsiteX4-331" fmla="*/ 20511 w 8176538"/>
                      <a:gd name="connsiteY4-332" fmla="*/ 147145 h 2772339"/>
                      <a:gd name="connsiteX5-333" fmla="*/ 4088015 w 8176538"/>
                      <a:gd name="connsiteY5-334" fmla="*/ 1566042 h 2772339"/>
                      <a:gd name="connsiteX6-335" fmla="*/ 8176538 w 8176538"/>
                      <a:gd name="connsiteY6-336" fmla="*/ 0 h 2772339"/>
                      <a:gd name="connsiteX0-337" fmla="*/ 8176538 w 8176538"/>
                      <a:gd name="connsiteY0-338" fmla="*/ 0 h 2825888"/>
                      <a:gd name="connsiteX1-339" fmla="*/ 8176538 w 8176538"/>
                      <a:gd name="connsiteY1-340" fmla="*/ 1378890 h 2825888"/>
                      <a:gd name="connsiteX2-341" fmla="*/ 4099034 w 8176538"/>
                      <a:gd name="connsiteY2-342" fmla="*/ 2825590 h 2825888"/>
                      <a:gd name="connsiteX3-343" fmla="*/ 0 w 8176538"/>
                      <a:gd name="connsiteY3-344" fmla="*/ 1269888 h 2825888"/>
                      <a:gd name="connsiteX4-345" fmla="*/ 20511 w 8176538"/>
                      <a:gd name="connsiteY4-346" fmla="*/ 147145 h 2825888"/>
                      <a:gd name="connsiteX5-347" fmla="*/ 4088015 w 8176538"/>
                      <a:gd name="connsiteY5-348" fmla="*/ 1566042 h 2825888"/>
                      <a:gd name="connsiteX6-349" fmla="*/ 8176538 w 8176538"/>
                      <a:gd name="connsiteY6-350" fmla="*/ 0 h 2825888"/>
                      <a:gd name="connsiteX0-351" fmla="*/ 8165518 w 8165518"/>
                      <a:gd name="connsiteY0-352" fmla="*/ 0 h 2825606"/>
                      <a:gd name="connsiteX1-353" fmla="*/ 8165518 w 8165518"/>
                      <a:gd name="connsiteY1-354" fmla="*/ 1378890 h 2825606"/>
                      <a:gd name="connsiteX2-355" fmla="*/ 4088014 w 8165518"/>
                      <a:gd name="connsiteY2-356" fmla="*/ 2825590 h 2825606"/>
                      <a:gd name="connsiteX3-357" fmla="*/ 0 w 8165518"/>
                      <a:gd name="connsiteY3-358" fmla="*/ 1403811 h 2825606"/>
                      <a:gd name="connsiteX4-359" fmla="*/ 9491 w 8165518"/>
                      <a:gd name="connsiteY4-360" fmla="*/ 147145 h 2825606"/>
                      <a:gd name="connsiteX5-361" fmla="*/ 4076995 w 8165518"/>
                      <a:gd name="connsiteY5-362" fmla="*/ 1566042 h 2825606"/>
                      <a:gd name="connsiteX6-363" fmla="*/ 8165518 w 8165518"/>
                      <a:gd name="connsiteY6-364" fmla="*/ 0 h 2825606"/>
                      <a:gd name="connsiteX0-365" fmla="*/ 8165518 w 8165518"/>
                      <a:gd name="connsiteY0-366" fmla="*/ 0 h 2879174"/>
                      <a:gd name="connsiteX1-367" fmla="*/ 8165518 w 8165518"/>
                      <a:gd name="connsiteY1-368" fmla="*/ 1378890 h 2879174"/>
                      <a:gd name="connsiteX2-369" fmla="*/ 4132092 w 8165518"/>
                      <a:gd name="connsiteY2-370" fmla="*/ 2879159 h 2879174"/>
                      <a:gd name="connsiteX3-371" fmla="*/ 0 w 8165518"/>
                      <a:gd name="connsiteY3-372" fmla="*/ 1403811 h 2879174"/>
                      <a:gd name="connsiteX4-373" fmla="*/ 9491 w 8165518"/>
                      <a:gd name="connsiteY4-374" fmla="*/ 147145 h 2879174"/>
                      <a:gd name="connsiteX5-375" fmla="*/ 4076995 w 8165518"/>
                      <a:gd name="connsiteY5-376" fmla="*/ 1566042 h 2879174"/>
                      <a:gd name="connsiteX6-377" fmla="*/ 8165518 w 8165518"/>
                      <a:gd name="connsiteY6-378" fmla="*/ 0 h 2879174"/>
                      <a:gd name="connsiteX0-379" fmla="*/ 8165518 w 8176537"/>
                      <a:gd name="connsiteY0-380" fmla="*/ 0 h 2879410"/>
                      <a:gd name="connsiteX1-381" fmla="*/ 8176537 w 8176537"/>
                      <a:gd name="connsiteY1-382" fmla="*/ 1499420 h 2879410"/>
                      <a:gd name="connsiteX2-383" fmla="*/ 4132092 w 8176537"/>
                      <a:gd name="connsiteY2-384" fmla="*/ 2879159 h 2879410"/>
                      <a:gd name="connsiteX3-385" fmla="*/ 0 w 8176537"/>
                      <a:gd name="connsiteY3-386" fmla="*/ 1403811 h 2879410"/>
                      <a:gd name="connsiteX4-387" fmla="*/ 9491 w 8176537"/>
                      <a:gd name="connsiteY4-388" fmla="*/ 147145 h 2879410"/>
                      <a:gd name="connsiteX5-389" fmla="*/ 4076995 w 8176537"/>
                      <a:gd name="connsiteY5-390" fmla="*/ 1566042 h 2879410"/>
                      <a:gd name="connsiteX6-391" fmla="*/ 8165518 w 8176537"/>
                      <a:gd name="connsiteY6-392" fmla="*/ 0 h 2879410"/>
                      <a:gd name="connsiteX0-393" fmla="*/ 8165518 w 8176537"/>
                      <a:gd name="connsiteY0-394" fmla="*/ 0 h 2879262"/>
                      <a:gd name="connsiteX1-395" fmla="*/ 8176537 w 8176537"/>
                      <a:gd name="connsiteY1-396" fmla="*/ 1499420 h 2879262"/>
                      <a:gd name="connsiteX2-397" fmla="*/ 4132092 w 8176537"/>
                      <a:gd name="connsiteY2-398" fmla="*/ 2879159 h 2879262"/>
                      <a:gd name="connsiteX3-399" fmla="*/ 0 w 8176537"/>
                      <a:gd name="connsiteY3-400" fmla="*/ 1403811 h 2879262"/>
                      <a:gd name="connsiteX4-401" fmla="*/ 9491 w 8176537"/>
                      <a:gd name="connsiteY4-402" fmla="*/ 147145 h 2879262"/>
                      <a:gd name="connsiteX5-403" fmla="*/ 4076995 w 8176537"/>
                      <a:gd name="connsiteY5-404" fmla="*/ 1566042 h 2879262"/>
                      <a:gd name="connsiteX6-405" fmla="*/ 8165518 w 8176537"/>
                      <a:gd name="connsiteY6-406" fmla="*/ 0 h 2879262"/>
                      <a:gd name="connsiteX0-407" fmla="*/ 8165518 w 8176537"/>
                      <a:gd name="connsiteY0-408" fmla="*/ 0 h 2879163"/>
                      <a:gd name="connsiteX1-409" fmla="*/ 8176537 w 8176537"/>
                      <a:gd name="connsiteY1-410" fmla="*/ 1499420 h 2879163"/>
                      <a:gd name="connsiteX2-411" fmla="*/ 4132092 w 8176537"/>
                      <a:gd name="connsiteY2-412" fmla="*/ 2879159 h 2879163"/>
                      <a:gd name="connsiteX3-413" fmla="*/ 0 w 8176537"/>
                      <a:gd name="connsiteY3-414" fmla="*/ 1510948 h 2879163"/>
                      <a:gd name="connsiteX4-415" fmla="*/ 9491 w 8176537"/>
                      <a:gd name="connsiteY4-416" fmla="*/ 147145 h 2879163"/>
                      <a:gd name="connsiteX5-417" fmla="*/ 4076995 w 8176537"/>
                      <a:gd name="connsiteY5-418" fmla="*/ 1566042 h 2879163"/>
                      <a:gd name="connsiteX6-419" fmla="*/ 8165518 w 8176537"/>
                      <a:gd name="connsiteY6-420" fmla="*/ 0 h 2879163"/>
                      <a:gd name="connsiteX0-421" fmla="*/ 8165518 w 8198577"/>
                      <a:gd name="connsiteY0-422" fmla="*/ 0 h 2879451"/>
                      <a:gd name="connsiteX1-423" fmla="*/ 8198577 w 8198577"/>
                      <a:gd name="connsiteY1-424" fmla="*/ 1606558 h 2879451"/>
                      <a:gd name="connsiteX2-425" fmla="*/ 4132092 w 8198577"/>
                      <a:gd name="connsiteY2-426" fmla="*/ 2879159 h 2879451"/>
                      <a:gd name="connsiteX3-427" fmla="*/ 0 w 8198577"/>
                      <a:gd name="connsiteY3-428" fmla="*/ 1510948 h 2879451"/>
                      <a:gd name="connsiteX4-429" fmla="*/ 9491 w 8198577"/>
                      <a:gd name="connsiteY4-430" fmla="*/ 147145 h 2879451"/>
                      <a:gd name="connsiteX5-431" fmla="*/ 4076995 w 8198577"/>
                      <a:gd name="connsiteY5-432" fmla="*/ 1566042 h 2879451"/>
                      <a:gd name="connsiteX6-433" fmla="*/ 8165518 w 8198577"/>
                      <a:gd name="connsiteY6-434" fmla="*/ 0 h 2879451"/>
                      <a:gd name="connsiteX0-435" fmla="*/ 8165518 w 8165518"/>
                      <a:gd name="connsiteY0-436" fmla="*/ 0 h 2880066"/>
                      <a:gd name="connsiteX1-437" fmla="*/ 8165518 w 8165518"/>
                      <a:gd name="connsiteY1-438" fmla="*/ 1673520 h 2880066"/>
                      <a:gd name="connsiteX2-439" fmla="*/ 4132092 w 8165518"/>
                      <a:gd name="connsiteY2-440" fmla="*/ 2879159 h 2880066"/>
                      <a:gd name="connsiteX3-441" fmla="*/ 0 w 8165518"/>
                      <a:gd name="connsiteY3-442" fmla="*/ 1510948 h 2880066"/>
                      <a:gd name="connsiteX4-443" fmla="*/ 9491 w 8165518"/>
                      <a:gd name="connsiteY4-444" fmla="*/ 147145 h 2880066"/>
                      <a:gd name="connsiteX5-445" fmla="*/ 4076995 w 8165518"/>
                      <a:gd name="connsiteY5-446" fmla="*/ 1566042 h 2880066"/>
                      <a:gd name="connsiteX6-447" fmla="*/ 8165518 w 8165518"/>
                      <a:gd name="connsiteY6-448" fmla="*/ 0 h 2880066"/>
                      <a:gd name="connsiteX0-449" fmla="*/ 8156794 w 8156794"/>
                      <a:gd name="connsiteY0-450" fmla="*/ 0 h 2879270"/>
                      <a:gd name="connsiteX1-451" fmla="*/ 8156794 w 8156794"/>
                      <a:gd name="connsiteY1-452" fmla="*/ 1673520 h 2879270"/>
                      <a:gd name="connsiteX2-453" fmla="*/ 4123368 w 8156794"/>
                      <a:gd name="connsiteY2-454" fmla="*/ 2879159 h 2879270"/>
                      <a:gd name="connsiteX3-455" fmla="*/ 2295 w 8156794"/>
                      <a:gd name="connsiteY3-456" fmla="*/ 1618086 h 2879270"/>
                      <a:gd name="connsiteX4-457" fmla="*/ 767 w 8156794"/>
                      <a:gd name="connsiteY4-458" fmla="*/ 147145 h 2879270"/>
                      <a:gd name="connsiteX5-459" fmla="*/ 4068271 w 8156794"/>
                      <a:gd name="connsiteY5-460" fmla="*/ 1566042 h 2879270"/>
                      <a:gd name="connsiteX6-461" fmla="*/ 8156794 w 8156794"/>
                      <a:gd name="connsiteY6-462" fmla="*/ 0 h 2879270"/>
                      <a:gd name="connsiteX0-463" fmla="*/ 8156794 w 8156794"/>
                      <a:gd name="connsiteY0-464" fmla="*/ 0 h 2973000"/>
                      <a:gd name="connsiteX1-465" fmla="*/ 8156794 w 8156794"/>
                      <a:gd name="connsiteY1-466" fmla="*/ 1673520 h 2973000"/>
                      <a:gd name="connsiteX2-467" fmla="*/ 4134388 w 8156794"/>
                      <a:gd name="connsiteY2-468" fmla="*/ 2972904 h 2973000"/>
                      <a:gd name="connsiteX3-469" fmla="*/ 2295 w 8156794"/>
                      <a:gd name="connsiteY3-470" fmla="*/ 1618086 h 2973000"/>
                      <a:gd name="connsiteX4-471" fmla="*/ 767 w 8156794"/>
                      <a:gd name="connsiteY4-472" fmla="*/ 147145 h 2973000"/>
                      <a:gd name="connsiteX5-473" fmla="*/ 4068271 w 8156794"/>
                      <a:gd name="connsiteY5-474" fmla="*/ 1566042 h 2973000"/>
                      <a:gd name="connsiteX6-475" fmla="*/ 8156794 w 8156794"/>
                      <a:gd name="connsiteY6-476" fmla="*/ 0 h 2973000"/>
                      <a:gd name="connsiteX0-477" fmla="*/ 8156794 w 8156794"/>
                      <a:gd name="connsiteY0-478" fmla="*/ 0 h 2973000"/>
                      <a:gd name="connsiteX1-479" fmla="*/ 8156794 w 8156794"/>
                      <a:gd name="connsiteY1-480" fmla="*/ 1673520 h 2973000"/>
                      <a:gd name="connsiteX2-481" fmla="*/ 4134388 w 8156794"/>
                      <a:gd name="connsiteY2-482" fmla="*/ 2972904 h 2973000"/>
                      <a:gd name="connsiteX3-483" fmla="*/ 2295 w 8156794"/>
                      <a:gd name="connsiteY3-484" fmla="*/ 1618086 h 2973000"/>
                      <a:gd name="connsiteX4-485" fmla="*/ 767 w 8156794"/>
                      <a:gd name="connsiteY4-486" fmla="*/ 147145 h 2973000"/>
                      <a:gd name="connsiteX5-487" fmla="*/ 4068271 w 8156794"/>
                      <a:gd name="connsiteY5-488" fmla="*/ 1566042 h 2973000"/>
                      <a:gd name="connsiteX6-489" fmla="*/ 8156794 w 8156794"/>
                      <a:gd name="connsiteY6-490" fmla="*/ 0 h 2973000"/>
                      <a:gd name="connsiteX0-491" fmla="*/ 8156794 w 8156794"/>
                      <a:gd name="connsiteY0-492" fmla="*/ 0 h 2973000"/>
                      <a:gd name="connsiteX1-493" fmla="*/ 8156794 w 8156794"/>
                      <a:gd name="connsiteY1-494" fmla="*/ 1673520 h 2973000"/>
                      <a:gd name="connsiteX2-495" fmla="*/ 4134388 w 8156794"/>
                      <a:gd name="connsiteY2-496" fmla="*/ 2972904 h 2973000"/>
                      <a:gd name="connsiteX3-497" fmla="*/ 2295 w 8156794"/>
                      <a:gd name="connsiteY3-498" fmla="*/ 1618086 h 2973000"/>
                      <a:gd name="connsiteX4-499" fmla="*/ 767 w 8156794"/>
                      <a:gd name="connsiteY4-500" fmla="*/ 147145 h 2973000"/>
                      <a:gd name="connsiteX5-501" fmla="*/ 4068271 w 8156794"/>
                      <a:gd name="connsiteY5-502" fmla="*/ 1566042 h 2973000"/>
                      <a:gd name="connsiteX6-503" fmla="*/ 8156794 w 8156794"/>
                      <a:gd name="connsiteY6-504" fmla="*/ 0 h 2973000"/>
                      <a:gd name="connsiteX0-505" fmla="*/ 8156794 w 8156794"/>
                      <a:gd name="connsiteY0-506" fmla="*/ 0 h 2973020"/>
                      <a:gd name="connsiteX1-507" fmla="*/ 8156794 w 8156794"/>
                      <a:gd name="connsiteY1-508" fmla="*/ 1673520 h 2973020"/>
                      <a:gd name="connsiteX2-509" fmla="*/ 4134388 w 8156794"/>
                      <a:gd name="connsiteY2-510" fmla="*/ 2972904 h 2973020"/>
                      <a:gd name="connsiteX3-511" fmla="*/ 2295 w 8156794"/>
                      <a:gd name="connsiteY3-512" fmla="*/ 1618086 h 2973020"/>
                      <a:gd name="connsiteX4-513" fmla="*/ 767 w 8156794"/>
                      <a:gd name="connsiteY4-514" fmla="*/ 147145 h 2973020"/>
                      <a:gd name="connsiteX5-515" fmla="*/ 4068271 w 8156794"/>
                      <a:gd name="connsiteY5-516" fmla="*/ 1566042 h 2973020"/>
                      <a:gd name="connsiteX6-517" fmla="*/ 8156794 w 8156794"/>
                      <a:gd name="connsiteY6-518" fmla="*/ 0 h 2973020"/>
                      <a:gd name="connsiteX0-519" fmla="*/ 8156794 w 8156794"/>
                      <a:gd name="connsiteY0-520" fmla="*/ 0 h 2973021"/>
                      <a:gd name="connsiteX1-521" fmla="*/ 8156794 w 8156794"/>
                      <a:gd name="connsiteY1-522" fmla="*/ 1673520 h 2973021"/>
                      <a:gd name="connsiteX2-523" fmla="*/ 4134388 w 8156794"/>
                      <a:gd name="connsiteY2-524" fmla="*/ 2972904 h 2973021"/>
                      <a:gd name="connsiteX3-525" fmla="*/ 2295 w 8156794"/>
                      <a:gd name="connsiteY3-526" fmla="*/ 1618086 h 2973021"/>
                      <a:gd name="connsiteX4-527" fmla="*/ 767 w 8156794"/>
                      <a:gd name="connsiteY4-528" fmla="*/ 147145 h 2973021"/>
                      <a:gd name="connsiteX5-529" fmla="*/ 4068271 w 8156794"/>
                      <a:gd name="connsiteY5-530" fmla="*/ 1566042 h 2973021"/>
                      <a:gd name="connsiteX6-531" fmla="*/ 8156794 w 8156794"/>
                      <a:gd name="connsiteY6-532" fmla="*/ 0 h 2973021"/>
                      <a:gd name="connsiteX0-533" fmla="*/ 8156794 w 8156794"/>
                      <a:gd name="connsiteY0-534" fmla="*/ 0 h 2973021"/>
                      <a:gd name="connsiteX1-535" fmla="*/ 8156794 w 8156794"/>
                      <a:gd name="connsiteY1-536" fmla="*/ 1673520 h 2973021"/>
                      <a:gd name="connsiteX2-537" fmla="*/ 4134388 w 8156794"/>
                      <a:gd name="connsiteY2-538" fmla="*/ 2972904 h 2973021"/>
                      <a:gd name="connsiteX3-539" fmla="*/ 2295 w 8156794"/>
                      <a:gd name="connsiteY3-540" fmla="*/ 1618086 h 2973021"/>
                      <a:gd name="connsiteX4-541" fmla="*/ 767 w 8156794"/>
                      <a:gd name="connsiteY4-542" fmla="*/ 147145 h 2973021"/>
                      <a:gd name="connsiteX5-543" fmla="*/ 4068271 w 8156794"/>
                      <a:gd name="connsiteY5-544" fmla="*/ 1566042 h 2973021"/>
                      <a:gd name="connsiteX6-545" fmla="*/ 8156794 w 8156794"/>
                      <a:gd name="connsiteY6-546" fmla="*/ 0 h 2973021"/>
                      <a:gd name="connsiteX0-547" fmla="*/ 8156794 w 8156794"/>
                      <a:gd name="connsiteY0-548" fmla="*/ 0 h 2973021"/>
                      <a:gd name="connsiteX1-549" fmla="*/ 8156794 w 8156794"/>
                      <a:gd name="connsiteY1-550" fmla="*/ 1673520 h 2973021"/>
                      <a:gd name="connsiteX2-551" fmla="*/ 4134388 w 8156794"/>
                      <a:gd name="connsiteY2-552" fmla="*/ 2972904 h 2973021"/>
                      <a:gd name="connsiteX3-553" fmla="*/ 2295 w 8156794"/>
                      <a:gd name="connsiteY3-554" fmla="*/ 1618086 h 2973021"/>
                      <a:gd name="connsiteX4-555" fmla="*/ 767 w 8156794"/>
                      <a:gd name="connsiteY4-556" fmla="*/ 147145 h 2973021"/>
                      <a:gd name="connsiteX5-557" fmla="*/ 4068271 w 8156794"/>
                      <a:gd name="connsiteY5-558" fmla="*/ 1566042 h 2973021"/>
                      <a:gd name="connsiteX6-559" fmla="*/ 8156794 w 8156794"/>
                      <a:gd name="connsiteY6-560" fmla="*/ 0 h 2973021"/>
                      <a:gd name="connsiteX0-561" fmla="*/ 8156794 w 8156794"/>
                      <a:gd name="connsiteY0-562" fmla="*/ 0 h 2973021"/>
                      <a:gd name="connsiteX1-563" fmla="*/ 8156794 w 8156794"/>
                      <a:gd name="connsiteY1-564" fmla="*/ 1673520 h 2973021"/>
                      <a:gd name="connsiteX2-565" fmla="*/ 4134388 w 8156794"/>
                      <a:gd name="connsiteY2-566" fmla="*/ 2972904 h 2973021"/>
                      <a:gd name="connsiteX3-567" fmla="*/ 2295 w 8156794"/>
                      <a:gd name="connsiteY3-568" fmla="*/ 1618086 h 2973021"/>
                      <a:gd name="connsiteX4-569" fmla="*/ 767 w 8156794"/>
                      <a:gd name="connsiteY4-570" fmla="*/ 147145 h 2973021"/>
                      <a:gd name="connsiteX5-571" fmla="*/ 4068271 w 8156794"/>
                      <a:gd name="connsiteY5-572" fmla="*/ 1566042 h 2973021"/>
                      <a:gd name="connsiteX6-573" fmla="*/ 8156794 w 8156794"/>
                      <a:gd name="connsiteY6-574" fmla="*/ 0 h 2973021"/>
                      <a:gd name="connsiteX0-575" fmla="*/ 8156794 w 8156794"/>
                      <a:gd name="connsiteY0-576" fmla="*/ 0 h 2973141"/>
                      <a:gd name="connsiteX1-577" fmla="*/ 8156794 w 8156794"/>
                      <a:gd name="connsiteY1-578" fmla="*/ 1673520 h 2973141"/>
                      <a:gd name="connsiteX2-579" fmla="*/ 4134388 w 8156794"/>
                      <a:gd name="connsiteY2-580" fmla="*/ 2972904 h 2973141"/>
                      <a:gd name="connsiteX3-581" fmla="*/ 2295 w 8156794"/>
                      <a:gd name="connsiteY3-582" fmla="*/ 1618086 h 2973141"/>
                      <a:gd name="connsiteX4-583" fmla="*/ 767 w 8156794"/>
                      <a:gd name="connsiteY4-584" fmla="*/ 147145 h 2973141"/>
                      <a:gd name="connsiteX5-585" fmla="*/ 4068271 w 8156794"/>
                      <a:gd name="connsiteY5-586" fmla="*/ 1566042 h 2973141"/>
                      <a:gd name="connsiteX6-587" fmla="*/ 8156794 w 8156794"/>
                      <a:gd name="connsiteY6-588" fmla="*/ 0 h 2973141"/>
                      <a:gd name="connsiteX0-589" fmla="*/ 8156794 w 8156794"/>
                      <a:gd name="connsiteY0-590" fmla="*/ 0 h 3066827"/>
                      <a:gd name="connsiteX1-591" fmla="*/ 8156794 w 8156794"/>
                      <a:gd name="connsiteY1-592" fmla="*/ 1673520 h 3066827"/>
                      <a:gd name="connsiteX2-593" fmla="*/ 4123353 w 8156794"/>
                      <a:gd name="connsiteY2-594" fmla="*/ 3066650 h 3066827"/>
                      <a:gd name="connsiteX3-595" fmla="*/ 2295 w 8156794"/>
                      <a:gd name="connsiteY3-596" fmla="*/ 1618086 h 3066827"/>
                      <a:gd name="connsiteX4-597" fmla="*/ 767 w 8156794"/>
                      <a:gd name="connsiteY4-598" fmla="*/ 147145 h 3066827"/>
                      <a:gd name="connsiteX5-599" fmla="*/ 4068271 w 8156794"/>
                      <a:gd name="connsiteY5-600" fmla="*/ 1566042 h 3066827"/>
                      <a:gd name="connsiteX6-601" fmla="*/ 8156794 w 8156794"/>
                      <a:gd name="connsiteY6-602" fmla="*/ 0 h 3066827"/>
                      <a:gd name="connsiteX0-603" fmla="*/ 8123689 w 8156794"/>
                      <a:gd name="connsiteY0-604" fmla="*/ 0 h 2999866"/>
                      <a:gd name="connsiteX1-605" fmla="*/ 8156794 w 8156794"/>
                      <a:gd name="connsiteY1-606" fmla="*/ 1606559 h 2999866"/>
                      <a:gd name="connsiteX2-607" fmla="*/ 4123353 w 8156794"/>
                      <a:gd name="connsiteY2-608" fmla="*/ 2999689 h 2999866"/>
                      <a:gd name="connsiteX3-609" fmla="*/ 2295 w 8156794"/>
                      <a:gd name="connsiteY3-610" fmla="*/ 1551125 h 2999866"/>
                      <a:gd name="connsiteX4-611" fmla="*/ 767 w 8156794"/>
                      <a:gd name="connsiteY4-612" fmla="*/ 80184 h 2999866"/>
                      <a:gd name="connsiteX5-613" fmla="*/ 4068271 w 8156794"/>
                      <a:gd name="connsiteY5-614" fmla="*/ 1499081 h 2999866"/>
                      <a:gd name="connsiteX6-615" fmla="*/ 8123689 w 8156794"/>
                      <a:gd name="connsiteY6-616" fmla="*/ 0 h 2999866"/>
                      <a:gd name="connsiteX0-617" fmla="*/ 8167828 w 8167828"/>
                      <a:gd name="connsiteY0-618" fmla="*/ 0 h 3026651"/>
                      <a:gd name="connsiteX1-619" fmla="*/ 8156794 w 8167828"/>
                      <a:gd name="connsiteY1-620" fmla="*/ 1633344 h 3026651"/>
                      <a:gd name="connsiteX2-621" fmla="*/ 4123353 w 8167828"/>
                      <a:gd name="connsiteY2-622" fmla="*/ 3026474 h 3026651"/>
                      <a:gd name="connsiteX3-623" fmla="*/ 2295 w 8167828"/>
                      <a:gd name="connsiteY3-624" fmla="*/ 1577910 h 3026651"/>
                      <a:gd name="connsiteX4-625" fmla="*/ 767 w 8167828"/>
                      <a:gd name="connsiteY4-626" fmla="*/ 106969 h 3026651"/>
                      <a:gd name="connsiteX5-627" fmla="*/ 4068271 w 8167828"/>
                      <a:gd name="connsiteY5-628" fmla="*/ 1525866 h 3026651"/>
                      <a:gd name="connsiteX6-629" fmla="*/ 8167828 w 8167828"/>
                      <a:gd name="connsiteY6-630" fmla="*/ 0 h 3026651"/>
                      <a:gd name="connsiteX0-631" fmla="*/ 8167828 w 8167828"/>
                      <a:gd name="connsiteY0-632" fmla="*/ 0 h 3027228"/>
                      <a:gd name="connsiteX1-633" fmla="*/ 8145760 w 8167828"/>
                      <a:gd name="connsiteY1-634" fmla="*/ 1686913 h 3027228"/>
                      <a:gd name="connsiteX2-635" fmla="*/ 4123353 w 8167828"/>
                      <a:gd name="connsiteY2-636" fmla="*/ 3026474 h 3027228"/>
                      <a:gd name="connsiteX3-637" fmla="*/ 2295 w 8167828"/>
                      <a:gd name="connsiteY3-638" fmla="*/ 1577910 h 3027228"/>
                      <a:gd name="connsiteX4-639" fmla="*/ 767 w 8167828"/>
                      <a:gd name="connsiteY4-640" fmla="*/ 106969 h 3027228"/>
                      <a:gd name="connsiteX5-641" fmla="*/ 4068271 w 8167828"/>
                      <a:gd name="connsiteY5-642" fmla="*/ 1525866 h 3027228"/>
                      <a:gd name="connsiteX6-643" fmla="*/ 8167828 w 8167828"/>
                      <a:gd name="connsiteY6-644" fmla="*/ 0 h 3027228"/>
                      <a:gd name="connsiteX0-645" fmla="*/ 8156794 w 8156794"/>
                      <a:gd name="connsiteY0-646" fmla="*/ 0 h 2933483"/>
                      <a:gd name="connsiteX1-647" fmla="*/ 8145760 w 8156794"/>
                      <a:gd name="connsiteY1-648" fmla="*/ 1593168 h 2933483"/>
                      <a:gd name="connsiteX2-649" fmla="*/ 4123353 w 8156794"/>
                      <a:gd name="connsiteY2-650" fmla="*/ 2932729 h 2933483"/>
                      <a:gd name="connsiteX3-651" fmla="*/ 2295 w 8156794"/>
                      <a:gd name="connsiteY3-652" fmla="*/ 1484165 h 2933483"/>
                      <a:gd name="connsiteX4-653" fmla="*/ 767 w 8156794"/>
                      <a:gd name="connsiteY4-654" fmla="*/ 13224 h 2933483"/>
                      <a:gd name="connsiteX5-655" fmla="*/ 4068271 w 8156794"/>
                      <a:gd name="connsiteY5-656" fmla="*/ 1432121 h 2933483"/>
                      <a:gd name="connsiteX6-657" fmla="*/ 8156794 w 8156794"/>
                      <a:gd name="connsiteY6-658" fmla="*/ 0 h 2933483"/>
                      <a:gd name="connsiteX0-659" fmla="*/ 8156794 w 8156794"/>
                      <a:gd name="connsiteY0-660" fmla="*/ 0 h 2933483"/>
                      <a:gd name="connsiteX1-661" fmla="*/ 8145760 w 8156794"/>
                      <a:gd name="connsiteY1-662" fmla="*/ 1593168 h 2933483"/>
                      <a:gd name="connsiteX2-663" fmla="*/ 4123353 w 8156794"/>
                      <a:gd name="connsiteY2-664" fmla="*/ 2932729 h 2933483"/>
                      <a:gd name="connsiteX3-665" fmla="*/ 2295 w 8156794"/>
                      <a:gd name="connsiteY3-666" fmla="*/ 1484165 h 2933483"/>
                      <a:gd name="connsiteX4-667" fmla="*/ 767 w 8156794"/>
                      <a:gd name="connsiteY4-668" fmla="*/ 13224 h 2933483"/>
                      <a:gd name="connsiteX5-669" fmla="*/ 4068271 w 8156794"/>
                      <a:gd name="connsiteY5-670" fmla="*/ 1432121 h 2933483"/>
                      <a:gd name="connsiteX6-671" fmla="*/ 8156794 w 8156794"/>
                      <a:gd name="connsiteY6-672" fmla="*/ 0 h 2933483"/>
                      <a:gd name="connsiteX0-673" fmla="*/ 8123689 w 8145760"/>
                      <a:gd name="connsiteY0-674" fmla="*/ 13560 h 2920259"/>
                      <a:gd name="connsiteX1-675" fmla="*/ 8145760 w 8145760"/>
                      <a:gd name="connsiteY1-676" fmla="*/ 1579944 h 2920259"/>
                      <a:gd name="connsiteX2-677" fmla="*/ 4123353 w 8145760"/>
                      <a:gd name="connsiteY2-678" fmla="*/ 2919505 h 2920259"/>
                      <a:gd name="connsiteX3-679" fmla="*/ 2295 w 8145760"/>
                      <a:gd name="connsiteY3-680" fmla="*/ 1470941 h 2920259"/>
                      <a:gd name="connsiteX4-681" fmla="*/ 767 w 8145760"/>
                      <a:gd name="connsiteY4-682" fmla="*/ 0 h 2920259"/>
                      <a:gd name="connsiteX5-683" fmla="*/ 4068271 w 8145760"/>
                      <a:gd name="connsiteY5-684" fmla="*/ 1418897 h 2920259"/>
                      <a:gd name="connsiteX6-685" fmla="*/ 8123689 w 8145760"/>
                      <a:gd name="connsiteY6-686" fmla="*/ 13560 h 2920259"/>
                      <a:gd name="connsiteX0-687" fmla="*/ 8178863 w 8178863"/>
                      <a:gd name="connsiteY0-688" fmla="*/ 26952 h 2920259"/>
                      <a:gd name="connsiteX1-689" fmla="*/ 8145760 w 8178863"/>
                      <a:gd name="connsiteY1-690" fmla="*/ 1579944 h 2920259"/>
                      <a:gd name="connsiteX2-691" fmla="*/ 4123353 w 8178863"/>
                      <a:gd name="connsiteY2-692" fmla="*/ 2919505 h 2920259"/>
                      <a:gd name="connsiteX3-693" fmla="*/ 2295 w 8178863"/>
                      <a:gd name="connsiteY3-694" fmla="*/ 1470941 h 2920259"/>
                      <a:gd name="connsiteX4-695" fmla="*/ 767 w 8178863"/>
                      <a:gd name="connsiteY4-696" fmla="*/ 0 h 2920259"/>
                      <a:gd name="connsiteX5-697" fmla="*/ 4068271 w 8178863"/>
                      <a:gd name="connsiteY5-698" fmla="*/ 1418897 h 2920259"/>
                      <a:gd name="connsiteX6-699" fmla="*/ 8178863 w 8178863"/>
                      <a:gd name="connsiteY6-700" fmla="*/ 26952 h 2920259"/>
                      <a:gd name="connsiteX0-701" fmla="*/ 8167827 w 8167827"/>
                      <a:gd name="connsiteY0-702" fmla="*/ 40343 h 2920259"/>
                      <a:gd name="connsiteX1-703" fmla="*/ 8145760 w 8167827"/>
                      <a:gd name="connsiteY1-704" fmla="*/ 1579944 h 2920259"/>
                      <a:gd name="connsiteX2-705" fmla="*/ 4123353 w 8167827"/>
                      <a:gd name="connsiteY2-706" fmla="*/ 2919505 h 2920259"/>
                      <a:gd name="connsiteX3-707" fmla="*/ 2295 w 8167827"/>
                      <a:gd name="connsiteY3-708" fmla="*/ 1470941 h 2920259"/>
                      <a:gd name="connsiteX4-709" fmla="*/ 767 w 8167827"/>
                      <a:gd name="connsiteY4-710" fmla="*/ 0 h 2920259"/>
                      <a:gd name="connsiteX5-711" fmla="*/ 4068271 w 8167827"/>
                      <a:gd name="connsiteY5-712" fmla="*/ 1418897 h 2920259"/>
                      <a:gd name="connsiteX6-713" fmla="*/ 8167827 w 8167827"/>
                      <a:gd name="connsiteY6-714" fmla="*/ 40343 h 2920259"/>
                      <a:gd name="connsiteX0-715" fmla="*/ 8123687 w 8145760"/>
                      <a:gd name="connsiteY0-716" fmla="*/ 53735 h 2920259"/>
                      <a:gd name="connsiteX1-717" fmla="*/ 8145760 w 8145760"/>
                      <a:gd name="connsiteY1-718" fmla="*/ 1579944 h 2920259"/>
                      <a:gd name="connsiteX2-719" fmla="*/ 4123353 w 8145760"/>
                      <a:gd name="connsiteY2-720" fmla="*/ 2919505 h 2920259"/>
                      <a:gd name="connsiteX3-721" fmla="*/ 2295 w 8145760"/>
                      <a:gd name="connsiteY3-722" fmla="*/ 1470941 h 2920259"/>
                      <a:gd name="connsiteX4-723" fmla="*/ 767 w 8145760"/>
                      <a:gd name="connsiteY4-724" fmla="*/ 0 h 2920259"/>
                      <a:gd name="connsiteX5-725" fmla="*/ 4068271 w 8145760"/>
                      <a:gd name="connsiteY5-726" fmla="*/ 1418897 h 2920259"/>
                      <a:gd name="connsiteX6-727" fmla="*/ 8123687 w 8145760"/>
                      <a:gd name="connsiteY6-728" fmla="*/ 53735 h 2920259"/>
                      <a:gd name="connsiteX0-729" fmla="*/ 8161918 w 8161918"/>
                      <a:gd name="connsiteY0-730" fmla="*/ 0 h 2943855"/>
                      <a:gd name="connsiteX1-731" fmla="*/ 8145760 w 8161918"/>
                      <a:gd name="connsiteY1-732" fmla="*/ 1603540 h 2943855"/>
                      <a:gd name="connsiteX2-733" fmla="*/ 4123353 w 8161918"/>
                      <a:gd name="connsiteY2-734" fmla="*/ 2943101 h 2943855"/>
                      <a:gd name="connsiteX3-735" fmla="*/ 2295 w 8161918"/>
                      <a:gd name="connsiteY3-736" fmla="*/ 1494537 h 2943855"/>
                      <a:gd name="connsiteX4-737" fmla="*/ 767 w 8161918"/>
                      <a:gd name="connsiteY4-738" fmla="*/ 23596 h 2943855"/>
                      <a:gd name="connsiteX5-739" fmla="*/ 4068271 w 8161918"/>
                      <a:gd name="connsiteY5-740" fmla="*/ 1442493 h 2943855"/>
                      <a:gd name="connsiteX6-741" fmla="*/ 8161918 w 8161918"/>
                      <a:gd name="connsiteY6-742" fmla="*/ 0 h 2943855"/>
                      <a:gd name="connsiteX0-743" fmla="*/ 8144926 w 8145760"/>
                      <a:gd name="connsiteY0-744" fmla="*/ 43424 h 2920259"/>
                      <a:gd name="connsiteX1-745" fmla="*/ 8145760 w 8145760"/>
                      <a:gd name="connsiteY1-746" fmla="*/ 1579944 h 2920259"/>
                      <a:gd name="connsiteX2-747" fmla="*/ 4123353 w 8145760"/>
                      <a:gd name="connsiteY2-748" fmla="*/ 2919505 h 2920259"/>
                      <a:gd name="connsiteX3-749" fmla="*/ 2295 w 8145760"/>
                      <a:gd name="connsiteY3-750" fmla="*/ 1470941 h 2920259"/>
                      <a:gd name="connsiteX4-751" fmla="*/ 767 w 8145760"/>
                      <a:gd name="connsiteY4-752" fmla="*/ 0 h 2920259"/>
                      <a:gd name="connsiteX5-753" fmla="*/ 4068271 w 8145760"/>
                      <a:gd name="connsiteY5-754" fmla="*/ 1418897 h 2920259"/>
                      <a:gd name="connsiteX6-755" fmla="*/ 8144926 w 8145760"/>
                      <a:gd name="connsiteY6-756" fmla="*/ 43424 h 2920259"/>
                      <a:gd name="connsiteX0-757" fmla="*/ 8161918 w 8161918"/>
                      <a:gd name="connsiteY0-758" fmla="*/ 0 h 2959321"/>
                      <a:gd name="connsiteX1-759" fmla="*/ 8145760 w 8161918"/>
                      <a:gd name="connsiteY1-760" fmla="*/ 1619006 h 2959321"/>
                      <a:gd name="connsiteX2-761" fmla="*/ 4123353 w 8161918"/>
                      <a:gd name="connsiteY2-762" fmla="*/ 2958567 h 2959321"/>
                      <a:gd name="connsiteX3-763" fmla="*/ 2295 w 8161918"/>
                      <a:gd name="connsiteY3-764" fmla="*/ 1510003 h 2959321"/>
                      <a:gd name="connsiteX4-765" fmla="*/ 767 w 8161918"/>
                      <a:gd name="connsiteY4-766" fmla="*/ 39062 h 2959321"/>
                      <a:gd name="connsiteX5-767" fmla="*/ 4068271 w 8161918"/>
                      <a:gd name="connsiteY5-768" fmla="*/ 1457959 h 2959321"/>
                      <a:gd name="connsiteX6-769" fmla="*/ 8161918 w 8161918"/>
                      <a:gd name="connsiteY6-770" fmla="*/ 0 h 2959321"/>
                      <a:gd name="connsiteX0-771" fmla="*/ 8161918 w 8162752"/>
                      <a:gd name="connsiteY0-772" fmla="*/ 0 h 2959488"/>
                      <a:gd name="connsiteX1-773" fmla="*/ 8162752 w 8162752"/>
                      <a:gd name="connsiteY1-774" fmla="*/ 1629317 h 2959488"/>
                      <a:gd name="connsiteX2-775" fmla="*/ 4123353 w 8162752"/>
                      <a:gd name="connsiteY2-776" fmla="*/ 2958567 h 2959488"/>
                      <a:gd name="connsiteX3-777" fmla="*/ 2295 w 8162752"/>
                      <a:gd name="connsiteY3-778" fmla="*/ 1510003 h 2959488"/>
                      <a:gd name="connsiteX4-779" fmla="*/ 767 w 8162752"/>
                      <a:gd name="connsiteY4-780" fmla="*/ 39062 h 2959488"/>
                      <a:gd name="connsiteX5-781" fmla="*/ 4068271 w 8162752"/>
                      <a:gd name="connsiteY5-782" fmla="*/ 1457959 h 2959488"/>
                      <a:gd name="connsiteX6-783" fmla="*/ 8161918 w 8162752"/>
                      <a:gd name="connsiteY6-784" fmla="*/ 0 h 2959488"/>
                      <a:gd name="connsiteX0-785" fmla="*/ 8165930 w 8166764"/>
                      <a:gd name="connsiteY0-786" fmla="*/ 7337 h 2966825"/>
                      <a:gd name="connsiteX1-787" fmla="*/ 8166764 w 8166764"/>
                      <a:gd name="connsiteY1-788" fmla="*/ 1636654 h 2966825"/>
                      <a:gd name="connsiteX2-789" fmla="*/ 4127365 w 8166764"/>
                      <a:gd name="connsiteY2-790" fmla="*/ 2965904 h 2966825"/>
                      <a:gd name="connsiteX3-791" fmla="*/ 6307 w 8166764"/>
                      <a:gd name="connsiteY3-792" fmla="*/ 1517340 h 2966825"/>
                      <a:gd name="connsiteX4-793" fmla="*/ 532 w 8166764"/>
                      <a:gd name="connsiteY4-794" fmla="*/ 0 h 2966825"/>
                      <a:gd name="connsiteX5-795" fmla="*/ 4072283 w 8166764"/>
                      <a:gd name="connsiteY5-796" fmla="*/ 1465296 h 2966825"/>
                      <a:gd name="connsiteX6-797" fmla="*/ 8165930 w 8166764"/>
                      <a:gd name="connsiteY6-798" fmla="*/ 7337 h 2966825"/>
                      <a:gd name="connsiteX0-799" fmla="*/ 8168119 w 8168953"/>
                      <a:gd name="connsiteY0-800" fmla="*/ 7337 h 2966682"/>
                      <a:gd name="connsiteX1-801" fmla="*/ 8168953 w 8168953"/>
                      <a:gd name="connsiteY1-802" fmla="*/ 1636654 h 2966682"/>
                      <a:gd name="connsiteX2-803" fmla="*/ 4129554 w 8168953"/>
                      <a:gd name="connsiteY2-804" fmla="*/ 2965904 h 2966682"/>
                      <a:gd name="connsiteX3-805" fmla="*/ 0 w 8168953"/>
                      <a:gd name="connsiteY3-806" fmla="*/ 1527651 h 2966682"/>
                      <a:gd name="connsiteX4-807" fmla="*/ 2721 w 8168953"/>
                      <a:gd name="connsiteY4-808" fmla="*/ 0 h 2966682"/>
                      <a:gd name="connsiteX5-809" fmla="*/ 4074472 w 8168953"/>
                      <a:gd name="connsiteY5-810" fmla="*/ 1465296 h 2966682"/>
                      <a:gd name="connsiteX6-811" fmla="*/ 8168119 w 8168953"/>
                      <a:gd name="connsiteY6-812" fmla="*/ 7337 h 2966682"/>
                      <a:gd name="connsiteX0-813" fmla="*/ 8168119 w 8168953"/>
                      <a:gd name="connsiteY0-814" fmla="*/ 7337 h 3100377"/>
                      <a:gd name="connsiteX1-815" fmla="*/ 8168953 w 8168953"/>
                      <a:gd name="connsiteY1-816" fmla="*/ 1636654 h 3100377"/>
                      <a:gd name="connsiteX2-817" fmla="*/ 4118520 w 8168953"/>
                      <a:gd name="connsiteY2-818" fmla="*/ 3099826 h 3100377"/>
                      <a:gd name="connsiteX3-819" fmla="*/ 0 w 8168953"/>
                      <a:gd name="connsiteY3-820" fmla="*/ 1527651 h 3100377"/>
                      <a:gd name="connsiteX4-821" fmla="*/ 2721 w 8168953"/>
                      <a:gd name="connsiteY4-822" fmla="*/ 0 h 3100377"/>
                      <a:gd name="connsiteX5-823" fmla="*/ 4074472 w 8168953"/>
                      <a:gd name="connsiteY5-824" fmla="*/ 1465296 h 3100377"/>
                      <a:gd name="connsiteX6-825" fmla="*/ 8168119 w 8168953"/>
                      <a:gd name="connsiteY6-826" fmla="*/ 7337 h 3100377"/>
                      <a:gd name="connsiteX0-827" fmla="*/ 8168119 w 8168953"/>
                      <a:gd name="connsiteY0-828" fmla="*/ 7337 h 3100429"/>
                      <a:gd name="connsiteX1-829" fmla="*/ 8168953 w 8168953"/>
                      <a:gd name="connsiteY1-830" fmla="*/ 1636654 h 3100429"/>
                      <a:gd name="connsiteX2-831" fmla="*/ 4118520 w 8168953"/>
                      <a:gd name="connsiteY2-832" fmla="*/ 3099826 h 3100429"/>
                      <a:gd name="connsiteX3-833" fmla="*/ 0 w 8168953"/>
                      <a:gd name="connsiteY3-834" fmla="*/ 1527651 h 3100429"/>
                      <a:gd name="connsiteX4-835" fmla="*/ 2721 w 8168953"/>
                      <a:gd name="connsiteY4-836" fmla="*/ 0 h 3100429"/>
                      <a:gd name="connsiteX5-837" fmla="*/ 4074472 w 8168953"/>
                      <a:gd name="connsiteY5-838" fmla="*/ 1465296 h 3100429"/>
                      <a:gd name="connsiteX6-839" fmla="*/ 8168119 w 8168953"/>
                      <a:gd name="connsiteY6-840" fmla="*/ 7337 h 3100429"/>
                      <a:gd name="connsiteX0-841" fmla="*/ 8165849 w 8166683"/>
                      <a:gd name="connsiteY0-842" fmla="*/ 7337 h 3099826"/>
                      <a:gd name="connsiteX1-843" fmla="*/ 8166683 w 8166683"/>
                      <a:gd name="connsiteY1-844" fmla="*/ 1636654 h 3099826"/>
                      <a:gd name="connsiteX2-845" fmla="*/ 4116250 w 8166683"/>
                      <a:gd name="connsiteY2-846" fmla="*/ 3099826 h 3099826"/>
                      <a:gd name="connsiteX3-847" fmla="*/ 8764 w 8166683"/>
                      <a:gd name="connsiteY3-848" fmla="*/ 1634789 h 3099826"/>
                      <a:gd name="connsiteX4-849" fmla="*/ 451 w 8166683"/>
                      <a:gd name="connsiteY4-850" fmla="*/ 0 h 3099826"/>
                      <a:gd name="connsiteX5-851" fmla="*/ 4072202 w 8166683"/>
                      <a:gd name="connsiteY5-852" fmla="*/ 1465296 h 3099826"/>
                      <a:gd name="connsiteX6-853" fmla="*/ 8165849 w 8166683"/>
                      <a:gd name="connsiteY6-854" fmla="*/ 7337 h 3099826"/>
                      <a:gd name="connsiteX0-855" fmla="*/ 8165849 w 8166683"/>
                      <a:gd name="connsiteY0-856" fmla="*/ 7337 h 3099826"/>
                      <a:gd name="connsiteX1-857" fmla="*/ 8166683 w 8166683"/>
                      <a:gd name="connsiteY1-858" fmla="*/ 1636654 h 3099826"/>
                      <a:gd name="connsiteX2-859" fmla="*/ 4116250 w 8166683"/>
                      <a:gd name="connsiteY2-860" fmla="*/ 3099826 h 3099826"/>
                      <a:gd name="connsiteX3-861" fmla="*/ 8764 w 8166683"/>
                      <a:gd name="connsiteY3-862" fmla="*/ 1634789 h 3099826"/>
                      <a:gd name="connsiteX4-863" fmla="*/ 451 w 8166683"/>
                      <a:gd name="connsiteY4-864" fmla="*/ 0 h 3099826"/>
                      <a:gd name="connsiteX5-865" fmla="*/ 4072202 w 8166683"/>
                      <a:gd name="connsiteY5-866" fmla="*/ 1465296 h 3099826"/>
                      <a:gd name="connsiteX6-867" fmla="*/ 8165849 w 8166683"/>
                      <a:gd name="connsiteY6-868" fmla="*/ 7337 h 3099826"/>
                      <a:gd name="connsiteX0-869" fmla="*/ 8165849 w 8166683"/>
                      <a:gd name="connsiteY0-870" fmla="*/ 7337 h 3099826"/>
                      <a:gd name="connsiteX1-871" fmla="*/ 8166683 w 8166683"/>
                      <a:gd name="connsiteY1-872" fmla="*/ 1636654 h 3099826"/>
                      <a:gd name="connsiteX2-873" fmla="*/ 4116250 w 8166683"/>
                      <a:gd name="connsiteY2-874" fmla="*/ 3099826 h 3099826"/>
                      <a:gd name="connsiteX3-875" fmla="*/ 8764 w 8166683"/>
                      <a:gd name="connsiteY3-876" fmla="*/ 1634789 h 3099826"/>
                      <a:gd name="connsiteX4-877" fmla="*/ 451 w 8166683"/>
                      <a:gd name="connsiteY4-878" fmla="*/ 0 h 3099826"/>
                      <a:gd name="connsiteX5-879" fmla="*/ 4061168 w 8166683"/>
                      <a:gd name="connsiteY5-880" fmla="*/ 1438511 h 3099826"/>
                      <a:gd name="connsiteX6-881" fmla="*/ 8165849 w 8166683"/>
                      <a:gd name="connsiteY6-882" fmla="*/ 7337 h 3099826"/>
                      <a:gd name="connsiteX0-883" fmla="*/ 8165849 w 8166683"/>
                      <a:gd name="connsiteY0-884" fmla="*/ 7337 h 3099826"/>
                      <a:gd name="connsiteX1-885" fmla="*/ 8166683 w 8166683"/>
                      <a:gd name="connsiteY1-886" fmla="*/ 1636654 h 3099826"/>
                      <a:gd name="connsiteX2-887" fmla="*/ 4116250 w 8166683"/>
                      <a:gd name="connsiteY2-888" fmla="*/ 3099826 h 3099826"/>
                      <a:gd name="connsiteX3-889" fmla="*/ 8764 w 8166683"/>
                      <a:gd name="connsiteY3-890" fmla="*/ 1634789 h 3099826"/>
                      <a:gd name="connsiteX4-891" fmla="*/ 451 w 8166683"/>
                      <a:gd name="connsiteY4-892" fmla="*/ 0 h 3099826"/>
                      <a:gd name="connsiteX5-893" fmla="*/ 4061168 w 8166683"/>
                      <a:gd name="connsiteY5-894" fmla="*/ 1438511 h 3099826"/>
                      <a:gd name="connsiteX6-895" fmla="*/ 8165849 w 8166683"/>
                      <a:gd name="connsiteY6-896" fmla="*/ 7337 h 309982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5" name="Oval 464"/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466" name="Group 465"/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67" name="Freeform 466"/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-1" fmla="*/ 3725333 w 4641485"/>
                        <a:gd name="connsiteY0-2" fmla="*/ 0 h 1049866"/>
                        <a:gd name="connsiteX1-3" fmla="*/ 4641485 w 4641485"/>
                        <a:gd name="connsiteY1-4" fmla="*/ 239402 h 1049866"/>
                        <a:gd name="connsiteX2-5" fmla="*/ 3962400 w 4641485"/>
                        <a:gd name="connsiteY2-6" fmla="*/ 541866 h 1049866"/>
                        <a:gd name="connsiteX3-7" fmla="*/ 3742267 w 4641485"/>
                        <a:gd name="connsiteY3-8" fmla="*/ 457200 h 1049866"/>
                        <a:gd name="connsiteX4-9" fmla="*/ 2269067 w 4641485"/>
                        <a:gd name="connsiteY4-10" fmla="*/ 1049866 h 1049866"/>
                        <a:gd name="connsiteX5-11" fmla="*/ 880533 w 4641485"/>
                        <a:gd name="connsiteY5-12" fmla="*/ 457200 h 1049866"/>
                        <a:gd name="connsiteX6-13" fmla="*/ 592667 w 4641485"/>
                        <a:gd name="connsiteY6-14" fmla="*/ 541866 h 1049866"/>
                        <a:gd name="connsiteX7-15" fmla="*/ 0 w 4641485"/>
                        <a:gd name="connsiteY7-16" fmla="*/ 254000 h 1049866"/>
                        <a:gd name="connsiteX8-17" fmla="*/ 880533 w 4641485"/>
                        <a:gd name="connsiteY8-18" fmla="*/ 16933 h 1049866"/>
                        <a:gd name="connsiteX9-19" fmla="*/ 2302933 w 4641485"/>
                        <a:gd name="connsiteY9-20" fmla="*/ 626533 h 1049866"/>
                        <a:gd name="connsiteX10-21" fmla="*/ 3725333 w 4641485"/>
                        <a:gd name="connsiteY10-22" fmla="*/ 0 h 1049866"/>
                        <a:gd name="connsiteX0-23" fmla="*/ 3756864 w 4673016"/>
                        <a:gd name="connsiteY0-24" fmla="*/ 0 h 1049866"/>
                        <a:gd name="connsiteX1-25" fmla="*/ 4673016 w 4673016"/>
                        <a:gd name="connsiteY1-26" fmla="*/ 239402 h 1049866"/>
                        <a:gd name="connsiteX2-27" fmla="*/ 3993931 w 4673016"/>
                        <a:gd name="connsiteY2-28" fmla="*/ 541866 h 1049866"/>
                        <a:gd name="connsiteX3-29" fmla="*/ 3773798 w 4673016"/>
                        <a:gd name="connsiteY3-30" fmla="*/ 457200 h 1049866"/>
                        <a:gd name="connsiteX4-31" fmla="*/ 2300598 w 4673016"/>
                        <a:gd name="connsiteY4-32" fmla="*/ 1049866 h 1049866"/>
                        <a:gd name="connsiteX5-33" fmla="*/ 912064 w 4673016"/>
                        <a:gd name="connsiteY5-34" fmla="*/ 457200 h 1049866"/>
                        <a:gd name="connsiteX6-35" fmla="*/ 624198 w 4673016"/>
                        <a:gd name="connsiteY6-36" fmla="*/ 541866 h 1049866"/>
                        <a:gd name="connsiteX7-37" fmla="*/ 0 w 4673016"/>
                        <a:gd name="connsiteY7-38" fmla="*/ 232979 h 1049866"/>
                        <a:gd name="connsiteX8-39" fmla="*/ 912064 w 4673016"/>
                        <a:gd name="connsiteY8-40" fmla="*/ 16933 h 1049866"/>
                        <a:gd name="connsiteX9-41" fmla="*/ 2334464 w 4673016"/>
                        <a:gd name="connsiteY9-42" fmla="*/ 626533 h 1049866"/>
                        <a:gd name="connsiteX10-43" fmla="*/ 3756864 w 4673016"/>
                        <a:gd name="connsiteY10-44" fmla="*/ 0 h 1049866"/>
                        <a:gd name="connsiteX0-45" fmla="*/ 3756864 w 4673016"/>
                        <a:gd name="connsiteY0-46" fmla="*/ 0 h 1049866"/>
                        <a:gd name="connsiteX1-47" fmla="*/ 4673016 w 4673016"/>
                        <a:gd name="connsiteY1-48" fmla="*/ 239402 h 1049866"/>
                        <a:gd name="connsiteX2-49" fmla="*/ 3993931 w 4673016"/>
                        <a:gd name="connsiteY2-50" fmla="*/ 541866 h 1049866"/>
                        <a:gd name="connsiteX3-51" fmla="*/ 3784308 w 4673016"/>
                        <a:gd name="connsiteY3-52" fmla="*/ 404648 h 1049866"/>
                        <a:gd name="connsiteX4-53" fmla="*/ 2300598 w 4673016"/>
                        <a:gd name="connsiteY4-54" fmla="*/ 1049866 h 1049866"/>
                        <a:gd name="connsiteX5-55" fmla="*/ 912064 w 4673016"/>
                        <a:gd name="connsiteY5-56" fmla="*/ 457200 h 1049866"/>
                        <a:gd name="connsiteX6-57" fmla="*/ 624198 w 4673016"/>
                        <a:gd name="connsiteY6-58" fmla="*/ 541866 h 1049866"/>
                        <a:gd name="connsiteX7-59" fmla="*/ 0 w 4673016"/>
                        <a:gd name="connsiteY7-60" fmla="*/ 232979 h 1049866"/>
                        <a:gd name="connsiteX8-61" fmla="*/ 912064 w 4673016"/>
                        <a:gd name="connsiteY8-62" fmla="*/ 16933 h 1049866"/>
                        <a:gd name="connsiteX9-63" fmla="*/ 2334464 w 4673016"/>
                        <a:gd name="connsiteY9-64" fmla="*/ 626533 h 1049866"/>
                        <a:gd name="connsiteX10-65" fmla="*/ 3756864 w 4673016"/>
                        <a:gd name="connsiteY10-66" fmla="*/ 0 h 1049866"/>
                        <a:gd name="connsiteX0-67" fmla="*/ 3756864 w 4673016"/>
                        <a:gd name="connsiteY0-68" fmla="*/ 0 h 1049866"/>
                        <a:gd name="connsiteX1-69" fmla="*/ 4673016 w 4673016"/>
                        <a:gd name="connsiteY1-70" fmla="*/ 239402 h 1049866"/>
                        <a:gd name="connsiteX2-71" fmla="*/ 3993931 w 4673016"/>
                        <a:gd name="connsiteY2-72" fmla="*/ 541866 h 1049866"/>
                        <a:gd name="connsiteX3-73" fmla="*/ 3794818 w 4673016"/>
                        <a:gd name="connsiteY3-74" fmla="*/ 436179 h 1049866"/>
                        <a:gd name="connsiteX4-75" fmla="*/ 2300598 w 4673016"/>
                        <a:gd name="connsiteY4-76" fmla="*/ 1049866 h 1049866"/>
                        <a:gd name="connsiteX5-77" fmla="*/ 912064 w 4673016"/>
                        <a:gd name="connsiteY5-78" fmla="*/ 457200 h 1049866"/>
                        <a:gd name="connsiteX6-79" fmla="*/ 624198 w 4673016"/>
                        <a:gd name="connsiteY6-80" fmla="*/ 541866 h 1049866"/>
                        <a:gd name="connsiteX7-81" fmla="*/ 0 w 4673016"/>
                        <a:gd name="connsiteY7-82" fmla="*/ 232979 h 1049866"/>
                        <a:gd name="connsiteX8-83" fmla="*/ 912064 w 4673016"/>
                        <a:gd name="connsiteY8-84" fmla="*/ 16933 h 1049866"/>
                        <a:gd name="connsiteX9-85" fmla="*/ 2334464 w 4673016"/>
                        <a:gd name="connsiteY9-86" fmla="*/ 626533 h 1049866"/>
                        <a:gd name="connsiteX10-87" fmla="*/ 3756864 w 4673016"/>
                        <a:gd name="connsiteY10-88" fmla="*/ 0 h 1049866"/>
                        <a:gd name="connsiteX0-89" fmla="*/ 3756864 w 4673016"/>
                        <a:gd name="connsiteY0-90" fmla="*/ 0 h 1049866"/>
                        <a:gd name="connsiteX1-91" fmla="*/ 4673016 w 4673016"/>
                        <a:gd name="connsiteY1-92" fmla="*/ 239402 h 1049866"/>
                        <a:gd name="connsiteX2-93" fmla="*/ 3993931 w 4673016"/>
                        <a:gd name="connsiteY2-94" fmla="*/ 541866 h 1049866"/>
                        <a:gd name="connsiteX3-95" fmla="*/ 3794818 w 4673016"/>
                        <a:gd name="connsiteY3-96" fmla="*/ 436179 h 1049866"/>
                        <a:gd name="connsiteX4-97" fmla="*/ 2300598 w 4673016"/>
                        <a:gd name="connsiteY4-98" fmla="*/ 1049866 h 1049866"/>
                        <a:gd name="connsiteX5-99" fmla="*/ 912064 w 4673016"/>
                        <a:gd name="connsiteY5-100" fmla="*/ 457200 h 1049866"/>
                        <a:gd name="connsiteX6-101" fmla="*/ 624198 w 4673016"/>
                        <a:gd name="connsiteY6-102" fmla="*/ 541866 h 1049866"/>
                        <a:gd name="connsiteX7-103" fmla="*/ 0 w 4673016"/>
                        <a:gd name="connsiteY7-104" fmla="*/ 232979 h 1049866"/>
                        <a:gd name="connsiteX8-105" fmla="*/ 912064 w 4673016"/>
                        <a:gd name="connsiteY8-106" fmla="*/ 16933 h 1049866"/>
                        <a:gd name="connsiteX9-107" fmla="*/ 2323954 w 4673016"/>
                        <a:gd name="connsiteY9-108" fmla="*/ 616023 h 1049866"/>
                        <a:gd name="connsiteX10-109" fmla="*/ 3756864 w 4673016"/>
                        <a:gd name="connsiteY10-110" fmla="*/ 0 h 1049866"/>
                        <a:gd name="connsiteX0-111" fmla="*/ 3756864 w 4673016"/>
                        <a:gd name="connsiteY0-112" fmla="*/ 0 h 1049866"/>
                        <a:gd name="connsiteX1-113" fmla="*/ 4673016 w 4673016"/>
                        <a:gd name="connsiteY1-114" fmla="*/ 239402 h 1049866"/>
                        <a:gd name="connsiteX2-115" fmla="*/ 3993931 w 4673016"/>
                        <a:gd name="connsiteY2-116" fmla="*/ 541866 h 1049866"/>
                        <a:gd name="connsiteX3-117" fmla="*/ 3794818 w 4673016"/>
                        <a:gd name="connsiteY3-118" fmla="*/ 436179 h 1049866"/>
                        <a:gd name="connsiteX4-119" fmla="*/ 2300598 w 4673016"/>
                        <a:gd name="connsiteY4-120" fmla="*/ 1049866 h 1049866"/>
                        <a:gd name="connsiteX5-121" fmla="*/ 912064 w 4673016"/>
                        <a:gd name="connsiteY5-122" fmla="*/ 457200 h 1049866"/>
                        <a:gd name="connsiteX6-123" fmla="*/ 624198 w 4673016"/>
                        <a:gd name="connsiteY6-124" fmla="*/ 541866 h 1049866"/>
                        <a:gd name="connsiteX7-125" fmla="*/ 0 w 4673016"/>
                        <a:gd name="connsiteY7-126" fmla="*/ 275021 h 1049866"/>
                        <a:gd name="connsiteX8-127" fmla="*/ 912064 w 4673016"/>
                        <a:gd name="connsiteY8-128" fmla="*/ 16933 h 1049866"/>
                        <a:gd name="connsiteX9-129" fmla="*/ 2323954 w 4673016"/>
                        <a:gd name="connsiteY9-130" fmla="*/ 616023 h 1049866"/>
                        <a:gd name="connsiteX10-131" fmla="*/ 3756864 w 4673016"/>
                        <a:gd name="connsiteY10-132" fmla="*/ 0 h 1049866"/>
                        <a:gd name="connsiteX0-133" fmla="*/ 3756864 w 4673016"/>
                        <a:gd name="connsiteY0-134" fmla="*/ 0 h 1049866"/>
                        <a:gd name="connsiteX1-135" fmla="*/ 4673016 w 4673016"/>
                        <a:gd name="connsiteY1-136" fmla="*/ 239402 h 1049866"/>
                        <a:gd name="connsiteX2-137" fmla="*/ 3993931 w 4673016"/>
                        <a:gd name="connsiteY2-138" fmla="*/ 541866 h 1049866"/>
                        <a:gd name="connsiteX3-139" fmla="*/ 3815839 w 4673016"/>
                        <a:gd name="connsiteY3-140" fmla="*/ 467710 h 1049866"/>
                        <a:gd name="connsiteX4-141" fmla="*/ 2300598 w 4673016"/>
                        <a:gd name="connsiteY4-142" fmla="*/ 1049866 h 1049866"/>
                        <a:gd name="connsiteX5-143" fmla="*/ 912064 w 4673016"/>
                        <a:gd name="connsiteY5-144" fmla="*/ 457200 h 1049866"/>
                        <a:gd name="connsiteX6-145" fmla="*/ 624198 w 4673016"/>
                        <a:gd name="connsiteY6-146" fmla="*/ 541866 h 1049866"/>
                        <a:gd name="connsiteX7-147" fmla="*/ 0 w 4673016"/>
                        <a:gd name="connsiteY7-148" fmla="*/ 275021 h 1049866"/>
                        <a:gd name="connsiteX8-149" fmla="*/ 912064 w 4673016"/>
                        <a:gd name="connsiteY8-150" fmla="*/ 16933 h 1049866"/>
                        <a:gd name="connsiteX9-151" fmla="*/ 2323954 w 4673016"/>
                        <a:gd name="connsiteY9-152" fmla="*/ 616023 h 1049866"/>
                        <a:gd name="connsiteX10-153" fmla="*/ 3756864 w 4673016"/>
                        <a:gd name="connsiteY10-154" fmla="*/ 0 h 104986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68" name="Freeform 467"/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69" name="Freeform 468"/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0" name="Freeform 469"/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-1" fmla="*/ 168165 w 3731172"/>
                        <a:gd name="connsiteY0-2" fmla="*/ 73572 h 1418896"/>
                        <a:gd name="connsiteX1-3" fmla="*/ 451945 w 3731172"/>
                        <a:gd name="connsiteY1-4" fmla="*/ 0 h 1418896"/>
                        <a:gd name="connsiteX2-5" fmla="*/ 1881352 w 3731172"/>
                        <a:gd name="connsiteY2-6" fmla="*/ 599089 h 1418896"/>
                        <a:gd name="connsiteX3-7" fmla="*/ 3363310 w 3731172"/>
                        <a:gd name="connsiteY3-8" fmla="*/ 0 h 1418896"/>
                        <a:gd name="connsiteX4-9" fmla="*/ 3584027 w 3731172"/>
                        <a:gd name="connsiteY4-10" fmla="*/ 73572 h 1418896"/>
                        <a:gd name="connsiteX5-11" fmla="*/ 2627586 w 3731172"/>
                        <a:gd name="connsiteY5-12" fmla="*/ 441434 h 1418896"/>
                        <a:gd name="connsiteX6-13" fmla="*/ 2596055 w 3731172"/>
                        <a:gd name="connsiteY6-14" fmla="*/ 914400 h 1418896"/>
                        <a:gd name="connsiteX7-15" fmla="*/ 3731172 w 3731172"/>
                        <a:gd name="connsiteY7-16" fmla="*/ 1345324 h 1418896"/>
                        <a:gd name="connsiteX8-17" fmla="*/ 3447393 w 3731172"/>
                        <a:gd name="connsiteY8-18" fmla="*/ 1408386 h 1418896"/>
                        <a:gd name="connsiteX9-19" fmla="*/ 1870841 w 3731172"/>
                        <a:gd name="connsiteY9-20" fmla="*/ 746234 h 1418896"/>
                        <a:gd name="connsiteX10-21" fmla="*/ 262758 w 3731172"/>
                        <a:gd name="connsiteY10-22" fmla="*/ 1418896 h 1418896"/>
                        <a:gd name="connsiteX11-23" fmla="*/ 0 w 3731172"/>
                        <a:gd name="connsiteY11-24" fmla="*/ 1324303 h 1418896"/>
                        <a:gd name="connsiteX12-25" fmla="*/ 1145627 w 3731172"/>
                        <a:gd name="connsiteY12-26" fmla="*/ 882869 h 1418896"/>
                        <a:gd name="connsiteX13-27" fmla="*/ 1114096 w 3731172"/>
                        <a:gd name="connsiteY13-28" fmla="*/ 409903 h 1418896"/>
                        <a:gd name="connsiteX14-29" fmla="*/ 441434 w 3731172"/>
                        <a:gd name="connsiteY14-30" fmla="*/ 10510 h 1418896"/>
                        <a:gd name="connsiteX15-31" fmla="*/ 441434 w 3731172"/>
                        <a:gd name="connsiteY15-32" fmla="*/ 10510 h 1418896"/>
                        <a:gd name="connsiteX0-33" fmla="*/ 168165 w 3731172"/>
                        <a:gd name="connsiteY0-34" fmla="*/ 73572 h 1418896"/>
                        <a:gd name="connsiteX1-35" fmla="*/ 451945 w 3731172"/>
                        <a:gd name="connsiteY1-36" fmla="*/ 0 h 1418896"/>
                        <a:gd name="connsiteX2-37" fmla="*/ 1881352 w 3731172"/>
                        <a:gd name="connsiteY2-38" fmla="*/ 599089 h 1418896"/>
                        <a:gd name="connsiteX3-39" fmla="*/ 3363310 w 3731172"/>
                        <a:gd name="connsiteY3-40" fmla="*/ 0 h 1418896"/>
                        <a:gd name="connsiteX4-41" fmla="*/ 3584027 w 3731172"/>
                        <a:gd name="connsiteY4-42" fmla="*/ 73572 h 1418896"/>
                        <a:gd name="connsiteX5-43" fmla="*/ 2627586 w 3731172"/>
                        <a:gd name="connsiteY5-44" fmla="*/ 441434 h 1418896"/>
                        <a:gd name="connsiteX6-45" fmla="*/ 2596055 w 3731172"/>
                        <a:gd name="connsiteY6-46" fmla="*/ 914400 h 1418896"/>
                        <a:gd name="connsiteX7-47" fmla="*/ 3731172 w 3731172"/>
                        <a:gd name="connsiteY7-48" fmla="*/ 1345324 h 1418896"/>
                        <a:gd name="connsiteX8-49" fmla="*/ 3447393 w 3731172"/>
                        <a:gd name="connsiteY8-50" fmla="*/ 1408386 h 1418896"/>
                        <a:gd name="connsiteX9-51" fmla="*/ 1870841 w 3731172"/>
                        <a:gd name="connsiteY9-52" fmla="*/ 746234 h 1418896"/>
                        <a:gd name="connsiteX10-53" fmla="*/ 262758 w 3731172"/>
                        <a:gd name="connsiteY10-54" fmla="*/ 1418896 h 1418896"/>
                        <a:gd name="connsiteX11-55" fmla="*/ 0 w 3731172"/>
                        <a:gd name="connsiteY11-56" fmla="*/ 1324303 h 1418896"/>
                        <a:gd name="connsiteX12-57" fmla="*/ 1145627 w 3731172"/>
                        <a:gd name="connsiteY12-58" fmla="*/ 882869 h 1418896"/>
                        <a:gd name="connsiteX13-59" fmla="*/ 1114096 w 3731172"/>
                        <a:gd name="connsiteY13-60" fmla="*/ 409903 h 1418896"/>
                        <a:gd name="connsiteX14-61" fmla="*/ 441434 w 3731172"/>
                        <a:gd name="connsiteY14-62" fmla="*/ 10510 h 1418896"/>
                        <a:gd name="connsiteX0-63" fmla="*/ 168165 w 3731172"/>
                        <a:gd name="connsiteY0-64" fmla="*/ 73572 h 1418896"/>
                        <a:gd name="connsiteX1-65" fmla="*/ 451945 w 3731172"/>
                        <a:gd name="connsiteY1-66" fmla="*/ 0 h 1418896"/>
                        <a:gd name="connsiteX2-67" fmla="*/ 1881352 w 3731172"/>
                        <a:gd name="connsiteY2-68" fmla="*/ 599089 h 1418896"/>
                        <a:gd name="connsiteX3-69" fmla="*/ 3363310 w 3731172"/>
                        <a:gd name="connsiteY3-70" fmla="*/ 0 h 1418896"/>
                        <a:gd name="connsiteX4-71" fmla="*/ 3584027 w 3731172"/>
                        <a:gd name="connsiteY4-72" fmla="*/ 73572 h 1418896"/>
                        <a:gd name="connsiteX5-73" fmla="*/ 2627586 w 3731172"/>
                        <a:gd name="connsiteY5-74" fmla="*/ 441434 h 1418896"/>
                        <a:gd name="connsiteX6-75" fmla="*/ 2596055 w 3731172"/>
                        <a:gd name="connsiteY6-76" fmla="*/ 914400 h 1418896"/>
                        <a:gd name="connsiteX7-77" fmla="*/ 3731172 w 3731172"/>
                        <a:gd name="connsiteY7-78" fmla="*/ 1345324 h 1418896"/>
                        <a:gd name="connsiteX8-79" fmla="*/ 3447393 w 3731172"/>
                        <a:gd name="connsiteY8-80" fmla="*/ 1408386 h 1418896"/>
                        <a:gd name="connsiteX9-81" fmla="*/ 1870841 w 3731172"/>
                        <a:gd name="connsiteY9-82" fmla="*/ 746234 h 1418896"/>
                        <a:gd name="connsiteX10-83" fmla="*/ 262758 w 3731172"/>
                        <a:gd name="connsiteY10-84" fmla="*/ 1418896 h 1418896"/>
                        <a:gd name="connsiteX11-85" fmla="*/ 0 w 3731172"/>
                        <a:gd name="connsiteY11-86" fmla="*/ 1324303 h 1418896"/>
                        <a:gd name="connsiteX12-87" fmla="*/ 1145627 w 3731172"/>
                        <a:gd name="connsiteY12-88" fmla="*/ 882869 h 1418896"/>
                        <a:gd name="connsiteX13-89" fmla="*/ 1114096 w 3731172"/>
                        <a:gd name="connsiteY13-90" fmla="*/ 409903 h 1418896"/>
                        <a:gd name="connsiteX14-91" fmla="*/ 357351 w 3731172"/>
                        <a:gd name="connsiteY14-92" fmla="*/ 115613 h 1418896"/>
                        <a:gd name="connsiteX0-93" fmla="*/ 168165 w 3731172"/>
                        <a:gd name="connsiteY0-94" fmla="*/ 73572 h 1418896"/>
                        <a:gd name="connsiteX1-95" fmla="*/ 451945 w 3731172"/>
                        <a:gd name="connsiteY1-96" fmla="*/ 0 h 1418896"/>
                        <a:gd name="connsiteX2-97" fmla="*/ 1881352 w 3731172"/>
                        <a:gd name="connsiteY2-98" fmla="*/ 599089 h 1418896"/>
                        <a:gd name="connsiteX3-99" fmla="*/ 3363310 w 3731172"/>
                        <a:gd name="connsiteY3-100" fmla="*/ 0 h 1418896"/>
                        <a:gd name="connsiteX4-101" fmla="*/ 3584027 w 3731172"/>
                        <a:gd name="connsiteY4-102" fmla="*/ 73572 h 1418896"/>
                        <a:gd name="connsiteX5-103" fmla="*/ 2627586 w 3731172"/>
                        <a:gd name="connsiteY5-104" fmla="*/ 441434 h 1418896"/>
                        <a:gd name="connsiteX6-105" fmla="*/ 2596055 w 3731172"/>
                        <a:gd name="connsiteY6-106" fmla="*/ 914400 h 1418896"/>
                        <a:gd name="connsiteX7-107" fmla="*/ 3731172 w 3731172"/>
                        <a:gd name="connsiteY7-108" fmla="*/ 1345324 h 1418896"/>
                        <a:gd name="connsiteX8-109" fmla="*/ 3447393 w 3731172"/>
                        <a:gd name="connsiteY8-110" fmla="*/ 1408386 h 1418896"/>
                        <a:gd name="connsiteX9-111" fmla="*/ 1870841 w 3731172"/>
                        <a:gd name="connsiteY9-112" fmla="*/ 746234 h 1418896"/>
                        <a:gd name="connsiteX10-113" fmla="*/ 262758 w 3731172"/>
                        <a:gd name="connsiteY10-114" fmla="*/ 1418896 h 1418896"/>
                        <a:gd name="connsiteX11-115" fmla="*/ 0 w 3731172"/>
                        <a:gd name="connsiteY11-116" fmla="*/ 1324303 h 1418896"/>
                        <a:gd name="connsiteX12-117" fmla="*/ 1145627 w 3731172"/>
                        <a:gd name="connsiteY12-118" fmla="*/ 882869 h 1418896"/>
                        <a:gd name="connsiteX13-119" fmla="*/ 1114096 w 3731172"/>
                        <a:gd name="connsiteY13-120" fmla="*/ 409903 h 1418896"/>
                        <a:gd name="connsiteX14-121" fmla="*/ 147144 w 3731172"/>
                        <a:gd name="connsiteY14-122" fmla="*/ 63061 h 1418896"/>
                        <a:gd name="connsiteX0-123" fmla="*/ 168165 w 3731172"/>
                        <a:gd name="connsiteY0-124" fmla="*/ 73572 h 1418896"/>
                        <a:gd name="connsiteX1-125" fmla="*/ 451945 w 3731172"/>
                        <a:gd name="connsiteY1-126" fmla="*/ 0 h 1418896"/>
                        <a:gd name="connsiteX2-127" fmla="*/ 1881352 w 3731172"/>
                        <a:gd name="connsiteY2-128" fmla="*/ 599089 h 1418896"/>
                        <a:gd name="connsiteX3-129" fmla="*/ 3363310 w 3731172"/>
                        <a:gd name="connsiteY3-130" fmla="*/ 0 h 1418896"/>
                        <a:gd name="connsiteX4-131" fmla="*/ 3584027 w 3731172"/>
                        <a:gd name="connsiteY4-132" fmla="*/ 73572 h 1418896"/>
                        <a:gd name="connsiteX5-133" fmla="*/ 2627586 w 3731172"/>
                        <a:gd name="connsiteY5-134" fmla="*/ 441434 h 1418896"/>
                        <a:gd name="connsiteX6-135" fmla="*/ 2596055 w 3731172"/>
                        <a:gd name="connsiteY6-136" fmla="*/ 914400 h 1418896"/>
                        <a:gd name="connsiteX7-137" fmla="*/ 3731172 w 3731172"/>
                        <a:gd name="connsiteY7-138" fmla="*/ 1345324 h 1418896"/>
                        <a:gd name="connsiteX8-139" fmla="*/ 3447393 w 3731172"/>
                        <a:gd name="connsiteY8-140" fmla="*/ 1408386 h 1418896"/>
                        <a:gd name="connsiteX9-141" fmla="*/ 1870841 w 3731172"/>
                        <a:gd name="connsiteY9-142" fmla="*/ 746234 h 1418896"/>
                        <a:gd name="connsiteX10-143" fmla="*/ 262758 w 3731172"/>
                        <a:gd name="connsiteY10-144" fmla="*/ 1418896 h 1418896"/>
                        <a:gd name="connsiteX11-145" fmla="*/ 0 w 3731172"/>
                        <a:gd name="connsiteY11-146" fmla="*/ 1324303 h 1418896"/>
                        <a:gd name="connsiteX12-147" fmla="*/ 1145627 w 3731172"/>
                        <a:gd name="connsiteY12-148" fmla="*/ 882869 h 1418896"/>
                        <a:gd name="connsiteX13-149" fmla="*/ 1114096 w 3731172"/>
                        <a:gd name="connsiteY13-150" fmla="*/ 420413 h 1418896"/>
                        <a:gd name="connsiteX14-151" fmla="*/ 147144 w 3731172"/>
                        <a:gd name="connsiteY14-152" fmla="*/ 63061 h 1418896"/>
                        <a:gd name="connsiteX0-153" fmla="*/ 168165 w 3731172"/>
                        <a:gd name="connsiteY0-154" fmla="*/ 73572 h 1418896"/>
                        <a:gd name="connsiteX1-155" fmla="*/ 451945 w 3731172"/>
                        <a:gd name="connsiteY1-156" fmla="*/ 0 h 1418896"/>
                        <a:gd name="connsiteX2-157" fmla="*/ 1881352 w 3731172"/>
                        <a:gd name="connsiteY2-158" fmla="*/ 599089 h 1418896"/>
                        <a:gd name="connsiteX3-159" fmla="*/ 3363310 w 3731172"/>
                        <a:gd name="connsiteY3-160" fmla="*/ 0 h 1418896"/>
                        <a:gd name="connsiteX4-161" fmla="*/ 3584027 w 3731172"/>
                        <a:gd name="connsiteY4-162" fmla="*/ 73572 h 1418896"/>
                        <a:gd name="connsiteX5-163" fmla="*/ 2627586 w 3731172"/>
                        <a:gd name="connsiteY5-164" fmla="*/ 441434 h 1418896"/>
                        <a:gd name="connsiteX6-165" fmla="*/ 2596055 w 3731172"/>
                        <a:gd name="connsiteY6-166" fmla="*/ 914400 h 1418896"/>
                        <a:gd name="connsiteX7-167" fmla="*/ 3731172 w 3731172"/>
                        <a:gd name="connsiteY7-168" fmla="*/ 1345324 h 1418896"/>
                        <a:gd name="connsiteX8-169" fmla="*/ 3447393 w 3731172"/>
                        <a:gd name="connsiteY8-170" fmla="*/ 1408386 h 1418896"/>
                        <a:gd name="connsiteX9-171" fmla="*/ 1870841 w 3731172"/>
                        <a:gd name="connsiteY9-172" fmla="*/ 746234 h 1418896"/>
                        <a:gd name="connsiteX10-173" fmla="*/ 262758 w 3731172"/>
                        <a:gd name="connsiteY10-174" fmla="*/ 1418896 h 1418896"/>
                        <a:gd name="connsiteX11-175" fmla="*/ 0 w 3731172"/>
                        <a:gd name="connsiteY11-176" fmla="*/ 1324303 h 1418896"/>
                        <a:gd name="connsiteX12-177" fmla="*/ 1145627 w 3731172"/>
                        <a:gd name="connsiteY12-178" fmla="*/ 882869 h 1418896"/>
                        <a:gd name="connsiteX13-179" fmla="*/ 1114096 w 3731172"/>
                        <a:gd name="connsiteY13-180" fmla="*/ 420413 h 1418896"/>
                        <a:gd name="connsiteX14-181" fmla="*/ 189185 w 3731172"/>
                        <a:gd name="connsiteY14-182" fmla="*/ 84081 h 1418896"/>
                        <a:gd name="connsiteX0-183" fmla="*/ 168165 w 3731172"/>
                        <a:gd name="connsiteY0-184" fmla="*/ 73572 h 1418896"/>
                        <a:gd name="connsiteX1-185" fmla="*/ 451945 w 3731172"/>
                        <a:gd name="connsiteY1-186" fmla="*/ 0 h 1418896"/>
                        <a:gd name="connsiteX2-187" fmla="*/ 1881352 w 3731172"/>
                        <a:gd name="connsiteY2-188" fmla="*/ 599089 h 1418896"/>
                        <a:gd name="connsiteX3-189" fmla="*/ 3363310 w 3731172"/>
                        <a:gd name="connsiteY3-190" fmla="*/ 0 h 1418896"/>
                        <a:gd name="connsiteX4-191" fmla="*/ 3584027 w 3731172"/>
                        <a:gd name="connsiteY4-192" fmla="*/ 73572 h 1418896"/>
                        <a:gd name="connsiteX5-193" fmla="*/ 2627586 w 3731172"/>
                        <a:gd name="connsiteY5-194" fmla="*/ 441434 h 1418896"/>
                        <a:gd name="connsiteX6-195" fmla="*/ 2596055 w 3731172"/>
                        <a:gd name="connsiteY6-196" fmla="*/ 914400 h 1418896"/>
                        <a:gd name="connsiteX7-197" fmla="*/ 3731172 w 3731172"/>
                        <a:gd name="connsiteY7-198" fmla="*/ 1345324 h 1418896"/>
                        <a:gd name="connsiteX8-199" fmla="*/ 3447393 w 3731172"/>
                        <a:gd name="connsiteY8-200" fmla="*/ 1408386 h 1418896"/>
                        <a:gd name="connsiteX9-201" fmla="*/ 1870841 w 3731172"/>
                        <a:gd name="connsiteY9-202" fmla="*/ 746234 h 1418896"/>
                        <a:gd name="connsiteX10-203" fmla="*/ 262758 w 3731172"/>
                        <a:gd name="connsiteY10-204" fmla="*/ 1418896 h 1418896"/>
                        <a:gd name="connsiteX11-205" fmla="*/ 0 w 3731172"/>
                        <a:gd name="connsiteY11-206" fmla="*/ 1324303 h 1418896"/>
                        <a:gd name="connsiteX12-207" fmla="*/ 1145627 w 3731172"/>
                        <a:gd name="connsiteY12-208" fmla="*/ 882869 h 1418896"/>
                        <a:gd name="connsiteX13-209" fmla="*/ 1114096 w 3731172"/>
                        <a:gd name="connsiteY13-210" fmla="*/ 420413 h 1418896"/>
                        <a:gd name="connsiteX14-211" fmla="*/ 189185 w 3731172"/>
                        <a:gd name="connsiteY14-212" fmla="*/ 84081 h 1418896"/>
                        <a:gd name="connsiteX15-213" fmla="*/ 168165 w 3731172"/>
                        <a:gd name="connsiteY15-214" fmla="*/ 73572 h 1418896"/>
                        <a:gd name="connsiteX0-215" fmla="*/ 168165 w 3731172"/>
                        <a:gd name="connsiteY0-216" fmla="*/ 73572 h 1418896"/>
                        <a:gd name="connsiteX1-217" fmla="*/ 451945 w 3731172"/>
                        <a:gd name="connsiteY1-218" fmla="*/ 0 h 1418896"/>
                        <a:gd name="connsiteX2-219" fmla="*/ 1881352 w 3731172"/>
                        <a:gd name="connsiteY2-220" fmla="*/ 599089 h 1418896"/>
                        <a:gd name="connsiteX3-221" fmla="*/ 3363310 w 3731172"/>
                        <a:gd name="connsiteY3-222" fmla="*/ 0 h 1418896"/>
                        <a:gd name="connsiteX4-223" fmla="*/ 3584027 w 3731172"/>
                        <a:gd name="connsiteY4-224" fmla="*/ 73572 h 1418896"/>
                        <a:gd name="connsiteX5-225" fmla="*/ 2627586 w 3731172"/>
                        <a:gd name="connsiteY5-226" fmla="*/ 441434 h 1418896"/>
                        <a:gd name="connsiteX6-227" fmla="*/ 2596055 w 3731172"/>
                        <a:gd name="connsiteY6-228" fmla="*/ 914400 h 1418896"/>
                        <a:gd name="connsiteX7-229" fmla="*/ 3731172 w 3731172"/>
                        <a:gd name="connsiteY7-230" fmla="*/ 1345324 h 1418896"/>
                        <a:gd name="connsiteX8-231" fmla="*/ 3447393 w 3731172"/>
                        <a:gd name="connsiteY8-232" fmla="*/ 1408386 h 1418896"/>
                        <a:gd name="connsiteX9-233" fmla="*/ 1870841 w 3731172"/>
                        <a:gd name="connsiteY9-234" fmla="*/ 746234 h 1418896"/>
                        <a:gd name="connsiteX10-235" fmla="*/ 262758 w 3731172"/>
                        <a:gd name="connsiteY10-236" fmla="*/ 1418896 h 1418896"/>
                        <a:gd name="connsiteX11-237" fmla="*/ 0 w 3731172"/>
                        <a:gd name="connsiteY11-238" fmla="*/ 1324303 h 1418896"/>
                        <a:gd name="connsiteX12-239" fmla="*/ 1145627 w 3731172"/>
                        <a:gd name="connsiteY12-240" fmla="*/ 882869 h 1418896"/>
                        <a:gd name="connsiteX13-241" fmla="*/ 1156137 w 3731172"/>
                        <a:gd name="connsiteY13-242" fmla="*/ 441434 h 1418896"/>
                        <a:gd name="connsiteX14-243" fmla="*/ 189185 w 3731172"/>
                        <a:gd name="connsiteY14-244" fmla="*/ 84081 h 1418896"/>
                        <a:gd name="connsiteX15-245" fmla="*/ 168165 w 3731172"/>
                        <a:gd name="connsiteY15-246" fmla="*/ 73572 h 1418896"/>
                        <a:gd name="connsiteX0-247" fmla="*/ 168165 w 3731172"/>
                        <a:gd name="connsiteY0-248" fmla="*/ 73572 h 1418896"/>
                        <a:gd name="connsiteX1-249" fmla="*/ 451945 w 3731172"/>
                        <a:gd name="connsiteY1-250" fmla="*/ 0 h 1418896"/>
                        <a:gd name="connsiteX2-251" fmla="*/ 1881352 w 3731172"/>
                        <a:gd name="connsiteY2-252" fmla="*/ 599089 h 1418896"/>
                        <a:gd name="connsiteX3-253" fmla="*/ 3363310 w 3731172"/>
                        <a:gd name="connsiteY3-254" fmla="*/ 0 h 1418896"/>
                        <a:gd name="connsiteX4-255" fmla="*/ 3584027 w 3731172"/>
                        <a:gd name="connsiteY4-256" fmla="*/ 73572 h 1418896"/>
                        <a:gd name="connsiteX5-257" fmla="*/ 2627586 w 3731172"/>
                        <a:gd name="connsiteY5-258" fmla="*/ 441434 h 1418896"/>
                        <a:gd name="connsiteX6-259" fmla="*/ 2596055 w 3731172"/>
                        <a:gd name="connsiteY6-260" fmla="*/ 914400 h 1418896"/>
                        <a:gd name="connsiteX7-261" fmla="*/ 3731172 w 3731172"/>
                        <a:gd name="connsiteY7-262" fmla="*/ 1345324 h 1418896"/>
                        <a:gd name="connsiteX8-263" fmla="*/ 3447393 w 3731172"/>
                        <a:gd name="connsiteY8-264" fmla="*/ 1408386 h 1418896"/>
                        <a:gd name="connsiteX9-265" fmla="*/ 1870841 w 3731172"/>
                        <a:gd name="connsiteY9-266" fmla="*/ 746234 h 1418896"/>
                        <a:gd name="connsiteX10-267" fmla="*/ 262758 w 3731172"/>
                        <a:gd name="connsiteY10-268" fmla="*/ 1418896 h 1418896"/>
                        <a:gd name="connsiteX11-269" fmla="*/ 0 w 3731172"/>
                        <a:gd name="connsiteY11-270" fmla="*/ 1324303 h 1418896"/>
                        <a:gd name="connsiteX12-271" fmla="*/ 1145627 w 3731172"/>
                        <a:gd name="connsiteY12-272" fmla="*/ 882869 h 1418896"/>
                        <a:gd name="connsiteX13-273" fmla="*/ 1145626 w 3731172"/>
                        <a:gd name="connsiteY13-274" fmla="*/ 451945 h 1418896"/>
                        <a:gd name="connsiteX14-275" fmla="*/ 189185 w 3731172"/>
                        <a:gd name="connsiteY14-276" fmla="*/ 84081 h 1418896"/>
                        <a:gd name="connsiteX15-277" fmla="*/ 168165 w 3731172"/>
                        <a:gd name="connsiteY15-278" fmla="*/ 73572 h 1418896"/>
                        <a:gd name="connsiteX0-279" fmla="*/ 168165 w 3731172"/>
                        <a:gd name="connsiteY0-280" fmla="*/ 73572 h 1418896"/>
                        <a:gd name="connsiteX1-281" fmla="*/ 451945 w 3731172"/>
                        <a:gd name="connsiteY1-282" fmla="*/ 0 h 1418896"/>
                        <a:gd name="connsiteX2-283" fmla="*/ 1881352 w 3731172"/>
                        <a:gd name="connsiteY2-284" fmla="*/ 599089 h 1418896"/>
                        <a:gd name="connsiteX3-285" fmla="*/ 3363310 w 3731172"/>
                        <a:gd name="connsiteY3-286" fmla="*/ 0 h 1418896"/>
                        <a:gd name="connsiteX4-287" fmla="*/ 3584027 w 3731172"/>
                        <a:gd name="connsiteY4-288" fmla="*/ 73572 h 1418896"/>
                        <a:gd name="connsiteX5-289" fmla="*/ 2627586 w 3731172"/>
                        <a:gd name="connsiteY5-290" fmla="*/ 441434 h 1418896"/>
                        <a:gd name="connsiteX6-291" fmla="*/ 2596055 w 3731172"/>
                        <a:gd name="connsiteY6-292" fmla="*/ 914400 h 1418896"/>
                        <a:gd name="connsiteX7-293" fmla="*/ 3731172 w 3731172"/>
                        <a:gd name="connsiteY7-294" fmla="*/ 1345324 h 1418896"/>
                        <a:gd name="connsiteX8-295" fmla="*/ 3447393 w 3731172"/>
                        <a:gd name="connsiteY8-296" fmla="*/ 1408386 h 1418896"/>
                        <a:gd name="connsiteX9-297" fmla="*/ 1870841 w 3731172"/>
                        <a:gd name="connsiteY9-298" fmla="*/ 746234 h 1418896"/>
                        <a:gd name="connsiteX10-299" fmla="*/ 262758 w 3731172"/>
                        <a:gd name="connsiteY10-300" fmla="*/ 1418896 h 1418896"/>
                        <a:gd name="connsiteX11-301" fmla="*/ 0 w 3731172"/>
                        <a:gd name="connsiteY11-302" fmla="*/ 1324303 h 1418896"/>
                        <a:gd name="connsiteX12-303" fmla="*/ 1145627 w 3731172"/>
                        <a:gd name="connsiteY12-304" fmla="*/ 903890 h 1418896"/>
                        <a:gd name="connsiteX13-305" fmla="*/ 1145626 w 3731172"/>
                        <a:gd name="connsiteY13-306" fmla="*/ 451945 h 1418896"/>
                        <a:gd name="connsiteX14-307" fmla="*/ 189185 w 3731172"/>
                        <a:gd name="connsiteY14-308" fmla="*/ 84081 h 1418896"/>
                        <a:gd name="connsiteX15-309" fmla="*/ 168165 w 3731172"/>
                        <a:gd name="connsiteY15-310" fmla="*/ 73572 h 1418896"/>
                        <a:gd name="connsiteX0-311" fmla="*/ 147144 w 3710151"/>
                        <a:gd name="connsiteY0-312" fmla="*/ 73572 h 1418896"/>
                        <a:gd name="connsiteX1-313" fmla="*/ 430924 w 3710151"/>
                        <a:gd name="connsiteY1-314" fmla="*/ 0 h 1418896"/>
                        <a:gd name="connsiteX2-315" fmla="*/ 1860331 w 3710151"/>
                        <a:gd name="connsiteY2-316" fmla="*/ 599089 h 1418896"/>
                        <a:gd name="connsiteX3-317" fmla="*/ 3342289 w 3710151"/>
                        <a:gd name="connsiteY3-318" fmla="*/ 0 h 1418896"/>
                        <a:gd name="connsiteX4-319" fmla="*/ 3563006 w 3710151"/>
                        <a:gd name="connsiteY4-320" fmla="*/ 73572 h 1418896"/>
                        <a:gd name="connsiteX5-321" fmla="*/ 2606565 w 3710151"/>
                        <a:gd name="connsiteY5-322" fmla="*/ 441434 h 1418896"/>
                        <a:gd name="connsiteX6-323" fmla="*/ 2575034 w 3710151"/>
                        <a:gd name="connsiteY6-324" fmla="*/ 914400 h 1418896"/>
                        <a:gd name="connsiteX7-325" fmla="*/ 3710151 w 3710151"/>
                        <a:gd name="connsiteY7-326" fmla="*/ 1345324 h 1418896"/>
                        <a:gd name="connsiteX8-327" fmla="*/ 3426372 w 3710151"/>
                        <a:gd name="connsiteY8-328" fmla="*/ 1408386 h 1418896"/>
                        <a:gd name="connsiteX9-329" fmla="*/ 1849820 w 3710151"/>
                        <a:gd name="connsiteY9-330" fmla="*/ 746234 h 1418896"/>
                        <a:gd name="connsiteX10-331" fmla="*/ 241737 w 3710151"/>
                        <a:gd name="connsiteY10-332" fmla="*/ 1418896 h 1418896"/>
                        <a:gd name="connsiteX11-333" fmla="*/ 0 w 3710151"/>
                        <a:gd name="connsiteY11-334" fmla="*/ 1334814 h 1418896"/>
                        <a:gd name="connsiteX12-335" fmla="*/ 1124606 w 3710151"/>
                        <a:gd name="connsiteY12-336" fmla="*/ 903890 h 1418896"/>
                        <a:gd name="connsiteX13-337" fmla="*/ 1124605 w 3710151"/>
                        <a:gd name="connsiteY13-338" fmla="*/ 451945 h 1418896"/>
                        <a:gd name="connsiteX14-339" fmla="*/ 168164 w 3710151"/>
                        <a:gd name="connsiteY14-340" fmla="*/ 84081 h 1418896"/>
                        <a:gd name="connsiteX15-341" fmla="*/ 147144 w 3710151"/>
                        <a:gd name="connsiteY15-342" fmla="*/ 73572 h 1418896"/>
                        <a:gd name="connsiteX0-343" fmla="*/ 147144 w 3710151"/>
                        <a:gd name="connsiteY0-344" fmla="*/ 73572 h 1418896"/>
                        <a:gd name="connsiteX1-345" fmla="*/ 430924 w 3710151"/>
                        <a:gd name="connsiteY1-346" fmla="*/ 0 h 1418896"/>
                        <a:gd name="connsiteX2-347" fmla="*/ 1860331 w 3710151"/>
                        <a:gd name="connsiteY2-348" fmla="*/ 599089 h 1418896"/>
                        <a:gd name="connsiteX3-349" fmla="*/ 3342289 w 3710151"/>
                        <a:gd name="connsiteY3-350" fmla="*/ 0 h 1418896"/>
                        <a:gd name="connsiteX4-351" fmla="*/ 3563006 w 3710151"/>
                        <a:gd name="connsiteY4-352" fmla="*/ 73572 h 1418896"/>
                        <a:gd name="connsiteX5-353" fmla="*/ 2606565 w 3710151"/>
                        <a:gd name="connsiteY5-354" fmla="*/ 441434 h 1418896"/>
                        <a:gd name="connsiteX6-355" fmla="*/ 2606565 w 3710151"/>
                        <a:gd name="connsiteY6-356" fmla="*/ 924910 h 1418896"/>
                        <a:gd name="connsiteX7-357" fmla="*/ 3710151 w 3710151"/>
                        <a:gd name="connsiteY7-358" fmla="*/ 1345324 h 1418896"/>
                        <a:gd name="connsiteX8-359" fmla="*/ 3426372 w 3710151"/>
                        <a:gd name="connsiteY8-360" fmla="*/ 1408386 h 1418896"/>
                        <a:gd name="connsiteX9-361" fmla="*/ 1849820 w 3710151"/>
                        <a:gd name="connsiteY9-362" fmla="*/ 746234 h 1418896"/>
                        <a:gd name="connsiteX10-363" fmla="*/ 241737 w 3710151"/>
                        <a:gd name="connsiteY10-364" fmla="*/ 1418896 h 1418896"/>
                        <a:gd name="connsiteX11-365" fmla="*/ 0 w 3710151"/>
                        <a:gd name="connsiteY11-366" fmla="*/ 1334814 h 1418896"/>
                        <a:gd name="connsiteX12-367" fmla="*/ 1124606 w 3710151"/>
                        <a:gd name="connsiteY12-368" fmla="*/ 903890 h 1418896"/>
                        <a:gd name="connsiteX13-369" fmla="*/ 1124605 w 3710151"/>
                        <a:gd name="connsiteY13-370" fmla="*/ 451945 h 1418896"/>
                        <a:gd name="connsiteX14-371" fmla="*/ 168164 w 3710151"/>
                        <a:gd name="connsiteY14-372" fmla="*/ 84081 h 1418896"/>
                        <a:gd name="connsiteX15-373" fmla="*/ 147144 w 3710151"/>
                        <a:gd name="connsiteY15-374" fmla="*/ 73572 h 1418896"/>
                        <a:gd name="connsiteX0-375" fmla="*/ 147144 w 3710151"/>
                        <a:gd name="connsiteY0-376" fmla="*/ 73572 h 1418896"/>
                        <a:gd name="connsiteX1-377" fmla="*/ 430924 w 3710151"/>
                        <a:gd name="connsiteY1-378" fmla="*/ 0 h 1418896"/>
                        <a:gd name="connsiteX2-379" fmla="*/ 1860331 w 3710151"/>
                        <a:gd name="connsiteY2-380" fmla="*/ 599089 h 1418896"/>
                        <a:gd name="connsiteX3-381" fmla="*/ 3342289 w 3710151"/>
                        <a:gd name="connsiteY3-382" fmla="*/ 0 h 1418896"/>
                        <a:gd name="connsiteX4-383" fmla="*/ 3563006 w 3710151"/>
                        <a:gd name="connsiteY4-384" fmla="*/ 73572 h 1418896"/>
                        <a:gd name="connsiteX5-385" fmla="*/ 2606565 w 3710151"/>
                        <a:gd name="connsiteY5-386" fmla="*/ 441434 h 1418896"/>
                        <a:gd name="connsiteX6-387" fmla="*/ 2610282 w 3710151"/>
                        <a:gd name="connsiteY6-388" fmla="*/ 902607 h 1418896"/>
                        <a:gd name="connsiteX7-389" fmla="*/ 3710151 w 3710151"/>
                        <a:gd name="connsiteY7-390" fmla="*/ 1345324 h 1418896"/>
                        <a:gd name="connsiteX8-391" fmla="*/ 3426372 w 3710151"/>
                        <a:gd name="connsiteY8-392" fmla="*/ 1408386 h 1418896"/>
                        <a:gd name="connsiteX9-393" fmla="*/ 1849820 w 3710151"/>
                        <a:gd name="connsiteY9-394" fmla="*/ 746234 h 1418896"/>
                        <a:gd name="connsiteX10-395" fmla="*/ 241737 w 3710151"/>
                        <a:gd name="connsiteY10-396" fmla="*/ 1418896 h 1418896"/>
                        <a:gd name="connsiteX11-397" fmla="*/ 0 w 3710151"/>
                        <a:gd name="connsiteY11-398" fmla="*/ 1334814 h 1418896"/>
                        <a:gd name="connsiteX12-399" fmla="*/ 1124606 w 3710151"/>
                        <a:gd name="connsiteY12-400" fmla="*/ 903890 h 1418896"/>
                        <a:gd name="connsiteX13-401" fmla="*/ 1124605 w 3710151"/>
                        <a:gd name="connsiteY13-402" fmla="*/ 451945 h 1418896"/>
                        <a:gd name="connsiteX14-403" fmla="*/ 168164 w 3710151"/>
                        <a:gd name="connsiteY14-404" fmla="*/ 84081 h 1418896"/>
                        <a:gd name="connsiteX15-405" fmla="*/ 147144 w 3710151"/>
                        <a:gd name="connsiteY15-406" fmla="*/ 73572 h 1418896"/>
                        <a:gd name="connsiteX0-407" fmla="*/ 147144 w 3710151"/>
                        <a:gd name="connsiteY0-408" fmla="*/ 73572 h 1418896"/>
                        <a:gd name="connsiteX1-409" fmla="*/ 430924 w 3710151"/>
                        <a:gd name="connsiteY1-410" fmla="*/ 0 h 1418896"/>
                        <a:gd name="connsiteX2-411" fmla="*/ 1860331 w 3710151"/>
                        <a:gd name="connsiteY2-412" fmla="*/ 599089 h 1418896"/>
                        <a:gd name="connsiteX3-413" fmla="*/ 3342289 w 3710151"/>
                        <a:gd name="connsiteY3-414" fmla="*/ 0 h 1418896"/>
                        <a:gd name="connsiteX4-415" fmla="*/ 3563006 w 3710151"/>
                        <a:gd name="connsiteY4-416" fmla="*/ 73572 h 1418896"/>
                        <a:gd name="connsiteX5-417" fmla="*/ 2617717 w 3710151"/>
                        <a:gd name="connsiteY5-418" fmla="*/ 445151 h 1418896"/>
                        <a:gd name="connsiteX6-419" fmla="*/ 2610282 w 3710151"/>
                        <a:gd name="connsiteY6-420" fmla="*/ 902607 h 1418896"/>
                        <a:gd name="connsiteX7-421" fmla="*/ 3710151 w 3710151"/>
                        <a:gd name="connsiteY7-422" fmla="*/ 1345324 h 1418896"/>
                        <a:gd name="connsiteX8-423" fmla="*/ 3426372 w 3710151"/>
                        <a:gd name="connsiteY8-424" fmla="*/ 1408386 h 1418896"/>
                        <a:gd name="connsiteX9-425" fmla="*/ 1849820 w 3710151"/>
                        <a:gd name="connsiteY9-426" fmla="*/ 746234 h 1418896"/>
                        <a:gd name="connsiteX10-427" fmla="*/ 241737 w 3710151"/>
                        <a:gd name="connsiteY10-428" fmla="*/ 1418896 h 1418896"/>
                        <a:gd name="connsiteX11-429" fmla="*/ 0 w 3710151"/>
                        <a:gd name="connsiteY11-430" fmla="*/ 1334814 h 1418896"/>
                        <a:gd name="connsiteX12-431" fmla="*/ 1124606 w 3710151"/>
                        <a:gd name="connsiteY12-432" fmla="*/ 903890 h 1418896"/>
                        <a:gd name="connsiteX13-433" fmla="*/ 1124605 w 3710151"/>
                        <a:gd name="connsiteY13-434" fmla="*/ 451945 h 1418896"/>
                        <a:gd name="connsiteX14-435" fmla="*/ 168164 w 3710151"/>
                        <a:gd name="connsiteY14-436" fmla="*/ 84081 h 1418896"/>
                        <a:gd name="connsiteX15-437" fmla="*/ 147144 w 3710151"/>
                        <a:gd name="connsiteY15-438" fmla="*/ 73572 h 1418896"/>
                        <a:gd name="connsiteX0-439" fmla="*/ 147144 w 3710151"/>
                        <a:gd name="connsiteY0-440" fmla="*/ 73572 h 1418896"/>
                        <a:gd name="connsiteX1-441" fmla="*/ 430924 w 3710151"/>
                        <a:gd name="connsiteY1-442" fmla="*/ 0 h 1418896"/>
                        <a:gd name="connsiteX2-443" fmla="*/ 1860331 w 3710151"/>
                        <a:gd name="connsiteY2-444" fmla="*/ 599089 h 1418896"/>
                        <a:gd name="connsiteX3-445" fmla="*/ 3342289 w 3710151"/>
                        <a:gd name="connsiteY3-446" fmla="*/ 0 h 1418896"/>
                        <a:gd name="connsiteX4-447" fmla="*/ 3563006 w 3710151"/>
                        <a:gd name="connsiteY4-448" fmla="*/ 73572 h 1418896"/>
                        <a:gd name="connsiteX5-449" fmla="*/ 2617717 w 3710151"/>
                        <a:gd name="connsiteY5-450" fmla="*/ 448868 h 1418896"/>
                        <a:gd name="connsiteX6-451" fmla="*/ 2610282 w 3710151"/>
                        <a:gd name="connsiteY6-452" fmla="*/ 902607 h 1418896"/>
                        <a:gd name="connsiteX7-453" fmla="*/ 3710151 w 3710151"/>
                        <a:gd name="connsiteY7-454" fmla="*/ 1345324 h 1418896"/>
                        <a:gd name="connsiteX8-455" fmla="*/ 3426372 w 3710151"/>
                        <a:gd name="connsiteY8-456" fmla="*/ 1408386 h 1418896"/>
                        <a:gd name="connsiteX9-457" fmla="*/ 1849820 w 3710151"/>
                        <a:gd name="connsiteY9-458" fmla="*/ 746234 h 1418896"/>
                        <a:gd name="connsiteX10-459" fmla="*/ 241737 w 3710151"/>
                        <a:gd name="connsiteY10-460" fmla="*/ 1418896 h 1418896"/>
                        <a:gd name="connsiteX11-461" fmla="*/ 0 w 3710151"/>
                        <a:gd name="connsiteY11-462" fmla="*/ 1334814 h 1418896"/>
                        <a:gd name="connsiteX12-463" fmla="*/ 1124606 w 3710151"/>
                        <a:gd name="connsiteY12-464" fmla="*/ 903890 h 1418896"/>
                        <a:gd name="connsiteX13-465" fmla="*/ 1124605 w 3710151"/>
                        <a:gd name="connsiteY13-466" fmla="*/ 451945 h 1418896"/>
                        <a:gd name="connsiteX14-467" fmla="*/ 168164 w 3710151"/>
                        <a:gd name="connsiteY14-468" fmla="*/ 84081 h 1418896"/>
                        <a:gd name="connsiteX15-469" fmla="*/ 147144 w 3710151"/>
                        <a:gd name="connsiteY15-470" fmla="*/ 73572 h 1418896"/>
                        <a:gd name="connsiteX0-471" fmla="*/ 147144 w 3710151"/>
                        <a:gd name="connsiteY0-472" fmla="*/ 73572 h 1418896"/>
                        <a:gd name="connsiteX1-473" fmla="*/ 430924 w 3710151"/>
                        <a:gd name="connsiteY1-474" fmla="*/ 0 h 1418896"/>
                        <a:gd name="connsiteX2-475" fmla="*/ 1838028 w 3710151"/>
                        <a:gd name="connsiteY2-476" fmla="*/ 591655 h 1418896"/>
                        <a:gd name="connsiteX3-477" fmla="*/ 3342289 w 3710151"/>
                        <a:gd name="connsiteY3-478" fmla="*/ 0 h 1418896"/>
                        <a:gd name="connsiteX4-479" fmla="*/ 3563006 w 3710151"/>
                        <a:gd name="connsiteY4-480" fmla="*/ 73572 h 1418896"/>
                        <a:gd name="connsiteX5-481" fmla="*/ 2617717 w 3710151"/>
                        <a:gd name="connsiteY5-482" fmla="*/ 448868 h 1418896"/>
                        <a:gd name="connsiteX6-483" fmla="*/ 2610282 w 3710151"/>
                        <a:gd name="connsiteY6-484" fmla="*/ 902607 h 1418896"/>
                        <a:gd name="connsiteX7-485" fmla="*/ 3710151 w 3710151"/>
                        <a:gd name="connsiteY7-486" fmla="*/ 1345324 h 1418896"/>
                        <a:gd name="connsiteX8-487" fmla="*/ 3426372 w 3710151"/>
                        <a:gd name="connsiteY8-488" fmla="*/ 1408386 h 1418896"/>
                        <a:gd name="connsiteX9-489" fmla="*/ 1849820 w 3710151"/>
                        <a:gd name="connsiteY9-490" fmla="*/ 746234 h 1418896"/>
                        <a:gd name="connsiteX10-491" fmla="*/ 241737 w 3710151"/>
                        <a:gd name="connsiteY10-492" fmla="*/ 1418896 h 1418896"/>
                        <a:gd name="connsiteX11-493" fmla="*/ 0 w 3710151"/>
                        <a:gd name="connsiteY11-494" fmla="*/ 1334814 h 1418896"/>
                        <a:gd name="connsiteX12-495" fmla="*/ 1124606 w 3710151"/>
                        <a:gd name="connsiteY12-496" fmla="*/ 903890 h 1418896"/>
                        <a:gd name="connsiteX13-497" fmla="*/ 1124605 w 3710151"/>
                        <a:gd name="connsiteY13-498" fmla="*/ 451945 h 1418896"/>
                        <a:gd name="connsiteX14-499" fmla="*/ 168164 w 3710151"/>
                        <a:gd name="connsiteY14-500" fmla="*/ 84081 h 1418896"/>
                        <a:gd name="connsiteX15-501" fmla="*/ 147144 w 3710151"/>
                        <a:gd name="connsiteY15-502" fmla="*/ 73572 h 1418896"/>
                        <a:gd name="connsiteX0-503" fmla="*/ 147144 w 3710151"/>
                        <a:gd name="connsiteY0-504" fmla="*/ 73572 h 1418896"/>
                        <a:gd name="connsiteX1-505" fmla="*/ 430924 w 3710151"/>
                        <a:gd name="connsiteY1-506" fmla="*/ 0 h 1418896"/>
                        <a:gd name="connsiteX2-507" fmla="*/ 1838028 w 3710151"/>
                        <a:gd name="connsiteY2-508" fmla="*/ 591655 h 1418896"/>
                        <a:gd name="connsiteX3-509" fmla="*/ 3342289 w 3710151"/>
                        <a:gd name="connsiteY3-510" fmla="*/ 0 h 1418896"/>
                        <a:gd name="connsiteX4-511" fmla="*/ 3563006 w 3710151"/>
                        <a:gd name="connsiteY4-512" fmla="*/ 73572 h 1418896"/>
                        <a:gd name="connsiteX5-513" fmla="*/ 2617717 w 3710151"/>
                        <a:gd name="connsiteY5-514" fmla="*/ 448868 h 1418896"/>
                        <a:gd name="connsiteX6-515" fmla="*/ 2610282 w 3710151"/>
                        <a:gd name="connsiteY6-516" fmla="*/ 902607 h 1418896"/>
                        <a:gd name="connsiteX7-517" fmla="*/ 3710151 w 3710151"/>
                        <a:gd name="connsiteY7-518" fmla="*/ 1345324 h 1418896"/>
                        <a:gd name="connsiteX8-519" fmla="*/ 3426372 w 3710151"/>
                        <a:gd name="connsiteY8-520" fmla="*/ 1408386 h 1418896"/>
                        <a:gd name="connsiteX9-521" fmla="*/ 1849820 w 3710151"/>
                        <a:gd name="connsiteY9-522" fmla="*/ 746234 h 1418896"/>
                        <a:gd name="connsiteX10-523" fmla="*/ 241737 w 3710151"/>
                        <a:gd name="connsiteY10-524" fmla="*/ 1418896 h 1418896"/>
                        <a:gd name="connsiteX11-525" fmla="*/ 0 w 3710151"/>
                        <a:gd name="connsiteY11-526" fmla="*/ 1334814 h 1418896"/>
                        <a:gd name="connsiteX12-527" fmla="*/ 1124606 w 3710151"/>
                        <a:gd name="connsiteY12-528" fmla="*/ 903890 h 1418896"/>
                        <a:gd name="connsiteX13-529" fmla="*/ 1087434 w 3710151"/>
                        <a:gd name="connsiteY13-530" fmla="*/ 451945 h 1418896"/>
                        <a:gd name="connsiteX14-531" fmla="*/ 168164 w 3710151"/>
                        <a:gd name="connsiteY14-532" fmla="*/ 84081 h 1418896"/>
                        <a:gd name="connsiteX15-533" fmla="*/ 147144 w 3710151"/>
                        <a:gd name="connsiteY15-534" fmla="*/ 73572 h 1418896"/>
                        <a:gd name="connsiteX0-535" fmla="*/ 147144 w 3710151"/>
                        <a:gd name="connsiteY0-536" fmla="*/ 73572 h 1418896"/>
                        <a:gd name="connsiteX1-537" fmla="*/ 430924 w 3710151"/>
                        <a:gd name="connsiteY1-538" fmla="*/ 0 h 1418896"/>
                        <a:gd name="connsiteX2-539" fmla="*/ 1838028 w 3710151"/>
                        <a:gd name="connsiteY2-540" fmla="*/ 591655 h 1418896"/>
                        <a:gd name="connsiteX3-541" fmla="*/ 3342289 w 3710151"/>
                        <a:gd name="connsiteY3-542" fmla="*/ 0 h 1418896"/>
                        <a:gd name="connsiteX4-543" fmla="*/ 3563006 w 3710151"/>
                        <a:gd name="connsiteY4-544" fmla="*/ 73572 h 1418896"/>
                        <a:gd name="connsiteX5-545" fmla="*/ 2617717 w 3710151"/>
                        <a:gd name="connsiteY5-546" fmla="*/ 448868 h 1418896"/>
                        <a:gd name="connsiteX6-547" fmla="*/ 2610282 w 3710151"/>
                        <a:gd name="connsiteY6-548" fmla="*/ 902607 h 1418896"/>
                        <a:gd name="connsiteX7-549" fmla="*/ 3710151 w 3710151"/>
                        <a:gd name="connsiteY7-550" fmla="*/ 1345324 h 1418896"/>
                        <a:gd name="connsiteX8-551" fmla="*/ 3426372 w 3710151"/>
                        <a:gd name="connsiteY8-552" fmla="*/ 1408386 h 1418896"/>
                        <a:gd name="connsiteX9-553" fmla="*/ 1849820 w 3710151"/>
                        <a:gd name="connsiteY9-554" fmla="*/ 746234 h 1418896"/>
                        <a:gd name="connsiteX10-555" fmla="*/ 241737 w 3710151"/>
                        <a:gd name="connsiteY10-556" fmla="*/ 1418896 h 1418896"/>
                        <a:gd name="connsiteX11-557" fmla="*/ 0 w 3710151"/>
                        <a:gd name="connsiteY11-558" fmla="*/ 1334814 h 1418896"/>
                        <a:gd name="connsiteX12-559" fmla="*/ 1098586 w 3710151"/>
                        <a:gd name="connsiteY12-560" fmla="*/ 903890 h 1418896"/>
                        <a:gd name="connsiteX13-561" fmla="*/ 1087434 w 3710151"/>
                        <a:gd name="connsiteY13-562" fmla="*/ 451945 h 1418896"/>
                        <a:gd name="connsiteX14-563" fmla="*/ 168164 w 3710151"/>
                        <a:gd name="connsiteY14-564" fmla="*/ 84081 h 1418896"/>
                        <a:gd name="connsiteX15-565" fmla="*/ 147144 w 3710151"/>
                        <a:gd name="connsiteY15-566" fmla="*/ 73572 h 1418896"/>
                        <a:gd name="connsiteX0-567" fmla="*/ 162012 w 3725019"/>
                        <a:gd name="connsiteY0-568" fmla="*/ 73572 h 1418896"/>
                        <a:gd name="connsiteX1-569" fmla="*/ 445792 w 3725019"/>
                        <a:gd name="connsiteY1-570" fmla="*/ 0 h 1418896"/>
                        <a:gd name="connsiteX2-571" fmla="*/ 1852896 w 3725019"/>
                        <a:gd name="connsiteY2-572" fmla="*/ 591655 h 1418896"/>
                        <a:gd name="connsiteX3-573" fmla="*/ 3357157 w 3725019"/>
                        <a:gd name="connsiteY3-574" fmla="*/ 0 h 1418896"/>
                        <a:gd name="connsiteX4-575" fmla="*/ 3577874 w 3725019"/>
                        <a:gd name="connsiteY4-576" fmla="*/ 73572 h 1418896"/>
                        <a:gd name="connsiteX5-577" fmla="*/ 2632585 w 3725019"/>
                        <a:gd name="connsiteY5-578" fmla="*/ 448868 h 1418896"/>
                        <a:gd name="connsiteX6-579" fmla="*/ 2625150 w 3725019"/>
                        <a:gd name="connsiteY6-580" fmla="*/ 902607 h 1418896"/>
                        <a:gd name="connsiteX7-581" fmla="*/ 3725019 w 3725019"/>
                        <a:gd name="connsiteY7-582" fmla="*/ 1345324 h 1418896"/>
                        <a:gd name="connsiteX8-583" fmla="*/ 3441240 w 3725019"/>
                        <a:gd name="connsiteY8-584" fmla="*/ 1408386 h 1418896"/>
                        <a:gd name="connsiteX9-585" fmla="*/ 1864688 w 3725019"/>
                        <a:gd name="connsiteY9-586" fmla="*/ 746234 h 1418896"/>
                        <a:gd name="connsiteX10-587" fmla="*/ 256605 w 3725019"/>
                        <a:gd name="connsiteY10-588" fmla="*/ 1418896 h 1418896"/>
                        <a:gd name="connsiteX11-589" fmla="*/ 0 w 3725019"/>
                        <a:gd name="connsiteY11-590" fmla="*/ 1331097 h 1418896"/>
                        <a:gd name="connsiteX12-591" fmla="*/ 1113454 w 3725019"/>
                        <a:gd name="connsiteY12-592" fmla="*/ 903890 h 1418896"/>
                        <a:gd name="connsiteX13-593" fmla="*/ 1102302 w 3725019"/>
                        <a:gd name="connsiteY13-594" fmla="*/ 451945 h 1418896"/>
                        <a:gd name="connsiteX14-595" fmla="*/ 183032 w 3725019"/>
                        <a:gd name="connsiteY14-596" fmla="*/ 84081 h 1418896"/>
                        <a:gd name="connsiteX15-597" fmla="*/ 162012 w 3725019"/>
                        <a:gd name="connsiteY15-598" fmla="*/ 73572 h 141889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  <a:cxn ang="0">
                          <a:pos x="connsiteX11-23" y="connsiteY11-24"/>
                        </a:cxn>
                        <a:cxn ang="0">
                          <a:pos x="connsiteX12-25" y="connsiteY12-26"/>
                        </a:cxn>
                        <a:cxn ang="0">
                          <a:pos x="connsiteX13-27" y="connsiteY13-28"/>
                        </a:cxn>
                        <a:cxn ang="0">
                          <a:pos x="connsiteX14-29" y="connsiteY14-30"/>
                        </a:cxn>
                        <a:cxn ang="0">
                          <a:pos x="connsiteX15-31" y="connsiteY15-32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pic>
              <p:nvPicPr>
                <p:cNvPr id="146" name="Picture 1065" descr="antenna_stylized"/>
                <p:cNvPicPr>
                  <a:picLocks noChangeAspect="1" noChangeArrowheads="1"/>
                </p:cNvPicPr>
                <p:nvPr/>
              </p:nvPicPr>
              <p:blipFill>
                <a:blip r:embed="rId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01681" y="5852809"/>
                  <a:ext cx="307702" cy="1688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7" name="Picture 1065" descr="antenna_stylized"/>
                <p:cNvPicPr>
                  <a:picLocks noChangeAspect="1" noChangeArrowheads="1"/>
                </p:cNvPicPr>
                <p:nvPr/>
              </p:nvPicPr>
              <p:blipFill>
                <a:blip r:embed="rId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34746" y="5795138"/>
                  <a:ext cx="316707" cy="13896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17" name="Group 16"/>
            <p:cNvGrpSpPr/>
            <p:nvPr/>
          </p:nvGrpSpPr>
          <p:grpSpPr>
            <a:xfrm>
              <a:off x="10925982" y="4188911"/>
              <a:ext cx="657413" cy="451816"/>
              <a:chOff x="10925982" y="4188911"/>
              <a:chExt cx="657413" cy="451816"/>
            </a:xfrm>
          </p:grpSpPr>
          <p:grpSp>
            <p:nvGrpSpPr>
              <p:cNvPr id="375" name="Group 374"/>
              <p:cNvGrpSpPr/>
              <p:nvPr/>
            </p:nvGrpSpPr>
            <p:grpSpPr>
              <a:xfrm>
                <a:off x="11093556" y="4188911"/>
                <a:ext cx="489839" cy="451816"/>
                <a:chOff x="5103720" y="2693365"/>
                <a:chExt cx="611650" cy="414788"/>
              </a:xfrm>
            </p:grpSpPr>
            <p:cxnSp>
              <p:nvCxnSpPr>
                <p:cNvPr id="376" name="Straight Connector 375"/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78" name="Group 377"/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79" name="Picture 378" descr="server_rack.png"/>
                  <p:cNvPicPr>
                    <a:picLocks noChangeAspect="1"/>
                  </p:cNvPicPr>
                  <p:nvPr/>
                </p:nvPicPr>
                <p:blipFill>
                  <a:blip r:embed="rId1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0" name="Picture 379" descr="server_rack.png"/>
                  <p:cNvPicPr>
                    <a:picLocks noChangeAspect="1"/>
                  </p:cNvPicPr>
                  <p:nvPr/>
                </p:nvPicPr>
                <p:blipFill>
                  <a:blip r:embed="rId1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1" name="Picture 380" descr="server_rack.png"/>
                  <p:cNvPicPr>
                    <a:picLocks noChangeAspect="1"/>
                  </p:cNvPicPr>
                  <p:nvPr/>
                </p:nvPicPr>
                <p:blipFill>
                  <a:blip r:embed="rId1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447" name="Group 446"/>
              <p:cNvGrpSpPr/>
              <p:nvPr/>
            </p:nvGrpSpPr>
            <p:grpSpPr>
              <a:xfrm>
                <a:off x="10925982" y="4369125"/>
                <a:ext cx="228295" cy="120400"/>
                <a:chOff x="7493876" y="2774731"/>
                <a:chExt cx="1481958" cy="894622"/>
              </a:xfrm>
            </p:grpSpPr>
            <p:sp>
              <p:nvSpPr>
                <p:cNvPr id="448" name="Freeform 447"/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-1" fmla="*/ 8187558 w 8187558"/>
                    <a:gd name="connsiteY0-2" fmla="*/ 0 h 2617076"/>
                    <a:gd name="connsiteX1-3" fmla="*/ 8187558 w 8187558"/>
                    <a:gd name="connsiteY1-4" fmla="*/ 1271752 h 2617076"/>
                    <a:gd name="connsiteX2-5" fmla="*/ 4025462 w 8187558"/>
                    <a:gd name="connsiteY2-6" fmla="*/ 2617076 h 2617076"/>
                    <a:gd name="connsiteX3-7" fmla="*/ 0 w 8187558"/>
                    <a:gd name="connsiteY3-8" fmla="*/ 1229711 h 2617076"/>
                    <a:gd name="connsiteX4-9" fmla="*/ 31531 w 8187558"/>
                    <a:gd name="connsiteY4-10" fmla="*/ 147145 h 2617076"/>
                    <a:gd name="connsiteX5-11" fmla="*/ 4046482 w 8187558"/>
                    <a:gd name="connsiteY5-12" fmla="*/ 1576552 h 2617076"/>
                    <a:gd name="connsiteX6-13" fmla="*/ 8187558 w 8187558"/>
                    <a:gd name="connsiteY6-14" fmla="*/ 0 h 2617076"/>
                    <a:gd name="connsiteX0-15" fmla="*/ 8187558 w 8187558"/>
                    <a:gd name="connsiteY0-16" fmla="*/ 0 h 2617076"/>
                    <a:gd name="connsiteX1-17" fmla="*/ 8187558 w 8187558"/>
                    <a:gd name="connsiteY1-18" fmla="*/ 1271752 h 2617076"/>
                    <a:gd name="connsiteX2-19" fmla="*/ 4025462 w 8187558"/>
                    <a:gd name="connsiteY2-20" fmla="*/ 2617076 h 2617076"/>
                    <a:gd name="connsiteX3-21" fmla="*/ 0 w 8187558"/>
                    <a:gd name="connsiteY3-22" fmla="*/ 1229711 h 2617076"/>
                    <a:gd name="connsiteX4-23" fmla="*/ 31531 w 8187558"/>
                    <a:gd name="connsiteY4-24" fmla="*/ 147145 h 2617076"/>
                    <a:gd name="connsiteX5-25" fmla="*/ 4046482 w 8187558"/>
                    <a:gd name="connsiteY5-26" fmla="*/ 1576552 h 2617076"/>
                    <a:gd name="connsiteX6-27" fmla="*/ 8187558 w 8187558"/>
                    <a:gd name="connsiteY6-28" fmla="*/ 0 h 2617076"/>
                    <a:gd name="connsiteX0-29" fmla="*/ 8187558 w 8187558"/>
                    <a:gd name="connsiteY0-30" fmla="*/ 0 h 2617076"/>
                    <a:gd name="connsiteX1-31" fmla="*/ 8187558 w 8187558"/>
                    <a:gd name="connsiteY1-32" fmla="*/ 1271752 h 2617076"/>
                    <a:gd name="connsiteX2-33" fmla="*/ 4025462 w 8187558"/>
                    <a:gd name="connsiteY2-34" fmla="*/ 2617076 h 2617076"/>
                    <a:gd name="connsiteX3-35" fmla="*/ 0 w 8187558"/>
                    <a:gd name="connsiteY3-36" fmla="*/ 1229711 h 2617076"/>
                    <a:gd name="connsiteX4-37" fmla="*/ 31531 w 8187558"/>
                    <a:gd name="connsiteY4-38" fmla="*/ 147145 h 2617076"/>
                    <a:gd name="connsiteX5-39" fmla="*/ 4046482 w 8187558"/>
                    <a:gd name="connsiteY5-40" fmla="*/ 1576552 h 2617076"/>
                    <a:gd name="connsiteX6-41" fmla="*/ 8187558 w 8187558"/>
                    <a:gd name="connsiteY6-42" fmla="*/ 0 h 2617076"/>
                    <a:gd name="connsiteX0-43" fmla="*/ 8187558 w 8187558"/>
                    <a:gd name="connsiteY0-44" fmla="*/ 0 h 2617076"/>
                    <a:gd name="connsiteX1-45" fmla="*/ 8187558 w 8187558"/>
                    <a:gd name="connsiteY1-46" fmla="*/ 1271752 h 2617076"/>
                    <a:gd name="connsiteX2-47" fmla="*/ 4025462 w 8187558"/>
                    <a:gd name="connsiteY2-48" fmla="*/ 2617076 h 2617076"/>
                    <a:gd name="connsiteX3-49" fmla="*/ 0 w 8187558"/>
                    <a:gd name="connsiteY3-50" fmla="*/ 1229711 h 2617076"/>
                    <a:gd name="connsiteX4-51" fmla="*/ 31531 w 8187558"/>
                    <a:gd name="connsiteY4-52" fmla="*/ 147145 h 2617076"/>
                    <a:gd name="connsiteX5-53" fmla="*/ 4046482 w 8187558"/>
                    <a:gd name="connsiteY5-54" fmla="*/ 1576552 h 2617076"/>
                    <a:gd name="connsiteX6-55" fmla="*/ 8187558 w 8187558"/>
                    <a:gd name="connsiteY6-56" fmla="*/ 0 h 2617076"/>
                    <a:gd name="connsiteX0-57" fmla="*/ 8187558 w 8187558"/>
                    <a:gd name="connsiteY0-58" fmla="*/ 0 h 2617076"/>
                    <a:gd name="connsiteX1-59" fmla="*/ 8187558 w 8187558"/>
                    <a:gd name="connsiteY1-60" fmla="*/ 1271752 h 2617076"/>
                    <a:gd name="connsiteX2-61" fmla="*/ 4025462 w 8187558"/>
                    <a:gd name="connsiteY2-62" fmla="*/ 2617076 h 2617076"/>
                    <a:gd name="connsiteX3-63" fmla="*/ 0 w 8187558"/>
                    <a:gd name="connsiteY3-64" fmla="*/ 1229711 h 2617076"/>
                    <a:gd name="connsiteX4-65" fmla="*/ 31531 w 8187558"/>
                    <a:gd name="connsiteY4-66" fmla="*/ 147145 h 2617076"/>
                    <a:gd name="connsiteX5-67" fmla="*/ 4046482 w 8187558"/>
                    <a:gd name="connsiteY5-68" fmla="*/ 1576552 h 2617076"/>
                    <a:gd name="connsiteX6-69" fmla="*/ 8187558 w 8187558"/>
                    <a:gd name="connsiteY6-70" fmla="*/ 0 h 2617076"/>
                    <a:gd name="connsiteX0-71" fmla="*/ 8187558 w 8187558"/>
                    <a:gd name="connsiteY0-72" fmla="*/ 0 h 2617076"/>
                    <a:gd name="connsiteX1-73" fmla="*/ 8187558 w 8187558"/>
                    <a:gd name="connsiteY1-74" fmla="*/ 1271752 h 2617076"/>
                    <a:gd name="connsiteX2-75" fmla="*/ 4025462 w 8187558"/>
                    <a:gd name="connsiteY2-76" fmla="*/ 2617076 h 2617076"/>
                    <a:gd name="connsiteX3-77" fmla="*/ 0 w 8187558"/>
                    <a:gd name="connsiteY3-78" fmla="*/ 1229711 h 2617076"/>
                    <a:gd name="connsiteX4-79" fmla="*/ 31531 w 8187558"/>
                    <a:gd name="connsiteY4-80" fmla="*/ 147145 h 2617076"/>
                    <a:gd name="connsiteX5-81" fmla="*/ 4046482 w 8187558"/>
                    <a:gd name="connsiteY5-82" fmla="*/ 1576552 h 2617076"/>
                    <a:gd name="connsiteX6-83" fmla="*/ 8187558 w 8187558"/>
                    <a:gd name="connsiteY6-84" fmla="*/ 0 h 2617076"/>
                    <a:gd name="connsiteX0-85" fmla="*/ 8187558 w 8187558"/>
                    <a:gd name="connsiteY0-86" fmla="*/ 0 h 2638097"/>
                    <a:gd name="connsiteX1-87" fmla="*/ 8187558 w 8187558"/>
                    <a:gd name="connsiteY1-88" fmla="*/ 1271752 h 2638097"/>
                    <a:gd name="connsiteX2-89" fmla="*/ 4099035 w 8187558"/>
                    <a:gd name="connsiteY2-90" fmla="*/ 2638097 h 2638097"/>
                    <a:gd name="connsiteX3-91" fmla="*/ 0 w 8187558"/>
                    <a:gd name="connsiteY3-92" fmla="*/ 1229711 h 2638097"/>
                    <a:gd name="connsiteX4-93" fmla="*/ 31531 w 8187558"/>
                    <a:gd name="connsiteY4-94" fmla="*/ 147145 h 2638097"/>
                    <a:gd name="connsiteX5-95" fmla="*/ 4046482 w 8187558"/>
                    <a:gd name="connsiteY5-96" fmla="*/ 1576552 h 2638097"/>
                    <a:gd name="connsiteX6-97" fmla="*/ 8187558 w 8187558"/>
                    <a:gd name="connsiteY6-98" fmla="*/ 0 h 2638097"/>
                    <a:gd name="connsiteX0-99" fmla="*/ 8187558 w 8187558"/>
                    <a:gd name="connsiteY0-100" fmla="*/ 0 h 2638097"/>
                    <a:gd name="connsiteX1-101" fmla="*/ 8187558 w 8187558"/>
                    <a:gd name="connsiteY1-102" fmla="*/ 1271752 h 2638097"/>
                    <a:gd name="connsiteX2-103" fmla="*/ 4099035 w 8187558"/>
                    <a:gd name="connsiteY2-104" fmla="*/ 2638097 h 2638097"/>
                    <a:gd name="connsiteX3-105" fmla="*/ 0 w 8187558"/>
                    <a:gd name="connsiteY3-106" fmla="*/ 1229711 h 2638097"/>
                    <a:gd name="connsiteX4-107" fmla="*/ 31531 w 8187558"/>
                    <a:gd name="connsiteY4-108" fmla="*/ 147145 h 2638097"/>
                    <a:gd name="connsiteX5-109" fmla="*/ 4046482 w 8187558"/>
                    <a:gd name="connsiteY5-110" fmla="*/ 1576552 h 2638097"/>
                    <a:gd name="connsiteX6-111" fmla="*/ 8187558 w 8187558"/>
                    <a:gd name="connsiteY6-112" fmla="*/ 0 h 2638097"/>
                    <a:gd name="connsiteX0-113" fmla="*/ 8187558 w 8187558"/>
                    <a:gd name="connsiteY0-114" fmla="*/ 0 h 2638097"/>
                    <a:gd name="connsiteX1-115" fmla="*/ 8187558 w 8187558"/>
                    <a:gd name="connsiteY1-116" fmla="*/ 1271752 h 2638097"/>
                    <a:gd name="connsiteX2-117" fmla="*/ 4099035 w 8187558"/>
                    <a:gd name="connsiteY2-118" fmla="*/ 2638097 h 2638097"/>
                    <a:gd name="connsiteX3-119" fmla="*/ 0 w 8187558"/>
                    <a:gd name="connsiteY3-120" fmla="*/ 1229711 h 2638097"/>
                    <a:gd name="connsiteX4-121" fmla="*/ 31531 w 8187558"/>
                    <a:gd name="connsiteY4-122" fmla="*/ 147145 h 2638097"/>
                    <a:gd name="connsiteX5-123" fmla="*/ 4046482 w 8187558"/>
                    <a:gd name="connsiteY5-124" fmla="*/ 1576552 h 2638097"/>
                    <a:gd name="connsiteX6-125" fmla="*/ 8187558 w 8187558"/>
                    <a:gd name="connsiteY6-126" fmla="*/ 0 h 2638097"/>
                    <a:gd name="connsiteX0-127" fmla="*/ 8187558 w 8187558"/>
                    <a:gd name="connsiteY0-128" fmla="*/ 0 h 2638097"/>
                    <a:gd name="connsiteX1-129" fmla="*/ 8187558 w 8187558"/>
                    <a:gd name="connsiteY1-130" fmla="*/ 1271752 h 2638097"/>
                    <a:gd name="connsiteX2-131" fmla="*/ 4099035 w 8187558"/>
                    <a:gd name="connsiteY2-132" fmla="*/ 2638097 h 2638097"/>
                    <a:gd name="connsiteX3-133" fmla="*/ 0 w 8187558"/>
                    <a:gd name="connsiteY3-134" fmla="*/ 1229711 h 2638097"/>
                    <a:gd name="connsiteX4-135" fmla="*/ 31531 w 8187558"/>
                    <a:gd name="connsiteY4-136" fmla="*/ 147145 h 2638097"/>
                    <a:gd name="connsiteX5-137" fmla="*/ 4046482 w 8187558"/>
                    <a:gd name="connsiteY5-138" fmla="*/ 1576552 h 2638097"/>
                    <a:gd name="connsiteX6-139" fmla="*/ 8187558 w 8187558"/>
                    <a:gd name="connsiteY6-140" fmla="*/ 0 h 2638097"/>
                    <a:gd name="connsiteX0-141" fmla="*/ 8187558 w 8187558"/>
                    <a:gd name="connsiteY0-142" fmla="*/ 0 h 2638097"/>
                    <a:gd name="connsiteX1-143" fmla="*/ 8187558 w 8187558"/>
                    <a:gd name="connsiteY1-144" fmla="*/ 1271752 h 2638097"/>
                    <a:gd name="connsiteX2-145" fmla="*/ 4099035 w 8187558"/>
                    <a:gd name="connsiteY2-146" fmla="*/ 2638097 h 2638097"/>
                    <a:gd name="connsiteX3-147" fmla="*/ 0 w 8187558"/>
                    <a:gd name="connsiteY3-148" fmla="*/ 1229711 h 2638097"/>
                    <a:gd name="connsiteX4-149" fmla="*/ 31531 w 8187558"/>
                    <a:gd name="connsiteY4-150" fmla="*/ 147145 h 2638097"/>
                    <a:gd name="connsiteX5-151" fmla="*/ 4088524 w 8187558"/>
                    <a:gd name="connsiteY5-152" fmla="*/ 1597573 h 2638097"/>
                    <a:gd name="connsiteX6-153" fmla="*/ 8187558 w 8187558"/>
                    <a:gd name="connsiteY6-154" fmla="*/ 0 h 2638097"/>
                    <a:gd name="connsiteX0-155" fmla="*/ 8187558 w 8187558"/>
                    <a:gd name="connsiteY0-156" fmla="*/ 0 h 2638097"/>
                    <a:gd name="connsiteX1-157" fmla="*/ 8187558 w 8187558"/>
                    <a:gd name="connsiteY1-158" fmla="*/ 1271752 h 2638097"/>
                    <a:gd name="connsiteX2-159" fmla="*/ 4099035 w 8187558"/>
                    <a:gd name="connsiteY2-160" fmla="*/ 2638097 h 2638097"/>
                    <a:gd name="connsiteX3-161" fmla="*/ 0 w 8187558"/>
                    <a:gd name="connsiteY3-162" fmla="*/ 1229711 h 2638097"/>
                    <a:gd name="connsiteX4-163" fmla="*/ 31531 w 8187558"/>
                    <a:gd name="connsiteY4-164" fmla="*/ 147145 h 2638097"/>
                    <a:gd name="connsiteX5-165" fmla="*/ 4088524 w 8187558"/>
                    <a:gd name="connsiteY5-166" fmla="*/ 1597573 h 2638097"/>
                    <a:gd name="connsiteX6-167" fmla="*/ 8187558 w 8187558"/>
                    <a:gd name="connsiteY6-168" fmla="*/ 0 h 2638097"/>
                    <a:gd name="connsiteX0-169" fmla="*/ 8187558 w 8187558"/>
                    <a:gd name="connsiteY0-170" fmla="*/ 0 h 2638097"/>
                    <a:gd name="connsiteX1-171" fmla="*/ 8187558 w 8187558"/>
                    <a:gd name="connsiteY1-172" fmla="*/ 1271752 h 2638097"/>
                    <a:gd name="connsiteX2-173" fmla="*/ 4099035 w 8187558"/>
                    <a:gd name="connsiteY2-174" fmla="*/ 2638097 h 2638097"/>
                    <a:gd name="connsiteX3-175" fmla="*/ 0 w 8187558"/>
                    <a:gd name="connsiteY3-176" fmla="*/ 1229711 h 2638097"/>
                    <a:gd name="connsiteX4-177" fmla="*/ 31531 w 8187558"/>
                    <a:gd name="connsiteY4-178" fmla="*/ 147145 h 2638097"/>
                    <a:gd name="connsiteX5-179" fmla="*/ 4099035 w 8187558"/>
                    <a:gd name="connsiteY5-180" fmla="*/ 1566042 h 2638097"/>
                    <a:gd name="connsiteX6-181" fmla="*/ 8187558 w 8187558"/>
                    <a:gd name="connsiteY6-182" fmla="*/ 0 h 2638097"/>
                    <a:gd name="connsiteX0-183" fmla="*/ 8187558 w 8187558"/>
                    <a:gd name="connsiteY0-184" fmla="*/ 0 h 2638097"/>
                    <a:gd name="connsiteX1-185" fmla="*/ 8187558 w 8187558"/>
                    <a:gd name="connsiteY1-186" fmla="*/ 1271752 h 2638097"/>
                    <a:gd name="connsiteX2-187" fmla="*/ 4099035 w 8187558"/>
                    <a:gd name="connsiteY2-188" fmla="*/ 2638097 h 2638097"/>
                    <a:gd name="connsiteX3-189" fmla="*/ 0 w 8187558"/>
                    <a:gd name="connsiteY3-190" fmla="*/ 1229711 h 2638097"/>
                    <a:gd name="connsiteX4-191" fmla="*/ 31531 w 8187558"/>
                    <a:gd name="connsiteY4-192" fmla="*/ 147145 h 2638097"/>
                    <a:gd name="connsiteX5-193" fmla="*/ 4099035 w 8187558"/>
                    <a:gd name="connsiteY5-194" fmla="*/ 1566042 h 2638097"/>
                    <a:gd name="connsiteX6-195" fmla="*/ 8187558 w 8187558"/>
                    <a:gd name="connsiteY6-196" fmla="*/ 0 h 2638097"/>
                    <a:gd name="connsiteX0-197" fmla="*/ 8187558 w 8187558"/>
                    <a:gd name="connsiteY0-198" fmla="*/ 0 h 2638097"/>
                    <a:gd name="connsiteX1-199" fmla="*/ 8187558 w 8187558"/>
                    <a:gd name="connsiteY1-200" fmla="*/ 1271752 h 2638097"/>
                    <a:gd name="connsiteX2-201" fmla="*/ 4099035 w 8187558"/>
                    <a:gd name="connsiteY2-202" fmla="*/ 2638097 h 2638097"/>
                    <a:gd name="connsiteX3-203" fmla="*/ 0 w 8187558"/>
                    <a:gd name="connsiteY3-204" fmla="*/ 1229711 h 2638097"/>
                    <a:gd name="connsiteX4-205" fmla="*/ 31531 w 8187558"/>
                    <a:gd name="connsiteY4-206" fmla="*/ 147145 h 2638097"/>
                    <a:gd name="connsiteX5-207" fmla="*/ 4099035 w 8187558"/>
                    <a:gd name="connsiteY5-208" fmla="*/ 1566042 h 2638097"/>
                    <a:gd name="connsiteX6-209" fmla="*/ 8187558 w 8187558"/>
                    <a:gd name="connsiteY6-210" fmla="*/ 0 h 2638097"/>
                    <a:gd name="connsiteX0-211" fmla="*/ 8187558 w 8187558"/>
                    <a:gd name="connsiteY0-212" fmla="*/ 0 h 2638097"/>
                    <a:gd name="connsiteX1-213" fmla="*/ 8187558 w 8187558"/>
                    <a:gd name="connsiteY1-214" fmla="*/ 1271752 h 2638097"/>
                    <a:gd name="connsiteX2-215" fmla="*/ 4099035 w 8187558"/>
                    <a:gd name="connsiteY2-216" fmla="*/ 2638097 h 2638097"/>
                    <a:gd name="connsiteX3-217" fmla="*/ 0 w 8187558"/>
                    <a:gd name="connsiteY3-218" fmla="*/ 1229711 h 2638097"/>
                    <a:gd name="connsiteX4-219" fmla="*/ 31531 w 8187558"/>
                    <a:gd name="connsiteY4-220" fmla="*/ 147145 h 2638097"/>
                    <a:gd name="connsiteX5-221" fmla="*/ 4099035 w 8187558"/>
                    <a:gd name="connsiteY5-222" fmla="*/ 1566042 h 2638097"/>
                    <a:gd name="connsiteX6-223" fmla="*/ 8187558 w 8187558"/>
                    <a:gd name="connsiteY6-224" fmla="*/ 0 h 2638097"/>
                    <a:gd name="connsiteX0-225" fmla="*/ 8187558 w 8187558"/>
                    <a:gd name="connsiteY0-226" fmla="*/ 0 h 2638097"/>
                    <a:gd name="connsiteX1-227" fmla="*/ 8187558 w 8187558"/>
                    <a:gd name="connsiteY1-228" fmla="*/ 1271752 h 2638097"/>
                    <a:gd name="connsiteX2-229" fmla="*/ 4099035 w 8187558"/>
                    <a:gd name="connsiteY2-230" fmla="*/ 2638097 h 2638097"/>
                    <a:gd name="connsiteX3-231" fmla="*/ 0 w 8187558"/>
                    <a:gd name="connsiteY3-232" fmla="*/ 1229711 h 2638097"/>
                    <a:gd name="connsiteX4-233" fmla="*/ 31531 w 8187558"/>
                    <a:gd name="connsiteY4-234" fmla="*/ 147145 h 2638097"/>
                    <a:gd name="connsiteX5-235" fmla="*/ 4099035 w 8187558"/>
                    <a:gd name="connsiteY5-236" fmla="*/ 1566042 h 2638097"/>
                    <a:gd name="connsiteX6-237" fmla="*/ 8187558 w 8187558"/>
                    <a:gd name="connsiteY6-238" fmla="*/ 0 h 2638097"/>
                    <a:gd name="connsiteX0-239" fmla="*/ 8187558 w 8187558"/>
                    <a:gd name="connsiteY0-240" fmla="*/ 0 h 2638097"/>
                    <a:gd name="connsiteX1-241" fmla="*/ 8187558 w 8187558"/>
                    <a:gd name="connsiteY1-242" fmla="*/ 1271752 h 2638097"/>
                    <a:gd name="connsiteX2-243" fmla="*/ 4099035 w 8187558"/>
                    <a:gd name="connsiteY2-244" fmla="*/ 2638097 h 2638097"/>
                    <a:gd name="connsiteX3-245" fmla="*/ 0 w 8187558"/>
                    <a:gd name="connsiteY3-246" fmla="*/ 1229711 h 2638097"/>
                    <a:gd name="connsiteX4-247" fmla="*/ 31531 w 8187558"/>
                    <a:gd name="connsiteY4-248" fmla="*/ 147145 h 2638097"/>
                    <a:gd name="connsiteX5-249" fmla="*/ 4099035 w 8187558"/>
                    <a:gd name="connsiteY5-250" fmla="*/ 1566042 h 2638097"/>
                    <a:gd name="connsiteX6-251" fmla="*/ 8187558 w 8187558"/>
                    <a:gd name="connsiteY6-252" fmla="*/ 0 h 2638097"/>
                    <a:gd name="connsiteX0-253" fmla="*/ 8187558 w 8187558"/>
                    <a:gd name="connsiteY0-254" fmla="*/ 0 h 2638097"/>
                    <a:gd name="connsiteX1-255" fmla="*/ 8187558 w 8187558"/>
                    <a:gd name="connsiteY1-256" fmla="*/ 1271752 h 2638097"/>
                    <a:gd name="connsiteX2-257" fmla="*/ 4099035 w 8187558"/>
                    <a:gd name="connsiteY2-258" fmla="*/ 2638097 h 2638097"/>
                    <a:gd name="connsiteX3-259" fmla="*/ 0 w 8187558"/>
                    <a:gd name="connsiteY3-260" fmla="*/ 1229711 h 2638097"/>
                    <a:gd name="connsiteX4-261" fmla="*/ 31531 w 8187558"/>
                    <a:gd name="connsiteY4-262" fmla="*/ 147145 h 2638097"/>
                    <a:gd name="connsiteX5-263" fmla="*/ 4099035 w 8187558"/>
                    <a:gd name="connsiteY5-264" fmla="*/ 1566042 h 2638097"/>
                    <a:gd name="connsiteX6-265" fmla="*/ 8187558 w 8187558"/>
                    <a:gd name="connsiteY6-266" fmla="*/ 0 h 2638097"/>
                    <a:gd name="connsiteX0-267" fmla="*/ 8187558 w 8187558"/>
                    <a:gd name="connsiteY0-268" fmla="*/ 0 h 2638097"/>
                    <a:gd name="connsiteX1-269" fmla="*/ 8187558 w 8187558"/>
                    <a:gd name="connsiteY1-270" fmla="*/ 1271752 h 2638097"/>
                    <a:gd name="connsiteX2-271" fmla="*/ 4099035 w 8187558"/>
                    <a:gd name="connsiteY2-272" fmla="*/ 2638097 h 2638097"/>
                    <a:gd name="connsiteX3-273" fmla="*/ 0 w 8187558"/>
                    <a:gd name="connsiteY3-274" fmla="*/ 1229711 h 2638097"/>
                    <a:gd name="connsiteX4-275" fmla="*/ 31531 w 8187558"/>
                    <a:gd name="connsiteY4-276" fmla="*/ 147145 h 2638097"/>
                    <a:gd name="connsiteX5-277" fmla="*/ 4099035 w 8187558"/>
                    <a:gd name="connsiteY5-278" fmla="*/ 1566042 h 2638097"/>
                    <a:gd name="connsiteX6-279" fmla="*/ 8187558 w 8187558"/>
                    <a:gd name="connsiteY6-280" fmla="*/ 0 h 2638097"/>
                    <a:gd name="connsiteX0-281" fmla="*/ 8187558 w 8187558"/>
                    <a:gd name="connsiteY0-282" fmla="*/ 0 h 2638097"/>
                    <a:gd name="connsiteX1-283" fmla="*/ 8187558 w 8187558"/>
                    <a:gd name="connsiteY1-284" fmla="*/ 1271752 h 2638097"/>
                    <a:gd name="connsiteX2-285" fmla="*/ 4099035 w 8187558"/>
                    <a:gd name="connsiteY2-286" fmla="*/ 2638097 h 2638097"/>
                    <a:gd name="connsiteX3-287" fmla="*/ 0 w 8187558"/>
                    <a:gd name="connsiteY3-288" fmla="*/ 1229711 h 2638097"/>
                    <a:gd name="connsiteX4-289" fmla="*/ 31531 w 8187558"/>
                    <a:gd name="connsiteY4-290" fmla="*/ 147145 h 2638097"/>
                    <a:gd name="connsiteX5-291" fmla="*/ 4099035 w 8187558"/>
                    <a:gd name="connsiteY5-292" fmla="*/ 1566042 h 2638097"/>
                    <a:gd name="connsiteX6-293" fmla="*/ 8187558 w 8187558"/>
                    <a:gd name="connsiteY6-294" fmla="*/ 0 h 2638097"/>
                    <a:gd name="connsiteX0-295" fmla="*/ 8176538 w 8176538"/>
                    <a:gd name="connsiteY0-296" fmla="*/ 0 h 2638097"/>
                    <a:gd name="connsiteX1-297" fmla="*/ 8176538 w 8176538"/>
                    <a:gd name="connsiteY1-298" fmla="*/ 1271752 h 2638097"/>
                    <a:gd name="connsiteX2-299" fmla="*/ 4088015 w 8176538"/>
                    <a:gd name="connsiteY2-300" fmla="*/ 2638097 h 2638097"/>
                    <a:gd name="connsiteX3-301" fmla="*/ 0 w 8176538"/>
                    <a:gd name="connsiteY3-302" fmla="*/ 1269888 h 2638097"/>
                    <a:gd name="connsiteX4-303" fmla="*/ 20511 w 8176538"/>
                    <a:gd name="connsiteY4-304" fmla="*/ 147145 h 2638097"/>
                    <a:gd name="connsiteX5-305" fmla="*/ 4088015 w 8176538"/>
                    <a:gd name="connsiteY5-306" fmla="*/ 1566042 h 2638097"/>
                    <a:gd name="connsiteX6-307" fmla="*/ 8176538 w 8176538"/>
                    <a:gd name="connsiteY6-308" fmla="*/ 0 h 2638097"/>
                    <a:gd name="connsiteX0-309" fmla="*/ 8176538 w 8176538"/>
                    <a:gd name="connsiteY0-310" fmla="*/ 0 h 2772020"/>
                    <a:gd name="connsiteX1-311" fmla="*/ 8176538 w 8176538"/>
                    <a:gd name="connsiteY1-312" fmla="*/ 1271752 h 2772020"/>
                    <a:gd name="connsiteX2-313" fmla="*/ 4099034 w 8176538"/>
                    <a:gd name="connsiteY2-314" fmla="*/ 2772020 h 2772020"/>
                    <a:gd name="connsiteX3-315" fmla="*/ 0 w 8176538"/>
                    <a:gd name="connsiteY3-316" fmla="*/ 1269888 h 2772020"/>
                    <a:gd name="connsiteX4-317" fmla="*/ 20511 w 8176538"/>
                    <a:gd name="connsiteY4-318" fmla="*/ 147145 h 2772020"/>
                    <a:gd name="connsiteX5-319" fmla="*/ 4088015 w 8176538"/>
                    <a:gd name="connsiteY5-320" fmla="*/ 1566042 h 2772020"/>
                    <a:gd name="connsiteX6-321" fmla="*/ 8176538 w 8176538"/>
                    <a:gd name="connsiteY6-322" fmla="*/ 0 h 2772020"/>
                    <a:gd name="connsiteX0-323" fmla="*/ 8176538 w 8176538"/>
                    <a:gd name="connsiteY0-324" fmla="*/ 0 h 2772339"/>
                    <a:gd name="connsiteX1-325" fmla="*/ 8176538 w 8176538"/>
                    <a:gd name="connsiteY1-326" fmla="*/ 1378890 h 2772339"/>
                    <a:gd name="connsiteX2-327" fmla="*/ 4099034 w 8176538"/>
                    <a:gd name="connsiteY2-328" fmla="*/ 2772020 h 2772339"/>
                    <a:gd name="connsiteX3-329" fmla="*/ 0 w 8176538"/>
                    <a:gd name="connsiteY3-330" fmla="*/ 1269888 h 2772339"/>
                    <a:gd name="connsiteX4-331" fmla="*/ 20511 w 8176538"/>
                    <a:gd name="connsiteY4-332" fmla="*/ 147145 h 2772339"/>
                    <a:gd name="connsiteX5-333" fmla="*/ 4088015 w 8176538"/>
                    <a:gd name="connsiteY5-334" fmla="*/ 1566042 h 2772339"/>
                    <a:gd name="connsiteX6-335" fmla="*/ 8176538 w 8176538"/>
                    <a:gd name="connsiteY6-336" fmla="*/ 0 h 2772339"/>
                    <a:gd name="connsiteX0-337" fmla="*/ 8176538 w 8176538"/>
                    <a:gd name="connsiteY0-338" fmla="*/ 0 h 2825888"/>
                    <a:gd name="connsiteX1-339" fmla="*/ 8176538 w 8176538"/>
                    <a:gd name="connsiteY1-340" fmla="*/ 1378890 h 2825888"/>
                    <a:gd name="connsiteX2-341" fmla="*/ 4099034 w 8176538"/>
                    <a:gd name="connsiteY2-342" fmla="*/ 2825590 h 2825888"/>
                    <a:gd name="connsiteX3-343" fmla="*/ 0 w 8176538"/>
                    <a:gd name="connsiteY3-344" fmla="*/ 1269888 h 2825888"/>
                    <a:gd name="connsiteX4-345" fmla="*/ 20511 w 8176538"/>
                    <a:gd name="connsiteY4-346" fmla="*/ 147145 h 2825888"/>
                    <a:gd name="connsiteX5-347" fmla="*/ 4088015 w 8176538"/>
                    <a:gd name="connsiteY5-348" fmla="*/ 1566042 h 2825888"/>
                    <a:gd name="connsiteX6-349" fmla="*/ 8176538 w 8176538"/>
                    <a:gd name="connsiteY6-350" fmla="*/ 0 h 2825888"/>
                    <a:gd name="connsiteX0-351" fmla="*/ 8165518 w 8165518"/>
                    <a:gd name="connsiteY0-352" fmla="*/ 0 h 2825606"/>
                    <a:gd name="connsiteX1-353" fmla="*/ 8165518 w 8165518"/>
                    <a:gd name="connsiteY1-354" fmla="*/ 1378890 h 2825606"/>
                    <a:gd name="connsiteX2-355" fmla="*/ 4088014 w 8165518"/>
                    <a:gd name="connsiteY2-356" fmla="*/ 2825590 h 2825606"/>
                    <a:gd name="connsiteX3-357" fmla="*/ 0 w 8165518"/>
                    <a:gd name="connsiteY3-358" fmla="*/ 1403811 h 2825606"/>
                    <a:gd name="connsiteX4-359" fmla="*/ 9491 w 8165518"/>
                    <a:gd name="connsiteY4-360" fmla="*/ 147145 h 2825606"/>
                    <a:gd name="connsiteX5-361" fmla="*/ 4076995 w 8165518"/>
                    <a:gd name="connsiteY5-362" fmla="*/ 1566042 h 2825606"/>
                    <a:gd name="connsiteX6-363" fmla="*/ 8165518 w 8165518"/>
                    <a:gd name="connsiteY6-364" fmla="*/ 0 h 2825606"/>
                    <a:gd name="connsiteX0-365" fmla="*/ 8165518 w 8165518"/>
                    <a:gd name="connsiteY0-366" fmla="*/ 0 h 2879174"/>
                    <a:gd name="connsiteX1-367" fmla="*/ 8165518 w 8165518"/>
                    <a:gd name="connsiteY1-368" fmla="*/ 1378890 h 2879174"/>
                    <a:gd name="connsiteX2-369" fmla="*/ 4132092 w 8165518"/>
                    <a:gd name="connsiteY2-370" fmla="*/ 2879159 h 2879174"/>
                    <a:gd name="connsiteX3-371" fmla="*/ 0 w 8165518"/>
                    <a:gd name="connsiteY3-372" fmla="*/ 1403811 h 2879174"/>
                    <a:gd name="connsiteX4-373" fmla="*/ 9491 w 8165518"/>
                    <a:gd name="connsiteY4-374" fmla="*/ 147145 h 2879174"/>
                    <a:gd name="connsiteX5-375" fmla="*/ 4076995 w 8165518"/>
                    <a:gd name="connsiteY5-376" fmla="*/ 1566042 h 2879174"/>
                    <a:gd name="connsiteX6-377" fmla="*/ 8165518 w 8165518"/>
                    <a:gd name="connsiteY6-378" fmla="*/ 0 h 2879174"/>
                    <a:gd name="connsiteX0-379" fmla="*/ 8165518 w 8176537"/>
                    <a:gd name="connsiteY0-380" fmla="*/ 0 h 2879410"/>
                    <a:gd name="connsiteX1-381" fmla="*/ 8176537 w 8176537"/>
                    <a:gd name="connsiteY1-382" fmla="*/ 1499420 h 2879410"/>
                    <a:gd name="connsiteX2-383" fmla="*/ 4132092 w 8176537"/>
                    <a:gd name="connsiteY2-384" fmla="*/ 2879159 h 2879410"/>
                    <a:gd name="connsiteX3-385" fmla="*/ 0 w 8176537"/>
                    <a:gd name="connsiteY3-386" fmla="*/ 1403811 h 2879410"/>
                    <a:gd name="connsiteX4-387" fmla="*/ 9491 w 8176537"/>
                    <a:gd name="connsiteY4-388" fmla="*/ 147145 h 2879410"/>
                    <a:gd name="connsiteX5-389" fmla="*/ 4076995 w 8176537"/>
                    <a:gd name="connsiteY5-390" fmla="*/ 1566042 h 2879410"/>
                    <a:gd name="connsiteX6-391" fmla="*/ 8165518 w 8176537"/>
                    <a:gd name="connsiteY6-392" fmla="*/ 0 h 2879410"/>
                    <a:gd name="connsiteX0-393" fmla="*/ 8165518 w 8176537"/>
                    <a:gd name="connsiteY0-394" fmla="*/ 0 h 2879262"/>
                    <a:gd name="connsiteX1-395" fmla="*/ 8176537 w 8176537"/>
                    <a:gd name="connsiteY1-396" fmla="*/ 1499420 h 2879262"/>
                    <a:gd name="connsiteX2-397" fmla="*/ 4132092 w 8176537"/>
                    <a:gd name="connsiteY2-398" fmla="*/ 2879159 h 2879262"/>
                    <a:gd name="connsiteX3-399" fmla="*/ 0 w 8176537"/>
                    <a:gd name="connsiteY3-400" fmla="*/ 1403811 h 2879262"/>
                    <a:gd name="connsiteX4-401" fmla="*/ 9491 w 8176537"/>
                    <a:gd name="connsiteY4-402" fmla="*/ 147145 h 2879262"/>
                    <a:gd name="connsiteX5-403" fmla="*/ 4076995 w 8176537"/>
                    <a:gd name="connsiteY5-404" fmla="*/ 1566042 h 2879262"/>
                    <a:gd name="connsiteX6-405" fmla="*/ 8165518 w 8176537"/>
                    <a:gd name="connsiteY6-406" fmla="*/ 0 h 2879262"/>
                    <a:gd name="connsiteX0-407" fmla="*/ 8165518 w 8176537"/>
                    <a:gd name="connsiteY0-408" fmla="*/ 0 h 2879163"/>
                    <a:gd name="connsiteX1-409" fmla="*/ 8176537 w 8176537"/>
                    <a:gd name="connsiteY1-410" fmla="*/ 1499420 h 2879163"/>
                    <a:gd name="connsiteX2-411" fmla="*/ 4132092 w 8176537"/>
                    <a:gd name="connsiteY2-412" fmla="*/ 2879159 h 2879163"/>
                    <a:gd name="connsiteX3-413" fmla="*/ 0 w 8176537"/>
                    <a:gd name="connsiteY3-414" fmla="*/ 1510948 h 2879163"/>
                    <a:gd name="connsiteX4-415" fmla="*/ 9491 w 8176537"/>
                    <a:gd name="connsiteY4-416" fmla="*/ 147145 h 2879163"/>
                    <a:gd name="connsiteX5-417" fmla="*/ 4076995 w 8176537"/>
                    <a:gd name="connsiteY5-418" fmla="*/ 1566042 h 2879163"/>
                    <a:gd name="connsiteX6-419" fmla="*/ 8165518 w 8176537"/>
                    <a:gd name="connsiteY6-420" fmla="*/ 0 h 2879163"/>
                    <a:gd name="connsiteX0-421" fmla="*/ 8165518 w 8198577"/>
                    <a:gd name="connsiteY0-422" fmla="*/ 0 h 2879451"/>
                    <a:gd name="connsiteX1-423" fmla="*/ 8198577 w 8198577"/>
                    <a:gd name="connsiteY1-424" fmla="*/ 1606558 h 2879451"/>
                    <a:gd name="connsiteX2-425" fmla="*/ 4132092 w 8198577"/>
                    <a:gd name="connsiteY2-426" fmla="*/ 2879159 h 2879451"/>
                    <a:gd name="connsiteX3-427" fmla="*/ 0 w 8198577"/>
                    <a:gd name="connsiteY3-428" fmla="*/ 1510948 h 2879451"/>
                    <a:gd name="connsiteX4-429" fmla="*/ 9491 w 8198577"/>
                    <a:gd name="connsiteY4-430" fmla="*/ 147145 h 2879451"/>
                    <a:gd name="connsiteX5-431" fmla="*/ 4076995 w 8198577"/>
                    <a:gd name="connsiteY5-432" fmla="*/ 1566042 h 2879451"/>
                    <a:gd name="connsiteX6-433" fmla="*/ 8165518 w 8198577"/>
                    <a:gd name="connsiteY6-434" fmla="*/ 0 h 2879451"/>
                    <a:gd name="connsiteX0-435" fmla="*/ 8165518 w 8165518"/>
                    <a:gd name="connsiteY0-436" fmla="*/ 0 h 2880066"/>
                    <a:gd name="connsiteX1-437" fmla="*/ 8165518 w 8165518"/>
                    <a:gd name="connsiteY1-438" fmla="*/ 1673520 h 2880066"/>
                    <a:gd name="connsiteX2-439" fmla="*/ 4132092 w 8165518"/>
                    <a:gd name="connsiteY2-440" fmla="*/ 2879159 h 2880066"/>
                    <a:gd name="connsiteX3-441" fmla="*/ 0 w 8165518"/>
                    <a:gd name="connsiteY3-442" fmla="*/ 1510948 h 2880066"/>
                    <a:gd name="connsiteX4-443" fmla="*/ 9491 w 8165518"/>
                    <a:gd name="connsiteY4-444" fmla="*/ 147145 h 2880066"/>
                    <a:gd name="connsiteX5-445" fmla="*/ 4076995 w 8165518"/>
                    <a:gd name="connsiteY5-446" fmla="*/ 1566042 h 2880066"/>
                    <a:gd name="connsiteX6-447" fmla="*/ 8165518 w 8165518"/>
                    <a:gd name="connsiteY6-448" fmla="*/ 0 h 2880066"/>
                    <a:gd name="connsiteX0-449" fmla="*/ 8156794 w 8156794"/>
                    <a:gd name="connsiteY0-450" fmla="*/ 0 h 2879270"/>
                    <a:gd name="connsiteX1-451" fmla="*/ 8156794 w 8156794"/>
                    <a:gd name="connsiteY1-452" fmla="*/ 1673520 h 2879270"/>
                    <a:gd name="connsiteX2-453" fmla="*/ 4123368 w 8156794"/>
                    <a:gd name="connsiteY2-454" fmla="*/ 2879159 h 2879270"/>
                    <a:gd name="connsiteX3-455" fmla="*/ 2295 w 8156794"/>
                    <a:gd name="connsiteY3-456" fmla="*/ 1618086 h 2879270"/>
                    <a:gd name="connsiteX4-457" fmla="*/ 767 w 8156794"/>
                    <a:gd name="connsiteY4-458" fmla="*/ 147145 h 2879270"/>
                    <a:gd name="connsiteX5-459" fmla="*/ 4068271 w 8156794"/>
                    <a:gd name="connsiteY5-460" fmla="*/ 1566042 h 2879270"/>
                    <a:gd name="connsiteX6-461" fmla="*/ 8156794 w 8156794"/>
                    <a:gd name="connsiteY6-462" fmla="*/ 0 h 2879270"/>
                    <a:gd name="connsiteX0-463" fmla="*/ 8156794 w 8156794"/>
                    <a:gd name="connsiteY0-464" fmla="*/ 0 h 2973000"/>
                    <a:gd name="connsiteX1-465" fmla="*/ 8156794 w 8156794"/>
                    <a:gd name="connsiteY1-466" fmla="*/ 1673520 h 2973000"/>
                    <a:gd name="connsiteX2-467" fmla="*/ 4134388 w 8156794"/>
                    <a:gd name="connsiteY2-468" fmla="*/ 2972904 h 2973000"/>
                    <a:gd name="connsiteX3-469" fmla="*/ 2295 w 8156794"/>
                    <a:gd name="connsiteY3-470" fmla="*/ 1618086 h 2973000"/>
                    <a:gd name="connsiteX4-471" fmla="*/ 767 w 8156794"/>
                    <a:gd name="connsiteY4-472" fmla="*/ 147145 h 2973000"/>
                    <a:gd name="connsiteX5-473" fmla="*/ 4068271 w 8156794"/>
                    <a:gd name="connsiteY5-474" fmla="*/ 1566042 h 2973000"/>
                    <a:gd name="connsiteX6-475" fmla="*/ 8156794 w 8156794"/>
                    <a:gd name="connsiteY6-476" fmla="*/ 0 h 2973000"/>
                    <a:gd name="connsiteX0-477" fmla="*/ 8156794 w 8156794"/>
                    <a:gd name="connsiteY0-478" fmla="*/ 0 h 2973000"/>
                    <a:gd name="connsiteX1-479" fmla="*/ 8156794 w 8156794"/>
                    <a:gd name="connsiteY1-480" fmla="*/ 1673520 h 2973000"/>
                    <a:gd name="connsiteX2-481" fmla="*/ 4134388 w 8156794"/>
                    <a:gd name="connsiteY2-482" fmla="*/ 2972904 h 2973000"/>
                    <a:gd name="connsiteX3-483" fmla="*/ 2295 w 8156794"/>
                    <a:gd name="connsiteY3-484" fmla="*/ 1618086 h 2973000"/>
                    <a:gd name="connsiteX4-485" fmla="*/ 767 w 8156794"/>
                    <a:gd name="connsiteY4-486" fmla="*/ 147145 h 2973000"/>
                    <a:gd name="connsiteX5-487" fmla="*/ 4068271 w 8156794"/>
                    <a:gd name="connsiteY5-488" fmla="*/ 1566042 h 2973000"/>
                    <a:gd name="connsiteX6-489" fmla="*/ 8156794 w 8156794"/>
                    <a:gd name="connsiteY6-490" fmla="*/ 0 h 2973000"/>
                    <a:gd name="connsiteX0-491" fmla="*/ 8156794 w 8156794"/>
                    <a:gd name="connsiteY0-492" fmla="*/ 0 h 2973000"/>
                    <a:gd name="connsiteX1-493" fmla="*/ 8156794 w 8156794"/>
                    <a:gd name="connsiteY1-494" fmla="*/ 1673520 h 2973000"/>
                    <a:gd name="connsiteX2-495" fmla="*/ 4134388 w 8156794"/>
                    <a:gd name="connsiteY2-496" fmla="*/ 2972904 h 2973000"/>
                    <a:gd name="connsiteX3-497" fmla="*/ 2295 w 8156794"/>
                    <a:gd name="connsiteY3-498" fmla="*/ 1618086 h 2973000"/>
                    <a:gd name="connsiteX4-499" fmla="*/ 767 w 8156794"/>
                    <a:gd name="connsiteY4-500" fmla="*/ 147145 h 2973000"/>
                    <a:gd name="connsiteX5-501" fmla="*/ 4068271 w 8156794"/>
                    <a:gd name="connsiteY5-502" fmla="*/ 1566042 h 2973000"/>
                    <a:gd name="connsiteX6-503" fmla="*/ 8156794 w 8156794"/>
                    <a:gd name="connsiteY6-504" fmla="*/ 0 h 2973000"/>
                    <a:gd name="connsiteX0-505" fmla="*/ 8156794 w 8156794"/>
                    <a:gd name="connsiteY0-506" fmla="*/ 0 h 2973020"/>
                    <a:gd name="connsiteX1-507" fmla="*/ 8156794 w 8156794"/>
                    <a:gd name="connsiteY1-508" fmla="*/ 1673520 h 2973020"/>
                    <a:gd name="connsiteX2-509" fmla="*/ 4134388 w 8156794"/>
                    <a:gd name="connsiteY2-510" fmla="*/ 2972904 h 2973020"/>
                    <a:gd name="connsiteX3-511" fmla="*/ 2295 w 8156794"/>
                    <a:gd name="connsiteY3-512" fmla="*/ 1618086 h 2973020"/>
                    <a:gd name="connsiteX4-513" fmla="*/ 767 w 8156794"/>
                    <a:gd name="connsiteY4-514" fmla="*/ 147145 h 2973020"/>
                    <a:gd name="connsiteX5-515" fmla="*/ 4068271 w 8156794"/>
                    <a:gd name="connsiteY5-516" fmla="*/ 1566042 h 2973020"/>
                    <a:gd name="connsiteX6-517" fmla="*/ 8156794 w 8156794"/>
                    <a:gd name="connsiteY6-518" fmla="*/ 0 h 2973020"/>
                    <a:gd name="connsiteX0-519" fmla="*/ 8156794 w 8156794"/>
                    <a:gd name="connsiteY0-520" fmla="*/ 0 h 2973021"/>
                    <a:gd name="connsiteX1-521" fmla="*/ 8156794 w 8156794"/>
                    <a:gd name="connsiteY1-522" fmla="*/ 1673520 h 2973021"/>
                    <a:gd name="connsiteX2-523" fmla="*/ 4134388 w 8156794"/>
                    <a:gd name="connsiteY2-524" fmla="*/ 2972904 h 2973021"/>
                    <a:gd name="connsiteX3-525" fmla="*/ 2295 w 8156794"/>
                    <a:gd name="connsiteY3-526" fmla="*/ 1618086 h 2973021"/>
                    <a:gd name="connsiteX4-527" fmla="*/ 767 w 8156794"/>
                    <a:gd name="connsiteY4-528" fmla="*/ 147145 h 2973021"/>
                    <a:gd name="connsiteX5-529" fmla="*/ 4068271 w 8156794"/>
                    <a:gd name="connsiteY5-530" fmla="*/ 1566042 h 2973021"/>
                    <a:gd name="connsiteX6-531" fmla="*/ 8156794 w 8156794"/>
                    <a:gd name="connsiteY6-532" fmla="*/ 0 h 2973021"/>
                    <a:gd name="connsiteX0-533" fmla="*/ 8156794 w 8156794"/>
                    <a:gd name="connsiteY0-534" fmla="*/ 0 h 2973021"/>
                    <a:gd name="connsiteX1-535" fmla="*/ 8156794 w 8156794"/>
                    <a:gd name="connsiteY1-536" fmla="*/ 1673520 h 2973021"/>
                    <a:gd name="connsiteX2-537" fmla="*/ 4134388 w 8156794"/>
                    <a:gd name="connsiteY2-538" fmla="*/ 2972904 h 2973021"/>
                    <a:gd name="connsiteX3-539" fmla="*/ 2295 w 8156794"/>
                    <a:gd name="connsiteY3-540" fmla="*/ 1618086 h 2973021"/>
                    <a:gd name="connsiteX4-541" fmla="*/ 767 w 8156794"/>
                    <a:gd name="connsiteY4-542" fmla="*/ 147145 h 2973021"/>
                    <a:gd name="connsiteX5-543" fmla="*/ 4068271 w 8156794"/>
                    <a:gd name="connsiteY5-544" fmla="*/ 1566042 h 2973021"/>
                    <a:gd name="connsiteX6-545" fmla="*/ 8156794 w 8156794"/>
                    <a:gd name="connsiteY6-546" fmla="*/ 0 h 2973021"/>
                    <a:gd name="connsiteX0-547" fmla="*/ 8156794 w 8156794"/>
                    <a:gd name="connsiteY0-548" fmla="*/ 0 h 2973021"/>
                    <a:gd name="connsiteX1-549" fmla="*/ 8156794 w 8156794"/>
                    <a:gd name="connsiteY1-550" fmla="*/ 1673520 h 2973021"/>
                    <a:gd name="connsiteX2-551" fmla="*/ 4134388 w 8156794"/>
                    <a:gd name="connsiteY2-552" fmla="*/ 2972904 h 2973021"/>
                    <a:gd name="connsiteX3-553" fmla="*/ 2295 w 8156794"/>
                    <a:gd name="connsiteY3-554" fmla="*/ 1618086 h 2973021"/>
                    <a:gd name="connsiteX4-555" fmla="*/ 767 w 8156794"/>
                    <a:gd name="connsiteY4-556" fmla="*/ 147145 h 2973021"/>
                    <a:gd name="connsiteX5-557" fmla="*/ 4068271 w 8156794"/>
                    <a:gd name="connsiteY5-558" fmla="*/ 1566042 h 2973021"/>
                    <a:gd name="connsiteX6-559" fmla="*/ 8156794 w 8156794"/>
                    <a:gd name="connsiteY6-560" fmla="*/ 0 h 2973021"/>
                    <a:gd name="connsiteX0-561" fmla="*/ 8156794 w 8156794"/>
                    <a:gd name="connsiteY0-562" fmla="*/ 0 h 2973021"/>
                    <a:gd name="connsiteX1-563" fmla="*/ 8156794 w 8156794"/>
                    <a:gd name="connsiteY1-564" fmla="*/ 1673520 h 2973021"/>
                    <a:gd name="connsiteX2-565" fmla="*/ 4134388 w 8156794"/>
                    <a:gd name="connsiteY2-566" fmla="*/ 2972904 h 2973021"/>
                    <a:gd name="connsiteX3-567" fmla="*/ 2295 w 8156794"/>
                    <a:gd name="connsiteY3-568" fmla="*/ 1618086 h 2973021"/>
                    <a:gd name="connsiteX4-569" fmla="*/ 767 w 8156794"/>
                    <a:gd name="connsiteY4-570" fmla="*/ 147145 h 2973021"/>
                    <a:gd name="connsiteX5-571" fmla="*/ 4068271 w 8156794"/>
                    <a:gd name="connsiteY5-572" fmla="*/ 1566042 h 2973021"/>
                    <a:gd name="connsiteX6-573" fmla="*/ 8156794 w 8156794"/>
                    <a:gd name="connsiteY6-574" fmla="*/ 0 h 2973021"/>
                    <a:gd name="connsiteX0-575" fmla="*/ 8156794 w 8156794"/>
                    <a:gd name="connsiteY0-576" fmla="*/ 0 h 2973141"/>
                    <a:gd name="connsiteX1-577" fmla="*/ 8156794 w 8156794"/>
                    <a:gd name="connsiteY1-578" fmla="*/ 1673520 h 2973141"/>
                    <a:gd name="connsiteX2-579" fmla="*/ 4134388 w 8156794"/>
                    <a:gd name="connsiteY2-580" fmla="*/ 2972904 h 2973141"/>
                    <a:gd name="connsiteX3-581" fmla="*/ 2295 w 8156794"/>
                    <a:gd name="connsiteY3-582" fmla="*/ 1618086 h 2973141"/>
                    <a:gd name="connsiteX4-583" fmla="*/ 767 w 8156794"/>
                    <a:gd name="connsiteY4-584" fmla="*/ 147145 h 2973141"/>
                    <a:gd name="connsiteX5-585" fmla="*/ 4068271 w 8156794"/>
                    <a:gd name="connsiteY5-586" fmla="*/ 1566042 h 2973141"/>
                    <a:gd name="connsiteX6-587" fmla="*/ 8156794 w 8156794"/>
                    <a:gd name="connsiteY6-588" fmla="*/ 0 h 2973141"/>
                    <a:gd name="connsiteX0-589" fmla="*/ 8156794 w 8156794"/>
                    <a:gd name="connsiteY0-590" fmla="*/ 0 h 3066827"/>
                    <a:gd name="connsiteX1-591" fmla="*/ 8156794 w 8156794"/>
                    <a:gd name="connsiteY1-592" fmla="*/ 1673520 h 3066827"/>
                    <a:gd name="connsiteX2-593" fmla="*/ 4123353 w 8156794"/>
                    <a:gd name="connsiteY2-594" fmla="*/ 3066650 h 3066827"/>
                    <a:gd name="connsiteX3-595" fmla="*/ 2295 w 8156794"/>
                    <a:gd name="connsiteY3-596" fmla="*/ 1618086 h 3066827"/>
                    <a:gd name="connsiteX4-597" fmla="*/ 767 w 8156794"/>
                    <a:gd name="connsiteY4-598" fmla="*/ 147145 h 3066827"/>
                    <a:gd name="connsiteX5-599" fmla="*/ 4068271 w 8156794"/>
                    <a:gd name="connsiteY5-600" fmla="*/ 1566042 h 3066827"/>
                    <a:gd name="connsiteX6-601" fmla="*/ 8156794 w 8156794"/>
                    <a:gd name="connsiteY6-602" fmla="*/ 0 h 3066827"/>
                    <a:gd name="connsiteX0-603" fmla="*/ 8123689 w 8156794"/>
                    <a:gd name="connsiteY0-604" fmla="*/ 0 h 2999866"/>
                    <a:gd name="connsiteX1-605" fmla="*/ 8156794 w 8156794"/>
                    <a:gd name="connsiteY1-606" fmla="*/ 1606559 h 2999866"/>
                    <a:gd name="connsiteX2-607" fmla="*/ 4123353 w 8156794"/>
                    <a:gd name="connsiteY2-608" fmla="*/ 2999689 h 2999866"/>
                    <a:gd name="connsiteX3-609" fmla="*/ 2295 w 8156794"/>
                    <a:gd name="connsiteY3-610" fmla="*/ 1551125 h 2999866"/>
                    <a:gd name="connsiteX4-611" fmla="*/ 767 w 8156794"/>
                    <a:gd name="connsiteY4-612" fmla="*/ 80184 h 2999866"/>
                    <a:gd name="connsiteX5-613" fmla="*/ 4068271 w 8156794"/>
                    <a:gd name="connsiteY5-614" fmla="*/ 1499081 h 2999866"/>
                    <a:gd name="connsiteX6-615" fmla="*/ 8123689 w 8156794"/>
                    <a:gd name="connsiteY6-616" fmla="*/ 0 h 2999866"/>
                    <a:gd name="connsiteX0-617" fmla="*/ 8167828 w 8167828"/>
                    <a:gd name="connsiteY0-618" fmla="*/ 0 h 3026651"/>
                    <a:gd name="connsiteX1-619" fmla="*/ 8156794 w 8167828"/>
                    <a:gd name="connsiteY1-620" fmla="*/ 1633344 h 3026651"/>
                    <a:gd name="connsiteX2-621" fmla="*/ 4123353 w 8167828"/>
                    <a:gd name="connsiteY2-622" fmla="*/ 3026474 h 3026651"/>
                    <a:gd name="connsiteX3-623" fmla="*/ 2295 w 8167828"/>
                    <a:gd name="connsiteY3-624" fmla="*/ 1577910 h 3026651"/>
                    <a:gd name="connsiteX4-625" fmla="*/ 767 w 8167828"/>
                    <a:gd name="connsiteY4-626" fmla="*/ 106969 h 3026651"/>
                    <a:gd name="connsiteX5-627" fmla="*/ 4068271 w 8167828"/>
                    <a:gd name="connsiteY5-628" fmla="*/ 1525866 h 3026651"/>
                    <a:gd name="connsiteX6-629" fmla="*/ 8167828 w 8167828"/>
                    <a:gd name="connsiteY6-630" fmla="*/ 0 h 3026651"/>
                    <a:gd name="connsiteX0-631" fmla="*/ 8167828 w 8167828"/>
                    <a:gd name="connsiteY0-632" fmla="*/ 0 h 3027228"/>
                    <a:gd name="connsiteX1-633" fmla="*/ 8145760 w 8167828"/>
                    <a:gd name="connsiteY1-634" fmla="*/ 1686913 h 3027228"/>
                    <a:gd name="connsiteX2-635" fmla="*/ 4123353 w 8167828"/>
                    <a:gd name="connsiteY2-636" fmla="*/ 3026474 h 3027228"/>
                    <a:gd name="connsiteX3-637" fmla="*/ 2295 w 8167828"/>
                    <a:gd name="connsiteY3-638" fmla="*/ 1577910 h 3027228"/>
                    <a:gd name="connsiteX4-639" fmla="*/ 767 w 8167828"/>
                    <a:gd name="connsiteY4-640" fmla="*/ 106969 h 3027228"/>
                    <a:gd name="connsiteX5-641" fmla="*/ 4068271 w 8167828"/>
                    <a:gd name="connsiteY5-642" fmla="*/ 1525866 h 3027228"/>
                    <a:gd name="connsiteX6-643" fmla="*/ 8167828 w 8167828"/>
                    <a:gd name="connsiteY6-644" fmla="*/ 0 h 3027228"/>
                    <a:gd name="connsiteX0-645" fmla="*/ 8156794 w 8156794"/>
                    <a:gd name="connsiteY0-646" fmla="*/ 0 h 2933483"/>
                    <a:gd name="connsiteX1-647" fmla="*/ 8145760 w 8156794"/>
                    <a:gd name="connsiteY1-648" fmla="*/ 1593168 h 2933483"/>
                    <a:gd name="connsiteX2-649" fmla="*/ 4123353 w 8156794"/>
                    <a:gd name="connsiteY2-650" fmla="*/ 2932729 h 2933483"/>
                    <a:gd name="connsiteX3-651" fmla="*/ 2295 w 8156794"/>
                    <a:gd name="connsiteY3-652" fmla="*/ 1484165 h 2933483"/>
                    <a:gd name="connsiteX4-653" fmla="*/ 767 w 8156794"/>
                    <a:gd name="connsiteY4-654" fmla="*/ 13224 h 2933483"/>
                    <a:gd name="connsiteX5-655" fmla="*/ 4068271 w 8156794"/>
                    <a:gd name="connsiteY5-656" fmla="*/ 1432121 h 2933483"/>
                    <a:gd name="connsiteX6-657" fmla="*/ 8156794 w 8156794"/>
                    <a:gd name="connsiteY6-658" fmla="*/ 0 h 2933483"/>
                    <a:gd name="connsiteX0-659" fmla="*/ 8156794 w 8156794"/>
                    <a:gd name="connsiteY0-660" fmla="*/ 0 h 2933483"/>
                    <a:gd name="connsiteX1-661" fmla="*/ 8145760 w 8156794"/>
                    <a:gd name="connsiteY1-662" fmla="*/ 1593168 h 2933483"/>
                    <a:gd name="connsiteX2-663" fmla="*/ 4123353 w 8156794"/>
                    <a:gd name="connsiteY2-664" fmla="*/ 2932729 h 2933483"/>
                    <a:gd name="connsiteX3-665" fmla="*/ 2295 w 8156794"/>
                    <a:gd name="connsiteY3-666" fmla="*/ 1484165 h 2933483"/>
                    <a:gd name="connsiteX4-667" fmla="*/ 767 w 8156794"/>
                    <a:gd name="connsiteY4-668" fmla="*/ 13224 h 2933483"/>
                    <a:gd name="connsiteX5-669" fmla="*/ 4068271 w 8156794"/>
                    <a:gd name="connsiteY5-670" fmla="*/ 1432121 h 2933483"/>
                    <a:gd name="connsiteX6-671" fmla="*/ 8156794 w 8156794"/>
                    <a:gd name="connsiteY6-672" fmla="*/ 0 h 2933483"/>
                    <a:gd name="connsiteX0-673" fmla="*/ 8123689 w 8145760"/>
                    <a:gd name="connsiteY0-674" fmla="*/ 13560 h 2920259"/>
                    <a:gd name="connsiteX1-675" fmla="*/ 8145760 w 8145760"/>
                    <a:gd name="connsiteY1-676" fmla="*/ 1579944 h 2920259"/>
                    <a:gd name="connsiteX2-677" fmla="*/ 4123353 w 8145760"/>
                    <a:gd name="connsiteY2-678" fmla="*/ 2919505 h 2920259"/>
                    <a:gd name="connsiteX3-679" fmla="*/ 2295 w 8145760"/>
                    <a:gd name="connsiteY3-680" fmla="*/ 1470941 h 2920259"/>
                    <a:gd name="connsiteX4-681" fmla="*/ 767 w 8145760"/>
                    <a:gd name="connsiteY4-682" fmla="*/ 0 h 2920259"/>
                    <a:gd name="connsiteX5-683" fmla="*/ 4068271 w 8145760"/>
                    <a:gd name="connsiteY5-684" fmla="*/ 1418897 h 2920259"/>
                    <a:gd name="connsiteX6-685" fmla="*/ 8123689 w 8145760"/>
                    <a:gd name="connsiteY6-686" fmla="*/ 13560 h 2920259"/>
                    <a:gd name="connsiteX0-687" fmla="*/ 8178863 w 8178863"/>
                    <a:gd name="connsiteY0-688" fmla="*/ 26952 h 2920259"/>
                    <a:gd name="connsiteX1-689" fmla="*/ 8145760 w 8178863"/>
                    <a:gd name="connsiteY1-690" fmla="*/ 1579944 h 2920259"/>
                    <a:gd name="connsiteX2-691" fmla="*/ 4123353 w 8178863"/>
                    <a:gd name="connsiteY2-692" fmla="*/ 2919505 h 2920259"/>
                    <a:gd name="connsiteX3-693" fmla="*/ 2295 w 8178863"/>
                    <a:gd name="connsiteY3-694" fmla="*/ 1470941 h 2920259"/>
                    <a:gd name="connsiteX4-695" fmla="*/ 767 w 8178863"/>
                    <a:gd name="connsiteY4-696" fmla="*/ 0 h 2920259"/>
                    <a:gd name="connsiteX5-697" fmla="*/ 4068271 w 8178863"/>
                    <a:gd name="connsiteY5-698" fmla="*/ 1418897 h 2920259"/>
                    <a:gd name="connsiteX6-699" fmla="*/ 8178863 w 8178863"/>
                    <a:gd name="connsiteY6-700" fmla="*/ 26952 h 2920259"/>
                    <a:gd name="connsiteX0-701" fmla="*/ 8167827 w 8167827"/>
                    <a:gd name="connsiteY0-702" fmla="*/ 40343 h 2920259"/>
                    <a:gd name="connsiteX1-703" fmla="*/ 8145760 w 8167827"/>
                    <a:gd name="connsiteY1-704" fmla="*/ 1579944 h 2920259"/>
                    <a:gd name="connsiteX2-705" fmla="*/ 4123353 w 8167827"/>
                    <a:gd name="connsiteY2-706" fmla="*/ 2919505 h 2920259"/>
                    <a:gd name="connsiteX3-707" fmla="*/ 2295 w 8167827"/>
                    <a:gd name="connsiteY3-708" fmla="*/ 1470941 h 2920259"/>
                    <a:gd name="connsiteX4-709" fmla="*/ 767 w 8167827"/>
                    <a:gd name="connsiteY4-710" fmla="*/ 0 h 2920259"/>
                    <a:gd name="connsiteX5-711" fmla="*/ 4068271 w 8167827"/>
                    <a:gd name="connsiteY5-712" fmla="*/ 1418897 h 2920259"/>
                    <a:gd name="connsiteX6-713" fmla="*/ 8167827 w 8167827"/>
                    <a:gd name="connsiteY6-714" fmla="*/ 40343 h 2920259"/>
                    <a:gd name="connsiteX0-715" fmla="*/ 8123687 w 8145760"/>
                    <a:gd name="connsiteY0-716" fmla="*/ 53735 h 2920259"/>
                    <a:gd name="connsiteX1-717" fmla="*/ 8145760 w 8145760"/>
                    <a:gd name="connsiteY1-718" fmla="*/ 1579944 h 2920259"/>
                    <a:gd name="connsiteX2-719" fmla="*/ 4123353 w 8145760"/>
                    <a:gd name="connsiteY2-720" fmla="*/ 2919505 h 2920259"/>
                    <a:gd name="connsiteX3-721" fmla="*/ 2295 w 8145760"/>
                    <a:gd name="connsiteY3-722" fmla="*/ 1470941 h 2920259"/>
                    <a:gd name="connsiteX4-723" fmla="*/ 767 w 8145760"/>
                    <a:gd name="connsiteY4-724" fmla="*/ 0 h 2920259"/>
                    <a:gd name="connsiteX5-725" fmla="*/ 4068271 w 8145760"/>
                    <a:gd name="connsiteY5-726" fmla="*/ 1418897 h 2920259"/>
                    <a:gd name="connsiteX6-727" fmla="*/ 8123687 w 8145760"/>
                    <a:gd name="connsiteY6-728" fmla="*/ 53735 h 2920259"/>
                    <a:gd name="connsiteX0-729" fmla="*/ 8161918 w 8161918"/>
                    <a:gd name="connsiteY0-730" fmla="*/ 0 h 2943855"/>
                    <a:gd name="connsiteX1-731" fmla="*/ 8145760 w 8161918"/>
                    <a:gd name="connsiteY1-732" fmla="*/ 1603540 h 2943855"/>
                    <a:gd name="connsiteX2-733" fmla="*/ 4123353 w 8161918"/>
                    <a:gd name="connsiteY2-734" fmla="*/ 2943101 h 2943855"/>
                    <a:gd name="connsiteX3-735" fmla="*/ 2295 w 8161918"/>
                    <a:gd name="connsiteY3-736" fmla="*/ 1494537 h 2943855"/>
                    <a:gd name="connsiteX4-737" fmla="*/ 767 w 8161918"/>
                    <a:gd name="connsiteY4-738" fmla="*/ 23596 h 2943855"/>
                    <a:gd name="connsiteX5-739" fmla="*/ 4068271 w 8161918"/>
                    <a:gd name="connsiteY5-740" fmla="*/ 1442493 h 2943855"/>
                    <a:gd name="connsiteX6-741" fmla="*/ 8161918 w 8161918"/>
                    <a:gd name="connsiteY6-742" fmla="*/ 0 h 2943855"/>
                    <a:gd name="connsiteX0-743" fmla="*/ 8144926 w 8145760"/>
                    <a:gd name="connsiteY0-744" fmla="*/ 43424 h 2920259"/>
                    <a:gd name="connsiteX1-745" fmla="*/ 8145760 w 8145760"/>
                    <a:gd name="connsiteY1-746" fmla="*/ 1579944 h 2920259"/>
                    <a:gd name="connsiteX2-747" fmla="*/ 4123353 w 8145760"/>
                    <a:gd name="connsiteY2-748" fmla="*/ 2919505 h 2920259"/>
                    <a:gd name="connsiteX3-749" fmla="*/ 2295 w 8145760"/>
                    <a:gd name="connsiteY3-750" fmla="*/ 1470941 h 2920259"/>
                    <a:gd name="connsiteX4-751" fmla="*/ 767 w 8145760"/>
                    <a:gd name="connsiteY4-752" fmla="*/ 0 h 2920259"/>
                    <a:gd name="connsiteX5-753" fmla="*/ 4068271 w 8145760"/>
                    <a:gd name="connsiteY5-754" fmla="*/ 1418897 h 2920259"/>
                    <a:gd name="connsiteX6-755" fmla="*/ 8144926 w 8145760"/>
                    <a:gd name="connsiteY6-756" fmla="*/ 43424 h 2920259"/>
                    <a:gd name="connsiteX0-757" fmla="*/ 8161918 w 8161918"/>
                    <a:gd name="connsiteY0-758" fmla="*/ 0 h 2959321"/>
                    <a:gd name="connsiteX1-759" fmla="*/ 8145760 w 8161918"/>
                    <a:gd name="connsiteY1-760" fmla="*/ 1619006 h 2959321"/>
                    <a:gd name="connsiteX2-761" fmla="*/ 4123353 w 8161918"/>
                    <a:gd name="connsiteY2-762" fmla="*/ 2958567 h 2959321"/>
                    <a:gd name="connsiteX3-763" fmla="*/ 2295 w 8161918"/>
                    <a:gd name="connsiteY3-764" fmla="*/ 1510003 h 2959321"/>
                    <a:gd name="connsiteX4-765" fmla="*/ 767 w 8161918"/>
                    <a:gd name="connsiteY4-766" fmla="*/ 39062 h 2959321"/>
                    <a:gd name="connsiteX5-767" fmla="*/ 4068271 w 8161918"/>
                    <a:gd name="connsiteY5-768" fmla="*/ 1457959 h 2959321"/>
                    <a:gd name="connsiteX6-769" fmla="*/ 8161918 w 8161918"/>
                    <a:gd name="connsiteY6-770" fmla="*/ 0 h 2959321"/>
                    <a:gd name="connsiteX0-771" fmla="*/ 8161918 w 8162752"/>
                    <a:gd name="connsiteY0-772" fmla="*/ 0 h 2959488"/>
                    <a:gd name="connsiteX1-773" fmla="*/ 8162752 w 8162752"/>
                    <a:gd name="connsiteY1-774" fmla="*/ 1629317 h 2959488"/>
                    <a:gd name="connsiteX2-775" fmla="*/ 4123353 w 8162752"/>
                    <a:gd name="connsiteY2-776" fmla="*/ 2958567 h 2959488"/>
                    <a:gd name="connsiteX3-777" fmla="*/ 2295 w 8162752"/>
                    <a:gd name="connsiteY3-778" fmla="*/ 1510003 h 2959488"/>
                    <a:gd name="connsiteX4-779" fmla="*/ 767 w 8162752"/>
                    <a:gd name="connsiteY4-780" fmla="*/ 39062 h 2959488"/>
                    <a:gd name="connsiteX5-781" fmla="*/ 4068271 w 8162752"/>
                    <a:gd name="connsiteY5-782" fmla="*/ 1457959 h 2959488"/>
                    <a:gd name="connsiteX6-783" fmla="*/ 8161918 w 8162752"/>
                    <a:gd name="connsiteY6-784" fmla="*/ 0 h 2959488"/>
                    <a:gd name="connsiteX0-785" fmla="*/ 8165930 w 8166764"/>
                    <a:gd name="connsiteY0-786" fmla="*/ 7337 h 2966825"/>
                    <a:gd name="connsiteX1-787" fmla="*/ 8166764 w 8166764"/>
                    <a:gd name="connsiteY1-788" fmla="*/ 1636654 h 2966825"/>
                    <a:gd name="connsiteX2-789" fmla="*/ 4127365 w 8166764"/>
                    <a:gd name="connsiteY2-790" fmla="*/ 2965904 h 2966825"/>
                    <a:gd name="connsiteX3-791" fmla="*/ 6307 w 8166764"/>
                    <a:gd name="connsiteY3-792" fmla="*/ 1517340 h 2966825"/>
                    <a:gd name="connsiteX4-793" fmla="*/ 532 w 8166764"/>
                    <a:gd name="connsiteY4-794" fmla="*/ 0 h 2966825"/>
                    <a:gd name="connsiteX5-795" fmla="*/ 4072283 w 8166764"/>
                    <a:gd name="connsiteY5-796" fmla="*/ 1465296 h 2966825"/>
                    <a:gd name="connsiteX6-797" fmla="*/ 8165930 w 8166764"/>
                    <a:gd name="connsiteY6-798" fmla="*/ 7337 h 2966825"/>
                    <a:gd name="connsiteX0-799" fmla="*/ 8168119 w 8168953"/>
                    <a:gd name="connsiteY0-800" fmla="*/ 7337 h 2966682"/>
                    <a:gd name="connsiteX1-801" fmla="*/ 8168953 w 8168953"/>
                    <a:gd name="connsiteY1-802" fmla="*/ 1636654 h 2966682"/>
                    <a:gd name="connsiteX2-803" fmla="*/ 4129554 w 8168953"/>
                    <a:gd name="connsiteY2-804" fmla="*/ 2965904 h 2966682"/>
                    <a:gd name="connsiteX3-805" fmla="*/ 0 w 8168953"/>
                    <a:gd name="connsiteY3-806" fmla="*/ 1527651 h 2966682"/>
                    <a:gd name="connsiteX4-807" fmla="*/ 2721 w 8168953"/>
                    <a:gd name="connsiteY4-808" fmla="*/ 0 h 2966682"/>
                    <a:gd name="connsiteX5-809" fmla="*/ 4074472 w 8168953"/>
                    <a:gd name="connsiteY5-810" fmla="*/ 1465296 h 2966682"/>
                    <a:gd name="connsiteX6-811" fmla="*/ 8168119 w 8168953"/>
                    <a:gd name="connsiteY6-812" fmla="*/ 7337 h 2966682"/>
                    <a:gd name="connsiteX0-813" fmla="*/ 8168119 w 8168953"/>
                    <a:gd name="connsiteY0-814" fmla="*/ 7337 h 3100377"/>
                    <a:gd name="connsiteX1-815" fmla="*/ 8168953 w 8168953"/>
                    <a:gd name="connsiteY1-816" fmla="*/ 1636654 h 3100377"/>
                    <a:gd name="connsiteX2-817" fmla="*/ 4118520 w 8168953"/>
                    <a:gd name="connsiteY2-818" fmla="*/ 3099826 h 3100377"/>
                    <a:gd name="connsiteX3-819" fmla="*/ 0 w 8168953"/>
                    <a:gd name="connsiteY3-820" fmla="*/ 1527651 h 3100377"/>
                    <a:gd name="connsiteX4-821" fmla="*/ 2721 w 8168953"/>
                    <a:gd name="connsiteY4-822" fmla="*/ 0 h 3100377"/>
                    <a:gd name="connsiteX5-823" fmla="*/ 4074472 w 8168953"/>
                    <a:gd name="connsiteY5-824" fmla="*/ 1465296 h 3100377"/>
                    <a:gd name="connsiteX6-825" fmla="*/ 8168119 w 8168953"/>
                    <a:gd name="connsiteY6-826" fmla="*/ 7337 h 3100377"/>
                    <a:gd name="connsiteX0-827" fmla="*/ 8168119 w 8168953"/>
                    <a:gd name="connsiteY0-828" fmla="*/ 7337 h 3100429"/>
                    <a:gd name="connsiteX1-829" fmla="*/ 8168953 w 8168953"/>
                    <a:gd name="connsiteY1-830" fmla="*/ 1636654 h 3100429"/>
                    <a:gd name="connsiteX2-831" fmla="*/ 4118520 w 8168953"/>
                    <a:gd name="connsiteY2-832" fmla="*/ 3099826 h 3100429"/>
                    <a:gd name="connsiteX3-833" fmla="*/ 0 w 8168953"/>
                    <a:gd name="connsiteY3-834" fmla="*/ 1527651 h 3100429"/>
                    <a:gd name="connsiteX4-835" fmla="*/ 2721 w 8168953"/>
                    <a:gd name="connsiteY4-836" fmla="*/ 0 h 3100429"/>
                    <a:gd name="connsiteX5-837" fmla="*/ 4074472 w 8168953"/>
                    <a:gd name="connsiteY5-838" fmla="*/ 1465296 h 3100429"/>
                    <a:gd name="connsiteX6-839" fmla="*/ 8168119 w 8168953"/>
                    <a:gd name="connsiteY6-840" fmla="*/ 7337 h 3100429"/>
                    <a:gd name="connsiteX0-841" fmla="*/ 8165849 w 8166683"/>
                    <a:gd name="connsiteY0-842" fmla="*/ 7337 h 3099826"/>
                    <a:gd name="connsiteX1-843" fmla="*/ 8166683 w 8166683"/>
                    <a:gd name="connsiteY1-844" fmla="*/ 1636654 h 3099826"/>
                    <a:gd name="connsiteX2-845" fmla="*/ 4116250 w 8166683"/>
                    <a:gd name="connsiteY2-846" fmla="*/ 3099826 h 3099826"/>
                    <a:gd name="connsiteX3-847" fmla="*/ 8764 w 8166683"/>
                    <a:gd name="connsiteY3-848" fmla="*/ 1634789 h 3099826"/>
                    <a:gd name="connsiteX4-849" fmla="*/ 451 w 8166683"/>
                    <a:gd name="connsiteY4-850" fmla="*/ 0 h 3099826"/>
                    <a:gd name="connsiteX5-851" fmla="*/ 4072202 w 8166683"/>
                    <a:gd name="connsiteY5-852" fmla="*/ 1465296 h 3099826"/>
                    <a:gd name="connsiteX6-853" fmla="*/ 8165849 w 8166683"/>
                    <a:gd name="connsiteY6-854" fmla="*/ 7337 h 3099826"/>
                    <a:gd name="connsiteX0-855" fmla="*/ 8165849 w 8166683"/>
                    <a:gd name="connsiteY0-856" fmla="*/ 7337 h 3099826"/>
                    <a:gd name="connsiteX1-857" fmla="*/ 8166683 w 8166683"/>
                    <a:gd name="connsiteY1-858" fmla="*/ 1636654 h 3099826"/>
                    <a:gd name="connsiteX2-859" fmla="*/ 4116250 w 8166683"/>
                    <a:gd name="connsiteY2-860" fmla="*/ 3099826 h 3099826"/>
                    <a:gd name="connsiteX3-861" fmla="*/ 8764 w 8166683"/>
                    <a:gd name="connsiteY3-862" fmla="*/ 1634789 h 3099826"/>
                    <a:gd name="connsiteX4-863" fmla="*/ 451 w 8166683"/>
                    <a:gd name="connsiteY4-864" fmla="*/ 0 h 3099826"/>
                    <a:gd name="connsiteX5-865" fmla="*/ 4072202 w 8166683"/>
                    <a:gd name="connsiteY5-866" fmla="*/ 1465296 h 3099826"/>
                    <a:gd name="connsiteX6-867" fmla="*/ 8165849 w 8166683"/>
                    <a:gd name="connsiteY6-868" fmla="*/ 7337 h 3099826"/>
                    <a:gd name="connsiteX0-869" fmla="*/ 8165849 w 8166683"/>
                    <a:gd name="connsiteY0-870" fmla="*/ 7337 h 3099826"/>
                    <a:gd name="connsiteX1-871" fmla="*/ 8166683 w 8166683"/>
                    <a:gd name="connsiteY1-872" fmla="*/ 1636654 h 3099826"/>
                    <a:gd name="connsiteX2-873" fmla="*/ 4116250 w 8166683"/>
                    <a:gd name="connsiteY2-874" fmla="*/ 3099826 h 3099826"/>
                    <a:gd name="connsiteX3-875" fmla="*/ 8764 w 8166683"/>
                    <a:gd name="connsiteY3-876" fmla="*/ 1634789 h 3099826"/>
                    <a:gd name="connsiteX4-877" fmla="*/ 451 w 8166683"/>
                    <a:gd name="connsiteY4-878" fmla="*/ 0 h 3099826"/>
                    <a:gd name="connsiteX5-879" fmla="*/ 4061168 w 8166683"/>
                    <a:gd name="connsiteY5-880" fmla="*/ 1438511 h 3099826"/>
                    <a:gd name="connsiteX6-881" fmla="*/ 8165849 w 8166683"/>
                    <a:gd name="connsiteY6-882" fmla="*/ 7337 h 3099826"/>
                    <a:gd name="connsiteX0-883" fmla="*/ 8165849 w 8166683"/>
                    <a:gd name="connsiteY0-884" fmla="*/ 7337 h 3099826"/>
                    <a:gd name="connsiteX1-885" fmla="*/ 8166683 w 8166683"/>
                    <a:gd name="connsiteY1-886" fmla="*/ 1636654 h 3099826"/>
                    <a:gd name="connsiteX2-887" fmla="*/ 4116250 w 8166683"/>
                    <a:gd name="connsiteY2-888" fmla="*/ 3099826 h 3099826"/>
                    <a:gd name="connsiteX3-889" fmla="*/ 8764 w 8166683"/>
                    <a:gd name="connsiteY3-890" fmla="*/ 1634789 h 3099826"/>
                    <a:gd name="connsiteX4-891" fmla="*/ 451 w 8166683"/>
                    <a:gd name="connsiteY4-892" fmla="*/ 0 h 3099826"/>
                    <a:gd name="connsiteX5-893" fmla="*/ 4061168 w 8166683"/>
                    <a:gd name="connsiteY5-894" fmla="*/ 1438511 h 3099826"/>
                    <a:gd name="connsiteX6-895" fmla="*/ 8165849 w 8166683"/>
                    <a:gd name="connsiteY6-896" fmla="*/ 7337 h 309982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49" name="Oval 448"/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450" name="Group 449"/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51" name="Freeform 450"/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-1" fmla="*/ 3725333 w 4641485"/>
                      <a:gd name="connsiteY0-2" fmla="*/ 0 h 1049866"/>
                      <a:gd name="connsiteX1-3" fmla="*/ 4641485 w 4641485"/>
                      <a:gd name="connsiteY1-4" fmla="*/ 239402 h 1049866"/>
                      <a:gd name="connsiteX2-5" fmla="*/ 3962400 w 4641485"/>
                      <a:gd name="connsiteY2-6" fmla="*/ 541866 h 1049866"/>
                      <a:gd name="connsiteX3-7" fmla="*/ 3742267 w 4641485"/>
                      <a:gd name="connsiteY3-8" fmla="*/ 457200 h 1049866"/>
                      <a:gd name="connsiteX4-9" fmla="*/ 2269067 w 4641485"/>
                      <a:gd name="connsiteY4-10" fmla="*/ 1049866 h 1049866"/>
                      <a:gd name="connsiteX5-11" fmla="*/ 880533 w 4641485"/>
                      <a:gd name="connsiteY5-12" fmla="*/ 457200 h 1049866"/>
                      <a:gd name="connsiteX6-13" fmla="*/ 592667 w 4641485"/>
                      <a:gd name="connsiteY6-14" fmla="*/ 541866 h 1049866"/>
                      <a:gd name="connsiteX7-15" fmla="*/ 0 w 4641485"/>
                      <a:gd name="connsiteY7-16" fmla="*/ 254000 h 1049866"/>
                      <a:gd name="connsiteX8-17" fmla="*/ 880533 w 4641485"/>
                      <a:gd name="connsiteY8-18" fmla="*/ 16933 h 1049866"/>
                      <a:gd name="connsiteX9-19" fmla="*/ 2302933 w 4641485"/>
                      <a:gd name="connsiteY9-20" fmla="*/ 626533 h 1049866"/>
                      <a:gd name="connsiteX10-21" fmla="*/ 3725333 w 4641485"/>
                      <a:gd name="connsiteY10-22" fmla="*/ 0 h 1049866"/>
                      <a:gd name="connsiteX0-23" fmla="*/ 3756864 w 4673016"/>
                      <a:gd name="connsiteY0-24" fmla="*/ 0 h 1049866"/>
                      <a:gd name="connsiteX1-25" fmla="*/ 4673016 w 4673016"/>
                      <a:gd name="connsiteY1-26" fmla="*/ 239402 h 1049866"/>
                      <a:gd name="connsiteX2-27" fmla="*/ 3993931 w 4673016"/>
                      <a:gd name="connsiteY2-28" fmla="*/ 541866 h 1049866"/>
                      <a:gd name="connsiteX3-29" fmla="*/ 3773798 w 4673016"/>
                      <a:gd name="connsiteY3-30" fmla="*/ 457200 h 1049866"/>
                      <a:gd name="connsiteX4-31" fmla="*/ 2300598 w 4673016"/>
                      <a:gd name="connsiteY4-32" fmla="*/ 1049866 h 1049866"/>
                      <a:gd name="connsiteX5-33" fmla="*/ 912064 w 4673016"/>
                      <a:gd name="connsiteY5-34" fmla="*/ 457200 h 1049866"/>
                      <a:gd name="connsiteX6-35" fmla="*/ 624198 w 4673016"/>
                      <a:gd name="connsiteY6-36" fmla="*/ 541866 h 1049866"/>
                      <a:gd name="connsiteX7-37" fmla="*/ 0 w 4673016"/>
                      <a:gd name="connsiteY7-38" fmla="*/ 232979 h 1049866"/>
                      <a:gd name="connsiteX8-39" fmla="*/ 912064 w 4673016"/>
                      <a:gd name="connsiteY8-40" fmla="*/ 16933 h 1049866"/>
                      <a:gd name="connsiteX9-41" fmla="*/ 2334464 w 4673016"/>
                      <a:gd name="connsiteY9-42" fmla="*/ 626533 h 1049866"/>
                      <a:gd name="connsiteX10-43" fmla="*/ 3756864 w 4673016"/>
                      <a:gd name="connsiteY10-44" fmla="*/ 0 h 1049866"/>
                      <a:gd name="connsiteX0-45" fmla="*/ 3756864 w 4673016"/>
                      <a:gd name="connsiteY0-46" fmla="*/ 0 h 1049866"/>
                      <a:gd name="connsiteX1-47" fmla="*/ 4673016 w 4673016"/>
                      <a:gd name="connsiteY1-48" fmla="*/ 239402 h 1049866"/>
                      <a:gd name="connsiteX2-49" fmla="*/ 3993931 w 4673016"/>
                      <a:gd name="connsiteY2-50" fmla="*/ 541866 h 1049866"/>
                      <a:gd name="connsiteX3-51" fmla="*/ 3784308 w 4673016"/>
                      <a:gd name="connsiteY3-52" fmla="*/ 404648 h 1049866"/>
                      <a:gd name="connsiteX4-53" fmla="*/ 2300598 w 4673016"/>
                      <a:gd name="connsiteY4-54" fmla="*/ 1049866 h 1049866"/>
                      <a:gd name="connsiteX5-55" fmla="*/ 912064 w 4673016"/>
                      <a:gd name="connsiteY5-56" fmla="*/ 457200 h 1049866"/>
                      <a:gd name="connsiteX6-57" fmla="*/ 624198 w 4673016"/>
                      <a:gd name="connsiteY6-58" fmla="*/ 541866 h 1049866"/>
                      <a:gd name="connsiteX7-59" fmla="*/ 0 w 4673016"/>
                      <a:gd name="connsiteY7-60" fmla="*/ 232979 h 1049866"/>
                      <a:gd name="connsiteX8-61" fmla="*/ 912064 w 4673016"/>
                      <a:gd name="connsiteY8-62" fmla="*/ 16933 h 1049866"/>
                      <a:gd name="connsiteX9-63" fmla="*/ 2334464 w 4673016"/>
                      <a:gd name="connsiteY9-64" fmla="*/ 626533 h 1049866"/>
                      <a:gd name="connsiteX10-65" fmla="*/ 3756864 w 4673016"/>
                      <a:gd name="connsiteY10-66" fmla="*/ 0 h 1049866"/>
                      <a:gd name="connsiteX0-67" fmla="*/ 3756864 w 4673016"/>
                      <a:gd name="connsiteY0-68" fmla="*/ 0 h 1049866"/>
                      <a:gd name="connsiteX1-69" fmla="*/ 4673016 w 4673016"/>
                      <a:gd name="connsiteY1-70" fmla="*/ 239402 h 1049866"/>
                      <a:gd name="connsiteX2-71" fmla="*/ 3993931 w 4673016"/>
                      <a:gd name="connsiteY2-72" fmla="*/ 541866 h 1049866"/>
                      <a:gd name="connsiteX3-73" fmla="*/ 3794818 w 4673016"/>
                      <a:gd name="connsiteY3-74" fmla="*/ 436179 h 1049866"/>
                      <a:gd name="connsiteX4-75" fmla="*/ 2300598 w 4673016"/>
                      <a:gd name="connsiteY4-76" fmla="*/ 1049866 h 1049866"/>
                      <a:gd name="connsiteX5-77" fmla="*/ 912064 w 4673016"/>
                      <a:gd name="connsiteY5-78" fmla="*/ 457200 h 1049866"/>
                      <a:gd name="connsiteX6-79" fmla="*/ 624198 w 4673016"/>
                      <a:gd name="connsiteY6-80" fmla="*/ 541866 h 1049866"/>
                      <a:gd name="connsiteX7-81" fmla="*/ 0 w 4673016"/>
                      <a:gd name="connsiteY7-82" fmla="*/ 232979 h 1049866"/>
                      <a:gd name="connsiteX8-83" fmla="*/ 912064 w 4673016"/>
                      <a:gd name="connsiteY8-84" fmla="*/ 16933 h 1049866"/>
                      <a:gd name="connsiteX9-85" fmla="*/ 2334464 w 4673016"/>
                      <a:gd name="connsiteY9-86" fmla="*/ 626533 h 1049866"/>
                      <a:gd name="connsiteX10-87" fmla="*/ 3756864 w 4673016"/>
                      <a:gd name="connsiteY10-88" fmla="*/ 0 h 1049866"/>
                      <a:gd name="connsiteX0-89" fmla="*/ 3756864 w 4673016"/>
                      <a:gd name="connsiteY0-90" fmla="*/ 0 h 1049866"/>
                      <a:gd name="connsiteX1-91" fmla="*/ 4673016 w 4673016"/>
                      <a:gd name="connsiteY1-92" fmla="*/ 239402 h 1049866"/>
                      <a:gd name="connsiteX2-93" fmla="*/ 3993931 w 4673016"/>
                      <a:gd name="connsiteY2-94" fmla="*/ 541866 h 1049866"/>
                      <a:gd name="connsiteX3-95" fmla="*/ 3794818 w 4673016"/>
                      <a:gd name="connsiteY3-96" fmla="*/ 436179 h 1049866"/>
                      <a:gd name="connsiteX4-97" fmla="*/ 2300598 w 4673016"/>
                      <a:gd name="connsiteY4-98" fmla="*/ 1049866 h 1049866"/>
                      <a:gd name="connsiteX5-99" fmla="*/ 912064 w 4673016"/>
                      <a:gd name="connsiteY5-100" fmla="*/ 457200 h 1049866"/>
                      <a:gd name="connsiteX6-101" fmla="*/ 624198 w 4673016"/>
                      <a:gd name="connsiteY6-102" fmla="*/ 541866 h 1049866"/>
                      <a:gd name="connsiteX7-103" fmla="*/ 0 w 4673016"/>
                      <a:gd name="connsiteY7-104" fmla="*/ 232979 h 1049866"/>
                      <a:gd name="connsiteX8-105" fmla="*/ 912064 w 4673016"/>
                      <a:gd name="connsiteY8-106" fmla="*/ 16933 h 1049866"/>
                      <a:gd name="connsiteX9-107" fmla="*/ 2323954 w 4673016"/>
                      <a:gd name="connsiteY9-108" fmla="*/ 616023 h 1049866"/>
                      <a:gd name="connsiteX10-109" fmla="*/ 3756864 w 4673016"/>
                      <a:gd name="connsiteY10-110" fmla="*/ 0 h 1049866"/>
                      <a:gd name="connsiteX0-111" fmla="*/ 3756864 w 4673016"/>
                      <a:gd name="connsiteY0-112" fmla="*/ 0 h 1049866"/>
                      <a:gd name="connsiteX1-113" fmla="*/ 4673016 w 4673016"/>
                      <a:gd name="connsiteY1-114" fmla="*/ 239402 h 1049866"/>
                      <a:gd name="connsiteX2-115" fmla="*/ 3993931 w 4673016"/>
                      <a:gd name="connsiteY2-116" fmla="*/ 541866 h 1049866"/>
                      <a:gd name="connsiteX3-117" fmla="*/ 3794818 w 4673016"/>
                      <a:gd name="connsiteY3-118" fmla="*/ 436179 h 1049866"/>
                      <a:gd name="connsiteX4-119" fmla="*/ 2300598 w 4673016"/>
                      <a:gd name="connsiteY4-120" fmla="*/ 1049866 h 1049866"/>
                      <a:gd name="connsiteX5-121" fmla="*/ 912064 w 4673016"/>
                      <a:gd name="connsiteY5-122" fmla="*/ 457200 h 1049866"/>
                      <a:gd name="connsiteX6-123" fmla="*/ 624198 w 4673016"/>
                      <a:gd name="connsiteY6-124" fmla="*/ 541866 h 1049866"/>
                      <a:gd name="connsiteX7-125" fmla="*/ 0 w 4673016"/>
                      <a:gd name="connsiteY7-126" fmla="*/ 275021 h 1049866"/>
                      <a:gd name="connsiteX8-127" fmla="*/ 912064 w 4673016"/>
                      <a:gd name="connsiteY8-128" fmla="*/ 16933 h 1049866"/>
                      <a:gd name="connsiteX9-129" fmla="*/ 2323954 w 4673016"/>
                      <a:gd name="connsiteY9-130" fmla="*/ 616023 h 1049866"/>
                      <a:gd name="connsiteX10-131" fmla="*/ 3756864 w 4673016"/>
                      <a:gd name="connsiteY10-132" fmla="*/ 0 h 1049866"/>
                      <a:gd name="connsiteX0-133" fmla="*/ 3756864 w 4673016"/>
                      <a:gd name="connsiteY0-134" fmla="*/ 0 h 1049866"/>
                      <a:gd name="connsiteX1-135" fmla="*/ 4673016 w 4673016"/>
                      <a:gd name="connsiteY1-136" fmla="*/ 239402 h 1049866"/>
                      <a:gd name="connsiteX2-137" fmla="*/ 3993931 w 4673016"/>
                      <a:gd name="connsiteY2-138" fmla="*/ 541866 h 1049866"/>
                      <a:gd name="connsiteX3-139" fmla="*/ 3815839 w 4673016"/>
                      <a:gd name="connsiteY3-140" fmla="*/ 467710 h 1049866"/>
                      <a:gd name="connsiteX4-141" fmla="*/ 2300598 w 4673016"/>
                      <a:gd name="connsiteY4-142" fmla="*/ 1049866 h 1049866"/>
                      <a:gd name="connsiteX5-143" fmla="*/ 912064 w 4673016"/>
                      <a:gd name="connsiteY5-144" fmla="*/ 457200 h 1049866"/>
                      <a:gd name="connsiteX6-145" fmla="*/ 624198 w 4673016"/>
                      <a:gd name="connsiteY6-146" fmla="*/ 541866 h 1049866"/>
                      <a:gd name="connsiteX7-147" fmla="*/ 0 w 4673016"/>
                      <a:gd name="connsiteY7-148" fmla="*/ 275021 h 1049866"/>
                      <a:gd name="connsiteX8-149" fmla="*/ 912064 w 4673016"/>
                      <a:gd name="connsiteY8-150" fmla="*/ 16933 h 1049866"/>
                      <a:gd name="connsiteX9-151" fmla="*/ 2323954 w 4673016"/>
                      <a:gd name="connsiteY9-152" fmla="*/ 616023 h 1049866"/>
                      <a:gd name="connsiteX10-153" fmla="*/ 3756864 w 4673016"/>
                      <a:gd name="connsiteY10-154" fmla="*/ 0 h 104986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2" name="Freeform 451"/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3" name="Freeform 452"/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4" name="Freeform 453"/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-1" fmla="*/ 168165 w 3731172"/>
                      <a:gd name="connsiteY0-2" fmla="*/ 73572 h 1418896"/>
                      <a:gd name="connsiteX1-3" fmla="*/ 451945 w 3731172"/>
                      <a:gd name="connsiteY1-4" fmla="*/ 0 h 1418896"/>
                      <a:gd name="connsiteX2-5" fmla="*/ 1881352 w 3731172"/>
                      <a:gd name="connsiteY2-6" fmla="*/ 599089 h 1418896"/>
                      <a:gd name="connsiteX3-7" fmla="*/ 3363310 w 3731172"/>
                      <a:gd name="connsiteY3-8" fmla="*/ 0 h 1418896"/>
                      <a:gd name="connsiteX4-9" fmla="*/ 3584027 w 3731172"/>
                      <a:gd name="connsiteY4-10" fmla="*/ 73572 h 1418896"/>
                      <a:gd name="connsiteX5-11" fmla="*/ 2627586 w 3731172"/>
                      <a:gd name="connsiteY5-12" fmla="*/ 441434 h 1418896"/>
                      <a:gd name="connsiteX6-13" fmla="*/ 2596055 w 3731172"/>
                      <a:gd name="connsiteY6-14" fmla="*/ 914400 h 1418896"/>
                      <a:gd name="connsiteX7-15" fmla="*/ 3731172 w 3731172"/>
                      <a:gd name="connsiteY7-16" fmla="*/ 1345324 h 1418896"/>
                      <a:gd name="connsiteX8-17" fmla="*/ 3447393 w 3731172"/>
                      <a:gd name="connsiteY8-18" fmla="*/ 1408386 h 1418896"/>
                      <a:gd name="connsiteX9-19" fmla="*/ 1870841 w 3731172"/>
                      <a:gd name="connsiteY9-20" fmla="*/ 746234 h 1418896"/>
                      <a:gd name="connsiteX10-21" fmla="*/ 262758 w 3731172"/>
                      <a:gd name="connsiteY10-22" fmla="*/ 1418896 h 1418896"/>
                      <a:gd name="connsiteX11-23" fmla="*/ 0 w 3731172"/>
                      <a:gd name="connsiteY11-24" fmla="*/ 1324303 h 1418896"/>
                      <a:gd name="connsiteX12-25" fmla="*/ 1145627 w 3731172"/>
                      <a:gd name="connsiteY12-26" fmla="*/ 882869 h 1418896"/>
                      <a:gd name="connsiteX13-27" fmla="*/ 1114096 w 3731172"/>
                      <a:gd name="connsiteY13-28" fmla="*/ 409903 h 1418896"/>
                      <a:gd name="connsiteX14-29" fmla="*/ 441434 w 3731172"/>
                      <a:gd name="connsiteY14-30" fmla="*/ 10510 h 1418896"/>
                      <a:gd name="connsiteX15-31" fmla="*/ 441434 w 3731172"/>
                      <a:gd name="connsiteY15-32" fmla="*/ 10510 h 1418896"/>
                      <a:gd name="connsiteX0-33" fmla="*/ 168165 w 3731172"/>
                      <a:gd name="connsiteY0-34" fmla="*/ 73572 h 1418896"/>
                      <a:gd name="connsiteX1-35" fmla="*/ 451945 w 3731172"/>
                      <a:gd name="connsiteY1-36" fmla="*/ 0 h 1418896"/>
                      <a:gd name="connsiteX2-37" fmla="*/ 1881352 w 3731172"/>
                      <a:gd name="connsiteY2-38" fmla="*/ 599089 h 1418896"/>
                      <a:gd name="connsiteX3-39" fmla="*/ 3363310 w 3731172"/>
                      <a:gd name="connsiteY3-40" fmla="*/ 0 h 1418896"/>
                      <a:gd name="connsiteX4-41" fmla="*/ 3584027 w 3731172"/>
                      <a:gd name="connsiteY4-42" fmla="*/ 73572 h 1418896"/>
                      <a:gd name="connsiteX5-43" fmla="*/ 2627586 w 3731172"/>
                      <a:gd name="connsiteY5-44" fmla="*/ 441434 h 1418896"/>
                      <a:gd name="connsiteX6-45" fmla="*/ 2596055 w 3731172"/>
                      <a:gd name="connsiteY6-46" fmla="*/ 914400 h 1418896"/>
                      <a:gd name="connsiteX7-47" fmla="*/ 3731172 w 3731172"/>
                      <a:gd name="connsiteY7-48" fmla="*/ 1345324 h 1418896"/>
                      <a:gd name="connsiteX8-49" fmla="*/ 3447393 w 3731172"/>
                      <a:gd name="connsiteY8-50" fmla="*/ 1408386 h 1418896"/>
                      <a:gd name="connsiteX9-51" fmla="*/ 1870841 w 3731172"/>
                      <a:gd name="connsiteY9-52" fmla="*/ 746234 h 1418896"/>
                      <a:gd name="connsiteX10-53" fmla="*/ 262758 w 3731172"/>
                      <a:gd name="connsiteY10-54" fmla="*/ 1418896 h 1418896"/>
                      <a:gd name="connsiteX11-55" fmla="*/ 0 w 3731172"/>
                      <a:gd name="connsiteY11-56" fmla="*/ 1324303 h 1418896"/>
                      <a:gd name="connsiteX12-57" fmla="*/ 1145627 w 3731172"/>
                      <a:gd name="connsiteY12-58" fmla="*/ 882869 h 1418896"/>
                      <a:gd name="connsiteX13-59" fmla="*/ 1114096 w 3731172"/>
                      <a:gd name="connsiteY13-60" fmla="*/ 409903 h 1418896"/>
                      <a:gd name="connsiteX14-61" fmla="*/ 441434 w 3731172"/>
                      <a:gd name="connsiteY14-62" fmla="*/ 10510 h 1418896"/>
                      <a:gd name="connsiteX0-63" fmla="*/ 168165 w 3731172"/>
                      <a:gd name="connsiteY0-64" fmla="*/ 73572 h 1418896"/>
                      <a:gd name="connsiteX1-65" fmla="*/ 451945 w 3731172"/>
                      <a:gd name="connsiteY1-66" fmla="*/ 0 h 1418896"/>
                      <a:gd name="connsiteX2-67" fmla="*/ 1881352 w 3731172"/>
                      <a:gd name="connsiteY2-68" fmla="*/ 599089 h 1418896"/>
                      <a:gd name="connsiteX3-69" fmla="*/ 3363310 w 3731172"/>
                      <a:gd name="connsiteY3-70" fmla="*/ 0 h 1418896"/>
                      <a:gd name="connsiteX4-71" fmla="*/ 3584027 w 3731172"/>
                      <a:gd name="connsiteY4-72" fmla="*/ 73572 h 1418896"/>
                      <a:gd name="connsiteX5-73" fmla="*/ 2627586 w 3731172"/>
                      <a:gd name="connsiteY5-74" fmla="*/ 441434 h 1418896"/>
                      <a:gd name="connsiteX6-75" fmla="*/ 2596055 w 3731172"/>
                      <a:gd name="connsiteY6-76" fmla="*/ 914400 h 1418896"/>
                      <a:gd name="connsiteX7-77" fmla="*/ 3731172 w 3731172"/>
                      <a:gd name="connsiteY7-78" fmla="*/ 1345324 h 1418896"/>
                      <a:gd name="connsiteX8-79" fmla="*/ 3447393 w 3731172"/>
                      <a:gd name="connsiteY8-80" fmla="*/ 1408386 h 1418896"/>
                      <a:gd name="connsiteX9-81" fmla="*/ 1870841 w 3731172"/>
                      <a:gd name="connsiteY9-82" fmla="*/ 746234 h 1418896"/>
                      <a:gd name="connsiteX10-83" fmla="*/ 262758 w 3731172"/>
                      <a:gd name="connsiteY10-84" fmla="*/ 1418896 h 1418896"/>
                      <a:gd name="connsiteX11-85" fmla="*/ 0 w 3731172"/>
                      <a:gd name="connsiteY11-86" fmla="*/ 1324303 h 1418896"/>
                      <a:gd name="connsiteX12-87" fmla="*/ 1145627 w 3731172"/>
                      <a:gd name="connsiteY12-88" fmla="*/ 882869 h 1418896"/>
                      <a:gd name="connsiteX13-89" fmla="*/ 1114096 w 3731172"/>
                      <a:gd name="connsiteY13-90" fmla="*/ 409903 h 1418896"/>
                      <a:gd name="connsiteX14-91" fmla="*/ 357351 w 3731172"/>
                      <a:gd name="connsiteY14-92" fmla="*/ 115613 h 1418896"/>
                      <a:gd name="connsiteX0-93" fmla="*/ 168165 w 3731172"/>
                      <a:gd name="connsiteY0-94" fmla="*/ 73572 h 1418896"/>
                      <a:gd name="connsiteX1-95" fmla="*/ 451945 w 3731172"/>
                      <a:gd name="connsiteY1-96" fmla="*/ 0 h 1418896"/>
                      <a:gd name="connsiteX2-97" fmla="*/ 1881352 w 3731172"/>
                      <a:gd name="connsiteY2-98" fmla="*/ 599089 h 1418896"/>
                      <a:gd name="connsiteX3-99" fmla="*/ 3363310 w 3731172"/>
                      <a:gd name="connsiteY3-100" fmla="*/ 0 h 1418896"/>
                      <a:gd name="connsiteX4-101" fmla="*/ 3584027 w 3731172"/>
                      <a:gd name="connsiteY4-102" fmla="*/ 73572 h 1418896"/>
                      <a:gd name="connsiteX5-103" fmla="*/ 2627586 w 3731172"/>
                      <a:gd name="connsiteY5-104" fmla="*/ 441434 h 1418896"/>
                      <a:gd name="connsiteX6-105" fmla="*/ 2596055 w 3731172"/>
                      <a:gd name="connsiteY6-106" fmla="*/ 914400 h 1418896"/>
                      <a:gd name="connsiteX7-107" fmla="*/ 3731172 w 3731172"/>
                      <a:gd name="connsiteY7-108" fmla="*/ 1345324 h 1418896"/>
                      <a:gd name="connsiteX8-109" fmla="*/ 3447393 w 3731172"/>
                      <a:gd name="connsiteY8-110" fmla="*/ 1408386 h 1418896"/>
                      <a:gd name="connsiteX9-111" fmla="*/ 1870841 w 3731172"/>
                      <a:gd name="connsiteY9-112" fmla="*/ 746234 h 1418896"/>
                      <a:gd name="connsiteX10-113" fmla="*/ 262758 w 3731172"/>
                      <a:gd name="connsiteY10-114" fmla="*/ 1418896 h 1418896"/>
                      <a:gd name="connsiteX11-115" fmla="*/ 0 w 3731172"/>
                      <a:gd name="connsiteY11-116" fmla="*/ 1324303 h 1418896"/>
                      <a:gd name="connsiteX12-117" fmla="*/ 1145627 w 3731172"/>
                      <a:gd name="connsiteY12-118" fmla="*/ 882869 h 1418896"/>
                      <a:gd name="connsiteX13-119" fmla="*/ 1114096 w 3731172"/>
                      <a:gd name="connsiteY13-120" fmla="*/ 409903 h 1418896"/>
                      <a:gd name="connsiteX14-121" fmla="*/ 147144 w 3731172"/>
                      <a:gd name="connsiteY14-122" fmla="*/ 63061 h 1418896"/>
                      <a:gd name="connsiteX0-123" fmla="*/ 168165 w 3731172"/>
                      <a:gd name="connsiteY0-124" fmla="*/ 73572 h 1418896"/>
                      <a:gd name="connsiteX1-125" fmla="*/ 451945 w 3731172"/>
                      <a:gd name="connsiteY1-126" fmla="*/ 0 h 1418896"/>
                      <a:gd name="connsiteX2-127" fmla="*/ 1881352 w 3731172"/>
                      <a:gd name="connsiteY2-128" fmla="*/ 599089 h 1418896"/>
                      <a:gd name="connsiteX3-129" fmla="*/ 3363310 w 3731172"/>
                      <a:gd name="connsiteY3-130" fmla="*/ 0 h 1418896"/>
                      <a:gd name="connsiteX4-131" fmla="*/ 3584027 w 3731172"/>
                      <a:gd name="connsiteY4-132" fmla="*/ 73572 h 1418896"/>
                      <a:gd name="connsiteX5-133" fmla="*/ 2627586 w 3731172"/>
                      <a:gd name="connsiteY5-134" fmla="*/ 441434 h 1418896"/>
                      <a:gd name="connsiteX6-135" fmla="*/ 2596055 w 3731172"/>
                      <a:gd name="connsiteY6-136" fmla="*/ 914400 h 1418896"/>
                      <a:gd name="connsiteX7-137" fmla="*/ 3731172 w 3731172"/>
                      <a:gd name="connsiteY7-138" fmla="*/ 1345324 h 1418896"/>
                      <a:gd name="connsiteX8-139" fmla="*/ 3447393 w 3731172"/>
                      <a:gd name="connsiteY8-140" fmla="*/ 1408386 h 1418896"/>
                      <a:gd name="connsiteX9-141" fmla="*/ 1870841 w 3731172"/>
                      <a:gd name="connsiteY9-142" fmla="*/ 746234 h 1418896"/>
                      <a:gd name="connsiteX10-143" fmla="*/ 262758 w 3731172"/>
                      <a:gd name="connsiteY10-144" fmla="*/ 1418896 h 1418896"/>
                      <a:gd name="connsiteX11-145" fmla="*/ 0 w 3731172"/>
                      <a:gd name="connsiteY11-146" fmla="*/ 1324303 h 1418896"/>
                      <a:gd name="connsiteX12-147" fmla="*/ 1145627 w 3731172"/>
                      <a:gd name="connsiteY12-148" fmla="*/ 882869 h 1418896"/>
                      <a:gd name="connsiteX13-149" fmla="*/ 1114096 w 3731172"/>
                      <a:gd name="connsiteY13-150" fmla="*/ 420413 h 1418896"/>
                      <a:gd name="connsiteX14-151" fmla="*/ 147144 w 3731172"/>
                      <a:gd name="connsiteY14-152" fmla="*/ 63061 h 1418896"/>
                      <a:gd name="connsiteX0-153" fmla="*/ 168165 w 3731172"/>
                      <a:gd name="connsiteY0-154" fmla="*/ 73572 h 1418896"/>
                      <a:gd name="connsiteX1-155" fmla="*/ 451945 w 3731172"/>
                      <a:gd name="connsiteY1-156" fmla="*/ 0 h 1418896"/>
                      <a:gd name="connsiteX2-157" fmla="*/ 1881352 w 3731172"/>
                      <a:gd name="connsiteY2-158" fmla="*/ 599089 h 1418896"/>
                      <a:gd name="connsiteX3-159" fmla="*/ 3363310 w 3731172"/>
                      <a:gd name="connsiteY3-160" fmla="*/ 0 h 1418896"/>
                      <a:gd name="connsiteX4-161" fmla="*/ 3584027 w 3731172"/>
                      <a:gd name="connsiteY4-162" fmla="*/ 73572 h 1418896"/>
                      <a:gd name="connsiteX5-163" fmla="*/ 2627586 w 3731172"/>
                      <a:gd name="connsiteY5-164" fmla="*/ 441434 h 1418896"/>
                      <a:gd name="connsiteX6-165" fmla="*/ 2596055 w 3731172"/>
                      <a:gd name="connsiteY6-166" fmla="*/ 914400 h 1418896"/>
                      <a:gd name="connsiteX7-167" fmla="*/ 3731172 w 3731172"/>
                      <a:gd name="connsiteY7-168" fmla="*/ 1345324 h 1418896"/>
                      <a:gd name="connsiteX8-169" fmla="*/ 3447393 w 3731172"/>
                      <a:gd name="connsiteY8-170" fmla="*/ 1408386 h 1418896"/>
                      <a:gd name="connsiteX9-171" fmla="*/ 1870841 w 3731172"/>
                      <a:gd name="connsiteY9-172" fmla="*/ 746234 h 1418896"/>
                      <a:gd name="connsiteX10-173" fmla="*/ 262758 w 3731172"/>
                      <a:gd name="connsiteY10-174" fmla="*/ 1418896 h 1418896"/>
                      <a:gd name="connsiteX11-175" fmla="*/ 0 w 3731172"/>
                      <a:gd name="connsiteY11-176" fmla="*/ 1324303 h 1418896"/>
                      <a:gd name="connsiteX12-177" fmla="*/ 1145627 w 3731172"/>
                      <a:gd name="connsiteY12-178" fmla="*/ 882869 h 1418896"/>
                      <a:gd name="connsiteX13-179" fmla="*/ 1114096 w 3731172"/>
                      <a:gd name="connsiteY13-180" fmla="*/ 420413 h 1418896"/>
                      <a:gd name="connsiteX14-181" fmla="*/ 189185 w 3731172"/>
                      <a:gd name="connsiteY14-182" fmla="*/ 84081 h 1418896"/>
                      <a:gd name="connsiteX0-183" fmla="*/ 168165 w 3731172"/>
                      <a:gd name="connsiteY0-184" fmla="*/ 73572 h 1418896"/>
                      <a:gd name="connsiteX1-185" fmla="*/ 451945 w 3731172"/>
                      <a:gd name="connsiteY1-186" fmla="*/ 0 h 1418896"/>
                      <a:gd name="connsiteX2-187" fmla="*/ 1881352 w 3731172"/>
                      <a:gd name="connsiteY2-188" fmla="*/ 599089 h 1418896"/>
                      <a:gd name="connsiteX3-189" fmla="*/ 3363310 w 3731172"/>
                      <a:gd name="connsiteY3-190" fmla="*/ 0 h 1418896"/>
                      <a:gd name="connsiteX4-191" fmla="*/ 3584027 w 3731172"/>
                      <a:gd name="connsiteY4-192" fmla="*/ 73572 h 1418896"/>
                      <a:gd name="connsiteX5-193" fmla="*/ 2627586 w 3731172"/>
                      <a:gd name="connsiteY5-194" fmla="*/ 441434 h 1418896"/>
                      <a:gd name="connsiteX6-195" fmla="*/ 2596055 w 3731172"/>
                      <a:gd name="connsiteY6-196" fmla="*/ 914400 h 1418896"/>
                      <a:gd name="connsiteX7-197" fmla="*/ 3731172 w 3731172"/>
                      <a:gd name="connsiteY7-198" fmla="*/ 1345324 h 1418896"/>
                      <a:gd name="connsiteX8-199" fmla="*/ 3447393 w 3731172"/>
                      <a:gd name="connsiteY8-200" fmla="*/ 1408386 h 1418896"/>
                      <a:gd name="connsiteX9-201" fmla="*/ 1870841 w 3731172"/>
                      <a:gd name="connsiteY9-202" fmla="*/ 746234 h 1418896"/>
                      <a:gd name="connsiteX10-203" fmla="*/ 262758 w 3731172"/>
                      <a:gd name="connsiteY10-204" fmla="*/ 1418896 h 1418896"/>
                      <a:gd name="connsiteX11-205" fmla="*/ 0 w 3731172"/>
                      <a:gd name="connsiteY11-206" fmla="*/ 1324303 h 1418896"/>
                      <a:gd name="connsiteX12-207" fmla="*/ 1145627 w 3731172"/>
                      <a:gd name="connsiteY12-208" fmla="*/ 882869 h 1418896"/>
                      <a:gd name="connsiteX13-209" fmla="*/ 1114096 w 3731172"/>
                      <a:gd name="connsiteY13-210" fmla="*/ 420413 h 1418896"/>
                      <a:gd name="connsiteX14-211" fmla="*/ 189185 w 3731172"/>
                      <a:gd name="connsiteY14-212" fmla="*/ 84081 h 1418896"/>
                      <a:gd name="connsiteX15-213" fmla="*/ 168165 w 3731172"/>
                      <a:gd name="connsiteY15-214" fmla="*/ 73572 h 1418896"/>
                      <a:gd name="connsiteX0-215" fmla="*/ 168165 w 3731172"/>
                      <a:gd name="connsiteY0-216" fmla="*/ 73572 h 1418896"/>
                      <a:gd name="connsiteX1-217" fmla="*/ 451945 w 3731172"/>
                      <a:gd name="connsiteY1-218" fmla="*/ 0 h 1418896"/>
                      <a:gd name="connsiteX2-219" fmla="*/ 1881352 w 3731172"/>
                      <a:gd name="connsiteY2-220" fmla="*/ 599089 h 1418896"/>
                      <a:gd name="connsiteX3-221" fmla="*/ 3363310 w 3731172"/>
                      <a:gd name="connsiteY3-222" fmla="*/ 0 h 1418896"/>
                      <a:gd name="connsiteX4-223" fmla="*/ 3584027 w 3731172"/>
                      <a:gd name="connsiteY4-224" fmla="*/ 73572 h 1418896"/>
                      <a:gd name="connsiteX5-225" fmla="*/ 2627586 w 3731172"/>
                      <a:gd name="connsiteY5-226" fmla="*/ 441434 h 1418896"/>
                      <a:gd name="connsiteX6-227" fmla="*/ 2596055 w 3731172"/>
                      <a:gd name="connsiteY6-228" fmla="*/ 914400 h 1418896"/>
                      <a:gd name="connsiteX7-229" fmla="*/ 3731172 w 3731172"/>
                      <a:gd name="connsiteY7-230" fmla="*/ 1345324 h 1418896"/>
                      <a:gd name="connsiteX8-231" fmla="*/ 3447393 w 3731172"/>
                      <a:gd name="connsiteY8-232" fmla="*/ 1408386 h 1418896"/>
                      <a:gd name="connsiteX9-233" fmla="*/ 1870841 w 3731172"/>
                      <a:gd name="connsiteY9-234" fmla="*/ 746234 h 1418896"/>
                      <a:gd name="connsiteX10-235" fmla="*/ 262758 w 3731172"/>
                      <a:gd name="connsiteY10-236" fmla="*/ 1418896 h 1418896"/>
                      <a:gd name="connsiteX11-237" fmla="*/ 0 w 3731172"/>
                      <a:gd name="connsiteY11-238" fmla="*/ 1324303 h 1418896"/>
                      <a:gd name="connsiteX12-239" fmla="*/ 1145627 w 3731172"/>
                      <a:gd name="connsiteY12-240" fmla="*/ 882869 h 1418896"/>
                      <a:gd name="connsiteX13-241" fmla="*/ 1156137 w 3731172"/>
                      <a:gd name="connsiteY13-242" fmla="*/ 441434 h 1418896"/>
                      <a:gd name="connsiteX14-243" fmla="*/ 189185 w 3731172"/>
                      <a:gd name="connsiteY14-244" fmla="*/ 84081 h 1418896"/>
                      <a:gd name="connsiteX15-245" fmla="*/ 168165 w 3731172"/>
                      <a:gd name="connsiteY15-246" fmla="*/ 73572 h 1418896"/>
                      <a:gd name="connsiteX0-247" fmla="*/ 168165 w 3731172"/>
                      <a:gd name="connsiteY0-248" fmla="*/ 73572 h 1418896"/>
                      <a:gd name="connsiteX1-249" fmla="*/ 451945 w 3731172"/>
                      <a:gd name="connsiteY1-250" fmla="*/ 0 h 1418896"/>
                      <a:gd name="connsiteX2-251" fmla="*/ 1881352 w 3731172"/>
                      <a:gd name="connsiteY2-252" fmla="*/ 599089 h 1418896"/>
                      <a:gd name="connsiteX3-253" fmla="*/ 3363310 w 3731172"/>
                      <a:gd name="connsiteY3-254" fmla="*/ 0 h 1418896"/>
                      <a:gd name="connsiteX4-255" fmla="*/ 3584027 w 3731172"/>
                      <a:gd name="connsiteY4-256" fmla="*/ 73572 h 1418896"/>
                      <a:gd name="connsiteX5-257" fmla="*/ 2627586 w 3731172"/>
                      <a:gd name="connsiteY5-258" fmla="*/ 441434 h 1418896"/>
                      <a:gd name="connsiteX6-259" fmla="*/ 2596055 w 3731172"/>
                      <a:gd name="connsiteY6-260" fmla="*/ 914400 h 1418896"/>
                      <a:gd name="connsiteX7-261" fmla="*/ 3731172 w 3731172"/>
                      <a:gd name="connsiteY7-262" fmla="*/ 1345324 h 1418896"/>
                      <a:gd name="connsiteX8-263" fmla="*/ 3447393 w 3731172"/>
                      <a:gd name="connsiteY8-264" fmla="*/ 1408386 h 1418896"/>
                      <a:gd name="connsiteX9-265" fmla="*/ 1870841 w 3731172"/>
                      <a:gd name="connsiteY9-266" fmla="*/ 746234 h 1418896"/>
                      <a:gd name="connsiteX10-267" fmla="*/ 262758 w 3731172"/>
                      <a:gd name="connsiteY10-268" fmla="*/ 1418896 h 1418896"/>
                      <a:gd name="connsiteX11-269" fmla="*/ 0 w 3731172"/>
                      <a:gd name="connsiteY11-270" fmla="*/ 1324303 h 1418896"/>
                      <a:gd name="connsiteX12-271" fmla="*/ 1145627 w 3731172"/>
                      <a:gd name="connsiteY12-272" fmla="*/ 882869 h 1418896"/>
                      <a:gd name="connsiteX13-273" fmla="*/ 1145626 w 3731172"/>
                      <a:gd name="connsiteY13-274" fmla="*/ 451945 h 1418896"/>
                      <a:gd name="connsiteX14-275" fmla="*/ 189185 w 3731172"/>
                      <a:gd name="connsiteY14-276" fmla="*/ 84081 h 1418896"/>
                      <a:gd name="connsiteX15-277" fmla="*/ 168165 w 3731172"/>
                      <a:gd name="connsiteY15-278" fmla="*/ 73572 h 1418896"/>
                      <a:gd name="connsiteX0-279" fmla="*/ 168165 w 3731172"/>
                      <a:gd name="connsiteY0-280" fmla="*/ 73572 h 1418896"/>
                      <a:gd name="connsiteX1-281" fmla="*/ 451945 w 3731172"/>
                      <a:gd name="connsiteY1-282" fmla="*/ 0 h 1418896"/>
                      <a:gd name="connsiteX2-283" fmla="*/ 1881352 w 3731172"/>
                      <a:gd name="connsiteY2-284" fmla="*/ 599089 h 1418896"/>
                      <a:gd name="connsiteX3-285" fmla="*/ 3363310 w 3731172"/>
                      <a:gd name="connsiteY3-286" fmla="*/ 0 h 1418896"/>
                      <a:gd name="connsiteX4-287" fmla="*/ 3584027 w 3731172"/>
                      <a:gd name="connsiteY4-288" fmla="*/ 73572 h 1418896"/>
                      <a:gd name="connsiteX5-289" fmla="*/ 2627586 w 3731172"/>
                      <a:gd name="connsiteY5-290" fmla="*/ 441434 h 1418896"/>
                      <a:gd name="connsiteX6-291" fmla="*/ 2596055 w 3731172"/>
                      <a:gd name="connsiteY6-292" fmla="*/ 914400 h 1418896"/>
                      <a:gd name="connsiteX7-293" fmla="*/ 3731172 w 3731172"/>
                      <a:gd name="connsiteY7-294" fmla="*/ 1345324 h 1418896"/>
                      <a:gd name="connsiteX8-295" fmla="*/ 3447393 w 3731172"/>
                      <a:gd name="connsiteY8-296" fmla="*/ 1408386 h 1418896"/>
                      <a:gd name="connsiteX9-297" fmla="*/ 1870841 w 3731172"/>
                      <a:gd name="connsiteY9-298" fmla="*/ 746234 h 1418896"/>
                      <a:gd name="connsiteX10-299" fmla="*/ 262758 w 3731172"/>
                      <a:gd name="connsiteY10-300" fmla="*/ 1418896 h 1418896"/>
                      <a:gd name="connsiteX11-301" fmla="*/ 0 w 3731172"/>
                      <a:gd name="connsiteY11-302" fmla="*/ 1324303 h 1418896"/>
                      <a:gd name="connsiteX12-303" fmla="*/ 1145627 w 3731172"/>
                      <a:gd name="connsiteY12-304" fmla="*/ 903890 h 1418896"/>
                      <a:gd name="connsiteX13-305" fmla="*/ 1145626 w 3731172"/>
                      <a:gd name="connsiteY13-306" fmla="*/ 451945 h 1418896"/>
                      <a:gd name="connsiteX14-307" fmla="*/ 189185 w 3731172"/>
                      <a:gd name="connsiteY14-308" fmla="*/ 84081 h 1418896"/>
                      <a:gd name="connsiteX15-309" fmla="*/ 168165 w 3731172"/>
                      <a:gd name="connsiteY15-310" fmla="*/ 73572 h 1418896"/>
                      <a:gd name="connsiteX0-311" fmla="*/ 147144 w 3710151"/>
                      <a:gd name="connsiteY0-312" fmla="*/ 73572 h 1418896"/>
                      <a:gd name="connsiteX1-313" fmla="*/ 430924 w 3710151"/>
                      <a:gd name="connsiteY1-314" fmla="*/ 0 h 1418896"/>
                      <a:gd name="connsiteX2-315" fmla="*/ 1860331 w 3710151"/>
                      <a:gd name="connsiteY2-316" fmla="*/ 599089 h 1418896"/>
                      <a:gd name="connsiteX3-317" fmla="*/ 3342289 w 3710151"/>
                      <a:gd name="connsiteY3-318" fmla="*/ 0 h 1418896"/>
                      <a:gd name="connsiteX4-319" fmla="*/ 3563006 w 3710151"/>
                      <a:gd name="connsiteY4-320" fmla="*/ 73572 h 1418896"/>
                      <a:gd name="connsiteX5-321" fmla="*/ 2606565 w 3710151"/>
                      <a:gd name="connsiteY5-322" fmla="*/ 441434 h 1418896"/>
                      <a:gd name="connsiteX6-323" fmla="*/ 2575034 w 3710151"/>
                      <a:gd name="connsiteY6-324" fmla="*/ 914400 h 1418896"/>
                      <a:gd name="connsiteX7-325" fmla="*/ 3710151 w 3710151"/>
                      <a:gd name="connsiteY7-326" fmla="*/ 1345324 h 1418896"/>
                      <a:gd name="connsiteX8-327" fmla="*/ 3426372 w 3710151"/>
                      <a:gd name="connsiteY8-328" fmla="*/ 1408386 h 1418896"/>
                      <a:gd name="connsiteX9-329" fmla="*/ 1849820 w 3710151"/>
                      <a:gd name="connsiteY9-330" fmla="*/ 746234 h 1418896"/>
                      <a:gd name="connsiteX10-331" fmla="*/ 241737 w 3710151"/>
                      <a:gd name="connsiteY10-332" fmla="*/ 1418896 h 1418896"/>
                      <a:gd name="connsiteX11-333" fmla="*/ 0 w 3710151"/>
                      <a:gd name="connsiteY11-334" fmla="*/ 1334814 h 1418896"/>
                      <a:gd name="connsiteX12-335" fmla="*/ 1124606 w 3710151"/>
                      <a:gd name="connsiteY12-336" fmla="*/ 903890 h 1418896"/>
                      <a:gd name="connsiteX13-337" fmla="*/ 1124605 w 3710151"/>
                      <a:gd name="connsiteY13-338" fmla="*/ 451945 h 1418896"/>
                      <a:gd name="connsiteX14-339" fmla="*/ 168164 w 3710151"/>
                      <a:gd name="connsiteY14-340" fmla="*/ 84081 h 1418896"/>
                      <a:gd name="connsiteX15-341" fmla="*/ 147144 w 3710151"/>
                      <a:gd name="connsiteY15-342" fmla="*/ 73572 h 1418896"/>
                      <a:gd name="connsiteX0-343" fmla="*/ 147144 w 3710151"/>
                      <a:gd name="connsiteY0-344" fmla="*/ 73572 h 1418896"/>
                      <a:gd name="connsiteX1-345" fmla="*/ 430924 w 3710151"/>
                      <a:gd name="connsiteY1-346" fmla="*/ 0 h 1418896"/>
                      <a:gd name="connsiteX2-347" fmla="*/ 1860331 w 3710151"/>
                      <a:gd name="connsiteY2-348" fmla="*/ 599089 h 1418896"/>
                      <a:gd name="connsiteX3-349" fmla="*/ 3342289 w 3710151"/>
                      <a:gd name="connsiteY3-350" fmla="*/ 0 h 1418896"/>
                      <a:gd name="connsiteX4-351" fmla="*/ 3563006 w 3710151"/>
                      <a:gd name="connsiteY4-352" fmla="*/ 73572 h 1418896"/>
                      <a:gd name="connsiteX5-353" fmla="*/ 2606565 w 3710151"/>
                      <a:gd name="connsiteY5-354" fmla="*/ 441434 h 1418896"/>
                      <a:gd name="connsiteX6-355" fmla="*/ 2606565 w 3710151"/>
                      <a:gd name="connsiteY6-356" fmla="*/ 924910 h 1418896"/>
                      <a:gd name="connsiteX7-357" fmla="*/ 3710151 w 3710151"/>
                      <a:gd name="connsiteY7-358" fmla="*/ 1345324 h 1418896"/>
                      <a:gd name="connsiteX8-359" fmla="*/ 3426372 w 3710151"/>
                      <a:gd name="connsiteY8-360" fmla="*/ 1408386 h 1418896"/>
                      <a:gd name="connsiteX9-361" fmla="*/ 1849820 w 3710151"/>
                      <a:gd name="connsiteY9-362" fmla="*/ 746234 h 1418896"/>
                      <a:gd name="connsiteX10-363" fmla="*/ 241737 w 3710151"/>
                      <a:gd name="connsiteY10-364" fmla="*/ 1418896 h 1418896"/>
                      <a:gd name="connsiteX11-365" fmla="*/ 0 w 3710151"/>
                      <a:gd name="connsiteY11-366" fmla="*/ 1334814 h 1418896"/>
                      <a:gd name="connsiteX12-367" fmla="*/ 1124606 w 3710151"/>
                      <a:gd name="connsiteY12-368" fmla="*/ 903890 h 1418896"/>
                      <a:gd name="connsiteX13-369" fmla="*/ 1124605 w 3710151"/>
                      <a:gd name="connsiteY13-370" fmla="*/ 451945 h 1418896"/>
                      <a:gd name="connsiteX14-371" fmla="*/ 168164 w 3710151"/>
                      <a:gd name="connsiteY14-372" fmla="*/ 84081 h 1418896"/>
                      <a:gd name="connsiteX15-373" fmla="*/ 147144 w 3710151"/>
                      <a:gd name="connsiteY15-374" fmla="*/ 73572 h 1418896"/>
                      <a:gd name="connsiteX0-375" fmla="*/ 147144 w 3710151"/>
                      <a:gd name="connsiteY0-376" fmla="*/ 73572 h 1418896"/>
                      <a:gd name="connsiteX1-377" fmla="*/ 430924 w 3710151"/>
                      <a:gd name="connsiteY1-378" fmla="*/ 0 h 1418896"/>
                      <a:gd name="connsiteX2-379" fmla="*/ 1860331 w 3710151"/>
                      <a:gd name="connsiteY2-380" fmla="*/ 599089 h 1418896"/>
                      <a:gd name="connsiteX3-381" fmla="*/ 3342289 w 3710151"/>
                      <a:gd name="connsiteY3-382" fmla="*/ 0 h 1418896"/>
                      <a:gd name="connsiteX4-383" fmla="*/ 3563006 w 3710151"/>
                      <a:gd name="connsiteY4-384" fmla="*/ 73572 h 1418896"/>
                      <a:gd name="connsiteX5-385" fmla="*/ 2606565 w 3710151"/>
                      <a:gd name="connsiteY5-386" fmla="*/ 441434 h 1418896"/>
                      <a:gd name="connsiteX6-387" fmla="*/ 2610282 w 3710151"/>
                      <a:gd name="connsiteY6-388" fmla="*/ 902607 h 1418896"/>
                      <a:gd name="connsiteX7-389" fmla="*/ 3710151 w 3710151"/>
                      <a:gd name="connsiteY7-390" fmla="*/ 1345324 h 1418896"/>
                      <a:gd name="connsiteX8-391" fmla="*/ 3426372 w 3710151"/>
                      <a:gd name="connsiteY8-392" fmla="*/ 1408386 h 1418896"/>
                      <a:gd name="connsiteX9-393" fmla="*/ 1849820 w 3710151"/>
                      <a:gd name="connsiteY9-394" fmla="*/ 746234 h 1418896"/>
                      <a:gd name="connsiteX10-395" fmla="*/ 241737 w 3710151"/>
                      <a:gd name="connsiteY10-396" fmla="*/ 1418896 h 1418896"/>
                      <a:gd name="connsiteX11-397" fmla="*/ 0 w 3710151"/>
                      <a:gd name="connsiteY11-398" fmla="*/ 1334814 h 1418896"/>
                      <a:gd name="connsiteX12-399" fmla="*/ 1124606 w 3710151"/>
                      <a:gd name="connsiteY12-400" fmla="*/ 903890 h 1418896"/>
                      <a:gd name="connsiteX13-401" fmla="*/ 1124605 w 3710151"/>
                      <a:gd name="connsiteY13-402" fmla="*/ 451945 h 1418896"/>
                      <a:gd name="connsiteX14-403" fmla="*/ 168164 w 3710151"/>
                      <a:gd name="connsiteY14-404" fmla="*/ 84081 h 1418896"/>
                      <a:gd name="connsiteX15-405" fmla="*/ 147144 w 3710151"/>
                      <a:gd name="connsiteY15-406" fmla="*/ 73572 h 1418896"/>
                      <a:gd name="connsiteX0-407" fmla="*/ 147144 w 3710151"/>
                      <a:gd name="connsiteY0-408" fmla="*/ 73572 h 1418896"/>
                      <a:gd name="connsiteX1-409" fmla="*/ 430924 w 3710151"/>
                      <a:gd name="connsiteY1-410" fmla="*/ 0 h 1418896"/>
                      <a:gd name="connsiteX2-411" fmla="*/ 1860331 w 3710151"/>
                      <a:gd name="connsiteY2-412" fmla="*/ 599089 h 1418896"/>
                      <a:gd name="connsiteX3-413" fmla="*/ 3342289 w 3710151"/>
                      <a:gd name="connsiteY3-414" fmla="*/ 0 h 1418896"/>
                      <a:gd name="connsiteX4-415" fmla="*/ 3563006 w 3710151"/>
                      <a:gd name="connsiteY4-416" fmla="*/ 73572 h 1418896"/>
                      <a:gd name="connsiteX5-417" fmla="*/ 2617717 w 3710151"/>
                      <a:gd name="connsiteY5-418" fmla="*/ 445151 h 1418896"/>
                      <a:gd name="connsiteX6-419" fmla="*/ 2610282 w 3710151"/>
                      <a:gd name="connsiteY6-420" fmla="*/ 902607 h 1418896"/>
                      <a:gd name="connsiteX7-421" fmla="*/ 3710151 w 3710151"/>
                      <a:gd name="connsiteY7-422" fmla="*/ 1345324 h 1418896"/>
                      <a:gd name="connsiteX8-423" fmla="*/ 3426372 w 3710151"/>
                      <a:gd name="connsiteY8-424" fmla="*/ 1408386 h 1418896"/>
                      <a:gd name="connsiteX9-425" fmla="*/ 1849820 w 3710151"/>
                      <a:gd name="connsiteY9-426" fmla="*/ 746234 h 1418896"/>
                      <a:gd name="connsiteX10-427" fmla="*/ 241737 w 3710151"/>
                      <a:gd name="connsiteY10-428" fmla="*/ 1418896 h 1418896"/>
                      <a:gd name="connsiteX11-429" fmla="*/ 0 w 3710151"/>
                      <a:gd name="connsiteY11-430" fmla="*/ 1334814 h 1418896"/>
                      <a:gd name="connsiteX12-431" fmla="*/ 1124606 w 3710151"/>
                      <a:gd name="connsiteY12-432" fmla="*/ 903890 h 1418896"/>
                      <a:gd name="connsiteX13-433" fmla="*/ 1124605 w 3710151"/>
                      <a:gd name="connsiteY13-434" fmla="*/ 451945 h 1418896"/>
                      <a:gd name="connsiteX14-435" fmla="*/ 168164 w 3710151"/>
                      <a:gd name="connsiteY14-436" fmla="*/ 84081 h 1418896"/>
                      <a:gd name="connsiteX15-437" fmla="*/ 147144 w 3710151"/>
                      <a:gd name="connsiteY15-438" fmla="*/ 73572 h 1418896"/>
                      <a:gd name="connsiteX0-439" fmla="*/ 147144 w 3710151"/>
                      <a:gd name="connsiteY0-440" fmla="*/ 73572 h 1418896"/>
                      <a:gd name="connsiteX1-441" fmla="*/ 430924 w 3710151"/>
                      <a:gd name="connsiteY1-442" fmla="*/ 0 h 1418896"/>
                      <a:gd name="connsiteX2-443" fmla="*/ 1860331 w 3710151"/>
                      <a:gd name="connsiteY2-444" fmla="*/ 599089 h 1418896"/>
                      <a:gd name="connsiteX3-445" fmla="*/ 3342289 w 3710151"/>
                      <a:gd name="connsiteY3-446" fmla="*/ 0 h 1418896"/>
                      <a:gd name="connsiteX4-447" fmla="*/ 3563006 w 3710151"/>
                      <a:gd name="connsiteY4-448" fmla="*/ 73572 h 1418896"/>
                      <a:gd name="connsiteX5-449" fmla="*/ 2617717 w 3710151"/>
                      <a:gd name="connsiteY5-450" fmla="*/ 448868 h 1418896"/>
                      <a:gd name="connsiteX6-451" fmla="*/ 2610282 w 3710151"/>
                      <a:gd name="connsiteY6-452" fmla="*/ 902607 h 1418896"/>
                      <a:gd name="connsiteX7-453" fmla="*/ 3710151 w 3710151"/>
                      <a:gd name="connsiteY7-454" fmla="*/ 1345324 h 1418896"/>
                      <a:gd name="connsiteX8-455" fmla="*/ 3426372 w 3710151"/>
                      <a:gd name="connsiteY8-456" fmla="*/ 1408386 h 1418896"/>
                      <a:gd name="connsiteX9-457" fmla="*/ 1849820 w 3710151"/>
                      <a:gd name="connsiteY9-458" fmla="*/ 746234 h 1418896"/>
                      <a:gd name="connsiteX10-459" fmla="*/ 241737 w 3710151"/>
                      <a:gd name="connsiteY10-460" fmla="*/ 1418896 h 1418896"/>
                      <a:gd name="connsiteX11-461" fmla="*/ 0 w 3710151"/>
                      <a:gd name="connsiteY11-462" fmla="*/ 1334814 h 1418896"/>
                      <a:gd name="connsiteX12-463" fmla="*/ 1124606 w 3710151"/>
                      <a:gd name="connsiteY12-464" fmla="*/ 903890 h 1418896"/>
                      <a:gd name="connsiteX13-465" fmla="*/ 1124605 w 3710151"/>
                      <a:gd name="connsiteY13-466" fmla="*/ 451945 h 1418896"/>
                      <a:gd name="connsiteX14-467" fmla="*/ 168164 w 3710151"/>
                      <a:gd name="connsiteY14-468" fmla="*/ 84081 h 1418896"/>
                      <a:gd name="connsiteX15-469" fmla="*/ 147144 w 3710151"/>
                      <a:gd name="connsiteY15-470" fmla="*/ 73572 h 1418896"/>
                      <a:gd name="connsiteX0-471" fmla="*/ 147144 w 3710151"/>
                      <a:gd name="connsiteY0-472" fmla="*/ 73572 h 1418896"/>
                      <a:gd name="connsiteX1-473" fmla="*/ 430924 w 3710151"/>
                      <a:gd name="connsiteY1-474" fmla="*/ 0 h 1418896"/>
                      <a:gd name="connsiteX2-475" fmla="*/ 1838028 w 3710151"/>
                      <a:gd name="connsiteY2-476" fmla="*/ 591655 h 1418896"/>
                      <a:gd name="connsiteX3-477" fmla="*/ 3342289 w 3710151"/>
                      <a:gd name="connsiteY3-478" fmla="*/ 0 h 1418896"/>
                      <a:gd name="connsiteX4-479" fmla="*/ 3563006 w 3710151"/>
                      <a:gd name="connsiteY4-480" fmla="*/ 73572 h 1418896"/>
                      <a:gd name="connsiteX5-481" fmla="*/ 2617717 w 3710151"/>
                      <a:gd name="connsiteY5-482" fmla="*/ 448868 h 1418896"/>
                      <a:gd name="connsiteX6-483" fmla="*/ 2610282 w 3710151"/>
                      <a:gd name="connsiteY6-484" fmla="*/ 902607 h 1418896"/>
                      <a:gd name="connsiteX7-485" fmla="*/ 3710151 w 3710151"/>
                      <a:gd name="connsiteY7-486" fmla="*/ 1345324 h 1418896"/>
                      <a:gd name="connsiteX8-487" fmla="*/ 3426372 w 3710151"/>
                      <a:gd name="connsiteY8-488" fmla="*/ 1408386 h 1418896"/>
                      <a:gd name="connsiteX9-489" fmla="*/ 1849820 w 3710151"/>
                      <a:gd name="connsiteY9-490" fmla="*/ 746234 h 1418896"/>
                      <a:gd name="connsiteX10-491" fmla="*/ 241737 w 3710151"/>
                      <a:gd name="connsiteY10-492" fmla="*/ 1418896 h 1418896"/>
                      <a:gd name="connsiteX11-493" fmla="*/ 0 w 3710151"/>
                      <a:gd name="connsiteY11-494" fmla="*/ 1334814 h 1418896"/>
                      <a:gd name="connsiteX12-495" fmla="*/ 1124606 w 3710151"/>
                      <a:gd name="connsiteY12-496" fmla="*/ 903890 h 1418896"/>
                      <a:gd name="connsiteX13-497" fmla="*/ 1124605 w 3710151"/>
                      <a:gd name="connsiteY13-498" fmla="*/ 451945 h 1418896"/>
                      <a:gd name="connsiteX14-499" fmla="*/ 168164 w 3710151"/>
                      <a:gd name="connsiteY14-500" fmla="*/ 84081 h 1418896"/>
                      <a:gd name="connsiteX15-501" fmla="*/ 147144 w 3710151"/>
                      <a:gd name="connsiteY15-502" fmla="*/ 73572 h 1418896"/>
                      <a:gd name="connsiteX0-503" fmla="*/ 147144 w 3710151"/>
                      <a:gd name="connsiteY0-504" fmla="*/ 73572 h 1418896"/>
                      <a:gd name="connsiteX1-505" fmla="*/ 430924 w 3710151"/>
                      <a:gd name="connsiteY1-506" fmla="*/ 0 h 1418896"/>
                      <a:gd name="connsiteX2-507" fmla="*/ 1838028 w 3710151"/>
                      <a:gd name="connsiteY2-508" fmla="*/ 591655 h 1418896"/>
                      <a:gd name="connsiteX3-509" fmla="*/ 3342289 w 3710151"/>
                      <a:gd name="connsiteY3-510" fmla="*/ 0 h 1418896"/>
                      <a:gd name="connsiteX4-511" fmla="*/ 3563006 w 3710151"/>
                      <a:gd name="connsiteY4-512" fmla="*/ 73572 h 1418896"/>
                      <a:gd name="connsiteX5-513" fmla="*/ 2617717 w 3710151"/>
                      <a:gd name="connsiteY5-514" fmla="*/ 448868 h 1418896"/>
                      <a:gd name="connsiteX6-515" fmla="*/ 2610282 w 3710151"/>
                      <a:gd name="connsiteY6-516" fmla="*/ 902607 h 1418896"/>
                      <a:gd name="connsiteX7-517" fmla="*/ 3710151 w 3710151"/>
                      <a:gd name="connsiteY7-518" fmla="*/ 1345324 h 1418896"/>
                      <a:gd name="connsiteX8-519" fmla="*/ 3426372 w 3710151"/>
                      <a:gd name="connsiteY8-520" fmla="*/ 1408386 h 1418896"/>
                      <a:gd name="connsiteX9-521" fmla="*/ 1849820 w 3710151"/>
                      <a:gd name="connsiteY9-522" fmla="*/ 746234 h 1418896"/>
                      <a:gd name="connsiteX10-523" fmla="*/ 241737 w 3710151"/>
                      <a:gd name="connsiteY10-524" fmla="*/ 1418896 h 1418896"/>
                      <a:gd name="connsiteX11-525" fmla="*/ 0 w 3710151"/>
                      <a:gd name="connsiteY11-526" fmla="*/ 1334814 h 1418896"/>
                      <a:gd name="connsiteX12-527" fmla="*/ 1124606 w 3710151"/>
                      <a:gd name="connsiteY12-528" fmla="*/ 903890 h 1418896"/>
                      <a:gd name="connsiteX13-529" fmla="*/ 1087434 w 3710151"/>
                      <a:gd name="connsiteY13-530" fmla="*/ 451945 h 1418896"/>
                      <a:gd name="connsiteX14-531" fmla="*/ 168164 w 3710151"/>
                      <a:gd name="connsiteY14-532" fmla="*/ 84081 h 1418896"/>
                      <a:gd name="connsiteX15-533" fmla="*/ 147144 w 3710151"/>
                      <a:gd name="connsiteY15-534" fmla="*/ 73572 h 1418896"/>
                      <a:gd name="connsiteX0-535" fmla="*/ 147144 w 3710151"/>
                      <a:gd name="connsiteY0-536" fmla="*/ 73572 h 1418896"/>
                      <a:gd name="connsiteX1-537" fmla="*/ 430924 w 3710151"/>
                      <a:gd name="connsiteY1-538" fmla="*/ 0 h 1418896"/>
                      <a:gd name="connsiteX2-539" fmla="*/ 1838028 w 3710151"/>
                      <a:gd name="connsiteY2-540" fmla="*/ 591655 h 1418896"/>
                      <a:gd name="connsiteX3-541" fmla="*/ 3342289 w 3710151"/>
                      <a:gd name="connsiteY3-542" fmla="*/ 0 h 1418896"/>
                      <a:gd name="connsiteX4-543" fmla="*/ 3563006 w 3710151"/>
                      <a:gd name="connsiteY4-544" fmla="*/ 73572 h 1418896"/>
                      <a:gd name="connsiteX5-545" fmla="*/ 2617717 w 3710151"/>
                      <a:gd name="connsiteY5-546" fmla="*/ 448868 h 1418896"/>
                      <a:gd name="connsiteX6-547" fmla="*/ 2610282 w 3710151"/>
                      <a:gd name="connsiteY6-548" fmla="*/ 902607 h 1418896"/>
                      <a:gd name="connsiteX7-549" fmla="*/ 3710151 w 3710151"/>
                      <a:gd name="connsiteY7-550" fmla="*/ 1345324 h 1418896"/>
                      <a:gd name="connsiteX8-551" fmla="*/ 3426372 w 3710151"/>
                      <a:gd name="connsiteY8-552" fmla="*/ 1408386 h 1418896"/>
                      <a:gd name="connsiteX9-553" fmla="*/ 1849820 w 3710151"/>
                      <a:gd name="connsiteY9-554" fmla="*/ 746234 h 1418896"/>
                      <a:gd name="connsiteX10-555" fmla="*/ 241737 w 3710151"/>
                      <a:gd name="connsiteY10-556" fmla="*/ 1418896 h 1418896"/>
                      <a:gd name="connsiteX11-557" fmla="*/ 0 w 3710151"/>
                      <a:gd name="connsiteY11-558" fmla="*/ 1334814 h 1418896"/>
                      <a:gd name="connsiteX12-559" fmla="*/ 1098586 w 3710151"/>
                      <a:gd name="connsiteY12-560" fmla="*/ 903890 h 1418896"/>
                      <a:gd name="connsiteX13-561" fmla="*/ 1087434 w 3710151"/>
                      <a:gd name="connsiteY13-562" fmla="*/ 451945 h 1418896"/>
                      <a:gd name="connsiteX14-563" fmla="*/ 168164 w 3710151"/>
                      <a:gd name="connsiteY14-564" fmla="*/ 84081 h 1418896"/>
                      <a:gd name="connsiteX15-565" fmla="*/ 147144 w 3710151"/>
                      <a:gd name="connsiteY15-566" fmla="*/ 73572 h 1418896"/>
                      <a:gd name="connsiteX0-567" fmla="*/ 162012 w 3725019"/>
                      <a:gd name="connsiteY0-568" fmla="*/ 73572 h 1418896"/>
                      <a:gd name="connsiteX1-569" fmla="*/ 445792 w 3725019"/>
                      <a:gd name="connsiteY1-570" fmla="*/ 0 h 1418896"/>
                      <a:gd name="connsiteX2-571" fmla="*/ 1852896 w 3725019"/>
                      <a:gd name="connsiteY2-572" fmla="*/ 591655 h 1418896"/>
                      <a:gd name="connsiteX3-573" fmla="*/ 3357157 w 3725019"/>
                      <a:gd name="connsiteY3-574" fmla="*/ 0 h 1418896"/>
                      <a:gd name="connsiteX4-575" fmla="*/ 3577874 w 3725019"/>
                      <a:gd name="connsiteY4-576" fmla="*/ 73572 h 1418896"/>
                      <a:gd name="connsiteX5-577" fmla="*/ 2632585 w 3725019"/>
                      <a:gd name="connsiteY5-578" fmla="*/ 448868 h 1418896"/>
                      <a:gd name="connsiteX6-579" fmla="*/ 2625150 w 3725019"/>
                      <a:gd name="connsiteY6-580" fmla="*/ 902607 h 1418896"/>
                      <a:gd name="connsiteX7-581" fmla="*/ 3725019 w 3725019"/>
                      <a:gd name="connsiteY7-582" fmla="*/ 1345324 h 1418896"/>
                      <a:gd name="connsiteX8-583" fmla="*/ 3441240 w 3725019"/>
                      <a:gd name="connsiteY8-584" fmla="*/ 1408386 h 1418896"/>
                      <a:gd name="connsiteX9-585" fmla="*/ 1864688 w 3725019"/>
                      <a:gd name="connsiteY9-586" fmla="*/ 746234 h 1418896"/>
                      <a:gd name="connsiteX10-587" fmla="*/ 256605 w 3725019"/>
                      <a:gd name="connsiteY10-588" fmla="*/ 1418896 h 1418896"/>
                      <a:gd name="connsiteX11-589" fmla="*/ 0 w 3725019"/>
                      <a:gd name="connsiteY11-590" fmla="*/ 1331097 h 1418896"/>
                      <a:gd name="connsiteX12-591" fmla="*/ 1113454 w 3725019"/>
                      <a:gd name="connsiteY12-592" fmla="*/ 903890 h 1418896"/>
                      <a:gd name="connsiteX13-593" fmla="*/ 1102302 w 3725019"/>
                      <a:gd name="connsiteY13-594" fmla="*/ 451945 h 1418896"/>
                      <a:gd name="connsiteX14-595" fmla="*/ 183032 w 3725019"/>
                      <a:gd name="connsiteY14-596" fmla="*/ 84081 h 1418896"/>
                      <a:gd name="connsiteX15-597" fmla="*/ 162012 w 3725019"/>
                      <a:gd name="connsiteY15-598" fmla="*/ 73572 h 141889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  <a:cxn ang="0">
                        <a:pos x="connsiteX11-23" y="connsiteY11-24"/>
                      </a:cxn>
                      <a:cxn ang="0">
                        <a:pos x="connsiteX12-25" y="connsiteY12-26"/>
                      </a:cxn>
                      <a:cxn ang="0">
                        <a:pos x="connsiteX13-27" y="connsiteY13-28"/>
                      </a:cxn>
                      <a:cxn ang="0">
                        <a:pos x="connsiteX14-29" y="connsiteY14-30"/>
                      </a:cxn>
                      <a:cxn ang="0">
                        <a:pos x="connsiteX15-31" y="connsiteY15-32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</p:grpSp>
      </p:grpSp>
      <p:grpSp>
        <p:nvGrpSpPr>
          <p:cNvPr id="7" name="Group 6"/>
          <p:cNvGrpSpPr/>
          <p:nvPr/>
        </p:nvGrpSpPr>
        <p:grpSpPr>
          <a:xfrm>
            <a:off x="8694912" y="1702617"/>
            <a:ext cx="2658888" cy="2831440"/>
            <a:chOff x="17449127" y="2067553"/>
            <a:chExt cx="2658888" cy="2831440"/>
          </a:xfrm>
        </p:grpSpPr>
        <p:sp>
          <p:nvSpPr>
            <p:cNvPr id="640" name="Oval 639"/>
            <p:cNvSpPr/>
            <p:nvPr/>
          </p:nvSpPr>
          <p:spPr>
            <a:xfrm>
              <a:off x="18054808" y="2067553"/>
              <a:ext cx="2053207" cy="1399514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1" name="Oval 610"/>
            <p:cNvSpPr/>
            <p:nvPr/>
          </p:nvSpPr>
          <p:spPr>
            <a:xfrm>
              <a:off x="17449127" y="3391110"/>
              <a:ext cx="2173774" cy="1507883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5" name="Freeform 4"/>
          <p:cNvSpPr/>
          <p:nvPr/>
        </p:nvSpPr>
        <p:spPr>
          <a:xfrm>
            <a:off x="7157545" y="1523999"/>
            <a:ext cx="4550979" cy="4897821"/>
          </a:xfrm>
          <a:custGeom>
            <a:avLst/>
            <a:gdLst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713187 w 4656083"/>
              <a:gd name="connsiteY6" fmla="*/ 3100551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-1" fmla="*/ 0 w 4656083"/>
              <a:gd name="connsiteY0-2" fmla="*/ 0 h 4939862"/>
              <a:gd name="connsiteX1-3" fmla="*/ 0 w 4656083"/>
              <a:gd name="connsiteY1-4" fmla="*/ 0 h 4939862"/>
              <a:gd name="connsiteX2-5" fmla="*/ 94593 w 4656083"/>
              <a:gd name="connsiteY2-6" fmla="*/ 10510 h 4939862"/>
              <a:gd name="connsiteX3-7" fmla="*/ 2375338 w 4656083"/>
              <a:gd name="connsiteY3-8" fmla="*/ 42041 h 4939862"/>
              <a:gd name="connsiteX4-9" fmla="*/ 2375338 w 4656083"/>
              <a:gd name="connsiteY4-10" fmla="*/ 1418896 h 4939862"/>
              <a:gd name="connsiteX5-11" fmla="*/ 1660635 w 4656083"/>
              <a:gd name="connsiteY5-12" fmla="*/ 1923393 h 4939862"/>
              <a:gd name="connsiteX6-13" fmla="*/ 1660635 w 4656083"/>
              <a:gd name="connsiteY6-14" fmla="*/ 2459420 h 4939862"/>
              <a:gd name="connsiteX7-15" fmla="*/ 3079531 w 4656083"/>
              <a:gd name="connsiteY7-16" fmla="*/ 3037489 h 4939862"/>
              <a:gd name="connsiteX8-17" fmla="*/ 3552497 w 4656083"/>
              <a:gd name="connsiteY8-18" fmla="*/ 2858813 h 4939862"/>
              <a:gd name="connsiteX9-19" fmla="*/ 3762704 w 4656083"/>
              <a:gd name="connsiteY9-20" fmla="*/ 2585544 h 4939862"/>
              <a:gd name="connsiteX10-21" fmla="*/ 3825766 w 4656083"/>
              <a:gd name="connsiteY10-22" fmla="*/ 2259724 h 4939862"/>
              <a:gd name="connsiteX11-23" fmla="*/ 3783725 w 4656083"/>
              <a:gd name="connsiteY11-24" fmla="*/ 2060027 h 4939862"/>
              <a:gd name="connsiteX12-25" fmla="*/ 3689131 w 4656083"/>
              <a:gd name="connsiteY12-26" fmla="*/ 1881351 h 4939862"/>
              <a:gd name="connsiteX13-27" fmla="*/ 3447393 w 4656083"/>
              <a:gd name="connsiteY13-28" fmla="*/ 1723696 h 4939862"/>
              <a:gd name="connsiteX14-29" fmla="*/ 4498428 w 4656083"/>
              <a:gd name="connsiteY14-30" fmla="*/ 1587062 h 4939862"/>
              <a:gd name="connsiteX15-31" fmla="*/ 4656083 w 4656083"/>
              <a:gd name="connsiteY15-32" fmla="*/ 2921875 h 4939862"/>
              <a:gd name="connsiteX16-33" fmla="*/ 4508938 w 4656083"/>
              <a:gd name="connsiteY16-34" fmla="*/ 4561489 h 4939862"/>
              <a:gd name="connsiteX17-35" fmla="*/ 3499945 w 4656083"/>
              <a:gd name="connsiteY17-36" fmla="*/ 4939862 h 4939862"/>
              <a:gd name="connsiteX18-37" fmla="*/ 105104 w 4656083"/>
              <a:gd name="connsiteY18-38" fmla="*/ 4897820 h 4939862"/>
              <a:gd name="connsiteX19-39" fmla="*/ 0 w 4656083"/>
              <a:gd name="connsiteY19-40" fmla="*/ 0 h 4939862"/>
              <a:gd name="connsiteX0-41" fmla="*/ 0 w 4656083"/>
              <a:gd name="connsiteY0-42" fmla="*/ 0 h 4939862"/>
              <a:gd name="connsiteX1-43" fmla="*/ 0 w 4656083"/>
              <a:gd name="connsiteY1-44" fmla="*/ 0 h 4939862"/>
              <a:gd name="connsiteX2-45" fmla="*/ 94593 w 4656083"/>
              <a:gd name="connsiteY2-46" fmla="*/ 10510 h 4939862"/>
              <a:gd name="connsiteX3-47" fmla="*/ 2375338 w 4656083"/>
              <a:gd name="connsiteY3-48" fmla="*/ 42041 h 4939862"/>
              <a:gd name="connsiteX4-49" fmla="*/ 2375338 w 4656083"/>
              <a:gd name="connsiteY4-50" fmla="*/ 1418896 h 4939862"/>
              <a:gd name="connsiteX5-51" fmla="*/ 1660635 w 4656083"/>
              <a:gd name="connsiteY5-52" fmla="*/ 1923393 h 4939862"/>
              <a:gd name="connsiteX6-53" fmla="*/ 1660635 w 4656083"/>
              <a:gd name="connsiteY6-54" fmla="*/ 2459420 h 4939862"/>
              <a:gd name="connsiteX7-55" fmla="*/ 3079531 w 4656083"/>
              <a:gd name="connsiteY7-56" fmla="*/ 3037489 h 4939862"/>
              <a:gd name="connsiteX8-57" fmla="*/ 3552497 w 4656083"/>
              <a:gd name="connsiteY8-58" fmla="*/ 2858813 h 4939862"/>
              <a:gd name="connsiteX9-59" fmla="*/ 3762704 w 4656083"/>
              <a:gd name="connsiteY9-60" fmla="*/ 2585544 h 4939862"/>
              <a:gd name="connsiteX10-61" fmla="*/ 3825766 w 4656083"/>
              <a:gd name="connsiteY10-62" fmla="*/ 2259724 h 4939862"/>
              <a:gd name="connsiteX11-63" fmla="*/ 3783725 w 4656083"/>
              <a:gd name="connsiteY11-64" fmla="*/ 2060027 h 4939862"/>
              <a:gd name="connsiteX12-65" fmla="*/ 3689131 w 4656083"/>
              <a:gd name="connsiteY12-66" fmla="*/ 1881351 h 4939862"/>
              <a:gd name="connsiteX13-67" fmla="*/ 3447393 w 4656083"/>
              <a:gd name="connsiteY13-68" fmla="*/ 1723696 h 4939862"/>
              <a:gd name="connsiteX14-69" fmla="*/ 4498428 w 4656083"/>
              <a:gd name="connsiteY14-70" fmla="*/ 1587062 h 4939862"/>
              <a:gd name="connsiteX15-71" fmla="*/ 4656083 w 4656083"/>
              <a:gd name="connsiteY15-72" fmla="*/ 2921875 h 4939862"/>
              <a:gd name="connsiteX16-73" fmla="*/ 4508938 w 4656083"/>
              <a:gd name="connsiteY16-74" fmla="*/ 4561489 h 4939862"/>
              <a:gd name="connsiteX17-75" fmla="*/ 3499945 w 4656083"/>
              <a:gd name="connsiteY17-76" fmla="*/ 4939862 h 4939862"/>
              <a:gd name="connsiteX18-77" fmla="*/ 105104 w 4656083"/>
              <a:gd name="connsiteY18-78" fmla="*/ 4897820 h 4939862"/>
              <a:gd name="connsiteX19-79" fmla="*/ 0 w 4656083"/>
              <a:gd name="connsiteY19-80" fmla="*/ 0 h 4939862"/>
              <a:gd name="connsiteX0-81" fmla="*/ 0 w 4656083"/>
              <a:gd name="connsiteY0-82" fmla="*/ 0 h 4939862"/>
              <a:gd name="connsiteX1-83" fmla="*/ 0 w 4656083"/>
              <a:gd name="connsiteY1-84" fmla="*/ 0 h 4939862"/>
              <a:gd name="connsiteX2-85" fmla="*/ 94593 w 4656083"/>
              <a:gd name="connsiteY2-86" fmla="*/ 10510 h 4939862"/>
              <a:gd name="connsiteX3-87" fmla="*/ 2375338 w 4656083"/>
              <a:gd name="connsiteY3-88" fmla="*/ 42041 h 4939862"/>
              <a:gd name="connsiteX4-89" fmla="*/ 2375338 w 4656083"/>
              <a:gd name="connsiteY4-90" fmla="*/ 1418896 h 4939862"/>
              <a:gd name="connsiteX5-91" fmla="*/ 1660635 w 4656083"/>
              <a:gd name="connsiteY5-92" fmla="*/ 1923393 h 4939862"/>
              <a:gd name="connsiteX6-93" fmla="*/ 1660635 w 4656083"/>
              <a:gd name="connsiteY6-94" fmla="*/ 2459420 h 4939862"/>
              <a:gd name="connsiteX7-95" fmla="*/ 3079531 w 4656083"/>
              <a:gd name="connsiteY7-96" fmla="*/ 3037489 h 4939862"/>
              <a:gd name="connsiteX8-97" fmla="*/ 3552497 w 4656083"/>
              <a:gd name="connsiteY8-98" fmla="*/ 2858813 h 4939862"/>
              <a:gd name="connsiteX9-99" fmla="*/ 3762704 w 4656083"/>
              <a:gd name="connsiteY9-100" fmla="*/ 2585544 h 4939862"/>
              <a:gd name="connsiteX10-101" fmla="*/ 3825766 w 4656083"/>
              <a:gd name="connsiteY10-102" fmla="*/ 2259724 h 4939862"/>
              <a:gd name="connsiteX11-103" fmla="*/ 3783725 w 4656083"/>
              <a:gd name="connsiteY11-104" fmla="*/ 2060027 h 4939862"/>
              <a:gd name="connsiteX12-105" fmla="*/ 3689131 w 4656083"/>
              <a:gd name="connsiteY12-106" fmla="*/ 1881351 h 4939862"/>
              <a:gd name="connsiteX13-107" fmla="*/ 3447393 w 4656083"/>
              <a:gd name="connsiteY13-108" fmla="*/ 1723696 h 4939862"/>
              <a:gd name="connsiteX14-109" fmla="*/ 4498428 w 4656083"/>
              <a:gd name="connsiteY14-110" fmla="*/ 1587062 h 4939862"/>
              <a:gd name="connsiteX15-111" fmla="*/ 4656083 w 4656083"/>
              <a:gd name="connsiteY15-112" fmla="*/ 2921875 h 4939862"/>
              <a:gd name="connsiteX16-113" fmla="*/ 4508938 w 4656083"/>
              <a:gd name="connsiteY16-114" fmla="*/ 4561489 h 4939862"/>
              <a:gd name="connsiteX17-115" fmla="*/ 3499945 w 4656083"/>
              <a:gd name="connsiteY17-116" fmla="*/ 4939862 h 4939862"/>
              <a:gd name="connsiteX18-117" fmla="*/ 105104 w 4656083"/>
              <a:gd name="connsiteY18-118" fmla="*/ 4897820 h 4939862"/>
              <a:gd name="connsiteX19-119" fmla="*/ 0 w 4656083"/>
              <a:gd name="connsiteY19-120" fmla="*/ 0 h 4939862"/>
              <a:gd name="connsiteX0-121" fmla="*/ 0 w 4656083"/>
              <a:gd name="connsiteY0-122" fmla="*/ 0 h 4939862"/>
              <a:gd name="connsiteX1-123" fmla="*/ 0 w 4656083"/>
              <a:gd name="connsiteY1-124" fmla="*/ 0 h 4939862"/>
              <a:gd name="connsiteX2-125" fmla="*/ 94593 w 4656083"/>
              <a:gd name="connsiteY2-126" fmla="*/ 10510 h 4939862"/>
              <a:gd name="connsiteX3-127" fmla="*/ 2375338 w 4656083"/>
              <a:gd name="connsiteY3-128" fmla="*/ 42041 h 4939862"/>
              <a:gd name="connsiteX4-129" fmla="*/ 2375338 w 4656083"/>
              <a:gd name="connsiteY4-130" fmla="*/ 1418896 h 4939862"/>
              <a:gd name="connsiteX5-131" fmla="*/ 1660635 w 4656083"/>
              <a:gd name="connsiteY5-132" fmla="*/ 1923393 h 4939862"/>
              <a:gd name="connsiteX6-133" fmla="*/ 1660635 w 4656083"/>
              <a:gd name="connsiteY6-134" fmla="*/ 2459420 h 4939862"/>
              <a:gd name="connsiteX7-135" fmla="*/ 3079531 w 4656083"/>
              <a:gd name="connsiteY7-136" fmla="*/ 3037489 h 4939862"/>
              <a:gd name="connsiteX8-137" fmla="*/ 3552497 w 4656083"/>
              <a:gd name="connsiteY8-138" fmla="*/ 2858813 h 4939862"/>
              <a:gd name="connsiteX9-139" fmla="*/ 3762704 w 4656083"/>
              <a:gd name="connsiteY9-140" fmla="*/ 2585544 h 4939862"/>
              <a:gd name="connsiteX10-141" fmla="*/ 3825766 w 4656083"/>
              <a:gd name="connsiteY10-142" fmla="*/ 2259724 h 4939862"/>
              <a:gd name="connsiteX11-143" fmla="*/ 3783725 w 4656083"/>
              <a:gd name="connsiteY11-144" fmla="*/ 2060027 h 4939862"/>
              <a:gd name="connsiteX12-145" fmla="*/ 3689131 w 4656083"/>
              <a:gd name="connsiteY12-146" fmla="*/ 1881351 h 4939862"/>
              <a:gd name="connsiteX13-147" fmla="*/ 3447393 w 4656083"/>
              <a:gd name="connsiteY13-148" fmla="*/ 1723696 h 4939862"/>
              <a:gd name="connsiteX14-149" fmla="*/ 4498428 w 4656083"/>
              <a:gd name="connsiteY14-150" fmla="*/ 1587062 h 4939862"/>
              <a:gd name="connsiteX15-151" fmla="*/ 4656083 w 4656083"/>
              <a:gd name="connsiteY15-152" fmla="*/ 2921875 h 4939862"/>
              <a:gd name="connsiteX16-153" fmla="*/ 4508938 w 4656083"/>
              <a:gd name="connsiteY16-154" fmla="*/ 4561489 h 4939862"/>
              <a:gd name="connsiteX17-155" fmla="*/ 3499945 w 4656083"/>
              <a:gd name="connsiteY17-156" fmla="*/ 4939862 h 4939862"/>
              <a:gd name="connsiteX18-157" fmla="*/ 105104 w 4656083"/>
              <a:gd name="connsiteY18-158" fmla="*/ 4897820 h 4939862"/>
              <a:gd name="connsiteX19-159" fmla="*/ 0 w 4656083"/>
              <a:gd name="connsiteY19-160" fmla="*/ 0 h 4939862"/>
              <a:gd name="connsiteX0-161" fmla="*/ 0 w 4656083"/>
              <a:gd name="connsiteY0-162" fmla="*/ 0 h 4939862"/>
              <a:gd name="connsiteX1-163" fmla="*/ 0 w 4656083"/>
              <a:gd name="connsiteY1-164" fmla="*/ 0 h 4939862"/>
              <a:gd name="connsiteX2-165" fmla="*/ 94593 w 4656083"/>
              <a:gd name="connsiteY2-166" fmla="*/ 10510 h 4939862"/>
              <a:gd name="connsiteX3-167" fmla="*/ 2375338 w 4656083"/>
              <a:gd name="connsiteY3-168" fmla="*/ 42041 h 4939862"/>
              <a:gd name="connsiteX4-169" fmla="*/ 2375338 w 4656083"/>
              <a:gd name="connsiteY4-170" fmla="*/ 1418896 h 4939862"/>
              <a:gd name="connsiteX5-171" fmla="*/ 1660635 w 4656083"/>
              <a:gd name="connsiteY5-172" fmla="*/ 1923393 h 4939862"/>
              <a:gd name="connsiteX6-173" fmla="*/ 1660635 w 4656083"/>
              <a:gd name="connsiteY6-174" fmla="*/ 2459420 h 4939862"/>
              <a:gd name="connsiteX7-175" fmla="*/ 3132083 w 4656083"/>
              <a:gd name="connsiteY7-176" fmla="*/ 3090041 h 4939862"/>
              <a:gd name="connsiteX8-177" fmla="*/ 3552497 w 4656083"/>
              <a:gd name="connsiteY8-178" fmla="*/ 2858813 h 4939862"/>
              <a:gd name="connsiteX9-179" fmla="*/ 3762704 w 4656083"/>
              <a:gd name="connsiteY9-180" fmla="*/ 2585544 h 4939862"/>
              <a:gd name="connsiteX10-181" fmla="*/ 3825766 w 4656083"/>
              <a:gd name="connsiteY10-182" fmla="*/ 2259724 h 4939862"/>
              <a:gd name="connsiteX11-183" fmla="*/ 3783725 w 4656083"/>
              <a:gd name="connsiteY11-184" fmla="*/ 2060027 h 4939862"/>
              <a:gd name="connsiteX12-185" fmla="*/ 3689131 w 4656083"/>
              <a:gd name="connsiteY12-186" fmla="*/ 1881351 h 4939862"/>
              <a:gd name="connsiteX13-187" fmla="*/ 3447393 w 4656083"/>
              <a:gd name="connsiteY13-188" fmla="*/ 1723696 h 4939862"/>
              <a:gd name="connsiteX14-189" fmla="*/ 4498428 w 4656083"/>
              <a:gd name="connsiteY14-190" fmla="*/ 1587062 h 4939862"/>
              <a:gd name="connsiteX15-191" fmla="*/ 4656083 w 4656083"/>
              <a:gd name="connsiteY15-192" fmla="*/ 2921875 h 4939862"/>
              <a:gd name="connsiteX16-193" fmla="*/ 4508938 w 4656083"/>
              <a:gd name="connsiteY16-194" fmla="*/ 4561489 h 4939862"/>
              <a:gd name="connsiteX17-195" fmla="*/ 3499945 w 4656083"/>
              <a:gd name="connsiteY17-196" fmla="*/ 4939862 h 4939862"/>
              <a:gd name="connsiteX18-197" fmla="*/ 105104 w 4656083"/>
              <a:gd name="connsiteY18-198" fmla="*/ 4897820 h 4939862"/>
              <a:gd name="connsiteX19-199" fmla="*/ 0 w 4656083"/>
              <a:gd name="connsiteY19-200" fmla="*/ 0 h 4939862"/>
              <a:gd name="connsiteX0-201" fmla="*/ 0 w 4656083"/>
              <a:gd name="connsiteY0-202" fmla="*/ 0 h 4939862"/>
              <a:gd name="connsiteX1-203" fmla="*/ 0 w 4656083"/>
              <a:gd name="connsiteY1-204" fmla="*/ 0 h 4939862"/>
              <a:gd name="connsiteX2-205" fmla="*/ 94593 w 4656083"/>
              <a:gd name="connsiteY2-206" fmla="*/ 10510 h 4939862"/>
              <a:gd name="connsiteX3-207" fmla="*/ 2375338 w 4656083"/>
              <a:gd name="connsiteY3-208" fmla="*/ 42041 h 4939862"/>
              <a:gd name="connsiteX4-209" fmla="*/ 2375338 w 4656083"/>
              <a:gd name="connsiteY4-210" fmla="*/ 1418896 h 4939862"/>
              <a:gd name="connsiteX5-211" fmla="*/ 1660635 w 4656083"/>
              <a:gd name="connsiteY5-212" fmla="*/ 1923393 h 4939862"/>
              <a:gd name="connsiteX6-213" fmla="*/ 1660635 w 4656083"/>
              <a:gd name="connsiteY6-214" fmla="*/ 2459420 h 4939862"/>
              <a:gd name="connsiteX7-215" fmla="*/ 3132083 w 4656083"/>
              <a:gd name="connsiteY7-216" fmla="*/ 3090041 h 4939862"/>
              <a:gd name="connsiteX8-217" fmla="*/ 3605049 w 4656083"/>
              <a:gd name="connsiteY8-218" fmla="*/ 2869324 h 4939862"/>
              <a:gd name="connsiteX9-219" fmla="*/ 3762704 w 4656083"/>
              <a:gd name="connsiteY9-220" fmla="*/ 2585544 h 4939862"/>
              <a:gd name="connsiteX10-221" fmla="*/ 3825766 w 4656083"/>
              <a:gd name="connsiteY10-222" fmla="*/ 2259724 h 4939862"/>
              <a:gd name="connsiteX11-223" fmla="*/ 3783725 w 4656083"/>
              <a:gd name="connsiteY11-224" fmla="*/ 2060027 h 4939862"/>
              <a:gd name="connsiteX12-225" fmla="*/ 3689131 w 4656083"/>
              <a:gd name="connsiteY12-226" fmla="*/ 1881351 h 4939862"/>
              <a:gd name="connsiteX13-227" fmla="*/ 3447393 w 4656083"/>
              <a:gd name="connsiteY13-228" fmla="*/ 1723696 h 4939862"/>
              <a:gd name="connsiteX14-229" fmla="*/ 4498428 w 4656083"/>
              <a:gd name="connsiteY14-230" fmla="*/ 1587062 h 4939862"/>
              <a:gd name="connsiteX15-231" fmla="*/ 4656083 w 4656083"/>
              <a:gd name="connsiteY15-232" fmla="*/ 2921875 h 4939862"/>
              <a:gd name="connsiteX16-233" fmla="*/ 4508938 w 4656083"/>
              <a:gd name="connsiteY16-234" fmla="*/ 4561489 h 4939862"/>
              <a:gd name="connsiteX17-235" fmla="*/ 3499945 w 4656083"/>
              <a:gd name="connsiteY17-236" fmla="*/ 4939862 h 4939862"/>
              <a:gd name="connsiteX18-237" fmla="*/ 105104 w 4656083"/>
              <a:gd name="connsiteY18-238" fmla="*/ 4897820 h 4939862"/>
              <a:gd name="connsiteX19-239" fmla="*/ 0 w 4656083"/>
              <a:gd name="connsiteY19-240" fmla="*/ 0 h 4939862"/>
              <a:gd name="connsiteX0-241" fmla="*/ 0 w 4656083"/>
              <a:gd name="connsiteY0-242" fmla="*/ 0 h 4939862"/>
              <a:gd name="connsiteX1-243" fmla="*/ 0 w 4656083"/>
              <a:gd name="connsiteY1-244" fmla="*/ 0 h 4939862"/>
              <a:gd name="connsiteX2-245" fmla="*/ 94593 w 4656083"/>
              <a:gd name="connsiteY2-246" fmla="*/ 10510 h 4939862"/>
              <a:gd name="connsiteX3-247" fmla="*/ 2375338 w 4656083"/>
              <a:gd name="connsiteY3-248" fmla="*/ 42041 h 4939862"/>
              <a:gd name="connsiteX4-249" fmla="*/ 2375338 w 4656083"/>
              <a:gd name="connsiteY4-250" fmla="*/ 1418896 h 4939862"/>
              <a:gd name="connsiteX5-251" fmla="*/ 1660635 w 4656083"/>
              <a:gd name="connsiteY5-252" fmla="*/ 1923393 h 4939862"/>
              <a:gd name="connsiteX6-253" fmla="*/ 1660635 w 4656083"/>
              <a:gd name="connsiteY6-254" fmla="*/ 2459420 h 4939862"/>
              <a:gd name="connsiteX7-255" fmla="*/ 3132083 w 4656083"/>
              <a:gd name="connsiteY7-256" fmla="*/ 3090041 h 4939862"/>
              <a:gd name="connsiteX8-257" fmla="*/ 3605049 w 4656083"/>
              <a:gd name="connsiteY8-258" fmla="*/ 2869324 h 4939862"/>
              <a:gd name="connsiteX9-259" fmla="*/ 3804745 w 4656083"/>
              <a:gd name="connsiteY9-260" fmla="*/ 2596054 h 4939862"/>
              <a:gd name="connsiteX10-261" fmla="*/ 3825766 w 4656083"/>
              <a:gd name="connsiteY10-262" fmla="*/ 2259724 h 4939862"/>
              <a:gd name="connsiteX11-263" fmla="*/ 3783725 w 4656083"/>
              <a:gd name="connsiteY11-264" fmla="*/ 2060027 h 4939862"/>
              <a:gd name="connsiteX12-265" fmla="*/ 3689131 w 4656083"/>
              <a:gd name="connsiteY12-266" fmla="*/ 1881351 h 4939862"/>
              <a:gd name="connsiteX13-267" fmla="*/ 3447393 w 4656083"/>
              <a:gd name="connsiteY13-268" fmla="*/ 1723696 h 4939862"/>
              <a:gd name="connsiteX14-269" fmla="*/ 4498428 w 4656083"/>
              <a:gd name="connsiteY14-270" fmla="*/ 1587062 h 4939862"/>
              <a:gd name="connsiteX15-271" fmla="*/ 4656083 w 4656083"/>
              <a:gd name="connsiteY15-272" fmla="*/ 2921875 h 4939862"/>
              <a:gd name="connsiteX16-273" fmla="*/ 4508938 w 4656083"/>
              <a:gd name="connsiteY16-274" fmla="*/ 4561489 h 4939862"/>
              <a:gd name="connsiteX17-275" fmla="*/ 3499945 w 4656083"/>
              <a:gd name="connsiteY17-276" fmla="*/ 4939862 h 4939862"/>
              <a:gd name="connsiteX18-277" fmla="*/ 105104 w 4656083"/>
              <a:gd name="connsiteY18-278" fmla="*/ 4897820 h 4939862"/>
              <a:gd name="connsiteX19-279" fmla="*/ 0 w 4656083"/>
              <a:gd name="connsiteY19-280" fmla="*/ 0 h 4939862"/>
              <a:gd name="connsiteX0-281" fmla="*/ 0 w 4656083"/>
              <a:gd name="connsiteY0-282" fmla="*/ 0 h 4939862"/>
              <a:gd name="connsiteX1-283" fmla="*/ 0 w 4656083"/>
              <a:gd name="connsiteY1-284" fmla="*/ 0 h 4939862"/>
              <a:gd name="connsiteX2-285" fmla="*/ 94593 w 4656083"/>
              <a:gd name="connsiteY2-286" fmla="*/ 10510 h 4939862"/>
              <a:gd name="connsiteX3-287" fmla="*/ 2375338 w 4656083"/>
              <a:gd name="connsiteY3-288" fmla="*/ 42041 h 4939862"/>
              <a:gd name="connsiteX4-289" fmla="*/ 2375338 w 4656083"/>
              <a:gd name="connsiteY4-290" fmla="*/ 1418896 h 4939862"/>
              <a:gd name="connsiteX5-291" fmla="*/ 1660635 w 4656083"/>
              <a:gd name="connsiteY5-292" fmla="*/ 1923393 h 4939862"/>
              <a:gd name="connsiteX6-293" fmla="*/ 1555531 w 4656083"/>
              <a:gd name="connsiteY6-294" fmla="*/ 2469930 h 4939862"/>
              <a:gd name="connsiteX7-295" fmla="*/ 3132083 w 4656083"/>
              <a:gd name="connsiteY7-296" fmla="*/ 3090041 h 4939862"/>
              <a:gd name="connsiteX8-297" fmla="*/ 3605049 w 4656083"/>
              <a:gd name="connsiteY8-298" fmla="*/ 2869324 h 4939862"/>
              <a:gd name="connsiteX9-299" fmla="*/ 3804745 w 4656083"/>
              <a:gd name="connsiteY9-300" fmla="*/ 2596054 h 4939862"/>
              <a:gd name="connsiteX10-301" fmla="*/ 3825766 w 4656083"/>
              <a:gd name="connsiteY10-302" fmla="*/ 2259724 h 4939862"/>
              <a:gd name="connsiteX11-303" fmla="*/ 3783725 w 4656083"/>
              <a:gd name="connsiteY11-304" fmla="*/ 2060027 h 4939862"/>
              <a:gd name="connsiteX12-305" fmla="*/ 3689131 w 4656083"/>
              <a:gd name="connsiteY12-306" fmla="*/ 1881351 h 4939862"/>
              <a:gd name="connsiteX13-307" fmla="*/ 3447393 w 4656083"/>
              <a:gd name="connsiteY13-308" fmla="*/ 1723696 h 4939862"/>
              <a:gd name="connsiteX14-309" fmla="*/ 4498428 w 4656083"/>
              <a:gd name="connsiteY14-310" fmla="*/ 1587062 h 4939862"/>
              <a:gd name="connsiteX15-311" fmla="*/ 4656083 w 4656083"/>
              <a:gd name="connsiteY15-312" fmla="*/ 2921875 h 4939862"/>
              <a:gd name="connsiteX16-313" fmla="*/ 4508938 w 4656083"/>
              <a:gd name="connsiteY16-314" fmla="*/ 4561489 h 4939862"/>
              <a:gd name="connsiteX17-315" fmla="*/ 3499945 w 4656083"/>
              <a:gd name="connsiteY17-316" fmla="*/ 4939862 h 4939862"/>
              <a:gd name="connsiteX18-317" fmla="*/ 105104 w 4656083"/>
              <a:gd name="connsiteY18-318" fmla="*/ 4897820 h 4939862"/>
              <a:gd name="connsiteX19-319" fmla="*/ 0 w 4656083"/>
              <a:gd name="connsiteY19-320" fmla="*/ 0 h 4939862"/>
              <a:gd name="connsiteX0-321" fmla="*/ 0 w 4656083"/>
              <a:gd name="connsiteY0-322" fmla="*/ 0 h 4939862"/>
              <a:gd name="connsiteX1-323" fmla="*/ 0 w 4656083"/>
              <a:gd name="connsiteY1-324" fmla="*/ 0 h 4939862"/>
              <a:gd name="connsiteX2-325" fmla="*/ 94593 w 4656083"/>
              <a:gd name="connsiteY2-326" fmla="*/ 10510 h 4939862"/>
              <a:gd name="connsiteX3-327" fmla="*/ 2375338 w 4656083"/>
              <a:gd name="connsiteY3-328" fmla="*/ 42041 h 4939862"/>
              <a:gd name="connsiteX4-329" fmla="*/ 2375338 w 4656083"/>
              <a:gd name="connsiteY4-330" fmla="*/ 1418896 h 4939862"/>
              <a:gd name="connsiteX5-331" fmla="*/ 1692166 w 4656083"/>
              <a:gd name="connsiteY5-332" fmla="*/ 1923393 h 4939862"/>
              <a:gd name="connsiteX6-333" fmla="*/ 1555531 w 4656083"/>
              <a:gd name="connsiteY6-334" fmla="*/ 2469930 h 4939862"/>
              <a:gd name="connsiteX7-335" fmla="*/ 3132083 w 4656083"/>
              <a:gd name="connsiteY7-336" fmla="*/ 3090041 h 4939862"/>
              <a:gd name="connsiteX8-337" fmla="*/ 3605049 w 4656083"/>
              <a:gd name="connsiteY8-338" fmla="*/ 2869324 h 4939862"/>
              <a:gd name="connsiteX9-339" fmla="*/ 3804745 w 4656083"/>
              <a:gd name="connsiteY9-340" fmla="*/ 2596054 h 4939862"/>
              <a:gd name="connsiteX10-341" fmla="*/ 3825766 w 4656083"/>
              <a:gd name="connsiteY10-342" fmla="*/ 2259724 h 4939862"/>
              <a:gd name="connsiteX11-343" fmla="*/ 3783725 w 4656083"/>
              <a:gd name="connsiteY11-344" fmla="*/ 2060027 h 4939862"/>
              <a:gd name="connsiteX12-345" fmla="*/ 3689131 w 4656083"/>
              <a:gd name="connsiteY12-346" fmla="*/ 1881351 h 4939862"/>
              <a:gd name="connsiteX13-347" fmla="*/ 3447393 w 4656083"/>
              <a:gd name="connsiteY13-348" fmla="*/ 1723696 h 4939862"/>
              <a:gd name="connsiteX14-349" fmla="*/ 4498428 w 4656083"/>
              <a:gd name="connsiteY14-350" fmla="*/ 1587062 h 4939862"/>
              <a:gd name="connsiteX15-351" fmla="*/ 4656083 w 4656083"/>
              <a:gd name="connsiteY15-352" fmla="*/ 2921875 h 4939862"/>
              <a:gd name="connsiteX16-353" fmla="*/ 4508938 w 4656083"/>
              <a:gd name="connsiteY16-354" fmla="*/ 4561489 h 4939862"/>
              <a:gd name="connsiteX17-355" fmla="*/ 3499945 w 4656083"/>
              <a:gd name="connsiteY17-356" fmla="*/ 4939862 h 4939862"/>
              <a:gd name="connsiteX18-357" fmla="*/ 105104 w 4656083"/>
              <a:gd name="connsiteY18-358" fmla="*/ 4897820 h 4939862"/>
              <a:gd name="connsiteX19-359" fmla="*/ 0 w 4656083"/>
              <a:gd name="connsiteY19-360" fmla="*/ 0 h 4939862"/>
              <a:gd name="connsiteX0-361" fmla="*/ 0 w 4656083"/>
              <a:gd name="connsiteY0-362" fmla="*/ 0 h 4939862"/>
              <a:gd name="connsiteX1-363" fmla="*/ 0 w 4656083"/>
              <a:gd name="connsiteY1-364" fmla="*/ 0 h 4939862"/>
              <a:gd name="connsiteX2-365" fmla="*/ 94593 w 4656083"/>
              <a:gd name="connsiteY2-366" fmla="*/ 10510 h 4939862"/>
              <a:gd name="connsiteX3-367" fmla="*/ 2375338 w 4656083"/>
              <a:gd name="connsiteY3-368" fmla="*/ 42041 h 4939862"/>
              <a:gd name="connsiteX4-369" fmla="*/ 2438400 w 4656083"/>
              <a:gd name="connsiteY4-370" fmla="*/ 1471447 h 4939862"/>
              <a:gd name="connsiteX5-371" fmla="*/ 1692166 w 4656083"/>
              <a:gd name="connsiteY5-372" fmla="*/ 1923393 h 4939862"/>
              <a:gd name="connsiteX6-373" fmla="*/ 1555531 w 4656083"/>
              <a:gd name="connsiteY6-374" fmla="*/ 2469930 h 4939862"/>
              <a:gd name="connsiteX7-375" fmla="*/ 3132083 w 4656083"/>
              <a:gd name="connsiteY7-376" fmla="*/ 3090041 h 4939862"/>
              <a:gd name="connsiteX8-377" fmla="*/ 3605049 w 4656083"/>
              <a:gd name="connsiteY8-378" fmla="*/ 2869324 h 4939862"/>
              <a:gd name="connsiteX9-379" fmla="*/ 3804745 w 4656083"/>
              <a:gd name="connsiteY9-380" fmla="*/ 2596054 h 4939862"/>
              <a:gd name="connsiteX10-381" fmla="*/ 3825766 w 4656083"/>
              <a:gd name="connsiteY10-382" fmla="*/ 2259724 h 4939862"/>
              <a:gd name="connsiteX11-383" fmla="*/ 3783725 w 4656083"/>
              <a:gd name="connsiteY11-384" fmla="*/ 2060027 h 4939862"/>
              <a:gd name="connsiteX12-385" fmla="*/ 3689131 w 4656083"/>
              <a:gd name="connsiteY12-386" fmla="*/ 1881351 h 4939862"/>
              <a:gd name="connsiteX13-387" fmla="*/ 3447393 w 4656083"/>
              <a:gd name="connsiteY13-388" fmla="*/ 1723696 h 4939862"/>
              <a:gd name="connsiteX14-389" fmla="*/ 4498428 w 4656083"/>
              <a:gd name="connsiteY14-390" fmla="*/ 1587062 h 4939862"/>
              <a:gd name="connsiteX15-391" fmla="*/ 4656083 w 4656083"/>
              <a:gd name="connsiteY15-392" fmla="*/ 2921875 h 4939862"/>
              <a:gd name="connsiteX16-393" fmla="*/ 4508938 w 4656083"/>
              <a:gd name="connsiteY16-394" fmla="*/ 4561489 h 4939862"/>
              <a:gd name="connsiteX17-395" fmla="*/ 3499945 w 4656083"/>
              <a:gd name="connsiteY17-396" fmla="*/ 4939862 h 4939862"/>
              <a:gd name="connsiteX18-397" fmla="*/ 105104 w 4656083"/>
              <a:gd name="connsiteY18-398" fmla="*/ 4897820 h 4939862"/>
              <a:gd name="connsiteX19-399" fmla="*/ 0 w 4656083"/>
              <a:gd name="connsiteY19-400" fmla="*/ 0 h 4939862"/>
              <a:gd name="connsiteX0-401" fmla="*/ 0 w 4656083"/>
              <a:gd name="connsiteY0-402" fmla="*/ 0 h 4939862"/>
              <a:gd name="connsiteX1-403" fmla="*/ 0 w 4656083"/>
              <a:gd name="connsiteY1-404" fmla="*/ 0 h 4939862"/>
              <a:gd name="connsiteX2-405" fmla="*/ 94593 w 4656083"/>
              <a:gd name="connsiteY2-406" fmla="*/ 10510 h 4939862"/>
              <a:gd name="connsiteX3-407" fmla="*/ 2375338 w 4656083"/>
              <a:gd name="connsiteY3-408" fmla="*/ 42041 h 4939862"/>
              <a:gd name="connsiteX4-409" fmla="*/ 2438400 w 4656083"/>
              <a:gd name="connsiteY4-410" fmla="*/ 1471447 h 4939862"/>
              <a:gd name="connsiteX5-411" fmla="*/ 1692166 w 4656083"/>
              <a:gd name="connsiteY5-412" fmla="*/ 1923393 h 4939862"/>
              <a:gd name="connsiteX6-413" fmla="*/ 1555531 w 4656083"/>
              <a:gd name="connsiteY6-414" fmla="*/ 2469930 h 4939862"/>
              <a:gd name="connsiteX7-415" fmla="*/ 3132083 w 4656083"/>
              <a:gd name="connsiteY7-416" fmla="*/ 3090041 h 4939862"/>
              <a:gd name="connsiteX8-417" fmla="*/ 3605049 w 4656083"/>
              <a:gd name="connsiteY8-418" fmla="*/ 2869324 h 4939862"/>
              <a:gd name="connsiteX9-419" fmla="*/ 3804745 w 4656083"/>
              <a:gd name="connsiteY9-420" fmla="*/ 2596054 h 4939862"/>
              <a:gd name="connsiteX10-421" fmla="*/ 3825766 w 4656083"/>
              <a:gd name="connsiteY10-422" fmla="*/ 2259724 h 4939862"/>
              <a:gd name="connsiteX11-423" fmla="*/ 3783725 w 4656083"/>
              <a:gd name="connsiteY11-424" fmla="*/ 2060027 h 4939862"/>
              <a:gd name="connsiteX12-425" fmla="*/ 3689131 w 4656083"/>
              <a:gd name="connsiteY12-426" fmla="*/ 1881351 h 4939862"/>
              <a:gd name="connsiteX13-427" fmla="*/ 3447393 w 4656083"/>
              <a:gd name="connsiteY13-428" fmla="*/ 1723696 h 4939862"/>
              <a:gd name="connsiteX14-429" fmla="*/ 4498428 w 4656083"/>
              <a:gd name="connsiteY14-430" fmla="*/ 1587062 h 4939862"/>
              <a:gd name="connsiteX15-431" fmla="*/ 4656083 w 4656083"/>
              <a:gd name="connsiteY15-432" fmla="*/ 2921875 h 4939862"/>
              <a:gd name="connsiteX16-433" fmla="*/ 4508938 w 4656083"/>
              <a:gd name="connsiteY16-434" fmla="*/ 4561489 h 4939862"/>
              <a:gd name="connsiteX17-435" fmla="*/ 3499945 w 4656083"/>
              <a:gd name="connsiteY17-436" fmla="*/ 4939862 h 4939862"/>
              <a:gd name="connsiteX18-437" fmla="*/ 105104 w 4656083"/>
              <a:gd name="connsiteY18-438" fmla="*/ 4897820 h 4939862"/>
              <a:gd name="connsiteX19-439" fmla="*/ 0 w 4656083"/>
              <a:gd name="connsiteY19-440" fmla="*/ 0 h 4939862"/>
              <a:gd name="connsiteX0-441" fmla="*/ 126410 w 4656369"/>
              <a:gd name="connsiteY0-442" fmla="*/ 234571 h 4953715"/>
              <a:gd name="connsiteX1-443" fmla="*/ 286 w 4656369"/>
              <a:gd name="connsiteY1-444" fmla="*/ 13853 h 4953715"/>
              <a:gd name="connsiteX2-445" fmla="*/ 94879 w 4656369"/>
              <a:gd name="connsiteY2-446" fmla="*/ 24363 h 4953715"/>
              <a:gd name="connsiteX3-447" fmla="*/ 2375624 w 4656369"/>
              <a:gd name="connsiteY3-448" fmla="*/ 55894 h 4953715"/>
              <a:gd name="connsiteX4-449" fmla="*/ 2438686 w 4656369"/>
              <a:gd name="connsiteY4-450" fmla="*/ 1485300 h 4953715"/>
              <a:gd name="connsiteX5-451" fmla="*/ 1692452 w 4656369"/>
              <a:gd name="connsiteY5-452" fmla="*/ 1937246 h 4953715"/>
              <a:gd name="connsiteX6-453" fmla="*/ 1555817 w 4656369"/>
              <a:gd name="connsiteY6-454" fmla="*/ 2483783 h 4953715"/>
              <a:gd name="connsiteX7-455" fmla="*/ 3132369 w 4656369"/>
              <a:gd name="connsiteY7-456" fmla="*/ 3103894 h 4953715"/>
              <a:gd name="connsiteX8-457" fmla="*/ 3605335 w 4656369"/>
              <a:gd name="connsiteY8-458" fmla="*/ 2883177 h 4953715"/>
              <a:gd name="connsiteX9-459" fmla="*/ 3805031 w 4656369"/>
              <a:gd name="connsiteY9-460" fmla="*/ 2609907 h 4953715"/>
              <a:gd name="connsiteX10-461" fmla="*/ 3826052 w 4656369"/>
              <a:gd name="connsiteY10-462" fmla="*/ 2273577 h 4953715"/>
              <a:gd name="connsiteX11-463" fmla="*/ 3784011 w 4656369"/>
              <a:gd name="connsiteY11-464" fmla="*/ 2073880 h 4953715"/>
              <a:gd name="connsiteX12-465" fmla="*/ 3689417 w 4656369"/>
              <a:gd name="connsiteY12-466" fmla="*/ 1895204 h 4953715"/>
              <a:gd name="connsiteX13-467" fmla="*/ 3447679 w 4656369"/>
              <a:gd name="connsiteY13-468" fmla="*/ 1737549 h 4953715"/>
              <a:gd name="connsiteX14-469" fmla="*/ 4498714 w 4656369"/>
              <a:gd name="connsiteY14-470" fmla="*/ 1600915 h 4953715"/>
              <a:gd name="connsiteX15-471" fmla="*/ 4656369 w 4656369"/>
              <a:gd name="connsiteY15-472" fmla="*/ 2935728 h 4953715"/>
              <a:gd name="connsiteX16-473" fmla="*/ 4509224 w 4656369"/>
              <a:gd name="connsiteY16-474" fmla="*/ 4575342 h 4953715"/>
              <a:gd name="connsiteX17-475" fmla="*/ 3500231 w 4656369"/>
              <a:gd name="connsiteY17-476" fmla="*/ 4953715 h 4953715"/>
              <a:gd name="connsiteX18-477" fmla="*/ 105390 w 4656369"/>
              <a:gd name="connsiteY18-478" fmla="*/ 4911673 h 4953715"/>
              <a:gd name="connsiteX19-479" fmla="*/ 126410 w 4656369"/>
              <a:gd name="connsiteY19-480" fmla="*/ 234571 h 4953715"/>
              <a:gd name="connsiteX0-481" fmla="*/ 190699 w 4720658"/>
              <a:gd name="connsiteY0-482" fmla="*/ 417353 h 5136497"/>
              <a:gd name="connsiteX1-483" fmla="*/ 159168 w 4720658"/>
              <a:gd name="connsiteY1-484" fmla="*/ 207145 h 5136497"/>
              <a:gd name="connsiteX2-485" fmla="*/ 2439913 w 4720658"/>
              <a:gd name="connsiteY2-486" fmla="*/ 238676 h 5136497"/>
              <a:gd name="connsiteX3-487" fmla="*/ 2502975 w 4720658"/>
              <a:gd name="connsiteY3-488" fmla="*/ 1668082 h 5136497"/>
              <a:gd name="connsiteX4-489" fmla="*/ 1756741 w 4720658"/>
              <a:gd name="connsiteY4-490" fmla="*/ 2120028 h 5136497"/>
              <a:gd name="connsiteX5-491" fmla="*/ 1620106 w 4720658"/>
              <a:gd name="connsiteY5-492" fmla="*/ 2666565 h 5136497"/>
              <a:gd name="connsiteX6-493" fmla="*/ 3196658 w 4720658"/>
              <a:gd name="connsiteY6-494" fmla="*/ 3286676 h 5136497"/>
              <a:gd name="connsiteX7-495" fmla="*/ 3669624 w 4720658"/>
              <a:gd name="connsiteY7-496" fmla="*/ 3065959 h 5136497"/>
              <a:gd name="connsiteX8-497" fmla="*/ 3869320 w 4720658"/>
              <a:gd name="connsiteY8-498" fmla="*/ 2792689 h 5136497"/>
              <a:gd name="connsiteX9-499" fmla="*/ 3890341 w 4720658"/>
              <a:gd name="connsiteY9-500" fmla="*/ 2456359 h 5136497"/>
              <a:gd name="connsiteX10-501" fmla="*/ 3848300 w 4720658"/>
              <a:gd name="connsiteY10-502" fmla="*/ 2256662 h 5136497"/>
              <a:gd name="connsiteX11-503" fmla="*/ 3753706 w 4720658"/>
              <a:gd name="connsiteY11-504" fmla="*/ 2077986 h 5136497"/>
              <a:gd name="connsiteX12-505" fmla="*/ 3511968 w 4720658"/>
              <a:gd name="connsiteY12-506" fmla="*/ 1920331 h 5136497"/>
              <a:gd name="connsiteX13-507" fmla="*/ 4563003 w 4720658"/>
              <a:gd name="connsiteY13-508" fmla="*/ 1783697 h 5136497"/>
              <a:gd name="connsiteX14-509" fmla="*/ 4720658 w 4720658"/>
              <a:gd name="connsiteY14-510" fmla="*/ 3118510 h 5136497"/>
              <a:gd name="connsiteX15-511" fmla="*/ 4573513 w 4720658"/>
              <a:gd name="connsiteY15-512" fmla="*/ 4758124 h 5136497"/>
              <a:gd name="connsiteX16-513" fmla="*/ 3564520 w 4720658"/>
              <a:gd name="connsiteY16-514" fmla="*/ 5136497 h 5136497"/>
              <a:gd name="connsiteX17-515" fmla="*/ 169679 w 4720658"/>
              <a:gd name="connsiteY17-516" fmla="*/ 5094455 h 5136497"/>
              <a:gd name="connsiteX18-517" fmla="*/ 190699 w 4720658"/>
              <a:gd name="connsiteY18-518" fmla="*/ 417353 h 5136497"/>
              <a:gd name="connsiteX0-519" fmla="*/ 21020 w 4550979"/>
              <a:gd name="connsiteY0-520" fmla="*/ 476180 h 5195324"/>
              <a:gd name="connsiteX1-521" fmla="*/ 2270234 w 4550979"/>
              <a:gd name="connsiteY1-522" fmla="*/ 297503 h 5195324"/>
              <a:gd name="connsiteX2-523" fmla="*/ 2333296 w 4550979"/>
              <a:gd name="connsiteY2-524" fmla="*/ 1726909 h 5195324"/>
              <a:gd name="connsiteX3-525" fmla="*/ 1587062 w 4550979"/>
              <a:gd name="connsiteY3-526" fmla="*/ 2178855 h 5195324"/>
              <a:gd name="connsiteX4-527" fmla="*/ 1450427 w 4550979"/>
              <a:gd name="connsiteY4-528" fmla="*/ 2725392 h 5195324"/>
              <a:gd name="connsiteX5-529" fmla="*/ 3026979 w 4550979"/>
              <a:gd name="connsiteY5-530" fmla="*/ 3345503 h 5195324"/>
              <a:gd name="connsiteX6-531" fmla="*/ 3499945 w 4550979"/>
              <a:gd name="connsiteY6-532" fmla="*/ 3124786 h 5195324"/>
              <a:gd name="connsiteX7-533" fmla="*/ 3699641 w 4550979"/>
              <a:gd name="connsiteY7-534" fmla="*/ 2851516 h 5195324"/>
              <a:gd name="connsiteX8-535" fmla="*/ 3720662 w 4550979"/>
              <a:gd name="connsiteY8-536" fmla="*/ 2515186 h 5195324"/>
              <a:gd name="connsiteX9-537" fmla="*/ 3678621 w 4550979"/>
              <a:gd name="connsiteY9-538" fmla="*/ 2315489 h 5195324"/>
              <a:gd name="connsiteX10-539" fmla="*/ 3584027 w 4550979"/>
              <a:gd name="connsiteY10-540" fmla="*/ 2136813 h 5195324"/>
              <a:gd name="connsiteX11-541" fmla="*/ 3342289 w 4550979"/>
              <a:gd name="connsiteY11-542" fmla="*/ 1979158 h 5195324"/>
              <a:gd name="connsiteX12-543" fmla="*/ 4393324 w 4550979"/>
              <a:gd name="connsiteY12-544" fmla="*/ 1842524 h 5195324"/>
              <a:gd name="connsiteX13-545" fmla="*/ 4550979 w 4550979"/>
              <a:gd name="connsiteY13-546" fmla="*/ 3177337 h 5195324"/>
              <a:gd name="connsiteX14-547" fmla="*/ 4403834 w 4550979"/>
              <a:gd name="connsiteY14-548" fmla="*/ 4816951 h 5195324"/>
              <a:gd name="connsiteX15-549" fmla="*/ 3394841 w 4550979"/>
              <a:gd name="connsiteY15-550" fmla="*/ 5195324 h 5195324"/>
              <a:gd name="connsiteX16-551" fmla="*/ 0 w 4550979"/>
              <a:gd name="connsiteY16-552" fmla="*/ 5153282 h 5195324"/>
              <a:gd name="connsiteX17-553" fmla="*/ 21020 w 4550979"/>
              <a:gd name="connsiteY17-554" fmla="*/ 476180 h 5195324"/>
              <a:gd name="connsiteX0-555" fmla="*/ 21020 w 4550979"/>
              <a:gd name="connsiteY0-556" fmla="*/ 258442 h 4977586"/>
              <a:gd name="connsiteX1-557" fmla="*/ 2270234 w 4550979"/>
              <a:gd name="connsiteY1-558" fmla="*/ 79765 h 4977586"/>
              <a:gd name="connsiteX2-559" fmla="*/ 2333296 w 4550979"/>
              <a:gd name="connsiteY2-560" fmla="*/ 1509171 h 4977586"/>
              <a:gd name="connsiteX3-561" fmla="*/ 1587062 w 4550979"/>
              <a:gd name="connsiteY3-562" fmla="*/ 1961117 h 4977586"/>
              <a:gd name="connsiteX4-563" fmla="*/ 1450427 w 4550979"/>
              <a:gd name="connsiteY4-564" fmla="*/ 2507654 h 4977586"/>
              <a:gd name="connsiteX5-565" fmla="*/ 3026979 w 4550979"/>
              <a:gd name="connsiteY5-566" fmla="*/ 3127765 h 4977586"/>
              <a:gd name="connsiteX6-567" fmla="*/ 3499945 w 4550979"/>
              <a:gd name="connsiteY6-568" fmla="*/ 2907048 h 4977586"/>
              <a:gd name="connsiteX7-569" fmla="*/ 3699641 w 4550979"/>
              <a:gd name="connsiteY7-570" fmla="*/ 2633778 h 4977586"/>
              <a:gd name="connsiteX8-571" fmla="*/ 3720662 w 4550979"/>
              <a:gd name="connsiteY8-572" fmla="*/ 2297448 h 4977586"/>
              <a:gd name="connsiteX9-573" fmla="*/ 3678621 w 4550979"/>
              <a:gd name="connsiteY9-574" fmla="*/ 2097751 h 4977586"/>
              <a:gd name="connsiteX10-575" fmla="*/ 3584027 w 4550979"/>
              <a:gd name="connsiteY10-576" fmla="*/ 1919075 h 4977586"/>
              <a:gd name="connsiteX11-577" fmla="*/ 3342289 w 4550979"/>
              <a:gd name="connsiteY11-578" fmla="*/ 1761420 h 4977586"/>
              <a:gd name="connsiteX12-579" fmla="*/ 4393324 w 4550979"/>
              <a:gd name="connsiteY12-580" fmla="*/ 1624786 h 4977586"/>
              <a:gd name="connsiteX13-581" fmla="*/ 4550979 w 4550979"/>
              <a:gd name="connsiteY13-582" fmla="*/ 2959599 h 4977586"/>
              <a:gd name="connsiteX14-583" fmla="*/ 4403834 w 4550979"/>
              <a:gd name="connsiteY14-584" fmla="*/ 4599213 h 4977586"/>
              <a:gd name="connsiteX15-585" fmla="*/ 3394841 w 4550979"/>
              <a:gd name="connsiteY15-586" fmla="*/ 4977586 h 4977586"/>
              <a:gd name="connsiteX16-587" fmla="*/ 0 w 4550979"/>
              <a:gd name="connsiteY16-588" fmla="*/ 4935544 h 4977586"/>
              <a:gd name="connsiteX17-589" fmla="*/ 21020 w 4550979"/>
              <a:gd name="connsiteY17-590" fmla="*/ 258442 h 4977586"/>
              <a:gd name="connsiteX0-591" fmla="*/ 21020 w 4550979"/>
              <a:gd name="connsiteY0-592" fmla="*/ 178677 h 4897821"/>
              <a:gd name="connsiteX1-593" fmla="*/ 2270234 w 4550979"/>
              <a:gd name="connsiteY1-594" fmla="*/ 0 h 4897821"/>
              <a:gd name="connsiteX2-595" fmla="*/ 2333296 w 4550979"/>
              <a:gd name="connsiteY2-596" fmla="*/ 1429406 h 4897821"/>
              <a:gd name="connsiteX3-597" fmla="*/ 1587062 w 4550979"/>
              <a:gd name="connsiteY3-598" fmla="*/ 1881352 h 4897821"/>
              <a:gd name="connsiteX4-599" fmla="*/ 1450427 w 4550979"/>
              <a:gd name="connsiteY4-600" fmla="*/ 2427889 h 4897821"/>
              <a:gd name="connsiteX5-601" fmla="*/ 3026979 w 4550979"/>
              <a:gd name="connsiteY5-602" fmla="*/ 3048000 h 4897821"/>
              <a:gd name="connsiteX6-603" fmla="*/ 3499945 w 4550979"/>
              <a:gd name="connsiteY6-604" fmla="*/ 2827283 h 4897821"/>
              <a:gd name="connsiteX7-605" fmla="*/ 3699641 w 4550979"/>
              <a:gd name="connsiteY7-606" fmla="*/ 2554013 h 4897821"/>
              <a:gd name="connsiteX8-607" fmla="*/ 3720662 w 4550979"/>
              <a:gd name="connsiteY8-608" fmla="*/ 2217683 h 4897821"/>
              <a:gd name="connsiteX9-609" fmla="*/ 3678621 w 4550979"/>
              <a:gd name="connsiteY9-610" fmla="*/ 2017986 h 4897821"/>
              <a:gd name="connsiteX10-611" fmla="*/ 3584027 w 4550979"/>
              <a:gd name="connsiteY10-612" fmla="*/ 1839310 h 4897821"/>
              <a:gd name="connsiteX11-613" fmla="*/ 3342289 w 4550979"/>
              <a:gd name="connsiteY11-614" fmla="*/ 1681655 h 4897821"/>
              <a:gd name="connsiteX12-615" fmla="*/ 4393324 w 4550979"/>
              <a:gd name="connsiteY12-616" fmla="*/ 1545021 h 4897821"/>
              <a:gd name="connsiteX13-617" fmla="*/ 4550979 w 4550979"/>
              <a:gd name="connsiteY13-618" fmla="*/ 2879834 h 4897821"/>
              <a:gd name="connsiteX14-619" fmla="*/ 4403834 w 4550979"/>
              <a:gd name="connsiteY14-620" fmla="*/ 4519448 h 4897821"/>
              <a:gd name="connsiteX15-621" fmla="*/ 3394841 w 4550979"/>
              <a:gd name="connsiteY15-622" fmla="*/ 4897821 h 4897821"/>
              <a:gd name="connsiteX16-623" fmla="*/ 0 w 4550979"/>
              <a:gd name="connsiteY16-624" fmla="*/ 4855779 h 4897821"/>
              <a:gd name="connsiteX17-625" fmla="*/ 21020 w 4550979"/>
              <a:gd name="connsiteY17-626" fmla="*/ 178677 h 4897821"/>
              <a:gd name="connsiteX0-627" fmla="*/ 21020 w 4550979"/>
              <a:gd name="connsiteY0-628" fmla="*/ 178677 h 4897821"/>
              <a:gd name="connsiteX1-629" fmla="*/ 2270234 w 4550979"/>
              <a:gd name="connsiteY1-630" fmla="*/ 0 h 4897821"/>
              <a:gd name="connsiteX2-631" fmla="*/ 2333296 w 4550979"/>
              <a:gd name="connsiteY2-632" fmla="*/ 1429406 h 4897821"/>
              <a:gd name="connsiteX3-633" fmla="*/ 1587062 w 4550979"/>
              <a:gd name="connsiteY3-634" fmla="*/ 1881352 h 4897821"/>
              <a:gd name="connsiteX4-635" fmla="*/ 1450427 w 4550979"/>
              <a:gd name="connsiteY4-636" fmla="*/ 2427889 h 4897821"/>
              <a:gd name="connsiteX5-637" fmla="*/ 3026979 w 4550979"/>
              <a:gd name="connsiteY5-638" fmla="*/ 3048000 h 4897821"/>
              <a:gd name="connsiteX6-639" fmla="*/ 3443339 w 4550979"/>
              <a:gd name="connsiteY6-640" fmla="*/ 2779385 h 4897821"/>
              <a:gd name="connsiteX7-641" fmla="*/ 3699641 w 4550979"/>
              <a:gd name="connsiteY7-642" fmla="*/ 2554013 h 4897821"/>
              <a:gd name="connsiteX8-643" fmla="*/ 3720662 w 4550979"/>
              <a:gd name="connsiteY8-644" fmla="*/ 2217683 h 4897821"/>
              <a:gd name="connsiteX9-645" fmla="*/ 3678621 w 4550979"/>
              <a:gd name="connsiteY9-646" fmla="*/ 2017986 h 4897821"/>
              <a:gd name="connsiteX10-647" fmla="*/ 3584027 w 4550979"/>
              <a:gd name="connsiteY10-648" fmla="*/ 1839310 h 4897821"/>
              <a:gd name="connsiteX11-649" fmla="*/ 3342289 w 4550979"/>
              <a:gd name="connsiteY11-650" fmla="*/ 1681655 h 4897821"/>
              <a:gd name="connsiteX12-651" fmla="*/ 4393324 w 4550979"/>
              <a:gd name="connsiteY12-652" fmla="*/ 1545021 h 4897821"/>
              <a:gd name="connsiteX13-653" fmla="*/ 4550979 w 4550979"/>
              <a:gd name="connsiteY13-654" fmla="*/ 2879834 h 4897821"/>
              <a:gd name="connsiteX14-655" fmla="*/ 4403834 w 4550979"/>
              <a:gd name="connsiteY14-656" fmla="*/ 4519448 h 4897821"/>
              <a:gd name="connsiteX15-657" fmla="*/ 3394841 w 4550979"/>
              <a:gd name="connsiteY15-658" fmla="*/ 4897821 h 4897821"/>
              <a:gd name="connsiteX16-659" fmla="*/ 0 w 4550979"/>
              <a:gd name="connsiteY16-660" fmla="*/ 4855779 h 4897821"/>
              <a:gd name="connsiteX17-661" fmla="*/ 21020 w 4550979"/>
              <a:gd name="connsiteY17-662" fmla="*/ 178677 h 4897821"/>
              <a:gd name="connsiteX0-663" fmla="*/ 21020 w 4550979"/>
              <a:gd name="connsiteY0-664" fmla="*/ 178677 h 4897821"/>
              <a:gd name="connsiteX1-665" fmla="*/ 2270234 w 4550979"/>
              <a:gd name="connsiteY1-666" fmla="*/ 0 h 4897821"/>
              <a:gd name="connsiteX2-667" fmla="*/ 2333296 w 4550979"/>
              <a:gd name="connsiteY2-668" fmla="*/ 1429406 h 4897821"/>
              <a:gd name="connsiteX3-669" fmla="*/ 1587062 w 4550979"/>
              <a:gd name="connsiteY3-670" fmla="*/ 1881352 h 4897821"/>
              <a:gd name="connsiteX4-671" fmla="*/ 1450427 w 4550979"/>
              <a:gd name="connsiteY4-672" fmla="*/ 2427889 h 4897821"/>
              <a:gd name="connsiteX5-673" fmla="*/ 3044396 w 4550979"/>
              <a:gd name="connsiteY5-674" fmla="*/ 2786743 h 4897821"/>
              <a:gd name="connsiteX6-675" fmla="*/ 3443339 w 4550979"/>
              <a:gd name="connsiteY6-676" fmla="*/ 2779385 h 4897821"/>
              <a:gd name="connsiteX7-677" fmla="*/ 3699641 w 4550979"/>
              <a:gd name="connsiteY7-678" fmla="*/ 2554013 h 4897821"/>
              <a:gd name="connsiteX8-679" fmla="*/ 3720662 w 4550979"/>
              <a:gd name="connsiteY8-680" fmla="*/ 2217683 h 4897821"/>
              <a:gd name="connsiteX9-681" fmla="*/ 3678621 w 4550979"/>
              <a:gd name="connsiteY9-682" fmla="*/ 2017986 h 4897821"/>
              <a:gd name="connsiteX10-683" fmla="*/ 3584027 w 4550979"/>
              <a:gd name="connsiteY10-684" fmla="*/ 1839310 h 4897821"/>
              <a:gd name="connsiteX11-685" fmla="*/ 3342289 w 4550979"/>
              <a:gd name="connsiteY11-686" fmla="*/ 1681655 h 4897821"/>
              <a:gd name="connsiteX12-687" fmla="*/ 4393324 w 4550979"/>
              <a:gd name="connsiteY12-688" fmla="*/ 1545021 h 4897821"/>
              <a:gd name="connsiteX13-689" fmla="*/ 4550979 w 4550979"/>
              <a:gd name="connsiteY13-690" fmla="*/ 2879834 h 4897821"/>
              <a:gd name="connsiteX14-691" fmla="*/ 4403834 w 4550979"/>
              <a:gd name="connsiteY14-692" fmla="*/ 4519448 h 4897821"/>
              <a:gd name="connsiteX15-693" fmla="*/ 3394841 w 4550979"/>
              <a:gd name="connsiteY15-694" fmla="*/ 4897821 h 4897821"/>
              <a:gd name="connsiteX16-695" fmla="*/ 0 w 4550979"/>
              <a:gd name="connsiteY16-696" fmla="*/ 4855779 h 4897821"/>
              <a:gd name="connsiteX17-697" fmla="*/ 21020 w 4550979"/>
              <a:gd name="connsiteY17-698" fmla="*/ 178677 h 4897821"/>
              <a:gd name="connsiteX0-699" fmla="*/ 21020 w 4550979"/>
              <a:gd name="connsiteY0-700" fmla="*/ 178677 h 4897821"/>
              <a:gd name="connsiteX1-701" fmla="*/ 2270234 w 4550979"/>
              <a:gd name="connsiteY1-702" fmla="*/ 0 h 4897821"/>
              <a:gd name="connsiteX2-703" fmla="*/ 2333296 w 4550979"/>
              <a:gd name="connsiteY2-704" fmla="*/ 1429406 h 4897821"/>
              <a:gd name="connsiteX3-705" fmla="*/ 1587062 w 4550979"/>
              <a:gd name="connsiteY3-706" fmla="*/ 1881352 h 4897821"/>
              <a:gd name="connsiteX4-707" fmla="*/ 1450427 w 4550979"/>
              <a:gd name="connsiteY4-708" fmla="*/ 2427889 h 4897821"/>
              <a:gd name="connsiteX5-709" fmla="*/ 3109710 w 4550979"/>
              <a:gd name="connsiteY5-710" fmla="*/ 2969623 h 4897821"/>
              <a:gd name="connsiteX6-711" fmla="*/ 3443339 w 4550979"/>
              <a:gd name="connsiteY6-712" fmla="*/ 2779385 h 4897821"/>
              <a:gd name="connsiteX7-713" fmla="*/ 3699641 w 4550979"/>
              <a:gd name="connsiteY7-714" fmla="*/ 2554013 h 4897821"/>
              <a:gd name="connsiteX8-715" fmla="*/ 3720662 w 4550979"/>
              <a:gd name="connsiteY8-716" fmla="*/ 2217683 h 4897821"/>
              <a:gd name="connsiteX9-717" fmla="*/ 3678621 w 4550979"/>
              <a:gd name="connsiteY9-718" fmla="*/ 2017986 h 4897821"/>
              <a:gd name="connsiteX10-719" fmla="*/ 3584027 w 4550979"/>
              <a:gd name="connsiteY10-720" fmla="*/ 1839310 h 4897821"/>
              <a:gd name="connsiteX11-721" fmla="*/ 3342289 w 4550979"/>
              <a:gd name="connsiteY11-722" fmla="*/ 1681655 h 4897821"/>
              <a:gd name="connsiteX12-723" fmla="*/ 4393324 w 4550979"/>
              <a:gd name="connsiteY12-724" fmla="*/ 1545021 h 4897821"/>
              <a:gd name="connsiteX13-725" fmla="*/ 4550979 w 4550979"/>
              <a:gd name="connsiteY13-726" fmla="*/ 2879834 h 4897821"/>
              <a:gd name="connsiteX14-727" fmla="*/ 4403834 w 4550979"/>
              <a:gd name="connsiteY14-728" fmla="*/ 4519448 h 4897821"/>
              <a:gd name="connsiteX15-729" fmla="*/ 3394841 w 4550979"/>
              <a:gd name="connsiteY15-730" fmla="*/ 4897821 h 4897821"/>
              <a:gd name="connsiteX16-731" fmla="*/ 0 w 4550979"/>
              <a:gd name="connsiteY16-732" fmla="*/ 4855779 h 4897821"/>
              <a:gd name="connsiteX17-733" fmla="*/ 21020 w 4550979"/>
              <a:gd name="connsiteY17-734" fmla="*/ 178677 h 4897821"/>
              <a:gd name="connsiteX0-735" fmla="*/ 21020 w 4550979"/>
              <a:gd name="connsiteY0-736" fmla="*/ 178677 h 4897821"/>
              <a:gd name="connsiteX1-737" fmla="*/ 2270234 w 4550979"/>
              <a:gd name="connsiteY1-738" fmla="*/ 0 h 4897821"/>
              <a:gd name="connsiteX2-739" fmla="*/ 2333296 w 4550979"/>
              <a:gd name="connsiteY2-740" fmla="*/ 1429406 h 4897821"/>
              <a:gd name="connsiteX3-741" fmla="*/ 1587062 w 4550979"/>
              <a:gd name="connsiteY3-742" fmla="*/ 1881352 h 4897821"/>
              <a:gd name="connsiteX4-743" fmla="*/ 1450427 w 4550979"/>
              <a:gd name="connsiteY4-744" fmla="*/ 2427889 h 4897821"/>
              <a:gd name="connsiteX5-745" fmla="*/ 3109710 w 4550979"/>
              <a:gd name="connsiteY5-746" fmla="*/ 2969623 h 4897821"/>
              <a:gd name="connsiteX6-747" fmla="*/ 3443339 w 4550979"/>
              <a:gd name="connsiteY6-748" fmla="*/ 2779385 h 4897821"/>
              <a:gd name="connsiteX7-749" fmla="*/ 3699641 w 4550979"/>
              <a:gd name="connsiteY7-750" fmla="*/ 2554013 h 4897821"/>
              <a:gd name="connsiteX8-751" fmla="*/ 3720662 w 4550979"/>
              <a:gd name="connsiteY8-752" fmla="*/ 2217683 h 4897821"/>
              <a:gd name="connsiteX9-753" fmla="*/ 3678621 w 4550979"/>
              <a:gd name="connsiteY9-754" fmla="*/ 2017986 h 4897821"/>
              <a:gd name="connsiteX10-755" fmla="*/ 3584027 w 4550979"/>
              <a:gd name="connsiteY10-756" fmla="*/ 1839310 h 4897821"/>
              <a:gd name="connsiteX11-757" fmla="*/ 3342289 w 4550979"/>
              <a:gd name="connsiteY11-758" fmla="*/ 1681655 h 4897821"/>
              <a:gd name="connsiteX12-759" fmla="*/ 4393324 w 4550979"/>
              <a:gd name="connsiteY12-760" fmla="*/ 1545021 h 4897821"/>
              <a:gd name="connsiteX13-761" fmla="*/ 4550979 w 4550979"/>
              <a:gd name="connsiteY13-762" fmla="*/ 2879834 h 4897821"/>
              <a:gd name="connsiteX14-763" fmla="*/ 4403834 w 4550979"/>
              <a:gd name="connsiteY14-764" fmla="*/ 4519448 h 4897821"/>
              <a:gd name="connsiteX15-765" fmla="*/ 3394841 w 4550979"/>
              <a:gd name="connsiteY15-766" fmla="*/ 4897821 h 4897821"/>
              <a:gd name="connsiteX16-767" fmla="*/ 0 w 4550979"/>
              <a:gd name="connsiteY16-768" fmla="*/ 4855779 h 4897821"/>
              <a:gd name="connsiteX17-769" fmla="*/ 21020 w 4550979"/>
              <a:gd name="connsiteY17-770" fmla="*/ 178677 h 4897821"/>
              <a:gd name="connsiteX0-771" fmla="*/ 21020 w 4550979"/>
              <a:gd name="connsiteY0-772" fmla="*/ 178677 h 4897821"/>
              <a:gd name="connsiteX1-773" fmla="*/ 2270234 w 4550979"/>
              <a:gd name="connsiteY1-774" fmla="*/ 0 h 4897821"/>
              <a:gd name="connsiteX2-775" fmla="*/ 2333296 w 4550979"/>
              <a:gd name="connsiteY2-776" fmla="*/ 1429406 h 4897821"/>
              <a:gd name="connsiteX3-777" fmla="*/ 1587062 w 4550979"/>
              <a:gd name="connsiteY3-778" fmla="*/ 1881352 h 4897821"/>
              <a:gd name="connsiteX4-779" fmla="*/ 1450427 w 4550979"/>
              <a:gd name="connsiteY4-780" fmla="*/ 2427889 h 4897821"/>
              <a:gd name="connsiteX5-781" fmla="*/ 3109710 w 4550979"/>
              <a:gd name="connsiteY5-782" fmla="*/ 2969623 h 4897821"/>
              <a:gd name="connsiteX6-783" fmla="*/ 3443339 w 4550979"/>
              <a:gd name="connsiteY6-784" fmla="*/ 2779385 h 4897821"/>
              <a:gd name="connsiteX7-785" fmla="*/ 3699641 w 4550979"/>
              <a:gd name="connsiteY7-786" fmla="*/ 2554013 h 4897821"/>
              <a:gd name="connsiteX8-787" fmla="*/ 3720662 w 4550979"/>
              <a:gd name="connsiteY8-788" fmla="*/ 2217683 h 4897821"/>
              <a:gd name="connsiteX9-789" fmla="*/ 3678621 w 4550979"/>
              <a:gd name="connsiteY9-790" fmla="*/ 2017986 h 4897821"/>
              <a:gd name="connsiteX10-791" fmla="*/ 3584027 w 4550979"/>
              <a:gd name="connsiteY10-792" fmla="*/ 1839310 h 4897821"/>
              <a:gd name="connsiteX11-793" fmla="*/ 3342289 w 4550979"/>
              <a:gd name="connsiteY11-794" fmla="*/ 1681655 h 4897821"/>
              <a:gd name="connsiteX12-795" fmla="*/ 4393324 w 4550979"/>
              <a:gd name="connsiteY12-796" fmla="*/ 1545021 h 4897821"/>
              <a:gd name="connsiteX13-797" fmla="*/ 4550979 w 4550979"/>
              <a:gd name="connsiteY13-798" fmla="*/ 2879834 h 4897821"/>
              <a:gd name="connsiteX14-799" fmla="*/ 4403834 w 4550979"/>
              <a:gd name="connsiteY14-800" fmla="*/ 4519448 h 4897821"/>
              <a:gd name="connsiteX15-801" fmla="*/ 3394841 w 4550979"/>
              <a:gd name="connsiteY15-802" fmla="*/ 4897821 h 4897821"/>
              <a:gd name="connsiteX16-803" fmla="*/ 0 w 4550979"/>
              <a:gd name="connsiteY16-804" fmla="*/ 4855779 h 4897821"/>
              <a:gd name="connsiteX17-805" fmla="*/ 21020 w 4550979"/>
              <a:gd name="connsiteY17-806" fmla="*/ 178677 h 4897821"/>
              <a:gd name="connsiteX0-807" fmla="*/ 21020 w 4550979"/>
              <a:gd name="connsiteY0-808" fmla="*/ 178677 h 4897821"/>
              <a:gd name="connsiteX1-809" fmla="*/ 2270234 w 4550979"/>
              <a:gd name="connsiteY1-810" fmla="*/ 0 h 4897821"/>
              <a:gd name="connsiteX2-811" fmla="*/ 2333296 w 4550979"/>
              <a:gd name="connsiteY2-812" fmla="*/ 1429406 h 4897821"/>
              <a:gd name="connsiteX3-813" fmla="*/ 1587062 w 4550979"/>
              <a:gd name="connsiteY3-814" fmla="*/ 1881352 h 4897821"/>
              <a:gd name="connsiteX4-815" fmla="*/ 1450427 w 4550979"/>
              <a:gd name="connsiteY4-816" fmla="*/ 2427889 h 4897821"/>
              <a:gd name="connsiteX5-817" fmla="*/ 3109710 w 4550979"/>
              <a:gd name="connsiteY5-818" fmla="*/ 2969623 h 4897821"/>
              <a:gd name="connsiteX6-819" fmla="*/ 3447693 w 4550979"/>
              <a:gd name="connsiteY6-820" fmla="*/ 2801156 h 4897821"/>
              <a:gd name="connsiteX7-821" fmla="*/ 3699641 w 4550979"/>
              <a:gd name="connsiteY7-822" fmla="*/ 2554013 h 4897821"/>
              <a:gd name="connsiteX8-823" fmla="*/ 3720662 w 4550979"/>
              <a:gd name="connsiteY8-824" fmla="*/ 2217683 h 4897821"/>
              <a:gd name="connsiteX9-825" fmla="*/ 3678621 w 4550979"/>
              <a:gd name="connsiteY9-826" fmla="*/ 2017986 h 4897821"/>
              <a:gd name="connsiteX10-827" fmla="*/ 3584027 w 4550979"/>
              <a:gd name="connsiteY10-828" fmla="*/ 1839310 h 4897821"/>
              <a:gd name="connsiteX11-829" fmla="*/ 3342289 w 4550979"/>
              <a:gd name="connsiteY11-830" fmla="*/ 1681655 h 4897821"/>
              <a:gd name="connsiteX12-831" fmla="*/ 4393324 w 4550979"/>
              <a:gd name="connsiteY12-832" fmla="*/ 1545021 h 4897821"/>
              <a:gd name="connsiteX13-833" fmla="*/ 4550979 w 4550979"/>
              <a:gd name="connsiteY13-834" fmla="*/ 2879834 h 4897821"/>
              <a:gd name="connsiteX14-835" fmla="*/ 4403834 w 4550979"/>
              <a:gd name="connsiteY14-836" fmla="*/ 4519448 h 4897821"/>
              <a:gd name="connsiteX15-837" fmla="*/ 3394841 w 4550979"/>
              <a:gd name="connsiteY15-838" fmla="*/ 4897821 h 4897821"/>
              <a:gd name="connsiteX16-839" fmla="*/ 0 w 4550979"/>
              <a:gd name="connsiteY16-840" fmla="*/ 4855779 h 4897821"/>
              <a:gd name="connsiteX17-841" fmla="*/ 21020 w 4550979"/>
              <a:gd name="connsiteY17-842" fmla="*/ 178677 h 4897821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  <a:cxn ang="0">
                <a:pos x="connsiteX7-15" y="connsiteY7-16"/>
              </a:cxn>
              <a:cxn ang="0">
                <a:pos x="connsiteX8-17" y="connsiteY8-18"/>
              </a:cxn>
              <a:cxn ang="0">
                <a:pos x="connsiteX9-19" y="connsiteY9-20"/>
              </a:cxn>
              <a:cxn ang="0">
                <a:pos x="connsiteX10-21" y="connsiteY10-22"/>
              </a:cxn>
              <a:cxn ang="0">
                <a:pos x="connsiteX11-23" y="connsiteY11-24"/>
              </a:cxn>
              <a:cxn ang="0">
                <a:pos x="connsiteX12-25" y="connsiteY12-26"/>
              </a:cxn>
              <a:cxn ang="0">
                <a:pos x="connsiteX13-27" y="connsiteY13-28"/>
              </a:cxn>
              <a:cxn ang="0">
                <a:pos x="connsiteX14-29" y="connsiteY14-30"/>
              </a:cxn>
              <a:cxn ang="0">
                <a:pos x="connsiteX15-31" y="connsiteY15-32"/>
              </a:cxn>
              <a:cxn ang="0">
                <a:pos x="connsiteX16-33" y="connsiteY16-34"/>
              </a:cxn>
              <a:cxn ang="0">
                <a:pos x="connsiteX17-35" y="connsiteY17-36"/>
              </a:cxn>
            </a:cxnLst>
            <a:rect l="l" t="t" r="r" b="b"/>
            <a:pathLst>
              <a:path w="4550979" h="4897821">
                <a:moveTo>
                  <a:pt x="21020" y="178677"/>
                </a:moveTo>
                <a:cubicBezTo>
                  <a:pt x="1030013" y="42043"/>
                  <a:pt x="1453930" y="54304"/>
                  <a:pt x="2270234" y="0"/>
                </a:cubicBezTo>
                <a:cubicBezTo>
                  <a:pt x="2291255" y="476469"/>
                  <a:pt x="1902372" y="963447"/>
                  <a:pt x="2333296" y="1429406"/>
                </a:cubicBezTo>
                <a:lnTo>
                  <a:pt x="1587062" y="1881352"/>
                </a:lnTo>
                <a:lnTo>
                  <a:pt x="1450427" y="2427889"/>
                </a:lnTo>
                <a:cubicBezTo>
                  <a:pt x="1681655" y="2998951"/>
                  <a:pt x="2604013" y="3143444"/>
                  <a:pt x="3109710" y="2969623"/>
                </a:cubicBezTo>
                <a:cubicBezTo>
                  <a:pt x="3247046" y="2914919"/>
                  <a:pt x="3336483" y="2864569"/>
                  <a:pt x="3447693" y="2801156"/>
                </a:cubicBezTo>
                <a:lnTo>
                  <a:pt x="3699641" y="2554013"/>
                </a:lnTo>
                <a:lnTo>
                  <a:pt x="3720662" y="2217683"/>
                </a:lnTo>
                <a:lnTo>
                  <a:pt x="3678621" y="2017986"/>
                </a:lnTo>
                <a:lnTo>
                  <a:pt x="3584027" y="1839310"/>
                </a:lnTo>
                <a:lnTo>
                  <a:pt x="3342289" y="1681655"/>
                </a:lnTo>
                <a:lnTo>
                  <a:pt x="4393324" y="1545021"/>
                </a:lnTo>
                <a:lnTo>
                  <a:pt x="4550979" y="2879834"/>
                </a:lnTo>
                <a:lnTo>
                  <a:pt x="4403834" y="4519448"/>
                </a:lnTo>
                <a:lnTo>
                  <a:pt x="3394841" y="4897821"/>
                </a:lnTo>
                <a:lnTo>
                  <a:pt x="0" y="4855779"/>
                </a:lnTo>
                <a:cubicBezTo>
                  <a:pt x="7007" y="3296745"/>
                  <a:pt x="14013" y="1737711"/>
                  <a:pt x="21020" y="178677"/>
                </a:cubicBezTo>
                <a:close/>
              </a:path>
            </a:pathLst>
          </a:custGeom>
          <a:solidFill>
            <a:schemeClr val="bg1">
              <a:alpha val="71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43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引言：1-</a:t>
            </a:r>
            <a:fld id="{C4204591-24BD-A542-B9D5-F8D8A88D2FEE}" type="slidenum">
              <a:rPr lang="en-US" smtClean="0"/>
            </a:fld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/>
          <a:lstStyle/>
          <a:p>
            <a:r>
              <a:rPr lang="en-US" altLang="en-US" dirty="0">
                <a:ea typeface="MS PGothic" panose="020B0600070205080204" pitchFamily="34" charset="-128"/>
              </a:rPr>
              <a:t>网络核心的两个关键功能</a:t>
            </a:r>
            <a:endParaRPr lang="en-US" dirty="0"/>
          </a:p>
        </p:txBody>
      </p:sp>
      <p:sp>
        <p:nvSpPr>
          <p:cNvPr id="555" name="Freeform 2"/>
          <p:cNvSpPr/>
          <p:nvPr/>
        </p:nvSpPr>
        <p:spPr bwMode="auto">
          <a:xfrm>
            <a:off x="5006052" y="4251228"/>
            <a:ext cx="2848871" cy="1480906"/>
          </a:xfrm>
          <a:custGeom>
            <a:avLst/>
            <a:gdLst>
              <a:gd name="T0" fmla="*/ 2147483647 w 1794"/>
              <a:gd name="T1" fmla="*/ 2147483647 h 933"/>
              <a:gd name="T2" fmla="*/ 2147483647 w 1794"/>
              <a:gd name="T3" fmla="*/ 2147483647 h 933"/>
              <a:gd name="T4" fmla="*/ 2147483647 w 1794"/>
              <a:gd name="T5" fmla="*/ 2147483647 h 933"/>
              <a:gd name="T6" fmla="*/ 2147483647 w 1794"/>
              <a:gd name="T7" fmla="*/ 2147483647 h 933"/>
              <a:gd name="T8" fmla="*/ 2147483647 w 1794"/>
              <a:gd name="T9" fmla="*/ 2147483647 h 933"/>
              <a:gd name="T10" fmla="*/ 2147483647 w 1794"/>
              <a:gd name="T11" fmla="*/ 2147483647 h 933"/>
              <a:gd name="T12" fmla="*/ 2147483647 w 1794"/>
              <a:gd name="T13" fmla="*/ 2147483647 h 933"/>
              <a:gd name="T14" fmla="*/ 2147483647 w 1794"/>
              <a:gd name="T15" fmla="*/ 2147483647 h 933"/>
              <a:gd name="T16" fmla="*/ 2147483647 w 1794"/>
              <a:gd name="T17" fmla="*/ 2147483647 h 933"/>
              <a:gd name="T18" fmla="*/ 2147483647 w 1794"/>
              <a:gd name="T19" fmla="*/ 2147483647 h 933"/>
              <a:gd name="T20" fmla="*/ 2147483647 w 1794"/>
              <a:gd name="T21" fmla="*/ 2147483647 h 933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1794"/>
              <a:gd name="T34" fmla="*/ 0 h 933"/>
              <a:gd name="T35" fmla="*/ 1794 w 1794"/>
              <a:gd name="T36" fmla="*/ 933 h 933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1794" h="933">
                <a:moveTo>
                  <a:pt x="6" y="483"/>
                </a:moveTo>
                <a:cubicBezTo>
                  <a:pt x="0" y="365"/>
                  <a:pt x="16" y="189"/>
                  <a:pt x="108" y="125"/>
                </a:cubicBezTo>
                <a:cubicBezTo>
                  <a:pt x="200" y="61"/>
                  <a:pt x="389" y="116"/>
                  <a:pt x="559" y="100"/>
                </a:cubicBezTo>
                <a:cubicBezTo>
                  <a:pt x="729" y="84"/>
                  <a:pt x="935" y="0"/>
                  <a:pt x="1128" y="29"/>
                </a:cubicBezTo>
                <a:cubicBezTo>
                  <a:pt x="1321" y="58"/>
                  <a:pt x="1638" y="142"/>
                  <a:pt x="1716" y="275"/>
                </a:cubicBezTo>
                <a:cubicBezTo>
                  <a:pt x="1794" y="408"/>
                  <a:pt x="1652" y="721"/>
                  <a:pt x="1596" y="827"/>
                </a:cubicBezTo>
                <a:cubicBezTo>
                  <a:pt x="1540" y="933"/>
                  <a:pt x="1506" y="894"/>
                  <a:pt x="1380" y="911"/>
                </a:cubicBezTo>
                <a:cubicBezTo>
                  <a:pt x="1254" y="928"/>
                  <a:pt x="1001" y="929"/>
                  <a:pt x="840" y="929"/>
                </a:cubicBezTo>
                <a:cubicBezTo>
                  <a:pt x="679" y="929"/>
                  <a:pt x="530" y="927"/>
                  <a:pt x="414" y="911"/>
                </a:cubicBezTo>
                <a:cubicBezTo>
                  <a:pt x="298" y="895"/>
                  <a:pt x="211" y="903"/>
                  <a:pt x="143" y="832"/>
                </a:cubicBezTo>
                <a:cubicBezTo>
                  <a:pt x="75" y="761"/>
                  <a:pt x="4" y="624"/>
                  <a:pt x="6" y="483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556" name="Freeform 6"/>
          <p:cNvSpPr/>
          <p:nvPr/>
        </p:nvSpPr>
        <p:spPr bwMode="auto">
          <a:xfrm>
            <a:off x="5644427" y="4554393"/>
            <a:ext cx="543096" cy="295229"/>
          </a:xfrm>
          <a:custGeom>
            <a:avLst/>
            <a:gdLst>
              <a:gd name="T0" fmla="*/ 0 w 342"/>
              <a:gd name="T1" fmla="*/ 2147483647 h 186"/>
              <a:gd name="T2" fmla="*/ 2147483647 w 342"/>
              <a:gd name="T3" fmla="*/ 0 h 186"/>
              <a:gd name="T4" fmla="*/ 0 60000 65536"/>
              <a:gd name="T5" fmla="*/ 0 60000 65536"/>
              <a:gd name="T6" fmla="*/ 0 w 342"/>
              <a:gd name="T7" fmla="*/ 0 h 186"/>
              <a:gd name="T8" fmla="*/ 342 w 342"/>
              <a:gd name="T9" fmla="*/ 186 h 18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42" h="186">
                <a:moveTo>
                  <a:pt x="0" y="186"/>
                </a:moveTo>
                <a:lnTo>
                  <a:pt x="342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563" name="Freeform 91"/>
          <p:cNvSpPr/>
          <p:nvPr/>
        </p:nvSpPr>
        <p:spPr bwMode="auto">
          <a:xfrm>
            <a:off x="6686155" y="4548044"/>
            <a:ext cx="504984" cy="307927"/>
          </a:xfrm>
          <a:custGeom>
            <a:avLst/>
            <a:gdLst>
              <a:gd name="T0" fmla="*/ 0 w 318"/>
              <a:gd name="T1" fmla="*/ 0 h 194"/>
              <a:gd name="T2" fmla="*/ 2147483647 w 318"/>
              <a:gd name="T3" fmla="*/ 2147483647 h 194"/>
              <a:gd name="T4" fmla="*/ 0 60000 65536"/>
              <a:gd name="T5" fmla="*/ 0 60000 65536"/>
              <a:gd name="T6" fmla="*/ 0 w 318"/>
              <a:gd name="T7" fmla="*/ 0 h 194"/>
              <a:gd name="T8" fmla="*/ 318 w 318"/>
              <a:gd name="T9" fmla="*/ 194 h 19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18" h="194">
                <a:moveTo>
                  <a:pt x="0" y="0"/>
                </a:moveTo>
                <a:lnTo>
                  <a:pt x="318" y="194"/>
                </a:lnTo>
              </a:path>
            </a:pathLst>
          </a:custGeom>
          <a:noFill/>
          <a:ln w="12700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564" name="Freeform 92"/>
          <p:cNvSpPr/>
          <p:nvPr/>
        </p:nvSpPr>
        <p:spPr bwMode="auto">
          <a:xfrm>
            <a:off x="5620607" y="4940095"/>
            <a:ext cx="481164" cy="238088"/>
          </a:xfrm>
          <a:custGeom>
            <a:avLst/>
            <a:gdLst>
              <a:gd name="T0" fmla="*/ 0 w 294"/>
              <a:gd name="T1" fmla="*/ 0 h 174"/>
              <a:gd name="T2" fmla="*/ 2147483647 w 294"/>
              <a:gd name="T3" fmla="*/ 2147483647 h 174"/>
              <a:gd name="T4" fmla="*/ 0 60000 65536"/>
              <a:gd name="T5" fmla="*/ 0 60000 65536"/>
              <a:gd name="T6" fmla="*/ 0 w 294"/>
              <a:gd name="T7" fmla="*/ 0 h 174"/>
              <a:gd name="T8" fmla="*/ 294 w 294"/>
              <a:gd name="T9" fmla="*/ 174 h 17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294" h="174">
                <a:moveTo>
                  <a:pt x="0" y="0"/>
                </a:moveTo>
                <a:lnTo>
                  <a:pt x="294" y="174"/>
                </a:lnTo>
              </a:path>
            </a:pathLst>
          </a:custGeom>
          <a:noFill/>
          <a:ln w="12700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565" name="Freeform 93"/>
          <p:cNvSpPr/>
          <p:nvPr/>
        </p:nvSpPr>
        <p:spPr bwMode="auto">
          <a:xfrm>
            <a:off x="6568643" y="4916286"/>
            <a:ext cx="628848" cy="247611"/>
          </a:xfrm>
          <a:custGeom>
            <a:avLst/>
            <a:gdLst>
              <a:gd name="T0" fmla="*/ 0 w 378"/>
              <a:gd name="T1" fmla="*/ 2147483647 h 174"/>
              <a:gd name="T2" fmla="*/ 2147483647 w 378"/>
              <a:gd name="T3" fmla="*/ 0 h 174"/>
              <a:gd name="T4" fmla="*/ 0 60000 65536"/>
              <a:gd name="T5" fmla="*/ 0 60000 65536"/>
              <a:gd name="T6" fmla="*/ 0 w 378"/>
              <a:gd name="T7" fmla="*/ 0 h 174"/>
              <a:gd name="T8" fmla="*/ 378 w 378"/>
              <a:gd name="T9" fmla="*/ 174 h 17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78" h="174">
                <a:moveTo>
                  <a:pt x="0" y="174"/>
                </a:moveTo>
                <a:lnTo>
                  <a:pt x="378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566" name="Freeform 94"/>
          <p:cNvSpPr/>
          <p:nvPr/>
        </p:nvSpPr>
        <p:spPr bwMode="auto">
          <a:xfrm>
            <a:off x="7235603" y="4970253"/>
            <a:ext cx="206440" cy="507920"/>
          </a:xfrm>
          <a:custGeom>
            <a:avLst/>
            <a:gdLst>
              <a:gd name="T0" fmla="*/ 0 w 118"/>
              <a:gd name="T1" fmla="*/ 2147483647 h 500"/>
              <a:gd name="T2" fmla="*/ 2147483647 w 118"/>
              <a:gd name="T3" fmla="*/ 0 h 500"/>
              <a:gd name="T4" fmla="*/ 0 60000 65536"/>
              <a:gd name="T5" fmla="*/ 0 60000 65536"/>
              <a:gd name="T6" fmla="*/ 0 w 118"/>
              <a:gd name="T7" fmla="*/ 0 h 500"/>
              <a:gd name="T8" fmla="*/ 118 w 118"/>
              <a:gd name="T9" fmla="*/ 500 h 500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18" h="500">
                <a:moveTo>
                  <a:pt x="0" y="500"/>
                </a:moveTo>
                <a:lnTo>
                  <a:pt x="118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567" name="Freeform 95"/>
          <p:cNvSpPr/>
          <p:nvPr/>
        </p:nvSpPr>
        <p:spPr bwMode="auto">
          <a:xfrm>
            <a:off x="6000139" y="5503569"/>
            <a:ext cx="736832" cy="74601"/>
          </a:xfrm>
          <a:custGeom>
            <a:avLst/>
            <a:gdLst>
              <a:gd name="T0" fmla="*/ 2147483647 w 370"/>
              <a:gd name="T1" fmla="*/ 2147483647 h 32"/>
              <a:gd name="T2" fmla="*/ 0 w 370"/>
              <a:gd name="T3" fmla="*/ 0 h 32"/>
              <a:gd name="T4" fmla="*/ 0 60000 65536"/>
              <a:gd name="T5" fmla="*/ 0 60000 65536"/>
              <a:gd name="T6" fmla="*/ 0 w 370"/>
              <a:gd name="T7" fmla="*/ 0 h 32"/>
              <a:gd name="T8" fmla="*/ 370 w 370"/>
              <a:gd name="T9" fmla="*/ 32 h 32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70" h="32">
                <a:moveTo>
                  <a:pt x="370" y="32"/>
                </a:moveTo>
                <a:lnTo>
                  <a:pt x="0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568" name="Freeform 96"/>
          <p:cNvSpPr/>
          <p:nvPr/>
        </p:nvSpPr>
        <p:spPr bwMode="auto">
          <a:xfrm>
            <a:off x="5463395" y="4963904"/>
            <a:ext cx="193736" cy="425383"/>
          </a:xfrm>
          <a:custGeom>
            <a:avLst/>
            <a:gdLst>
              <a:gd name="T0" fmla="*/ 2147483647 w 176"/>
              <a:gd name="T1" fmla="*/ 2147483647 h 412"/>
              <a:gd name="T2" fmla="*/ 2147483647 w 176"/>
              <a:gd name="T3" fmla="*/ 2147483647 h 412"/>
              <a:gd name="T4" fmla="*/ 0 w 176"/>
              <a:gd name="T5" fmla="*/ 0 h 412"/>
              <a:gd name="T6" fmla="*/ 0 60000 65536"/>
              <a:gd name="T7" fmla="*/ 0 60000 65536"/>
              <a:gd name="T8" fmla="*/ 0 60000 65536"/>
              <a:gd name="T9" fmla="*/ 0 w 176"/>
              <a:gd name="T10" fmla="*/ 0 h 412"/>
              <a:gd name="T11" fmla="*/ 176 w 176"/>
              <a:gd name="T12" fmla="*/ 412 h 412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76" h="412">
                <a:moveTo>
                  <a:pt x="162" y="408"/>
                </a:moveTo>
                <a:lnTo>
                  <a:pt x="176" y="412"/>
                </a:lnTo>
                <a:lnTo>
                  <a:pt x="0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/>
            </a:endParaRPr>
          </a:p>
        </p:txBody>
      </p:sp>
      <p:grpSp>
        <p:nvGrpSpPr>
          <p:cNvPr id="12" name="Group 11"/>
          <p:cNvGrpSpPr/>
          <p:nvPr/>
        </p:nvGrpSpPr>
        <p:grpSpPr>
          <a:xfrm>
            <a:off x="5240209" y="4473413"/>
            <a:ext cx="623918" cy="823754"/>
            <a:chOff x="5240209" y="4473413"/>
            <a:chExt cx="623918" cy="823754"/>
          </a:xfrm>
        </p:grpSpPr>
        <p:sp>
          <p:nvSpPr>
            <p:cNvPr id="569" name="Text Box 100"/>
            <p:cNvSpPr txBox="1">
              <a:spLocks noChangeArrowheads="1"/>
            </p:cNvSpPr>
            <p:nvPr/>
          </p:nvSpPr>
          <p:spPr bwMode="auto">
            <a:xfrm>
              <a:off x="5552962" y="4473413"/>
              <a:ext cx="311165" cy="3666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rPr>
                <a:t>1</a:t>
              </a: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570" name="Text Box 101"/>
            <p:cNvSpPr txBox="1">
              <a:spLocks noChangeArrowheads="1"/>
            </p:cNvSpPr>
            <p:nvPr/>
          </p:nvSpPr>
          <p:spPr bwMode="auto">
            <a:xfrm>
              <a:off x="5491046" y="4887671"/>
              <a:ext cx="296876" cy="3364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rPr>
                <a:t>2</a:t>
              </a:r>
              <a:endPara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571" name="Text Box 102"/>
            <p:cNvSpPr txBox="1">
              <a:spLocks noChangeArrowheads="1"/>
            </p:cNvSpPr>
            <p:nvPr/>
          </p:nvSpPr>
          <p:spPr bwMode="auto">
            <a:xfrm>
              <a:off x="5240209" y="4960682"/>
              <a:ext cx="296876" cy="3364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rPr>
                <a:t>3</a:t>
              </a:r>
              <a:endPara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</p:grpSp>
      <p:sp>
        <p:nvSpPr>
          <p:cNvPr id="574" name="Line 107"/>
          <p:cNvSpPr>
            <a:spLocks noChangeShapeType="1"/>
          </p:cNvSpPr>
          <p:nvPr/>
        </p:nvSpPr>
        <p:spPr bwMode="auto">
          <a:xfrm flipH="1">
            <a:off x="3738363" y="4863862"/>
            <a:ext cx="1408179" cy="914224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/>
            </a:endParaRPr>
          </a:p>
        </p:txBody>
      </p:sp>
      <p:grpSp>
        <p:nvGrpSpPr>
          <p:cNvPr id="11" name="Group 10"/>
          <p:cNvGrpSpPr/>
          <p:nvPr/>
        </p:nvGrpSpPr>
        <p:grpSpPr>
          <a:xfrm>
            <a:off x="2749550" y="5384964"/>
            <a:ext cx="2699778" cy="1236611"/>
            <a:chOff x="2749550" y="5384964"/>
            <a:chExt cx="2699778" cy="1236611"/>
          </a:xfrm>
        </p:grpSpPr>
        <p:grpSp>
          <p:nvGrpSpPr>
            <p:cNvPr id="572" name="Group 1"/>
            <p:cNvGrpSpPr/>
            <p:nvPr/>
          </p:nvGrpSpPr>
          <p:grpSpPr bwMode="auto">
            <a:xfrm rot="19587632">
              <a:off x="3755686" y="5384964"/>
              <a:ext cx="1447107" cy="274584"/>
              <a:chOff x="2437928" y="4584228"/>
              <a:chExt cx="1446652" cy="274627"/>
            </a:xfrm>
          </p:grpSpPr>
          <p:sp>
            <p:nvSpPr>
              <p:cNvPr id="623" name="Rectangle 98"/>
              <p:cNvSpPr>
                <a:spLocks noChangeArrowheads="1"/>
              </p:cNvSpPr>
              <p:nvPr/>
            </p:nvSpPr>
            <p:spPr bwMode="auto">
              <a:xfrm>
                <a:off x="2437928" y="4606491"/>
                <a:ext cx="1147455" cy="238116"/>
              </a:xfrm>
              <a:prstGeom prst="rect">
                <a:avLst/>
              </a:prstGeom>
              <a:solidFill>
                <a:srgbClr val="3333CC"/>
              </a:solidFill>
              <a:ln w="9525">
                <a:solidFill>
                  <a:srgbClr val="000000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624" name="Line 99"/>
              <p:cNvSpPr>
                <a:spLocks noChangeShapeType="1"/>
              </p:cNvSpPr>
              <p:nvPr/>
            </p:nvSpPr>
            <p:spPr bwMode="auto">
              <a:xfrm>
                <a:off x="3462418" y="4739659"/>
                <a:ext cx="422162" cy="0"/>
              </a:xfrm>
              <a:prstGeom prst="line">
                <a:avLst/>
              </a:prstGeom>
              <a:noFill/>
              <a:ln w="9525">
                <a:solidFill>
                  <a:srgbClr val="3333CC"/>
                </a:solidFill>
                <a:rou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625" name="Rectangle 104"/>
              <p:cNvSpPr>
                <a:spLocks noChangeArrowheads="1"/>
              </p:cNvSpPr>
              <p:nvPr/>
            </p:nvSpPr>
            <p:spPr bwMode="auto">
              <a:xfrm>
                <a:off x="3067594" y="4610052"/>
                <a:ext cx="426923" cy="239704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000000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626" name="Text Box 105"/>
              <p:cNvSpPr txBox="1">
                <a:spLocks noChangeArrowheads="1"/>
              </p:cNvSpPr>
              <p:nvPr/>
            </p:nvSpPr>
            <p:spPr bwMode="auto">
              <a:xfrm rot="289934">
                <a:off x="3019653" y="4584228"/>
                <a:ext cx="520561" cy="2746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/>
                  </a:rPr>
                  <a:t>0111</a:t>
                </a:r>
                <a:endPara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</p:grpSp>
        <p:sp>
          <p:nvSpPr>
            <p:cNvPr id="573" name="Text Box 106"/>
            <p:cNvSpPr txBox="1">
              <a:spLocks noChangeArrowheads="1"/>
            </p:cNvSpPr>
            <p:nvPr/>
          </p:nvSpPr>
          <p:spPr bwMode="auto">
            <a:xfrm>
              <a:off x="2749550" y="6036800"/>
              <a:ext cx="2699778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到达分组中的</a:t>
              </a:r>
              <a:endPara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目的地址（位于首部）</a:t>
              </a:r>
              <a:r>
                <a:rPr kumimoji="0" lang="en-US" altLang="ja-JP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/>
              </a:r>
              <a:endPara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575" name="Line 119"/>
            <p:cNvSpPr>
              <a:spLocks noChangeShapeType="1"/>
            </p:cNvSpPr>
            <p:nvPr/>
          </p:nvSpPr>
          <p:spPr bwMode="auto">
            <a:xfrm flipV="1">
              <a:off x="4633924" y="5622613"/>
              <a:ext cx="0" cy="50157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6355851" y="3632200"/>
            <a:ext cx="578032" cy="815847"/>
            <a:chOff x="6355851" y="3632200"/>
            <a:chExt cx="578032" cy="815847"/>
          </a:xfrm>
        </p:grpSpPr>
        <p:sp>
          <p:nvSpPr>
            <p:cNvPr id="577" name="Freeform 122"/>
            <p:cNvSpPr/>
            <p:nvPr/>
          </p:nvSpPr>
          <p:spPr bwMode="auto">
            <a:xfrm flipH="1">
              <a:off x="6355851" y="4076630"/>
              <a:ext cx="578032" cy="371417"/>
            </a:xfrm>
            <a:custGeom>
              <a:avLst/>
              <a:gdLst>
                <a:gd name="T0" fmla="*/ 0 w 1443"/>
                <a:gd name="T1" fmla="*/ 0 h 816"/>
                <a:gd name="T2" fmla="*/ 2147483647 w 1443"/>
                <a:gd name="T3" fmla="*/ 2147483647 h 816"/>
                <a:gd name="T4" fmla="*/ 2147483647 w 1443"/>
                <a:gd name="T5" fmla="*/ 2147483647 h 816"/>
                <a:gd name="T6" fmla="*/ 2147483647 w 1443"/>
                <a:gd name="T7" fmla="*/ 2147483647 h 816"/>
                <a:gd name="T8" fmla="*/ 0 w 1443"/>
                <a:gd name="T9" fmla="*/ 0 h 8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3"/>
                <a:gd name="T16" fmla="*/ 0 h 816"/>
                <a:gd name="T17" fmla="*/ 1443 w 1443"/>
                <a:gd name="T18" fmla="*/ 816 h 8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3" h="816">
                  <a:moveTo>
                    <a:pt x="0" y="0"/>
                  </a:moveTo>
                  <a:cubicBezTo>
                    <a:pt x="571" y="285"/>
                    <a:pt x="856" y="408"/>
                    <a:pt x="1076" y="782"/>
                  </a:cubicBezTo>
                  <a:cubicBezTo>
                    <a:pt x="1185" y="775"/>
                    <a:pt x="1220" y="816"/>
                    <a:pt x="1320" y="788"/>
                  </a:cubicBezTo>
                  <a:cubicBezTo>
                    <a:pt x="1264" y="347"/>
                    <a:pt x="1276" y="352"/>
                    <a:pt x="1443" y="5"/>
                  </a:cubicBezTo>
                  <a:cubicBezTo>
                    <a:pt x="867" y="5"/>
                    <a:pt x="233" y="0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85000"/>
                  </a:schemeClr>
                </a:gs>
                <a:gs pos="100000">
                  <a:srgbClr val="FFFFFF"/>
                </a:gs>
              </a:gsLst>
              <a:lin ang="5400000" scaled="1"/>
            </a:gra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grpSp>
          <p:nvGrpSpPr>
            <p:cNvPr id="581" name="Group 126"/>
            <p:cNvGrpSpPr/>
            <p:nvPr/>
          </p:nvGrpSpPr>
          <p:grpSpPr bwMode="auto">
            <a:xfrm>
              <a:off x="6363791" y="3632200"/>
              <a:ext cx="551036" cy="452367"/>
              <a:chOff x="2886" y="1668"/>
              <a:chExt cx="347" cy="285"/>
            </a:xfrm>
          </p:grpSpPr>
          <p:sp>
            <p:nvSpPr>
              <p:cNvPr id="615" name="Rectangle 127"/>
              <p:cNvSpPr>
                <a:spLocks noChangeArrowheads="1"/>
              </p:cNvSpPr>
              <p:nvPr/>
            </p:nvSpPr>
            <p:spPr bwMode="auto">
              <a:xfrm>
                <a:off x="2886" y="1668"/>
                <a:ext cx="347" cy="285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9525">
                <a:solidFill>
                  <a:srgbClr val="000000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616" name="Oval 128"/>
              <p:cNvSpPr>
                <a:spLocks noChangeArrowheads="1"/>
              </p:cNvSpPr>
              <p:nvPr/>
            </p:nvSpPr>
            <p:spPr bwMode="auto">
              <a:xfrm>
                <a:off x="2905" y="1674"/>
                <a:ext cx="314" cy="74"/>
              </a:xfrm>
              <a:prstGeom prst="ellipse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617" name="Rectangle 129"/>
              <p:cNvSpPr>
                <a:spLocks noChangeArrowheads="1"/>
              </p:cNvSpPr>
              <p:nvPr/>
            </p:nvSpPr>
            <p:spPr bwMode="auto">
              <a:xfrm>
                <a:off x="2913" y="1785"/>
                <a:ext cx="300" cy="156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618" name="Line 130"/>
              <p:cNvSpPr>
                <a:spLocks noChangeShapeType="1"/>
              </p:cNvSpPr>
              <p:nvPr/>
            </p:nvSpPr>
            <p:spPr bwMode="auto">
              <a:xfrm>
                <a:off x="3082" y="1811"/>
                <a:ext cx="1" cy="13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619" name="Line 131"/>
              <p:cNvSpPr>
                <a:spLocks noChangeShapeType="1"/>
              </p:cNvSpPr>
              <p:nvPr/>
            </p:nvSpPr>
            <p:spPr bwMode="auto">
              <a:xfrm>
                <a:off x="2913" y="1842"/>
                <a:ext cx="300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620" name="Line 132"/>
              <p:cNvSpPr>
                <a:spLocks noChangeShapeType="1"/>
              </p:cNvSpPr>
              <p:nvPr/>
            </p:nvSpPr>
            <p:spPr bwMode="auto">
              <a:xfrm>
                <a:off x="2912" y="1812"/>
                <a:ext cx="300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621" name="AutoShape 133"/>
              <p:cNvSpPr>
                <a:spLocks noChangeArrowheads="1"/>
              </p:cNvSpPr>
              <p:nvPr/>
            </p:nvSpPr>
            <p:spPr bwMode="auto">
              <a:xfrm rot="5400000">
                <a:off x="3051" y="1745"/>
                <a:ext cx="29" cy="41"/>
              </a:xfrm>
              <a:prstGeom prst="rightArrow">
                <a:avLst>
                  <a:gd name="adj1" fmla="val 51167"/>
                  <a:gd name="adj2" fmla="val 39736"/>
                </a:avLst>
              </a:prstGeom>
              <a:solidFill>
                <a:srgbClr val="3333CC"/>
              </a:solidFill>
              <a:ln w="9525">
                <a:solidFill>
                  <a:srgbClr val="000000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</p:grpSp>
      </p:grpSp>
      <p:grpSp>
        <p:nvGrpSpPr>
          <p:cNvPr id="9" name="Group 8"/>
          <p:cNvGrpSpPr/>
          <p:nvPr/>
        </p:nvGrpSpPr>
        <p:grpSpPr>
          <a:xfrm>
            <a:off x="7355160" y="3958273"/>
            <a:ext cx="578032" cy="822878"/>
            <a:chOff x="7355160" y="3958273"/>
            <a:chExt cx="578032" cy="822878"/>
          </a:xfrm>
        </p:grpSpPr>
        <p:sp>
          <p:nvSpPr>
            <p:cNvPr id="576" name="Freeform 121"/>
            <p:cNvSpPr/>
            <p:nvPr/>
          </p:nvSpPr>
          <p:spPr bwMode="auto">
            <a:xfrm flipH="1">
              <a:off x="7355160" y="4409734"/>
              <a:ext cx="578032" cy="371417"/>
            </a:xfrm>
            <a:custGeom>
              <a:avLst/>
              <a:gdLst>
                <a:gd name="T0" fmla="*/ 0 w 1443"/>
                <a:gd name="T1" fmla="*/ 0 h 816"/>
                <a:gd name="T2" fmla="*/ 2147483647 w 1443"/>
                <a:gd name="T3" fmla="*/ 2147483647 h 816"/>
                <a:gd name="T4" fmla="*/ 2147483647 w 1443"/>
                <a:gd name="T5" fmla="*/ 2147483647 h 816"/>
                <a:gd name="T6" fmla="*/ 2147483647 w 1443"/>
                <a:gd name="T7" fmla="*/ 2147483647 h 816"/>
                <a:gd name="T8" fmla="*/ 0 w 1443"/>
                <a:gd name="T9" fmla="*/ 0 h 8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3"/>
                <a:gd name="T16" fmla="*/ 0 h 816"/>
                <a:gd name="T17" fmla="*/ 1443 w 1443"/>
                <a:gd name="T18" fmla="*/ 816 h 8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3" h="816">
                  <a:moveTo>
                    <a:pt x="0" y="0"/>
                  </a:moveTo>
                  <a:cubicBezTo>
                    <a:pt x="571" y="285"/>
                    <a:pt x="856" y="408"/>
                    <a:pt x="1076" y="782"/>
                  </a:cubicBezTo>
                  <a:cubicBezTo>
                    <a:pt x="1185" y="775"/>
                    <a:pt x="1220" y="816"/>
                    <a:pt x="1320" y="788"/>
                  </a:cubicBezTo>
                  <a:cubicBezTo>
                    <a:pt x="1264" y="347"/>
                    <a:pt x="1276" y="352"/>
                    <a:pt x="1443" y="5"/>
                  </a:cubicBezTo>
                  <a:cubicBezTo>
                    <a:pt x="867" y="5"/>
                    <a:pt x="233" y="0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85000"/>
                  </a:schemeClr>
                </a:gs>
                <a:gs pos="100000">
                  <a:srgbClr val="FFFFFF"/>
                </a:gs>
              </a:gsLst>
              <a:lin ang="5400000" scaled="1"/>
            </a:gra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grpSp>
          <p:nvGrpSpPr>
            <p:cNvPr id="582" name="Group 134"/>
            <p:cNvGrpSpPr/>
            <p:nvPr/>
          </p:nvGrpSpPr>
          <p:grpSpPr bwMode="auto">
            <a:xfrm>
              <a:off x="7360606" y="3958273"/>
              <a:ext cx="551036" cy="452367"/>
              <a:chOff x="2886" y="1668"/>
              <a:chExt cx="347" cy="285"/>
            </a:xfrm>
          </p:grpSpPr>
          <p:sp>
            <p:nvSpPr>
              <p:cNvPr id="608" name="Rectangle 135"/>
              <p:cNvSpPr>
                <a:spLocks noChangeArrowheads="1"/>
              </p:cNvSpPr>
              <p:nvPr/>
            </p:nvSpPr>
            <p:spPr bwMode="auto">
              <a:xfrm>
                <a:off x="2886" y="1668"/>
                <a:ext cx="347" cy="285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9525">
                <a:solidFill>
                  <a:srgbClr val="000000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609" name="Oval 136"/>
              <p:cNvSpPr>
                <a:spLocks noChangeArrowheads="1"/>
              </p:cNvSpPr>
              <p:nvPr/>
            </p:nvSpPr>
            <p:spPr bwMode="auto">
              <a:xfrm>
                <a:off x="2905" y="1674"/>
                <a:ext cx="314" cy="74"/>
              </a:xfrm>
              <a:prstGeom prst="ellipse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610" name="Rectangle 137"/>
              <p:cNvSpPr>
                <a:spLocks noChangeArrowheads="1"/>
              </p:cNvSpPr>
              <p:nvPr/>
            </p:nvSpPr>
            <p:spPr bwMode="auto">
              <a:xfrm>
                <a:off x="2913" y="1785"/>
                <a:ext cx="300" cy="156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611" name="Line 138"/>
              <p:cNvSpPr>
                <a:spLocks noChangeShapeType="1"/>
              </p:cNvSpPr>
              <p:nvPr/>
            </p:nvSpPr>
            <p:spPr bwMode="auto">
              <a:xfrm>
                <a:off x="3082" y="1811"/>
                <a:ext cx="1" cy="13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612" name="Line 139"/>
              <p:cNvSpPr>
                <a:spLocks noChangeShapeType="1"/>
              </p:cNvSpPr>
              <p:nvPr/>
            </p:nvSpPr>
            <p:spPr bwMode="auto">
              <a:xfrm>
                <a:off x="2913" y="1842"/>
                <a:ext cx="300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613" name="Line 140"/>
              <p:cNvSpPr>
                <a:spLocks noChangeShapeType="1"/>
              </p:cNvSpPr>
              <p:nvPr/>
            </p:nvSpPr>
            <p:spPr bwMode="auto">
              <a:xfrm>
                <a:off x="2912" y="1812"/>
                <a:ext cx="300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614" name="AutoShape 141"/>
              <p:cNvSpPr>
                <a:spLocks noChangeArrowheads="1"/>
              </p:cNvSpPr>
              <p:nvPr/>
            </p:nvSpPr>
            <p:spPr bwMode="auto">
              <a:xfrm rot="5400000">
                <a:off x="3051" y="1745"/>
                <a:ext cx="29" cy="41"/>
              </a:xfrm>
              <a:prstGeom prst="rightArrow">
                <a:avLst>
                  <a:gd name="adj1" fmla="val 51167"/>
                  <a:gd name="adj2" fmla="val 39736"/>
                </a:avLst>
              </a:prstGeom>
              <a:solidFill>
                <a:srgbClr val="3333CC"/>
              </a:solidFill>
              <a:ln w="9525">
                <a:solidFill>
                  <a:srgbClr val="000000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</p:grpSp>
      </p:grpSp>
      <p:grpSp>
        <p:nvGrpSpPr>
          <p:cNvPr id="4" name="Group 3"/>
          <p:cNvGrpSpPr/>
          <p:nvPr/>
        </p:nvGrpSpPr>
        <p:grpSpPr>
          <a:xfrm>
            <a:off x="7006931" y="5622613"/>
            <a:ext cx="560563" cy="811086"/>
            <a:chOff x="7006931" y="5622613"/>
            <a:chExt cx="560563" cy="811086"/>
          </a:xfrm>
        </p:grpSpPr>
        <p:sp>
          <p:nvSpPr>
            <p:cNvPr id="578" name="Freeform 123"/>
            <p:cNvSpPr/>
            <p:nvPr/>
          </p:nvSpPr>
          <p:spPr bwMode="auto">
            <a:xfrm flipH="1" flipV="1">
              <a:off x="7024398" y="5622613"/>
              <a:ext cx="543096" cy="371417"/>
            </a:xfrm>
            <a:custGeom>
              <a:avLst/>
              <a:gdLst>
                <a:gd name="T0" fmla="*/ 0 w 1443"/>
                <a:gd name="T1" fmla="*/ 0 h 816"/>
                <a:gd name="T2" fmla="*/ 2147483647 w 1443"/>
                <a:gd name="T3" fmla="*/ 2147483647 h 816"/>
                <a:gd name="T4" fmla="*/ 2147483647 w 1443"/>
                <a:gd name="T5" fmla="*/ 2147483647 h 816"/>
                <a:gd name="T6" fmla="*/ 2147483647 w 1443"/>
                <a:gd name="T7" fmla="*/ 2147483647 h 816"/>
                <a:gd name="T8" fmla="*/ 0 w 1443"/>
                <a:gd name="T9" fmla="*/ 0 h 8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3"/>
                <a:gd name="T16" fmla="*/ 0 h 816"/>
                <a:gd name="T17" fmla="*/ 1443 w 1443"/>
                <a:gd name="T18" fmla="*/ 816 h 8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3" h="816">
                  <a:moveTo>
                    <a:pt x="0" y="0"/>
                  </a:moveTo>
                  <a:cubicBezTo>
                    <a:pt x="571" y="285"/>
                    <a:pt x="856" y="408"/>
                    <a:pt x="1076" y="782"/>
                  </a:cubicBezTo>
                  <a:cubicBezTo>
                    <a:pt x="1185" y="775"/>
                    <a:pt x="1220" y="816"/>
                    <a:pt x="1320" y="788"/>
                  </a:cubicBezTo>
                  <a:cubicBezTo>
                    <a:pt x="1264" y="347"/>
                    <a:pt x="1276" y="352"/>
                    <a:pt x="1443" y="5"/>
                  </a:cubicBezTo>
                  <a:cubicBezTo>
                    <a:pt x="867" y="5"/>
                    <a:pt x="233" y="0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85000"/>
                  </a:schemeClr>
                </a:gs>
                <a:gs pos="100000">
                  <a:srgbClr val="FFFFFF"/>
                </a:gs>
              </a:gsLst>
              <a:lin ang="5400000" scaled="1"/>
            </a:gra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601" name="Rectangle 143"/>
            <p:cNvSpPr>
              <a:spLocks noChangeArrowheads="1"/>
            </p:cNvSpPr>
            <p:nvPr/>
          </p:nvSpPr>
          <p:spPr bwMode="auto">
            <a:xfrm>
              <a:off x="7006931" y="5981332"/>
              <a:ext cx="551036" cy="452367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>
              <a:solidFill>
                <a:srgbClr val="000000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602" name="Oval 144"/>
            <p:cNvSpPr>
              <a:spLocks noChangeArrowheads="1"/>
            </p:cNvSpPr>
            <p:nvPr/>
          </p:nvSpPr>
          <p:spPr bwMode="auto">
            <a:xfrm>
              <a:off x="7037103" y="5990856"/>
              <a:ext cx="498632" cy="117457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603" name="Rectangle 145"/>
            <p:cNvSpPr>
              <a:spLocks noChangeArrowheads="1"/>
            </p:cNvSpPr>
            <p:nvPr/>
          </p:nvSpPr>
          <p:spPr bwMode="auto">
            <a:xfrm>
              <a:off x="7049807" y="6167041"/>
              <a:ext cx="476400" cy="247611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604" name="Line 146"/>
            <p:cNvSpPr>
              <a:spLocks noChangeShapeType="1"/>
            </p:cNvSpPr>
            <p:nvPr/>
          </p:nvSpPr>
          <p:spPr bwMode="auto">
            <a:xfrm>
              <a:off x="7318179" y="6208309"/>
              <a:ext cx="1588" cy="206343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605" name="Line 147"/>
            <p:cNvSpPr>
              <a:spLocks noChangeShapeType="1"/>
            </p:cNvSpPr>
            <p:nvPr/>
          </p:nvSpPr>
          <p:spPr bwMode="auto">
            <a:xfrm>
              <a:off x="7049807" y="6257514"/>
              <a:ext cx="476400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606" name="Line 148"/>
            <p:cNvSpPr>
              <a:spLocks noChangeShapeType="1"/>
            </p:cNvSpPr>
            <p:nvPr/>
          </p:nvSpPr>
          <p:spPr bwMode="auto">
            <a:xfrm>
              <a:off x="7048219" y="6209896"/>
              <a:ext cx="476400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607" name="AutoShape 149"/>
            <p:cNvSpPr>
              <a:spLocks noChangeArrowheads="1"/>
            </p:cNvSpPr>
            <p:nvPr/>
          </p:nvSpPr>
          <p:spPr bwMode="auto">
            <a:xfrm rot="5400000">
              <a:off x="7268962" y="6103535"/>
              <a:ext cx="46030" cy="65108"/>
            </a:xfrm>
            <a:prstGeom prst="rightArrow">
              <a:avLst>
                <a:gd name="adj1" fmla="val 51167"/>
                <a:gd name="adj2" fmla="val 39736"/>
              </a:avLst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6311387" y="5299841"/>
            <a:ext cx="553609" cy="931601"/>
            <a:chOff x="6311387" y="5299841"/>
            <a:chExt cx="553609" cy="931601"/>
          </a:xfrm>
        </p:grpSpPr>
        <p:sp>
          <p:nvSpPr>
            <p:cNvPr id="580" name="Freeform 125"/>
            <p:cNvSpPr/>
            <p:nvPr/>
          </p:nvSpPr>
          <p:spPr bwMode="auto">
            <a:xfrm flipH="1" flipV="1">
              <a:off x="6312396" y="5299841"/>
              <a:ext cx="552600" cy="477654"/>
            </a:xfrm>
            <a:custGeom>
              <a:avLst/>
              <a:gdLst>
                <a:gd name="T0" fmla="*/ 0 w 1443"/>
                <a:gd name="T1" fmla="*/ 0 h 816"/>
                <a:gd name="T2" fmla="*/ 2147483647 w 1443"/>
                <a:gd name="T3" fmla="*/ 2147483647 h 816"/>
                <a:gd name="T4" fmla="*/ 2147483647 w 1443"/>
                <a:gd name="T5" fmla="*/ 2147483647 h 816"/>
                <a:gd name="T6" fmla="*/ 2147483647 w 1443"/>
                <a:gd name="T7" fmla="*/ 2147483647 h 816"/>
                <a:gd name="T8" fmla="*/ 0 w 1443"/>
                <a:gd name="T9" fmla="*/ 0 h 8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3"/>
                <a:gd name="T16" fmla="*/ 0 h 816"/>
                <a:gd name="T17" fmla="*/ 1443 w 1443"/>
                <a:gd name="T18" fmla="*/ 816 h 816"/>
                <a:gd name="connsiteX0" fmla="*/ 0 w 10117"/>
                <a:gd name="connsiteY0" fmla="*/ 0 h 10550"/>
                <a:gd name="connsiteX1" fmla="*/ 7574 w 10117"/>
                <a:gd name="connsiteY1" fmla="*/ 10355 h 10550"/>
                <a:gd name="connsiteX2" fmla="*/ 9265 w 10117"/>
                <a:gd name="connsiteY2" fmla="*/ 10429 h 10550"/>
                <a:gd name="connsiteX3" fmla="*/ 10117 w 10117"/>
                <a:gd name="connsiteY3" fmla="*/ 833 h 10550"/>
                <a:gd name="connsiteX4" fmla="*/ 0 w 10117"/>
                <a:gd name="connsiteY4" fmla="*/ 0 h 10550"/>
                <a:gd name="connsiteX0-1" fmla="*/ 0 w 10175"/>
                <a:gd name="connsiteY0-2" fmla="*/ 9 h 10559"/>
                <a:gd name="connsiteX1-3" fmla="*/ 7574 w 10175"/>
                <a:gd name="connsiteY1-4" fmla="*/ 10364 h 10559"/>
                <a:gd name="connsiteX2-5" fmla="*/ 9265 w 10175"/>
                <a:gd name="connsiteY2-6" fmla="*/ 10438 h 10559"/>
                <a:gd name="connsiteX3-7" fmla="*/ 10175 w 10175"/>
                <a:gd name="connsiteY3-8" fmla="*/ 0 h 10559"/>
                <a:gd name="connsiteX4-9" fmla="*/ 0 w 10175"/>
                <a:gd name="connsiteY4-10" fmla="*/ 9 h 10559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</a:cxnLst>
              <a:rect l="l" t="t" r="r" b="b"/>
              <a:pathLst>
                <a:path w="10175" h="10559">
                  <a:moveTo>
                    <a:pt x="0" y="9"/>
                  </a:moveTo>
                  <a:cubicBezTo>
                    <a:pt x="3957" y="3502"/>
                    <a:pt x="6049" y="5781"/>
                    <a:pt x="7574" y="10364"/>
                  </a:cubicBezTo>
                  <a:cubicBezTo>
                    <a:pt x="8329" y="10279"/>
                    <a:pt x="8572" y="10781"/>
                    <a:pt x="9265" y="10438"/>
                  </a:cubicBezTo>
                  <a:cubicBezTo>
                    <a:pt x="8877" y="5033"/>
                    <a:pt x="9018" y="4253"/>
                    <a:pt x="10175" y="0"/>
                  </a:cubicBezTo>
                  <a:lnTo>
                    <a:pt x="0" y="9"/>
                  </a:ln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85000"/>
                  </a:schemeClr>
                </a:gs>
                <a:gs pos="100000">
                  <a:srgbClr val="FFFFFF"/>
                </a:gs>
              </a:gsLst>
              <a:lin ang="5400000" scaled="1"/>
            </a:gra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grpSp>
          <p:nvGrpSpPr>
            <p:cNvPr id="584" name="Group 150"/>
            <p:cNvGrpSpPr/>
            <p:nvPr/>
          </p:nvGrpSpPr>
          <p:grpSpPr bwMode="auto">
            <a:xfrm>
              <a:off x="6311387" y="5779075"/>
              <a:ext cx="551036" cy="452367"/>
              <a:chOff x="2886" y="1668"/>
              <a:chExt cx="347" cy="285"/>
            </a:xfrm>
          </p:grpSpPr>
          <p:sp>
            <p:nvSpPr>
              <p:cNvPr id="594" name="Rectangle 151"/>
              <p:cNvSpPr>
                <a:spLocks noChangeArrowheads="1"/>
              </p:cNvSpPr>
              <p:nvPr/>
            </p:nvSpPr>
            <p:spPr bwMode="auto">
              <a:xfrm>
                <a:off x="2886" y="1668"/>
                <a:ext cx="347" cy="285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9525">
                <a:solidFill>
                  <a:srgbClr val="000000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595" name="Oval 152"/>
              <p:cNvSpPr>
                <a:spLocks noChangeArrowheads="1"/>
              </p:cNvSpPr>
              <p:nvPr/>
            </p:nvSpPr>
            <p:spPr bwMode="auto">
              <a:xfrm>
                <a:off x="2905" y="1674"/>
                <a:ext cx="314" cy="74"/>
              </a:xfrm>
              <a:prstGeom prst="ellipse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596" name="Rectangle 153"/>
              <p:cNvSpPr>
                <a:spLocks noChangeArrowheads="1"/>
              </p:cNvSpPr>
              <p:nvPr/>
            </p:nvSpPr>
            <p:spPr bwMode="auto">
              <a:xfrm>
                <a:off x="2913" y="1785"/>
                <a:ext cx="300" cy="156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597" name="Line 154"/>
              <p:cNvSpPr>
                <a:spLocks noChangeShapeType="1"/>
              </p:cNvSpPr>
              <p:nvPr/>
            </p:nvSpPr>
            <p:spPr bwMode="auto">
              <a:xfrm>
                <a:off x="3082" y="1811"/>
                <a:ext cx="1" cy="13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598" name="Line 155"/>
              <p:cNvSpPr>
                <a:spLocks noChangeShapeType="1"/>
              </p:cNvSpPr>
              <p:nvPr/>
            </p:nvSpPr>
            <p:spPr bwMode="auto">
              <a:xfrm>
                <a:off x="2913" y="1842"/>
                <a:ext cx="300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599" name="Line 156"/>
              <p:cNvSpPr>
                <a:spLocks noChangeShapeType="1"/>
              </p:cNvSpPr>
              <p:nvPr/>
            </p:nvSpPr>
            <p:spPr bwMode="auto">
              <a:xfrm>
                <a:off x="2912" y="1812"/>
                <a:ext cx="300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600" name="AutoShape 157"/>
              <p:cNvSpPr>
                <a:spLocks noChangeArrowheads="1"/>
              </p:cNvSpPr>
              <p:nvPr/>
            </p:nvSpPr>
            <p:spPr bwMode="auto">
              <a:xfrm rot="5400000">
                <a:off x="3051" y="1745"/>
                <a:ext cx="29" cy="41"/>
              </a:xfrm>
              <a:prstGeom prst="rightArrow">
                <a:avLst>
                  <a:gd name="adj1" fmla="val 51167"/>
                  <a:gd name="adj2" fmla="val 39736"/>
                </a:avLst>
              </a:prstGeom>
              <a:solidFill>
                <a:srgbClr val="3333CC"/>
              </a:solidFill>
              <a:ln w="9525">
                <a:solidFill>
                  <a:srgbClr val="000000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</p:grpSp>
      </p:grpSp>
      <p:grpSp>
        <p:nvGrpSpPr>
          <p:cNvPr id="7" name="Group 6"/>
          <p:cNvGrpSpPr/>
          <p:nvPr/>
        </p:nvGrpSpPr>
        <p:grpSpPr>
          <a:xfrm>
            <a:off x="5655543" y="5606741"/>
            <a:ext cx="562152" cy="799974"/>
            <a:chOff x="5655543" y="5606741"/>
            <a:chExt cx="562152" cy="799974"/>
          </a:xfrm>
        </p:grpSpPr>
        <p:sp>
          <p:nvSpPr>
            <p:cNvPr id="579" name="Freeform 124"/>
            <p:cNvSpPr/>
            <p:nvPr/>
          </p:nvSpPr>
          <p:spPr bwMode="auto">
            <a:xfrm flipH="1" flipV="1">
              <a:off x="5674599" y="5606741"/>
              <a:ext cx="543096" cy="371417"/>
            </a:xfrm>
            <a:custGeom>
              <a:avLst/>
              <a:gdLst>
                <a:gd name="T0" fmla="*/ 0 w 1443"/>
                <a:gd name="T1" fmla="*/ 0 h 816"/>
                <a:gd name="T2" fmla="*/ 2147483647 w 1443"/>
                <a:gd name="T3" fmla="*/ 2147483647 h 816"/>
                <a:gd name="T4" fmla="*/ 2147483647 w 1443"/>
                <a:gd name="T5" fmla="*/ 2147483647 h 816"/>
                <a:gd name="T6" fmla="*/ 2147483647 w 1443"/>
                <a:gd name="T7" fmla="*/ 2147483647 h 816"/>
                <a:gd name="T8" fmla="*/ 0 w 1443"/>
                <a:gd name="T9" fmla="*/ 0 h 8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3"/>
                <a:gd name="T16" fmla="*/ 0 h 816"/>
                <a:gd name="T17" fmla="*/ 1443 w 1443"/>
                <a:gd name="T18" fmla="*/ 816 h 8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3" h="816">
                  <a:moveTo>
                    <a:pt x="0" y="0"/>
                  </a:moveTo>
                  <a:cubicBezTo>
                    <a:pt x="571" y="285"/>
                    <a:pt x="856" y="408"/>
                    <a:pt x="1076" y="782"/>
                  </a:cubicBezTo>
                  <a:cubicBezTo>
                    <a:pt x="1185" y="775"/>
                    <a:pt x="1220" y="816"/>
                    <a:pt x="1320" y="788"/>
                  </a:cubicBezTo>
                  <a:cubicBezTo>
                    <a:pt x="1264" y="347"/>
                    <a:pt x="1276" y="352"/>
                    <a:pt x="1443" y="5"/>
                  </a:cubicBezTo>
                  <a:cubicBezTo>
                    <a:pt x="867" y="5"/>
                    <a:pt x="233" y="0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85000"/>
                  </a:schemeClr>
                </a:gs>
                <a:gs pos="100000">
                  <a:srgbClr val="FFFFFF"/>
                </a:gs>
              </a:gsLst>
              <a:lin ang="5400000" scaled="1"/>
            </a:gra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grpSp>
          <p:nvGrpSpPr>
            <p:cNvPr id="585" name="Group 158"/>
            <p:cNvGrpSpPr/>
            <p:nvPr/>
          </p:nvGrpSpPr>
          <p:grpSpPr bwMode="auto">
            <a:xfrm>
              <a:off x="5655543" y="5954348"/>
              <a:ext cx="551036" cy="452367"/>
              <a:chOff x="2886" y="1668"/>
              <a:chExt cx="347" cy="285"/>
            </a:xfrm>
          </p:grpSpPr>
          <p:sp>
            <p:nvSpPr>
              <p:cNvPr id="587" name="Rectangle 159"/>
              <p:cNvSpPr>
                <a:spLocks noChangeArrowheads="1"/>
              </p:cNvSpPr>
              <p:nvPr/>
            </p:nvSpPr>
            <p:spPr bwMode="auto">
              <a:xfrm>
                <a:off x="2886" y="1668"/>
                <a:ext cx="347" cy="285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9525">
                <a:solidFill>
                  <a:srgbClr val="000000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588" name="Oval 160"/>
              <p:cNvSpPr>
                <a:spLocks noChangeArrowheads="1"/>
              </p:cNvSpPr>
              <p:nvPr/>
            </p:nvSpPr>
            <p:spPr bwMode="auto">
              <a:xfrm>
                <a:off x="2905" y="1674"/>
                <a:ext cx="314" cy="74"/>
              </a:xfrm>
              <a:prstGeom prst="ellipse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589" name="Rectangle 161"/>
              <p:cNvSpPr>
                <a:spLocks noChangeArrowheads="1"/>
              </p:cNvSpPr>
              <p:nvPr/>
            </p:nvSpPr>
            <p:spPr bwMode="auto">
              <a:xfrm>
                <a:off x="2913" y="1785"/>
                <a:ext cx="300" cy="156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590" name="Line 162"/>
              <p:cNvSpPr>
                <a:spLocks noChangeShapeType="1"/>
              </p:cNvSpPr>
              <p:nvPr/>
            </p:nvSpPr>
            <p:spPr bwMode="auto">
              <a:xfrm>
                <a:off x="3082" y="1811"/>
                <a:ext cx="1" cy="13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591" name="Line 163"/>
              <p:cNvSpPr>
                <a:spLocks noChangeShapeType="1"/>
              </p:cNvSpPr>
              <p:nvPr/>
            </p:nvSpPr>
            <p:spPr bwMode="auto">
              <a:xfrm>
                <a:off x="2913" y="1842"/>
                <a:ext cx="300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592" name="Line 164"/>
              <p:cNvSpPr>
                <a:spLocks noChangeShapeType="1"/>
              </p:cNvSpPr>
              <p:nvPr/>
            </p:nvSpPr>
            <p:spPr bwMode="auto">
              <a:xfrm>
                <a:off x="2912" y="1812"/>
                <a:ext cx="300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593" name="AutoShape 165"/>
              <p:cNvSpPr>
                <a:spLocks noChangeArrowheads="1"/>
              </p:cNvSpPr>
              <p:nvPr/>
            </p:nvSpPr>
            <p:spPr bwMode="auto">
              <a:xfrm rot="5400000">
                <a:off x="3051" y="1745"/>
                <a:ext cx="29" cy="41"/>
              </a:xfrm>
              <a:prstGeom prst="rightArrow">
                <a:avLst>
                  <a:gd name="adj1" fmla="val 51167"/>
                  <a:gd name="adj2" fmla="val 39736"/>
                </a:avLst>
              </a:prstGeom>
              <a:solidFill>
                <a:srgbClr val="3333CC"/>
              </a:solidFill>
              <a:ln w="9525">
                <a:solidFill>
                  <a:srgbClr val="000000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</p:grpSp>
      </p:grpSp>
      <p:grpSp>
        <p:nvGrpSpPr>
          <p:cNvPr id="768" name="Group 767"/>
          <p:cNvGrpSpPr/>
          <p:nvPr/>
        </p:nvGrpSpPr>
        <p:grpSpPr>
          <a:xfrm>
            <a:off x="7049868" y="4738514"/>
            <a:ext cx="578032" cy="285706"/>
            <a:chOff x="7493876" y="2774731"/>
            <a:chExt cx="1481958" cy="894622"/>
          </a:xfrm>
        </p:grpSpPr>
        <p:sp>
          <p:nvSpPr>
            <p:cNvPr id="769" name="Freeform 768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70" name="Oval 769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771" name="Group 770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72" name="Freeform 771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73" name="Freeform 772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74" name="Freeform 773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75" name="Freeform 774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776" name="Group 775"/>
          <p:cNvGrpSpPr/>
          <p:nvPr/>
        </p:nvGrpSpPr>
        <p:grpSpPr>
          <a:xfrm>
            <a:off x="6681740" y="5392274"/>
            <a:ext cx="578032" cy="285706"/>
            <a:chOff x="7493876" y="2774731"/>
            <a:chExt cx="1481958" cy="894622"/>
          </a:xfrm>
        </p:grpSpPr>
        <p:sp>
          <p:nvSpPr>
            <p:cNvPr id="777" name="Freeform 776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78" name="Oval 777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779" name="Group 778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80" name="Freeform 779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81" name="Freeform 780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82" name="Freeform 781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83" name="Freeform 782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784" name="Group 783"/>
          <p:cNvGrpSpPr/>
          <p:nvPr/>
        </p:nvGrpSpPr>
        <p:grpSpPr>
          <a:xfrm>
            <a:off x="5525266" y="5343605"/>
            <a:ext cx="578032" cy="285706"/>
            <a:chOff x="7493876" y="2774731"/>
            <a:chExt cx="1481958" cy="894622"/>
          </a:xfrm>
        </p:grpSpPr>
        <p:sp>
          <p:nvSpPr>
            <p:cNvPr id="785" name="Freeform 784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86" name="Oval 785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787" name="Group 786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88" name="Freeform 787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89" name="Freeform 788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90" name="Freeform 789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91" name="Freeform 790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792" name="Group 791"/>
          <p:cNvGrpSpPr/>
          <p:nvPr/>
        </p:nvGrpSpPr>
        <p:grpSpPr>
          <a:xfrm>
            <a:off x="6130766" y="4428206"/>
            <a:ext cx="578032" cy="285706"/>
            <a:chOff x="7493876" y="2774731"/>
            <a:chExt cx="1481958" cy="894622"/>
          </a:xfrm>
        </p:grpSpPr>
        <p:sp>
          <p:nvSpPr>
            <p:cNvPr id="793" name="Freeform 792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94" name="Oval 793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795" name="Group 794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96" name="Freeform 795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97" name="Freeform 796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98" name="Freeform 797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99" name="Freeform 798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00" name="Group 799"/>
          <p:cNvGrpSpPr/>
          <p:nvPr/>
        </p:nvGrpSpPr>
        <p:grpSpPr>
          <a:xfrm>
            <a:off x="6041427" y="5026045"/>
            <a:ext cx="578032" cy="285706"/>
            <a:chOff x="7493876" y="2774731"/>
            <a:chExt cx="1481958" cy="894622"/>
          </a:xfrm>
        </p:grpSpPr>
        <p:sp>
          <p:nvSpPr>
            <p:cNvPr id="801" name="Freeform 800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02" name="Oval 801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803" name="Group 802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04" name="Freeform 803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05" name="Freeform 804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06" name="Freeform 805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07" name="Freeform 806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08" name="Group 807"/>
          <p:cNvGrpSpPr/>
          <p:nvPr/>
        </p:nvGrpSpPr>
        <p:grpSpPr>
          <a:xfrm>
            <a:off x="5094748" y="4736342"/>
            <a:ext cx="578032" cy="285706"/>
            <a:chOff x="7493876" y="2774731"/>
            <a:chExt cx="1481958" cy="894622"/>
          </a:xfrm>
        </p:grpSpPr>
        <p:sp>
          <p:nvSpPr>
            <p:cNvPr id="809" name="Freeform 808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10" name="Oval 809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811" name="Group 810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12" name="Freeform 811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13" name="Freeform 812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14" name="Freeform 813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15" name="Freeform 814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" name="Group 2"/>
          <p:cNvGrpSpPr/>
          <p:nvPr/>
        </p:nvGrpSpPr>
        <p:grpSpPr>
          <a:xfrm>
            <a:off x="3563785" y="1706808"/>
            <a:ext cx="2317750" cy="3038266"/>
            <a:chOff x="3563785" y="1706808"/>
            <a:chExt cx="2317750" cy="3038266"/>
          </a:xfrm>
        </p:grpSpPr>
        <p:sp>
          <p:nvSpPr>
            <p:cNvPr id="539" name="Freeform 3"/>
            <p:cNvSpPr/>
            <p:nvPr/>
          </p:nvSpPr>
          <p:spPr bwMode="auto">
            <a:xfrm rot="16200000">
              <a:off x="4355018" y="3236963"/>
              <a:ext cx="721461" cy="2294761"/>
            </a:xfrm>
            <a:custGeom>
              <a:avLst/>
              <a:gdLst>
                <a:gd name="T0" fmla="*/ 0 w 1443"/>
                <a:gd name="T1" fmla="*/ 0 h 816"/>
                <a:gd name="T2" fmla="*/ 1076 w 1443"/>
                <a:gd name="T3" fmla="*/ 782 h 816"/>
                <a:gd name="T4" fmla="*/ 1320 w 1443"/>
                <a:gd name="T5" fmla="*/ 788 h 816"/>
                <a:gd name="T6" fmla="*/ 1443 w 1443"/>
                <a:gd name="T7" fmla="*/ 5 h 816"/>
                <a:gd name="T8" fmla="*/ 0 w 1443"/>
                <a:gd name="T9" fmla="*/ 0 h 816"/>
                <a:gd name="connsiteX0" fmla="*/ 0 w 10000"/>
                <a:gd name="connsiteY0" fmla="*/ 0 h 9714"/>
                <a:gd name="connsiteX1" fmla="*/ 3718 w 10000"/>
                <a:gd name="connsiteY1" fmla="*/ 8779 h 9714"/>
                <a:gd name="connsiteX2" fmla="*/ 9148 w 10000"/>
                <a:gd name="connsiteY2" fmla="*/ 9657 h 9714"/>
                <a:gd name="connsiteX3" fmla="*/ 10000 w 10000"/>
                <a:gd name="connsiteY3" fmla="*/ 61 h 9714"/>
                <a:gd name="connsiteX4" fmla="*/ 0 w 10000"/>
                <a:gd name="connsiteY4" fmla="*/ 0 h 9714"/>
                <a:gd name="connsiteX0-1" fmla="*/ 0 w 10000"/>
                <a:gd name="connsiteY0-2" fmla="*/ 0 h 9095"/>
                <a:gd name="connsiteX1-3" fmla="*/ 3718 w 10000"/>
                <a:gd name="connsiteY1-4" fmla="*/ 9037 h 9095"/>
                <a:gd name="connsiteX2-5" fmla="*/ 5712 w 10000"/>
                <a:gd name="connsiteY2-6" fmla="*/ 8929 h 9095"/>
                <a:gd name="connsiteX3-7" fmla="*/ 10000 w 10000"/>
                <a:gd name="connsiteY3-8" fmla="*/ 63 h 9095"/>
                <a:gd name="connsiteX4-9" fmla="*/ 0 w 10000"/>
                <a:gd name="connsiteY4-10" fmla="*/ 0 h 9095"/>
                <a:gd name="connsiteX0-11" fmla="*/ 0 w 10000"/>
                <a:gd name="connsiteY0-12" fmla="*/ 0 h 10000"/>
                <a:gd name="connsiteX1-13" fmla="*/ 3718 w 10000"/>
                <a:gd name="connsiteY1-14" fmla="*/ 9936 h 10000"/>
                <a:gd name="connsiteX2-15" fmla="*/ 5712 w 10000"/>
                <a:gd name="connsiteY2-16" fmla="*/ 9817 h 10000"/>
                <a:gd name="connsiteX3-17" fmla="*/ 10000 w 10000"/>
                <a:gd name="connsiteY3-18" fmla="*/ 69 h 10000"/>
                <a:gd name="connsiteX4-19" fmla="*/ 0 w 10000"/>
                <a:gd name="connsiteY4-20" fmla="*/ 0 h 10000"/>
                <a:gd name="connsiteX0-21" fmla="*/ 0 w 10000"/>
                <a:gd name="connsiteY0-22" fmla="*/ 0 h 10000"/>
                <a:gd name="connsiteX1-23" fmla="*/ 3718 w 10000"/>
                <a:gd name="connsiteY1-24" fmla="*/ 9936 h 10000"/>
                <a:gd name="connsiteX2-25" fmla="*/ 5712 w 10000"/>
                <a:gd name="connsiteY2-26" fmla="*/ 9817 h 10000"/>
                <a:gd name="connsiteX3-27" fmla="*/ 10000 w 10000"/>
                <a:gd name="connsiteY3-28" fmla="*/ 69 h 10000"/>
                <a:gd name="connsiteX4-29" fmla="*/ 0 w 10000"/>
                <a:gd name="connsiteY4-30" fmla="*/ 0 h 10000"/>
                <a:gd name="connsiteX0-31" fmla="*/ 0 w 10000"/>
                <a:gd name="connsiteY0-32" fmla="*/ 0 h 10000"/>
                <a:gd name="connsiteX1-33" fmla="*/ 3718 w 10000"/>
                <a:gd name="connsiteY1-34" fmla="*/ 9936 h 10000"/>
                <a:gd name="connsiteX2-35" fmla="*/ 5712 w 10000"/>
                <a:gd name="connsiteY2-36" fmla="*/ 9817 h 10000"/>
                <a:gd name="connsiteX3-37" fmla="*/ 10000 w 10000"/>
                <a:gd name="connsiteY3-38" fmla="*/ 69 h 10000"/>
                <a:gd name="connsiteX4-39" fmla="*/ 0 w 10000"/>
                <a:gd name="connsiteY4-40" fmla="*/ 0 h 10000"/>
                <a:gd name="connsiteX0-41" fmla="*/ 0 w 10000"/>
                <a:gd name="connsiteY0-42" fmla="*/ 0 h 10000"/>
                <a:gd name="connsiteX1-43" fmla="*/ 3718 w 10000"/>
                <a:gd name="connsiteY1-44" fmla="*/ 9936 h 10000"/>
                <a:gd name="connsiteX2-45" fmla="*/ 5712 w 10000"/>
                <a:gd name="connsiteY2-46" fmla="*/ 9817 h 10000"/>
                <a:gd name="connsiteX3-47" fmla="*/ 10000 w 10000"/>
                <a:gd name="connsiteY3-48" fmla="*/ 69 h 10000"/>
                <a:gd name="connsiteX4-49" fmla="*/ 0 w 10000"/>
                <a:gd name="connsiteY4-50" fmla="*/ 0 h 10000"/>
                <a:gd name="connsiteX0-51" fmla="*/ 0 w 8989"/>
                <a:gd name="connsiteY0-52" fmla="*/ 0 h 11618"/>
                <a:gd name="connsiteX1-53" fmla="*/ 2707 w 8989"/>
                <a:gd name="connsiteY1-54" fmla="*/ 11554 h 11618"/>
                <a:gd name="connsiteX2-55" fmla="*/ 4701 w 8989"/>
                <a:gd name="connsiteY2-56" fmla="*/ 11435 h 11618"/>
                <a:gd name="connsiteX3-57" fmla="*/ 8989 w 8989"/>
                <a:gd name="connsiteY3-58" fmla="*/ 1687 h 11618"/>
                <a:gd name="connsiteX4-59" fmla="*/ 0 w 8989"/>
                <a:gd name="connsiteY4-60" fmla="*/ 0 h 11618"/>
                <a:gd name="connsiteX0-61" fmla="*/ 0 w 9888"/>
                <a:gd name="connsiteY0-62" fmla="*/ 115 h 10115"/>
                <a:gd name="connsiteX1-63" fmla="*/ 3011 w 9888"/>
                <a:gd name="connsiteY1-64" fmla="*/ 10060 h 10115"/>
                <a:gd name="connsiteX2-65" fmla="*/ 5230 w 9888"/>
                <a:gd name="connsiteY2-66" fmla="*/ 9957 h 10115"/>
                <a:gd name="connsiteX3-67" fmla="*/ 9888 w 9888"/>
                <a:gd name="connsiteY3-68" fmla="*/ 0 h 10115"/>
                <a:gd name="connsiteX4-69" fmla="*/ 0 w 9888"/>
                <a:gd name="connsiteY4-70" fmla="*/ 115 h 10115"/>
                <a:gd name="connsiteX0-71" fmla="*/ 0 w 9829"/>
                <a:gd name="connsiteY0-72" fmla="*/ 0 h 10833"/>
                <a:gd name="connsiteX1-73" fmla="*/ 2874 w 9829"/>
                <a:gd name="connsiteY1-74" fmla="*/ 10779 h 10833"/>
                <a:gd name="connsiteX2-75" fmla="*/ 5118 w 9829"/>
                <a:gd name="connsiteY2-76" fmla="*/ 10677 h 10833"/>
                <a:gd name="connsiteX3-77" fmla="*/ 9829 w 9829"/>
                <a:gd name="connsiteY3-78" fmla="*/ 833 h 10833"/>
                <a:gd name="connsiteX4-79" fmla="*/ 0 w 9829"/>
                <a:gd name="connsiteY4-80" fmla="*/ 0 h 10833"/>
                <a:gd name="connsiteX0-81" fmla="*/ 0 w 10289"/>
                <a:gd name="connsiteY0-82" fmla="*/ 0 h 10000"/>
                <a:gd name="connsiteX1-83" fmla="*/ 2924 w 10289"/>
                <a:gd name="connsiteY1-84" fmla="*/ 9950 h 10000"/>
                <a:gd name="connsiteX2-85" fmla="*/ 5207 w 10289"/>
                <a:gd name="connsiteY2-86" fmla="*/ 9856 h 10000"/>
                <a:gd name="connsiteX3-87" fmla="*/ 10289 w 10289"/>
                <a:gd name="connsiteY3-88" fmla="*/ 54 h 10000"/>
                <a:gd name="connsiteX4-89" fmla="*/ 0 w 10289"/>
                <a:gd name="connsiteY4-90" fmla="*/ 0 h 10000"/>
                <a:gd name="connsiteX0-91" fmla="*/ 0 w 10289"/>
                <a:gd name="connsiteY0-92" fmla="*/ 0 h 10953"/>
                <a:gd name="connsiteX1-93" fmla="*/ 2924 w 10289"/>
                <a:gd name="connsiteY1-94" fmla="*/ 9950 h 10953"/>
                <a:gd name="connsiteX2-95" fmla="*/ 3723 w 10289"/>
                <a:gd name="connsiteY2-96" fmla="*/ 10695 h 10953"/>
                <a:gd name="connsiteX3-97" fmla="*/ 5207 w 10289"/>
                <a:gd name="connsiteY3-98" fmla="*/ 9856 h 10953"/>
                <a:gd name="connsiteX4-99" fmla="*/ 10289 w 10289"/>
                <a:gd name="connsiteY4-100" fmla="*/ 54 h 10953"/>
                <a:gd name="connsiteX5" fmla="*/ 0 w 10289"/>
                <a:gd name="connsiteY5" fmla="*/ 0 h 10953"/>
                <a:gd name="connsiteX0-101" fmla="*/ 0 w 10289"/>
                <a:gd name="connsiteY0-102" fmla="*/ 0 h 11138"/>
                <a:gd name="connsiteX1-103" fmla="*/ 2924 w 10289"/>
                <a:gd name="connsiteY1-104" fmla="*/ 9950 h 11138"/>
                <a:gd name="connsiteX2-105" fmla="*/ 5207 w 10289"/>
                <a:gd name="connsiteY2-106" fmla="*/ 9856 h 11138"/>
                <a:gd name="connsiteX3-107" fmla="*/ 10289 w 10289"/>
                <a:gd name="connsiteY3-108" fmla="*/ 54 h 11138"/>
                <a:gd name="connsiteX4-109" fmla="*/ 0 w 10289"/>
                <a:gd name="connsiteY4-110" fmla="*/ 0 h 11138"/>
                <a:gd name="connsiteX0-111" fmla="*/ 0 w 10289"/>
                <a:gd name="connsiteY0-112" fmla="*/ 0 h 10669"/>
                <a:gd name="connsiteX1-113" fmla="*/ 2924 w 10289"/>
                <a:gd name="connsiteY1-114" fmla="*/ 9950 h 10669"/>
                <a:gd name="connsiteX2-115" fmla="*/ 5207 w 10289"/>
                <a:gd name="connsiteY2-116" fmla="*/ 9856 h 10669"/>
                <a:gd name="connsiteX3-117" fmla="*/ 10289 w 10289"/>
                <a:gd name="connsiteY3-118" fmla="*/ 54 h 10669"/>
                <a:gd name="connsiteX4-119" fmla="*/ 0 w 10289"/>
                <a:gd name="connsiteY4-120" fmla="*/ 0 h 10669"/>
                <a:gd name="connsiteX0-121" fmla="*/ 0 w 10289"/>
                <a:gd name="connsiteY0-122" fmla="*/ 0 h 10734"/>
                <a:gd name="connsiteX1-123" fmla="*/ 2924 w 10289"/>
                <a:gd name="connsiteY1-124" fmla="*/ 9950 h 10734"/>
                <a:gd name="connsiteX2-125" fmla="*/ 4455 w 10289"/>
                <a:gd name="connsiteY2-126" fmla="*/ 10094 h 10734"/>
                <a:gd name="connsiteX3-127" fmla="*/ 10289 w 10289"/>
                <a:gd name="connsiteY3-128" fmla="*/ 54 h 10734"/>
                <a:gd name="connsiteX4-129" fmla="*/ 0 w 10289"/>
                <a:gd name="connsiteY4-130" fmla="*/ 0 h 10734"/>
                <a:gd name="connsiteX0-131" fmla="*/ 0 w 10289"/>
                <a:gd name="connsiteY0-132" fmla="*/ 0 h 10107"/>
                <a:gd name="connsiteX1-133" fmla="*/ 2924 w 10289"/>
                <a:gd name="connsiteY1-134" fmla="*/ 9950 h 10107"/>
                <a:gd name="connsiteX2-135" fmla="*/ 4455 w 10289"/>
                <a:gd name="connsiteY2-136" fmla="*/ 10094 h 10107"/>
                <a:gd name="connsiteX3-137" fmla="*/ 10289 w 10289"/>
                <a:gd name="connsiteY3-138" fmla="*/ 54 h 10107"/>
                <a:gd name="connsiteX4-139" fmla="*/ 0 w 10289"/>
                <a:gd name="connsiteY4-140" fmla="*/ 0 h 10107"/>
                <a:gd name="connsiteX0-141" fmla="*/ 0 w 10289"/>
                <a:gd name="connsiteY0-142" fmla="*/ 0 h 10107"/>
                <a:gd name="connsiteX1-143" fmla="*/ 2924 w 10289"/>
                <a:gd name="connsiteY1-144" fmla="*/ 9950 h 10107"/>
                <a:gd name="connsiteX2-145" fmla="*/ 4455 w 10289"/>
                <a:gd name="connsiteY2-146" fmla="*/ 10094 h 10107"/>
                <a:gd name="connsiteX3-147" fmla="*/ 10289 w 10289"/>
                <a:gd name="connsiteY3-148" fmla="*/ 54 h 10107"/>
                <a:gd name="connsiteX4-149" fmla="*/ 0 w 10289"/>
                <a:gd name="connsiteY4-150" fmla="*/ 0 h 10107"/>
                <a:gd name="connsiteX0-151" fmla="*/ 0 w 10289"/>
                <a:gd name="connsiteY0-152" fmla="*/ 0 h 10107"/>
                <a:gd name="connsiteX1-153" fmla="*/ 2924 w 10289"/>
                <a:gd name="connsiteY1-154" fmla="*/ 9950 h 10107"/>
                <a:gd name="connsiteX2-155" fmla="*/ 4455 w 10289"/>
                <a:gd name="connsiteY2-156" fmla="*/ 10094 h 10107"/>
                <a:gd name="connsiteX3-157" fmla="*/ 10289 w 10289"/>
                <a:gd name="connsiteY3-158" fmla="*/ 54 h 10107"/>
                <a:gd name="connsiteX4-159" fmla="*/ 0 w 10289"/>
                <a:gd name="connsiteY4-160" fmla="*/ 0 h 10107"/>
                <a:gd name="connsiteX0-161" fmla="*/ 0 w 10289"/>
                <a:gd name="connsiteY0-162" fmla="*/ 0 h 9960"/>
                <a:gd name="connsiteX1-163" fmla="*/ 2924 w 10289"/>
                <a:gd name="connsiteY1-164" fmla="*/ 9950 h 9960"/>
                <a:gd name="connsiteX2-165" fmla="*/ 4166 w 10289"/>
                <a:gd name="connsiteY2-166" fmla="*/ 9776 h 9960"/>
                <a:gd name="connsiteX3-167" fmla="*/ 10289 w 10289"/>
                <a:gd name="connsiteY3-168" fmla="*/ 54 h 9960"/>
                <a:gd name="connsiteX4-169" fmla="*/ 0 w 10289"/>
                <a:gd name="connsiteY4-170" fmla="*/ 0 h 9960"/>
                <a:gd name="connsiteX0-171" fmla="*/ 0 w 10000"/>
                <a:gd name="connsiteY0-172" fmla="*/ 0 h 10000"/>
                <a:gd name="connsiteX1-173" fmla="*/ 2842 w 10000"/>
                <a:gd name="connsiteY1-174" fmla="*/ 9990 h 10000"/>
                <a:gd name="connsiteX2-175" fmla="*/ 4049 w 10000"/>
                <a:gd name="connsiteY2-176" fmla="*/ 9815 h 10000"/>
                <a:gd name="connsiteX3-177" fmla="*/ 10000 w 10000"/>
                <a:gd name="connsiteY3-178" fmla="*/ 54 h 10000"/>
                <a:gd name="connsiteX4-179" fmla="*/ 0 w 10000"/>
                <a:gd name="connsiteY4-180" fmla="*/ 0 h 10000"/>
                <a:gd name="connsiteX0-181" fmla="*/ 0 w 10000"/>
                <a:gd name="connsiteY0-182" fmla="*/ 0 h 10400"/>
                <a:gd name="connsiteX1-183" fmla="*/ 2740 w 10000"/>
                <a:gd name="connsiteY1-184" fmla="*/ 10397 h 10400"/>
                <a:gd name="connsiteX2-185" fmla="*/ 4049 w 10000"/>
                <a:gd name="connsiteY2-186" fmla="*/ 9815 h 10400"/>
                <a:gd name="connsiteX3-187" fmla="*/ 10000 w 10000"/>
                <a:gd name="connsiteY3-188" fmla="*/ 54 h 10400"/>
                <a:gd name="connsiteX4-189" fmla="*/ 0 w 10000"/>
                <a:gd name="connsiteY4-190" fmla="*/ 0 h 10400"/>
                <a:gd name="connsiteX0-191" fmla="*/ 0 w 10000"/>
                <a:gd name="connsiteY0-192" fmla="*/ 0 h 10419"/>
                <a:gd name="connsiteX1-193" fmla="*/ 2740 w 10000"/>
                <a:gd name="connsiteY1-194" fmla="*/ 10397 h 10419"/>
                <a:gd name="connsiteX2-195" fmla="*/ 3599 w 10000"/>
                <a:gd name="connsiteY2-196" fmla="*/ 10338 h 10419"/>
                <a:gd name="connsiteX3-197" fmla="*/ 10000 w 10000"/>
                <a:gd name="connsiteY3-198" fmla="*/ 54 h 10419"/>
                <a:gd name="connsiteX4-199" fmla="*/ 0 w 10000"/>
                <a:gd name="connsiteY4-200" fmla="*/ 0 h 10419"/>
                <a:gd name="connsiteX0-201" fmla="*/ 0 w 10000"/>
                <a:gd name="connsiteY0-202" fmla="*/ 0 h 10397"/>
                <a:gd name="connsiteX1-203" fmla="*/ 2740 w 10000"/>
                <a:gd name="connsiteY1-204" fmla="*/ 10397 h 10397"/>
                <a:gd name="connsiteX2-205" fmla="*/ 3599 w 10000"/>
                <a:gd name="connsiteY2-206" fmla="*/ 10338 h 10397"/>
                <a:gd name="connsiteX3-207" fmla="*/ 10000 w 10000"/>
                <a:gd name="connsiteY3-208" fmla="*/ 54 h 10397"/>
                <a:gd name="connsiteX4-209" fmla="*/ 0 w 10000"/>
                <a:gd name="connsiteY4-210" fmla="*/ 0 h 10397"/>
                <a:gd name="connsiteX0-211" fmla="*/ 0 w 10614"/>
                <a:gd name="connsiteY0-212" fmla="*/ 0 h 10397"/>
                <a:gd name="connsiteX1-213" fmla="*/ 2740 w 10614"/>
                <a:gd name="connsiteY1-214" fmla="*/ 10397 h 10397"/>
                <a:gd name="connsiteX2-215" fmla="*/ 3599 w 10614"/>
                <a:gd name="connsiteY2-216" fmla="*/ 10338 h 10397"/>
                <a:gd name="connsiteX3-217" fmla="*/ 10614 w 10614"/>
                <a:gd name="connsiteY3-218" fmla="*/ 112 h 10397"/>
                <a:gd name="connsiteX4-219" fmla="*/ 0 w 10614"/>
                <a:gd name="connsiteY4-220" fmla="*/ 0 h 10397"/>
                <a:gd name="connsiteX0-221" fmla="*/ 0 w 10614"/>
                <a:gd name="connsiteY0-222" fmla="*/ 0 h 10397"/>
                <a:gd name="connsiteX1-223" fmla="*/ 2740 w 10614"/>
                <a:gd name="connsiteY1-224" fmla="*/ 10397 h 10397"/>
                <a:gd name="connsiteX2-225" fmla="*/ 3599 w 10614"/>
                <a:gd name="connsiteY2-226" fmla="*/ 10338 h 10397"/>
                <a:gd name="connsiteX3-227" fmla="*/ 10614 w 10614"/>
                <a:gd name="connsiteY3-228" fmla="*/ 112 h 10397"/>
                <a:gd name="connsiteX4-229" fmla="*/ 0 w 10614"/>
                <a:gd name="connsiteY4-230" fmla="*/ 0 h 10397"/>
                <a:gd name="connsiteX0-231" fmla="*/ 0 w 10675"/>
                <a:gd name="connsiteY0-232" fmla="*/ 0 h 10310"/>
                <a:gd name="connsiteX1-233" fmla="*/ 2801 w 10675"/>
                <a:gd name="connsiteY1-234" fmla="*/ 10310 h 10310"/>
                <a:gd name="connsiteX2-235" fmla="*/ 3660 w 10675"/>
                <a:gd name="connsiteY2-236" fmla="*/ 10251 h 10310"/>
                <a:gd name="connsiteX3-237" fmla="*/ 10675 w 10675"/>
                <a:gd name="connsiteY3-238" fmla="*/ 25 h 10310"/>
                <a:gd name="connsiteX4-239" fmla="*/ 0 w 10675"/>
                <a:gd name="connsiteY4-240" fmla="*/ 0 h 10310"/>
                <a:gd name="connsiteX0-241" fmla="*/ 0 w 6741"/>
                <a:gd name="connsiteY0-242" fmla="*/ 0 h 15505"/>
                <a:gd name="connsiteX1-243" fmla="*/ 2801 w 6741"/>
                <a:gd name="connsiteY1-244" fmla="*/ 10310 h 15505"/>
                <a:gd name="connsiteX2-245" fmla="*/ 3660 w 6741"/>
                <a:gd name="connsiteY2-246" fmla="*/ 10251 h 15505"/>
                <a:gd name="connsiteX3-247" fmla="*/ 6741 w 6741"/>
                <a:gd name="connsiteY3-248" fmla="*/ 14932 h 15505"/>
                <a:gd name="connsiteX4-249" fmla="*/ 0 w 6741"/>
                <a:gd name="connsiteY4-250" fmla="*/ 0 h 15505"/>
                <a:gd name="connsiteX0-251" fmla="*/ 5612 w 7164"/>
                <a:gd name="connsiteY0-252" fmla="*/ 0 h 10410"/>
                <a:gd name="connsiteX1-253" fmla="*/ 13 w 7164"/>
                <a:gd name="connsiteY1-254" fmla="*/ 7060 h 10410"/>
                <a:gd name="connsiteX2-255" fmla="*/ 1287 w 7164"/>
                <a:gd name="connsiteY2-256" fmla="*/ 7022 h 10410"/>
                <a:gd name="connsiteX3-257" fmla="*/ 5858 w 7164"/>
                <a:gd name="connsiteY3-258" fmla="*/ 10041 h 10410"/>
                <a:gd name="connsiteX4-259" fmla="*/ 5612 w 7164"/>
                <a:gd name="connsiteY4-260" fmla="*/ 0 h 10410"/>
                <a:gd name="connsiteX0-261" fmla="*/ 7932 w 10098"/>
                <a:gd name="connsiteY0-262" fmla="*/ 0 h 10001"/>
                <a:gd name="connsiteX1-263" fmla="*/ 116 w 10098"/>
                <a:gd name="connsiteY1-264" fmla="*/ 6782 h 10001"/>
                <a:gd name="connsiteX2-265" fmla="*/ 1894 w 10098"/>
                <a:gd name="connsiteY2-266" fmla="*/ 6745 h 10001"/>
                <a:gd name="connsiteX3-267" fmla="*/ 8275 w 10098"/>
                <a:gd name="connsiteY3-268" fmla="*/ 9646 h 10001"/>
                <a:gd name="connsiteX4-269" fmla="*/ 7932 w 10098"/>
                <a:gd name="connsiteY4-270" fmla="*/ 0 h 10001"/>
                <a:gd name="connsiteX0-271" fmla="*/ 7932 w 11399"/>
                <a:gd name="connsiteY0-272" fmla="*/ 0 h 10001"/>
                <a:gd name="connsiteX1-273" fmla="*/ 116 w 11399"/>
                <a:gd name="connsiteY1-274" fmla="*/ 6782 h 10001"/>
                <a:gd name="connsiteX2-275" fmla="*/ 1894 w 11399"/>
                <a:gd name="connsiteY2-276" fmla="*/ 6745 h 10001"/>
                <a:gd name="connsiteX3-277" fmla="*/ 8275 w 11399"/>
                <a:gd name="connsiteY3-278" fmla="*/ 9646 h 10001"/>
                <a:gd name="connsiteX4-279" fmla="*/ 7932 w 11399"/>
                <a:gd name="connsiteY4-280" fmla="*/ 0 h 10001"/>
                <a:gd name="connsiteX0-281" fmla="*/ 7932 w 8463"/>
                <a:gd name="connsiteY0-282" fmla="*/ 0 h 10001"/>
                <a:gd name="connsiteX1-283" fmla="*/ 116 w 8463"/>
                <a:gd name="connsiteY1-284" fmla="*/ 6782 h 10001"/>
                <a:gd name="connsiteX2-285" fmla="*/ 1894 w 8463"/>
                <a:gd name="connsiteY2-286" fmla="*/ 6745 h 10001"/>
                <a:gd name="connsiteX3-287" fmla="*/ 8275 w 8463"/>
                <a:gd name="connsiteY3-288" fmla="*/ 9646 h 10001"/>
                <a:gd name="connsiteX4-289" fmla="*/ 7932 w 8463"/>
                <a:gd name="connsiteY4-290" fmla="*/ 0 h 10001"/>
                <a:gd name="connsiteX0-291" fmla="*/ 10170 w 10376"/>
                <a:gd name="connsiteY0-292" fmla="*/ 0 h 9753"/>
                <a:gd name="connsiteX1-293" fmla="*/ 109 w 10376"/>
                <a:gd name="connsiteY1-294" fmla="*/ 6534 h 9753"/>
                <a:gd name="connsiteX2-295" fmla="*/ 2210 w 10376"/>
                <a:gd name="connsiteY2-296" fmla="*/ 6497 h 9753"/>
                <a:gd name="connsiteX3-297" fmla="*/ 9750 w 10376"/>
                <a:gd name="connsiteY3-298" fmla="*/ 9398 h 9753"/>
                <a:gd name="connsiteX4-299" fmla="*/ 10170 w 10376"/>
                <a:gd name="connsiteY4-300" fmla="*/ 0 h 9753"/>
                <a:gd name="connsiteX0-301" fmla="*/ 9801 w 9999"/>
                <a:gd name="connsiteY0-302" fmla="*/ 0 h 9636"/>
                <a:gd name="connsiteX1-303" fmla="*/ 105 w 9999"/>
                <a:gd name="connsiteY1-304" fmla="*/ 6699 h 9636"/>
                <a:gd name="connsiteX2-305" fmla="*/ 2130 w 9999"/>
                <a:gd name="connsiteY2-306" fmla="*/ 6662 h 9636"/>
                <a:gd name="connsiteX3-307" fmla="*/ 9397 w 9999"/>
                <a:gd name="connsiteY3-308" fmla="*/ 9636 h 9636"/>
                <a:gd name="connsiteX4-309" fmla="*/ 9801 w 9999"/>
                <a:gd name="connsiteY4-310" fmla="*/ 0 h 9636"/>
                <a:gd name="connsiteX0-311" fmla="*/ 9802 w 10000"/>
                <a:gd name="connsiteY0-312" fmla="*/ 0 h 10000"/>
                <a:gd name="connsiteX1-313" fmla="*/ 105 w 10000"/>
                <a:gd name="connsiteY1-314" fmla="*/ 6952 h 10000"/>
                <a:gd name="connsiteX2-315" fmla="*/ 2130 w 10000"/>
                <a:gd name="connsiteY2-316" fmla="*/ 6914 h 10000"/>
                <a:gd name="connsiteX3-317" fmla="*/ 9398 w 10000"/>
                <a:gd name="connsiteY3-318" fmla="*/ 10000 h 10000"/>
                <a:gd name="connsiteX4-319" fmla="*/ 9802 w 10000"/>
                <a:gd name="connsiteY4-320" fmla="*/ 0 h 10000"/>
                <a:gd name="connsiteX0-321" fmla="*/ 9697 w 9895"/>
                <a:gd name="connsiteY0-322" fmla="*/ 0 h 10000"/>
                <a:gd name="connsiteX1-323" fmla="*/ 0 w 9895"/>
                <a:gd name="connsiteY1-324" fmla="*/ 6952 h 10000"/>
                <a:gd name="connsiteX2-325" fmla="*/ 2025 w 9895"/>
                <a:gd name="connsiteY2-326" fmla="*/ 6914 h 10000"/>
                <a:gd name="connsiteX3-327" fmla="*/ 9293 w 9895"/>
                <a:gd name="connsiteY3-328" fmla="*/ 10000 h 10000"/>
                <a:gd name="connsiteX4-329" fmla="*/ 9697 w 9895"/>
                <a:gd name="connsiteY4-330" fmla="*/ 0 h 10000"/>
                <a:gd name="connsiteX0-331" fmla="*/ 9800 w 10001"/>
                <a:gd name="connsiteY0-332" fmla="*/ 0 h 10000"/>
                <a:gd name="connsiteX1-333" fmla="*/ 0 w 10001"/>
                <a:gd name="connsiteY1-334" fmla="*/ 6952 h 10000"/>
                <a:gd name="connsiteX2-335" fmla="*/ 2314 w 10001"/>
                <a:gd name="connsiteY2-336" fmla="*/ 7860 h 10000"/>
                <a:gd name="connsiteX3-337" fmla="*/ 9392 w 10001"/>
                <a:gd name="connsiteY3-338" fmla="*/ 10000 h 10000"/>
                <a:gd name="connsiteX4-339" fmla="*/ 9800 w 10001"/>
                <a:gd name="connsiteY4-340" fmla="*/ 0 h 10000"/>
                <a:gd name="connsiteX0-341" fmla="*/ 9800 w 10001"/>
                <a:gd name="connsiteY0-342" fmla="*/ 0 h 10000"/>
                <a:gd name="connsiteX1-343" fmla="*/ 0 w 10001"/>
                <a:gd name="connsiteY1-344" fmla="*/ 6952 h 10000"/>
                <a:gd name="connsiteX2-345" fmla="*/ 2314 w 10001"/>
                <a:gd name="connsiteY2-346" fmla="*/ 7860 h 10000"/>
                <a:gd name="connsiteX3-347" fmla="*/ 9392 w 10001"/>
                <a:gd name="connsiteY3-348" fmla="*/ 10000 h 10000"/>
                <a:gd name="connsiteX4-349" fmla="*/ 9800 w 10001"/>
                <a:gd name="connsiteY4-350" fmla="*/ 0 h 10000"/>
                <a:gd name="connsiteX0-351" fmla="*/ 9800 w 10001"/>
                <a:gd name="connsiteY0-352" fmla="*/ 0 h 10000"/>
                <a:gd name="connsiteX1-353" fmla="*/ 0 w 10001"/>
                <a:gd name="connsiteY1-354" fmla="*/ 6952 h 10000"/>
                <a:gd name="connsiteX2-355" fmla="*/ 2314 w 10001"/>
                <a:gd name="connsiteY2-356" fmla="*/ 7860 h 10000"/>
                <a:gd name="connsiteX3-357" fmla="*/ 9392 w 10001"/>
                <a:gd name="connsiteY3-358" fmla="*/ 10000 h 10000"/>
                <a:gd name="connsiteX4-359" fmla="*/ 9800 w 10001"/>
                <a:gd name="connsiteY4-360" fmla="*/ 0 h 10000"/>
                <a:gd name="connsiteX0-361" fmla="*/ 9800 w 10148"/>
                <a:gd name="connsiteY0-362" fmla="*/ 0 h 10158"/>
                <a:gd name="connsiteX1-363" fmla="*/ 0 w 10148"/>
                <a:gd name="connsiteY1-364" fmla="*/ 6952 h 10158"/>
                <a:gd name="connsiteX2-365" fmla="*/ 2314 w 10148"/>
                <a:gd name="connsiteY2-366" fmla="*/ 7860 h 10158"/>
                <a:gd name="connsiteX3-367" fmla="*/ 9794 w 10148"/>
                <a:gd name="connsiteY3-368" fmla="*/ 10158 h 10158"/>
                <a:gd name="connsiteX4-369" fmla="*/ 9800 w 10148"/>
                <a:gd name="connsiteY4-370" fmla="*/ 0 h 10158"/>
                <a:gd name="connsiteX0-371" fmla="*/ 9800 w 10148"/>
                <a:gd name="connsiteY0-372" fmla="*/ 0 h 10158"/>
                <a:gd name="connsiteX1-373" fmla="*/ 0 w 10148"/>
                <a:gd name="connsiteY1-374" fmla="*/ 6952 h 10158"/>
                <a:gd name="connsiteX2-375" fmla="*/ 1653 w 10148"/>
                <a:gd name="connsiteY2-376" fmla="*/ 8453 h 10158"/>
                <a:gd name="connsiteX3-377" fmla="*/ 9794 w 10148"/>
                <a:gd name="connsiteY3-378" fmla="*/ 10158 h 10158"/>
                <a:gd name="connsiteX4-379" fmla="*/ 9800 w 10148"/>
                <a:gd name="connsiteY4-380" fmla="*/ 0 h 10158"/>
                <a:gd name="connsiteX0-381" fmla="*/ 9800 w 10148"/>
                <a:gd name="connsiteY0-382" fmla="*/ 0 h 10158"/>
                <a:gd name="connsiteX1-383" fmla="*/ 0 w 10148"/>
                <a:gd name="connsiteY1-384" fmla="*/ 6952 h 10158"/>
                <a:gd name="connsiteX2-385" fmla="*/ 1653 w 10148"/>
                <a:gd name="connsiteY2-386" fmla="*/ 8453 h 10158"/>
                <a:gd name="connsiteX3-387" fmla="*/ 9794 w 10148"/>
                <a:gd name="connsiteY3-388" fmla="*/ 10158 h 10158"/>
                <a:gd name="connsiteX4-389" fmla="*/ 9800 w 10148"/>
                <a:gd name="connsiteY4-390" fmla="*/ 0 h 10158"/>
                <a:gd name="connsiteX0-391" fmla="*/ 8194 w 8542"/>
                <a:gd name="connsiteY0-392" fmla="*/ 0 h 10158"/>
                <a:gd name="connsiteX1-393" fmla="*/ 0 w 8542"/>
                <a:gd name="connsiteY1-394" fmla="*/ 7601 h 10158"/>
                <a:gd name="connsiteX2-395" fmla="*/ 47 w 8542"/>
                <a:gd name="connsiteY2-396" fmla="*/ 8453 h 10158"/>
                <a:gd name="connsiteX3-397" fmla="*/ 8188 w 8542"/>
                <a:gd name="connsiteY3-398" fmla="*/ 10158 h 10158"/>
                <a:gd name="connsiteX4-399" fmla="*/ 8194 w 8542"/>
                <a:gd name="connsiteY4-400" fmla="*/ 0 h 10158"/>
                <a:gd name="connsiteX0-401" fmla="*/ 9538 w 9975"/>
                <a:gd name="connsiteY0-402" fmla="*/ 0 h 10128"/>
                <a:gd name="connsiteX1-403" fmla="*/ 0 w 9975"/>
                <a:gd name="connsiteY1-404" fmla="*/ 7611 h 10128"/>
                <a:gd name="connsiteX2-405" fmla="*/ 55 w 9975"/>
                <a:gd name="connsiteY2-406" fmla="*/ 8450 h 10128"/>
                <a:gd name="connsiteX3-407" fmla="*/ 9586 w 9975"/>
                <a:gd name="connsiteY3-408" fmla="*/ 10128 h 10128"/>
                <a:gd name="connsiteX4-409" fmla="*/ 9538 w 9975"/>
                <a:gd name="connsiteY4-410" fmla="*/ 0 h 10128"/>
                <a:gd name="connsiteX0-411" fmla="*/ 9562 w 9999"/>
                <a:gd name="connsiteY0-412" fmla="*/ 0 h 10000"/>
                <a:gd name="connsiteX1-413" fmla="*/ 0 w 9999"/>
                <a:gd name="connsiteY1-414" fmla="*/ 7515 h 10000"/>
                <a:gd name="connsiteX2-415" fmla="*/ 55 w 9999"/>
                <a:gd name="connsiteY2-416" fmla="*/ 8343 h 10000"/>
                <a:gd name="connsiteX3-417" fmla="*/ 9610 w 9999"/>
                <a:gd name="connsiteY3-418" fmla="*/ 10000 h 10000"/>
                <a:gd name="connsiteX4-419" fmla="*/ 9562 w 9999"/>
                <a:gd name="connsiteY4-420" fmla="*/ 0 h 10000"/>
                <a:gd name="connsiteX0-421" fmla="*/ 9563 w 10000"/>
                <a:gd name="connsiteY0-422" fmla="*/ 0 h 10126"/>
                <a:gd name="connsiteX1-423" fmla="*/ 0 w 10000"/>
                <a:gd name="connsiteY1-424" fmla="*/ 7515 h 10126"/>
                <a:gd name="connsiteX2-425" fmla="*/ 55 w 10000"/>
                <a:gd name="connsiteY2-426" fmla="*/ 8343 h 10126"/>
                <a:gd name="connsiteX3-427" fmla="*/ 9611 w 10000"/>
                <a:gd name="connsiteY3-428" fmla="*/ 10126 h 10126"/>
                <a:gd name="connsiteX4-429" fmla="*/ 9563 w 10000"/>
                <a:gd name="connsiteY4-430" fmla="*/ 0 h 10126"/>
                <a:gd name="connsiteX0-431" fmla="*/ 9563 w 10000"/>
                <a:gd name="connsiteY0-432" fmla="*/ 0 h 10126"/>
                <a:gd name="connsiteX1-433" fmla="*/ 0 w 10000"/>
                <a:gd name="connsiteY1-434" fmla="*/ 7515 h 10126"/>
                <a:gd name="connsiteX2-435" fmla="*/ 55 w 10000"/>
                <a:gd name="connsiteY2-436" fmla="*/ 8343 h 10126"/>
                <a:gd name="connsiteX3-437" fmla="*/ 9611 w 10000"/>
                <a:gd name="connsiteY3-438" fmla="*/ 10126 h 10126"/>
                <a:gd name="connsiteX4-439" fmla="*/ 9563 w 10000"/>
                <a:gd name="connsiteY4-440" fmla="*/ 0 h 10126"/>
                <a:gd name="connsiteX0-441" fmla="*/ 9563 w 9799"/>
                <a:gd name="connsiteY0-442" fmla="*/ 0 h 10126"/>
                <a:gd name="connsiteX1-443" fmla="*/ 0 w 9799"/>
                <a:gd name="connsiteY1-444" fmla="*/ 7515 h 10126"/>
                <a:gd name="connsiteX2-445" fmla="*/ 55 w 9799"/>
                <a:gd name="connsiteY2-446" fmla="*/ 8343 h 10126"/>
                <a:gd name="connsiteX3-447" fmla="*/ 9611 w 9799"/>
                <a:gd name="connsiteY3-448" fmla="*/ 10126 h 10126"/>
                <a:gd name="connsiteX4-449" fmla="*/ 9563 w 9799"/>
                <a:gd name="connsiteY4-450" fmla="*/ 0 h 101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</a:cxnLst>
              <a:rect l="l" t="t" r="r" b="b"/>
              <a:pathLst>
                <a:path w="9799" h="10126">
                  <a:moveTo>
                    <a:pt x="9563" y="0"/>
                  </a:moveTo>
                  <a:cubicBezTo>
                    <a:pt x="6380" y="3447"/>
                    <a:pt x="4378" y="4742"/>
                    <a:pt x="0" y="7515"/>
                  </a:cubicBezTo>
                  <a:cubicBezTo>
                    <a:pt x="19" y="7790"/>
                    <a:pt x="36" y="8067"/>
                    <a:pt x="55" y="8343"/>
                  </a:cubicBezTo>
                  <a:cubicBezTo>
                    <a:pt x="3592" y="8754"/>
                    <a:pt x="6787" y="8518"/>
                    <a:pt x="9611" y="10126"/>
                  </a:cubicBezTo>
                  <a:cubicBezTo>
                    <a:pt x="9580" y="4725"/>
                    <a:pt x="10082" y="3581"/>
                    <a:pt x="9563" y="0"/>
                  </a:cubicBezTo>
                  <a:close/>
                </a:path>
              </a:pathLst>
            </a:custGeom>
            <a:gradFill rotWithShape="1">
              <a:gsLst>
                <a:gs pos="75000">
                  <a:schemeClr val="bg1">
                    <a:lumMod val="85000"/>
                  </a:schemeClr>
                </a:gs>
                <a:gs pos="0">
                  <a:schemeClr val="bg1">
                    <a:lumMod val="75000"/>
                  </a:schemeClr>
                </a:gs>
                <a:gs pos="100000">
                  <a:srgbClr val="FFFFFF"/>
                </a:gs>
              </a:gsLst>
              <a:lin ang="10800000" scaled="0"/>
            </a:gradFill>
            <a:ln>
              <a:noFill/>
            </a:ln>
            <a:effectLst/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541" name="Rectangle 4"/>
            <p:cNvSpPr>
              <a:spLocks noChangeArrowheads="1"/>
            </p:cNvSpPr>
            <p:nvPr/>
          </p:nvSpPr>
          <p:spPr bwMode="auto">
            <a:xfrm>
              <a:off x="3563785" y="1706808"/>
              <a:ext cx="2317750" cy="233362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19050">
              <a:solidFill>
                <a:srgbClr val="000000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542" name="Oval 5"/>
            <p:cNvSpPr>
              <a:spLocks noChangeArrowheads="1"/>
            </p:cNvSpPr>
            <p:nvPr/>
          </p:nvSpPr>
          <p:spPr bwMode="auto">
            <a:xfrm>
              <a:off x="3689197" y="1759196"/>
              <a:ext cx="2095500" cy="604837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543" name="Text Box 108"/>
            <p:cNvSpPr txBox="1">
              <a:spLocks noChangeArrowheads="1"/>
            </p:cNvSpPr>
            <p:nvPr/>
          </p:nvSpPr>
          <p:spPr bwMode="auto">
            <a:xfrm>
              <a:off x="3812415" y="1866181"/>
              <a:ext cx="186372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路由选择算法</a:t>
              </a: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544" name="Rectangle 109"/>
            <p:cNvSpPr>
              <a:spLocks noChangeArrowheads="1"/>
            </p:cNvSpPr>
            <p:nvPr/>
          </p:nvSpPr>
          <p:spPr bwMode="auto">
            <a:xfrm>
              <a:off x="3743172" y="2586219"/>
              <a:ext cx="2005013" cy="135737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546" name="Text Box 111"/>
            <p:cNvSpPr txBox="1">
              <a:spLocks noChangeArrowheads="1"/>
            </p:cNvSpPr>
            <p:nvPr/>
          </p:nvSpPr>
          <p:spPr bwMode="auto">
            <a:xfrm>
              <a:off x="3706660" y="2864096"/>
              <a:ext cx="1212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rPr>
                <a:t>首部值</a:t>
              </a:r>
              <a:endPara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547" name="Text Box 112"/>
            <p:cNvSpPr txBox="1">
              <a:spLocks noChangeArrowheads="1"/>
            </p:cNvSpPr>
            <p:nvPr/>
          </p:nvSpPr>
          <p:spPr bwMode="auto">
            <a:xfrm>
              <a:off x="4773460" y="2865683"/>
              <a:ext cx="10414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rPr>
                <a:t>输出链路</a:t>
              </a:r>
              <a:endPara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548" name="Line 113"/>
            <p:cNvSpPr>
              <a:spLocks noChangeShapeType="1"/>
            </p:cNvSpPr>
            <p:nvPr/>
          </p:nvSpPr>
          <p:spPr bwMode="auto">
            <a:xfrm>
              <a:off x="4871885" y="2876796"/>
              <a:ext cx="7937" cy="106680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549" name="Text Box 114"/>
            <p:cNvSpPr txBox="1">
              <a:spLocks noChangeArrowheads="1"/>
            </p:cNvSpPr>
            <p:nvPr/>
          </p:nvSpPr>
          <p:spPr bwMode="auto">
            <a:xfrm>
              <a:off x="4362297" y="3148258"/>
              <a:ext cx="520700" cy="8223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rPr>
                <a:t>0100</a:t>
              </a:r>
              <a:endParaRPr kumimoji="0" lang="en-US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rPr>
                <a:t>0101</a:t>
              </a:r>
              <a:endParaRPr kumimoji="0" lang="en-US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rPr>
                <a:t>0111</a:t>
              </a:r>
              <a:endParaRPr kumimoji="0" lang="en-US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rPr>
                <a:t>1001</a:t>
              </a:r>
              <a:endParaRPr kumimoji="0" lang="en-US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550" name="Text Box 115"/>
            <p:cNvSpPr txBox="1">
              <a:spLocks noChangeArrowheads="1"/>
            </p:cNvSpPr>
            <p:nvPr/>
          </p:nvSpPr>
          <p:spPr bwMode="auto">
            <a:xfrm>
              <a:off x="4887760" y="3148258"/>
              <a:ext cx="268287" cy="8223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rPr>
                <a:t>3</a:t>
              </a:r>
              <a:endParaRPr kumimoji="0" lang="en-US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rPr>
                <a:t>2</a:t>
              </a:r>
              <a:endParaRPr kumimoji="0" lang="en-US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rPr>
                <a:t>2</a:t>
              </a:r>
              <a:endParaRPr kumimoji="0" lang="en-US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rPr>
                <a:t>1</a:t>
              </a:r>
              <a:endParaRPr kumimoji="0" lang="en-US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551" name="Line 116"/>
            <p:cNvSpPr>
              <a:spLocks noChangeShapeType="1"/>
            </p:cNvSpPr>
            <p:nvPr/>
          </p:nvSpPr>
          <p:spPr bwMode="auto">
            <a:xfrm>
              <a:off x="3743172" y="3133971"/>
              <a:ext cx="2006600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552" name="Line 117"/>
            <p:cNvSpPr>
              <a:spLocks noChangeShapeType="1"/>
            </p:cNvSpPr>
            <p:nvPr/>
          </p:nvSpPr>
          <p:spPr bwMode="auto">
            <a:xfrm>
              <a:off x="3735235" y="2886321"/>
              <a:ext cx="2006600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818" name="Text Box 108"/>
            <p:cNvSpPr txBox="1">
              <a:spLocks noChangeArrowheads="1"/>
            </p:cNvSpPr>
            <p:nvPr/>
          </p:nvSpPr>
          <p:spPr bwMode="auto">
            <a:xfrm>
              <a:off x="3671421" y="2588130"/>
              <a:ext cx="2181852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本地转发表</a:t>
              </a:r>
              <a:endPara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553" name="AutoShape 118"/>
            <p:cNvSpPr>
              <a:spLocks noChangeArrowheads="1"/>
            </p:cNvSpPr>
            <p:nvPr/>
          </p:nvSpPr>
          <p:spPr bwMode="auto">
            <a:xfrm rot="5400000">
              <a:off x="4641697" y="2356096"/>
              <a:ext cx="241300" cy="273050"/>
            </a:xfrm>
            <a:prstGeom prst="rightArrow">
              <a:avLst>
                <a:gd name="adj1" fmla="val 51167"/>
                <a:gd name="adj2" fmla="val 39736"/>
              </a:avLst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</p:grpSp>
      <p:sp>
        <p:nvSpPr>
          <p:cNvPr id="171" name="Content Placeholder 4"/>
          <p:cNvSpPr>
            <a:spLocks noGrp="1"/>
          </p:cNvSpPr>
          <p:nvPr>
            <p:ph sz="half" idx="1"/>
          </p:nvPr>
        </p:nvSpPr>
        <p:spPr>
          <a:xfrm>
            <a:off x="332534" y="2514905"/>
            <a:ext cx="2930611" cy="3063265"/>
          </a:xfrm>
        </p:spPr>
        <p:txBody>
          <a:bodyPr>
            <a:normAutofit fontScale="92500" lnSpcReduction="10000"/>
          </a:bodyPr>
          <a:lstStyle/>
          <a:p>
            <a:pPr marL="130175" indent="0">
              <a:buNone/>
            </a:pPr>
            <a:r>
              <a:rPr lang="en-US" altLang="en-US" sz="3000" i="1" dirty="0">
                <a:solidFill>
                  <a:srgbClr val="C00000"/>
                </a:solidFill>
                <a:ea typeface="MS PGothic" panose="020B0600070205080204" pitchFamily="34" charset="-128"/>
              </a:rPr>
              <a:t>转发： </a:t>
            </a:r>
            <a:r>
              <a:rPr lang="en-US" altLang="en-US" i="1" dirty="0">
                <a:solidFill>
                  <a:srgbClr val="C00000"/>
                </a:solidFill>
                <a:ea typeface="MS PGothic" panose="020B0600070205080204" pitchFamily="34" charset="-128"/>
              </a:rPr>
              <a:t/>
            </a:r>
            <a:r>
              <a:rPr lang="en-US" altLang="en-US" dirty="0">
                <a:solidFill>
                  <a:srgbClr val="C00000"/>
                </a:solidFill>
                <a:ea typeface="MS PGothic" panose="020B0600070205080204" pitchFamily="34" charset="-128"/>
              </a:rPr>
              <a:t/>
            </a:r>
            <a:endParaRPr lang="en-US" altLang="en-US" dirty="0">
              <a:solidFill>
                <a:srgbClr val="C00000"/>
              </a:solidFill>
              <a:ea typeface="MS PGothic" panose="020B0600070205080204" pitchFamily="34" charset="-128"/>
            </a:endParaRPr>
          </a:p>
          <a:p>
            <a:r>
              <a:rPr lang="en-US" altLang="en-US" dirty="0">
                <a:ea typeface="MS PGothic" panose="020B0600070205080204" pitchFamily="34" charset="-128"/>
              </a:rPr>
              <a:t>也称“交换”</a:t>
            </a:r>
            <a:endParaRPr lang="en-US" altLang="en-US" dirty="0">
              <a:ea typeface="MS PGothic" panose="020B0600070205080204" pitchFamily="34" charset="-128"/>
            </a:endParaRPr>
          </a:p>
          <a:p>
            <a:r>
              <a:rPr lang="en-US" altLang="en-US" i="1" dirty="0">
                <a:solidFill>
                  <a:srgbClr val="C00000"/>
                </a:solidFill>
                <a:ea typeface="MS PGothic" panose="020B0600070205080204" pitchFamily="34" charset="-128"/>
              </a:rPr>
              <a:t>本地动作：把到达分组从路由器输入链路移动到合适的输出链路</a:t>
            </a:r>
            <a:r>
              <a:rPr lang="en-US" altLang="en-US" i="1" dirty="0">
                <a:ea typeface="MS PGothic" panose="020B0600070205080204" pitchFamily="34" charset="-128"/>
              </a:rPr>
              <a:t/>
            </a:r>
            <a:r>
              <a:rPr lang="en-US" altLang="en-US" dirty="0">
                <a:ea typeface="MS PGothic" panose="020B0600070205080204" pitchFamily="34" charset="-128"/>
              </a:rPr>
              <a:t/>
            </a:r>
            <a:r>
              <a:rPr lang="en-US" altLang="ja-JP" dirty="0">
                <a:ea typeface="MS PGothic" panose="020B0600070205080204" pitchFamily="34" charset="-128"/>
              </a:rPr>
              <a:t/>
            </a:r>
            <a:endParaRPr lang="en-US" altLang="ja-JP" dirty="0">
              <a:ea typeface="MS PGothic" panose="020B0600070205080204" pitchFamily="34" charset="-128"/>
            </a:endParaRPr>
          </a:p>
          <a:p>
            <a:endParaRPr lang="en-US" dirty="0"/>
          </a:p>
        </p:txBody>
      </p:sp>
      <p:cxnSp>
        <p:nvCxnSpPr>
          <p:cNvPr id="172" name="Straight Connector 421888"/>
          <p:cNvCxnSpPr>
            <a:cxnSpLocks noChangeShapeType="1"/>
          </p:cNvCxnSpPr>
          <p:nvPr/>
        </p:nvCxnSpPr>
        <p:spPr bwMode="auto">
          <a:xfrm>
            <a:off x="2389758" y="2757407"/>
            <a:ext cx="1281663" cy="0"/>
          </a:xfrm>
          <a:prstGeom prst="line">
            <a:avLst/>
          </a:prstGeom>
          <a:noFill/>
          <a:ln w="19050">
            <a:solidFill>
              <a:srgbClr val="C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173" name="Group 172"/>
          <p:cNvGrpSpPr/>
          <p:nvPr/>
        </p:nvGrpSpPr>
        <p:grpSpPr>
          <a:xfrm>
            <a:off x="3744796" y="2580320"/>
            <a:ext cx="2017520" cy="338554"/>
            <a:chOff x="6181202" y="4326532"/>
            <a:chExt cx="2017520" cy="338554"/>
          </a:xfrm>
        </p:grpSpPr>
        <p:sp>
          <p:nvSpPr>
            <p:cNvPr id="174" name="Rectangle 173"/>
            <p:cNvSpPr/>
            <p:nvPr/>
          </p:nvSpPr>
          <p:spPr>
            <a:xfrm>
              <a:off x="6192122" y="4338108"/>
              <a:ext cx="2006600" cy="295974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5" name="Text Box 110"/>
            <p:cNvSpPr txBox="1">
              <a:spLocks noChangeArrowheads="1"/>
            </p:cNvSpPr>
            <p:nvPr/>
          </p:nvSpPr>
          <p:spPr bwMode="auto">
            <a:xfrm>
              <a:off x="6181202" y="4326532"/>
              <a:ext cx="2005677" cy="338554"/>
            </a:xfrm>
            <a:prstGeom prst="rect">
              <a:avLst/>
            </a:prstGeom>
            <a:noFill/>
            <a:ln w="9525">
              <a:noFill/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 pitchFamily="34" charset="0"/>
                  <a:ea typeface="MS PGothic" panose="020B0600070205080204" pitchFamily="34" charset="-128"/>
                  <a:cs typeface="Calibri" panose="020F0502020204030204" pitchFamily="34" charset="0"/>
                </a:rPr>
                <a:t>本地转发表</a:t>
              </a:r>
              <a:endPara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MS PGothic" panose="020B0600070205080204" pitchFamily="34" charset="-128"/>
                <a:cs typeface="Calibri" panose="020F0502020204030204" pitchFamily="34" charset="0"/>
              </a:endParaRPr>
            </a:p>
          </p:txBody>
        </p:sp>
      </p:grpSp>
      <p:grpSp>
        <p:nvGrpSpPr>
          <p:cNvPr id="176" name="Group 175"/>
          <p:cNvGrpSpPr/>
          <p:nvPr/>
        </p:nvGrpSpPr>
        <p:grpSpPr>
          <a:xfrm>
            <a:off x="5698975" y="3819688"/>
            <a:ext cx="2183401" cy="2394971"/>
            <a:chOff x="5698975" y="3819688"/>
            <a:chExt cx="2183401" cy="2394971"/>
          </a:xfrm>
        </p:grpSpPr>
        <p:sp>
          <p:nvSpPr>
            <p:cNvPr id="177" name="Rectangle 176"/>
            <p:cNvSpPr/>
            <p:nvPr/>
          </p:nvSpPr>
          <p:spPr>
            <a:xfrm>
              <a:off x="7050700" y="6168940"/>
              <a:ext cx="476401" cy="45719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8" name="Rectangle 177"/>
            <p:cNvSpPr/>
            <p:nvPr/>
          </p:nvSpPr>
          <p:spPr>
            <a:xfrm>
              <a:off x="6359921" y="5968768"/>
              <a:ext cx="476401" cy="45719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9" name="Rectangle 178"/>
            <p:cNvSpPr/>
            <p:nvPr/>
          </p:nvSpPr>
          <p:spPr>
            <a:xfrm>
              <a:off x="5698975" y="6141541"/>
              <a:ext cx="476401" cy="45719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0" name="Rectangle 179"/>
            <p:cNvSpPr/>
            <p:nvPr/>
          </p:nvSpPr>
          <p:spPr>
            <a:xfrm>
              <a:off x="7405975" y="4146032"/>
              <a:ext cx="476401" cy="45719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1" name="Rectangle 180"/>
            <p:cNvSpPr/>
            <p:nvPr/>
          </p:nvSpPr>
          <p:spPr>
            <a:xfrm>
              <a:off x="6407517" y="3819688"/>
              <a:ext cx="476401" cy="45719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91" name="Content Placeholder 4"/>
          <p:cNvSpPr txBox="1"/>
          <p:nvPr/>
        </p:nvSpPr>
        <p:spPr>
          <a:xfrm>
            <a:off x="8430283" y="1824271"/>
            <a:ext cx="3555414" cy="300624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143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None/>
              <a:defRPr/>
            </a:pPr>
            <a:r>
              <a:rPr kumimoji="0" lang="en-US" altLang="en-US" sz="30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路由选择： </a:t>
            </a:r>
            <a:endParaRPr kumimoji="0" lang="en-US" altLang="en-US" sz="3000" b="0" i="1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  <a:p>
            <a:pPr marL="400050" marR="0" lvl="0" indent="-2857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全局动作：确定分组从源到目的地所走的路径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  <a:p>
            <a:pPr marL="400050" marR="0" lvl="0" indent="-2857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路由选择算法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2" name="Freeform 120"/>
          <p:cNvSpPr/>
          <p:nvPr/>
        </p:nvSpPr>
        <p:spPr bwMode="auto">
          <a:xfrm>
            <a:off x="4869344" y="4824326"/>
            <a:ext cx="1041867" cy="336451"/>
          </a:xfrm>
          <a:custGeom>
            <a:avLst/>
            <a:gdLst>
              <a:gd name="T0" fmla="*/ 0 w 10844"/>
              <a:gd name="T1" fmla="*/ 2147483647 h 14797"/>
              <a:gd name="T2" fmla="*/ 2147483647 w 10844"/>
              <a:gd name="T3" fmla="*/ 2147483647 h 14797"/>
              <a:gd name="T4" fmla="*/ 2147483647 w 10844"/>
              <a:gd name="T5" fmla="*/ 2147483647 h 14797"/>
              <a:gd name="T6" fmla="*/ 0 60000 65536"/>
              <a:gd name="T7" fmla="*/ 0 60000 65536"/>
              <a:gd name="T8" fmla="*/ 0 60000 65536"/>
              <a:gd name="T9" fmla="*/ 0 w 10844"/>
              <a:gd name="T10" fmla="*/ 0 h 14797"/>
              <a:gd name="T11" fmla="*/ 10844 w 10844"/>
              <a:gd name="T12" fmla="*/ 14797 h 14797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0844" h="14797">
                <a:moveTo>
                  <a:pt x="0" y="14797"/>
                </a:moveTo>
                <a:cubicBezTo>
                  <a:pt x="2168" y="9517"/>
                  <a:pt x="5654" y="-1331"/>
                  <a:pt x="7042" y="135"/>
                </a:cubicBezTo>
                <a:cubicBezTo>
                  <a:pt x="8563" y="1950"/>
                  <a:pt x="9984" y="6698"/>
                  <a:pt x="10844" y="9978"/>
                </a:cubicBezTo>
              </a:path>
            </a:pathLst>
          </a:custGeom>
          <a:noFill/>
          <a:ln w="57150" cmpd="sng">
            <a:solidFill>
              <a:srgbClr val="FF33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/>
            </a:endParaRPr>
          </a:p>
        </p:txBody>
      </p:sp>
      <p:grpSp>
        <p:nvGrpSpPr>
          <p:cNvPr id="193" name="Group 192"/>
          <p:cNvGrpSpPr/>
          <p:nvPr/>
        </p:nvGrpSpPr>
        <p:grpSpPr>
          <a:xfrm>
            <a:off x="3689197" y="1759195"/>
            <a:ext cx="2095500" cy="604837"/>
            <a:chOff x="3839579" y="1912090"/>
            <a:chExt cx="2095500" cy="604837"/>
          </a:xfrm>
        </p:grpSpPr>
        <p:sp>
          <p:nvSpPr>
            <p:cNvPr id="194" name="Oval 5"/>
            <p:cNvSpPr>
              <a:spLocks noChangeArrowheads="1"/>
            </p:cNvSpPr>
            <p:nvPr/>
          </p:nvSpPr>
          <p:spPr bwMode="auto">
            <a:xfrm>
              <a:off x="3839579" y="1912090"/>
              <a:ext cx="2095500" cy="604837"/>
            </a:xfrm>
            <a:prstGeom prst="ellipse">
              <a:avLst/>
            </a:prstGeom>
            <a:solidFill>
              <a:srgbClr val="FF0000"/>
            </a:solidFill>
            <a:ln w="9525">
              <a:noFill/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195" name="Text Box 108"/>
            <p:cNvSpPr txBox="1">
              <a:spLocks noChangeArrowheads="1"/>
            </p:cNvSpPr>
            <p:nvPr/>
          </p:nvSpPr>
          <p:spPr bwMode="auto">
            <a:xfrm>
              <a:off x="3964815" y="2018581"/>
              <a:ext cx="186372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路由选择算法</a:t>
              </a: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</p:grpSp>
      <p:sp>
        <p:nvSpPr>
          <p:cNvPr id="196" name="Freeform 195"/>
          <p:cNvSpPr/>
          <p:nvPr/>
        </p:nvSpPr>
        <p:spPr>
          <a:xfrm>
            <a:off x="5748185" y="4775202"/>
            <a:ext cx="2423480" cy="399173"/>
          </a:xfrm>
          <a:custGeom>
            <a:avLst/>
            <a:gdLst>
              <a:gd name="connsiteX0" fmla="*/ 0 w 2417086"/>
              <a:gd name="connsiteY0" fmla="*/ 136686 h 393747"/>
              <a:gd name="connsiteX1" fmla="*/ 613863 w 2417086"/>
              <a:gd name="connsiteY1" fmla="*/ 392462 h 393747"/>
              <a:gd name="connsiteX2" fmla="*/ 1579419 w 2417086"/>
              <a:gd name="connsiteY2" fmla="*/ 40770 h 393747"/>
              <a:gd name="connsiteX3" fmla="*/ 2417086 w 2417086"/>
              <a:gd name="connsiteY3" fmla="*/ 21586 h 393747"/>
              <a:gd name="connsiteX0-1" fmla="*/ 0 w 2423480"/>
              <a:gd name="connsiteY0-2" fmla="*/ 153322 h 410383"/>
              <a:gd name="connsiteX1-3" fmla="*/ 613863 w 2423480"/>
              <a:gd name="connsiteY1-4" fmla="*/ 409098 h 410383"/>
              <a:gd name="connsiteX2-5" fmla="*/ 1579419 w 2423480"/>
              <a:gd name="connsiteY2-6" fmla="*/ 57406 h 410383"/>
              <a:gd name="connsiteX3-7" fmla="*/ 2423480 w 2423480"/>
              <a:gd name="connsiteY3-8" fmla="*/ 12644 h 410383"/>
              <a:gd name="connsiteX0-9" fmla="*/ 0 w 2423480"/>
              <a:gd name="connsiteY0-10" fmla="*/ 142112 h 399173"/>
              <a:gd name="connsiteX1-11" fmla="*/ 613863 w 2423480"/>
              <a:gd name="connsiteY1-12" fmla="*/ 397888 h 399173"/>
              <a:gd name="connsiteX2-13" fmla="*/ 1579419 w 2423480"/>
              <a:gd name="connsiteY2-14" fmla="*/ 46196 h 399173"/>
              <a:gd name="connsiteX3-15" fmla="*/ 2423480 w 2423480"/>
              <a:gd name="connsiteY3-16" fmla="*/ 1434 h 39917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</a:cxnLst>
            <a:rect l="l" t="t" r="r" b="b"/>
            <a:pathLst>
              <a:path w="2423480" h="399173">
                <a:moveTo>
                  <a:pt x="0" y="142112"/>
                </a:moveTo>
                <a:cubicBezTo>
                  <a:pt x="175313" y="277993"/>
                  <a:pt x="350627" y="413874"/>
                  <a:pt x="613863" y="397888"/>
                </a:cubicBezTo>
                <a:cubicBezTo>
                  <a:pt x="877099" y="381902"/>
                  <a:pt x="1277816" y="112272"/>
                  <a:pt x="1579419" y="46196"/>
                </a:cubicBezTo>
                <a:cubicBezTo>
                  <a:pt x="1881022" y="-19880"/>
                  <a:pt x="2065394" y="5697"/>
                  <a:pt x="2423480" y="1434"/>
                </a:cubicBezTo>
              </a:path>
            </a:pathLst>
          </a:custGeom>
          <a:noFill/>
          <a:ln w="44450">
            <a:solidFill>
              <a:srgbClr val="FF0000"/>
            </a:solidFill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97" name="Group 196"/>
          <p:cNvGrpSpPr/>
          <p:nvPr/>
        </p:nvGrpSpPr>
        <p:grpSpPr>
          <a:xfrm>
            <a:off x="5600948" y="2059246"/>
            <a:ext cx="2852523" cy="3990339"/>
            <a:chOff x="5600948" y="2059246"/>
            <a:chExt cx="2852523" cy="3990339"/>
          </a:xfrm>
        </p:grpSpPr>
        <p:cxnSp>
          <p:nvCxnSpPr>
            <p:cNvPr id="198" name="Straight Connector 421894"/>
            <p:cNvCxnSpPr>
              <a:cxnSpLocks noChangeShapeType="1"/>
            </p:cNvCxnSpPr>
            <p:nvPr/>
          </p:nvCxnSpPr>
          <p:spPr bwMode="auto">
            <a:xfrm flipH="1">
              <a:off x="5600948" y="2062812"/>
              <a:ext cx="2852523" cy="0"/>
            </a:xfrm>
            <a:prstGeom prst="line">
              <a:avLst/>
            </a:prstGeom>
            <a:noFill/>
            <a:ln w="19050">
              <a:solidFill>
                <a:srgbClr val="C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99" name="Straight Connector 421894"/>
            <p:cNvCxnSpPr>
              <a:cxnSpLocks noChangeShapeType="1"/>
            </p:cNvCxnSpPr>
            <p:nvPr/>
          </p:nvCxnSpPr>
          <p:spPr bwMode="auto">
            <a:xfrm flipH="1">
              <a:off x="6643279" y="2072337"/>
              <a:ext cx="1781930" cy="1569387"/>
            </a:xfrm>
            <a:prstGeom prst="line">
              <a:avLst/>
            </a:prstGeom>
            <a:noFill/>
            <a:ln w="19050">
              <a:solidFill>
                <a:srgbClr val="C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00" name="Straight Connector 421894"/>
            <p:cNvCxnSpPr>
              <a:cxnSpLocks noChangeShapeType="1"/>
            </p:cNvCxnSpPr>
            <p:nvPr/>
          </p:nvCxnSpPr>
          <p:spPr bwMode="auto">
            <a:xfrm flipH="1">
              <a:off x="7640094" y="2059246"/>
              <a:ext cx="802722" cy="1908551"/>
            </a:xfrm>
            <a:prstGeom prst="line">
              <a:avLst/>
            </a:prstGeom>
            <a:noFill/>
            <a:ln w="19050">
              <a:solidFill>
                <a:srgbClr val="C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grpSp>
          <p:nvGrpSpPr>
            <p:cNvPr id="201" name="Group 200"/>
            <p:cNvGrpSpPr/>
            <p:nvPr/>
          </p:nvGrpSpPr>
          <p:grpSpPr>
            <a:xfrm>
              <a:off x="6178773" y="2060294"/>
              <a:ext cx="2270746" cy="3989291"/>
              <a:chOff x="6178773" y="2060294"/>
              <a:chExt cx="2270746" cy="3989291"/>
            </a:xfrm>
          </p:grpSpPr>
          <p:sp>
            <p:nvSpPr>
              <p:cNvPr id="202" name="Freeform 201"/>
              <p:cNvSpPr/>
              <p:nvPr/>
            </p:nvSpPr>
            <p:spPr>
              <a:xfrm>
                <a:off x="6852213" y="2060294"/>
                <a:ext cx="1597306" cy="3796496"/>
              </a:xfrm>
              <a:custGeom>
                <a:avLst/>
                <a:gdLst>
                  <a:gd name="connsiteX0" fmla="*/ 1597306 w 1597306"/>
                  <a:gd name="connsiteY0" fmla="*/ 0 h 3796496"/>
                  <a:gd name="connsiteX1" fmla="*/ 925974 w 1597306"/>
                  <a:gd name="connsiteY1" fmla="*/ 3784921 h 3796496"/>
                  <a:gd name="connsiteX2" fmla="*/ 0 w 1597306"/>
                  <a:gd name="connsiteY2" fmla="*/ 3796496 h 3796496"/>
                  <a:gd name="connsiteX3" fmla="*/ 0 w 1597306"/>
                  <a:gd name="connsiteY3" fmla="*/ 3796496 h 37964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97306" h="3796496">
                    <a:moveTo>
                      <a:pt x="1597306" y="0"/>
                    </a:moveTo>
                    <a:lnTo>
                      <a:pt x="925974" y="3784921"/>
                    </a:lnTo>
                    <a:lnTo>
                      <a:pt x="0" y="3796496"/>
                    </a:lnTo>
                    <a:lnTo>
                      <a:pt x="0" y="3796496"/>
                    </a:lnTo>
                  </a:path>
                </a:pathLst>
              </a:custGeom>
              <a:noFill/>
              <a:ln w="19050">
                <a:solidFill>
                  <a:srgbClr val="C00000"/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cxnSp>
            <p:nvCxnSpPr>
              <p:cNvPr id="203" name="Straight Connector 421894"/>
              <p:cNvCxnSpPr>
                <a:cxnSpLocks noChangeShapeType="1"/>
                <a:stCxn id="202" idx="1"/>
              </p:cNvCxnSpPr>
              <p:nvPr/>
            </p:nvCxnSpPr>
            <p:spPr bwMode="auto">
              <a:xfrm flipH="1">
                <a:off x="7535735" y="5845215"/>
                <a:ext cx="242452" cy="204370"/>
              </a:xfrm>
              <a:prstGeom prst="line">
                <a:avLst/>
              </a:prstGeom>
              <a:noFill/>
              <a:ln w="19050">
                <a:solidFill>
                  <a:srgbClr val="C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04" name="Straight Connector 421894"/>
              <p:cNvCxnSpPr>
                <a:cxnSpLocks noChangeShapeType="1"/>
                <a:stCxn id="202" idx="1"/>
              </p:cNvCxnSpPr>
              <p:nvPr/>
            </p:nvCxnSpPr>
            <p:spPr bwMode="auto">
              <a:xfrm flipH="1">
                <a:off x="6178773" y="5845215"/>
                <a:ext cx="1599414" cy="182258"/>
              </a:xfrm>
              <a:prstGeom prst="line">
                <a:avLst/>
              </a:prstGeom>
              <a:noFill/>
              <a:ln w="19050">
                <a:solidFill>
                  <a:srgbClr val="C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grpSp>
        <p:nvGrpSpPr>
          <p:cNvPr id="205" name="Group 204"/>
          <p:cNvGrpSpPr/>
          <p:nvPr/>
        </p:nvGrpSpPr>
        <p:grpSpPr>
          <a:xfrm>
            <a:off x="5679271" y="3642935"/>
            <a:ext cx="2210121" cy="2467075"/>
            <a:chOff x="5679271" y="3642935"/>
            <a:chExt cx="2210121" cy="2467075"/>
          </a:xfrm>
        </p:grpSpPr>
        <p:sp>
          <p:nvSpPr>
            <p:cNvPr id="206" name="Oval 144"/>
            <p:cNvSpPr>
              <a:spLocks noChangeArrowheads="1"/>
            </p:cNvSpPr>
            <p:nvPr/>
          </p:nvSpPr>
          <p:spPr bwMode="auto">
            <a:xfrm>
              <a:off x="7044350" y="5992553"/>
              <a:ext cx="498632" cy="117457"/>
            </a:xfrm>
            <a:prstGeom prst="ellipse">
              <a:avLst/>
            </a:prstGeom>
            <a:solidFill>
              <a:srgbClr val="FF0000"/>
            </a:solidFill>
            <a:ln w="9525">
              <a:noFill/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207" name="Oval 144"/>
            <p:cNvSpPr>
              <a:spLocks noChangeArrowheads="1"/>
            </p:cNvSpPr>
            <p:nvPr/>
          </p:nvSpPr>
          <p:spPr bwMode="auto">
            <a:xfrm>
              <a:off x="6344311" y="5792457"/>
              <a:ext cx="498632" cy="117457"/>
            </a:xfrm>
            <a:prstGeom prst="ellipse">
              <a:avLst/>
            </a:prstGeom>
            <a:solidFill>
              <a:srgbClr val="FF0000"/>
            </a:solidFill>
            <a:ln w="9525">
              <a:noFill/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208" name="Oval 144"/>
            <p:cNvSpPr>
              <a:spLocks noChangeArrowheads="1"/>
            </p:cNvSpPr>
            <p:nvPr/>
          </p:nvSpPr>
          <p:spPr bwMode="auto">
            <a:xfrm>
              <a:off x="5679271" y="5968768"/>
              <a:ext cx="498632" cy="117457"/>
            </a:xfrm>
            <a:prstGeom prst="ellipse">
              <a:avLst/>
            </a:prstGeom>
            <a:solidFill>
              <a:srgbClr val="FF0000"/>
            </a:solidFill>
            <a:ln w="9525">
              <a:noFill/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209" name="Oval 144"/>
            <p:cNvSpPr>
              <a:spLocks noChangeArrowheads="1"/>
            </p:cNvSpPr>
            <p:nvPr/>
          </p:nvSpPr>
          <p:spPr bwMode="auto">
            <a:xfrm>
              <a:off x="7390760" y="3969843"/>
              <a:ext cx="498632" cy="117457"/>
            </a:xfrm>
            <a:prstGeom prst="ellipse">
              <a:avLst/>
            </a:prstGeom>
            <a:solidFill>
              <a:srgbClr val="FF0000"/>
            </a:solidFill>
            <a:ln w="9525">
              <a:noFill/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210" name="Oval 144"/>
            <p:cNvSpPr>
              <a:spLocks noChangeArrowheads="1"/>
            </p:cNvSpPr>
            <p:nvPr/>
          </p:nvSpPr>
          <p:spPr bwMode="auto">
            <a:xfrm>
              <a:off x="6395551" y="3642935"/>
              <a:ext cx="498632" cy="117457"/>
            </a:xfrm>
            <a:prstGeom prst="ellipse">
              <a:avLst/>
            </a:prstGeom>
            <a:solidFill>
              <a:srgbClr val="FF0000"/>
            </a:solidFill>
            <a:ln w="9525">
              <a:noFill/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</p:grpSp>
      <p:sp>
        <p:nvSpPr>
          <p:cNvPr id="167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引言：1-</a:t>
            </a:r>
            <a:fld id="{C4204591-24BD-A542-B9D5-F8D8A88D2FEE}" type="slidenum">
              <a:rPr lang="en-US" smtClean="0"/>
            </a:fld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3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1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17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2" dur="500"/>
                                        <p:tgtEl>
                                          <p:spTgt spid="17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5" dur="50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8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52" dur="50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55" dur="50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9" dur="500"/>
                                        <p:tgtEl>
                                          <p:spTgt spid="1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2" dur="500"/>
                                        <p:tgtEl>
                                          <p:spTgt spid="1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5" dur="50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8" dur="500"/>
                                        <p:tgtEl>
                                          <p:spTgt spid="1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1" dur="5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4" dur="500"/>
                                        <p:tgtEl>
                                          <p:spTgt spid="2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1" grpId="0" uiExpand="1" build="p"/>
      <p:bldP spid="191" grpId="0"/>
      <p:bldP spid="192" grpId="0" animBg="1"/>
      <p:bldP spid="196" grpId="0" animBg="1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655093" y="671089"/>
            <a:ext cx="10922758" cy="5252742"/>
          </a:xfrm>
          <a:prstGeom prst="rect">
            <a:avLst/>
          </a:prstGeom>
        </p:spPr>
      </p:pic>
      <p:sp>
        <p:nvSpPr>
          <p:cNvPr id="12" name="Freeform 11"/>
          <p:cNvSpPr/>
          <p:nvPr/>
        </p:nvSpPr>
        <p:spPr>
          <a:xfrm>
            <a:off x="1445846" y="2196123"/>
            <a:ext cx="9159631" cy="1414585"/>
          </a:xfrm>
          <a:custGeom>
            <a:avLst/>
            <a:gdLst>
              <a:gd name="connsiteX0" fmla="*/ 39077 w 9159631"/>
              <a:gd name="connsiteY0" fmla="*/ 1414585 h 1414585"/>
              <a:gd name="connsiteX1" fmla="*/ 31262 w 9159631"/>
              <a:gd name="connsiteY1" fmla="*/ 1289539 h 1414585"/>
              <a:gd name="connsiteX2" fmla="*/ 0 w 9159631"/>
              <a:gd name="connsiteY2" fmla="*/ 1211385 h 1414585"/>
              <a:gd name="connsiteX3" fmla="*/ 39077 w 9159631"/>
              <a:gd name="connsiteY3" fmla="*/ 1148862 h 1414585"/>
              <a:gd name="connsiteX4" fmla="*/ 132862 w 9159631"/>
              <a:gd name="connsiteY4" fmla="*/ 1109785 h 1414585"/>
              <a:gd name="connsiteX5" fmla="*/ 242277 w 9159631"/>
              <a:gd name="connsiteY5" fmla="*/ 984739 h 1414585"/>
              <a:gd name="connsiteX6" fmla="*/ 296985 w 9159631"/>
              <a:gd name="connsiteY6" fmla="*/ 937846 h 1414585"/>
              <a:gd name="connsiteX7" fmla="*/ 375139 w 9159631"/>
              <a:gd name="connsiteY7" fmla="*/ 930031 h 1414585"/>
              <a:gd name="connsiteX8" fmla="*/ 445477 w 9159631"/>
              <a:gd name="connsiteY8" fmla="*/ 898769 h 1414585"/>
              <a:gd name="connsiteX9" fmla="*/ 523631 w 9159631"/>
              <a:gd name="connsiteY9" fmla="*/ 883139 h 1414585"/>
              <a:gd name="connsiteX10" fmla="*/ 601785 w 9159631"/>
              <a:gd name="connsiteY10" fmla="*/ 804985 h 1414585"/>
              <a:gd name="connsiteX11" fmla="*/ 687754 w 9159631"/>
              <a:gd name="connsiteY11" fmla="*/ 734646 h 1414585"/>
              <a:gd name="connsiteX12" fmla="*/ 726831 w 9159631"/>
              <a:gd name="connsiteY12" fmla="*/ 625231 h 1414585"/>
              <a:gd name="connsiteX13" fmla="*/ 804985 w 9159631"/>
              <a:gd name="connsiteY13" fmla="*/ 554892 h 1414585"/>
              <a:gd name="connsiteX14" fmla="*/ 828431 w 9159631"/>
              <a:gd name="connsiteY14" fmla="*/ 531446 h 1414585"/>
              <a:gd name="connsiteX15" fmla="*/ 930031 w 9159631"/>
              <a:gd name="connsiteY15" fmla="*/ 578339 h 1414585"/>
              <a:gd name="connsiteX16" fmla="*/ 930031 w 9159631"/>
              <a:gd name="connsiteY16" fmla="*/ 578339 h 1414585"/>
              <a:gd name="connsiteX17" fmla="*/ 1031631 w 9159631"/>
              <a:gd name="connsiteY17" fmla="*/ 617415 h 1414585"/>
              <a:gd name="connsiteX18" fmla="*/ 1031631 w 9159631"/>
              <a:gd name="connsiteY18" fmla="*/ 617415 h 1414585"/>
              <a:gd name="connsiteX19" fmla="*/ 1148862 w 9159631"/>
              <a:gd name="connsiteY19" fmla="*/ 601785 h 1414585"/>
              <a:gd name="connsiteX20" fmla="*/ 1148862 w 9159631"/>
              <a:gd name="connsiteY20" fmla="*/ 601785 h 1414585"/>
              <a:gd name="connsiteX21" fmla="*/ 1266092 w 9159631"/>
              <a:gd name="connsiteY21" fmla="*/ 508000 h 1414585"/>
              <a:gd name="connsiteX22" fmla="*/ 1422400 w 9159631"/>
              <a:gd name="connsiteY22" fmla="*/ 523631 h 1414585"/>
              <a:gd name="connsiteX23" fmla="*/ 1492739 w 9159631"/>
              <a:gd name="connsiteY23" fmla="*/ 593969 h 1414585"/>
              <a:gd name="connsiteX24" fmla="*/ 1672492 w 9159631"/>
              <a:gd name="connsiteY24" fmla="*/ 601785 h 1414585"/>
              <a:gd name="connsiteX25" fmla="*/ 1672492 w 9159631"/>
              <a:gd name="connsiteY25" fmla="*/ 601785 h 1414585"/>
              <a:gd name="connsiteX26" fmla="*/ 1844431 w 9159631"/>
              <a:gd name="connsiteY26" fmla="*/ 609600 h 1414585"/>
              <a:gd name="connsiteX27" fmla="*/ 1969477 w 9159631"/>
              <a:gd name="connsiteY27" fmla="*/ 593969 h 1414585"/>
              <a:gd name="connsiteX28" fmla="*/ 2008554 w 9159631"/>
              <a:gd name="connsiteY28" fmla="*/ 570523 h 1414585"/>
              <a:gd name="connsiteX29" fmla="*/ 2016369 w 9159631"/>
              <a:gd name="connsiteY29" fmla="*/ 508000 h 1414585"/>
              <a:gd name="connsiteX30" fmla="*/ 2078892 w 9159631"/>
              <a:gd name="connsiteY30" fmla="*/ 461108 h 1414585"/>
              <a:gd name="connsiteX31" fmla="*/ 2196123 w 9159631"/>
              <a:gd name="connsiteY31" fmla="*/ 453292 h 1414585"/>
              <a:gd name="connsiteX32" fmla="*/ 2274277 w 9159631"/>
              <a:gd name="connsiteY32" fmla="*/ 398585 h 1414585"/>
              <a:gd name="connsiteX33" fmla="*/ 2344616 w 9159631"/>
              <a:gd name="connsiteY33" fmla="*/ 398585 h 1414585"/>
              <a:gd name="connsiteX34" fmla="*/ 2383692 w 9159631"/>
              <a:gd name="connsiteY34" fmla="*/ 406400 h 1414585"/>
              <a:gd name="connsiteX35" fmla="*/ 2454031 w 9159631"/>
              <a:gd name="connsiteY35" fmla="*/ 367323 h 1414585"/>
              <a:gd name="connsiteX36" fmla="*/ 2563446 w 9159631"/>
              <a:gd name="connsiteY36" fmla="*/ 382954 h 1414585"/>
              <a:gd name="connsiteX37" fmla="*/ 2735385 w 9159631"/>
              <a:gd name="connsiteY37" fmla="*/ 359508 h 1414585"/>
              <a:gd name="connsiteX38" fmla="*/ 2735385 w 9159631"/>
              <a:gd name="connsiteY38" fmla="*/ 359508 h 1414585"/>
              <a:gd name="connsiteX39" fmla="*/ 2899508 w 9159631"/>
              <a:gd name="connsiteY39" fmla="*/ 351692 h 1414585"/>
              <a:gd name="connsiteX40" fmla="*/ 3118339 w 9159631"/>
              <a:gd name="connsiteY40" fmla="*/ 484554 h 1414585"/>
              <a:gd name="connsiteX41" fmla="*/ 3141785 w 9159631"/>
              <a:gd name="connsiteY41" fmla="*/ 531446 h 1414585"/>
              <a:gd name="connsiteX42" fmla="*/ 3485662 w 9159631"/>
              <a:gd name="connsiteY42" fmla="*/ 484554 h 1414585"/>
              <a:gd name="connsiteX43" fmla="*/ 3681046 w 9159631"/>
              <a:gd name="connsiteY43" fmla="*/ 515815 h 1414585"/>
              <a:gd name="connsiteX44" fmla="*/ 3915508 w 9159631"/>
              <a:gd name="connsiteY44" fmla="*/ 500185 h 1414585"/>
              <a:gd name="connsiteX45" fmla="*/ 4079631 w 9159631"/>
              <a:gd name="connsiteY45" fmla="*/ 547077 h 1414585"/>
              <a:gd name="connsiteX46" fmla="*/ 4196862 w 9159631"/>
              <a:gd name="connsiteY46" fmla="*/ 601785 h 1414585"/>
              <a:gd name="connsiteX47" fmla="*/ 4329723 w 9159631"/>
              <a:gd name="connsiteY47" fmla="*/ 617415 h 1414585"/>
              <a:gd name="connsiteX48" fmla="*/ 4415692 w 9159631"/>
              <a:gd name="connsiteY48" fmla="*/ 570523 h 1414585"/>
              <a:gd name="connsiteX49" fmla="*/ 4712677 w 9159631"/>
              <a:gd name="connsiteY49" fmla="*/ 578339 h 1414585"/>
              <a:gd name="connsiteX50" fmla="*/ 4837723 w 9159631"/>
              <a:gd name="connsiteY50" fmla="*/ 492369 h 1414585"/>
              <a:gd name="connsiteX51" fmla="*/ 4900246 w 9159631"/>
              <a:gd name="connsiteY51" fmla="*/ 468923 h 1414585"/>
              <a:gd name="connsiteX52" fmla="*/ 4939323 w 9159631"/>
              <a:gd name="connsiteY52" fmla="*/ 414215 h 1414585"/>
              <a:gd name="connsiteX53" fmla="*/ 5205046 w 9159631"/>
              <a:gd name="connsiteY53" fmla="*/ 406400 h 1414585"/>
              <a:gd name="connsiteX54" fmla="*/ 5330092 w 9159631"/>
              <a:gd name="connsiteY54" fmla="*/ 359508 h 1414585"/>
              <a:gd name="connsiteX55" fmla="*/ 5705231 w 9159631"/>
              <a:gd name="connsiteY55" fmla="*/ 367323 h 1414585"/>
              <a:gd name="connsiteX56" fmla="*/ 5838092 w 9159631"/>
              <a:gd name="connsiteY56" fmla="*/ 390769 h 1414585"/>
              <a:gd name="connsiteX57" fmla="*/ 5900616 w 9159631"/>
              <a:gd name="connsiteY57" fmla="*/ 429846 h 1414585"/>
              <a:gd name="connsiteX58" fmla="*/ 6252308 w 9159631"/>
              <a:gd name="connsiteY58" fmla="*/ 453292 h 1414585"/>
              <a:gd name="connsiteX59" fmla="*/ 6392985 w 9159631"/>
              <a:gd name="connsiteY59" fmla="*/ 382954 h 1414585"/>
              <a:gd name="connsiteX60" fmla="*/ 6557108 w 9159631"/>
              <a:gd name="connsiteY60" fmla="*/ 390769 h 1414585"/>
              <a:gd name="connsiteX61" fmla="*/ 6619631 w 9159631"/>
              <a:gd name="connsiteY61" fmla="*/ 351692 h 1414585"/>
              <a:gd name="connsiteX62" fmla="*/ 6900985 w 9159631"/>
              <a:gd name="connsiteY62" fmla="*/ 351692 h 1414585"/>
              <a:gd name="connsiteX63" fmla="*/ 6994769 w 9159631"/>
              <a:gd name="connsiteY63" fmla="*/ 382954 h 1414585"/>
              <a:gd name="connsiteX64" fmla="*/ 7119816 w 9159631"/>
              <a:gd name="connsiteY64" fmla="*/ 390769 h 1414585"/>
              <a:gd name="connsiteX65" fmla="*/ 7221416 w 9159631"/>
              <a:gd name="connsiteY65" fmla="*/ 398585 h 1414585"/>
              <a:gd name="connsiteX66" fmla="*/ 7323016 w 9159631"/>
              <a:gd name="connsiteY66" fmla="*/ 453292 h 1414585"/>
              <a:gd name="connsiteX67" fmla="*/ 7448062 w 9159631"/>
              <a:gd name="connsiteY67" fmla="*/ 445477 h 1414585"/>
              <a:gd name="connsiteX68" fmla="*/ 7721600 w 9159631"/>
              <a:gd name="connsiteY68" fmla="*/ 328246 h 1414585"/>
              <a:gd name="connsiteX69" fmla="*/ 7963877 w 9159631"/>
              <a:gd name="connsiteY69" fmla="*/ 187569 h 1414585"/>
              <a:gd name="connsiteX70" fmla="*/ 8073292 w 9159631"/>
              <a:gd name="connsiteY70" fmla="*/ 85969 h 1414585"/>
              <a:gd name="connsiteX71" fmla="*/ 8073292 w 9159631"/>
              <a:gd name="connsiteY71" fmla="*/ 85969 h 1414585"/>
              <a:gd name="connsiteX72" fmla="*/ 8088923 w 9159631"/>
              <a:gd name="connsiteY72" fmla="*/ 31262 h 1414585"/>
              <a:gd name="connsiteX73" fmla="*/ 8253046 w 9159631"/>
              <a:gd name="connsiteY73" fmla="*/ 31262 h 1414585"/>
              <a:gd name="connsiteX74" fmla="*/ 8346831 w 9159631"/>
              <a:gd name="connsiteY74" fmla="*/ 15631 h 1414585"/>
              <a:gd name="connsiteX75" fmla="*/ 8479692 w 9159631"/>
              <a:gd name="connsiteY75" fmla="*/ 39077 h 1414585"/>
              <a:gd name="connsiteX76" fmla="*/ 8565662 w 9159631"/>
              <a:gd name="connsiteY76" fmla="*/ 0 h 1414585"/>
              <a:gd name="connsiteX77" fmla="*/ 8721969 w 9159631"/>
              <a:gd name="connsiteY77" fmla="*/ 7815 h 1414585"/>
              <a:gd name="connsiteX78" fmla="*/ 8862646 w 9159631"/>
              <a:gd name="connsiteY78" fmla="*/ 46892 h 1414585"/>
              <a:gd name="connsiteX79" fmla="*/ 8932985 w 9159631"/>
              <a:gd name="connsiteY79" fmla="*/ 46892 h 1414585"/>
              <a:gd name="connsiteX80" fmla="*/ 9003323 w 9159631"/>
              <a:gd name="connsiteY80" fmla="*/ 109415 h 1414585"/>
              <a:gd name="connsiteX81" fmla="*/ 9018954 w 9159631"/>
              <a:gd name="connsiteY81" fmla="*/ 179754 h 1414585"/>
              <a:gd name="connsiteX82" fmla="*/ 9097108 w 9159631"/>
              <a:gd name="connsiteY82" fmla="*/ 211015 h 1414585"/>
              <a:gd name="connsiteX83" fmla="*/ 9159631 w 9159631"/>
              <a:gd name="connsiteY83" fmla="*/ 242277 h 1414585"/>
              <a:gd name="connsiteX84" fmla="*/ 9159631 w 9159631"/>
              <a:gd name="connsiteY84" fmla="*/ 242277 h 1414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</a:cxnLst>
            <a:rect l="l" t="t" r="r" b="b"/>
            <a:pathLst>
              <a:path w="9159631" h="1414585">
                <a:moveTo>
                  <a:pt x="39077" y="1414585"/>
                </a:moveTo>
                <a:lnTo>
                  <a:pt x="31262" y="1289539"/>
                </a:lnTo>
                <a:lnTo>
                  <a:pt x="0" y="1211385"/>
                </a:lnTo>
                <a:lnTo>
                  <a:pt x="39077" y="1148862"/>
                </a:lnTo>
                <a:lnTo>
                  <a:pt x="132862" y="1109785"/>
                </a:lnTo>
                <a:lnTo>
                  <a:pt x="242277" y="984739"/>
                </a:lnTo>
                <a:lnTo>
                  <a:pt x="296985" y="937846"/>
                </a:lnTo>
                <a:lnTo>
                  <a:pt x="375139" y="930031"/>
                </a:lnTo>
                <a:lnTo>
                  <a:pt x="445477" y="898769"/>
                </a:lnTo>
                <a:lnTo>
                  <a:pt x="523631" y="883139"/>
                </a:lnTo>
                <a:lnTo>
                  <a:pt x="601785" y="804985"/>
                </a:lnTo>
                <a:lnTo>
                  <a:pt x="687754" y="734646"/>
                </a:lnTo>
                <a:lnTo>
                  <a:pt x="726831" y="625231"/>
                </a:lnTo>
                <a:lnTo>
                  <a:pt x="804985" y="554892"/>
                </a:lnTo>
                <a:lnTo>
                  <a:pt x="828431" y="531446"/>
                </a:lnTo>
                <a:lnTo>
                  <a:pt x="930031" y="578339"/>
                </a:lnTo>
                <a:lnTo>
                  <a:pt x="930031" y="578339"/>
                </a:lnTo>
                <a:lnTo>
                  <a:pt x="1031631" y="617415"/>
                </a:lnTo>
                <a:lnTo>
                  <a:pt x="1031631" y="617415"/>
                </a:lnTo>
                <a:lnTo>
                  <a:pt x="1148862" y="601785"/>
                </a:lnTo>
                <a:lnTo>
                  <a:pt x="1148862" y="601785"/>
                </a:lnTo>
                <a:lnTo>
                  <a:pt x="1266092" y="508000"/>
                </a:lnTo>
                <a:lnTo>
                  <a:pt x="1422400" y="523631"/>
                </a:lnTo>
                <a:lnTo>
                  <a:pt x="1492739" y="593969"/>
                </a:lnTo>
                <a:lnTo>
                  <a:pt x="1672492" y="601785"/>
                </a:lnTo>
                <a:lnTo>
                  <a:pt x="1672492" y="601785"/>
                </a:lnTo>
                <a:lnTo>
                  <a:pt x="1844431" y="609600"/>
                </a:lnTo>
                <a:lnTo>
                  <a:pt x="1969477" y="593969"/>
                </a:lnTo>
                <a:lnTo>
                  <a:pt x="2008554" y="570523"/>
                </a:lnTo>
                <a:lnTo>
                  <a:pt x="2016369" y="508000"/>
                </a:lnTo>
                <a:lnTo>
                  <a:pt x="2078892" y="461108"/>
                </a:lnTo>
                <a:lnTo>
                  <a:pt x="2196123" y="453292"/>
                </a:lnTo>
                <a:lnTo>
                  <a:pt x="2274277" y="398585"/>
                </a:lnTo>
                <a:lnTo>
                  <a:pt x="2344616" y="398585"/>
                </a:lnTo>
                <a:lnTo>
                  <a:pt x="2383692" y="406400"/>
                </a:lnTo>
                <a:lnTo>
                  <a:pt x="2454031" y="367323"/>
                </a:lnTo>
                <a:lnTo>
                  <a:pt x="2563446" y="382954"/>
                </a:lnTo>
                <a:lnTo>
                  <a:pt x="2735385" y="359508"/>
                </a:lnTo>
                <a:lnTo>
                  <a:pt x="2735385" y="359508"/>
                </a:lnTo>
                <a:lnTo>
                  <a:pt x="2899508" y="351692"/>
                </a:lnTo>
                <a:lnTo>
                  <a:pt x="3118339" y="484554"/>
                </a:lnTo>
                <a:lnTo>
                  <a:pt x="3141785" y="531446"/>
                </a:lnTo>
                <a:lnTo>
                  <a:pt x="3485662" y="484554"/>
                </a:lnTo>
                <a:lnTo>
                  <a:pt x="3681046" y="515815"/>
                </a:lnTo>
                <a:lnTo>
                  <a:pt x="3915508" y="500185"/>
                </a:lnTo>
                <a:lnTo>
                  <a:pt x="4079631" y="547077"/>
                </a:lnTo>
                <a:lnTo>
                  <a:pt x="4196862" y="601785"/>
                </a:lnTo>
                <a:lnTo>
                  <a:pt x="4329723" y="617415"/>
                </a:lnTo>
                <a:lnTo>
                  <a:pt x="4415692" y="570523"/>
                </a:lnTo>
                <a:lnTo>
                  <a:pt x="4712677" y="578339"/>
                </a:lnTo>
                <a:lnTo>
                  <a:pt x="4837723" y="492369"/>
                </a:lnTo>
                <a:lnTo>
                  <a:pt x="4900246" y="468923"/>
                </a:lnTo>
                <a:lnTo>
                  <a:pt x="4939323" y="414215"/>
                </a:lnTo>
                <a:lnTo>
                  <a:pt x="5205046" y="406400"/>
                </a:lnTo>
                <a:lnTo>
                  <a:pt x="5330092" y="359508"/>
                </a:lnTo>
                <a:lnTo>
                  <a:pt x="5705231" y="367323"/>
                </a:lnTo>
                <a:lnTo>
                  <a:pt x="5838092" y="390769"/>
                </a:lnTo>
                <a:lnTo>
                  <a:pt x="5900616" y="429846"/>
                </a:lnTo>
                <a:lnTo>
                  <a:pt x="6252308" y="453292"/>
                </a:lnTo>
                <a:lnTo>
                  <a:pt x="6392985" y="382954"/>
                </a:lnTo>
                <a:lnTo>
                  <a:pt x="6557108" y="390769"/>
                </a:lnTo>
                <a:lnTo>
                  <a:pt x="6619631" y="351692"/>
                </a:lnTo>
                <a:lnTo>
                  <a:pt x="6900985" y="351692"/>
                </a:lnTo>
                <a:lnTo>
                  <a:pt x="6994769" y="382954"/>
                </a:lnTo>
                <a:lnTo>
                  <a:pt x="7119816" y="390769"/>
                </a:lnTo>
                <a:lnTo>
                  <a:pt x="7221416" y="398585"/>
                </a:lnTo>
                <a:lnTo>
                  <a:pt x="7323016" y="453292"/>
                </a:lnTo>
                <a:lnTo>
                  <a:pt x="7448062" y="445477"/>
                </a:lnTo>
                <a:lnTo>
                  <a:pt x="7721600" y="328246"/>
                </a:lnTo>
                <a:lnTo>
                  <a:pt x="7963877" y="187569"/>
                </a:lnTo>
                <a:lnTo>
                  <a:pt x="8073292" y="85969"/>
                </a:lnTo>
                <a:lnTo>
                  <a:pt x="8073292" y="85969"/>
                </a:lnTo>
                <a:lnTo>
                  <a:pt x="8088923" y="31262"/>
                </a:lnTo>
                <a:lnTo>
                  <a:pt x="8253046" y="31262"/>
                </a:lnTo>
                <a:lnTo>
                  <a:pt x="8346831" y="15631"/>
                </a:lnTo>
                <a:lnTo>
                  <a:pt x="8479692" y="39077"/>
                </a:lnTo>
                <a:lnTo>
                  <a:pt x="8565662" y="0"/>
                </a:lnTo>
                <a:lnTo>
                  <a:pt x="8721969" y="7815"/>
                </a:lnTo>
                <a:lnTo>
                  <a:pt x="8862646" y="46892"/>
                </a:lnTo>
                <a:lnTo>
                  <a:pt x="8932985" y="46892"/>
                </a:lnTo>
                <a:lnTo>
                  <a:pt x="9003323" y="109415"/>
                </a:lnTo>
                <a:lnTo>
                  <a:pt x="9018954" y="179754"/>
                </a:lnTo>
                <a:lnTo>
                  <a:pt x="9097108" y="211015"/>
                </a:lnTo>
                <a:lnTo>
                  <a:pt x="9159631" y="242277"/>
                </a:lnTo>
                <a:lnTo>
                  <a:pt x="9159631" y="242277"/>
                </a:lnTo>
              </a:path>
            </a:pathLst>
          </a:custGeom>
          <a:noFill/>
          <a:ln w="7620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" name="TextBox 12"/>
          <p:cNvSpPr txBox="1"/>
          <p:nvPr/>
        </p:nvSpPr>
        <p:spPr>
          <a:xfrm>
            <a:off x="4994031" y="2985477"/>
            <a:ext cx="2000548" cy="83099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4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路由选择</a:t>
            </a:r>
            <a:endParaRPr kumimoji="0" lang="en-US" sz="4800" b="0" i="0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引言：1-</a:t>
            </a:r>
            <a:fld id="{C4204591-24BD-A542-B9D5-F8D8A88D2FEE}" type="slidenum">
              <a:rPr lang="en-US" smtClean="0"/>
            </a:fld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3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animBg="1"/>
    </p:bld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655093" y="671089"/>
            <a:ext cx="10922758" cy="5252742"/>
          </a:xfrm>
          <a:prstGeom prst="rect">
            <a:avLst/>
          </a:prstGeom>
        </p:spPr>
      </p:pic>
      <p:sp>
        <p:nvSpPr>
          <p:cNvPr id="14" name="Freeform 13"/>
          <p:cNvSpPr/>
          <p:nvPr/>
        </p:nvSpPr>
        <p:spPr>
          <a:xfrm>
            <a:off x="1445846" y="2196123"/>
            <a:ext cx="9159631" cy="1414585"/>
          </a:xfrm>
          <a:custGeom>
            <a:avLst/>
            <a:gdLst>
              <a:gd name="connsiteX0" fmla="*/ 39077 w 9159631"/>
              <a:gd name="connsiteY0" fmla="*/ 1414585 h 1414585"/>
              <a:gd name="connsiteX1" fmla="*/ 31262 w 9159631"/>
              <a:gd name="connsiteY1" fmla="*/ 1289539 h 1414585"/>
              <a:gd name="connsiteX2" fmla="*/ 0 w 9159631"/>
              <a:gd name="connsiteY2" fmla="*/ 1211385 h 1414585"/>
              <a:gd name="connsiteX3" fmla="*/ 39077 w 9159631"/>
              <a:gd name="connsiteY3" fmla="*/ 1148862 h 1414585"/>
              <a:gd name="connsiteX4" fmla="*/ 132862 w 9159631"/>
              <a:gd name="connsiteY4" fmla="*/ 1109785 h 1414585"/>
              <a:gd name="connsiteX5" fmla="*/ 242277 w 9159631"/>
              <a:gd name="connsiteY5" fmla="*/ 984739 h 1414585"/>
              <a:gd name="connsiteX6" fmla="*/ 296985 w 9159631"/>
              <a:gd name="connsiteY6" fmla="*/ 937846 h 1414585"/>
              <a:gd name="connsiteX7" fmla="*/ 375139 w 9159631"/>
              <a:gd name="connsiteY7" fmla="*/ 930031 h 1414585"/>
              <a:gd name="connsiteX8" fmla="*/ 445477 w 9159631"/>
              <a:gd name="connsiteY8" fmla="*/ 898769 h 1414585"/>
              <a:gd name="connsiteX9" fmla="*/ 523631 w 9159631"/>
              <a:gd name="connsiteY9" fmla="*/ 883139 h 1414585"/>
              <a:gd name="connsiteX10" fmla="*/ 601785 w 9159631"/>
              <a:gd name="connsiteY10" fmla="*/ 804985 h 1414585"/>
              <a:gd name="connsiteX11" fmla="*/ 687754 w 9159631"/>
              <a:gd name="connsiteY11" fmla="*/ 734646 h 1414585"/>
              <a:gd name="connsiteX12" fmla="*/ 726831 w 9159631"/>
              <a:gd name="connsiteY12" fmla="*/ 625231 h 1414585"/>
              <a:gd name="connsiteX13" fmla="*/ 804985 w 9159631"/>
              <a:gd name="connsiteY13" fmla="*/ 554892 h 1414585"/>
              <a:gd name="connsiteX14" fmla="*/ 828431 w 9159631"/>
              <a:gd name="connsiteY14" fmla="*/ 531446 h 1414585"/>
              <a:gd name="connsiteX15" fmla="*/ 930031 w 9159631"/>
              <a:gd name="connsiteY15" fmla="*/ 578339 h 1414585"/>
              <a:gd name="connsiteX16" fmla="*/ 930031 w 9159631"/>
              <a:gd name="connsiteY16" fmla="*/ 578339 h 1414585"/>
              <a:gd name="connsiteX17" fmla="*/ 1031631 w 9159631"/>
              <a:gd name="connsiteY17" fmla="*/ 617415 h 1414585"/>
              <a:gd name="connsiteX18" fmla="*/ 1031631 w 9159631"/>
              <a:gd name="connsiteY18" fmla="*/ 617415 h 1414585"/>
              <a:gd name="connsiteX19" fmla="*/ 1148862 w 9159631"/>
              <a:gd name="connsiteY19" fmla="*/ 601785 h 1414585"/>
              <a:gd name="connsiteX20" fmla="*/ 1148862 w 9159631"/>
              <a:gd name="connsiteY20" fmla="*/ 601785 h 1414585"/>
              <a:gd name="connsiteX21" fmla="*/ 1266092 w 9159631"/>
              <a:gd name="connsiteY21" fmla="*/ 508000 h 1414585"/>
              <a:gd name="connsiteX22" fmla="*/ 1422400 w 9159631"/>
              <a:gd name="connsiteY22" fmla="*/ 523631 h 1414585"/>
              <a:gd name="connsiteX23" fmla="*/ 1492739 w 9159631"/>
              <a:gd name="connsiteY23" fmla="*/ 593969 h 1414585"/>
              <a:gd name="connsiteX24" fmla="*/ 1672492 w 9159631"/>
              <a:gd name="connsiteY24" fmla="*/ 601785 h 1414585"/>
              <a:gd name="connsiteX25" fmla="*/ 1672492 w 9159631"/>
              <a:gd name="connsiteY25" fmla="*/ 601785 h 1414585"/>
              <a:gd name="connsiteX26" fmla="*/ 1844431 w 9159631"/>
              <a:gd name="connsiteY26" fmla="*/ 609600 h 1414585"/>
              <a:gd name="connsiteX27" fmla="*/ 1969477 w 9159631"/>
              <a:gd name="connsiteY27" fmla="*/ 593969 h 1414585"/>
              <a:gd name="connsiteX28" fmla="*/ 2008554 w 9159631"/>
              <a:gd name="connsiteY28" fmla="*/ 570523 h 1414585"/>
              <a:gd name="connsiteX29" fmla="*/ 2016369 w 9159631"/>
              <a:gd name="connsiteY29" fmla="*/ 508000 h 1414585"/>
              <a:gd name="connsiteX30" fmla="*/ 2078892 w 9159631"/>
              <a:gd name="connsiteY30" fmla="*/ 461108 h 1414585"/>
              <a:gd name="connsiteX31" fmla="*/ 2196123 w 9159631"/>
              <a:gd name="connsiteY31" fmla="*/ 453292 h 1414585"/>
              <a:gd name="connsiteX32" fmla="*/ 2274277 w 9159631"/>
              <a:gd name="connsiteY32" fmla="*/ 398585 h 1414585"/>
              <a:gd name="connsiteX33" fmla="*/ 2344616 w 9159631"/>
              <a:gd name="connsiteY33" fmla="*/ 398585 h 1414585"/>
              <a:gd name="connsiteX34" fmla="*/ 2383692 w 9159631"/>
              <a:gd name="connsiteY34" fmla="*/ 406400 h 1414585"/>
              <a:gd name="connsiteX35" fmla="*/ 2454031 w 9159631"/>
              <a:gd name="connsiteY35" fmla="*/ 367323 h 1414585"/>
              <a:gd name="connsiteX36" fmla="*/ 2563446 w 9159631"/>
              <a:gd name="connsiteY36" fmla="*/ 382954 h 1414585"/>
              <a:gd name="connsiteX37" fmla="*/ 2735385 w 9159631"/>
              <a:gd name="connsiteY37" fmla="*/ 359508 h 1414585"/>
              <a:gd name="connsiteX38" fmla="*/ 2735385 w 9159631"/>
              <a:gd name="connsiteY38" fmla="*/ 359508 h 1414585"/>
              <a:gd name="connsiteX39" fmla="*/ 2899508 w 9159631"/>
              <a:gd name="connsiteY39" fmla="*/ 351692 h 1414585"/>
              <a:gd name="connsiteX40" fmla="*/ 3118339 w 9159631"/>
              <a:gd name="connsiteY40" fmla="*/ 484554 h 1414585"/>
              <a:gd name="connsiteX41" fmla="*/ 3141785 w 9159631"/>
              <a:gd name="connsiteY41" fmla="*/ 531446 h 1414585"/>
              <a:gd name="connsiteX42" fmla="*/ 3485662 w 9159631"/>
              <a:gd name="connsiteY42" fmla="*/ 484554 h 1414585"/>
              <a:gd name="connsiteX43" fmla="*/ 3681046 w 9159631"/>
              <a:gd name="connsiteY43" fmla="*/ 515815 h 1414585"/>
              <a:gd name="connsiteX44" fmla="*/ 3915508 w 9159631"/>
              <a:gd name="connsiteY44" fmla="*/ 500185 h 1414585"/>
              <a:gd name="connsiteX45" fmla="*/ 4079631 w 9159631"/>
              <a:gd name="connsiteY45" fmla="*/ 547077 h 1414585"/>
              <a:gd name="connsiteX46" fmla="*/ 4196862 w 9159631"/>
              <a:gd name="connsiteY46" fmla="*/ 601785 h 1414585"/>
              <a:gd name="connsiteX47" fmla="*/ 4329723 w 9159631"/>
              <a:gd name="connsiteY47" fmla="*/ 617415 h 1414585"/>
              <a:gd name="connsiteX48" fmla="*/ 4415692 w 9159631"/>
              <a:gd name="connsiteY48" fmla="*/ 570523 h 1414585"/>
              <a:gd name="connsiteX49" fmla="*/ 4712677 w 9159631"/>
              <a:gd name="connsiteY49" fmla="*/ 578339 h 1414585"/>
              <a:gd name="connsiteX50" fmla="*/ 4837723 w 9159631"/>
              <a:gd name="connsiteY50" fmla="*/ 492369 h 1414585"/>
              <a:gd name="connsiteX51" fmla="*/ 4900246 w 9159631"/>
              <a:gd name="connsiteY51" fmla="*/ 468923 h 1414585"/>
              <a:gd name="connsiteX52" fmla="*/ 4939323 w 9159631"/>
              <a:gd name="connsiteY52" fmla="*/ 414215 h 1414585"/>
              <a:gd name="connsiteX53" fmla="*/ 5205046 w 9159631"/>
              <a:gd name="connsiteY53" fmla="*/ 406400 h 1414585"/>
              <a:gd name="connsiteX54" fmla="*/ 5330092 w 9159631"/>
              <a:gd name="connsiteY54" fmla="*/ 359508 h 1414585"/>
              <a:gd name="connsiteX55" fmla="*/ 5705231 w 9159631"/>
              <a:gd name="connsiteY55" fmla="*/ 367323 h 1414585"/>
              <a:gd name="connsiteX56" fmla="*/ 5838092 w 9159631"/>
              <a:gd name="connsiteY56" fmla="*/ 390769 h 1414585"/>
              <a:gd name="connsiteX57" fmla="*/ 5900616 w 9159631"/>
              <a:gd name="connsiteY57" fmla="*/ 429846 h 1414585"/>
              <a:gd name="connsiteX58" fmla="*/ 6252308 w 9159631"/>
              <a:gd name="connsiteY58" fmla="*/ 453292 h 1414585"/>
              <a:gd name="connsiteX59" fmla="*/ 6392985 w 9159631"/>
              <a:gd name="connsiteY59" fmla="*/ 382954 h 1414585"/>
              <a:gd name="connsiteX60" fmla="*/ 6557108 w 9159631"/>
              <a:gd name="connsiteY60" fmla="*/ 390769 h 1414585"/>
              <a:gd name="connsiteX61" fmla="*/ 6619631 w 9159631"/>
              <a:gd name="connsiteY61" fmla="*/ 351692 h 1414585"/>
              <a:gd name="connsiteX62" fmla="*/ 6900985 w 9159631"/>
              <a:gd name="connsiteY62" fmla="*/ 351692 h 1414585"/>
              <a:gd name="connsiteX63" fmla="*/ 6994769 w 9159631"/>
              <a:gd name="connsiteY63" fmla="*/ 382954 h 1414585"/>
              <a:gd name="connsiteX64" fmla="*/ 7119816 w 9159631"/>
              <a:gd name="connsiteY64" fmla="*/ 390769 h 1414585"/>
              <a:gd name="connsiteX65" fmla="*/ 7221416 w 9159631"/>
              <a:gd name="connsiteY65" fmla="*/ 398585 h 1414585"/>
              <a:gd name="connsiteX66" fmla="*/ 7323016 w 9159631"/>
              <a:gd name="connsiteY66" fmla="*/ 453292 h 1414585"/>
              <a:gd name="connsiteX67" fmla="*/ 7448062 w 9159631"/>
              <a:gd name="connsiteY67" fmla="*/ 445477 h 1414585"/>
              <a:gd name="connsiteX68" fmla="*/ 7721600 w 9159631"/>
              <a:gd name="connsiteY68" fmla="*/ 328246 h 1414585"/>
              <a:gd name="connsiteX69" fmla="*/ 7963877 w 9159631"/>
              <a:gd name="connsiteY69" fmla="*/ 187569 h 1414585"/>
              <a:gd name="connsiteX70" fmla="*/ 8073292 w 9159631"/>
              <a:gd name="connsiteY70" fmla="*/ 85969 h 1414585"/>
              <a:gd name="connsiteX71" fmla="*/ 8073292 w 9159631"/>
              <a:gd name="connsiteY71" fmla="*/ 85969 h 1414585"/>
              <a:gd name="connsiteX72" fmla="*/ 8088923 w 9159631"/>
              <a:gd name="connsiteY72" fmla="*/ 31262 h 1414585"/>
              <a:gd name="connsiteX73" fmla="*/ 8253046 w 9159631"/>
              <a:gd name="connsiteY73" fmla="*/ 31262 h 1414585"/>
              <a:gd name="connsiteX74" fmla="*/ 8346831 w 9159631"/>
              <a:gd name="connsiteY74" fmla="*/ 15631 h 1414585"/>
              <a:gd name="connsiteX75" fmla="*/ 8479692 w 9159631"/>
              <a:gd name="connsiteY75" fmla="*/ 39077 h 1414585"/>
              <a:gd name="connsiteX76" fmla="*/ 8565662 w 9159631"/>
              <a:gd name="connsiteY76" fmla="*/ 0 h 1414585"/>
              <a:gd name="connsiteX77" fmla="*/ 8721969 w 9159631"/>
              <a:gd name="connsiteY77" fmla="*/ 7815 h 1414585"/>
              <a:gd name="connsiteX78" fmla="*/ 8862646 w 9159631"/>
              <a:gd name="connsiteY78" fmla="*/ 46892 h 1414585"/>
              <a:gd name="connsiteX79" fmla="*/ 8932985 w 9159631"/>
              <a:gd name="connsiteY79" fmla="*/ 46892 h 1414585"/>
              <a:gd name="connsiteX80" fmla="*/ 9003323 w 9159631"/>
              <a:gd name="connsiteY80" fmla="*/ 109415 h 1414585"/>
              <a:gd name="connsiteX81" fmla="*/ 9018954 w 9159631"/>
              <a:gd name="connsiteY81" fmla="*/ 179754 h 1414585"/>
              <a:gd name="connsiteX82" fmla="*/ 9097108 w 9159631"/>
              <a:gd name="connsiteY82" fmla="*/ 211015 h 1414585"/>
              <a:gd name="connsiteX83" fmla="*/ 9159631 w 9159631"/>
              <a:gd name="connsiteY83" fmla="*/ 242277 h 1414585"/>
              <a:gd name="connsiteX84" fmla="*/ 9159631 w 9159631"/>
              <a:gd name="connsiteY84" fmla="*/ 242277 h 1414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</a:cxnLst>
            <a:rect l="l" t="t" r="r" b="b"/>
            <a:pathLst>
              <a:path w="9159631" h="1414585">
                <a:moveTo>
                  <a:pt x="39077" y="1414585"/>
                </a:moveTo>
                <a:lnTo>
                  <a:pt x="31262" y="1289539"/>
                </a:lnTo>
                <a:lnTo>
                  <a:pt x="0" y="1211385"/>
                </a:lnTo>
                <a:lnTo>
                  <a:pt x="39077" y="1148862"/>
                </a:lnTo>
                <a:lnTo>
                  <a:pt x="132862" y="1109785"/>
                </a:lnTo>
                <a:lnTo>
                  <a:pt x="242277" y="984739"/>
                </a:lnTo>
                <a:lnTo>
                  <a:pt x="296985" y="937846"/>
                </a:lnTo>
                <a:lnTo>
                  <a:pt x="375139" y="930031"/>
                </a:lnTo>
                <a:lnTo>
                  <a:pt x="445477" y="898769"/>
                </a:lnTo>
                <a:lnTo>
                  <a:pt x="523631" y="883139"/>
                </a:lnTo>
                <a:lnTo>
                  <a:pt x="601785" y="804985"/>
                </a:lnTo>
                <a:lnTo>
                  <a:pt x="687754" y="734646"/>
                </a:lnTo>
                <a:lnTo>
                  <a:pt x="726831" y="625231"/>
                </a:lnTo>
                <a:lnTo>
                  <a:pt x="804985" y="554892"/>
                </a:lnTo>
                <a:lnTo>
                  <a:pt x="828431" y="531446"/>
                </a:lnTo>
                <a:lnTo>
                  <a:pt x="930031" y="578339"/>
                </a:lnTo>
                <a:lnTo>
                  <a:pt x="930031" y="578339"/>
                </a:lnTo>
                <a:lnTo>
                  <a:pt x="1031631" y="617415"/>
                </a:lnTo>
                <a:lnTo>
                  <a:pt x="1031631" y="617415"/>
                </a:lnTo>
                <a:lnTo>
                  <a:pt x="1148862" y="601785"/>
                </a:lnTo>
                <a:lnTo>
                  <a:pt x="1148862" y="601785"/>
                </a:lnTo>
                <a:lnTo>
                  <a:pt x="1266092" y="508000"/>
                </a:lnTo>
                <a:lnTo>
                  <a:pt x="1422400" y="523631"/>
                </a:lnTo>
                <a:lnTo>
                  <a:pt x="1492739" y="593969"/>
                </a:lnTo>
                <a:lnTo>
                  <a:pt x="1672492" y="601785"/>
                </a:lnTo>
                <a:lnTo>
                  <a:pt x="1672492" y="601785"/>
                </a:lnTo>
                <a:lnTo>
                  <a:pt x="1844431" y="609600"/>
                </a:lnTo>
                <a:lnTo>
                  <a:pt x="1969477" y="593969"/>
                </a:lnTo>
                <a:lnTo>
                  <a:pt x="2008554" y="570523"/>
                </a:lnTo>
                <a:lnTo>
                  <a:pt x="2016369" y="508000"/>
                </a:lnTo>
                <a:lnTo>
                  <a:pt x="2078892" y="461108"/>
                </a:lnTo>
                <a:lnTo>
                  <a:pt x="2196123" y="453292"/>
                </a:lnTo>
                <a:lnTo>
                  <a:pt x="2274277" y="398585"/>
                </a:lnTo>
                <a:lnTo>
                  <a:pt x="2344616" y="398585"/>
                </a:lnTo>
                <a:lnTo>
                  <a:pt x="2383692" y="406400"/>
                </a:lnTo>
                <a:lnTo>
                  <a:pt x="2454031" y="367323"/>
                </a:lnTo>
                <a:lnTo>
                  <a:pt x="2563446" y="382954"/>
                </a:lnTo>
                <a:lnTo>
                  <a:pt x="2735385" y="359508"/>
                </a:lnTo>
                <a:lnTo>
                  <a:pt x="2735385" y="359508"/>
                </a:lnTo>
                <a:lnTo>
                  <a:pt x="2899508" y="351692"/>
                </a:lnTo>
                <a:lnTo>
                  <a:pt x="3118339" y="484554"/>
                </a:lnTo>
                <a:lnTo>
                  <a:pt x="3141785" y="531446"/>
                </a:lnTo>
                <a:lnTo>
                  <a:pt x="3485662" y="484554"/>
                </a:lnTo>
                <a:lnTo>
                  <a:pt x="3681046" y="515815"/>
                </a:lnTo>
                <a:lnTo>
                  <a:pt x="3915508" y="500185"/>
                </a:lnTo>
                <a:lnTo>
                  <a:pt x="4079631" y="547077"/>
                </a:lnTo>
                <a:lnTo>
                  <a:pt x="4196862" y="601785"/>
                </a:lnTo>
                <a:lnTo>
                  <a:pt x="4329723" y="617415"/>
                </a:lnTo>
                <a:lnTo>
                  <a:pt x="4415692" y="570523"/>
                </a:lnTo>
                <a:lnTo>
                  <a:pt x="4712677" y="578339"/>
                </a:lnTo>
                <a:lnTo>
                  <a:pt x="4837723" y="492369"/>
                </a:lnTo>
                <a:lnTo>
                  <a:pt x="4900246" y="468923"/>
                </a:lnTo>
                <a:lnTo>
                  <a:pt x="4939323" y="414215"/>
                </a:lnTo>
                <a:lnTo>
                  <a:pt x="5205046" y="406400"/>
                </a:lnTo>
                <a:lnTo>
                  <a:pt x="5330092" y="359508"/>
                </a:lnTo>
                <a:lnTo>
                  <a:pt x="5705231" y="367323"/>
                </a:lnTo>
                <a:lnTo>
                  <a:pt x="5838092" y="390769"/>
                </a:lnTo>
                <a:lnTo>
                  <a:pt x="5900616" y="429846"/>
                </a:lnTo>
                <a:lnTo>
                  <a:pt x="6252308" y="453292"/>
                </a:lnTo>
                <a:lnTo>
                  <a:pt x="6392985" y="382954"/>
                </a:lnTo>
                <a:lnTo>
                  <a:pt x="6557108" y="390769"/>
                </a:lnTo>
                <a:lnTo>
                  <a:pt x="6619631" y="351692"/>
                </a:lnTo>
                <a:lnTo>
                  <a:pt x="6900985" y="351692"/>
                </a:lnTo>
                <a:lnTo>
                  <a:pt x="6994769" y="382954"/>
                </a:lnTo>
                <a:lnTo>
                  <a:pt x="7119816" y="390769"/>
                </a:lnTo>
                <a:lnTo>
                  <a:pt x="7221416" y="398585"/>
                </a:lnTo>
                <a:lnTo>
                  <a:pt x="7323016" y="453292"/>
                </a:lnTo>
                <a:lnTo>
                  <a:pt x="7448062" y="445477"/>
                </a:lnTo>
                <a:lnTo>
                  <a:pt x="7721600" y="328246"/>
                </a:lnTo>
                <a:lnTo>
                  <a:pt x="7963877" y="187569"/>
                </a:lnTo>
                <a:lnTo>
                  <a:pt x="8073292" y="85969"/>
                </a:lnTo>
                <a:lnTo>
                  <a:pt x="8073292" y="85969"/>
                </a:lnTo>
                <a:lnTo>
                  <a:pt x="8088923" y="31262"/>
                </a:lnTo>
                <a:lnTo>
                  <a:pt x="8253046" y="31262"/>
                </a:lnTo>
                <a:lnTo>
                  <a:pt x="8346831" y="15631"/>
                </a:lnTo>
                <a:lnTo>
                  <a:pt x="8479692" y="39077"/>
                </a:lnTo>
                <a:lnTo>
                  <a:pt x="8565662" y="0"/>
                </a:lnTo>
                <a:lnTo>
                  <a:pt x="8721969" y="7815"/>
                </a:lnTo>
                <a:lnTo>
                  <a:pt x="8862646" y="46892"/>
                </a:lnTo>
                <a:lnTo>
                  <a:pt x="8932985" y="46892"/>
                </a:lnTo>
                <a:lnTo>
                  <a:pt x="9003323" y="109415"/>
                </a:lnTo>
                <a:lnTo>
                  <a:pt x="9018954" y="179754"/>
                </a:lnTo>
                <a:lnTo>
                  <a:pt x="9097108" y="211015"/>
                </a:lnTo>
                <a:lnTo>
                  <a:pt x="9159631" y="242277"/>
                </a:lnTo>
                <a:lnTo>
                  <a:pt x="9159631" y="242277"/>
                </a:lnTo>
              </a:path>
            </a:pathLst>
          </a:custGeom>
          <a:noFill/>
          <a:ln w="7620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0" name="Group 9"/>
          <p:cNvGrpSpPr/>
          <p:nvPr/>
        </p:nvGrpSpPr>
        <p:grpSpPr>
          <a:xfrm>
            <a:off x="1527142" y="1131216"/>
            <a:ext cx="2243580" cy="2158739"/>
            <a:chOff x="1527142" y="1131216"/>
            <a:chExt cx="2243580" cy="2158739"/>
          </a:xfrm>
        </p:grpSpPr>
        <p:pic>
          <p:nvPicPr>
            <p:cNvPr id="8" name="Picture 7" descr="A close up of a map&#10;&#10;Description automatically generated"/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1668543" y="1163561"/>
              <a:ext cx="2078994" cy="1787029"/>
            </a:xfrm>
            <a:prstGeom prst="rect">
              <a:avLst/>
            </a:prstGeom>
          </p:spPr>
        </p:pic>
        <p:sp>
          <p:nvSpPr>
            <p:cNvPr id="9" name="Freeform 8"/>
            <p:cNvSpPr/>
            <p:nvPr/>
          </p:nvSpPr>
          <p:spPr>
            <a:xfrm>
              <a:off x="1527142" y="1131216"/>
              <a:ext cx="2243580" cy="2158739"/>
            </a:xfrm>
            <a:custGeom>
              <a:avLst/>
              <a:gdLst>
                <a:gd name="connsiteX0" fmla="*/ 0 w 2243580"/>
                <a:gd name="connsiteY0" fmla="*/ 2158739 h 2158739"/>
                <a:gd name="connsiteX1" fmla="*/ 141402 w 2243580"/>
                <a:gd name="connsiteY1" fmla="*/ 0 h 2158739"/>
                <a:gd name="connsiteX2" fmla="*/ 160256 w 2243580"/>
                <a:gd name="connsiteY2" fmla="*/ 1800520 h 2158739"/>
                <a:gd name="connsiteX3" fmla="*/ 2243580 w 2243580"/>
                <a:gd name="connsiteY3" fmla="*/ 1781666 h 2158739"/>
                <a:gd name="connsiteX4" fmla="*/ 0 w 2243580"/>
                <a:gd name="connsiteY4" fmla="*/ 2158739 h 2158739"/>
                <a:gd name="connsiteX0-1" fmla="*/ 0 w 2243580"/>
                <a:gd name="connsiteY0-2" fmla="*/ 2158739 h 2158739"/>
                <a:gd name="connsiteX1-3" fmla="*/ 141402 w 2243580"/>
                <a:gd name="connsiteY1-4" fmla="*/ 0 h 2158739"/>
                <a:gd name="connsiteX2-5" fmla="*/ 160256 w 2243580"/>
                <a:gd name="connsiteY2-6" fmla="*/ 1800520 h 2158739"/>
                <a:gd name="connsiteX3-7" fmla="*/ 2243580 w 2243580"/>
                <a:gd name="connsiteY3-8" fmla="*/ 1781666 h 2158739"/>
                <a:gd name="connsiteX4-9" fmla="*/ 0 w 2243580"/>
                <a:gd name="connsiteY4-10" fmla="*/ 2158739 h 2158739"/>
                <a:gd name="connsiteX0-11" fmla="*/ 0 w 2243580"/>
                <a:gd name="connsiteY0-12" fmla="*/ 2158739 h 2158739"/>
                <a:gd name="connsiteX1-13" fmla="*/ 141402 w 2243580"/>
                <a:gd name="connsiteY1-14" fmla="*/ 0 h 2158739"/>
                <a:gd name="connsiteX2-15" fmla="*/ 160256 w 2243580"/>
                <a:gd name="connsiteY2-16" fmla="*/ 1800520 h 2158739"/>
                <a:gd name="connsiteX3-17" fmla="*/ 2243580 w 2243580"/>
                <a:gd name="connsiteY3-18" fmla="*/ 1781666 h 2158739"/>
                <a:gd name="connsiteX4-19" fmla="*/ 0 w 2243580"/>
                <a:gd name="connsiteY4-20" fmla="*/ 2158739 h 2158739"/>
                <a:gd name="connsiteX0-21" fmla="*/ 0 w 2243580"/>
                <a:gd name="connsiteY0-22" fmla="*/ 2158739 h 2158739"/>
                <a:gd name="connsiteX1-23" fmla="*/ 141402 w 2243580"/>
                <a:gd name="connsiteY1-24" fmla="*/ 0 h 2158739"/>
                <a:gd name="connsiteX2-25" fmla="*/ 160256 w 2243580"/>
                <a:gd name="connsiteY2-26" fmla="*/ 1800520 h 2158739"/>
                <a:gd name="connsiteX3-27" fmla="*/ 2243580 w 2243580"/>
                <a:gd name="connsiteY3-28" fmla="*/ 1781666 h 2158739"/>
                <a:gd name="connsiteX4-29" fmla="*/ 0 w 2243580"/>
                <a:gd name="connsiteY4-30" fmla="*/ 2158739 h 2158739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</a:cxnLst>
              <a:rect l="l" t="t" r="r" b="b"/>
              <a:pathLst>
                <a:path w="2243580" h="2158739">
                  <a:moveTo>
                    <a:pt x="0" y="2158739"/>
                  </a:moveTo>
                  <a:cubicBezTo>
                    <a:pt x="84842" y="1552281"/>
                    <a:pt x="94268" y="719580"/>
                    <a:pt x="141402" y="0"/>
                  </a:cubicBezTo>
                  <a:lnTo>
                    <a:pt x="160256" y="1800520"/>
                  </a:lnTo>
                  <a:lnTo>
                    <a:pt x="2243580" y="1781666"/>
                  </a:lnTo>
                  <a:cubicBezTo>
                    <a:pt x="656735" y="1973345"/>
                    <a:pt x="568751" y="1995341"/>
                    <a:pt x="0" y="2158739"/>
                  </a:cubicBezTo>
                  <a:close/>
                </a:path>
              </a:pathLst>
            </a:custGeom>
            <a:gradFill>
              <a:gsLst>
                <a:gs pos="0">
                  <a:schemeClr val="bg1"/>
                </a:gs>
                <a:gs pos="48000">
                  <a:srgbClr val="D6DCE0"/>
                </a:gs>
                <a:gs pos="100000">
                  <a:schemeClr val="tx1">
                    <a:lumMod val="65000"/>
                    <a:lumOff val="35000"/>
                  </a:schemeClr>
                </a:gs>
              </a:gsLst>
              <a:lin ang="14400000" scaled="0"/>
            </a:gradFill>
            <a:ln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" name="TextBox 5"/>
          <p:cNvSpPr txBox="1"/>
          <p:nvPr/>
        </p:nvSpPr>
        <p:spPr>
          <a:xfrm>
            <a:off x="1649047" y="2813539"/>
            <a:ext cx="2230675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36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转发</a:t>
            </a:r>
            <a:endParaRPr kumimoji="0" lang="en-US" sz="3600" b="0" i="0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7" name="Group 6"/>
          <p:cNvGrpSpPr/>
          <p:nvPr/>
        </p:nvGrpSpPr>
        <p:grpSpPr>
          <a:xfrm>
            <a:off x="8758797" y="2608289"/>
            <a:ext cx="2771818" cy="2930576"/>
            <a:chOff x="8758797" y="2608289"/>
            <a:chExt cx="2771818" cy="2930576"/>
          </a:xfrm>
        </p:grpSpPr>
        <p:pic>
          <p:nvPicPr>
            <p:cNvPr id="11" name="Picture 10"/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8758797" y="2998032"/>
              <a:ext cx="2771818" cy="2540833"/>
            </a:xfrm>
            <a:prstGeom prst="rect">
              <a:avLst/>
            </a:prstGeom>
          </p:spPr>
        </p:pic>
        <p:sp>
          <p:nvSpPr>
            <p:cNvPr id="12" name="Freeform 11"/>
            <p:cNvSpPr/>
            <p:nvPr/>
          </p:nvSpPr>
          <p:spPr>
            <a:xfrm>
              <a:off x="8769246" y="2608289"/>
              <a:ext cx="2683239" cy="404734"/>
            </a:xfrm>
            <a:custGeom>
              <a:avLst/>
              <a:gdLst>
                <a:gd name="connsiteX0" fmla="*/ 239843 w 2683239"/>
                <a:gd name="connsiteY0" fmla="*/ 0 h 404734"/>
                <a:gd name="connsiteX1" fmla="*/ 0 w 2683239"/>
                <a:gd name="connsiteY1" fmla="*/ 404734 h 404734"/>
                <a:gd name="connsiteX2" fmla="*/ 2683239 w 2683239"/>
                <a:gd name="connsiteY2" fmla="*/ 389744 h 404734"/>
                <a:gd name="connsiteX3" fmla="*/ 239843 w 2683239"/>
                <a:gd name="connsiteY3" fmla="*/ 0 h 404734"/>
                <a:gd name="connsiteX0-1" fmla="*/ 239843 w 2683239"/>
                <a:gd name="connsiteY0-2" fmla="*/ 0 h 404734"/>
                <a:gd name="connsiteX1-3" fmla="*/ 0 w 2683239"/>
                <a:gd name="connsiteY1-4" fmla="*/ 404734 h 404734"/>
                <a:gd name="connsiteX2-5" fmla="*/ 2683239 w 2683239"/>
                <a:gd name="connsiteY2-6" fmla="*/ 389744 h 404734"/>
                <a:gd name="connsiteX3-7" fmla="*/ 239843 w 2683239"/>
                <a:gd name="connsiteY3-8" fmla="*/ 0 h 404734"/>
                <a:gd name="connsiteX0-9" fmla="*/ 239843 w 2683239"/>
                <a:gd name="connsiteY0-10" fmla="*/ 0 h 404734"/>
                <a:gd name="connsiteX1-11" fmla="*/ 0 w 2683239"/>
                <a:gd name="connsiteY1-12" fmla="*/ 404734 h 404734"/>
                <a:gd name="connsiteX2-13" fmla="*/ 2683239 w 2683239"/>
                <a:gd name="connsiteY2-14" fmla="*/ 389744 h 404734"/>
                <a:gd name="connsiteX3-15" fmla="*/ 239843 w 2683239"/>
                <a:gd name="connsiteY3-16" fmla="*/ 0 h 404734"/>
                <a:gd name="connsiteX0-17" fmla="*/ 239843 w 2683239"/>
                <a:gd name="connsiteY0-18" fmla="*/ 0 h 404734"/>
                <a:gd name="connsiteX1-19" fmla="*/ 0 w 2683239"/>
                <a:gd name="connsiteY1-20" fmla="*/ 404734 h 404734"/>
                <a:gd name="connsiteX2-21" fmla="*/ 2683239 w 2683239"/>
                <a:gd name="connsiteY2-22" fmla="*/ 389744 h 404734"/>
                <a:gd name="connsiteX3-23" fmla="*/ 239843 w 2683239"/>
                <a:gd name="connsiteY3-24" fmla="*/ 0 h 404734"/>
                <a:gd name="connsiteX0-25" fmla="*/ 239843 w 2683239"/>
                <a:gd name="connsiteY0-26" fmla="*/ 0 h 404734"/>
                <a:gd name="connsiteX1-27" fmla="*/ 0 w 2683239"/>
                <a:gd name="connsiteY1-28" fmla="*/ 404734 h 404734"/>
                <a:gd name="connsiteX2-29" fmla="*/ 2683239 w 2683239"/>
                <a:gd name="connsiteY2-30" fmla="*/ 389744 h 404734"/>
                <a:gd name="connsiteX3-31" fmla="*/ 239843 w 2683239"/>
                <a:gd name="connsiteY3-32" fmla="*/ 0 h 40473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</a:cxnLst>
              <a:rect l="l" t="t" r="r" b="b"/>
              <a:pathLst>
                <a:path w="2683239" h="404734">
                  <a:moveTo>
                    <a:pt x="239843" y="0"/>
                  </a:moveTo>
                  <a:cubicBezTo>
                    <a:pt x="234846" y="164891"/>
                    <a:pt x="259830" y="209862"/>
                    <a:pt x="0" y="404734"/>
                  </a:cubicBezTo>
                  <a:lnTo>
                    <a:pt x="2683239" y="389744"/>
                  </a:lnTo>
                  <a:cubicBezTo>
                    <a:pt x="969364" y="244839"/>
                    <a:pt x="1054308" y="189876"/>
                    <a:pt x="239843" y="0"/>
                  </a:cubicBezTo>
                  <a:close/>
                </a:path>
              </a:pathLst>
            </a:custGeom>
            <a:gradFill>
              <a:gsLst>
                <a:gs pos="0">
                  <a:schemeClr val="accent1">
                    <a:lumMod val="5000"/>
                    <a:lumOff val="95000"/>
                  </a:schemeClr>
                </a:gs>
                <a:gs pos="100000">
                  <a:schemeClr val="bg1">
                    <a:lumMod val="65000"/>
                  </a:schemeClr>
                </a:gs>
              </a:gsLst>
              <a:lin ang="5400000" scaled="1"/>
            </a:gradFill>
            <a:ln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3" name="TextBox 12"/>
          <p:cNvSpPr txBox="1"/>
          <p:nvPr/>
        </p:nvSpPr>
        <p:spPr>
          <a:xfrm>
            <a:off x="9032426" y="2448581"/>
            <a:ext cx="2230675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36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转发</a:t>
            </a:r>
            <a:endParaRPr kumimoji="0" lang="en-US" sz="3600" b="0" i="0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引言：1-</a:t>
            </a:r>
            <a:fld id="{C4204591-24BD-A542-B9D5-F8D8A88D2FEE}" type="slidenum">
              <a:rPr lang="en-US" smtClean="0"/>
            </a:fld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13" grpId="0"/>
    </p:bld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/>
          <a:lstStyle/>
          <a:p>
            <a:r>
              <a:rPr lang="en-US" altLang="ja-JP" dirty="0"/>
              <a:t>分组交换：存储转发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546246" y="3960083"/>
            <a:ext cx="7063421" cy="1805286"/>
          </a:xfrm>
        </p:spPr>
        <p:txBody>
          <a:bodyPr>
            <a:noAutofit/>
          </a:bodyPr>
          <a:lstStyle/>
          <a:p>
            <a:pPr marL="287655" indent="-287655"/>
            <a:r>
              <a:rPr lang="en-US" altLang="en-US" sz="2600" dirty="0">
                <a:solidFill>
                  <a:srgbClr val="C00000"/>
                </a:solidFill>
                <a:ea typeface="MS PGothic" panose="020B0600070205080204" pitchFamily="34" charset="-128"/>
              </a:rPr>
              <a:t>分组传输时延：以 R bps 将 L 比特分组发送（推出）到链路中需要 L/R 秒</a:t>
            </a:r>
            <a:r>
              <a:rPr lang="en-US" altLang="en-US" sz="2600" dirty="0">
                <a:ea typeface="MS PGothic" panose="020B0600070205080204" pitchFamily="34" charset="-128"/>
              </a:rPr>
              <a:t/>
            </a:r>
            <a:r>
              <a:rPr lang="en-US" altLang="en-US" sz="2600" i="1" dirty="0">
                <a:ea typeface="MS PGothic" panose="020B0600070205080204" pitchFamily="34" charset="-128"/>
              </a:rPr>
              <a:t/>
            </a:r>
            <a:r>
              <a:rPr lang="en-US" altLang="en-US" sz="2600" dirty="0">
                <a:ea typeface="MS PGothic" panose="020B0600070205080204" pitchFamily="34" charset="-128"/>
              </a:rPr>
              <a:t/>
            </a:r>
            <a:r>
              <a:rPr lang="en-US" altLang="en-US" sz="2600" i="1" dirty="0">
                <a:ea typeface="MS PGothic" panose="020B0600070205080204" pitchFamily="34" charset="-128"/>
              </a:rPr>
              <a:t/>
            </a:r>
            <a:r>
              <a:rPr lang="en-US" altLang="en-US" sz="2600" dirty="0">
                <a:ea typeface="MS PGothic" panose="020B0600070205080204" pitchFamily="34" charset="-128"/>
              </a:rPr>
              <a:t/>
            </a:r>
            <a:r>
              <a:rPr lang="en-US" altLang="en-US" sz="2600" i="1" dirty="0">
                <a:ea typeface="MS PGothic" panose="020B0600070205080204" pitchFamily="34" charset="-128"/>
              </a:rPr>
              <a:t/>
            </a:r>
            <a:r>
              <a:rPr lang="en-US" altLang="en-US" sz="2600" dirty="0">
                <a:ea typeface="MS PGothic" panose="020B0600070205080204" pitchFamily="34" charset="-128"/>
              </a:rPr>
              <a:t/>
            </a:r>
            <a:r>
              <a:rPr lang="en-US" altLang="en-US" sz="2600" i="1" dirty="0">
                <a:ea typeface="MS PGothic" panose="020B0600070205080204" pitchFamily="34" charset="-128"/>
              </a:rPr>
              <a:t/>
            </a:r>
            <a:r>
              <a:rPr lang="en-US" altLang="en-US" sz="2600" dirty="0">
                <a:ea typeface="MS PGothic" panose="020B0600070205080204" pitchFamily="34" charset="-128"/>
              </a:rPr>
              <a:t/>
            </a:r>
            <a:endParaRPr lang="en-US" altLang="en-US" sz="2600" dirty="0">
              <a:ea typeface="MS PGothic" panose="020B0600070205080204" pitchFamily="34" charset="-128"/>
            </a:endParaRPr>
          </a:p>
          <a:p>
            <a:pPr marL="287655" indent="-287655"/>
            <a:r>
              <a:rPr lang="en-US" altLang="en-US" sz="2600" i="1" dirty="0">
                <a:solidFill>
                  <a:srgbClr val="CC0000"/>
                </a:solidFill>
                <a:ea typeface="MS PGothic" panose="020B0600070205080204" pitchFamily="34" charset="-128"/>
              </a:rPr>
              <a:t>存储转发：整个分组必须先完整到达路由器，才能在下一条链路上传输</a:t>
            </a:r>
            <a:r>
              <a:rPr lang="en-US" altLang="en-US" sz="2600" i="1" dirty="0">
                <a:solidFill>
                  <a:srgbClr val="FF0000"/>
                </a:solidFill>
                <a:ea typeface="MS PGothic" panose="020B0600070205080204" pitchFamily="34" charset="-128"/>
              </a:rPr>
              <a:t/>
            </a:r>
            <a:r>
              <a:rPr lang="en-US" altLang="en-US" sz="2600" i="1" dirty="0">
                <a:ea typeface="MS PGothic" panose="020B0600070205080204" pitchFamily="34" charset="-128"/>
              </a:rPr>
              <a:t/>
            </a:r>
            <a:r>
              <a:rPr lang="en-US" altLang="en-US" sz="2600" dirty="0">
                <a:ea typeface="MS PGothic" panose="020B0600070205080204" pitchFamily="34" charset="-128"/>
              </a:rPr>
              <a:t/>
            </a:r>
            <a:endParaRPr lang="en-US" altLang="en-US" dirty="0">
              <a:ea typeface="MS PGothic" panose="020B0600070205080204" pitchFamily="34" charset="-128"/>
            </a:endParaRPr>
          </a:p>
          <a:p>
            <a:pPr marL="287655" indent="-287655">
              <a:spcBef>
                <a:spcPts val="400"/>
              </a:spcBef>
            </a:pPr>
            <a:endParaRPr lang="en-US" altLang="en-US" dirty="0">
              <a:ea typeface="MS PGothic" panose="020B0600070205080204" pitchFamily="34" charset="-128"/>
            </a:endParaRPr>
          </a:p>
          <a:p>
            <a:pPr marL="174625" indent="0">
              <a:spcBef>
                <a:spcPts val="400"/>
              </a:spcBef>
              <a:buSzPct val="75000"/>
              <a:buNone/>
            </a:pPr>
            <a:endParaRPr lang="en-US" altLang="en-US" dirty="0"/>
          </a:p>
          <a:p>
            <a:pPr>
              <a:spcBef>
                <a:spcPts val="400"/>
              </a:spcBef>
            </a:pPr>
            <a:endParaRPr lang="en-US" dirty="0"/>
          </a:p>
        </p:txBody>
      </p:sp>
      <p:sp>
        <p:nvSpPr>
          <p:cNvPr id="444" name="TextBox 443"/>
          <p:cNvSpPr txBox="1"/>
          <p:nvPr/>
        </p:nvSpPr>
        <p:spPr>
          <a:xfrm>
            <a:off x="2329483" y="2650664"/>
            <a:ext cx="881973" cy="40011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源</a:t>
            </a:r>
            <a:endParaRPr kumimoji="0" lang="en-US" sz="2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445" name="Group 41"/>
          <p:cNvGrpSpPr/>
          <p:nvPr/>
        </p:nvGrpSpPr>
        <p:grpSpPr bwMode="auto">
          <a:xfrm>
            <a:off x="3152334" y="2709744"/>
            <a:ext cx="1074738" cy="450508"/>
            <a:chOff x="1816230" y="6118900"/>
            <a:chExt cx="1843339" cy="739100"/>
          </a:xfrm>
        </p:grpSpPr>
        <p:pic>
          <p:nvPicPr>
            <p:cNvPr id="446" name="Picture 8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16230" y="6144002"/>
              <a:ext cx="1843339" cy="71399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6" name="Rectangle 495"/>
            <p:cNvSpPr/>
            <p:nvPr/>
          </p:nvSpPr>
          <p:spPr>
            <a:xfrm rot="1049095">
              <a:off x="1947488" y="6118900"/>
              <a:ext cx="1650399" cy="462656"/>
            </a:xfrm>
            <a:prstGeom prst="rect">
              <a:avLst/>
            </a:prstGeom>
            <a:gradFill>
              <a:gsLst>
                <a:gs pos="0">
                  <a:sysClr val="window" lastClr="FFFFFF"/>
                </a:gs>
                <a:gs pos="50000">
                  <a:sysClr val="window" lastClr="FFFFFF">
                    <a:alpha val="48000"/>
                  </a:sysClr>
                </a:gs>
                <a:gs pos="100000">
                  <a:sysClr val="window" lastClr="FFFFFF">
                    <a:alpha val="0"/>
                  </a:sysClr>
                </a:gs>
              </a:gsLst>
              <a:lin ang="54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  <a:cs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 pitchFamily="34" charset="0"/>
                <a:ea typeface="MS PGothic" panose="020B0600070205080204" pitchFamily="34" charset="-128"/>
              </a:endParaRPr>
            </a:p>
          </p:txBody>
        </p:sp>
      </p:grpSp>
      <p:cxnSp>
        <p:nvCxnSpPr>
          <p:cNvPr id="571" name="Straight Connector 42"/>
          <p:cNvCxnSpPr>
            <a:cxnSpLocks noChangeShapeType="1"/>
          </p:cNvCxnSpPr>
          <p:nvPr/>
        </p:nvCxnSpPr>
        <p:spPr bwMode="auto">
          <a:xfrm flipV="1">
            <a:off x="4115946" y="2845927"/>
            <a:ext cx="1738312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572" name="Group 43"/>
          <p:cNvGrpSpPr/>
          <p:nvPr/>
        </p:nvGrpSpPr>
        <p:grpSpPr bwMode="auto">
          <a:xfrm>
            <a:off x="5462146" y="2658602"/>
            <a:ext cx="1058862" cy="384175"/>
            <a:chOff x="5142253" y="5649029"/>
            <a:chExt cx="1304545" cy="695633"/>
          </a:xfrm>
        </p:grpSpPr>
        <p:grpSp>
          <p:nvGrpSpPr>
            <p:cNvPr id="575" name="Group 92"/>
            <p:cNvGrpSpPr/>
            <p:nvPr/>
          </p:nvGrpSpPr>
          <p:grpSpPr bwMode="auto">
            <a:xfrm>
              <a:off x="5147271" y="5649029"/>
              <a:ext cx="1276350" cy="695633"/>
              <a:chOff x="4981575" y="5851547"/>
              <a:chExt cx="1276350" cy="695633"/>
            </a:xfrm>
          </p:grpSpPr>
          <p:pic>
            <p:nvPicPr>
              <p:cNvPr id="610" name="Picture 95"/>
              <p:cNvPicPr>
                <a:picLocks noChangeAspect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81575" y="5944151"/>
                <a:ext cx="1276350" cy="60302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12" name="Rectangle 96"/>
              <p:cNvSpPr>
                <a:spLocks noChangeArrowheads="1"/>
              </p:cNvSpPr>
              <p:nvPr/>
            </p:nvSpPr>
            <p:spPr bwMode="auto">
              <a:xfrm>
                <a:off x="6065959" y="6205112"/>
                <a:ext cx="44985" cy="224212"/>
              </a:xfrm>
              <a:prstGeom prst="rect">
                <a:avLst/>
              </a:prstGeom>
              <a:solidFill>
                <a:srgbClr val="BF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613" name="Rectangle 97"/>
              <p:cNvSpPr>
                <a:spLocks noChangeArrowheads="1"/>
              </p:cNvSpPr>
              <p:nvPr/>
            </p:nvSpPr>
            <p:spPr bwMode="auto">
              <a:xfrm>
                <a:off x="5178008" y="6228108"/>
                <a:ext cx="62587" cy="224212"/>
              </a:xfrm>
              <a:prstGeom prst="rect">
                <a:avLst/>
              </a:prstGeom>
              <a:solidFill>
                <a:srgbClr val="BF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614" name="Oval 98"/>
              <p:cNvSpPr>
                <a:spLocks noChangeArrowheads="1"/>
              </p:cNvSpPr>
              <p:nvPr/>
            </p:nvSpPr>
            <p:spPr bwMode="auto">
              <a:xfrm>
                <a:off x="5023497" y="5851547"/>
                <a:ext cx="1196974" cy="494417"/>
              </a:xfrm>
              <a:prstGeom prst="ellipse">
                <a:avLst/>
              </a:prstGeom>
              <a:solidFill>
                <a:srgbClr val="EAE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576" name="Rectangle 93"/>
            <p:cNvSpPr>
              <a:spLocks noChangeArrowheads="1"/>
            </p:cNvSpPr>
            <p:nvPr/>
          </p:nvSpPr>
          <p:spPr bwMode="auto">
            <a:xfrm>
              <a:off x="6360741" y="5695021"/>
              <a:ext cx="86057" cy="126479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09" name="Rectangle 94"/>
            <p:cNvSpPr>
              <a:spLocks noChangeArrowheads="1"/>
            </p:cNvSpPr>
            <p:nvPr/>
          </p:nvSpPr>
          <p:spPr bwMode="auto">
            <a:xfrm>
              <a:off x="5142253" y="5700770"/>
              <a:ext cx="86057" cy="126479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631" name="Group 44"/>
          <p:cNvGrpSpPr/>
          <p:nvPr/>
        </p:nvGrpSpPr>
        <p:grpSpPr bwMode="auto">
          <a:xfrm>
            <a:off x="5416108" y="1579102"/>
            <a:ext cx="1092200" cy="303212"/>
            <a:chOff x="5128542" y="4838701"/>
            <a:chExt cx="1300833" cy="530211"/>
          </a:xfrm>
        </p:grpSpPr>
        <p:pic>
          <p:nvPicPr>
            <p:cNvPr id="632" name="Picture 2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128542" y="4838701"/>
              <a:ext cx="1300833" cy="4913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33" name="Rectangle 90"/>
            <p:cNvSpPr>
              <a:spLocks noChangeArrowheads="1"/>
            </p:cNvSpPr>
            <p:nvPr/>
          </p:nvSpPr>
          <p:spPr bwMode="auto">
            <a:xfrm>
              <a:off x="6327275" y="5219009"/>
              <a:ext cx="86974" cy="12769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34" name="Rectangle 91"/>
            <p:cNvSpPr>
              <a:spLocks noChangeArrowheads="1"/>
            </p:cNvSpPr>
            <p:nvPr/>
          </p:nvSpPr>
          <p:spPr bwMode="auto">
            <a:xfrm>
              <a:off x="5158794" y="5241217"/>
              <a:ext cx="86974" cy="12769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635" name="Group 45"/>
          <p:cNvGrpSpPr/>
          <p:nvPr/>
        </p:nvGrpSpPr>
        <p:grpSpPr bwMode="auto">
          <a:xfrm>
            <a:off x="3333308" y="1241761"/>
            <a:ext cx="1092200" cy="656427"/>
            <a:chOff x="2387973" y="4309243"/>
            <a:chExt cx="1771787" cy="1282262"/>
          </a:xfrm>
        </p:grpSpPr>
        <p:pic>
          <p:nvPicPr>
            <p:cNvPr id="636" name="Picture 9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83481" y="4309243"/>
              <a:ext cx="1285463" cy="12822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37" name="Rectangle 636"/>
            <p:cNvSpPr/>
            <p:nvPr/>
          </p:nvSpPr>
          <p:spPr>
            <a:xfrm rot="11601822">
              <a:off x="2387973" y="5128665"/>
              <a:ext cx="1771787" cy="422704"/>
            </a:xfrm>
            <a:prstGeom prst="rect">
              <a:avLst/>
            </a:prstGeom>
            <a:gradFill>
              <a:gsLst>
                <a:gs pos="0">
                  <a:sysClr val="window" lastClr="FFFFFF"/>
                </a:gs>
                <a:gs pos="50000">
                  <a:sysClr val="window" lastClr="FFFFFF">
                    <a:alpha val="48000"/>
                  </a:sysClr>
                </a:gs>
                <a:gs pos="100000">
                  <a:sysClr val="window" lastClr="FFFFFF">
                    <a:alpha val="0"/>
                  </a:sysClr>
                </a:gs>
              </a:gsLst>
              <a:lin ang="54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  <a:cs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 pitchFamily="34" charset="0"/>
                <a:ea typeface="MS PGothic" panose="020B0600070205080204" pitchFamily="34" charset="-128"/>
              </a:endParaRPr>
            </a:p>
          </p:txBody>
        </p:sp>
      </p:grpSp>
      <p:sp>
        <p:nvSpPr>
          <p:cNvPr id="638" name="TextBox 637"/>
          <p:cNvSpPr txBox="1"/>
          <p:nvPr/>
        </p:nvSpPr>
        <p:spPr>
          <a:xfrm>
            <a:off x="4474721" y="2879264"/>
            <a:ext cx="752129" cy="40011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2000" b="0" i="1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R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bps</a:t>
            </a:r>
            <a:endParaRPr kumimoji="0" lang="en-US" sz="2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639" name="Straight Connector 47"/>
          <p:cNvCxnSpPr>
            <a:cxnSpLocks noChangeShapeType="1"/>
          </p:cNvCxnSpPr>
          <p:nvPr/>
        </p:nvCxnSpPr>
        <p:spPr bwMode="auto">
          <a:xfrm flipV="1">
            <a:off x="6506721" y="2850689"/>
            <a:ext cx="1738312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641" name="Group 100"/>
          <p:cNvGrpSpPr/>
          <p:nvPr/>
        </p:nvGrpSpPr>
        <p:grpSpPr bwMode="auto">
          <a:xfrm>
            <a:off x="7484621" y="2042652"/>
            <a:ext cx="1477962" cy="1284287"/>
            <a:chOff x="-44" y="1473"/>
            <a:chExt cx="981" cy="1105"/>
          </a:xfrm>
        </p:grpSpPr>
        <p:pic>
          <p:nvPicPr>
            <p:cNvPr id="642" name="Picture 101" descr="desktop_computer_stylized_medium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43" name="Freeform 102"/>
            <p:cNvSpPr/>
            <p:nvPr/>
          </p:nvSpPr>
          <p:spPr bwMode="auto">
            <a:xfrm flipH="1">
              <a:off x="374" y="1580"/>
              <a:ext cx="474" cy="505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ysClr val="window" lastClr="FFFFFF"/>
                </a:gs>
              </a:gsLst>
              <a:lin ang="2700000" scaled="1"/>
            </a:gradFill>
            <a:ln w="9525" cap="flat" cmpd="sng">
              <a:noFill/>
              <a:prstDash val="solid"/>
              <a:round/>
            </a:ln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44" name="TextBox 643"/>
          <p:cNvSpPr txBox="1"/>
          <p:nvPr/>
        </p:nvSpPr>
        <p:spPr>
          <a:xfrm>
            <a:off x="8967346" y="2656489"/>
            <a:ext cx="1367682" cy="40011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目的地</a:t>
            </a: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45" name="TextBox 52"/>
          <p:cNvSpPr txBox="1">
            <a:spLocks noChangeArrowheads="1"/>
          </p:cNvSpPr>
          <p:nvPr/>
        </p:nvSpPr>
        <p:spPr bwMode="auto">
          <a:xfrm>
            <a:off x="3934971" y="2545889"/>
            <a:ext cx="234950" cy="280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MS PGothic" panose="020B0600070205080204" pitchFamily="34" charset="-128"/>
                <a:cs typeface="+mn-cs"/>
              </a:rPr>
              <a:t>1</a:t>
            </a:r>
            <a:endParaRPr kumimoji="0" lang="en-US" alt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 pitchFamily="34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646" name="TextBox 53"/>
          <p:cNvSpPr txBox="1">
            <a:spLocks noChangeArrowheads="1"/>
          </p:cNvSpPr>
          <p:nvPr/>
        </p:nvSpPr>
        <p:spPr bwMode="auto">
          <a:xfrm>
            <a:off x="3738121" y="2552239"/>
            <a:ext cx="234950" cy="280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MS PGothic" panose="020B0600070205080204" pitchFamily="34" charset="-128"/>
                <a:cs typeface="+mn-cs"/>
              </a:rPr>
              <a:t>2</a:t>
            </a:r>
            <a:endParaRPr kumimoji="0" lang="en-US" alt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 pitchFamily="34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647" name="TextBox 54"/>
          <p:cNvSpPr txBox="1">
            <a:spLocks noChangeArrowheads="1"/>
          </p:cNvSpPr>
          <p:nvPr/>
        </p:nvSpPr>
        <p:spPr bwMode="auto">
          <a:xfrm>
            <a:off x="3550796" y="2549064"/>
            <a:ext cx="234950" cy="280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MS PGothic" panose="020B0600070205080204" pitchFamily="34" charset="-128"/>
                <a:cs typeface="+mn-cs"/>
              </a:rPr>
              <a:t>3</a:t>
            </a:r>
            <a:endParaRPr kumimoji="0" lang="en-US" alt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 pitchFamily="34" charset="0"/>
              <a:ea typeface="MS PGothic" panose="020B0600070205080204" pitchFamily="34" charset="-128"/>
              <a:cs typeface="+mn-cs"/>
            </a:endParaRPr>
          </a:p>
        </p:txBody>
      </p:sp>
      <p:grpSp>
        <p:nvGrpSpPr>
          <p:cNvPr id="648" name="Group 55"/>
          <p:cNvGrpSpPr/>
          <p:nvPr/>
        </p:nvGrpSpPr>
        <p:grpSpPr bwMode="auto">
          <a:xfrm>
            <a:off x="3284096" y="1844214"/>
            <a:ext cx="2935287" cy="841375"/>
            <a:chOff x="593766" y="5264055"/>
            <a:chExt cx="3597129" cy="1011695"/>
          </a:xfrm>
        </p:grpSpPr>
        <p:grpSp>
          <p:nvGrpSpPr>
            <p:cNvPr id="649" name="Group 56"/>
            <p:cNvGrpSpPr/>
            <p:nvPr/>
          </p:nvGrpSpPr>
          <p:grpSpPr bwMode="auto">
            <a:xfrm>
              <a:off x="3527077" y="5264055"/>
              <a:ext cx="617671" cy="927313"/>
              <a:chOff x="2105936" y="5387204"/>
              <a:chExt cx="617671" cy="927313"/>
            </a:xfrm>
          </p:grpSpPr>
          <p:sp>
            <p:nvSpPr>
              <p:cNvPr id="674" name="Rectangle 77"/>
              <p:cNvSpPr>
                <a:spLocks noChangeArrowheads="1"/>
              </p:cNvSpPr>
              <p:nvPr/>
            </p:nvSpPr>
            <p:spPr bwMode="auto">
              <a:xfrm>
                <a:off x="2577155" y="6049578"/>
                <a:ext cx="140072" cy="265331"/>
              </a:xfrm>
              <a:prstGeom prst="rect">
                <a:avLst/>
              </a:prstGeom>
              <a:solidFill>
                <a:srgbClr val="33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675" name="Freeform 674"/>
              <p:cNvSpPr/>
              <p:nvPr/>
            </p:nvSpPr>
            <p:spPr>
              <a:xfrm>
                <a:off x="2110248" y="5705984"/>
                <a:ext cx="466907" cy="608925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-1" fmla="*/ 0 w 967997"/>
                  <a:gd name="connsiteY0-2" fmla="*/ 0 h 2138362"/>
                  <a:gd name="connsiteX1-3" fmla="*/ 0 w 967997"/>
                  <a:gd name="connsiteY1-4" fmla="*/ 1190625 h 2138362"/>
                  <a:gd name="connsiteX2-5" fmla="*/ 966787 w 967997"/>
                  <a:gd name="connsiteY2-6" fmla="*/ 2138362 h 2138362"/>
                  <a:gd name="connsiteX3-7" fmla="*/ 967618 w 967997"/>
                  <a:gd name="connsiteY3-8" fmla="*/ 1495143 h 2138362"/>
                  <a:gd name="connsiteX4-9" fmla="*/ 0 w 967997"/>
                  <a:gd name="connsiteY4-10" fmla="*/ 0 h 2138362"/>
                  <a:gd name="connsiteX0-11" fmla="*/ 0 w 967997"/>
                  <a:gd name="connsiteY0-12" fmla="*/ 0 h 1424095"/>
                  <a:gd name="connsiteX1-13" fmla="*/ 0 w 967997"/>
                  <a:gd name="connsiteY1-14" fmla="*/ 476358 h 1424095"/>
                  <a:gd name="connsiteX2-15" fmla="*/ 966787 w 967997"/>
                  <a:gd name="connsiteY2-16" fmla="*/ 1424095 h 1424095"/>
                  <a:gd name="connsiteX3-17" fmla="*/ 967618 w 967997"/>
                  <a:gd name="connsiteY3-18" fmla="*/ 780876 h 1424095"/>
                  <a:gd name="connsiteX4-19" fmla="*/ 0 w 967997"/>
                  <a:gd name="connsiteY4-20" fmla="*/ 0 h 1424095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</a:cxnLst>
                <a:rect l="l" t="t" r="r" b="b"/>
                <a:pathLst>
                  <a:path w="967997" h="1424095">
                    <a:moveTo>
                      <a:pt x="0" y="0"/>
                    </a:moveTo>
                    <a:lnTo>
                      <a:pt x="0" y="476358"/>
                    </a:lnTo>
                    <a:lnTo>
                      <a:pt x="966787" y="1424095"/>
                    </a:lnTo>
                    <a:cubicBezTo>
                      <a:pt x="965200" y="958958"/>
                      <a:pt x="969205" y="1246013"/>
                      <a:pt x="967618" y="780876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F81BD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6" name="Freeform 675"/>
              <p:cNvSpPr/>
              <p:nvPr/>
            </p:nvSpPr>
            <p:spPr>
              <a:xfrm>
                <a:off x="2106358" y="5688804"/>
                <a:ext cx="616705" cy="355048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-1" fmla="*/ 928688 w 1895475"/>
                  <a:gd name="connsiteY0-2" fmla="*/ 0 h 2138362"/>
                  <a:gd name="connsiteX1-3" fmla="*/ 0 w 1895475"/>
                  <a:gd name="connsiteY1-4" fmla="*/ 461963 h 2138362"/>
                  <a:gd name="connsiteX2-5" fmla="*/ 1895475 w 1895475"/>
                  <a:gd name="connsiteY2-6" fmla="*/ 2138362 h 2138362"/>
                  <a:gd name="connsiteX3-7" fmla="*/ 1890713 w 1895475"/>
                  <a:gd name="connsiteY3-8" fmla="*/ 742950 h 2138362"/>
                  <a:gd name="connsiteX4-9" fmla="*/ 928688 w 1895475"/>
                  <a:gd name="connsiteY4-10" fmla="*/ 0 h 2138362"/>
                  <a:gd name="connsiteX0-11" fmla="*/ 247650 w 1895475"/>
                  <a:gd name="connsiteY0-12" fmla="*/ 0 h 1738312"/>
                  <a:gd name="connsiteX1-13" fmla="*/ 0 w 1895475"/>
                  <a:gd name="connsiteY1-14" fmla="*/ 61913 h 1738312"/>
                  <a:gd name="connsiteX2-15" fmla="*/ 1895475 w 1895475"/>
                  <a:gd name="connsiteY2-16" fmla="*/ 1738312 h 1738312"/>
                  <a:gd name="connsiteX3-17" fmla="*/ 1890713 w 1895475"/>
                  <a:gd name="connsiteY3-18" fmla="*/ 342900 h 1738312"/>
                  <a:gd name="connsiteX4-19" fmla="*/ 247650 w 1895475"/>
                  <a:gd name="connsiteY4-20" fmla="*/ 0 h 1738312"/>
                  <a:gd name="connsiteX0-21" fmla="*/ 247650 w 1895475"/>
                  <a:gd name="connsiteY0-22" fmla="*/ 0 h 1738312"/>
                  <a:gd name="connsiteX1-23" fmla="*/ 0 w 1895475"/>
                  <a:gd name="connsiteY1-24" fmla="*/ 61913 h 1738312"/>
                  <a:gd name="connsiteX2-25" fmla="*/ 1895475 w 1895475"/>
                  <a:gd name="connsiteY2-26" fmla="*/ 1738312 h 1738312"/>
                  <a:gd name="connsiteX3-27" fmla="*/ 1143000 w 1895475"/>
                  <a:gd name="connsiteY3-28" fmla="*/ 776288 h 1738312"/>
                  <a:gd name="connsiteX4-29" fmla="*/ 247650 w 1895475"/>
                  <a:gd name="connsiteY4-30" fmla="*/ 0 h 1738312"/>
                  <a:gd name="connsiteX0-31" fmla="*/ 247650 w 1895475"/>
                  <a:gd name="connsiteY0-32" fmla="*/ 0 h 1738312"/>
                  <a:gd name="connsiteX1-33" fmla="*/ 0 w 1895475"/>
                  <a:gd name="connsiteY1-34" fmla="*/ 61913 h 1738312"/>
                  <a:gd name="connsiteX2-35" fmla="*/ 1895475 w 1895475"/>
                  <a:gd name="connsiteY2-36" fmla="*/ 1738312 h 1738312"/>
                  <a:gd name="connsiteX3-37" fmla="*/ 1143000 w 1895475"/>
                  <a:gd name="connsiteY3-38" fmla="*/ 776288 h 1738312"/>
                  <a:gd name="connsiteX4-39" fmla="*/ 247650 w 1895475"/>
                  <a:gd name="connsiteY4-40" fmla="*/ 0 h 1738312"/>
                  <a:gd name="connsiteX0-41" fmla="*/ 247650 w 1895475"/>
                  <a:gd name="connsiteY0-42" fmla="*/ 0 h 1738312"/>
                  <a:gd name="connsiteX1-43" fmla="*/ 0 w 1895475"/>
                  <a:gd name="connsiteY1-44" fmla="*/ 61913 h 1738312"/>
                  <a:gd name="connsiteX2-45" fmla="*/ 1895475 w 1895475"/>
                  <a:gd name="connsiteY2-46" fmla="*/ 1738312 h 1738312"/>
                  <a:gd name="connsiteX3-47" fmla="*/ 1238250 w 1895475"/>
                  <a:gd name="connsiteY3-48" fmla="*/ 814388 h 1738312"/>
                  <a:gd name="connsiteX4-49" fmla="*/ 247650 w 1895475"/>
                  <a:gd name="connsiteY4-50" fmla="*/ 0 h 1738312"/>
                  <a:gd name="connsiteX0-51" fmla="*/ 247650 w 1895475"/>
                  <a:gd name="connsiteY0-52" fmla="*/ 0 h 1738312"/>
                  <a:gd name="connsiteX1-53" fmla="*/ 0 w 1895475"/>
                  <a:gd name="connsiteY1-54" fmla="*/ 61913 h 1738312"/>
                  <a:gd name="connsiteX2-55" fmla="*/ 1895475 w 1895475"/>
                  <a:gd name="connsiteY2-56" fmla="*/ 1738312 h 1738312"/>
                  <a:gd name="connsiteX3-57" fmla="*/ 1238250 w 1895475"/>
                  <a:gd name="connsiteY3-58" fmla="*/ 814388 h 1738312"/>
                  <a:gd name="connsiteX4-59" fmla="*/ 247650 w 1895475"/>
                  <a:gd name="connsiteY4-60" fmla="*/ 0 h 1738312"/>
                  <a:gd name="connsiteX0-61" fmla="*/ 247650 w 1238250"/>
                  <a:gd name="connsiteY0-62" fmla="*/ 0 h 862012"/>
                  <a:gd name="connsiteX1-63" fmla="*/ 0 w 1238250"/>
                  <a:gd name="connsiteY1-64" fmla="*/ 61913 h 862012"/>
                  <a:gd name="connsiteX2-65" fmla="*/ 947738 w 1238250"/>
                  <a:gd name="connsiteY2-66" fmla="*/ 862012 h 862012"/>
                  <a:gd name="connsiteX3-67" fmla="*/ 1238250 w 1238250"/>
                  <a:gd name="connsiteY3-68" fmla="*/ 814388 h 862012"/>
                  <a:gd name="connsiteX4-69" fmla="*/ 247650 w 1238250"/>
                  <a:gd name="connsiteY4-70" fmla="*/ 0 h 862012"/>
                  <a:gd name="connsiteX0-71" fmla="*/ 247650 w 1238250"/>
                  <a:gd name="connsiteY0-72" fmla="*/ 0 h 823912"/>
                  <a:gd name="connsiteX1-73" fmla="*/ 0 w 1238250"/>
                  <a:gd name="connsiteY1-74" fmla="*/ 61913 h 823912"/>
                  <a:gd name="connsiteX2-75" fmla="*/ 952500 w 1238250"/>
                  <a:gd name="connsiteY2-76" fmla="*/ 823912 h 823912"/>
                  <a:gd name="connsiteX3-77" fmla="*/ 1238250 w 1238250"/>
                  <a:gd name="connsiteY3-78" fmla="*/ 814388 h 823912"/>
                  <a:gd name="connsiteX4-79" fmla="*/ 247650 w 1238250"/>
                  <a:gd name="connsiteY4-80" fmla="*/ 0 h 823912"/>
                  <a:gd name="connsiteX0-81" fmla="*/ 247650 w 1238250"/>
                  <a:gd name="connsiteY0-82" fmla="*/ 0 h 823912"/>
                  <a:gd name="connsiteX1-83" fmla="*/ 0 w 1238250"/>
                  <a:gd name="connsiteY1-84" fmla="*/ 61913 h 823912"/>
                  <a:gd name="connsiteX2-85" fmla="*/ 952500 w 1238250"/>
                  <a:gd name="connsiteY2-86" fmla="*/ 823912 h 823912"/>
                  <a:gd name="connsiteX3-87" fmla="*/ 1238250 w 1238250"/>
                  <a:gd name="connsiteY3-88" fmla="*/ 814388 h 823912"/>
                  <a:gd name="connsiteX4-89" fmla="*/ 247650 w 1238250"/>
                  <a:gd name="connsiteY4-90" fmla="*/ 0 h 823912"/>
                  <a:gd name="connsiteX0-91" fmla="*/ 233363 w 1238250"/>
                  <a:gd name="connsiteY0-92" fmla="*/ 0 h 766762"/>
                  <a:gd name="connsiteX1-93" fmla="*/ 0 w 1238250"/>
                  <a:gd name="connsiteY1-94" fmla="*/ 4763 h 766762"/>
                  <a:gd name="connsiteX2-95" fmla="*/ 952500 w 1238250"/>
                  <a:gd name="connsiteY2-96" fmla="*/ 766762 h 766762"/>
                  <a:gd name="connsiteX3-97" fmla="*/ 1238250 w 1238250"/>
                  <a:gd name="connsiteY3-98" fmla="*/ 757238 h 766762"/>
                  <a:gd name="connsiteX4-99" fmla="*/ 233363 w 1238250"/>
                  <a:gd name="connsiteY4-100" fmla="*/ 0 h 766762"/>
                  <a:gd name="connsiteX0-101" fmla="*/ 233363 w 1238250"/>
                  <a:gd name="connsiteY0-102" fmla="*/ 0 h 773376"/>
                  <a:gd name="connsiteX1-103" fmla="*/ 0 w 1238250"/>
                  <a:gd name="connsiteY1-104" fmla="*/ 4763 h 773376"/>
                  <a:gd name="connsiteX2-105" fmla="*/ 952500 w 1238250"/>
                  <a:gd name="connsiteY2-106" fmla="*/ 766762 h 773376"/>
                  <a:gd name="connsiteX3-107" fmla="*/ 1238250 w 1238250"/>
                  <a:gd name="connsiteY3-108" fmla="*/ 771525 h 773376"/>
                  <a:gd name="connsiteX4-109" fmla="*/ 233363 w 1238250"/>
                  <a:gd name="connsiteY4-110" fmla="*/ 0 h 773376"/>
                  <a:gd name="connsiteX0-111" fmla="*/ 233363 w 1238250"/>
                  <a:gd name="connsiteY0-112" fmla="*/ 0 h 766762"/>
                  <a:gd name="connsiteX1-113" fmla="*/ 0 w 1238250"/>
                  <a:gd name="connsiteY1-114" fmla="*/ 4763 h 766762"/>
                  <a:gd name="connsiteX2-115" fmla="*/ 952500 w 1238250"/>
                  <a:gd name="connsiteY2-116" fmla="*/ 766762 h 766762"/>
                  <a:gd name="connsiteX3-117" fmla="*/ 1238250 w 1238250"/>
                  <a:gd name="connsiteY3-118" fmla="*/ 757236 h 766762"/>
                  <a:gd name="connsiteX4-119" fmla="*/ 233363 w 1238250"/>
                  <a:gd name="connsiteY4-120" fmla="*/ 0 h 766762"/>
                  <a:gd name="connsiteX0-121" fmla="*/ 233363 w 1238250"/>
                  <a:gd name="connsiteY0-122" fmla="*/ 0 h 773375"/>
                  <a:gd name="connsiteX1-123" fmla="*/ 0 w 1238250"/>
                  <a:gd name="connsiteY1-124" fmla="*/ 4763 h 773375"/>
                  <a:gd name="connsiteX2-125" fmla="*/ 952500 w 1238250"/>
                  <a:gd name="connsiteY2-126" fmla="*/ 766762 h 773375"/>
                  <a:gd name="connsiteX3-127" fmla="*/ 1238250 w 1238250"/>
                  <a:gd name="connsiteY3-128" fmla="*/ 771523 h 773375"/>
                  <a:gd name="connsiteX4-129" fmla="*/ 233363 w 1238250"/>
                  <a:gd name="connsiteY4-130" fmla="*/ 0 h 773375"/>
                  <a:gd name="connsiteX0-131" fmla="*/ 233363 w 1238250"/>
                  <a:gd name="connsiteY0-132" fmla="*/ 0 h 771523"/>
                  <a:gd name="connsiteX1-133" fmla="*/ 0 w 1238250"/>
                  <a:gd name="connsiteY1-134" fmla="*/ 4763 h 771523"/>
                  <a:gd name="connsiteX2-135" fmla="*/ 952500 w 1238250"/>
                  <a:gd name="connsiteY2-136" fmla="*/ 766762 h 771523"/>
                  <a:gd name="connsiteX3-137" fmla="*/ 1238250 w 1238250"/>
                  <a:gd name="connsiteY3-138" fmla="*/ 771523 h 771523"/>
                  <a:gd name="connsiteX4-139" fmla="*/ 233363 w 1238250"/>
                  <a:gd name="connsiteY4-140" fmla="*/ 0 h 771523"/>
                  <a:gd name="connsiteX0-141" fmla="*/ 233363 w 1238250"/>
                  <a:gd name="connsiteY0-142" fmla="*/ 0 h 771523"/>
                  <a:gd name="connsiteX1-143" fmla="*/ 0 w 1238250"/>
                  <a:gd name="connsiteY1-144" fmla="*/ 23466 h 771523"/>
                  <a:gd name="connsiteX2-145" fmla="*/ 952500 w 1238250"/>
                  <a:gd name="connsiteY2-146" fmla="*/ 766762 h 771523"/>
                  <a:gd name="connsiteX3-147" fmla="*/ 1238250 w 1238250"/>
                  <a:gd name="connsiteY3-148" fmla="*/ 771523 h 771523"/>
                  <a:gd name="connsiteX4-149" fmla="*/ 233363 w 1238250"/>
                  <a:gd name="connsiteY4-150" fmla="*/ 0 h 771523"/>
                  <a:gd name="connsiteX0-151" fmla="*/ 233363 w 1238250"/>
                  <a:gd name="connsiteY0-152" fmla="*/ 0 h 757496"/>
                  <a:gd name="connsiteX1-153" fmla="*/ 0 w 1238250"/>
                  <a:gd name="connsiteY1-154" fmla="*/ 9439 h 757496"/>
                  <a:gd name="connsiteX2-155" fmla="*/ 952500 w 1238250"/>
                  <a:gd name="connsiteY2-156" fmla="*/ 752735 h 757496"/>
                  <a:gd name="connsiteX3-157" fmla="*/ 1238250 w 1238250"/>
                  <a:gd name="connsiteY3-158" fmla="*/ 757496 h 757496"/>
                  <a:gd name="connsiteX4-159" fmla="*/ 233363 w 1238250"/>
                  <a:gd name="connsiteY4-160" fmla="*/ 0 h 757496"/>
                  <a:gd name="connsiteX0-161" fmla="*/ 233363 w 1277416"/>
                  <a:gd name="connsiteY0-162" fmla="*/ 0 h 813350"/>
                  <a:gd name="connsiteX1-163" fmla="*/ 0 w 1277416"/>
                  <a:gd name="connsiteY1-164" fmla="*/ 9439 h 813350"/>
                  <a:gd name="connsiteX2-165" fmla="*/ 952500 w 1277416"/>
                  <a:gd name="connsiteY2-166" fmla="*/ 752735 h 813350"/>
                  <a:gd name="connsiteX3-167" fmla="*/ 1277416 w 1277416"/>
                  <a:gd name="connsiteY3-168" fmla="*/ 813350 h 813350"/>
                  <a:gd name="connsiteX4-169" fmla="*/ 233363 w 1277416"/>
                  <a:gd name="connsiteY4-170" fmla="*/ 0 h 813350"/>
                  <a:gd name="connsiteX0-171" fmla="*/ 233363 w 1277416"/>
                  <a:gd name="connsiteY0-172" fmla="*/ 0 h 814795"/>
                  <a:gd name="connsiteX1-173" fmla="*/ 0 w 1277416"/>
                  <a:gd name="connsiteY1-174" fmla="*/ 9439 h 814795"/>
                  <a:gd name="connsiteX2-175" fmla="*/ 980474 w 1277416"/>
                  <a:gd name="connsiteY2-176" fmla="*/ 814795 h 814795"/>
                  <a:gd name="connsiteX3-177" fmla="*/ 1277416 w 1277416"/>
                  <a:gd name="connsiteY3-178" fmla="*/ 813350 h 814795"/>
                  <a:gd name="connsiteX4-179" fmla="*/ 233363 w 1277416"/>
                  <a:gd name="connsiteY4-180" fmla="*/ 0 h 814795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</a:cxnLst>
                <a:rect l="l" t="t" r="r" b="b"/>
                <a:pathLst>
                  <a:path w="1277416" h="814795">
                    <a:moveTo>
                      <a:pt x="233363" y="0"/>
                    </a:moveTo>
                    <a:lnTo>
                      <a:pt x="0" y="9439"/>
                    </a:lnTo>
                    <a:lnTo>
                      <a:pt x="980474" y="814795"/>
                    </a:lnTo>
                    <a:cubicBezTo>
                      <a:pt x="1088424" y="806858"/>
                      <a:pt x="1074215" y="806999"/>
                      <a:pt x="1277416" y="813350"/>
                    </a:cubicBezTo>
                    <a:lnTo>
                      <a:pt x="233363" y="0"/>
                    </a:lnTo>
                    <a:close/>
                  </a:path>
                </a:pathLst>
              </a:custGeom>
              <a:solidFill>
                <a:srgbClr val="0099CC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7" name="Freeform 676"/>
              <p:cNvSpPr/>
              <p:nvPr/>
            </p:nvSpPr>
            <p:spPr>
              <a:xfrm>
                <a:off x="2114139" y="5396749"/>
                <a:ext cx="595306" cy="647102"/>
              </a:xfrm>
              <a:custGeom>
                <a:avLst/>
                <a:gdLst>
                  <a:gd name="connsiteX0" fmla="*/ 5411 w 597877"/>
                  <a:gd name="connsiteY0" fmla="*/ 13527 h 646573"/>
                  <a:gd name="connsiteX1" fmla="*/ 0 w 597877"/>
                  <a:gd name="connsiteY1" fmla="*/ 305702 h 646573"/>
                  <a:gd name="connsiteX2" fmla="*/ 457200 w 597877"/>
                  <a:gd name="connsiteY2" fmla="*/ 646573 h 646573"/>
                  <a:gd name="connsiteX3" fmla="*/ 597877 w 597877"/>
                  <a:gd name="connsiteY3" fmla="*/ 646573 h 646573"/>
                  <a:gd name="connsiteX4" fmla="*/ 595172 w 597877"/>
                  <a:gd name="connsiteY4" fmla="*/ 321934 h 646573"/>
                  <a:gd name="connsiteX5" fmla="*/ 110919 w 597877"/>
                  <a:gd name="connsiteY5" fmla="*/ 0 h 646573"/>
                  <a:gd name="connsiteX6" fmla="*/ 5411 w 597877"/>
                  <a:gd name="connsiteY6" fmla="*/ 13527 h 6465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97877" h="646573">
                    <a:moveTo>
                      <a:pt x="5411" y="13527"/>
                    </a:moveTo>
                    <a:lnTo>
                      <a:pt x="0" y="305702"/>
                    </a:lnTo>
                    <a:lnTo>
                      <a:pt x="457200" y="646573"/>
                    </a:lnTo>
                    <a:lnTo>
                      <a:pt x="597877" y="646573"/>
                    </a:lnTo>
                    <a:cubicBezTo>
                      <a:pt x="596975" y="538360"/>
                      <a:pt x="596074" y="430147"/>
                      <a:pt x="595172" y="321934"/>
                    </a:cubicBezTo>
                    <a:lnTo>
                      <a:pt x="110919" y="0"/>
                    </a:lnTo>
                    <a:lnTo>
                      <a:pt x="5411" y="13527"/>
                    </a:lnTo>
                    <a:close/>
                  </a:path>
                </a:pathLst>
              </a:custGeom>
              <a:noFill/>
              <a:ln w="12700" cap="flat" cmpd="sng" algn="ctr">
                <a:solidFill>
                  <a:sysClr val="windowText" lastClr="000000"/>
                </a:solidFill>
                <a:prstDash val="sysDash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cxnSp>
            <p:nvCxnSpPr>
              <p:cNvPr id="678" name="Straight Connector 81"/>
              <p:cNvCxnSpPr>
                <a:cxnSpLocks noChangeShapeType="1"/>
                <a:stCxn id="677" idx="0"/>
              </p:cNvCxnSpPr>
              <p:nvPr/>
            </p:nvCxnSpPr>
            <p:spPr bwMode="auto">
              <a:xfrm>
                <a:off x="2118270" y="5410651"/>
                <a:ext cx="446379" cy="31111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679" name="Straight Connector 82"/>
              <p:cNvCxnSpPr>
                <a:cxnSpLocks noChangeShapeType="1"/>
                <a:endCxn id="677" idx="4"/>
              </p:cNvCxnSpPr>
              <p:nvPr/>
            </p:nvCxnSpPr>
            <p:spPr bwMode="auto">
              <a:xfrm flipV="1">
                <a:off x="2567354" y="5719058"/>
                <a:ext cx="140677" cy="270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680" name="Straight Connector 83"/>
              <p:cNvCxnSpPr>
                <a:cxnSpLocks noChangeShapeType="1"/>
                <a:endCxn id="677" idx="2"/>
              </p:cNvCxnSpPr>
              <p:nvPr/>
            </p:nvCxnSpPr>
            <p:spPr bwMode="auto">
              <a:xfrm flipH="1">
                <a:off x="2570059" y="5721763"/>
                <a:ext cx="2705" cy="32193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681" name="Straight Connector 84"/>
              <p:cNvCxnSpPr>
                <a:cxnSpLocks noChangeShapeType="1"/>
              </p:cNvCxnSpPr>
              <p:nvPr/>
            </p:nvCxnSpPr>
            <p:spPr bwMode="auto">
              <a:xfrm flipH="1">
                <a:off x="2221974" y="5387204"/>
                <a:ext cx="2705" cy="32193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650" name="Group 57"/>
            <p:cNvGrpSpPr/>
            <p:nvPr/>
          </p:nvGrpSpPr>
          <p:grpSpPr bwMode="auto">
            <a:xfrm>
              <a:off x="1326802" y="5273580"/>
              <a:ext cx="617671" cy="927313"/>
              <a:chOff x="2105936" y="5387204"/>
              <a:chExt cx="617671" cy="927313"/>
            </a:xfrm>
          </p:grpSpPr>
          <p:sp>
            <p:nvSpPr>
              <p:cNvPr id="666" name="Freeform 665"/>
              <p:cNvSpPr/>
              <p:nvPr/>
            </p:nvSpPr>
            <p:spPr>
              <a:xfrm>
                <a:off x="2110224" y="5706003"/>
                <a:ext cx="466907" cy="608926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-1" fmla="*/ 0 w 967997"/>
                  <a:gd name="connsiteY0-2" fmla="*/ 0 h 2138362"/>
                  <a:gd name="connsiteX1-3" fmla="*/ 0 w 967997"/>
                  <a:gd name="connsiteY1-4" fmla="*/ 1190625 h 2138362"/>
                  <a:gd name="connsiteX2-5" fmla="*/ 966787 w 967997"/>
                  <a:gd name="connsiteY2-6" fmla="*/ 2138362 h 2138362"/>
                  <a:gd name="connsiteX3-7" fmla="*/ 967618 w 967997"/>
                  <a:gd name="connsiteY3-8" fmla="*/ 1495143 h 2138362"/>
                  <a:gd name="connsiteX4-9" fmla="*/ 0 w 967997"/>
                  <a:gd name="connsiteY4-10" fmla="*/ 0 h 2138362"/>
                  <a:gd name="connsiteX0-11" fmla="*/ 0 w 967997"/>
                  <a:gd name="connsiteY0-12" fmla="*/ 0 h 1424095"/>
                  <a:gd name="connsiteX1-13" fmla="*/ 0 w 967997"/>
                  <a:gd name="connsiteY1-14" fmla="*/ 476358 h 1424095"/>
                  <a:gd name="connsiteX2-15" fmla="*/ 966787 w 967997"/>
                  <a:gd name="connsiteY2-16" fmla="*/ 1424095 h 1424095"/>
                  <a:gd name="connsiteX3-17" fmla="*/ 967618 w 967997"/>
                  <a:gd name="connsiteY3-18" fmla="*/ 780876 h 1424095"/>
                  <a:gd name="connsiteX4-19" fmla="*/ 0 w 967997"/>
                  <a:gd name="connsiteY4-20" fmla="*/ 0 h 1424095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</a:cxnLst>
                <a:rect l="l" t="t" r="r" b="b"/>
                <a:pathLst>
                  <a:path w="967997" h="1424095">
                    <a:moveTo>
                      <a:pt x="0" y="0"/>
                    </a:moveTo>
                    <a:lnTo>
                      <a:pt x="0" y="476358"/>
                    </a:lnTo>
                    <a:lnTo>
                      <a:pt x="966787" y="1424095"/>
                    </a:lnTo>
                    <a:cubicBezTo>
                      <a:pt x="965200" y="958958"/>
                      <a:pt x="969205" y="1246013"/>
                      <a:pt x="967618" y="780876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F81BD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7" name="Freeform 666"/>
              <p:cNvSpPr/>
              <p:nvPr/>
            </p:nvSpPr>
            <p:spPr>
              <a:xfrm>
                <a:off x="2106333" y="5688824"/>
                <a:ext cx="616707" cy="355048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-1" fmla="*/ 928688 w 1895475"/>
                  <a:gd name="connsiteY0-2" fmla="*/ 0 h 2138362"/>
                  <a:gd name="connsiteX1-3" fmla="*/ 0 w 1895475"/>
                  <a:gd name="connsiteY1-4" fmla="*/ 461963 h 2138362"/>
                  <a:gd name="connsiteX2-5" fmla="*/ 1895475 w 1895475"/>
                  <a:gd name="connsiteY2-6" fmla="*/ 2138362 h 2138362"/>
                  <a:gd name="connsiteX3-7" fmla="*/ 1890713 w 1895475"/>
                  <a:gd name="connsiteY3-8" fmla="*/ 742950 h 2138362"/>
                  <a:gd name="connsiteX4-9" fmla="*/ 928688 w 1895475"/>
                  <a:gd name="connsiteY4-10" fmla="*/ 0 h 2138362"/>
                  <a:gd name="connsiteX0-11" fmla="*/ 247650 w 1895475"/>
                  <a:gd name="connsiteY0-12" fmla="*/ 0 h 1738312"/>
                  <a:gd name="connsiteX1-13" fmla="*/ 0 w 1895475"/>
                  <a:gd name="connsiteY1-14" fmla="*/ 61913 h 1738312"/>
                  <a:gd name="connsiteX2-15" fmla="*/ 1895475 w 1895475"/>
                  <a:gd name="connsiteY2-16" fmla="*/ 1738312 h 1738312"/>
                  <a:gd name="connsiteX3-17" fmla="*/ 1890713 w 1895475"/>
                  <a:gd name="connsiteY3-18" fmla="*/ 342900 h 1738312"/>
                  <a:gd name="connsiteX4-19" fmla="*/ 247650 w 1895475"/>
                  <a:gd name="connsiteY4-20" fmla="*/ 0 h 1738312"/>
                  <a:gd name="connsiteX0-21" fmla="*/ 247650 w 1895475"/>
                  <a:gd name="connsiteY0-22" fmla="*/ 0 h 1738312"/>
                  <a:gd name="connsiteX1-23" fmla="*/ 0 w 1895475"/>
                  <a:gd name="connsiteY1-24" fmla="*/ 61913 h 1738312"/>
                  <a:gd name="connsiteX2-25" fmla="*/ 1895475 w 1895475"/>
                  <a:gd name="connsiteY2-26" fmla="*/ 1738312 h 1738312"/>
                  <a:gd name="connsiteX3-27" fmla="*/ 1143000 w 1895475"/>
                  <a:gd name="connsiteY3-28" fmla="*/ 776288 h 1738312"/>
                  <a:gd name="connsiteX4-29" fmla="*/ 247650 w 1895475"/>
                  <a:gd name="connsiteY4-30" fmla="*/ 0 h 1738312"/>
                  <a:gd name="connsiteX0-31" fmla="*/ 247650 w 1895475"/>
                  <a:gd name="connsiteY0-32" fmla="*/ 0 h 1738312"/>
                  <a:gd name="connsiteX1-33" fmla="*/ 0 w 1895475"/>
                  <a:gd name="connsiteY1-34" fmla="*/ 61913 h 1738312"/>
                  <a:gd name="connsiteX2-35" fmla="*/ 1895475 w 1895475"/>
                  <a:gd name="connsiteY2-36" fmla="*/ 1738312 h 1738312"/>
                  <a:gd name="connsiteX3-37" fmla="*/ 1143000 w 1895475"/>
                  <a:gd name="connsiteY3-38" fmla="*/ 776288 h 1738312"/>
                  <a:gd name="connsiteX4-39" fmla="*/ 247650 w 1895475"/>
                  <a:gd name="connsiteY4-40" fmla="*/ 0 h 1738312"/>
                  <a:gd name="connsiteX0-41" fmla="*/ 247650 w 1895475"/>
                  <a:gd name="connsiteY0-42" fmla="*/ 0 h 1738312"/>
                  <a:gd name="connsiteX1-43" fmla="*/ 0 w 1895475"/>
                  <a:gd name="connsiteY1-44" fmla="*/ 61913 h 1738312"/>
                  <a:gd name="connsiteX2-45" fmla="*/ 1895475 w 1895475"/>
                  <a:gd name="connsiteY2-46" fmla="*/ 1738312 h 1738312"/>
                  <a:gd name="connsiteX3-47" fmla="*/ 1238250 w 1895475"/>
                  <a:gd name="connsiteY3-48" fmla="*/ 814388 h 1738312"/>
                  <a:gd name="connsiteX4-49" fmla="*/ 247650 w 1895475"/>
                  <a:gd name="connsiteY4-50" fmla="*/ 0 h 1738312"/>
                  <a:gd name="connsiteX0-51" fmla="*/ 247650 w 1895475"/>
                  <a:gd name="connsiteY0-52" fmla="*/ 0 h 1738312"/>
                  <a:gd name="connsiteX1-53" fmla="*/ 0 w 1895475"/>
                  <a:gd name="connsiteY1-54" fmla="*/ 61913 h 1738312"/>
                  <a:gd name="connsiteX2-55" fmla="*/ 1895475 w 1895475"/>
                  <a:gd name="connsiteY2-56" fmla="*/ 1738312 h 1738312"/>
                  <a:gd name="connsiteX3-57" fmla="*/ 1238250 w 1895475"/>
                  <a:gd name="connsiteY3-58" fmla="*/ 814388 h 1738312"/>
                  <a:gd name="connsiteX4-59" fmla="*/ 247650 w 1895475"/>
                  <a:gd name="connsiteY4-60" fmla="*/ 0 h 1738312"/>
                  <a:gd name="connsiteX0-61" fmla="*/ 247650 w 1238250"/>
                  <a:gd name="connsiteY0-62" fmla="*/ 0 h 862012"/>
                  <a:gd name="connsiteX1-63" fmla="*/ 0 w 1238250"/>
                  <a:gd name="connsiteY1-64" fmla="*/ 61913 h 862012"/>
                  <a:gd name="connsiteX2-65" fmla="*/ 947738 w 1238250"/>
                  <a:gd name="connsiteY2-66" fmla="*/ 862012 h 862012"/>
                  <a:gd name="connsiteX3-67" fmla="*/ 1238250 w 1238250"/>
                  <a:gd name="connsiteY3-68" fmla="*/ 814388 h 862012"/>
                  <a:gd name="connsiteX4-69" fmla="*/ 247650 w 1238250"/>
                  <a:gd name="connsiteY4-70" fmla="*/ 0 h 862012"/>
                  <a:gd name="connsiteX0-71" fmla="*/ 247650 w 1238250"/>
                  <a:gd name="connsiteY0-72" fmla="*/ 0 h 823912"/>
                  <a:gd name="connsiteX1-73" fmla="*/ 0 w 1238250"/>
                  <a:gd name="connsiteY1-74" fmla="*/ 61913 h 823912"/>
                  <a:gd name="connsiteX2-75" fmla="*/ 952500 w 1238250"/>
                  <a:gd name="connsiteY2-76" fmla="*/ 823912 h 823912"/>
                  <a:gd name="connsiteX3-77" fmla="*/ 1238250 w 1238250"/>
                  <a:gd name="connsiteY3-78" fmla="*/ 814388 h 823912"/>
                  <a:gd name="connsiteX4-79" fmla="*/ 247650 w 1238250"/>
                  <a:gd name="connsiteY4-80" fmla="*/ 0 h 823912"/>
                  <a:gd name="connsiteX0-81" fmla="*/ 247650 w 1238250"/>
                  <a:gd name="connsiteY0-82" fmla="*/ 0 h 823912"/>
                  <a:gd name="connsiteX1-83" fmla="*/ 0 w 1238250"/>
                  <a:gd name="connsiteY1-84" fmla="*/ 61913 h 823912"/>
                  <a:gd name="connsiteX2-85" fmla="*/ 952500 w 1238250"/>
                  <a:gd name="connsiteY2-86" fmla="*/ 823912 h 823912"/>
                  <a:gd name="connsiteX3-87" fmla="*/ 1238250 w 1238250"/>
                  <a:gd name="connsiteY3-88" fmla="*/ 814388 h 823912"/>
                  <a:gd name="connsiteX4-89" fmla="*/ 247650 w 1238250"/>
                  <a:gd name="connsiteY4-90" fmla="*/ 0 h 823912"/>
                  <a:gd name="connsiteX0-91" fmla="*/ 233363 w 1238250"/>
                  <a:gd name="connsiteY0-92" fmla="*/ 0 h 766762"/>
                  <a:gd name="connsiteX1-93" fmla="*/ 0 w 1238250"/>
                  <a:gd name="connsiteY1-94" fmla="*/ 4763 h 766762"/>
                  <a:gd name="connsiteX2-95" fmla="*/ 952500 w 1238250"/>
                  <a:gd name="connsiteY2-96" fmla="*/ 766762 h 766762"/>
                  <a:gd name="connsiteX3-97" fmla="*/ 1238250 w 1238250"/>
                  <a:gd name="connsiteY3-98" fmla="*/ 757238 h 766762"/>
                  <a:gd name="connsiteX4-99" fmla="*/ 233363 w 1238250"/>
                  <a:gd name="connsiteY4-100" fmla="*/ 0 h 766762"/>
                  <a:gd name="connsiteX0-101" fmla="*/ 233363 w 1238250"/>
                  <a:gd name="connsiteY0-102" fmla="*/ 0 h 773376"/>
                  <a:gd name="connsiteX1-103" fmla="*/ 0 w 1238250"/>
                  <a:gd name="connsiteY1-104" fmla="*/ 4763 h 773376"/>
                  <a:gd name="connsiteX2-105" fmla="*/ 952500 w 1238250"/>
                  <a:gd name="connsiteY2-106" fmla="*/ 766762 h 773376"/>
                  <a:gd name="connsiteX3-107" fmla="*/ 1238250 w 1238250"/>
                  <a:gd name="connsiteY3-108" fmla="*/ 771525 h 773376"/>
                  <a:gd name="connsiteX4-109" fmla="*/ 233363 w 1238250"/>
                  <a:gd name="connsiteY4-110" fmla="*/ 0 h 773376"/>
                  <a:gd name="connsiteX0-111" fmla="*/ 233363 w 1238250"/>
                  <a:gd name="connsiteY0-112" fmla="*/ 0 h 766762"/>
                  <a:gd name="connsiteX1-113" fmla="*/ 0 w 1238250"/>
                  <a:gd name="connsiteY1-114" fmla="*/ 4763 h 766762"/>
                  <a:gd name="connsiteX2-115" fmla="*/ 952500 w 1238250"/>
                  <a:gd name="connsiteY2-116" fmla="*/ 766762 h 766762"/>
                  <a:gd name="connsiteX3-117" fmla="*/ 1238250 w 1238250"/>
                  <a:gd name="connsiteY3-118" fmla="*/ 757236 h 766762"/>
                  <a:gd name="connsiteX4-119" fmla="*/ 233363 w 1238250"/>
                  <a:gd name="connsiteY4-120" fmla="*/ 0 h 766762"/>
                  <a:gd name="connsiteX0-121" fmla="*/ 233363 w 1238250"/>
                  <a:gd name="connsiteY0-122" fmla="*/ 0 h 773375"/>
                  <a:gd name="connsiteX1-123" fmla="*/ 0 w 1238250"/>
                  <a:gd name="connsiteY1-124" fmla="*/ 4763 h 773375"/>
                  <a:gd name="connsiteX2-125" fmla="*/ 952500 w 1238250"/>
                  <a:gd name="connsiteY2-126" fmla="*/ 766762 h 773375"/>
                  <a:gd name="connsiteX3-127" fmla="*/ 1238250 w 1238250"/>
                  <a:gd name="connsiteY3-128" fmla="*/ 771523 h 773375"/>
                  <a:gd name="connsiteX4-129" fmla="*/ 233363 w 1238250"/>
                  <a:gd name="connsiteY4-130" fmla="*/ 0 h 773375"/>
                  <a:gd name="connsiteX0-131" fmla="*/ 233363 w 1238250"/>
                  <a:gd name="connsiteY0-132" fmla="*/ 0 h 771523"/>
                  <a:gd name="connsiteX1-133" fmla="*/ 0 w 1238250"/>
                  <a:gd name="connsiteY1-134" fmla="*/ 4763 h 771523"/>
                  <a:gd name="connsiteX2-135" fmla="*/ 952500 w 1238250"/>
                  <a:gd name="connsiteY2-136" fmla="*/ 766762 h 771523"/>
                  <a:gd name="connsiteX3-137" fmla="*/ 1238250 w 1238250"/>
                  <a:gd name="connsiteY3-138" fmla="*/ 771523 h 771523"/>
                  <a:gd name="connsiteX4-139" fmla="*/ 233363 w 1238250"/>
                  <a:gd name="connsiteY4-140" fmla="*/ 0 h 771523"/>
                  <a:gd name="connsiteX0-141" fmla="*/ 233363 w 1238250"/>
                  <a:gd name="connsiteY0-142" fmla="*/ 0 h 771523"/>
                  <a:gd name="connsiteX1-143" fmla="*/ 0 w 1238250"/>
                  <a:gd name="connsiteY1-144" fmla="*/ 23466 h 771523"/>
                  <a:gd name="connsiteX2-145" fmla="*/ 952500 w 1238250"/>
                  <a:gd name="connsiteY2-146" fmla="*/ 766762 h 771523"/>
                  <a:gd name="connsiteX3-147" fmla="*/ 1238250 w 1238250"/>
                  <a:gd name="connsiteY3-148" fmla="*/ 771523 h 771523"/>
                  <a:gd name="connsiteX4-149" fmla="*/ 233363 w 1238250"/>
                  <a:gd name="connsiteY4-150" fmla="*/ 0 h 771523"/>
                  <a:gd name="connsiteX0-151" fmla="*/ 233363 w 1238250"/>
                  <a:gd name="connsiteY0-152" fmla="*/ 0 h 757496"/>
                  <a:gd name="connsiteX1-153" fmla="*/ 0 w 1238250"/>
                  <a:gd name="connsiteY1-154" fmla="*/ 9439 h 757496"/>
                  <a:gd name="connsiteX2-155" fmla="*/ 952500 w 1238250"/>
                  <a:gd name="connsiteY2-156" fmla="*/ 752735 h 757496"/>
                  <a:gd name="connsiteX3-157" fmla="*/ 1238250 w 1238250"/>
                  <a:gd name="connsiteY3-158" fmla="*/ 757496 h 757496"/>
                  <a:gd name="connsiteX4-159" fmla="*/ 233363 w 1238250"/>
                  <a:gd name="connsiteY4-160" fmla="*/ 0 h 757496"/>
                  <a:gd name="connsiteX0-161" fmla="*/ 233363 w 1277416"/>
                  <a:gd name="connsiteY0-162" fmla="*/ 0 h 813350"/>
                  <a:gd name="connsiteX1-163" fmla="*/ 0 w 1277416"/>
                  <a:gd name="connsiteY1-164" fmla="*/ 9439 h 813350"/>
                  <a:gd name="connsiteX2-165" fmla="*/ 952500 w 1277416"/>
                  <a:gd name="connsiteY2-166" fmla="*/ 752735 h 813350"/>
                  <a:gd name="connsiteX3-167" fmla="*/ 1277416 w 1277416"/>
                  <a:gd name="connsiteY3-168" fmla="*/ 813350 h 813350"/>
                  <a:gd name="connsiteX4-169" fmla="*/ 233363 w 1277416"/>
                  <a:gd name="connsiteY4-170" fmla="*/ 0 h 813350"/>
                  <a:gd name="connsiteX0-171" fmla="*/ 233363 w 1277416"/>
                  <a:gd name="connsiteY0-172" fmla="*/ 0 h 814795"/>
                  <a:gd name="connsiteX1-173" fmla="*/ 0 w 1277416"/>
                  <a:gd name="connsiteY1-174" fmla="*/ 9439 h 814795"/>
                  <a:gd name="connsiteX2-175" fmla="*/ 980474 w 1277416"/>
                  <a:gd name="connsiteY2-176" fmla="*/ 814795 h 814795"/>
                  <a:gd name="connsiteX3-177" fmla="*/ 1277416 w 1277416"/>
                  <a:gd name="connsiteY3-178" fmla="*/ 813350 h 814795"/>
                  <a:gd name="connsiteX4-179" fmla="*/ 233363 w 1277416"/>
                  <a:gd name="connsiteY4-180" fmla="*/ 0 h 814795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</a:cxnLst>
                <a:rect l="l" t="t" r="r" b="b"/>
                <a:pathLst>
                  <a:path w="1277416" h="814795">
                    <a:moveTo>
                      <a:pt x="233363" y="0"/>
                    </a:moveTo>
                    <a:lnTo>
                      <a:pt x="0" y="9439"/>
                    </a:lnTo>
                    <a:lnTo>
                      <a:pt x="980474" y="814795"/>
                    </a:lnTo>
                    <a:cubicBezTo>
                      <a:pt x="1088424" y="806858"/>
                      <a:pt x="1074215" y="806999"/>
                      <a:pt x="1277416" y="813350"/>
                    </a:cubicBezTo>
                    <a:lnTo>
                      <a:pt x="233363" y="0"/>
                    </a:lnTo>
                    <a:close/>
                  </a:path>
                </a:pathLst>
              </a:custGeom>
              <a:solidFill>
                <a:srgbClr val="0099CC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8" name="Rectangle 71"/>
              <p:cNvSpPr>
                <a:spLocks noChangeArrowheads="1"/>
              </p:cNvSpPr>
              <p:nvPr/>
            </p:nvSpPr>
            <p:spPr bwMode="auto">
              <a:xfrm>
                <a:off x="2577131" y="6049598"/>
                <a:ext cx="140072" cy="265332"/>
              </a:xfrm>
              <a:prstGeom prst="rect">
                <a:avLst/>
              </a:prstGeom>
              <a:solidFill>
                <a:srgbClr val="33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669" name="Freeform 668"/>
              <p:cNvSpPr/>
              <p:nvPr/>
            </p:nvSpPr>
            <p:spPr>
              <a:xfrm>
                <a:off x="2114115" y="5396768"/>
                <a:ext cx="595306" cy="647103"/>
              </a:xfrm>
              <a:custGeom>
                <a:avLst/>
                <a:gdLst>
                  <a:gd name="connsiteX0" fmla="*/ 5411 w 597877"/>
                  <a:gd name="connsiteY0" fmla="*/ 13527 h 646573"/>
                  <a:gd name="connsiteX1" fmla="*/ 0 w 597877"/>
                  <a:gd name="connsiteY1" fmla="*/ 305702 h 646573"/>
                  <a:gd name="connsiteX2" fmla="*/ 457200 w 597877"/>
                  <a:gd name="connsiteY2" fmla="*/ 646573 h 646573"/>
                  <a:gd name="connsiteX3" fmla="*/ 597877 w 597877"/>
                  <a:gd name="connsiteY3" fmla="*/ 646573 h 646573"/>
                  <a:gd name="connsiteX4" fmla="*/ 595172 w 597877"/>
                  <a:gd name="connsiteY4" fmla="*/ 321934 h 646573"/>
                  <a:gd name="connsiteX5" fmla="*/ 110919 w 597877"/>
                  <a:gd name="connsiteY5" fmla="*/ 0 h 646573"/>
                  <a:gd name="connsiteX6" fmla="*/ 5411 w 597877"/>
                  <a:gd name="connsiteY6" fmla="*/ 13527 h 6465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97877" h="646573">
                    <a:moveTo>
                      <a:pt x="5411" y="13527"/>
                    </a:moveTo>
                    <a:lnTo>
                      <a:pt x="0" y="305702"/>
                    </a:lnTo>
                    <a:lnTo>
                      <a:pt x="457200" y="646573"/>
                    </a:lnTo>
                    <a:lnTo>
                      <a:pt x="597877" y="646573"/>
                    </a:lnTo>
                    <a:cubicBezTo>
                      <a:pt x="596975" y="538360"/>
                      <a:pt x="596074" y="430147"/>
                      <a:pt x="595172" y="321934"/>
                    </a:cubicBezTo>
                    <a:lnTo>
                      <a:pt x="110919" y="0"/>
                    </a:lnTo>
                    <a:lnTo>
                      <a:pt x="5411" y="13527"/>
                    </a:lnTo>
                    <a:close/>
                  </a:path>
                </a:pathLst>
              </a:custGeom>
              <a:noFill/>
              <a:ln w="12700" cap="flat" cmpd="sng" algn="ctr">
                <a:solidFill>
                  <a:sysClr val="windowText" lastClr="000000"/>
                </a:solidFill>
                <a:prstDash val="sysDash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cxnSp>
            <p:nvCxnSpPr>
              <p:cNvPr id="670" name="Straight Connector 73"/>
              <p:cNvCxnSpPr>
                <a:cxnSpLocks noChangeShapeType="1"/>
                <a:stCxn id="669" idx="0"/>
              </p:cNvCxnSpPr>
              <p:nvPr/>
            </p:nvCxnSpPr>
            <p:spPr bwMode="auto">
              <a:xfrm>
                <a:off x="2118270" y="5410651"/>
                <a:ext cx="446379" cy="31111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671" name="Straight Connector 74"/>
              <p:cNvCxnSpPr>
                <a:cxnSpLocks noChangeShapeType="1"/>
                <a:endCxn id="669" idx="4"/>
              </p:cNvCxnSpPr>
              <p:nvPr/>
            </p:nvCxnSpPr>
            <p:spPr bwMode="auto">
              <a:xfrm flipV="1">
                <a:off x="2567354" y="5719058"/>
                <a:ext cx="140677" cy="270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672" name="Straight Connector 75"/>
              <p:cNvCxnSpPr>
                <a:cxnSpLocks noChangeShapeType="1"/>
                <a:endCxn id="669" idx="2"/>
              </p:cNvCxnSpPr>
              <p:nvPr/>
            </p:nvCxnSpPr>
            <p:spPr bwMode="auto">
              <a:xfrm flipH="1">
                <a:off x="2570059" y="5721763"/>
                <a:ext cx="2705" cy="32193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673" name="Straight Connector 76"/>
              <p:cNvCxnSpPr>
                <a:cxnSpLocks noChangeShapeType="1"/>
              </p:cNvCxnSpPr>
              <p:nvPr/>
            </p:nvCxnSpPr>
            <p:spPr bwMode="auto">
              <a:xfrm flipH="1">
                <a:off x="2221974" y="5387204"/>
                <a:ext cx="2705" cy="32193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651" name="Group 58"/>
            <p:cNvGrpSpPr/>
            <p:nvPr/>
          </p:nvGrpSpPr>
          <p:grpSpPr bwMode="auto">
            <a:xfrm>
              <a:off x="971797" y="5294415"/>
              <a:ext cx="605641" cy="915203"/>
              <a:chOff x="335231" y="4405745"/>
              <a:chExt cx="1252537" cy="2138362"/>
            </a:xfrm>
          </p:grpSpPr>
          <p:sp>
            <p:nvSpPr>
              <p:cNvPr id="663" name="Freeform 662"/>
              <p:cNvSpPr/>
              <p:nvPr/>
            </p:nvSpPr>
            <p:spPr>
              <a:xfrm>
                <a:off x="333961" y="4406169"/>
                <a:ext cx="969641" cy="2136353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6787" h="2138362">
                    <a:moveTo>
                      <a:pt x="0" y="0"/>
                    </a:moveTo>
                    <a:lnTo>
                      <a:pt x="0" y="1190625"/>
                    </a:lnTo>
                    <a:lnTo>
                      <a:pt x="966787" y="2138362"/>
                    </a:lnTo>
                    <a:cubicBezTo>
                      <a:pt x="965200" y="1673225"/>
                      <a:pt x="963612" y="1208087"/>
                      <a:pt x="962025" y="74295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F81BD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4" name="Freeform 663"/>
              <p:cNvSpPr/>
              <p:nvPr/>
            </p:nvSpPr>
            <p:spPr>
              <a:xfrm>
                <a:off x="350055" y="4410631"/>
                <a:ext cx="1239211" cy="771583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-1" fmla="*/ 928688 w 1895475"/>
                  <a:gd name="connsiteY0-2" fmla="*/ 0 h 2138362"/>
                  <a:gd name="connsiteX1-3" fmla="*/ 0 w 1895475"/>
                  <a:gd name="connsiteY1-4" fmla="*/ 461963 h 2138362"/>
                  <a:gd name="connsiteX2-5" fmla="*/ 1895475 w 1895475"/>
                  <a:gd name="connsiteY2-6" fmla="*/ 2138362 h 2138362"/>
                  <a:gd name="connsiteX3-7" fmla="*/ 1890713 w 1895475"/>
                  <a:gd name="connsiteY3-8" fmla="*/ 742950 h 2138362"/>
                  <a:gd name="connsiteX4-9" fmla="*/ 928688 w 1895475"/>
                  <a:gd name="connsiteY4-10" fmla="*/ 0 h 2138362"/>
                  <a:gd name="connsiteX0-11" fmla="*/ 247650 w 1895475"/>
                  <a:gd name="connsiteY0-12" fmla="*/ 0 h 1738312"/>
                  <a:gd name="connsiteX1-13" fmla="*/ 0 w 1895475"/>
                  <a:gd name="connsiteY1-14" fmla="*/ 61913 h 1738312"/>
                  <a:gd name="connsiteX2-15" fmla="*/ 1895475 w 1895475"/>
                  <a:gd name="connsiteY2-16" fmla="*/ 1738312 h 1738312"/>
                  <a:gd name="connsiteX3-17" fmla="*/ 1890713 w 1895475"/>
                  <a:gd name="connsiteY3-18" fmla="*/ 342900 h 1738312"/>
                  <a:gd name="connsiteX4-19" fmla="*/ 247650 w 1895475"/>
                  <a:gd name="connsiteY4-20" fmla="*/ 0 h 1738312"/>
                  <a:gd name="connsiteX0-21" fmla="*/ 247650 w 1895475"/>
                  <a:gd name="connsiteY0-22" fmla="*/ 0 h 1738312"/>
                  <a:gd name="connsiteX1-23" fmla="*/ 0 w 1895475"/>
                  <a:gd name="connsiteY1-24" fmla="*/ 61913 h 1738312"/>
                  <a:gd name="connsiteX2-25" fmla="*/ 1895475 w 1895475"/>
                  <a:gd name="connsiteY2-26" fmla="*/ 1738312 h 1738312"/>
                  <a:gd name="connsiteX3-27" fmla="*/ 1143000 w 1895475"/>
                  <a:gd name="connsiteY3-28" fmla="*/ 776288 h 1738312"/>
                  <a:gd name="connsiteX4-29" fmla="*/ 247650 w 1895475"/>
                  <a:gd name="connsiteY4-30" fmla="*/ 0 h 1738312"/>
                  <a:gd name="connsiteX0-31" fmla="*/ 247650 w 1895475"/>
                  <a:gd name="connsiteY0-32" fmla="*/ 0 h 1738312"/>
                  <a:gd name="connsiteX1-33" fmla="*/ 0 w 1895475"/>
                  <a:gd name="connsiteY1-34" fmla="*/ 61913 h 1738312"/>
                  <a:gd name="connsiteX2-35" fmla="*/ 1895475 w 1895475"/>
                  <a:gd name="connsiteY2-36" fmla="*/ 1738312 h 1738312"/>
                  <a:gd name="connsiteX3-37" fmla="*/ 1143000 w 1895475"/>
                  <a:gd name="connsiteY3-38" fmla="*/ 776288 h 1738312"/>
                  <a:gd name="connsiteX4-39" fmla="*/ 247650 w 1895475"/>
                  <a:gd name="connsiteY4-40" fmla="*/ 0 h 1738312"/>
                  <a:gd name="connsiteX0-41" fmla="*/ 247650 w 1895475"/>
                  <a:gd name="connsiteY0-42" fmla="*/ 0 h 1738312"/>
                  <a:gd name="connsiteX1-43" fmla="*/ 0 w 1895475"/>
                  <a:gd name="connsiteY1-44" fmla="*/ 61913 h 1738312"/>
                  <a:gd name="connsiteX2-45" fmla="*/ 1895475 w 1895475"/>
                  <a:gd name="connsiteY2-46" fmla="*/ 1738312 h 1738312"/>
                  <a:gd name="connsiteX3-47" fmla="*/ 1238250 w 1895475"/>
                  <a:gd name="connsiteY3-48" fmla="*/ 814388 h 1738312"/>
                  <a:gd name="connsiteX4-49" fmla="*/ 247650 w 1895475"/>
                  <a:gd name="connsiteY4-50" fmla="*/ 0 h 1738312"/>
                  <a:gd name="connsiteX0-51" fmla="*/ 247650 w 1895475"/>
                  <a:gd name="connsiteY0-52" fmla="*/ 0 h 1738312"/>
                  <a:gd name="connsiteX1-53" fmla="*/ 0 w 1895475"/>
                  <a:gd name="connsiteY1-54" fmla="*/ 61913 h 1738312"/>
                  <a:gd name="connsiteX2-55" fmla="*/ 1895475 w 1895475"/>
                  <a:gd name="connsiteY2-56" fmla="*/ 1738312 h 1738312"/>
                  <a:gd name="connsiteX3-57" fmla="*/ 1238250 w 1895475"/>
                  <a:gd name="connsiteY3-58" fmla="*/ 814388 h 1738312"/>
                  <a:gd name="connsiteX4-59" fmla="*/ 247650 w 1895475"/>
                  <a:gd name="connsiteY4-60" fmla="*/ 0 h 1738312"/>
                  <a:gd name="connsiteX0-61" fmla="*/ 247650 w 1238250"/>
                  <a:gd name="connsiteY0-62" fmla="*/ 0 h 862012"/>
                  <a:gd name="connsiteX1-63" fmla="*/ 0 w 1238250"/>
                  <a:gd name="connsiteY1-64" fmla="*/ 61913 h 862012"/>
                  <a:gd name="connsiteX2-65" fmla="*/ 947738 w 1238250"/>
                  <a:gd name="connsiteY2-66" fmla="*/ 862012 h 862012"/>
                  <a:gd name="connsiteX3-67" fmla="*/ 1238250 w 1238250"/>
                  <a:gd name="connsiteY3-68" fmla="*/ 814388 h 862012"/>
                  <a:gd name="connsiteX4-69" fmla="*/ 247650 w 1238250"/>
                  <a:gd name="connsiteY4-70" fmla="*/ 0 h 862012"/>
                  <a:gd name="connsiteX0-71" fmla="*/ 247650 w 1238250"/>
                  <a:gd name="connsiteY0-72" fmla="*/ 0 h 823912"/>
                  <a:gd name="connsiteX1-73" fmla="*/ 0 w 1238250"/>
                  <a:gd name="connsiteY1-74" fmla="*/ 61913 h 823912"/>
                  <a:gd name="connsiteX2-75" fmla="*/ 952500 w 1238250"/>
                  <a:gd name="connsiteY2-76" fmla="*/ 823912 h 823912"/>
                  <a:gd name="connsiteX3-77" fmla="*/ 1238250 w 1238250"/>
                  <a:gd name="connsiteY3-78" fmla="*/ 814388 h 823912"/>
                  <a:gd name="connsiteX4-79" fmla="*/ 247650 w 1238250"/>
                  <a:gd name="connsiteY4-80" fmla="*/ 0 h 823912"/>
                  <a:gd name="connsiteX0-81" fmla="*/ 247650 w 1238250"/>
                  <a:gd name="connsiteY0-82" fmla="*/ 0 h 823912"/>
                  <a:gd name="connsiteX1-83" fmla="*/ 0 w 1238250"/>
                  <a:gd name="connsiteY1-84" fmla="*/ 61913 h 823912"/>
                  <a:gd name="connsiteX2-85" fmla="*/ 952500 w 1238250"/>
                  <a:gd name="connsiteY2-86" fmla="*/ 823912 h 823912"/>
                  <a:gd name="connsiteX3-87" fmla="*/ 1238250 w 1238250"/>
                  <a:gd name="connsiteY3-88" fmla="*/ 814388 h 823912"/>
                  <a:gd name="connsiteX4-89" fmla="*/ 247650 w 1238250"/>
                  <a:gd name="connsiteY4-90" fmla="*/ 0 h 823912"/>
                  <a:gd name="connsiteX0-91" fmla="*/ 233363 w 1238250"/>
                  <a:gd name="connsiteY0-92" fmla="*/ 0 h 766762"/>
                  <a:gd name="connsiteX1-93" fmla="*/ 0 w 1238250"/>
                  <a:gd name="connsiteY1-94" fmla="*/ 4763 h 766762"/>
                  <a:gd name="connsiteX2-95" fmla="*/ 952500 w 1238250"/>
                  <a:gd name="connsiteY2-96" fmla="*/ 766762 h 766762"/>
                  <a:gd name="connsiteX3-97" fmla="*/ 1238250 w 1238250"/>
                  <a:gd name="connsiteY3-98" fmla="*/ 757238 h 766762"/>
                  <a:gd name="connsiteX4-99" fmla="*/ 233363 w 1238250"/>
                  <a:gd name="connsiteY4-100" fmla="*/ 0 h 766762"/>
                  <a:gd name="connsiteX0-101" fmla="*/ 233363 w 1238250"/>
                  <a:gd name="connsiteY0-102" fmla="*/ 0 h 773376"/>
                  <a:gd name="connsiteX1-103" fmla="*/ 0 w 1238250"/>
                  <a:gd name="connsiteY1-104" fmla="*/ 4763 h 773376"/>
                  <a:gd name="connsiteX2-105" fmla="*/ 952500 w 1238250"/>
                  <a:gd name="connsiteY2-106" fmla="*/ 766762 h 773376"/>
                  <a:gd name="connsiteX3-107" fmla="*/ 1238250 w 1238250"/>
                  <a:gd name="connsiteY3-108" fmla="*/ 771525 h 773376"/>
                  <a:gd name="connsiteX4-109" fmla="*/ 233363 w 1238250"/>
                  <a:gd name="connsiteY4-110" fmla="*/ 0 h 773376"/>
                  <a:gd name="connsiteX0-111" fmla="*/ 233363 w 1238250"/>
                  <a:gd name="connsiteY0-112" fmla="*/ 0 h 766762"/>
                  <a:gd name="connsiteX1-113" fmla="*/ 0 w 1238250"/>
                  <a:gd name="connsiteY1-114" fmla="*/ 4763 h 766762"/>
                  <a:gd name="connsiteX2-115" fmla="*/ 952500 w 1238250"/>
                  <a:gd name="connsiteY2-116" fmla="*/ 766762 h 766762"/>
                  <a:gd name="connsiteX3-117" fmla="*/ 1238250 w 1238250"/>
                  <a:gd name="connsiteY3-118" fmla="*/ 757236 h 766762"/>
                  <a:gd name="connsiteX4-119" fmla="*/ 233363 w 1238250"/>
                  <a:gd name="connsiteY4-120" fmla="*/ 0 h 766762"/>
                  <a:gd name="connsiteX0-121" fmla="*/ 233363 w 1238250"/>
                  <a:gd name="connsiteY0-122" fmla="*/ 0 h 773375"/>
                  <a:gd name="connsiteX1-123" fmla="*/ 0 w 1238250"/>
                  <a:gd name="connsiteY1-124" fmla="*/ 4763 h 773375"/>
                  <a:gd name="connsiteX2-125" fmla="*/ 952500 w 1238250"/>
                  <a:gd name="connsiteY2-126" fmla="*/ 766762 h 773375"/>
                  <a:gd name="connsiteX3-127" fmla="*/ 1238250 w 1238250"/>
                  <a:gd name="connsiteY3-128" fmla="*/ 771523 h 773375"/>
                  <a:gd name="connsiteX4-129" fmla="*/ 233363 w 1238250"/>
                  <a:gd name="connsiteY4-130" fmla="*/ 0 h 773375"/>
                  <a:gd name="connsiteX0-131" fmla="*/ 233363 w 1238250"/>
                  <a:gd name="connsiteY0-132" fmla="*/ 0 h 771523"/>
                  <a:gd name="connsiteX1-133" fmla="*/ 0 w 1238250"/>
                  <a:gd name="connsiteY1-134" fmla="*/ 4763 h 771523"/>
                  <a:gd name="connsiteX2-135" fmla="*/ 952500 w 1238250"/>
                  <a:gd name="connsiteY2-136" fmla="*/ 766762 h 771523"/>
                  <a:gd name="connsiteX3-137" fmla="*/ 1238250 w 1238250"/>
                  <a:gd name="connsiteY3-138" fmla="*/ 771523 h 771523"/>
                  <a:gd name="connsiteX4-139" fmla="*/ 233363 w 1238250"/>
                  <a:gd name="connsiteY4-140" fmla="*/ 0 h 771523"/>
                  <a:gd name="connsiteX0-141" fmla="*/ 233363 w 1238250"/>
                  <a:gd name="connsiteY0-142" fmla="*/ 0 h 771523"/>
                  <a:gd name="connsiteX1-143" fmla="*/ 0 w 1238250"/>
                  <a:gd name="connsiteY1-144" fmla="*/ 23466 h 771523"/>
                  <a:gd name="connsiteX2-145" fmla="*/ 952500 w 1238250"/>
                  <a:gd name="connsiteY2-146" fmla="*/ 766762 h 771523"/>
                  <a:gd name="connsiteX3-147" fmla="*/ 1238250 w 1238250"/>
                  <a:gd name="connsiteY3-148" fmla="*/ 771523 h 771523"/>
                  <a:gd name="connsiteX4-149" fmla="*/ 233363 w 1238250"/>
                  <a:gd name="connsiteY4-150" fmla="*/ 0 h 771523"/>
                  <a:gd name="connsiteX0-151" fmla="*/ 233363 w 1238250"/>
                  <a:gd name="connsiteY0-152" fmla="*/ 0 h 757496"/>
                  <a:gd name="connsiteX1-153" fmla="*/ 0 w 1238250"/>
                  <a:gd name="connsiteY1-154" fmla="*/ 9439 h 757496"/>
                  <a:gd name="connsiteX2-155" fmla="*/ 952500 w 1238250"/>
                  <a:gd name="connsiteY2-156" fmla="*/ 752735 h 757496"/>
                  <a:gd name="connsiteX3-157" fmla="*/ 1238250 w 1238250"/>
                  <a:gd name="connsiteY3-158" fmla="*/ 757496 h 757496"/>
                  <a:gd name="connsiteX4-159" fmla="*/ 233363 w 1238250"/>
                  <a:gd name="connsiteY4-160" fmla="*/ 0 h 7574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</a:cxnLst>
                <a:rect l="l" t="t" r="r" b="b"/>
                <a:pathLst>
                  <a:path w="1238250" h="757496">
                    <a:moveTo>
                      <a:pt x="233363" y="0"/>
                    </a:moveTo>
                    <a:lnTo>
                      <a:pt x="0" y="9439"/>
                    </a:lnTo>
                    <a:lnTo>
                      <a:pt x="952500" y="752735"/>
                    </a:lnTo>
                    <a:cubicBezTo>
                      <a:pt x="1060450" y="744798"/>
                      <a:pt x="1035049" y="751145"/>
                      <a:pt x="1238250" y="757496"/>
                    </a:cubicBezTo>
                    <a:lnTo>
                      <a:pt x="233363" y="0"/>
                    </a:lnTo>
                    <a:close/>
                  </a:path>
                </a:pathLst>
              </a:custGeom>
              <a:solidFill>
                <a:srgbClr val="0099CC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5" name="Rectangle 68"/>
              <p:cNvSpPr>
                <a:spLocks noChangeArrowheads="1"/>
              </p:cNvSpPr>
              <p:nvPr/>
            </p:nvSpPr>
            <p:spPr bwMode="auto">
              <a:xfrm>
                <a:off x="1299580" y="5177755"/>
                <a:ext cx="289686" cy="1351386"/>
              </a:xfrm>
              <a:prstGeom prst="rect">
                <a:avLst/>
              </a:prstGeom>
              <a:solidFill>
                <a:srgbClr val="33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652" name="Rectangle 59"/>
            <p:cNvSpPr>
              <a:spLocks noChangeArrowheads="1"/>
            </p:cNvSpPr>
            <p:nvPr/>
          </p:nvSpPr>
          <p:spPr bwMode="auto">
            <a:xfrm>
              <a:off x="1838851" y="6126859"/>
              <a:ext cx="2180844" cy="64901"/>
            </a:xfrm>
            <a:prstGeom prst="rect">
              <a:avLst/>
            </a:pr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654" name="Right Arrow 60"/>
            <p:cNvSpPr>
              <a:spLocks noChangeArrowheads="1"/>
            </p:cNvSpPr>
            <p:nvPr/>
          </p:nvSpPr>
          <p:spPr bwMode="auto">
            <a:xfrm>
              <a:off x="2556720" y="6056232"/>
              <a:ext cx="266527" cy="219518"/>
            </a:xfrm>
            <a:prstGeom prst="rightArrow">
              <a:avLst>
                <a:gd name="adj1" fmla="val 13889"/>
                <a:gd name="adj2" fmla="val 53703"/>
              </a:avLst>
            </a:pr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grpSp>
          <p:nvGrpSpPr>
            <p:cNvPr id="656" name="Group 61"/>
            <p:cNvGrpSpPr/>
            <p:nvPr/>
          </p:nvGrpSpPr>
          <p:grpSpPr bwMode="auto">
            <a:xfrm>
              <a:off x="593766" y="5284519"/>
              <a:ext cx="605641" cy="915203"/>
              <a:chOff x="335231" y="4405745"/>
              <a:chExt cx="1252537" cy="2138362"/>
            </a:xfrm>
          </p:grpSpPr>
          <p:sp>
            <p:nvSpPr>
              <p:cNvPr id="660" name="Freeform 659"/>
              <p:cNvSpPr/>
              <p:nvPr/>
            </p:nvSpPr>
            <p:spPr>
              <a:xfrm>
                <a:off x="335231" y="4406992"/>
                <a:ext cx="965619" cy="2136350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6787" h="2138362">
                    <a:moveTo>
                      <a:pt x="0" y="0"/>
                    </a:moveTo>
                    <a:lnTo>
                      <a:pt x="0" y="1190625"/>
                    </a:lnTo>
                    <a:lnTo>
                      <a:pt x="966787" y="2138362"/>
                    </a:lnTo>
                    <a:cubicBezTo>
                      <a:pt x="965200" y="1673225"/>
                      <a:pt x="963612" y="1208087"/>
                      <a:pt x="962025" y="74295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F81BD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1" name="Freeform 660"/>
              <p:cNvSpPr/>
              <p:nvPr/>
            </p:nvSpPr>
            <p:spPr>
              <a:xfrm>
                <a:off x="351325" y="4411451"/>
                <a:ext cx="1235186" cy="771586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-1" fmla="*/ 928688 w 1895475"/>
                  <a:gd name="connsiteY0-2" fmla="*/ 0 h 2138362"/>
                  <a:gd name="connsiteX1-3" fmla="*/ 0 w 1895475"/>
                  <a:gd name="connsiteY1-4" fmla="*/ 461963 h 2138362"/>
                  <a:gd name="connsiteX2-5" fmla="*/ 1895475 w 1895475"/>
                  <a:gd name="connsiteY2-6" fmla="*/ 2138362 h 2138362"/>
                  <a:gd name="connsiteX3-7" fmla="*/ 1890713 w 1895475"/>
                  <a:gd name="connsiteY3-8" fmla="*/ 742950 h 2138362"/>
                  <a:gd name="connsiteX4-9" fmla="*/ 928688 w 1895475"/>
                  <a:gd name="connsiteY4-10" fmla="*/ 0 h 2138362"/>
                  <a:gd name="connsiteX0-11" fmla="*/ 247650 w 1895475"/>
                  <a:gd name="connsiteY0-12" fmla="*/ 0 h 1738312"/>
                  <a:gd name="connsiteX1-13" fmla="*/ 0 w 1895475"/>
                  <a:gd name="connsiteY1-14" fmla="*/ 61913 h 1738312"/>
                  <a:gd name="connsiteX2-15" fmla="*/ 1895475 w 1895475"/>
                  <a:gd name="connsiteY2-16" fmla="*/ 1738312 h 1738312"/>
                  <a:gd name="connsiteX3-17" fmla="*/ 1890713 w 1895475"/>
                  <a:gd name="connsiteY3-18" fmla="*/ 342900 h 1738312"/>
                  <a:gd name="connsiteX4-19" fmla="*/ 247650 w 1895475"/>
                  <a:gd name="connsiteY4-20" fmla="*/ 0 h 1738312"/>
                  <a:gd name="connsiteX0-21" fmla="*/ 247650 w 1895475"/>
                  <a:gd name="connsiteY0-22" fmla="*/ 0 h 1738312"/>
                  <a:gd name="connsiteX1-23" fmla="*/ 0 w 1895475"/>
                  <a:gd name="connsiteY1-24" fmla="*/ 61913 h 1738312"/>
                  <a:gd name="connsiteX2-25" fmla="*/ 1895475 w 1895475"/>
                  <a:gd name="connsiteY2-26" fmla="*/ 1738312 h 1738312"/>
                  <a:gd name="connsiteX3-27" fmla="*/ 1143000 w 1895475"/>
                  <a:gd name="connsiteY3-28" fmla="*/ 776288 h 1738312"/>
                  <a:gd name="connsiteX4-29" fmla="*/ 247650 w 1895475"/>
                  <a:gd name="connsiteY4-30" fmla="*/ 0 h 1738312"/>
                  <a:gd name="connsiteX0-31" fmla="*/ 247650 w 1895475"/>
                  <a:gd name="connsiteY0-32" fmla="*/ 0 h 1738312"/>
                  <a:gd name="connsiteX1-33" fmla="*/ 0 w 1895475"/>
                  <a:gd name="connsiteY1-34" fmla="*/ 61913 h 1738312"/>
                  <a:gd name="connsiteX2-35" fmla="*/ 1895475 w 1895475"/>
                  <a:gd name="connsiteY2-36" fmla="*/ 1738312 h 1738312"/>
                  <a:gd name="connsiteX3-37" fmla="*/ 1143000 w 1895475"/>
                  <a:gd name="connsiteY3-38" fmla="*/ 776288 h 1738312"/>
                  <a:gd name="connsiteX4-39" fmla="*/ 247650 w 1895475"/>
                  <a:gd name="connsiteY4-40" fmla="*/ 0 h 1738312"/>
                  <a:gd name="connsiteX0-41" fmla="*/ 247650 w 1895475"/>
                  <a:gd name="connsiteY0-42" fmla="*/ 0 h 1738312"/>
                  <a:gd name="connsiteX1-43" fmla="*/ 0 w 1895475"/>
                  <a:gd name="connsiteY1-44" fmla="*/ 61913 h 1738312"/>
                  <a:gd name="connsiteX2-45" fmla="*/ 1895475 w 1895475"/>
                  <a:gd name="connsiteY2-46" fmla="*/ 1738312 h 1738312"/>
                  <a:gd name="connsiteX3-47" fmla="*/ 1238250 w 1895475"/>
                  <a:gd name="connsiteY3-48" fmla="*/ 814388 h 1738312"/>
                  <a:gd name="connsiteX4-49" fmla="*/ 247650 w 1895475"/>
                  <a:gd name="connsiteY4-50" fmla="*/ 0 h 1738312"/>
                  <a:gd name="connsiteX0-51" fmla="*/ 247650 w 1895475"/>
                  <a:gd name="connsiteY0-52" fmla="*/ 0 h 1738312"/>
                  <a:gd name="connsiteX1-53" fmla="*/ 0 w 1895475"/>
                  <a:gd name="connsiteY1-54" fmla="*/ 61913 h 1738312"/>
                  <a:gd name="connsiteX2-55" fmla="*/ 1895475 w 1895475"/>
                  <a:gd name="connsiteY2-56" fmla="*/ 1738312 h 1738312"/>
                  <a:gd name="connsiteX3-57" fmla="*/ 1238250 w 1895475"/>
                  <a:gd name="connsiteY3-58" fmla="*/ 814388 h 1738312"/>
                  <a:gd name="connsiteX4-59" fmla="*/ 247650 w 1895475"/>
                  <a:gd name="connsiteY4-60" fmla="*/ 0 h 1738312"/>
                  <a:gd name="connsiteX0-61" fmla="*/ 247650 w 1238250"/>
                  <a:gd name="connsiteY0-62" fmla="*/ 0 h 862012"/>
                  <a:gd name="connsiteX1-63" fmla="*/ 0 w 1238250"/>
                  <a:gd name="connsiteY1-64" fmla="*/ 61913 h 862012"/>
                  <a:gd name="connsiteX2-65" fmla="*/ 947738 w 1238250"/>
                  <a:gd name="connsiteY2-66" fmla="*/ 862012 h 862012"/>
                  <a:gd name="connsiteX3-67" fmla="*/ 1238250 w 1238250"/>
                  <a:gd name="connsiteY3-68" fmla="*/ 814388 h 862012"/>
                  <a:gd name="connsiteX4-69" fmla="*/ 247650 w 1238250"/>
                  <a:gd name="connsiteY4-70" fmla="*/ 0 h 862012"/>
                  <a:gd name="connsiteX0-71" fmla="*/ 247650 w 1238250"/>
                  <a:gd name="connsiteY0-72" fmla="*/ 0 h 823912"/>
                  <a:gd name="connsiteX1-73" fmla="*/ 0 w 1238250"/>
                  <a:gd name="connsiteY1-74" fmla="*/ 61913 h 823912"/>
                  <a:gd name="connsiteX2-75" fmla="*/ 952500 w 1238250"/>
                  <a:gd name="connsiteY2-76" fmla="*/ 823912 h 823912"/>
                  <a:gd name="connsiteX3-77" fmla="*/ 1238250 w 1238250"/>
                  <a:gd name="connsiteY3-78" fmla="*/ 814388 h 823912"/>
                  <a:gd name="connsiteX4-79" fmla="*/ 247650 w 1238250"/>
                  <a:gd name="connsiteY4-80" fmla="*/ 0 h 823912"/>
                  <a:gd name="connsiteX0-81" fmla="*/ 247650 w 1238250"/>
                  <a:gd name="connsiteY0-82" fmla="*/ 0 h 823912"/>
                  <a:gd name="connsiteX1-83" fmla="*/ 0 w 1238250"/>
                  <a:gd name="connsiteY1-84" fmla="*/ 61913 h 823912"/>
                  <a:gd name="connsiteX2-85" fmla="*/ 952500 w 1238250"/>
                  <a:gd name="connsiteY2-86" fmla="*/ 823912 h 823912"/>
                  <a:gd name="connsiteX3-87" fmla="*/ 1238250 w 1238250"/>
                  <a:gd name="connsiteY3-88" fmla="*/ 814388 h 823912"/>
                  <a:gd name="connsiteX4-89" fmla="*/ 247650 w 1238250"/>
                  <a:gd name="connsiteY4-90" fmla="*/ 0 h 823912"/>
                  <a:gd name="connsiteX0-91" fmla="*/ 233363 w 1238250"/>
                  <a:gd name="connsiteY0-92" fmla="*/ 0 h 766762"/>
                  <a:gd name="connsiteX1-93" fmla="*/ 0 w 1238250"/>
                  <a:gd name="connsiteY1-94" fmla="*/ 4763 h 766762"/>
                  <a:gd name="connsiteX2-95" fmla="*/ 952500 w 1238250"/>
                  <a:gd name="connsiteY2-96" fmla="*/ 766762 h 766762"/>
                  <a:gd name="connsiteX3-97" fmla="*/ 1238250 w 1238250"/>
                  <a:gd name="connsiteY3-98" fmla="*/ 757238 h 766762"/>
                  <a:gd name="connsiteX4-99" fmla="*/ 233363 w 1238250"/>
                  <a:gd name="connsiteY4-100" fmla="*/ 0 h 766762"/>
                  <a:gd name="connsiteX0-101" fmla="*/ 233363 w 1238250"/>
                  <a:gd name="connsiteY0-102" fmla="*/ 0 h 773376"/>
                  <a:gd name="connsiteX1-103" fmla="*/ 0 w 1238250"/>
                  <a:gd name="connsiteY1-104" fmla="*/ 4763 h 773376"/>
                  <a:gd name="connsiteX2-105" fmla="*/ 952500 w 1238250"/>
                  <a:gd name="connsiteY2-106" fmla="*/ 766762 h 773376"/>
                  <a:gd name="connsiteX3-107" fmla="*/ 1238250 w 1238250"/>
                  <a:gd name="connsiteY3-108" fmla="*/ 771525 h 773376"/>
                  <a:gd name="connsiteX4-109" fmla="*/ 233363 w 1238250"/>
                  <a:gd name="connsiteY4-110" fmla="*/ 0 h 773376"/>
                  <a:gd name="connsiteX0-111" fmla="*/ 233363 w 1238250"/>
                  <a:gd name="connsiteY0-112" fmla="*/ 0 h 766762"/>
                  <a:gd name="connsiteX1-113" fmla="*/ 0 w 1238250"/>
                  <a:gd name="connsiteY1-114" fmla="*/ 4763 h 766762"/>
                  <a:gd name="connsiteX2-115" fmla="*/ 952500 w 1238250"/>
                  <a:gd name="connsiteY2-116" fmla="*/ 766762 h 766762"/>
                  <a:gd name="connsiteX3-117" fmla="*/ 1238250 w 1238250"/>
                  <a:gd name="connsiteY3-118" fmla="*/ 757236 h 766762"/>
                  <a:gd name="connsiteX4-119" fmla="*/ 233363 w 1238250"/>
                  <a:gd name="connsiteY4-120" fmla="*/ 0 h 766762"/>
                  <a:gd name="connsiteX0-121" fmla="*/ 233363 w 1238250"/>
                  <a:gd name="connsiteY0-122" fmla="*/ 0 h 773375"/>
                  <a:gd name="connsiteX1-123" fmla="*/ 0 w 1238250"/>
                  <a:gd name="connsiteY1-124" fmla="*/ 4763 h 773375"/>
                  <a:gd name="connsiteX2-125" fmla="*/ 952500 w 1238250"/>
                  <a:gd name="connsiteY2-126" fmla="*/ 766762 h 773375"/>
                  <a:gd name="connsiteX3-127" fmla="*/ 1238250 w 1238250"/>
                  <a:gd name="connsiteY3-128" fmla="*/ 771523 h 773375"/>
                  <a:gd name="connsiteX4-129" fmla="*/ 233363 w 1238250"/>
                  <a:gd name="connsiteY4-130" fmla="*/ 0 h 773375"/>
                  <a:gd name="connsiteX0-131" fmla="*/ 233363 w 1238250"/>
                  <a:gd name="connsiteY0-132" fmla="*/ 0 h 771523"/>
                  <a:gd name="connsiteX1-133" fmla="*/ 0 w 1238250"/>
                  <a:gd name="connsiteY1-134" fmla="*/ 4763 h 771523"/>
                  <a:gd name="connsiteX2-135" fmla="*/ 952500 w 1238250"/>
                  <a:gd name="connsiteY2-136" fmla="*/ 766762 h 771523"/>
                  <a:gd name="connsiteX3-137" fmla="*/ 1238250 w 1238250"/>
                  <a:gd name="connsiteY3-138" fmla="*/ 771523 h 771523"/>
                  <a:gd name="connsiteX4-139" fmla="*/ 233363 w 1238250"/>
                  <a:gd name="connsiteY4-140" fmla="*/ 0 h 771523"/>
                  <a:gd name="connsiteX0-141" fmla="*/ 233363 w 1238250"/>
                  <a:gd name="connsiteY0-142" fmla="*/ 0 h 771523"/>
                  <a:gd name="connsiteX1-143" fmla="*/ 0 w 1238250"/>
                  <a:gd name="connsiteY1-144" fmla="*/ 23466 h 771523"/>
                  <a:gd name="connsiteX2-145" fmla="*/ 952500 w 1238250"/>
                  <a:gd name="connsiteY2-146" fmla="*/ 766762 h 771523"/>
                  <a:gd name="connsiteX3-147" fmla="*/ 1238250 w 1238250"/>
                  <a:gd name="connsiteY3-148" fmla="*/ 771523 h 771523"/>
                  <a:gd name="connsiteX4-149" fmla="*/ 233363 w 1238250"/>
                  <a:gd name="connsiteY4-150" fmla="*/ 0 h 771523"/>
                  <a:gd name="connsiteX0-151" fmla="*/ 233363 w 1238250"/>
                  <a:gd name="connsiteY0-152" fmla="*/ 0 h 757496"/>
                  <a:gd name="connsiteX1-153" fmla="*/ 0 w 1238250"/>
                  <a:gd name="connsiteY1-154" fmla="*/ 9439 h 757496"/>
                  <a:gd name="connsiteX2-155" fmla="*/ 952500 w 1238250"/>
                  <a:gd name="connsiteY2-156" fmla="*/ 752735 h 757496"/>
                  <a:gd name="connsiteX3-157" fmla="*/ 1238250 w 1238250"/>
                  <a:gd name="connsiteY3-158" fmla="*/ 757496 h 757496"/>
                  <a:gd name="connsiteX4-159" fmla="*/ 233363 w 1238250"/>
                  <a:gd name="connsiteY4-160" fmla="*/ 0 h 7574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</a:cxnLst>
                <a:rect l="l" t="t" r="r" b="b"/>
                <a:pathLst>
                  <a:path w="1238250" h="757496">
                    <a:moveTo>
                      <a:pt x="233363" y="0"/>
                    </a:moveTo>
                    <a:lnTo>
                      <a:pt x="0" y="9439"/>
                    </a:lnTo>
                    <a:lnTo>
                      <a:pt x="952500" y="752735"/>
                    </a:lnTo>
                    <a:cubicBezTo>
                      <a:pt x="1060450" y="744798"/>
                      <a:pt x="1035049" y="751145"/>
                      <a:pt x="1238250" y="757496"/>
                    </a:cubicBezTo>
                    <a:lnTo>
                      <a:pt x="233363" y="0"/>
                    </a:lnTo>
                    <a:close/>
                  </a:path>
                </a:pathLst>
              </a:custGeom>
              <a:solidFill>
                <a:srgbClr val="0099CC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2" name="Rectangle 65"/>
              <p:cNvSpPr>
                <a:spLocks noChangeArrowheads="1"/>
              </p:cNvSpPr>
              <p:nvPr/>
            </p:nvSpPr>
            <p:spPr bwMode="auto">
              <a:xfrm>
                <a:off x="1296825" y="5178575"/>
                <a:ext cx="289686" cy="1351389"/>
              </a:xfrm>
              <a:prstGeom prst="rect">
                <a:avLst/>
              </a:prstGeom>
              <a:solidFill>
                <a:srgbClr val="33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659" name="Right Arrow 62"/>
            <p:cNvSpPr>
              <a:spLocks noChangeArrowheads="1"/>
            </p:cNvSpPr>
            <p:nvPr/>
          </p:nvSpPr>
          <p:spPr bwMode="auto">
            <a:xfrm rot="-5245926">
              <a:off x="3947358" y="5684800"/>
              <a:ext cx="267240" cy="219835"/>
            </a:xfrm>
            <a:prstGeom prst="rightArrow">
              <a:avLst>
                <a:gd name="adj1" fmla="val 13889"/>
                <a:gd name="adj2" fmla="val 53702"/>
              </a:avLst>
            </a:pr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682" name="TextBox 681"/>
          <p:cNvSpPr txBox="1"/>
          <p:nvPr/>
        </p:nvSpPr>
        <p:spPr>
          <a:xfrm>
            <a:off x="1931315" y="1919106"/>
            <a:ext cx="1293944" cy="541559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2000" b="0" i="1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 比特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/>
            </a:r>
            <a:endParaRPr kumimoji="0" lang="en-US" sz="2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每个分组</a:t>
            </a:r>
            <a:endParaRPr kumimoji="0" lang="en-US" sz="2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83" name="TextBox 682"/>
          <p:cNvSpPr txBox="1"/>
          <p:nvPr/>
        </p:nvSpPr>
        <p:spPr>
          <a:xfrm>
            <a:off x="6873433" y="2869739"/>
            <a:ext cx="752129" cy="40011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2000" b="0" i="1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R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bps</a:t>
            </a:r>
            <a:endParaRPr kumimoji="0" lang="en-US" sz="2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9" name="Group 8"/>
          <p:cNvGrpSpPr/>
          <p:nvPr/>
        </p:nvGrpSpPr>
        <p:grpSpPr>
          <a:xfrm>
            <a:off x="7945714" y="3980381"/>
            <a:ext cx="3855279" cy="2295280"/>
            <a:chOff x="7836061" y="3795186"/>
            <a:chExt cx="3855279" cy="2295280"/>
          </a:xfrm>
        </p:grpSpPr>
        <p:sp>
          <p:nvSpPr>
            <p:cNvPr id="8" name="Rectangle 7"/>
            <p:cNvSpPr/>
            <p:nvPr/>
          </p:nvSpPr>
          <p:spPr>
            <a:xfrm>
              <a:off x="7836061" y="3795186"/>
              <a:ext cx="3831220" cy="1969006"/>
            </a:xfrm>
            <a:prstGeom prst="rect">
              <a:avLst/>
            </a:prstGeom>
            <a:solidFill>
              <a:schemeClr val="accent1">
                <a:lumMod val="20000"/>
                <a:lumOff val="80000"/>
                <a:alpha val="47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85" name="Rectangle 4"/>
            <p:cNvSpPr txBox="1">
              <a:spLocks noChangeArrowheads="1"/>
            </p:cNvSpPr>
            <p:nvPr/>
          </p:nvSpPr>
          <p:spPr>
            <a:xfrm>
              <a:off x="7836061" y="3858441"/>
              <a:ext cx="3855279" cy="2232025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anose="05000000000000000000" pitchFamily="2" charset="2"/>
                <a:buChar char="§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352425" marR="0" lvl="0" indent="-34163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panose="05000000000000000000" charset="0"/>
                <a:buNone/>
                <a:defRPr/>
              </a:pPr>
              <a:r>
                <a:rPr kumimoji="0" 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单跳数值示例：</a:t>
              </a:r>
              <a:endPara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  <a:p>
              <a:pPr marL="231775" marR="0" lvl="0" indent="-231775" algn="l" defTabSz="914400" rtl="0" eaLnBrk="1" fontAlgn="auto" latinLnBrk="0" hangingPunct="1">
                <a:lnSpc>
                  <a:spcPct val="90000"/>
                </a:lnSpc>
                <a:spcBef>
                  <a:spcPts val="4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panose="05000000000000000000" charset="0"/>
                <a:buChar char="§"/>
                <a:defRPr/>
              </a:pPr>
              <a:r>
                <a:rPr kumimoji="0" 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L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= 10 Kbits</a:t>
              </a: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  <a:p>
              <a:pPr marL="231775" marR="0" lvl="0" indent="-231775" algn="l" defTabSz="914400" rtl="0" eaLnBrk="1" fontAlgn="auto" latinLnBrk="0" hangingPunct="1">
                <a:lnSpc>
                  <a:spcPct val="90000"/>
                </a:lnSpc>
                <a:spcBef>
                  <a:spcPts val="4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panose="05000000000000000000" charset="0"/>
                <a:buChar char="§"/>
                <a:defRPr/>
              </a:pPr>
              <a:r>
                <a:rPr kumimoji="0" 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R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= 100 Mbps</a:t>
              </a: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  <a:p>
              <a:pPr marL="231775" marR="0" lvl="0" indent="-231775" algn="l" defTabSz="914400" rtl="0" eaLnBrk="1" fontAlgn="auto" latinLnBrk="0" hangingPunct="1">
                <a:lnSpc>
                  <a:spcPct val="90000"/>
                </a:lnSpc>
                <a:spcBef>
                  <a:spcPts val="4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panose="05000000000000000000" charset="0"/>
                <a:buChar char="§"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单跳传输时延 = 0.1 msec</a:t>
              </a: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8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引言：1-</a:t>
            </a:r>
            <a:fld id="{C4204591-24BD-A542-B9D5-F8D8A88D2FEE}" type="slidenum">
              <a:rPr lang="en-US" smtClean="0"/>
            </a:fld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/>
          <a:lstStyle/>
          <a:p>
            <a:r>
              <a:rPr lang="en-US" altLang="ja-JP" dirty="0"/>
              <a:t>分组交换：排队</a:t>
            </a:r>
            <a:endParaRPr lang="en-US" dirty="0"/>
          </a:p>
        </p:txBody>
      </p:sp>
      <p:grpSp>
        <p:nvGrpSpPr>
          <p:cNvPr id="275" name="Group 105"/>
          <p:cNvGrpSpPr/>
          <p:nvPr/>
        </p:nvGrpSpPr>
        <p:grpSpPr bwMode="auto">
          <a:xfrm>
            <a:off x="8836206" y="2201232"/>
            <a:ext cx="779462" cy="679450"/>
            <a:chOff x="-44" y="1473"/>
            <a:chExt cx="981" cy="1105"/>
          </a:xfrm>
        </p:grpSpPr>
        <p:pic>
          <p:nvPicPr>
            <p:cNvPr id="276" name="Picture 106" descr="desktop_computer_stylized_medium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77" name="Freeform 107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</p:grpSp>
      <p:sp>
        <p:nvSpPr>
          <p:cNvPr id="279" name="Line 276"/>
          <p:cNvSpPr>
            <a:spLocks noChangeShapeType="1"/>
          </p:cNvSpPr>
          <p:nvPr/>
        </p:nvSpPr>
        <p:spPr bwMode="auto">
          <a:xfrm>
            <a:off x="3422622" y="1813032"/>
            <a:ext cx="984459" cy="431063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280" name="Line 277"/>
          <p:cNvSpPr>
            <a:spLocks noChangeShapeType="1"/>
          </p:cNvSpPr>
          <p:nvPr/>
        </p:nvSpPr>
        <p:spPr bwMode="auto">
          <a:xfrm flipV="1">
            <a:off x="3807005" y="2371933"/>
            <a:ext cx="722173" cy="47699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281" name="Line 278"/>
          <p:cNvSpPr>
            <a:spLocks noChangeShapeType="1"/>
          </p:cNvSpPr>
          <p:nvPr/>
        </p:nvSpPr>
        <p:spPr bwMode="auto">
          <a:xfrm>
            <a:off x="5504043" y="2285370"/>
            <a:ext cx="2287168" cy="1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282" name="Line 279"/>
          <p:cNvSpPr>
            <a:spLocks noChangeShapeType="1"/>
          </p:cNvSpPr>
          <p:nvPr/>
        </p:nvSpPr>
        <p:spPr bwMode="auto">
          <a:xfrm flipH="1" flipV="1">
            <a:off x="8165418" y="2467932"/>
            <a:ext cx="9525" cy="36353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283" name="Line 280"/>
          <p:cNvSpPr>
            <a:spLocks noChangeShapeType="1"/>
          </p:cNvSpPr>
          <p:nvPr/>
        </p:nvSpPr>
        <p:spPr bwMode="auto">
          <a:xfrm flipV="1">
            <a:off x="8684793" y="1917070"/>
            <a:ext cx="604838" cy="30797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284" name="Rectangle 287"/>
          <p:cNvSpPr>
            <a:spLocks noChangeArrowheads="1"/>
          </p:cNvSpPr>
          <p:nvPr/>
        </p:nvSpPr>
        <p:spPr bwMode="auto">
          <a:xfrm>
            <a:off x="5702481" y="2072645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285" name="Rectangle 288"/>
          <p:cNvSpPr>
            <a:spLocks noChangeArrowheads="1"/>
          </p:cNvSpPr>
          <p:nvPr/>
        </p:nvSpPr>
        <p:spPr bwMode="auto">
          <a:xfrm>
            <a:off x="5864406" y="2072645"/>
            <a:ext cx="147637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286" name="Rectangle 289"/>
          <p:cNvSpPr>
            <a:spLocks noChangeArrowheads="1"/>
          </p:cNvSpPr>
          <p:nvPr/>
        </p:nvSpPr>
        <p:spPr bwMode="auto">
          <a:xfrm>
            <a:off x="6026331" y="2072645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287" name="Rectangle 290"/>
          <p:cNvSpPr>
            <a:spLocks noChangeArrowheads="1"/>
          </p:cNvSpPr>
          <p:nvPr/>
        </p:nvSpPr>
        <p:spPr bwMode="auto">
          <a:xfrm>
            <a:off x="6188256" y="2072645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288" name="Rectangle 291"/>
          <p:cNvSpPr>
            <a:spLocks noChangeArrowheads="1"/>
          </p:cNvSpPr>
          <p:nvPr/>
        </p:nvSpPr>
        <p:spPr bwMode="auto">
          <a:xfrm>
            <a:off x="6350181" y="2072645"/>
            <a:ext cx="147637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289" name="Rectangle 292"/>
          <p:cNvSpPr>
            <a:spLocks noChangeArrowheads="1"/>
          </p:cNvSpPr>
          <p:nvPr/>
        </p:nvSpPr>
        <p:spPr bwMode="auto">
          <a:xfrm>
            <a:off x="6721656" y="2072645"/>
            <a:ext cx="147637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290" name="Rectangle 293"/>
          <p:cNvSpPr>
            <a:spLocks noChangeArrowheads="1"/>
          </p:cNvSpPr>
          <p:nvPr/>
        </p:nvSpPr>
        <p:spPr bwMode="auto">
          <a:xfrm>
            <a:off x="7263981" y="2067882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297" name="Rectangle 299"/>
          <p:cNvSpPr>
            <a:spLocks noChangeArrowheads="1"/>
          </p:cNvSpPr>
          <p:nvPr/>
        </p:nvSpPr>
        <p:spPr bwMode="auto">
          <a:xfrm>
            <a:off x="4062595" y="2529818"/>
            <a:ext cx="147637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300" name="Line 302"/>
          <p:cNvSpPr>
            <a:spLocks noChangeShapeType="1"/>
          </p:cNvSpPr>
          <p:nvPr/>
        </p:nvSpPr>
        <p:spPr bwMode="auto">
          <a:xfrm>
            <a:off x="6083481" y="1963107"/>
            <a:ext cx="1062037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301" name="Text Box 303"/>
          <p:cNvSpPr txBox="1">
            <a:spLocks noChangeArrowheads="1"/>
          </p:cNvSpPr>
          <p:nvPr/>
        </p:nvSpPr>
        <p:spPr bwMode="auto">
          <a:xfrm>
            <a:off x="2827410" y="1545542"/>
            <a:ext cx="333746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A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B05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302" name="Text Box 304"/>
          <p:cNvSpPr txBox="1">
            <a:spLocks noChangeArrowheads="1"/>
          </p:cNvSpPr>
          <p:nvPr/>
        </p:nvSpPr>
        <p:spPr bwMode="auto">
          <a:xfrm>
            <a:off x="3133638" y="2494764"/>
            <a:ext cx="32412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B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303" name="Text Box 305"/>
          <p:cNvSpPr txBox="1">
            <a:spLocks noChangeArrowheads="1"/>
          </p:cNvSpPr>
          <p:nvPr/>
        </p:nvSpPr>
        <p:spPr bwMode="auto">
          <a:xfrm>
            <a:off x="9575296" y="1479154"/>
            <a:ext cx="320922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C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B05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304" name="Text Box 308"/>
          <p:cNvSpPr txBox="1">
            <a:spLocks noChangeArrowheads="1"/>
          </p:cNvSpPr>
          <p:nvPr/>
        </p:nvSpPr>
        <p:spPr bwMode="auto">
          <a:xfrm>
            <a:off x="3622531" y="1345724"/>
            <a:ext cx="156478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en-US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R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 = 100 Mb/s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305" name="Text Box 309"/>
          <p:cNvSpPr txBox="1">
            <a:spLocks noChangeArrowheads="1"/>
          </p:cNvSpPr>
          <p:nvPr/>
        </p:nvSpPr>
        <p:spPr bwMode="auto">
          <a:xfrm>
            <a:off x="5697718" y="2382932"/>
            <a:ext cx="1499065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en-US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R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 = 1.5 Mb/s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CC99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306" name="Text Box 310"/>
          <p:cNvSpPr txBox="1">
            <a:spLocks noChangeArrowheads="1"/>
          </p:cNvSpPr>
          <p:nvPr/>
        </p:nvSpPr>
        <p:spPr bwMode="auto">
          <a:xfrm>
            <a:off x="8199018" y="2880682"/>
            <a:ext cx="1841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CC99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307" name="Line 281"/>
          <p:cNvSpPr>
            <a:spLocks noChangeShapeType="1"/>
          </p:cNvSpPr>
          <p:nvPr/>
        </p:nvSpPr>
        <p:spPr bwMode="auto">
          <a:xfrm flipV="1">
            <a:off x="8734606" y="3033082"/>
            <a:ext cx="984250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308" name="Line 283"/>
          <p:cNvSpPr>
            <a:spLocks noChangeShapeType="1"/>
          </p:cNvSpPr>
          <p:nvPr/>
        </p:nvSpPr>
        <p:spPr bwMode="auto">
          <a:xfrm flipH="1">
            <a:off x="8244205" y="2736221"/>
            <a:ext cx="950175" cy="168376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309" name="Text Box 306"/>
          <p:cNvSpPr txBox="1">
            <a:spLocks noChangeArrowheads="1"/>
          </p:cNvSpPr>
          <p:nvPr/>
        </p:nvSpPr>
        <p:spPr bwMode="auto">
          <a:xfrm>
            <a:off x="9499682" y="2250194"/>
            <a:ext cx="404813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D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CC99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310" name="Text Box 307"/>
          <p:cNvSpPr txBox="1">
            <a:spLocks noChangeArrowheads="1"/>
          </p:cNvSpPr>
          <p:nvPr/>
        </p:nvSpPr>
        <p:spPr bwMode="auto">
          <a:xfrm>
            <a:off x="10325847" y="2632972"/>
            <a:ext cx="3097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E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311" name="Text Box 330"/>
          <p:cNvSpPr txBox="1">
            <a:spLocks noChangeArrowheads="1"/>
          </p:cNvSpPr>
          <p:nvPr/>
        </p:nvSpPr>
        <p:spPr bwMode="auto">
          <a:xfrm>
            <a:off x="3869197" y="3030215"/>
            <a:ext cx="2686586" cy="8007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分组队列</a:t>
            </a: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/>
            </a: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  <a:p>
            <a:pPr marL="0" marR="0" lvl="0" indent="0" algn="ctr" defTabSz="914400" rtl="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等待通过输出链路传输</a:t>
            </a: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srgbClr val="00CC99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pic>
        <p:nvPicPr>
          <p:cNvPr id="314" name="Picture 97" descr="desktop_computer_stylized_medium"/>
          <p:cNvPicPr>
            <a:picLocks noChangeAspect="1" noChangeArrowheads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2866218" y="1537657"/>
            <a:ext cx="779463" cy="679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15" name="Freeform 98"/>
          <p:cNvSpPr/>
          <p:nvPr/>
        </p:nvSpPr>
        <p:spPr bwMode="auto">
          <a:xfrm flipH="1">
            <a:off x="3198344" y="1602835"/>
            <a:ext cx="379005" cy="311133"/>
          </a:xfrm>
          <a:custGeom>
            <a:avLst/>
            <a:gdLst>
              <a:gd name="T0" fmla="*/ 0 w 356"/>
              <a:gd name="T1" fmla="*/ 0 h 368"/>
              <a:gd name="T2" fmla="*/ 32377 w 356"/>
              <a:gd name="T3" fmla="*/ 2307 h 368"/>
              <a:gd name="T4" fmla="*/ 38409 w 356"/>
              <a:gd name="T5" fmla="*/ 48069 h 368"/>
              <a:gd name="T6" fmla="*/ 8465 w 356"/>
              <a:gd name="T7" fmla="*/ 60116 h 368"/>
              <a:gd name="T8" fmla="*/ 0 w 356"/>
              <a:gd name="T9" fmla="*/ 0 h 36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6"/>
              <a:gd name="T16" fmla="*/ 0 h 368"/>
              <a:gd name="T17" fmla="*/ 356 w 356"/>
              <a:gd name="T18" fmla="*/ 368 h 36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6" h="368">
                <a:moveTo>
                  <a:pt x="0" y="0"/>
                </a:moveTo>
                <a:lnTo>
                  <a:pt x="300" y="14"/>
                </a:lnTo>
                <a:lnTo>
                  <a:pt x="356" y="294"/>
                </a:lnTo>
                <a:lnTo>
                  <a:pt x="78" y="368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FFFFFF"/>
              </a:gs>
            </a:gsLst>
            <a:lin ang="27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prstDash val="solid"/>
                <a:round/>
              </a14:hiddenLine>
            </a:ext>
          </a:extLst>
        </p:spPr>
        <p:txBody>
          <a:bodyPr wrap="none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grpSp>
        <p:nvGrpSpPr>
          <p:cNvPr id="316" name="Group 99"/>
          <p:cNvGrpSpPr/>
          <p:nvPr/>
        </p:nvGrpSpPr>
        <p:grpSpPr bwMode="auto">
          <a:xfrm>
            <a:off x="3157718" y="2512382"/>
            <a:ext cx="779463" cy="679450"/>
            <a:chOff x="-44" y="1473"/>
            <a:chExt cx="981" cy="1105"/>
          </a:xfrm>
        </p:grpSpPr>
        <p:pic>
          <p:nvPicPr>
            <p:cNvPr id="317" name="Picture 100" descr="desktop_computer_stylized_medium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18" name="Freeform 101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</p:grpSp>
      <p:grpSp>
        <p:nvGrpSpPr>
          <p:cNvPr id="319" name="Group 102"/>
          <p:cNvGrpSpPr/>
          <p:nvPr/>
        </p:nvGrpSpPr>
        <p:grpSpPr bwMode="auto">
          <a:xfrm>
            <a:off x="9553756" y="2572707"/>
            <a:ext cx="779462" cy="679450"/>
            <a:chOff x="-44" y="1473"/>
            <a:chExt cx="981" cy="1105"/>
          </a:xfrm>
        </p:grpSpPr>
        <p:pic>
          <p:nvPicPr>
            <p:cNvPr id="320" name="Picture 103" descr="desktop_computer_stylized_medium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21" name="Freeform 104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</p:grpSp>
      <p:grpSp>
        <p:nvGrpSpPr>
          <p:cNvPr id="322" name="Group 108"/>
          <p:cNvGrpSpPr/>
          <p:nvPr/>
        </p:nvGrpSpPr>
        <p:grpSpPr bwMode="auto">
          <a:xfrm>
            <a:off x="8918756" y="1380495"/>
            <a:ext cx="779462" cy="679450"/>
            <a:chOff x="-44" y="1473"/>
            <a:chExt cx="981" cy="1105"/>
          </a:xfrm>
        </p:grpSpPr>
        <p:pic>
          <p:nvPicPr>
            <p:cNvPr id="323" name="Picture 109" descr="desktop_computer_stylized_medium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24" name="Freeform 110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</p:grpSp>
      <p:grpSp>
        <p:nvGrpSpPr>
          <p:cNvPr id="363" name="Group 362"/>
          <p:cNvGrpSpPr/>
          <p:nvPr/>
        </p:nvGrpSpPr>
        <p:grpSpPr>
          <a:xfrm>
            <a:off x="7595249" y="2045192"/>
            <a:ext cx="1146494" cy="498545"/>
            <a:chOff x="7493876" y="2774731"/>
            <a:chExt cx="1481958" cy="894622"/>
          </a:xfrm>
        </p:grpSpPr>
        <p:sp>
          <p:nvSpPr>
            <p:cNvPr id="364" name="Freeform 363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5" name="Oval 364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366" name="Group 365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67" name="Freeform 366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8" name="Freeform 367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9" name="Freeform 368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0" name="Freeform 369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71" name="Group 370"/>
          <p:cNvGrpSpPr/>
          <p:nvPr/>
        </p:nvGrpSpPr>
        <p:grpSpPr>
          <a:xfrm>
            <a:off x="7621178" y="2733126"/>
            <a:ext cx="1146494" cy="498545"/>
            <a:chOff x="7493876" y="2774731"/>
            <a:chExt cx="1481958" cy="894622"/>
          </a:xfrm>
        </p:grpSpPr>
        <p:sp>
          <p:nvSpPr>
            <p:cNvPr id="372" name="Freeform 371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3" name="Oval 372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374" name="Group 373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75" name="Freeform 374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6" name="Freeform 375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7" name="Freeform 376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8" name="Freeform 377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79" name="Group 378"/>
          <p:cNvGrpSpPr/>
          <p:nvPr/>
        </p:nvGrpSpPr>
        <p:grpSpPr>
          <a:xfrm>
            <a:off x="4403089" y="2023615"/>
            <a:ext cx="1146494" cy="498545"/>
            <a:chOff x="7493876" y="2774731"/>
            <a:chExt cx="1481958" cy="894622"/>
          </a:xfrm>
        </p:grpSpPr>
        <p:sp>
          <p:nvSpPr>
            <p:cNvPr id="380" name="Freeform 379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1" name="Oval 380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382" name="Group 381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83" name="Freeform 382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4" name="Freeform 383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5" name="Freeform 384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6" name="Freeform 385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78" name="Line 230"/>
          <p:cNvSpPr>
            <a:spLocks noChangeShapeType="1"/>
          </p:cNvSpPr>
          <p:nvPr/>
        </p:nvSpPr>
        <p:spPr bwMode="auto">
          <a:xfrm>
            <a:off x="5538968" y="2190120"/>
            <a:ext cx="0" cy="22860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round/>
              </a14:hiddenLine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grpSp>
        <p:nvGrpSpPr>
          <p:cNvPr id="291" name="Group 311"/>
          <p:cNvGrpSpPr/>
          <p:nvPr/>
        </p:nvGrpSpPr>
        <p:grpSpPr bwMode="auto">
          <a:xfrm>
            <a:off x="4857931" y="2148845"/>
            <a:ext cx="633412" cy="200025"/>
            <a:chOff x="1800" y="1425"/>
            <a:chExt cx="399" cy="126"/>
          </a:xfrm>
        </p:grpSpPr>
        <p:sp>
          <p:nvSpPr>
            <p:cNvPr id="292" name="Rectangle 294"/>
            <p:cNvSpPr>
              <a:spLocks noChangeArrowheads="1"/>
            </p:cNvSpPr>
            <p:nvPr/>
          </p:nvSpPr>
          <p:spPr bwMode="auto">
            <a:xfrm>
              <a:off x="1800" y="1425"/>
              <a:ext cx="93" cy="126"/>
            </a:xfrm>
            <a:prstGeom prst="rect">
              <a:avLst/>
            </a:prstGeom>
            <a:solidFill>
              <a:srgbClr val="00CC99"/>
            </a:solidFill>
            <a:ln w="9525">
              <a:solidFill>
                <a:srgbClr val="000000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293" name="Rectangle 295"/>
            <p:cNvSpPr>
              <a:spLocks noChangeArrowheads="1"/>
            </p:cNvSpPr>
            <p:nvPr/>
          </p:nvSpPr>
          <p:spPr bwMode="auto">
            <a:xfrm>
              <a:off x="1902" y="1425"/>
              <a:ext cx="93" cy="126"/>
            </a:xfrm>
            <a:prstGeom prst="rect">
              <a:avLst/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294" name="Rectangle 296"/>
            <p:cNvSpPr>
              <a:spLocks noChangeArrowheads="1"/>
            </p:cNvSpPr>
            <p:nvPr/>
          </p:nvSpPr>
          <p:spPr bwMode="auto">
            <a:xfrm>
              <a:off x="2004" y="1425"/>
              <a:ext cx="93" cy="126"/>
            </a:xfrm>
            <a:prstGeom prst="rect">
              <a:avLst/>
            </a:prstGeom>
            <a:solidFill>
              <a:srgbClr val="00CC99"/>
            </a:solidFill>
            <a:ln w="9525">
              <a:solidFill>
                <a:srgbClr val="000000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295" name="Rectangle 297"/>
            <p:cNvSpPr>
              <a:spLocks noChangeArrowheads="1"/>
            </p:cNvSpPr>
            <p:nvPr/>
          </p:nvSpPr>
          <p:spPr bwMode="auto">
            <a:xfrm>
              <a:off x="2106" y="1425"/>
              <a:ext cx="93" cy="126"/>
            </a:xfrm>
            <a:prstGeom prst="rect">
              <a:avLst/>
            </a:prstGeom>
            <a:solidFill>
              <a:srgbClr val="00CC99"/>
            </a:solidFill>
            <a:ln w="9525">
              <a:solidFill>
                <a:srgbClr val="000000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</p:grpSp>
      <p:sp>
        <p:nvSpPr>
          <p:cNvPr id="296" name="Rectangle 298"/>
          <p:cNvSpPr>
            <a:spLocks noChangeArrowheads="1"/>
          </p:cNvSpPr>
          <p:nvPr/>
        </p:nvSpPr>
        <p:spPr bwMode="auto">
          <a:xfrm>
            <a:off x="3841032" y="1971158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298" name="Line 300"/>
          <p:cNvSpPr>
            <a:spLocks noChangeShapeType="1"/>
          </p:cNvSpPr>
          <p:nvPr/>
        </p:nvSpPr>
        <p:spPr bwMode="auto">
          <a:xfrm>
            <a:off x="4022858" y="2133026"/>
            <a:ext cx="227109" cy="1141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299" name="Line 301"/>
          <p:cNvSpPr>
            <a:spLocks noChangeShapeType="1"/>
          </p:cNvSpPr>
          <p:nvPr/>
        </p:nvSpPr>
        <p:spPr bwMode="auto">
          <a:xfrm flipV="1">
            <a:off x="4236079" y="2486552"/>
            <a:ext cx="248236" cy="155731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312" name="Line 332"/>
          <p:cNvSpPr>
            <a:spLocks noChangeShapeType="1"/>
          </p:cNvSpPr>
          <p:nvPr/>
        </p:nvSpPr>
        <p:spPr bwMode="auto">
          <a:xfrm flipV="1">
            <a:off x="5112260" y="2401255"/>
            <a:ext cx="17133" cy="641957"/>
          </a:xfrm>
          <a:prstGeom prst="line">
            <a:avLst/>
          </a:prstGeom>
          <a:noFill/>
          <a:ln w="9525">
            <a:solidFill>
              <a:srgbClr val="C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388" name="Line 332"/>
          <p:cNvSpPr>
            <a:spLocks noChangeShapeType="1"/>
          </p:cNvSpPr>
          <p:nvPr/>
        </p:nvSpPr>
        <p:spPr bwMode="auto">
          <a:xfrm flipV="1">
            <a:off x="3757081" y="1665193"/>
            <a:ext cx="0" cy="221089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389" name="Line 332"/>
          <p:cNvSpPr>
            <a:spLocks noChangeShapeType="1"/>
          </p:cNvSpPr>
          <p:nvPr/>
        </p:nvSpPr>
        <p:spPr bwMode="auto">
          <a:xfrm flipH="1" flipV="1">
            <a:off x="5850118" y="2346352"/>
            <a:ext cx="0" cy="12031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grpSp>
        <p:nvGrpSpPr>
          <p:cNvPr id="10" name="Group 9"/>
          <p:cNvGrpSpPr/>
          <p:nvPr/>
        </p:nvGrpSpPr>
        <p:grpSpPr>
          <a:xfrm>
            <a:off x="867906" y="3874035"/>
            <a:ext cx="9770367" cy="2270091"/>
            <a:chOff x="867905" y="3890077"/>
            <a:chExt cx="9770367" cy="2270091"/>
          </a:xfrm>
        </p:grpSpPr>
        <p:pic>
          <p:nvPicPr>
            <p:cNvPr id="6" name="Picture 5"/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1542220" y="4680735"/>
              <a:ext cx="2211634" cy="1456220"/>
            </a:xfrm>
            <a:prstGeom prst="rect">
              <a:avLst/>
            </a:prstGeom>
          </p:spPr>
        </p:pic>
        <p:sp>
          <p:nvSpPr>
            <p:cNvPr id="7" name="TextBox 6"/>
            <p:cNvSpPr txBox="1"/>
            <p:nvPr/>
          </p:nvSpPr>
          <p:spPr>
            <a:xfrm>
              <a:off x="867905" y="3890077"/>
              <a:ext cx="9770367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当到达的工作量超过服务能力时，就会发生排队：</a:t>
              </a:r>
              <a:r>
                <a: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/>
              </a: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8" name="Picture 7"/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4487440" y="4679579"/>
              <a:ext cx="2575767" cy="1480589"/>
            </a:xfrm>
            <a:prstGeom prst="rect">
              <a:avLst/>
            </a:prstGeom>
          </p:spPr>
        </p:pic>
        <p:pic>
          <p:nvPicPr>
            <p:cNvPr id="9" name="Picture 8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705104" y="4695225"/>
              <a:ext cx="2241534" cy="1448901"/>
            </a:xfrm>
            <a:prstGeom prst="rect">
              <a:avLst/>
            </a:prstGeom>
          </p:spPr>
        </p:pic>
      </p:grpSp>
      <p:sp>
        <p:nvSpPr>
          <p:cNvPr id="83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引言：1-</a:t>
            </a:r>
            <a:fld id="{C4204591-24BD-A542-B9D5-F8D8A88D2FEE}" type="slidenum">
              <a:rPr lang="en-US" smtClean="0"/>
            </a:fld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/>
          <a:lstStyle/>
          <a:p>
            <a:r>
              <a:rPr lang="en-US" altLang="ja-JP" dirty="0"/>
              <a:t>分组交换：排队</a:t>
            </a:r>
            <a:endParaRPr lang="en-US" dirty="0"/>
          </a:p>
        </p:txBody>
      </p:sp>
      <p:grpSp>
        <p:nvGrpSpPr>
          <p:cNvPr id="275" name="Group 105"/>
          <p:cNvGrpSpPr/>
          <p:nvPr/>
        </p:nvGrpSpPr>
        <p:grpSpPr bwMode="auto">
          <a:xfrm>
            <a:off x="8836206" y="2201232"/>
            <a:ext cx="779462" cy="679450"/>
            <a:chOff x="-44" y="1473"/>
            <a:chExt cx="981" cy="1105"/>
          </a:xfrm>
        </p:grpSpPr>
        <p:pic>
          <p:nvPicPr>
            <p:cNvPr id="276" name="Picture 106" descr="desktop_computer_stylized_medium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77" name="Freeform 107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</p:grpSp>
      <p:sp>
        <p:nvSpPr>
          <p:cNvPr id="279" name="Line 276"/>
          <p:cNvSpPr>
            <a:spLocks noChangeShapeType="1"/>
          </p:cNvSpPr>
          <p:nvPr/>
        </p:nvSpPr>
        <p:spPr bwMode="auto">
          <a:xfrm>
            <a:off x="3422622" y="1813032"/>
            <a:ext cx="984459" cy="431063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280" name="Line 277"/>
          <p:cNvSpPr>
            <a:spLocks noChangeShapeType="1"/>
          </p:cNvSpPr>
          <p:nvPr/>
        </p:nvSpPr>
        <p:spPr bwMode="auto">
          <a:xfrm flipV="1">
            <a:off x="3807005" y="2371933"/>
            <a:ext cx="722173" cy="47699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281" name="Line 278"/>
          <p:cNvSpPr>
            <a:spLocks noChangeShapeType="1"/>
          </p:cNvSpPr>
          <p:nvPr/>
        </p:nvSpPr>
        <p:spPr bwMode="auto">
          <a:xfrm>
            <a:off x="5504043" y="2285370"/>
            <a:ext cx="2287168" cy="1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282" name="Line 279"/>
          <p:cNvSpPr>
            <a:spLocks noChangeShapeType="1"/>
          </p:cNvSpPr>
          <p:nvPr/>
        </p:nvSpPr>
        <p:spPr bwMode="auto">
          <a:xfrm flipH="1" flipV="1">
            <a:off x="8165418" y="2467932"/>
            <a:ext cx="9525" cy="36353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283" name="Line 280"/>
          <p:cNvSpPr>
            <a:spLocks noChangeShapeType="1"/>
          </p:cNvSpPr>
          <p:nvPr/>
        </p:nvSpPr>
        <p:spPr bwMode="auto">
          <a:xfrm flipV="1">
            <a:off x="8684793" y="1917070"/>
            <a:ext cx="604838" cy="30797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284" name="Rectangle 287"/>
          <p:cNvSpPr>
            <a:spLocks noChangeArrowheads="1"/>
          </p:cNvSpPr>
          <p:nvPr/>
        </p:nvSpPr>
        <p:spPr bwMode="auto">
          <a:xfrm>
            <a:off x="5702481" y="2072645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285" name="Rectangle 288"/>
          <p:cNvSpPr>
            <a:spLocks noChangeArrowheads="1"/>
          </p:cNvSpPr>
          <p:nvPr/>
        </p:nvSpPr>
        <p:spPr bwMode="auto">
          <a:xfrm>
            <a:off x="5864406" y="2072645"/>
            <a:ext cx="147637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286" name="Rectangle 289"/>
          <p:cNvSpPr>
            <a:spLocks noChangeArrowheads="1"/>
          </p:cNvSpPr>
          <p:nvPr/>
        </p:nvSpPr>
        <p:spPr bwMode="auto">
          <a:xfrm>
            <a:off x="6026331" y="2072645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287" name="Rectangle 290"/>
          <p:cNvSpPr>
            <a:spLocks noChangeArrowheads="1"/>
          </p:cNvSpPr>
          <p:nvPr/>
        </p:nvSpPr>
        <p:spPr bwMode="auto">
          <a:xfrm>
            <a:off x="6188256" y="2072645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288" name="Rectangle 291"/>
          <p:cNvSpPr>
            <a:spLocks noChangeArrowheads="1"/>
          </p:cNvSpPr>
          <p:nvPr/>
        </p:nvSpPr>
        <p:spPr bwMode="auto">
          <a:xfrm>
            <a:off x="6350181" y="2072645"/>
            <a:ext cx="147637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289" name="Rectangle 292"/>
          <p:cNvSpPr>
            <a:spLocks noChangeArrowheads="1"/>
          </p:cNvSpPr>
          <p:nvPr/>
        </p:nvSpPr>
        <p:spPr bwMode="auto">
          <a:xfrm>
            <a:off x="6721656" y="2072645"/>
            <a:ext cx="147637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290" name="Rectangle 293"/>
          <p:cNvSpPr>
            <a:spLocks noChangeArrowheads="1"/>
          </p:cNvSpPr>
          <p:nvPr/>
        </p:nvSpPr>
        <p:spPr bwMode="auto">
          <a:xfrm>
            <a:off x="7263981" y="2067882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297" name="Rectangle 299"/>
          <p:cNvSpPr>
            <a:spLocks noChangeArrowheads="1"/>
          </p:cNvSpPr>
          <p:nvPr/>
        </p:nvSpPr>
        <p:spPr bwMode="auto">
          <a:xfrm>
            <a:off x="4062595" y="2529818"/>
            <a:ext cx="147637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300" name="Line 302"/>
          <p:cNvSpPr>
            <a:spLocks noChangeShapeType="1"/>
          </p:cNvSpPr>
          <p:nvPr/>
        </p:nvSpPr>
        <p:spPr bwMode="auto">
          <a:xfrm>
            <a:off x="6083481" y="1963107"/>
            <a:ext cx="1062037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301" name="Text Box 303"/>
          <p:cNvSpPr txBox="1">
            <a:spLocks noChangeArrowheads="1"/>
          </p:cNvSpPr>
          <p:nvPr/>
        </p:nvSpPr>
        <p:spPr bwMode="auto">
          <a:xfrm>
            <a:off x="2827410" y="1545542"/>
            <a:ext cx="333746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A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B05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302" name="Text Box 304"/>
          <p:cNvSpPr txBox="1">
            <a:spLocks noChangeArrowheads="1"/>
          </p:cNvSpPr>
          <p:nvPr/>
        </p:nvSpPr>
        <p:spPr bwMode="auto">
          <a:xfrm>
            <a:off x="3133638" y="2494764"/>
            <a:ext cx="32412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B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303" name="Text Box 305"/>
          <p:cNvSpPr txBox="1">
            <a:spLocks noChangeArrowheads="1"/>
          </p:cNvSpPr>
          <p:nvPr/>
        </p:nvSpPr>
        <p:spPr bwMode="auto">
          <a:xfrm>
            <a:off x="9575296" y="1479154"/>
            <a:ext cx="320922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C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B05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304" name="Text Box 308"/>
          <p:cNvSpPr txBox="1">
            <a:spLocks noChangeArrowheads="1"/>
          </p:cNvSpPr>
          <p:nvPr/>
        </p:nvSpPr>
        <p:spPr bwMode="auto">
          <a:xfrm>
            <a:off x="3622531" y="1345724"/>
            <a:ext cx="156478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en-US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R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 = 100 Mb/s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305" name="Text Box 309"/>
          <p:cNvSpPr txBox="1">
            <a:spLocks noChangeArrowheads="1"/>
          </p:cNvSpPr>
          <p:nvPr/>
        </p:nvSpPr>
        <p:spPr bwMode="auto">
          <a:xfrm>
            <a:off x="5697718" y="2382932"/>
            <a:ext cx="1499065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en-US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R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 = 1.5 Mb/s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CC99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306" name="Text Box 310"/>
          <p:cNvSpPr txBox="1">
            <a:spLocks noChangeArrowheads="1"/>
          </p:cNvSpPr>
          <p:nvPr/>
        </p:nvSpPr>
        <p:spPr bwMode="auto">
          <a:xfrm>
            <a:off x="8199018" y="2880682"/>
            <a:ext cx="1841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CC99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307" name="Line 281"/>
          <p:cNvSpPr>
            <a:spLocks noChangeShapeType="1"/>
          </p:cNvSpPr>
          <p:nvPr/>
        </p:nvSpPr>
        <p:spPr bwMode="auto">
          <a:xfrm flipV="1">
            <a:off x="8734606" y="3033082"/>
            <a:ext cx="984250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308" name="Line 283"/>
          <p:cNvSpPr>
            <a:spLocks noChangeShapeType="1"/>
          </p:cNvSpPr>
          <p:nvPr/>
        </p:nvSpPr>
        <p:spPr bwMode="auto">
          <a:xfrm flipH="1">
            <a:off x="8244205" y="2736221"/>
            <a:ext cx="950175" cy="168376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309" name="Text Box 306"/>
          <p:cNvSpPr txBox="1">
            <a:spLocks noChangeArrowheads="1"/>
          </p:cNvSpPr>
          <p:nvPr/>
        </p:nvSpPr>
        <p:spPr bwMode="auto">
          <a:xfrm>
            <a:off x="9499682" y="2250194"/>
            <a:ext cx="404813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D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CC99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310" name="Text Box 307"/>
          <p:cNvSpPr txBox="1">
            <a:spLocks noChangeArrowheads="1"/>
          </p:cNvSpPr>
          <p:nvPr/>
        </p:nvSpPr>
        <p:spPr bwMode="auto">
          <a:xfrm>
            <a:off x="10325847" y="2632972"/>
            <a:ext cx="3097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E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311" name="Text Box 330"/>
          <p:cNvSpPr txBox="1">
            <a:spLocks noChangeArrowheads="1"/>
          </p:cNvSpPr>
          <p:nvPr/>
        </p:nvSpPr>
        <p:spPr bwMode="auto">
          <a:xfrm>
            <a:off x="3869197" y="3030215"/>
            <a:ext cx="2686586" cy="8007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分组队列</a:t>
            </a: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/>
            </a: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  <a:p>
            <a:pPr marL="0" marR="0" lvl="0" indent="0" algn="ctr" defTabSz="914400" rtl="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等待通过输出链路传输</a:t>
            </a: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srgbClr val="00CC99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pic>
        <p:nvPicPr>
          <p:cNvPr id="314" name="Picture 97" descr="desktop_computer_stylized_medium"/>
          <p:cNvPicPr>
            <a:picLocks noChangeAspect="1" noChangeArrowheads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2866218" y="1537657"/>
            <a:ext cx="779463" cy="679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15" name="Freeform 98"/>
          <p:cNvSpPr/>
          <p:nvPr/>
        </p:nvSpPr>
        <p:spPr bwMode="auto">
          <a:xfrm flipH="1">
            <a:off x="3198344" y="1602835"/>
            <a:ext cx="379005" cy="311133"/>
          </a:xfrm>
          <a:custGeom>
            <a:avLst/>
            <a:gdLst>
              <a:gd name="T0" fmla="*/ 0 w 356"/>
              <a:gd name="T1" fmla="*/ 0 h 368"/>
              <a:gd name="T2" fmla="*/ 32377 w 356"/>
              <a:gd name="T3" fmla="*/ 2307 h 368"/>
              <a:gd name="T4" fmla="*/ 38409 w 356"/>
              <a:gd name="T5" fmla="*/ 48069 h 368"/>
              <a:gd name="T6" fmla="*/ 8465 w 356"/>
              <a:gd name="T7" fmla="*/ 60116 h 368"/>
              <a:gd name="T8" fmla="*/ 0 w 356"/>
              <a:gd name="T9" fmla="*/ 0 h 36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6"/>
              <a:gd name="T16" fmla="*/ 0 h 368"/>
              <a:gd name="T17" fmla="*/ 356 w 356"/>
              <a:gd name="T18" fmla="*/ 368 h 36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6" h="368">
                <a:moveTo>
                  <a:pt x="0" y="0"/>
                </a:moveTo>
                <a:lnTo>
                  <a:pt x="300" y="14"/>
                </a:lnTo>
                <a:lnTo>
                  <a:pt x="356" y="294"/>
                </a:lnTo>
                <a:lnTo>
                  <a:pt x="78" y="368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FFFFFF"/>
              </a:gs>
            </a:gsLst>
            <a:lin ang="27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prstDash val="solid"/>
                <a:round/>
              </a14:hiddenLine>
            </a:ext>
          </a:extLst>
        </p:spPr>
        <p:txBody>
          <a:bodyPr wrap="none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grpSp>
        <p:nvGrpSpPr>
          <p:cNvPr id="316" name="Group 99"/>
          <p:cNvGrpSpPr/>
          <p:nvPr/>
        </p:nvGrpSpPr>
        <p:grpSpPr bwMode="auto">
          <a:xfrm>
            <a:off x="3157718" y="2512382"/>
            <a:ext cx="779463" cy="679450"/>
            <a:chOff x="-44" y="1473"/>
            <a:chExt cx="981" cy="1105"/>
          </a:xfrm>
        </p:grpSpPr>
        <p:pic>
          <p:nvPicPr>
            <p:cNvPr id="317" name="Picture 100" descr="desktop_computer_stylized_medium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18" name="Freeform 101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</p:grpSp>
      <p:grpSp>
        <p:nvGrpSpPr>
          <p:cNvPr id="319" name="Group 102"/>
          <p:cNvGrpSpPr/>
          <p:nvPr/>
        </p:nvGrpSpPr>
        <p:grpSpPr bwMode="auto">
          <a:xfrm>
            <a:off x="9553756" y="2572707"/>
            <a:ext cx="779462" cy="679450"/>
            <a:chOff x="-44" y="1473"/>
            <a:chExt cx="981" cy="1105"/>
          </a:xfrm>
        </p:grpSpPr>
        <p:pic>
          <p:nvPicPr>
            <p:cNvPr id="320" name="Picture 103" descr="desktop_computer_stylized_medium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21" name="Freeform 104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</p:grpSp>
      <p:grpSp>
        <p:nvGrpSpPr>
          <p:cNvPr id="322" name="Group 108"/>
          <p:cNvGrpSpPr/>
          <p:nvPr/>
        </p:nvGrpSpPr>
        <p:grpSpPr bwMode="auto">
          <a:xfrm>
            <a:off x="8918756" y="1380495"/>
            <a:ext cx="779462" cy="679450"/>
            <a:chOff x="-44" y="1473"/>
            <a:chExt cx="981" cy="1105"/>
          </a:xfrm>
        </p:grpSpPr>
        <p:pic>
          <p:nvPicPr>
            <p:cNvPr id="323" name="Picture 109" descr="desktop_computer_stylized_medium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24" name="Freeform 110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</p:grpSp>
      <p:grpSp>
        <p:nvGrpSpPr>
          <p:cNvPr id="363" name="Group 362"/>
          <p:cNvGrpSpPr/>
          <p:nvPr/>
        </p:nvGrpSpPr>
        <p:grpSpPr>
          <a:xfrm>
            <a:off x="7595249" y="2045192"/>
            <a:ext cx="1146494" cy="498545"/>
            <a:chOff x="7493876" y="2774731"/>
            <a:chExt cx="1481958" cy="894622"/>
          </a:xfrm>
        </p:grpSpPr>
        <p:sp>
          <p:nvSpPr>
            <p:cNvPr id="364" name="Freeform 363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5" name="Oval 364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366" name="Group 365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67" name="Freeform 366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8" name="Freeform 367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9" name="Freeform 368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0" name="Freeform 369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71" name="Group 370"/>
          <p:cNvGrpSpPr/>
          <p:nvPr/>
        </p:nvGrpSpPr>
        <p:grpSpPr>
          <a:xfrm>
            <a:off x="7621178" y="2733126"/>
            <a:ext cx="1146494" cy="498545"/>
            <a:chOff x="7493876" y="2774731"/>
            <a:chExt cx="1481958" cy="894622"/>
          </a:xfrm>
        </p:grpSpPr>
        <p:sp>
          <p:nvSpPr>
            <p:cNvPr id="372" name="Freeform 371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3" name="Oval 372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374" name="Group 373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75" name="Freeform 374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6" name="Freeform 375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7" name="Freeform 376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8" name="Freeform 377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79" name="Group 378"/>
          <p:cNvGrpSpPr/>
          <p:nvPr/>
        </p:nvGrpSpPr>
        <p:grpSpPr>
          <a:xfrm>
            <a:off x="4403089" y="2023615"/>
            <a:ext cx="1146494" cy="498545"/>
            <a:chOff x="7493876" y="2774731"/>
            <a:chExt cx="1481958" cy="894622"/>
          </a:xfrm>
        </p:grpSpPr>
        <p:sp>
          <p:nvSpPr>
            <p:cNvPr id="380" name="Freeform 379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1" name="Oval 380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382" name="Group 381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83" name="Freeform 382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4" name="Freeform 383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5" name="Freeform 384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6" name="Freeform 385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78" name="Line 230"/>
          <p:cNvSpPr>
            <a:spLocks noChangeShapeType="1"/>
          </p:cNvSpPr>
          <p:nvPr/>
        </p:nvSpPr>
        <p:spPr bwMode="auto">
          <a:xfrm>
            <a:off x="5538968" y="2190120"/>
            <a:ext cx="0" cy="22860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round/>
              </a14:hiddenLine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grpSp>
        <p:nvGrpSpPr>
          <p:cNvPr id="291" name="Group 311"/>
          <p:cNvGrpSpPr/>
          <p:nvPr/>
        </p:nvGrpSpPr>
        <p:grpSpPr bwMode="auto">
          <a:xfrm>
            <a:off x="4857931" y="2148845"/>
            <a:ext cx="633412" cy="200025"/>
            <a:chOff x="1800" y="1425"/>
            <a:chExt cx="399" cy="126"/>
          </a:xfrm>
        </p:grpSpPr>
        <p:sp>
          <p:nvSpPr>
            <p:cNvPr id="292" name="Rectangle 294"/>
            <p:cNvSpPr>
              <a:spLocks noChangeArrowheads="1"/>
            </p:cNvSpPr>
            <p:nvPr/>
          </p:nvSpPr>
          <p:spPr bwMode="auto">
            <a:xfrm>
              <a:off x="1800" y="1425"/>
              <a:ext cx="93" cy="126"/>
            </a:xfrm>
            <a:prstGeom prst="rect">
              <a:avLst/>
            </a:prstGeom>
            <a:solidFill>
              <a:srgbClr val="00CC99"/>
            </a:solidFill>
            <a:ln w="9525">
              <a:solidFill>
                <a:srgbClr val="000000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293" name="Rectangle 295"/>
            <p:cNvSpPr>
              <a:spLocks noChangeArrowheads="1"/>
            </p:cNvSpPr>
            <p:nvPr/>
          </p:nvSpPr>
          <p:spPr bwMode="auto">
            <a:xfrm>
              <a:off x="1902" y="1425"/>
              <a:ext cx="93" cy="126"/>
            </a:xfrm>
            <a:prstGeom prst="rect">
              <a:avLst/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294" name="Rectangle 296"/>
            <p:cNvSpPr>
              <a:spLocks noChangeArrowheads="1"/>
            </p:cNvSpPr>
            <p:nvPr/>
          </p:nvSpPr>
          <p:spPr bwMode="auto">
            <a:xfrm>
              <a:off x="2004" y="1425"/>
              <a:ext cx="93" cy="126"/>
            </a:xfrm>
            <a:prstGeom prst="rect">
              <a:avLst/>
            </a:prstGeom>
            <a:solidFill>
              <a:srgbClr val="00CC99"/>
            </a:solidFill>
            <a:ln w="9525">
              <a:solidFill>
                <a:srgbClr val="000000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295" name="Rectangle 297"/>
            <p:cNvSpPr>
              <a:spLocks noChangeArrowheads="1"/>
            </p:cNvSpPr>
            <p:nvPr/>
          </p:nvSpPr>
          <p:spPr bwMode="auto">
            <a:xfrm>
              <a:off x="2106" y="1425"/>
              <a:ext cx="93" cy="126"/>
            </a:xfrm>
            <a:prstGeom prst="rect">
              <a:avLst/>
            </a:prstGeom>
            <a:solidFill>
              <a:srgbClr val="00CC99"/>
            </a:solidFill>
            <a:ln w="9525">
              <a:solidFill>
                <a:srgbClr val="000000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</p:grpSp>
      <p:sp>
        <p:nvSpPr>
          <p:cNvPr id="296" name="Rectangle 298"/>
          <p:cNvSpPr>
            <a:spLocks noChangeArrowheads="1"/>
          </p:cNvSpPr>
          <p:nvPr/>
        </p:nvSpPr>
        <p:spPr bwMode="auto">
          <a:xfrm>
            <a:off x="3841032" y="1971158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298" name="Line 300"/>
          <p:cNvSpPr>
            <a:spLocks noChangeShapeType="1"/>
          </p:cNvSpPr>
          <p:nvPr/>
        </p:nvSpPr>
        <p:spPr bwMode="auto">
          <a:xfrm>
            <a:off x="4022858" y="2133026"/>
            <a:ext cx="227109" cy="1141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299" name="Line 301"/>
          <p:cNvSpPr>
            <a:spLocks noChangeShapeType="1"/>
          </p:cNvSpPr>
          <p:nvPr/>
        </p:nvSpPr>
        <p:spPr bwMode="auto">
          <a:xfrm flipV="1">
            <a:off x="4236079" y="2486552"/>
            <a:ext cx="248236" cy="155731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312" name="Line 332"/>
          <p:cNvSpPr>
            <a:spLocks noChangeShapeType="1"/>
          </p:cNvSpPr>
          <p:nvPr/>
        </p:nvSpPr>
        <p:spPr bwMode="auto">
          <a:xfrm flipV="1">
            <a:off x="5112260" y="2401255"/>
            <a:ext cx="17133" cy="641957"/>
          </a:xfrm>
          <a:prstGeom prst="line">
            <a:avLst/>
          </a:prstGeom>
          <a:noFill/>
          <a:ln w="9525">
            <a:solidFill>
              <a:srgbClr val="C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388" name="Line 332"/>
          <p:cNvSpPr>
            <a:spLocks noChangeShapeType="1"/>
          </p:cNvSpPr>
          <p:nvPr/>
        </p:nvSpPr>
        <p:spPr bwMode="auto">
          <a:xfrm flipV="1">
            <a:off x="3757081" y="1665193"/>
            <a:ext cx="0" cy="221089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389" name="Line 332"/>
          <p:cNvSpPr>
            <a:spLocks noChangeShapeType="1"/>
          </p:cNvSpPr>
          <p:nvPr/>
        </p:nvSpPr>
        <p:spPr bwMode="auto">
          <a:xfrm flipH="1" flipV="1">
            <a:off x="5850118" y="2346352"/>
            <a:ext cx="0" cy="12031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83" name="Content Placeholder 2"/>
          <p:cNvSpPr>
            <a:spLocks noGrp="1"/>
          </p:cNvSpPr>
          <p:nvPr>
            <p:ph sz="half" idx="1"/>
          </p:nvPr>
        </p:nvSpPr>
        <p:spPr>
          <a:xfrm>
            <a:off x="1353612" y="4213229"/>
            <a:ext cx="10347608" cy="2234066"/>
          </a:xfrm>
        </p:spPr>
        <p:txBody>
          <a:bodyPr>
            <a:noAutofit/>
          </a:bodyPr>
          <a:lstStyle/>
          <a:p>
            <a:pPr marL="0" indent="0">
              <a:buNone/>
            </a:pPr>
            <a:r>
              <a:rPr lang="en-US" altLang="en-US" sz="3200" i="1" dirty="0">
                <a:solidFill>
                  <a:srgbClr val="C00000"/>
                </a:solidFill>
                <a:ea typeface="MS PGothic" panose="020B0600070205080204" pitchFamily="34" charset="-128"/>
              </a:rPr>
              <a:t>分组排队与丢失：如果一段时间内到达链路的速率（bps）超过链路传输速率（bps）：</a:t>
            </a:r>
            <a:r>
              <a:rPr lang="en-US" altLang="en-US" sz="3200" dirty="0">
                <a:ea typeface="MS PGothic" panose="020B0600070205080204" pitchFamily="34" charset="-128"/>
              </a:rPr>
              <a:t/>
            </a:r>
            <a:r>
              <a:rPr lang="en-US" altLang="en-US" dirty="0">
                <a:ea typeface="MS PGothic" panose="020B0600070205080204" pitchFamily="34" charset="-128"/>
              </a:rPr>
              <a:t/>
            </a:r>
            <a:endParaRPr lang="en-US" altLang="en-US" dirty="0">
              <a:ea typeface="MS PGothic" panose="020B0600070205080204" pitchFamily="34" charset="-128"/>
            </a:endParaRPr>
          </a:p>
          <a:p>
            <a:pPr marL="287655" indent="-230505"/>
            <a:r>
              <a:rPr lang="en-US" altLang="en-US" dirty="0">
                <a:ea typeface="MS PGothic" panose="020B0600070205080204" pitchFamily="34" charset="-128"/>
              </a:rPr>
              <a:t>分组将排队，等待在输出链路上传输 </a:t>
            </a:r>
            <a:endParaRPr lang="en-US" altLang="en-US" dirty="0">
              <a:ea typeface="MS PGothic" panose="020B0600070205080204" pitchFamily="34" charset="-128"/>
            </a:endParaRPr>
          </a:p>
          <a:p>
            <a:pPr marL="287655" indent="-230505"/>
            <a:r>
              <a:rPr lang="en-US" altLang="en-US" dirty="0">
                <a:ea typeface="MS PGothic" panose="020B0600070205080204" pitchFamily="34" charset="-128"/>
              </a:rPr>
              <a:t>如果路由器中的内存（缓冲区）被占满，分组可能被丢弃（丢失）</a:t>
            </a:r>
            <a:endParaRPr lang="en-US" altLang="en-US" dirty="0"/>
          </a:p>
          <a:p>
            <a:endParaRPr lang="en-US" dirty="0"/>
          </a:p>
        </p:txBody>
      </p:sp>
      <p:sp>
        <p:nvSpPr>
          <p:cNvPr id="79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引言：1-</a:t>
            </a:r>
            <a:fld id="{C4204591-24BD-A542-B9D5-F8D8A88D2FEE}" type="slidenum">
              <a:rPr lang="en-US" smtClean="0"/>
            </a:fld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3" grpId="0" uiExpand="1"/>
    </p:bld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 fontScale="90000"/>
          </a:bodyPr>
          <a:lstStyle/>
          <a:p>
            <a:r>
              <a:rPr lang="en-US" altLang="ja-JP" dirty="0"/>
              <a:t>分组交换的替代方式：电路交换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895788" y="1434849"/>
            <a:ext cx="5692665" cy="5310856"/>
          </a:xfrm>
        </p:spPr>
        <p:txBody>
          <a:bodyPr>
            <a:normAutofit/>
          </a:bodyPr>
          <a:lstStyle/>
          <a:p>
            <a:pPr marL="11430" indent="-11430">
              <a:buNone/>
            </a:pPr>
            <a:r>
              <a:rPr lang="en-US" altLang="en-US" dirty="0">
                <a:solidFill>
                  <a:srgbClr val="C00000"/>
                </a:solidFill>
                <a:ea typeface="MS PGothic" panose="020B0600070205080204" pitchFamily="34" charset="-128"/>
              </a:rPr>
              <a:t>为源和目的地之间的“呼叫”分配并预留端到端资源</a:t>
            </a:r>
            <a:r>
              <a:rPr lang="en-US" altLang="ja-JP" dirty="0">
                <a:solidFill>
                  <a:srgbClr val="C00000"/>
                </a:solidFill>
                <a:ea typeface="MS PGothic" panose="020B0600070205080204" pitchFamily="34" charset="-128"/>
              </a:rPr>
              <a:t/>
            </a:r>
            <a:endParaRPr lang="en-US" altLang="ja-JP" dirty="0">
              <a:solidFill>
                <a:srgbClr val="C00000"/>
              </a:solidFill>
              <a:ea typeface="MS PGothic" panose="020B0600070205080204" pitchFamily="34" charset="-128"/>
            </a:endParaRPr>
          </a:p>
          <a:p>
            <a:r>
              <a:rPr lang="en-US" altLang="en-US" sz="2400" dirty="0">
                <a:ea typeface="MS PGothic" panose="020B0600070205080204" pitchFamily="34" charset="-128"/>
              </a:rPr>
              <a:t>图中每条链路有 4 条电路。 </a:t>
            </a:r>
            <a:endParaRPr lang="en-US" altLang="en-US" sz="2400" dirty="0">
              <a:ea typeface="MS PGothic" panose="020B0600070205080204" pitchFamily="34" charset="-128"/>
            </a:endParaRPr>
          </a:p>
          <a:p>
            <a:pPr marL="682625" lvl="1" indent="-225425"/>
            <a:r>
              <a:rPr lang="en-US" altLang="en-US" dirty="0">
                <a:ea typeface="MS PGothic" panose="020B0600070205080204" pitchFamily="34" charset="-128"/>
              </a:rPr>
              <a:t>该呼叫占用上方链路的第 2 条电路和右侧链路的第 1 条电路。</a:t>
            </a:r>
            <a:r>
              <a:rPr lang="en-US" altLang="en-US" baseline="30000" dirty="0">
                <a:ea typeface="MS PGothic" panose="020B0600070205080204" pitchFamily="34" charset="-128"/>
              </a:rPr>
              <a:t/>
            </a:r>
            <a:r>
              <a:rPr lang="en-US" altLang="en-US" dirty="0">
                <a:ea typeface="MS PGothic" panose="020B0600070205080204" pitchFamily="34" charset="-128"/>
              </a:rPr>
              <a:t/>
            </a:r>
            <a:r>
              <a:rPr lang="en-US" altLang="en-US" baseline="30000" dirty="0">
                <a:ea typeface="MS PGothic" panose="020B0600070205080204" pitchFamily="34" charset="-128"/>
              </a:rPr>
              <a:t/>
            </a:r>
            <a:r>
              <a:rPr lang="en-US" altLang="en-US" dirty="0">
                <a:ea typeface="MS PGothic" panose="020B0600070205080204" pitchFamily="34" charset="-128"/>
              </a:rPr>
              <a:t/>
            </a:r>
            <a:endParaRPr lang="en-US" altLang="en-US" dirty="0">
              <a:ea typeface="MS PGothic" panose="020B0600070205080204" pitchFamily="34" charset="-128"/>
            </a:endParaRPr>
          </a:p>
          <a:p>
            <a:r>
              <a:rPr lang="en-US" altLang="en-US" sz="2400" dirty="0">
                <a:ea typeface="MS PGothic" panose="020B0600070205080204" pitchFamily="34" charset="-128"/>
              </a:rPr>
              <a:t>专用资源：不共享</a:t>
            </a:r>
            <a:endParaRPr lang="en-US" altLang="en-US" sz="2400" dirty="0">
              <a:ea typeface="MS PGothic" panose="020B0600070205080204" pitchFamily="34" charset="-128"/>
            </a:endParaRPr>
          </a:p>
          <a:p>
            <a:pPr marL="682625" lvl="1" indent="-225425"/>
            <a:r>
              <a:rPr lang="en-US" altLang="en-US" dirty="0">
                <a:ea typeface="Arial" panose="020B0604020202020204" pitchFamily="34" charset="0"/>
              </a:rPr>
              <a:t>类似电路的（有保证的）性能</a:t>
            </a:r>
            <a:endParaRPr lang="en-US" altLang="en-US" dirty="0">
              <a:ea typeface="Arial" panose="020B0604020202020204" pitchFamily="34" charset="0"/>
            </a:endParaRPr>
          </a:p>
          <a:p>
            <a:r>
              <a:rPr lang="en-US" altLang="en-US" sz="2400" dirty="0">
                <a:ea typeface="MS PGothic" panose="020B0600070205080204" pitchFamily="34" charset="-128"/>
              </a:rPr>
              <a:t>若呼叫未使用，电路段也会空闲（不共享）</a:t>
            </a:r>
            <a:r>
              <a:rPr lang="en-US" altLang="en-US" sz="2400" dirty="0">
                <a:solidFill>
                  <a:srgbClr val="000099"/>
                </a:solidFill>
                <a:ea typeface="MS PGothic" panose="020B0600070205080204" pitchFamily="34" charset="-128"/>
              </a:rPr>
              <a:t/>
            </a:r>
            <a:endParaRPr lang="en-US" altLang="en-US" sz="2400" dirty="0">
              <a:solidFill>
                <a:srgbClr val="000099"/>
              </a:solidFill>
              <a:ea typeface="MS PGothic" panose="020B0600070205080204" pitchFamily="34" charset="-128"/>
            </a:endParaRPr>
          </a:p>
          <a:p>
            <a:pPr marL="174625" indent="0">
              <a:buSzPct val="75000"/>
              <a:buNone/>
            </a:pPr>
            <a:endParaRPr lang="en-US" altLang="en-US" dirty="0"/>
          </a:p>
          <a:p>
            <a:endParaRPr lang="en-US" dirty="0"/>
          </a:p>
        </p:txBody>
      </p:sp>
      <p:sp>
        <p:nvSpPr>
          <p:cNvPr id="614" name="Rectangle 613"/>
          <p:cNvSpPr/>
          <p:nvPr/>
        </p:nvSpPr>
        <p:spPr bwMode="auto">
          <a:xfrm>
            <a:off x="8424977" y="2768303"/>
            <a:ext cx="1498678" cy="62755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MS PGothic" panose="020B0600070205080204" pitchFamily="34" charset="-128"/>
            </a:endParaRPr>
          </a:p>
        </p:txBody>
      </p:sp>
      <p:sp>
        <p:nvSpPr>
          <p:cNvPr id="631" name="Rectangle 630"/>
          <p:cNvSpPr/>
          <p:nvPr/>
        </p:nvSpPr>
        <p:spPr bwMode="auto">
          <a:xfrm>
            <a:off x="8424977" y="2831058"/>
            <a:ext cx="1498678" cy="62756"/>
          </a:xfrm>
          <a:prstGeom prst="rect">
            <a:avLst/>
          </a:prstGeom>
          <a:solidFill>
            <a:srgbClr val="FF00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MS PGothic" panose="020B0600070205080204" pitchFamily="34" charset="-128"/>
            </a:endParaRPr>
          </a:p>
        </p:txBody>
      </p:sp>
      <p:sp>
        <p:nvSpPr>
          <p:cNvPr id="632" name="Rectangle 631"/>
          <p:cNvSpPr/>
          <p:nvPr/>
        </p:nvSpPr>
        <p:spPr bwMode="auto">
          <a:xfrm>
            <a:off x="8424977" y="2893815"/>
            <a:ext cx="1498678" cy="62755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MS PGothic" panose="020B0600070205080204" pitchFamily="34" charset="-128"/>
            </a:endParaRPr>
          </a:p>
        </p:txBody>
      </p:sp>
      <p:sp>
        <p:nvSpPr>
          <p:cNvPr id="633" name="Rectangle 632"/>
          <p:cNvSpPr/>
          <p:nvPr/>
        </p:nvSpPr>
        <p:spPr bwMode="auto">
          <a:xfrm>
            <a:off x="8424977" y="2956570"/>
            <a:ext cx="1498678" cy="62756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MS PGothic" panose="020B0600070205080204" pitchFamily="34" charset="-128"/>
            </a:endParaRPr>
          </a:p>
        </p:txBody>
      </p:sp>
      <p:grpSp>
        <p:nvGrpSpPr>
          <p:cNvPr id="635" name="Group 75"/>
          <p:cNvGrpSpPr/>
          <p:nvPr/>
        </p:nvGrpSpPr>
        <p:grpSpPr bwMode="auto">
          <a:xfrm rot="5400000">
            <a:off x="7309151" y="3674784"/>
            <a:ext cx="1446966" cy="261562"/>
            <a:chOff x="4876800" y="1143000"/>
            <a:chExt cx="1752600" cy="304800"/>
          </a:xfrm>
        </p:grpSpPr>
        <p:sp>
          <p:nvSpPr>
            <p:cNvPr id="675" name="Rectangle 674"/>
            <p:cNvSpPr/>
            <p:nvPr/>
          </p:nvSpPr>
          <p:spPr>
            <a:xfrm>
              <a:off x="4865941" y="1169772"/>
              <a:ext cx="1752599" cy="76201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endParaRPr>
            </a:p>
          </p:txBody>
        </p:sp>
        <p:sp>
          <p:nvSpPr>
            <p:cNvPr id="676" name="Rectangle 675"/>
            <p:cNvSpPr/>
            <p:nvPr/>
          </p:nvSpPr>
          <p:spPr>
            <a:xfrm>
              <a:off x="4865941" y="1245972"/>
              <a:ext cx="1752599" cy="76199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endParaRPr>
            </a:p>
          </p:txBody>
        </p:sp>
        <p:sp>
          <p:nvSpPr>
            <p:cNvPr id="677" name="Rectangle 676"/>
            <p:cNvSpPr/>
            <p:nvPr/>
          </p:nvSpPr>
          <p:spPr>
            <a:xfrm>
              <a:off x="4865941" y="1322172"/>
              <a:ext cx="1752599" cy="76201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endParaRPr>
            </a:p>
          </p:txBody>
        </p:sp>
        <p:sp>
          <p:nvSpPr>
            <p:cNvPr id="678" name="Rectangle 677"/>
            <p:cNvSpPr/>
            <p:nvPr/>
          </p:nvSpPr>
          <p:spPr>
            <a:xfrm>
              <a:off x="4865941" y="1398372"/>
              <a:ext cx="1752599" cy="76199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endParaRPr>
            </a:p>
          </p:txBody>
        </p:sp>
      </p:grpSp>
      <p:grpSp>
        <p:nvGrpSpPr>
          <p:cNvPr id="636" name="Group 80"/>
          <p:cNvGrpSpPr/>
          <p:nvPr/>
        </p:nvGrpSpPr>
        <p:grpSpPr bwMode="auto">
          <a:xfrm>
            <a:off x="8509808" y="4656351"/>
            <a:ext cx="1479238" cy="251023"/>
            <a:chOff x="4876800" y="1143000"/>
            <a:chExt cx="1752600" cy="304800"/>
          </a:xfrm>
        </p:grpSpPr>
        <p:sp>
          <p:nvSpPr>
            <p:cNvPr id="671" name="Rectangle 670"/>
            <p:cNvSpPr/>
            <p:nvPr/>
          </p:nvSpPr>
          <p:spPr>
            <a:xfrm>
              <a:off x="4876800" y="1143000"/>
              <a:ext cx="1752600" cy="76201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endParaRPr>
            </a:p>
          </p:txBody>
        </p:sp>
        <p:sp>
          <p:nvSpPr>
            <p:cNvPr id="672" name="Rectangle 671"/>
            <p:cNvSpPr/>
            <p:nvPr/>
          </p:nvSpPr>
          <p:spPr>
            <a:xfrm>
              <a:off x="4876800" y="1219201"/>
              <a:ext cx="1752600" cy="76199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endParaRPr>
            </a:p>
          </p:txBody>
        </p:sp>
        <p:sp>
          <p:nvSpPr>
            <p:cNvPr id="673" name="Rectangle 672"/>
            <p:cNvSpPr/>
            <p:nvPr/>
          </p:nvSpPr>
          <p:spPr>
            <a:xfrm>
              <a:off x="4876800" y="1295400"/>
              <a:ext cx="1752600" cy="76201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endParaRPr>
            </a:p>
          </p:txBody>
        </p:sp>
        <p:sp>
          <p:nvSpPr>
            <p:cNvPr id="674" name="Rectangle 673"/>
            <p:cNvSpPr/>
            <p:nvPr/>
          </p:nvSpPr>
          <p:spPr>
            <a:xfrm>
              <a:off x="4876800" y="1371601"/>
              <a:ext cx="1752600" cy="76199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endParaRPr>
            </a:p>
          </p:txBody>
        </p:sp>
      </p:grpSp>
      <p:sp>
        <p:nvSpPr>
          <p:cNvPr id="637" name="Rectangle 636"/>
          <p:cNvSpPr/>
          <p:nvPr/>
        </p:nvSpPr>
        <p:spPr bwMode="auto">
          <a:xfrm rot="5400000">
            <a:off x="9755990" y="3772869"/>
            <a:ext cx="1446966" cy="65391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MS PGothic" panose="020B0600070205080204" pitchFamily="34" charset="-128"/>
            </a:endParaRPr>
          </a:p>
        </p:txBody>
      </p:sp>
      <p:sp>
        <p:nvSpPr>
          <p:cNvPr id="638" name="Rectangle 637"/>
          <p:cNvSpPr/>
          <p:nvPr/>
        </p:nvSpPr>
        <p:spPr bwMode="auto">
          <a:xfrm rot="5400000">
            <a:off x="9690600" y="3772869"/>
            <a:ext cx="1446966" cy="65390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MS PGothic" panose="020B0600070205080204" pitchFamily="34" charset="-128"/>
            </a:endParaRPr>
          </a:p>
        </p:txBody>
      </p:sp>
      <p:sp>
        <p:nvSpPr>
          <p:cNvPr id="639" name="Rectangle 638"/>
          <p:cNvSpPr/>
          <p:nvPr/>
        </p:nvSpPr>
        <p:spPr bwMode="auto">
          <a:xfrm rot="5400000">
            <a:off x="9625209" y="3772869"/>
            <a:ext cx="1446966" cy="65391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MS PGothic" panose="020B0600070205080204" pitchFamily="34" charset="-128"/>
            </a:endParaRPr>
          </a:p>
        </p:txBody>
      </p:sp>
      <p:sp>
        <p:nvSpPr>
          <p:cNvPr id="641" name="Rectangle 640"/>
          <p:cNvSpPr/>
          <p:nvPr/>
        </p:nvSpPr>
        <p:spPr bwMode="auto">
          <a:xfrm rot="5400000">
            <a:off x="9559819" y="3772869"/>
            <a:ext cx="1446966" cy="65390"/>
          </a:xfrm>
          <a:prstGeom prst="rect">
            <a:avLst/>
          </a:prstGeom>
          <a:solidFill>
            <a:srgbClr val="FF00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MS PGothic" panose="020B0600070205080204" pitchFamily="34" charset="-128"/>
            </a:endParaRPr>
          </a:p>
        </p:txBody>
      </p:sp>
      <p:grpSp>
        <p:nvGrpSpPr>
          <p:cNvPr id="650" name="Group 100"/>
          <p:cNvGrpSpPr/>
          <p:nvPr/>
        </p:nvGrpSpPr>
        <p:grpSpPr bwMode="auto">
          <a:xfrm>
            <a:off x="10013910" y="1711520"/>
            <a:ext cx="701622" cy="568387"/>
            <a:chOff x="-44" y="1473"/>
            <a:chExt cx="981" cy="1105"/>
          </a:xfrm>
        </p:grpSpPr>
        <p:pic>
          <p:nvPicPr>
            <p:cNvPr id="669" name="Picture 101" descr="desktop_computer_stylized_medium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70" name="Freeform 102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117 w 356"/>
                <a:gd name="T3" fmla="*/ 180 h 368"/>
                <a:gd name="T4" fmla="*/ 3697 w 356"/>
                <a:gd name="T5" fmla="*/ 3750 h 368"/>
                <a:gd name="T6" fmla="*/ 815 w 356"/>
                <a:gd name="T7" fmla="*/ 470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54" name="Rectangle 653"/>
          <p:cNvSpPr/>
          <p:nvPr/>
        </p:nvSpPr>
        <p:spPr bwMode="auto">
          <a:xfrm rot="2465437" flipV="1">
            <a:off x="10213493" y="4720899"/>
            <a:ext cx="581445" cy="64549"/>
          </a:xfrm>
          <a:prstGeom prst="rect">
            <a:avLst/>
          </a:prstGeom>
          <a:solidFill>
            <a:srgbClr val="00B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MS PGothic" panose="020B0600070205080204" pitchFamily="34" charset="-128"/>
            </a:endParaRPr>
          </a:p>
        </p:txBody>
      </p:sp>
      <p:sp>
        <p:nvSpPr>
          <p:cNvPr id="718" name="Rectangle 717"/>
          <p:cNvSpPr/>
          <p:nvPr/>
        </p:nvSpPr>
        <p:spPr bwMode="auto">
          <a:xfrm>
            <a:off x="7105364" y="4795380"/>
            <a:ext cx="493905" cy="68330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MS PGothic" panose="020B0600070205080204" pitchFamily="34" charset="-128"/>
            </a:endParaRPr>
          </a:p>
        </p:txBody>
      </p:sp>
      <p:sp>
        <p:nvSpPr>
          <p:cNvPr id="719" name="Rectangle 718"/>
          <p:cNvSpPr/>
          <p:nvPr/>
        </p:nvSpPr>
        <p:spPr bwMode="auto">
          <a:xfrm rot="5400000">
            <a:off x="7722581" y="2362276"/>
            <a:ext cx="513165" cy="69789"/>
          </a:xfrm>
          <a:prstGeom prst="rect">
            <a:avLst/>
          </a:prstGeom>
          <a:solidFill>
            <a:srgbClr val="FF00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MS PGothic" panose="020B0600070205080204" pitchFamily="34" charset="-128"/>
            </a:endParaRPr>
          </a:p>
        </p:txBody>
      </p:sp>
      <p:sp>
        <p:nvSpPr>
          <p:cNvPr id="720" name="Rectangle 719"/>
          <p:cNvSpPr/>
          <p:nvPr/>
        </p:nvSpPr>
        <p:spPr bwMode="auto">
          <a:xfrm rot="5400000">
            <a:off x="7825925" y="5242087"/>
            <a:ext cx="493905" cy="68330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MS PGothic" panose="020B0600070205080204" pitchFamily="34" charset="-128"/>
            </a:endParaRPr>
          </a:p>
        </p:txBody>
      </p:sp>
      <p:sp>
        <p:nvSpPr>
          <p:cNvPr id="721" name="Rectangle 720"/>
          <p:cNvSpPr/>
          <p:nvPr/>
        </p:nvSpPr>
        <p:spPr bwMode="auto">
          <a:xfrm rot="5400000">
            <a:off x="10201295" y="5217275"/>
            <a:ext cx="493905" cy="68330"/>
          </a:xfrm>
          <a:prstGeom prst="rect">
            <a:avLst/>
          </a:prstGeom>
          <a:solidFill>
            <a:srgbClr val="FF00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MS PGothic" panose="020B0600070205080204" pitchFamily="34" charset="-128"/>
            </a:endParaRPr>
          </a:p>
        </p:txBody>
      </p:sp>
      <p:sp>
        <p:nvSpPr>
          <p:cNvPr id="722" name="Rectangle 721"/>
          <p:cNvSpPr/>
          <p:nvPr/>
        </p:nvSpPr>
        <p:spPr bwMode="auto">
          <a:xfrm rot="10800000">
            <a:off x="10882518" y="4775822"/>
            <a:ext cx="493905" cy="68330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MS PGothic" panose="020B0600070205080204" pitchFamily="34" charset="-128"/>
            </a:endParaRPr>
          </a:p>
        </p:txBody>
      </p:sp>
      <p:sp>
        <p:nvSpPr>
          <p:cNvPr id="723" name="Rectangle 722"/>
          <p:cNvSpPr/>
          <p:nvPr/>
        </p:nvSpPr>
        <p:spPr bwMode="auto">
          <a:xfrm>
            <a:off x="7002625" y="2887816"/>
            <a:ext cx="493905" cy="68330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MS PGothic" panose="020B0600070205080204" pitchFamily="34" charset="-128"/>
            </a:endParaRPr>
          </a:p>
        </p:txBody>
      </p:sp>
      <p:sp>
        <p:nvSpPr>
          <p:cNvPr id="724" name="Rectangle 723"/>
          <p:cNvSpPr/>
          <p:nvPr/>
        </p:nvSpPr>
        <p:spPr bwMode="auto">
          <a:xfrm>
            <a:off x="10811014" y="2867389"/>
            <a:ext cx="493905" cy="68330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MS PGothic" panose="020B0600070205080204" pitchFamily="34" charset="-128"/>
            </a:endParaRPr>
          </a:p>
        </p:txBody>
      </p:sp>
      <p:sp>
        <p:nvSpPr>
          <p:cNvPr id="725" name="Rectangle 724"/>
          <p:cNvSpPr/>
          <p:nvPr/>
        </p:nvSpPr>
        <p:spPr bwMode="auto">
          <a:xfrm rot="5400000">
            <a:off x="10115327" y="2348120"/>
            <a:ext cx="493905" cy="68330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MS PGothic" panose="020B0600070205080204" pitchFamily="34" charset="-128"/>
            </a:endParaRPr>
          </a:p>
        </p:txBody>
      </p:sp>
      <p:grpSp>
        <p:nvGrpSpPr>
          <p:cNvPr id="613" name="Group 100"/>
          <p:cNvGrpSpPr/>
          <p:nvPr/>
        </p:nvGrpSpPr>
        <p:grpSpPr bwMode="auto">
          <a:xfrm>
            <a:off x="9946631" y="5393995"/>
            <a:ext cx="703389" cy="568387"/>
            <a:chOff x="-44" y="1473"/>
            <a:chExt cx="981" cy="1105"/>
          </a:xfrm>
        </p:grpSpPr>
        <p:pic>
          <p:nvPicPr>
            <p:cNvPr id="687" name="Picture 101" descr="desktop_computer_stylized_medium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88" name="Freeform 102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117 w 356"/>
                <a:gd name="T3" fmla="*/ 180 h 368"/>
                <a:gd name="T4" fmla="*/ 3697 w 356"/>
                <a:gd name="T5" fmla="*/ 3750 h 368"/>
                <a:gd name="T6" fmla="*/ 815 w 356"/>
                <a:gd name="T7" fmla="*/ 470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612" name="Group 100"/>
          <p:cNvGrpSpPr/>
          <p:nvPr/>
        </p:nvGrpSpPr>
        <p:grpSpPr bwMode="auto">
          <a:xfrm>
            <a:off x="7560992" y="1744853"/>
            <a:ext cx="703389" cy="568387"/>
            <a:chOff x="-44" y="1473"/>
            <a:chExt cx="981" cy="1105"/>
          </a:xfrm>
        </p:grpSpPr>
        <p:pic>
          <p:nvPicPr>
            <p:cNvPr id="689" name="Picture 101" descr="desktop_computer_stylized_medium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90" name="Freeform 102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117 w 356"/>
                <a:gd name="T3" fmla="*/ 180 h 368"/>
                <a:gd name="T4" fmla="*/ 3697 w 356"/>
                <a:gd name="T5" fmla="*/ 3750 h 368"/>
                <a:gd name="T6" fmla="*/ 815 w 356"/>
                <a:gd name="T7" fmla="*/ 470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727" name="Group 726"/>
          <p:cNvGrpSpPr/>
          <p:nvPr/>
        </p:nvGrpSpPr>
        <p:grpSpPr>
          <a:xfrm>
            <a:off x="7484685" y="2654601"/>
            <a:ext cx="946204" cy="493906"/>
            <a:chOff x="7493876" y="2774731"/>
            <a:chExt cx="1481958" cy="894622"/>
          </a:xfrm>
        </p:grpSpPr>
        <p:sp>
          <p:nvSpPr>
            <p:cNvPr id="728" name="Freeform 727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29" name="Oval 728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730" name="Group 729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31" name="Freeform 730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32" name="Freeform 731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33" name="Freeform 732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34" name="Freeform 733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735" name="Group 734"/>
          <p:cNvGrpSpPr/>
          <p:nvPr/>
        </p:nvGrpSpPr>
        <p:grpSpPr>
          <a:xfrm>
            <a:off x="7567435" y="4520082"/>
            <a:ext cx="946204" cy="493906"/>
            <a:chOff x="7493876" y="2774731"/>
            <a:chExt cx="1481958" cy="894622"/>
          </a:xfrm>
        </p:grpSpPr>
        <p:sp>
          <p:nvSpPr>
            <p:cNvPr id="736" name="Freeform 735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37" name="Oval 736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738" name="Group 737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39" name="Freeform 738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40" name="Freeform 739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41" name="Freeform 740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42" name="Freeform 741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743" name="Group 742"/>
          <p:cNvGrpSpPr/>
          <p:nvPr/>
        </p:nvGrpSpPr>
        <p:grpSpPr>
          <a:xfrm>
            <a:off x="9940980" y="4520082"/>
            <a:ext cx="946204" cy="493906"/>
            <a:chOff x="7493876" y="2774731"/>
            <a:chExt cx="1481958" cy="894622"/>
          </a:xfrm>
        </p:grpSpPr>
        <p:sp>
          <p:nvSpPr>
            <p:cNvPr id="744" name="Freeform 743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45" name="Oval 744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746" name="Group 745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47" name="Freeform 746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48" name="Freeform 747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49" name="Freeform 748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50" name="Freeform 749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751" name="Group 750"/>
          <p:cNvGrpSpPr/>
          <p:nvPr/>
        </p:nvGrpSpPr>
        <p:grpSpPr>
          <a:xfrm>
            <a:off x="9889177" y="2634520"/>
            <a:ext cx="946204" cy="493906"/>
            <a:chOff x="7493876" y="2774731"/>
            <a:chExt cx="1481958" cy="894622"/>
          </a:xfrm>
        </p:grpSpPr>
        <p:sp>
          <p:nvSpPr>
            <p:cNvPr id="752" name="Freeform 751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53" name="Oval 752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754" name="Group 753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55" name="Freeform 754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56" name="Freeform 755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57" name="Freeform 756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58" name="Freeform 757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652" name="Rectangle 651"/>
          <p:cNvSpPr/>
          <p:nvPr/>
        </p:nvSpPr>
        <p:spPr bwMode="auto">
          <a:xfrm rot="1634516">
            <a:off x="7940837" y="2709093"/>
            <a:ext cx="535922" cy="73182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MS PGothic" panose="020B0600070205080204" pitchFamily="34" charset="-128"/>
            </a:endParaRPr>
          </a:p>
        </p:txBody>
      </p:sp>
      <p:sp>
        <p:nvSpPr>
          <p:cNvPr id="759" name="Rectangle 758"/>
          <p:cNvSpPr/>
          <p:nvPr/>
        </p:nvSpPr>
        <p:spPr bwMode="auto">
          <a:xfrm rot="2101064">
            <a:off x="9817292" y="2970721"/>
            <a:ext cx="535922" cy="73182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MS PGothic" panose="020B0600070205080204" pitchFamily="34" charset="-128"/>
            </a:endParaRPr>
          </a:p>
        </p:txBody>
      </p:sp>
      <p:sp>
        <p:nvSpPr>
          <p:cNvPr id="760" name="Rectangle 759"/>
          <p:cNvSpPr/>
          <p:nvPr/>
        </p:nvSpPr>
        <p:spPr bwMode="auto">
          <a:xfrm rot="4253584">
            <a:off x="10096993" y="4729744"/>
            <a:ext cx="547683" cy="75781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MS PGothic" panose="020B0600070205080204" pitchFamily="34" charset="-128"/>
            </a:endParaRPr>
          </a:p>
        </p:txBody>
      </p:sp>
      <p:sp>
        <p:nvSpPr>
          <p:cNvPr id="76" name="TextBox 1"/>
          <p:cNvSpPr txBox="1">
            <a:spLocks noChangeArrowheads="1"/>
          </p:cNvSpPr>
          <p:nvPr/>
        </p:nvSpPr>
        <p:spPr bwMode="auto">
          <a:xfrm>
            <a:off x="990600" y="6354126"/>
            <a:ext cx="91471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* 更多示例见在线交互练习：http://gaia.cs.umass.edu/kurose_ross/interactive</a:t>
            </a:r>
            <a:r>
              <a:rPr kumimoji="0" lang="en-US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/>
            </a:r>
            <a:endParaRPr kumimoji="0" lang="en-US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77" name="Content Placeholder 2"/>
          <p:cNvSpPr txBox="1"/>
          <p:nvPr/>
        </p:nvSpPr>
        <p:spPr>
          <a:xfrm>
            <a:off x="893203" y="5522187"/>
            <a:ext cx="6884498" cy="90417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常用于传统电话网络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  <a:p>
            <a:pPr marL="174625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Pct val="75000"/>
              <a:buFont typeface="Wingdings" panose="05000000000000000000" pitchFamily="2" charset="2"/>
              <a:buNone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8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引言：1-</a:t>
            </a:r>
            <a:fld id="{C4204591-24BD-A542-B9D5-F8D8A88D2FEE}" type="slidenum">
              <a:rPr lang="en-US" smtClean="0"/>
            </a:fld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7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6" grpId="0"/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/>
          <a:lstStyle/>
          <a:p>
            <a:r>
              <a:rPr lang="en-US" altLang="ja-JP" dirty="0"/>
              <a:t>电路交换：FDM 和 TDM</a:t>
            </a:r>
            <a:endParaRPr lang="en-US" dirty="0"/>
          </a:p>
        </p:txBody>
      </p:sp>
      <p:grpSp>
        <p:nvGrpSpPr>
          <p:cNvPr id="80" name="Group 5"/>
          <p:cNvGrpSpPr/>
          <p:nvPr/>
        </p:nvGrpSpPr>
        <p:grpSpPr bwMode="auto">
          <a:xfrm>
            <a:off x="6232444" y="2059358"/>
            <a:ext cx="5508625" cy="1770063"/>
            <a:chOff x="1378" y="1353"/>
            <a:chExt cx="3470" cy="1115"/>
          </a:xfrm>
        </p:grpSpPr>
        <p:sp>
          <p:nvSpPr>
            <p:cNvPr id="81" name="Line 6"/>
            <p:cNvSpPr>
              <a:spLocks noChangeShapeType="1"/>
            </p:cNvSpPr>
            <p:nvPr/>
          </p:nvSpPr>
          <p:spPr bwMode="auto">
            <a:xfrm flipV="1">
              <a:off x="1728" y="1392"/>
              <a:ext cx="0" cy="81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2" name="Text Box 7"/>
            <p:cNvSpPr txBox="1">
              <a:spLocks noChangeArrowheads="1"/>
            </p:cNvSpPr>
            <p:nvPr/>
          </p:nvSpPr>
          <p:spPr bwMode="auto">
            <a:xfrm rot="16200000">
              <a:off x="1069" y="1662"/>
              <a:ext cx="910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频率</a:t>
              </a:r>
              <a:endParaRPr kumimoji="0" lang="fr-FR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3" name="Line 8"/>
            <p:cNvSpPr>
              <a:spLocks noChangeShapeType="1"/>
            </p:cNvSpPr>
            <p:nvPr/>
          </p:nvSpPr>
          <p:spPr bwMode="auto">
            <a:xfrm>
              <a:off x="1728" y="2208"/>
              <a:ext cx="312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4" name="Text Box 9"/>
            <p:cNvSpPr txBox="1">
              <a:spLocks noChangeArrowheads="1"/>
            </p:cNvSpPr>
            <p:nvPr/>
          </p:nvSpPr>
          <p:spPr bwMode="auto">
            <a:xfrm>
              <a:off x="4376" y="2216"/>
              <a:ext cx="418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时间</a:t>
              </a:r>
              <a:endParaRPr kumimoji="0" lang="fr-FR" altLang="en-US" sz="20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85" name="Rectangle 10"/>
            <p:cNvSpPr>
              <a:spLocks noChangeArrowheads="1"/>
            </p:cNvSpPr>
            <p:nvPr/>
          </p:nvSpPr>
          <p:spPr bwMode="auto">
            <a:xfrm>
              <a:off x="1776" y="1584"/>
              <a:ext cx="2880" cy="576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86" name="Rectangle 11"/>
          <p:cNvSpPr>
            <a:spLocks noChangeArrowheads="1"/>
          </p:cNvSpPr>
          <p:nvPr/>
        </p:nvSpPr>
        <p:spPr bwMode="auto">
          <a:xfrm>
            <a:off x="6851569" y="2438770"/>
            <a:ext cx="4572000" cy="228600"/>
          </a:xfrm>
          <a:prstGeom prst="rect">
            <a:avLst/>
          </a:prstGeom>
          <a:solidFill>
            <a:srgbClr val="3366FF"/>
          </a:solidFill>
          <a:ln w="9525">
            <a:solidFill>
              <a:schemeClr val="tx1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87" name="Rectangle 12"/>
          <p:cNvSpPr>
            <a:spLocks noChangeArrowheads="1"/>
          </p:cNvSpPr>
          <p:nvPr/>
        </p:nvSpPr>
        <p:spPr bwMode="auto">
          <a:xfrm>
            <a:off x="6851569" y="2667370"/>
            <a:ext cx="4572000" cy="228600"/>
          </a:xfrm>
          <a:prstGeom prst="rect">
            <a:avLst/>
          </a:prstGeom>
          <a:solidFill>
            <a:srgbClr val="99CC00"/>
          </a:solidFill>
          <a:ln w="9525">
            <a:solidFill>
              <a:schemeClr val="tx1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88" name="Rectangle 13"/>
          <p:cNvSpPr>
            <a:spLocks noChangeArrowheads="1"/>
          </p:cNvSpPr>
          <p:nvPr/>
        </p:nvSpPr>
        <p:spPr bwMode="auto">
          <a:xfrm>
            <a:off x="6851569" y="2895970"/>
            <a:ext cx="4572000" cy="228600"/>
          </a:xfrm>
          <a:prstGeom prst="rect">
            <a:avLst/>
          </a:prstGeom>
          <a:solidFill>
            <a:srgbClr val="FFCC00"/>
          </a:solidFill>
          <a:ln w="9525">
            <a:solidFill>
              <a:schemeClr val="tx1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89" name="Rectangle 14"/>
          <p:cNvSpPr>
            <a:spLocks noChangeArrowheads="1"/>
          </p:cNvSpPr>
          <p:nvPr/>
        </p:nvSpPr>
        <p:spPr bwMode="auto">
          <a:xfrm>
            <a:off x="6851569" y="3124570"/>
            <a:ext cx="4572000" cy="228600"/>
          </a:xfrm>
          <a:prstGeom prst="rect">
            <a:avLst/>
          </a:prstGeom>
          <a:solidFill>
            <a:srgbClr val="FF00FF"/>
          </a:solidFill>
          <a:ln w="9525">
            <a:solidFill>
              <a:schemeClr val="tx1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grpSp>
        <p:nvGrpSpPr>
          <p:cNvPr id="90" name="Group 15"/>
          <p:cNvGrpSpPr/>
          <p:nvPr/>
        </p:nvGrpSpPr>
        <p:grpSpPr bwMode="auto">
          <a:xfrm>
            <a:off x="6248319" y="4361235"/>
            <a:ext cx="5480050" cy="1738313"/>
            <a:chOff x="1396" y="2977"/>
            <a:chExt cx="3452" cy="1095"/>
          </a:xfrm>
        </p:grpSpPr>
        <p:sp>
          <p:nvSpPr>
            <p:cNvPr id="92" name="Line 17"/>
            <p:cNvSpPr>
              <a:spLocks noChangeShapeType="1"/>
            </p:cNvSpPr>
            <p:nvPr/>
          </p:nvSpPr>
          <p:spPr bwMode="auto">
            <a:xfrm flipV="1">
              <a:off x="1728" y="2977"/>
              <a:ext cx="0" cy="81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3" name="Text Box 18"/>
            <p:cNvSpPr txBox="1">
              <a:spLocks noChangeArrowheads="1"/>
            </p:cNvSpPr>
            <p:nvPr/>
          </p:nvSpPr>
          <p:spPr bwMode="auto">
            <a:xfrm rot="16200000">
              <a:off x="1087" y="3286"/>
              <a:ext cx="910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频率</a:t>
              </a:r>
              <a:endParaRPr kumimoji="0" lang="fr-FR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4" name="Line 19"/>
            <p:cNvSpPr>
              <a:spLocks noChangeShapeType="1"/>
            </p:cNvSpPr>
            <p:nvPr/>
          </p:nvSpPr>
          <p:spPr bwMode="auto">
            <a:xfrm>
              <a:off x="1728" y="3793"/>
              <a:ext cx="312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5" name="Text Box 20"/>
            <p:cNvSpPr txBox="1">
              <a:spLocks noChangeArrowheads="1"/>
            </p:cNvSpPr>
            <p:nvPr/>
          </p:nvSpPr>
          <p:spPr bwMode="auto">
            <a:xfrm>
              <a:off x="4385" y="3820"/>
              <a:ext cx="418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时间</a:t>
              </a:r>
              <a:endParaRPr kumimoji="0" lang="fr-FR" altLang="en-US" sz="20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6" name="Rectangle 21"/>
            <p:cNvSpPr>
              <a:spLocks noChangeArrowheads="1"/>
            </p:cNvSpPr>
            <p:nvPr/>
          </p:nvSpPr>
          <p:spPr bwMode="auto">
            <a:xfrm>
              <a:off x="1776" y="3168"/>
              <a:ext cx="2880" cy="576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97" name="Group 22"/>
          <p:cNvGrpSpPr/>
          <p:nvPr/>
        </p:nvGrpSpPr>
        <p:grpSpPr bwMode="auto">
          <a:xfrm>
            <a:off x="6851569" y="4664445"/>
            <a:ext cx="3886200" cy="914400"/>
            <a:chOff x="1776" y="3168"/>
            <a:chExt cx="2448" cy="576"/>
          </a:xfrm>
        </p:grpSpPr>
        <p:sp>
          <p:nvSpPr>
            <p:cNvPr id="98" name="Rectangle 23"/>
            <p:cNvSpPr>
              <a:spLocks noChangeArrowheads="1"/>
            </p:cNvSpPr>
            <p:nvPr/>
          </p:nvSpPr>
          <p:spPr bwMode="auto">
            <a:xfrm>
              <a:off x="1776" y="3168"/>
              <a:ext cx="144" cy="576"/>
            </a:xfrm>
            <a:prstGeom prst="rect">
              <a:avLst/>
            </a:prstGeom>
            <a:solidFill>
              <a:srgbClr val="3366FF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9" name="Rectangle 24"/>
            <p:cNvSpPr>
              <a:spLocks noChangeArrowheads="1"/>
            </p:cNvSpPr>
            <p:nvPr/>
          </p:nvSpPr>
          <p:spPr bwMode="auto">
            <a:xfrm>
              <a:off x="2352" y="3168"/>
              <a:ext cx="144" cy="576"/>
            </a:xfrm>
            <a:prstGeom prst="rect">
              <a:avLst/>
            </a:prstGeom>
            <a:solidFill>
              <a:srgbClr val="3366FF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0" name="Rectangle 25"/>
            <p:cNvSpPr>
              <a:spLocks noChangeArrowheads="1"/>
            </p:cNvSpPr>
            <p:nvPr/>
          </p:nvSpPr>
          <p:spPr bwMode="auto">
            <a:xfrm>
              <a:off x="2928" y="3168"/>
              <a:ext cx="144" cy="576"/>
            </a:xfrm>
            <a:prstGeom prst="rect">
              <a:avLst/>
            </a:prstGeom>
            <a:solidFill>
              <a:srgbClr val="3366FF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1" name="Rectangle 26"/>
            <p:cNvSpPr>
              <a:spLocks noChangeArrowheads="1"/>
            </p:cNvSpPr>
            <p:nvPr/>
          </p:nvSpPr>
          <p:spPr bwMode="auto">
            <a:xfrm>
              <a:off x="3504" y="3168"/>
              <a:ext cx="144" cy="576"/>
            </a:xfrm>
            <a:prstGeom prst="rect">
              <a:avLst/>
            </a:prstGeom>
            <a:solidFill>
              <a:srgbClr val="3366FF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2" name="Rectangle 27"/>
            <p:cNvSpPr>
              <a:spLocks noChangeArrowheads="1"/>
            </p:cNvSpPr>
            <p:nvPr/>
          </p:nvSpPr>
          <p:spPr bwMode="auto">
            <a:xfrm>
              <a:off x="4080" y="3168"/>
              <a:ext cx="144" cy="576"/>
            </a:xfrm>
            <a:prstGeom prst="rect">
              <a:avLst/>
            </a:prstGeom>
            <a:solidFill>
              <a:srgbClr val="3366FF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103" name="Group 28"/>
          <p:cNvGrpSpPr/>
          <p:nvPr/>
        </p:nvGrpSpPr>
        <p:grpSpPr bwMode="auto">
          <a:xfrm>
            <a:off x="7080169" y="4664445"/>
            <a:ext cx="3886200" cy="914400"/>
            <a:chOff x="1920" y="3168"/>
            <a:chExt cx="2448" cy="576"/>
          </a:xfrm>
        </p:grpSpPr>
        <p:sp>
          <p:nvSpPr>
            <p:cNvPr id="104" name="Rectangle 29"/>
            <p:cNvSpPr>
              <a:spLocks noChangeArrowheads="1"/>
            </p:cNvSpPr>
            <p:nvPr/>
          </p:nvSpPr>
          <p:spPr bwMode="auto">
            <a:xfrm>
              <a:off x="1920" y="3168"/>
              <a:ext cx="144" cy="576"/>
            </a:xfrm>
            <a:prstGeom prst="rect">
              <a:avLst/>
            </a:prstGeom>
            <a:solidFill>
              <a:srgbClr val="99CC00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5" name="Rectangle 30"/>
            <p:cNvSpPr>
              <a:spLocks noChangeArrowheads="1"/>
            </p:cNvSpPr>
            <p:nvPr/>
          </p:nvSpPr>
          <p:spPr bwMode="auto">
            <a:xfrm>
              <a:off x="2496" y="3168"/>
              <a:ext cx="144" cy="576"/>
            </a:xfrm>
            <a:prstGeom prst="rect">
              <a:avLst/>
            </a:prstGeom>
            <a:solidFill>
              <a:srgbClr val="99CC00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6" name="Rectangle 31"/>
            <p:cNvSpPr>
              <a:spLocks noChangeArrowheads="1"/>
            </p:cNvSpPr>
            <p:nvPr/>
          </p:nvSpPr>
          <p:spPr bwMode="auto">
            <a:xfrm>
              <a:off x="3072" y="3168"/>
              <a:ext cx="144" cy="576"/>
            </a:xfrm>
            <a:prstGeom prst="rect">
              <a:avLst/>
            </a:prstGeom>
            <a:solidFill>
              <a:srgbClr val="99CC00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7" name="Rectangle 32"/>
            <p:cNvSpPr>
              <a:spLocks noChangeArrowheads="1"/>
            </p:cNvSpPr>
            <p:nvPr/>
          </p:nvSpPr>
          <p:spPr bwMode="auto">
            <a:xfrm>
              <a:off x="3648" y="3168"/>
              <a:ext cx="144" cy="576"/>
            </a:xfrm>
            <a:prstGeom prst="rect">
              <a:avLst/>
            </a:prstGeom>
            <a:solidFill>
              <a:srgbClr val="99CC00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08" name="Rectangle 33"/>
            <p:cNvSpPr>
              <a:spLocks noChangeArrowheads="1"/>
            </p:cNvSpPr>
            <p:nvPr/>
          </p:nvSpPr>
          <p:spPr bwMode="auto">
            <a:xfrm>
              <a:off x="4224" y="3168"/>
              <a:ext cx="144" cy="576"/>
            </a:xfrm>
            <a:prstGeom prst="rect">
              <a:avLst/>
            </a:prstGeom>
            <a:solidFill>
              <a:srgbClr val="99CC00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109" name="Group 34"/>
          <p:cNvGrpSpPr/>
          <p:nvPr/>
        </p:nvGrpSpPr>
        <p:grpSpPr bwMode="auto">
          <a:xfrm>
            <a:off x="7308769" y="4664445"/>
            <a:ext cx="3886200" cy="914400"/>
            <a:chOff x="2064" y="3168"/>
            <a:chExt cx="2448" cy="576"/>
          </a:xfrm>
        </p:grpSpPr>
        <p:sp>
          <p:nvSpPr>
            <p:cNvPr id="110" name="Rectangle 35"/>
            <p:cNvSpPr>
              <a:spLocks noChangeArrowheads="1"/>
            </p:cNvSpPr>
            <p:nvPr/>
          </p:nvSpPr>
          <p:spPr bwMode="auto">
            <a:xfrm>
              <a:off x="2064" y="3168"/>
              <a:ext cx="144" cy="576"/>
            </a:xfrm>
            <a:prstGeom prst="rect">
              <a:avLst/>
            </a:prstGeom>
            <a:solidFill>
              <a:srgbClr val="FFCC00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1" name="Rectangle 36"/>
            <p:cNvSpPr>
              <a:spLocks noChangeArrowheads="1"/>
            </p:cNvSpPr>
            <p:nvPr/>
          </p:nvSpPr>
          <p:spPr bwMode="auto">
            <a:xfrm>
              <a:off x="2640" y="3168"/>
              <a:ext cx="144" cy="576"/>
            </a:xfrm>
            <a:prstGeom prst="rect">
              <a:avLst/>
            </a:prstGeom>
            <a:solidFill>
              <a:srgbClr val="FFCC00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2" name="Rectangle 37"/>
            <p:cNvSpPr>
              <a:spLocks noChangeArrowheads="1"/>
            </p:cNvSpPr>
            <p:nvPr/>
          </p:nvSpPr>
          <p:spPr bwMode="auto">
            <a:xfrm>
              <a:off x="3216" y="3168"/>
              <a:ext cx="144" cy="576"/>
            </a:xfrm>
            <a:prstGeom prst="rect">
              <a:avLst/>
            </a:prstGeom>
            <a:solidFill>
              <a:srgbClr val="FFCC00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3" name="Rectangle 38"/>
            <p:cNvSpPr>
              <a:spLocks noChangeArrowheads="1"/>
            </p:cNvSpPr>
            <p:nvPr/>
          </p:nvSpPr>
          <p:spPr bwMode="auto">
            <a:xfrm>
              <a:off x="3792" y="3168"/>
              <a:ext cx="144" cy="576"/>
            </a:xfrm>
            <a:prstGeom prst="rect">
              <a:avLst/>
            </a:prstGeom>
            <a:solidFill>
              <a:srgbClr val="FFCC00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4" name="Rectangle 39"/>
            <p:cNvSpPr>
              <a:spLocks noChangeArrowheads="1"/>
            </p:cNvSpPr>
            <p:nvPr/>
          </p:nvSpPr>
          <p:spPr bwMode="auto">
            <a:xfrm>
              <a:off x="4368" y="3168"/>
              <a:ext cx="144" cy="576"/>
            </a:xfrm>
            <a:prstGeom prst="rect">
              <a:avLst/>
            </a:prstGeom>
            <a:solidFill>
              <a:srgbClr val="FFCC00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115" name="Group 40"/>
          <p:cNvGrpSpPr/>
          <p:nvPr/>
        </p:nvGrpSpPr>
        <p:grpSpPr bwMode="auto">
          <a:xfrm>
            <a:off x="7537369" y="4664445"/>
            <a:ext cx="3886200" cy="914400"/>
            <a:chOff x="2208" y="3168"/>
            <a:chExt cx="2448" cy="576"/>
          </a:xfrm>
        </p:grpSpPr>
        <p:sp>
          <p:nvSpPr>
            <p:cNvPr id="116" name="Rectangle 41"/>
            <p:cNvSpPr>
              <a:spLocks noChangeArrowheads="1"/>
            </p:cNvSpPr>
            <p:nvPr/>
          </p:nvSpPr>
          <p:spPr bwMode="auto">
            <a:xfrm>
              <a:off x="2208" y="3168"/>
              <a:ext cx="144" cy="576"/>
            </a:xfrm>
            <a:prstGeom prst="rect">
              <a:avLst/>
            </a:prstGeom>
            <a:solidFill>
              <a:srgbClr val="FF00FF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7" name="Rectangle 42"/>
            <p:cNvSpPr>
              <a:spLocks noChangeArrowheads="1"/>
            </p:cNvSpPr>
            <p:nvPr/>
          </p:nvSpPr>
          <p:spPr bwMode="auto">
            <a:xfrm>
              <a:off x="2784" y="3168"/>
              <a:ext cx="144" cy="576"/>
            </a:xfrm>
            <a:prstGeom prst="rect">
              <a:avLst/>
            </a:prstGeom>
            <a:solidFill>
              <a:srgbClr val="FF00FF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8" name="Rectangle 43"/>
            <p:cNvSpPr>
              <a:spLocks noChangeArrowheads="1"/>
            </p:cNvSpPr>
            <p:nvPr/>
          </p:nvSpPr>
          <p:spPr bwMode="auto">
            <a:xfrm>
              <a:off x="3360" y="3168"/>
              <a:ext cx="144" cy="576"/>
            </a:xfrm>
            <a:prstGeom prst="rect">
              <a:avLst/>
            </a:prstGeom>
            <a:solidFill>
              <a:srgbClr val="FF00FF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9" name="Rectangle 44"/>
            <p:cNvSpPr>
              <a:spLocks noChangeArrowheads="1"/>
            </p:cNvSpPr>
            <p:nvPr/>
          </p:nvSpPr>
          <p:spPr bwMode="auto">
            <a:xfrm>
              <a:off x="3936" y="3168"/>
              <a:ext cx="144" cy="576"/>
            </a:xfrm>
            <a:prstGeom prst="rect">
              <a:avLst/>
            </a:prstGeom>
            <a:solidFill>
              <a:srgbClr val="FF00FF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20" name="Rectangle 45"/>
            <p:cNvSpPr>
              <a:spLocks noChangeArrowheads="1"/>
            </p:cNvSpPr>
            <p:nvPr/>
          </p:nvSpPr>
          <p:spPr bwMode="auto">
            <a:xfrm>
              <a:off x="4512" y="3168"/>
              <a:ext cx="144" cy="576"/>
            </a:xfrm>
            <a:prstGeom prst="rect">
              <a:avLst/>
            </a:prstGeom>
            <a:solidFill>
              <a:srgbClr val="FF00FF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121" name="Group 46"/>
          <p:cNvGrpSpPr/>
          <p:nvPr/>
        </p:nvGrpSpPr>
        <p:grpSpPr bwMode="auto">
          <a:xfrm>
            <a:off x="6851569" y="2667370"/>
            <a:ext cx="4572000" cy="457200"/>
            <a:chOff x="1776" y="1728"/>
            <a:chExt cx="2880" cy="288"/>
          </a:xfrm>
        </p:grpSpPr>
        <p:sp>
          <p:nvSpPr>
            <p:cNvPr id="122" name="Line 47"/>
            <p:cNvSpPr>
              <a:spLocks noChangeShapeType="1"/>
            </p:cNvSpPr>
            <p:nvPr/>
          </p:nvSpPr>
          <p:spPr bwMode="auto">
            <a:xfrm flipV="1">
              <a:off x="1776" y="1728"/>
              <a:ext cx="288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3" name="Line 48"/>
            <p:cNvSpPr>
              <a:spLocks noChangeShapeType="1"/>
            </p:cNvSpPr>
            <p:nvPr/>
          </p:nvSpPr>
          <p:spPr bwMode="auto">
            <a:xfrm flipV="1">
              <a:off x="1776" y="1872"/>
              <a:ext cx="288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4" name="Line 49"/>
            <p:cNvSpPr>
              <a:spLocks noChangeShapeType="1"/>
            </p:cNvSpPr>
            <p:nvPr/>
          </p:nvSpPr>
          <p:spPr bwMode="auto">
            <a:xfrm flipV="1">
              <a:off x="1776" y="2016"/>
              <a:ext cx="288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25" name="Group 50"/>
          <p:cNvGrpSpPr/>
          <p:nvPr/>
        </p:nvGrpSpPr>
        <p:grpSpPr bwMode="auto">
          <a:xfrm>
            <a:off x="7080169" y="4664445"/>
            <a:ext cx="4114800" cy="914400"/>
            <a:chOff x="1920" y="3168"/>
            <a:chExt cx="2592" cy="576"/>
          </a:xfrm>
        </p:grpSpPr>
        <p:sp>
          <p:nvSpPr>
            <p:cNvPr id="126" name="Line 51"/>
            <p:cNvSpPr>
              <a:spLocks noChangeShapeType="1"/>
            </p:cNvSpPr>
            <p:nvPr/>
          </p:nvSpPr>
          <p:spPr bwMode="auto">
            <a:xfrm>
              <a:off x="1920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7" name="Line 52"/>
            <p:cNvSpPr>
              <a:spLocks noChangeShapeType="1"/>
            </p:cNvSpPr>
            <p:nvPr/>
          </p:nvSpPr>
          <p:spPr bwMode="auto">
            <a:xfrm>
              <a:off x="2064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8" name="Line 53"/>
            <p:cNvSpPr>
              <a:spLocks noChangeShapeType="1"/>
            </p:cNvSpPr>
            <p:nvPr/>
          </p:nvSpPr>
          <p:spPr bwMode="auto">
            <a:xfrm>
              <a:off x="2208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9" name="Line 54"/>
            <p:cNvSpPr>
              <a:spLocks noChangeShapeType="1"/>
            </p:cNvSpPr>
            <p:nvPr/>
          </p:nvSpPr>
          <p:spPr bwMode="auto">
            <a:xfrm>
              <a:off x="2352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0" name="Line 55"/>
            <p:cNvSpPr>
              <a:spLocks noChangeShapeType="1"/>
            </p:cNvSpPr>
            <p:nvPr/>
          </p:nvSpPr>
          <p:spPr bwMode="auto">
            <a:xfrm>
              <a:off x="2496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1" name="Line 56"/>
            <p:cNvSpPr>
              <a:spLocks noChangeShapeType="1"/>
            </p:cNvSpPr>
            <p:nvPr/>
          </p:nvSpPr>
          <p:spPr bwMode="auto">
            <a:xfrm>
              <a:off x="2640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2" name="Line 57"/>
            <p:cNvSpPr>
              <a:spLocks noChangeShapeType="1"/>
            </p:cNvSpPr>
            <p:nvPr/>
          </p:nvSpPr>
          <p:spPr bwMode="auto">
            <a:xfrm>
              <a:off x="2784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3" name="Line 58"/>
            <p:cNvSpPr>
              <a:spLocks noChangeShapeType="1"/>
            </p:cNvSpPr>
            <p:nvPr/>
          </p:nvSpPr>
          <p:spPr bwMode="auto">
            <a:xfrm>
              <a:off x="2928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4" name="Line 59"/>
            <p:cNvSpPr>
              <a:spLocks noChangeShapeType="1"/>
            </p:cNvSpPr>
            <p:nvPr/>
          </p:nvSpPr>
          <p:spPr bwMode="auto">
            <a:xfrm>
              <a:off x="3072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5" name="Line 60"/>
            <p:cNvSpPr>
              <a:spLocks noChangeShapeType="1"/>
            </p:cNvSpPr>
            <p:nvPr/>
          </p:nvSpPr>
          <p:spPr bwMode="auto">
            <a:xfrm>
              <a:off x="3216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6" name="Line 61"/>
            <p:cNvSpPr>
              <a:spLocks noChangeShapeType="1"/>
            </p:cNvSpPr>
            <p:nvPr/>
          </p:nvSpPr>
          <p:spPr bwMode="auto">
            <a:xfrm>
              <a:off x="3360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7" name="Line 62"/>
            <p:cNvSpPr>
              <a:spLocks noChangeShapeType="1"/>
            </p:cNvSpPr>
            <p:nvPr/>
          </p:nvSpPr>
          <p:spPr bwMode="auto">
            <a:xfrm>
              <a:off x="3504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8" name="Line 63"/>
            <p:cNvSpPr>
              <a:spLocks noChangeShapeType="1"/>
            </p:cNvSpPr>
            <p:nvPr/>
          </p:nvSpPr>
          <p:spPr bwMode="auto">
            <a:xfrm>
              <a:off x="3648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9" name="Line 64"/>
            <p:cNvSpPr>
              <a:spLocks noChangeShapeType="1"/>
            </p:cNvSpPr>
            <p:nvPr/>
          </p:nvSpPr>
          <p:spPr bwMode="auto">
            <a:xfrm>
              <a:off x="3792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0" name="Line 65"/>
            <p:cNvSpPr>
              <a:spLocks noChangeShapeType="1"/>
            </p:cNvSpPr>
            <p:nvPr/>
          </p:nvSpPr>
          <p:spPr bwMode="auto">
            <a:xfrm>
              <a:off x="3936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1" name="Line 66"/>
            <p:cNvSpPr>
              <a:spLocks noChangeShapeType="1"/>
            </p:cNvSpPr>
            <p:nvPr/>
          </p:nvSpPr>
          <p:spPr bwMode="auto">
            <a:xfrm>
              <a:off x="4080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2" name="Line 67"/>
            <p:cNvSpPr>
              <a:spLocks noChangeShapeType="1"/>
            </p:cNvSpPr>
            <p:nvPr/>
          </p:nvSpPr>
          <p:spPr bwMode="auto">
            <a:xfrm>
              <a:off x="4224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3" name="Line 68"/>
            <p:cNvSpPr>
              <a:spLocks noChangeShapeType="1"/>
            </p:cNvSpPr>
            <p:nvPr/>
          </p:nvSpPr>
          <p:spPr bwMode="auto">
            <a:xfrm>
              <a:off x="4368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4" name="Line 69"/>
            <p:cNvSpPr>
              <a:spLocks noChangeShapeType="1"/>
            </p:cNvSpPr>
            <p:nvPr/>
          </p:nvSpPr>
          <p:spPr bwMode="auto">
            <a:xfrm>
              <a:off x="4512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45" name="Group 70"/>
          <p:cNvGrpSpPr/>
          <p:nvPr/>
        </p:nvGrpSpPr>
        <p:grpSpPr bwMode="auto">
          <a:xfrm>
            <a:off x="6851569" y="2553070"/>
            <a:ext cx="4572000" cy="685800"/>
            <a:chOff x="1776" y="1656"/>
            <a:chExt cx="2880" cy="432"/>
          </a:xfrm>
        </p:grpSpPr>
        <p:sp>
          <p:nvSpPr>
            <p:cNvPr id="146" name="Line 71"/>
            <p:cNvSpPr>
              <a:spLocks noChangeShapeType="1"/>
            </p:cNvSpPr>
            <p:nvPr/>
          </p:nvSpPr>
          <p:spPr bwMode="auto">
            <a:xfrm>
              <a:off x="1776" y="1656"/>
              <a:ext cx="288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7" name="Line 72"/>
            <p:cNvSpPr>
              <a:spLocks noChangeShapeType="1"/>
            </p:cNvSpPr>
            <p:nvPr/>
          </p:nvSpPr>
          <p:spPr bwMode="auto">
            <a:xfrm>
              <a:off x="1776" y="1800"/>
              <a:ext cx="288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8" name="Line 73"/>
            <p:cNvSpPr>
              <a:spLocks noChangeShapeType="1"/>
            </p:cNvSpPr>
            <p:nvPr/>
          </p:nvSpPr>
          <p:spPr bwMode="auto">
            <a:xfrm>
              <a:off x="1776" y="1944"/>
              <a:ext cx="288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9" name="Line 74"/>
            <p:cNvSpPr>
              <a:spLocks noChangeShapeType="1"/>
            </p:cNvSpPr>
            <p:nvPr/>
          </p:nvSpPr>
          <p:spPr bwMode="auto">
            <a:xfrm>
              <a:off x="1776" y="2088"/>
              <a:ext cx="288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50" name="Group 75"/>
          <p:cNvGrpSpPr/>
          <p:nvPr/>
        </p:nvGrpSpPr>
        <p:grpSpPr bwMode="auto">
          <a:xfrm>
            <a:off x="6965869" y="4664445"/>
            <a:ext cx="4343400" cy="914400"/>
            <a:chOff x="1848" y="3168"/>
            <a:chExt cx="2736" cy="576"/>
          </a:xfrm>
        </p:grpSpPr>
        <p:sp>
          <p:nvSpPr>
            <p:cNvPr id="151" name="Line 76"/>
            <p:cNvSpPr>
              <a:spLocks noChangeShapeType="1"/>
            </p:cNvSpPr>
            <p:nvPr/>
          </p:nvSpPr>
          <p:spPr bwMode="auto">
            <a:xfrm>
              <a:off x="1848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2" name="Line 77"/>
            <p:cNvSpPr>
              <a:spLocks noChangeShapeType="1"/>
            </p:cNvSpPr>
            <p:nvPr/>
          </p:nvSpPr>
          <p:spPr bwMode="auto">
            <a:xfrm>
              <a:off x="1992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3" name="Line 78"/>
            <p:cNvSpPr>
              <a:spLocks noChangeShapeType="1"/>
            </p:cNvSpPr>
            <p:nvPr/>
          </p:nvSpPr>
          <p:spPr bwMode="auto">
            <a:xfrm>
              <a:off x="2136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4" name="Line 79"/>
            <p:cNvSpPr>
              <a:spLocks noChangeShapeType="1"/>
            </p:cNvSpPr>
            <p:nvPr/>
          </p:nvSpPr>
          <p:spPr bwMode="auto">
            <a:xfrm>
              <a:off x="2280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5" name="Line 80"/>
            <p:cNvSpPr>
              <a:spLocks noChangeShapeType="1"/>
            </p:cNvSpPr>
            <p:nvPr/>
          </p:nvSpPr>
          <p:spPr bwMode="auto">
            <a:xfrm>
              <a:off x="2424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6" name="Line 81"/>
            <p:cNvSpPr>
              <a:spLocks noChangeShapeType="1"/>
            </p:cNvSpPr>
            <p:nvPr/>
          </p:nvSpPr>
          <p:spPr bwMode="auto">
            <a:xfrm>
              <a:off x="2568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7" name="Line 82"/>
            <p:cNvSpPr>
              <a:spLocks noChangeShapeType="1"/>
            </p:cNvSpPr>
            <p:nvPr/>
          </p:nvSpPr>
          <p:spPr bwMode="auto">
            <a:xfrm>
              <a:off x="2712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8" name="Line 83"/>
            <p:cNvSpPr>
              <a:spLocks noChangeShapeType="1"/>
            </p:cNvSpPr>
            <p:nvPr/>
          </p:nvSpPr>
          <p:spPr bwMode="auto">
            <a:xfrm>
              <a:off x="2856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9" name="Line 84"/>
            <p:cNvSpPr>
              <a:spLocks noChangeShapeType="1"/>
            </p:cNvSpPr>
            <p:nvPr/>
          </p:nvSpPr>
          <p:spPr bwMode="auto">
            <a:xfrm>
              <a:off x="3000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0" name="Line 85"/>
            <p:cNvSpPr>
              <a:spLocks noChangeShapeType="1"/>
            </p:cNvSpPr>
            <p:nvPr/>
          </p:nvSpPr>
          <p:spPr bwMode="auto">
            <a:xfrm>
              <a:off x="3144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1" name="Line 86"/>
            <p:cNvSpPr>
              <a:spLocks noChangeShapeType="1"/>
            </p:cNvSpPr>
            <p:nvPr/>
          </p:nvSpPr>
          <p:spPr bwMode="auto">
            <a:xfrm>
              <a:off x="3288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2" name="Line 87"/>
            <p:cNvSpPr>
              <a:spLocks noChangeShapeType="1"/>
            </p:cNvSpPr>
            <p:nvPr/>
          </p:nvSpPr>
          <p:spPr bwMode="auto">
            <a:xfrm>
              <a:off x="3432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3" name="Line 88"/>
            <p:cNvSpPr>
              <a:spLocks noChangeShapeType="1"/>
            </p:cNvSpPr>
            <p:nvPr/>
          </p:nvSpPr>
          <p:spPr bwMode="auto">
            <a:xfrm>
              <a:off x="3576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4" name="Line 89"/>
            <p:cNvSpPr>
              <a:spLocks noChangeShapeType="1"/>
            </p:cNvSpPr>
            <p:nvPr/>
          </p:nvSpPr>
          <p:spPr bwMode="auto">
            <a:xfrm>
              <a:off x="3720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5" name="Line 90"/>
            <p:cNvSpPr>
              <a:spLocks noChangeShapeType="1"/>
            </p:cNvSpPr>
            <p:nvPr/>
          </p:nvSpPr>
          <p:spPr bwMode="auto">
            <a:xfrm>
              <a:off x="3864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6" name="Line 91"/>
            <p:cNvSpPr>
              <a:spLocks noChangeShapeType="1"/>
            </p:cNvSpPr>
            <p:nvPr/>
          </p:nvSpPr>
          <p:spPr bwMode="auto">
            <a:xfrm>
              <a:off x="4008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7" name="Line 92"/>
            <p:cNvSpPr>
              <a:spLocks noChangeShapeType="1"/>
            </p:cNvSpPr>
            <p:nvPr/>
          </p:nvSpPr>
          <p:spPr bwMode="auto">
            <a:xfrm>
              <a:off x="4152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8" name="Line 93"/>
            <p:cNvSpPr>
              <a:spLocks noChangeShapeType="1"/>
            </p:cNvSpPr>
            <p:nvPr/>
          </p:nvSpPr>
          <p:spPr bwMode="auto">
            <a:xfrm>
              <a:off x="4296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9" name="Line 94"/>
            <p:cNvSpPr>
              <a:spLocks noChangeShapeType="1"/>
            </p:cNvSpPr>
            <p:nvPr/>
          </p:nvSpPr>
          <p:spPr bwMode="auto">
            <a:xfrm>
              <a:off x="4440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0" name="Line 95"/>
            <p:cNvSpPr>
              <a:spLocks noChangeShapeType="1"/>
            </p:cNvSpPr>
            <p:nvPr/>
          </p:nvSpPr>
          <p:spPr bwMode="auto">
            <a:xfrm>
              <a:off x="4584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72" name="Group 100"/>
          <p:cNvGrpSpPr/>
          <p:nvPr/>
        </p:nvGrpSpPr>
        <p:grpSpPr bwMode="auto">
          <a:xfrm>
            <a:off x="8985169" y="1632322"/>
            <a:ext cx="2438400" cy="523876"/>
            <a:chOff x="3648" y="266"/>
            <a:chExt cx="1536" cy="330"/>
          </a:xfrm>
        </p:grpSpPr>
        <p:sp>
          <p:nvSpPr>
            <p:cNvPr id="174" name="Text Box 101"/>
            <p:cNvSpPr txBox="1">
              <a:spLocks noChangeArrowheads="1"/>
            </p:cNvSpPr>
            <p:nvPr/>
          </p:nvSpPr>
          <p:spPr bwMode="auto">
            <a:xfrm>
              <a:off x="3648" y="266"/>
              <a:ext cx="767" cy="3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4 个用户</a:t>
              </a:r>
              <a:endParaRPr kumimoji="0" lang="fr-FR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75" name="Rectangle 102"/>
            <p:cNvSpPr>
              <a:spLocks noChangeArrowheads="1"/>
            </p:cNvSpPr>
            <p:nvPr/>
          </p:nvSpPr>
          <p:spPr bwMode="auto">
            <a:xfrm>
              <a:off x="4464" y="352"/>
              <a:ext cx="144" cy="144"/>
            </a:xfrm>
            <a:prstGeom prst="rect">
              <a:avLst/>
            </a:prstGeom>
            <a:solidFill>
              <a:srgbClr val="3366FF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76" name="Rectangle 103"/>
            <p:cNvSpPr>
              <a:spLocks noChangeArrowheads="1"/>
            </p:cNvSpPr>
            <p:nvPr/>
          </p:nvSpPr>
          <p:spPr bwMode="auto">
            <a:xfrm>
              <a:off x="4656" y="352"/>
              <a:ext cx="144" cy="144"/>
            </a:xfrm>
            <a:prstGeom prst="rect">
              <a:avLst/>
            </a:prstGeom>
            <a:solidFill>
              <a:srgbClr val="99CC00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77" name="Rectangle 104"/>
            <p:cNvSpPr>
              <a:spLocks noChangeArrowheads="1"/>
            </p:cNvSpPr>
            <p:nvPr/>
          </p:nvSpPr>
          <p:spPr bwMode="auto">
            <a:xfrm>
              <a:off x="4848" y="352"/>
              <a:ext cx="144" cy="144"/>
            </a:xfrm>
            <a:prstGeom prst="rect">
              <a:avLst/>
            </a:prstGeom>
            <a:solidFill>
              <a:srgbClr val="FFCC00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78" name="Rectangle 105"/>
            <p:cNvSpPr>
              <a:spLocks noChangeArrowheads="1"/>
            </p:cNvSpPr>
            <p:nvPr/>
          </p:nvSpPr>
          <p:spPr bwMode="auto">
            <a:xfrm>
              <a:off x="5040" y="352"/>
              <a:ext cx="144" cy="144"/>
            </a:xfrm>
            <a:prstGeom prst="rect">
              <a:avLst/>
            </a:prstGeom>
            <a:solidFill>
              <a:srgbClr val="FF00FF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181" name="Content Placeholder 2"/>
          <p:cNvSpPr>
            <a:spLocks noGrp="1"/>
          </p:cNvSpPr>
          <p:nvPr>
            <p:ph sz="half" idx="1"/>
          </p:nvPr>
        </p:nvSpPr>
        <p:spPr>
          <a:xfrm>
            <a:off x="768431" y="1448157"/>
            <a:ext cx="5265052" cy="1980843"/>
          </a:xfrm>
        </p:spPr>
        <p:txBody>
          <a:bodyPr>
            <a:normAutofit/>
          </a:bodyPr>
          <a:lstStyle/>
          <a:p>
            <a:pPr marL="11430" indent="-11430">
              <a:spcBef>
                <a:spcPts val="400"/>
              </a:spcBef>
              <a:buNone/>
            </a:pPr>
            <a:r>
              <a:rPr lang="en-US" altLang="en-US" sz="2400" dirty="0">
                <a:solidFill>
                  <a:srgbClr val="CC0000"/>
                </a:solidFill>
                <a:ea typeface="MS PGothic" panose="020B0600070205080204" pitchFamily="34" charset="-128"/>
              </a:rPr>
              <a:t>频分复用（FDM）</a:t>
            </a:r>
            <a:r>
              <a:rPr lang="en-US" altLang="en-US" dirty="0">
                <a:solidFill>
                  <a:srgbClr val="CC0000"/>
                </a:solidFill>
                <a:ea typeface="MS PGothic" panose="020B0600070205080204" pitchFamily="34" charset="-128"/>
              </a:rPr>
              <a:t/>
            </a:r>
            <a:r>
              <a:rPr lang="en-US" altLang="en-US" sz="2400" dirty="0">
                <a:solidFill>
                  <a:srgbClr val="CC0000"/>
                </a:solidFill>
                <a:ea typeface="MS PGothic" panose="020B0600070205080204" pitchFamily="34" charset="-128"/>
              </a:rPr>
              <a:t/>
            </a:r>
            <a:endParaRPr lang="en-US" altLang="ja-JP" sz="2400" dirty="0">
              <a:solidFill>
                <a:srgbClr val="CC0000"/>
              </a:solidFill>
              <a:ea typeface="MS PGothic" panose="020B0600070205080204" pitchFamily="34" charset="-128"/>
            </a:endParaRPr>
          </a:p>
          <a:p>
            <a:pPr>
              <a:spcBef>
                <a:spcPts val="400"/>
              </a:spcBef>
            </a:pPr>
            <a:r>
              <a:rPr lang="en-US" altLang="en-US" sz="2400" dirty="0">
                <a:ea typeface="MS PGothic" panose="020B0600070205080204" pitchFamily="34" charset="-128"/>
              </a:rPr>
              <a:t>将光频率或电磁频率划分为较窄的频带</a:t>
            </a:r>
            <a:endParaRPr lang="en-US" altLang="en-US" sz="2400" dirty="0">
              <a:ea typeface="MS PGothic" panose="020B0600070205080204" pitchFamily="34" charset="-128"/>
            </a:endParaRPr>
          </a:p>
          <a:p>
            <a:endParaRPr lang="en-US" dirty="0"/>
          </a:p>
        </p:txBody>
      </p:sp>
      <p:sp>
        <p:nvSpPr>
          <p:cNvPr id="182" name="Content Placeholder 2"/>
          <p:cNvSpPr txBox="1"/>
          <p:nvPr/>
        </p:nvSpPr>
        <p:spPr>
          <a:xfrm>
            <a:off x="851118" y="4389639"/>
            <a:ext cx="5276102" cy="246836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1430" marR="0" lvl="0" indent="-11430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时分复用（TDM）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endParaRPr kumimoji="0" lang="en-US" altLang="ja-JP" sz="24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把时间划分为时隙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71" name="Content Placeholder 2"/>
          <p:cNvSpPr txBox="1"/>
          <p:nvPr/>
        </p:nvSpPr>
        <p:spPr>
          <a:xfrm>
            <a:off x="758125" y="3253122"/>
            <a:ext cx="5265052" cy="1039909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每个呼叫分配自己的频带，可按该窄频带的最高速率传输 </a:t>
            </a:r>
            <a:endParaRPr kumimoji="0" lang="en-US" altLang="en-US" sz="2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73" name="Content Placeholder 2"/>
          <p:cNvSpPr txBox="1"/>
          <p:nvPr/>
        </p:nvSpPr>
        <p:spPr>
          <a:xfrm>
            <a:off x="848536" y="5261674"/>
            <a:ext cx="5276102" cy="246836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每个呼叫分配周期性时隙，只能在自己的时隙内按较宽频带的最高速率传输</a:t>
            </a: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79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引言：1-</a:t>
            </a:r>
            <a:fld id="{C4204591-24BD-A542-B9D5-F8D8A88D2FEE}" type="slidenum">
              <a:rPr lang="en-US" smtClean="0"/>
            </a:fld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500"/>
                            </p:stCondLst>
                            <p:childTnLst>
                              <p:par>
                                <p:cTn id="1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1000"/>
                            </p:stCondLst>
                            <p:childTnLst>
                              <p:par>
                                <p:cTn id="2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1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1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6" dur="50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1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00"/>
                            </p:stCondLst>
                            <p:childTnLst>
                              <p:par>
                                <p:cTn id="5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5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1000"/>
                            </p:stCondLst>
                            <p:childTnLst>
                              <p:par>
                                <p:cTn id="5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9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1500"/>
                            </p:stCondLst>
                            <p:childTnLst>
                              <p:par>
                                <p:cTn id="6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3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8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3" dur="5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6" grpId="0" animBg="1"/>
      <p:bldP spid="87" grpId="0" animBg="1"/>
      <p:bldP spid="88" grpId="0" animBg="1"/>
      <p:bldP spid="89" grpId="0" animBg="1"/>
      <p:bldP spid="182" grpId="0"/>
      <p:bldP spid="171" grpId="0"/>
      <p:bldP spid="173" grpId="0"/>
    </p:bld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8200" y="244222"/>
            <a:ext cx="10515600" cy="894622"/>
          </a:xfrm>
        </p:spPr>
        <p:txBody>
          <a:bodyPr/>
          <a:lstStyle/>
          <a:p>
            <a:r>
              <a:rPr lang="en-US" altLang="ja-JP" dirty="0"/>
              <a:t>分组交换与电路交换</a:t>
            </a:r>
            <a:endParaRPr lang="en-US" dirty="0"/>
          </a:p>
        </p:txBody>
      </p:sp>
      <p:sp>
        <p:nvSpPr>
          <p:cNvPr id="189" name="Rectangle 3"/>
          <p:cNvSpPr txBox="1">
            <a:spLocks noChangeArrowheads="1"/>
          </p:cNvSpPr>
          <p:nvPr/>
        </p:nvSpPr>
        <p:spPr>
          <a:xfrm>
            <a:off x="1798051" y="1331088"/>
            <a:ext cx="4938590" cy="1938185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Pct val="75000"/>
              <a:buFont typeface="Wingdings" panose="05000000000000000000" pitchFamily="2" charset="2"/>
              <a:buNone/>
              <a:tabLst>
                <a:tab pos="566420" algn="l"/>
              </a:tabLst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例子：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tabLst>
                <a:tab pos="566420" algn="l"/>
              </a:tabLst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1 Gb/s 链路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tabLst>
                <a:tab pos="566420" algn="l"/>
              </a:tabLst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每个用户： 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  <a:p>
            <a:pPr marL="514350" marR="0" lvl="1" indent="-217805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8"/>
              </a:buClr>
              <a:buSzTx/>
              <a:buFontTx/>
              <a:buChar char="•"/>
              <a:tabLst>
                <a:tab pos="566420" algn="l"/>
              </a:tabLst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“活跃”时需要 100 Mb/s</a:t>
            </a:r>
            <a:r>
              <a:rPr kumimoji="0" lang="en-US" altLang="ja-JP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endParaRPr kumimoji="0" lang="en-US" altLang="ja-JP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  <a:p>
            <a:pPr marL="514350" marR="0" lvl="1" indent="-217805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8"/>
              </a:buClr>
              <a:buSzTx/>
              <a:buFontTx/>
              <a:buChar char="•"/>
              <a:tabLst>
                <a:tab pos="566420" algn="l"/>
              </a:tabLst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10% 的时间处于活跃状态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Arial" panose="020B0604020202020204" pitchFamily="34" charset="0"/>
              <a:cs typeface="+mn-cs"/>
            </a:endParaRPr>
          </a:p>
          <a:p>
            <a:pPr marL="567055" marR="0" lvl="1" indent="-2190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>
                <a:tab pos="566420" algn="l"/>
              </a:tabLst>
              <a:defRPr/>
            </a:pP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Arial" panose="020B0604020202020204" pitchFamily="34" charset="0"/>
              <a:cs typeface="+mn-cs"/>
            </a:endParaRPr>
          </a:p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tabLst>
                <a:tab pos="566420" algn="l"/>
              </a:tabLst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90" name="Rectangle 4"/>
          <p:cNvSpPr txBox="1">
            <a:spLocks noChangeArrowheads="1"/>
          </p:cNvSpPr>
          <p:nvPr/>
        </p:nvSpPr>
        <p:spPr>
          <a:xfrm>
            <a:off x="770020" y="3313964"/>
            <a:ext cx="11085095" cy="6096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None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问：在电路交换和分组交换下，这个网络可支持多少用户？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208" name="TextBox 1"/>
          <p:cNvSpPr txBox="1">
            <a:spLocks noChangeArrowheads="1"/>
          </p:cNvSpPr>
          <p:nvPr/>
        </p:nvSpPr>
        <p:spPr bwMode="auto">
          <a:xfrm>
            <a:off x="876491" y="6199144"/>
            <a:ext cx="91471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* 更多示例见在线交互练习：http://gaia.cs.umass.edu/kurose_ross/interactive</a:t>
            </a:r>
            <a:r>
              <a:rPr kumimoji="0" lang="en-US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/>
            </a:r>
            <a:endParaRPr kumimoji="0" lang="en-US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</p:txBody>
      </p:sp>
      <p:grpSp>
        <p:nvGrpSpPr>
          <p:cNvPr id="4" name="Group 3"/>
          <p:cNvGrpSpPr/>
          <p:nvPr/>
        </p:nvGrpSpPr>
        <p:grpSpPr>
          <a:xfrm>
            <a:off x="5274718" y="1427105"/>
            <a:ext cx="4284372" cy="1665011"/>
            <a:chOff x="6463839" y="2201136"/>
            <a:chExt cx="5112300" cy="2005013"/>
          </a:xfrm>
        </p:grpSpPr>
        <p:sp>
          <p:nvSpPr>
            <p:cNvPr id="191" name="Line 15"/>
            <p:cNvSpPr>
              <a:spLocks noChangeShapeType="1"/>
            </p:cNvSpPr>
            <p:nvPr/>
          </p:nvSpPr>
          <p:spPr bwMode="auto">
            <a:xfrm>
              <a:off x="7197264" y="2684966"/>
              <a:ext cx="838200" cy="457200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2" name="Line 16"/>
            <p:cNvSpPr>
              <a:spLocks noChangeShapeType="1"/>
            </p:cNvSpPr>
            <p:nvPr/>
          </p:nvSpPr>
          <p:spPr bwMode="auto">
            <a:xfrm>
              <a:off x="8027887" y="3142166"/>
              <a:ext cx="2038350" cy="0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3" name="Line 17"/>
            <p:cNvSpPr>
              <a:spLocks noChangeShapeType="1"/>
            </p:cNvSpPr>
            <p:nvPr/>
          </p:nvSpPr>
          <p:spPr bwMode="auto">
            <a:xfrm>
              <a:off x="8027887" y="3317507"/>
              <a:ext cx="2038350" cy="0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4" name="Line 18"/>
            <p:cNvSpPr>
              <a:spLocks noChangeShapeType="1"/>
            </p:cNvSpPr>
            <p:nvPr/>
          </p:nvSpPr>
          <p:spPr bwMode="auto">
            <a:xfrm flipV="1">
              <a:off x="7273464" y="3317507"/>
              <a:ext cx="761999" cy="609599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5" name="Text Box 19"/>
            <p:cNvSpPr txBox="1">
              <a:spLocks noChangeArrowheads="1"/>
            </p:cNvSpPr>
            <p:nvPr/>
          </p:nvSpPr>
          <p:spPr bwMode="auto">
            <a:xfrm>
              <a:off x="6979492" y="2909443"/>
              <a:ext cx="876970" cy="6819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8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N</a:t>
              </a: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 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用户</a:t>
              </a: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96" name="Text Box 20"/>
            <p:cNvSpPr txBox="1">
              <a:spLocks noChangeArrowheads="1"/>
            </p:cNvSpPr>
            <p:nvPr/>
          </p:nvSpPr>
          <p:spPr bwMode="auto">
            <a:xfrm>
              <a:off x="10245005" y="3251831"/>
              <a:ext cx="1331134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1 Gbps 链路</a:t>
              </a: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97" name="Line 47"/>
            <p:cNvSpPr>
              <a:spLocks noChangeShapeType="1"/>
            </p:cNvSpPr>
            <p:nvPr/>
          </p:nvSpPr>
          <p:spPr bwMode="auto">
            <a:xfrm>
              <a:off x="9308639" y="3234599"/>
              <a:ext cx="1409700" cy="0"/>
            </a:xfrm>
            <a:prstGeom prst="line">
              <a:avLst/>
            </a:prstGeom>
            <a:noFill/>
            <a:ln w="444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1" name="Text Box 34"/>
            <p:cNvSpPr txBox="1">
              <a:spLocks noChangeArrowheads="1"/>
            </p:cNvSpPr>
            <p:nvPr/>
          </p:nvSpPr>
          <p:spPr bwMode="auto">
            <a:xfrm rot="5273514">
              <a:off x="6621034" y="2903648"/>
              <a:ext cx="736600" cy="5191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…..</a:t>
              </a:r>
              <a:endParaRPr kumimoji="0" lang="en-US" altLang="en-US" sz="2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grpSp>
          <p:nvGrpSpPr>
            <p:cNvPr id="202" name="Group 37"/>
            <p:cNvGrpSpPr/>
            <p:nvPr/>
          </p:nvGrpSpPr>
          <p:grpSpPr bwMode="auto">
            <a:xfrm>
              <a:off x="6463839" y="2201136"/>
              <a:ext cx="779462" cy="679450"/>
              <a:chOff x="-44" y="1473"/>
              <a:chExt cx="981" cy="1105"/>
            </a:xfrm>
          </p:grpSpPr>
          <p:pic>
            <p:nvPicPr>
              <p:cNvPr id="203" name="Picture 38" descr="desktop_computer_stylized_medium"/>
              <p:cNvPicPr>
                <a:picLocks noChangeAspect="1" noChangeArrowheads="1"/>
              </p:cNvPicPr>
              <p:nvPr/>
            </p:nvPicPr>
            <p:blipFill>
              <a:blip r:embed="rId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04" name="Freeform 39"/>
              <p:cNvSpPr/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8034 w 356"/>
                  <a:gd name="T3" fmla="*/ 1220 h 368"/>
                  <a:gd name="T4" fmla="*/ 21394 w 356"/>
                  <a:gd name="T5" fmla="*/ 25425 h 368"/>
                  <a:gd name="T6" fmla="*/ 4715 w 356"/>
                  <a:gd name="T7" fmla="*/ 31797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prstDash val="solid"/>
                    <a:rou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05" name="Group 40"/>
            <p:cNvGrpSpPr/>
            <p:nvPr/>
          </p:nvGrpSpPr>
          <p:grpSpPr bwMode="auto">
            <a:xfrm>
              <a:off x="6468601" y="3526699"/>
              <a:ext cx="779463" cy="679450"/>
              <a:chOff x="-44" y="1473"/>
              <a:chExt cx="981" cy="1105"/>
            </a:xfrm>
          </p:grpSpPr>
          <p:pic>
            <p:nvPicPr>
              <p:cNvPr id="206" name="Picture 41" descr="desktop_computer_stylized_medium"/>
              <p:cNvPicPr>
                <a:picLocks noChangeAspect="1" noChangeArrowheads="1"/>
              </p:cNvPicPr>
              <p:nvPr/>
            </p:nvPicPr>
            <p:blipFill>
              <a:blip r:embed="rId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07" name="Freeform 42"/>
              <p:cNvSpPr/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8034 w 356"/>
                  <a:gd name="T3" fmla="*/ 1220 h 368"/>
                  <a:gd name="T4" fmla="*/ 21394 w 356"/>
                  <a:gd name="T5" fmla="*/ 25425 h 368"/>
                  <a:gd name="T6" fmla="*/ 4715 w 356"/>
                  <a:gd name="T7" fmla="*/ 31797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prstDash val="solid"/>
                    <a:rou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09" name="Group 208"/>
            <p:cNvGrpSpPr/>
            <p:nvPr/>
          </p:nvGrpSpPr>
          <p:grpSpPr>
            <a:xfrm>
              <a:off x="8273141" y="2958864"/>
              <a:ext cx="1158784" cy="572412"/>
              <a:chOff x="7493876" y="2774731"/>
              <a:chExt cx="1481958" cy="894622"/>
            </a:xfrm>
          </p:grpSpPr>
          <p:sp>
            <p:nvSpPr>
              <p:cNvPr id="210" name="Freeform 209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1" name="Oval 210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212" name="Group 211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13" name="Freeform 212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" name="Freeform 213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5" name="Freeform 214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6" name="Freeform 215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sp>
        <p:nvSpPr>
          <p:cNvPr id="32" name="Rectangle 3"/>
          <p:cNvSpPr txBox="1">
            <a:spLocks noChangeArrowheads="1"/>
          </p:cNvSpPr>
          <p:nvPr/>
        </p:nvSpPr>
        <p:spPr>
          <a:xfrm>
            <a:off x="908221" y="3603662"/>
            <a:ext cx="4938590" cy="96425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567055" marR="0" lvl="1" indent="-2190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>
                <a:tab pos="566420" algn="l"/>
              </a:tabLst>
              <a:defRPr/>
            </a:pP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Arial" panose="020B0604020202020204" pitchFamily="34" charset="0"/>
              <a:cs typeface="+mn-cs"/>
            </a:endParaRPr>
          </a:p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tabLst>
                <a:tab pos="566420" algn="l"/>
              </a:tabLst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电路交换：10 个用户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/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Arial" panose="020B0604020202020204" pitchFamily="34" charset="0"/>
              <a:cs typeface="+mn-cs"/>
            </a:endParaRPr>
          </a:p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tabLst>
                <a:tab pos="566420" algn="l"/>
              </a:tabLst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grpSp>
        <p:nvGrpSpPr>
          <p:cNvPr id="3" name="Group 2"/>
          <p:cNvGrpSpPr/>
          <p:nvPr/>
        </p:nvGrpSpPr>
        <p:grpSpPr>
          <a:xfrm>
            <a:off x="914111" y="4198445"/>
            <a:ext cx="10214966" cy="2164114"/>
            <a:chOff x="949766" y="3703137"/>
            <a:chExt cx="10214966" cy="2164114"/>
          </a:xfrm>
        </p:grpSpPr>
        <p:grpSp>
          <p:nvGrpSpPr>
            <p:cNvPr id="198" name="Group 35"/>
            <p:cNvGrpSpPr/>
            <p:nvPr/>
          </p:nvGrpSpPr>
          <p:grpSpPr bwMode="auto">
            <a:xfrm>
              <a:off x="6219664" y="4101095"/>
              <a:ext cx="4945068" cy="1295399"/>
              <a:chOff x="2915" y="2642"/>
              <a:chExt cx="3115" cy="816"/>
            </a:xfrm>
          </p:grpSpPr>
          <p:sp>
            <p:nvSpPr>
              <p:cNvPr id="199" name="Text Box 48"/>
              <p:cNvSpPr txBox="1">
                <a:spLocks noChangeArrowheads="1"/>
              </p:cNvSpPr>
              <p:nvPr/>
            </p:nvSpPr>
            <p:spPr bwMode="auto">
              <a:xfrm>
                <a:off x="2915" y="2642"/>
                <a:ext cx="3115" cy="33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2800" b="0" i="1" u="none" strike="noStrike" kern="1200" cap="none" spc="0" normalizeH="0" baseline="0" noProof="0" dirty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+mn-cs"/>
                  </a:rPr>
                  <a:t>问：0.0004 这个值是怎么得到的？</a:t>
                </a:r>
                <a:r>
                  <a:rPr kumimoji="0" lang="en-US" alt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+mn-cs"/>
                  </a:rPr>
                  <a:t/>
                </a:r>
                <a:endPara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200" name="Text Box 48"/>
              <p:cNvSpPr txBox="1">
                <a:spLocks noChangeArrowheads="1"/>
              </p:cNvSpPr>
              <p:nvPr/>
            </p:nvSpPr>
            <p:spPr bwMode="auto">
              <a:xfrm>
                <a:off x="2930" y="2935"/>
                <a:ext cx="2986" cy="5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2800" b="0" i="1" u="none" strike="noStrike" kern="1200" cap="none" spc="0" normalizeH="0" baseline="0" noProof="0" dirty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+mn-cs"/>
                  </a:rPr>
                  <a:t>答：作业题（仅面向学过概率课程的同学）</a:t>
                </a:r>
                <a:r>
                  <a:rPr kumimoji="0" lang="en-US" alt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+mn-cs"/>
                  </a:rPr>
                  <a:t/>
                </a:r>
                <a:r>
                  <a: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+mn-cs"/>
                  </a:rPr>
                  <a:t/>
                </a:r>
                <a:endPara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3" name="Rectangle 3"/>
            <p:cNvSpPr txBox="1">
              <a:spLocks noChangeArrowheads="1"/>
            </p:cNvSpPr>
            <p:nvPr/>
          </p:nvSpPr>
          <p:spPr>
            <a:xfrm>
              <a:off x="949766" y="3703137"/>
              <a:ext cx="4938590" cy="2164114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anose="05000000000000000000" pitchFamily="2" charset="2"/>
                <a:buChar char="§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567055" marR="0" lvl="1" indent="-219075" algn="l" defTabSz="914400" rtl="0" eaLnBrk="1" fontAlgn="auto" latinLnBrk="0" hangingPunct="1">
                <a:lnSpc>
                  <a:spcPct val="90000"/>
                </a:lnSpc>
                <a:spcBef>
                  <a:spcPts val="500"/>
                </a:spcBef>
                <a:spcAft>
                  <a:spcPts val="0"/>
                </a:spcAft>
                <a:buClr>
                  <a:srgbClr val="0000A8"/>
                </a:buClr>
                <a:buSzTx/>
                <a:buFont typeface="Arial" panose="020B0604020202020204" pitchFamily="34" charset="0"/>
                <a:buChar char="•"/>
                <a:tabLst>
                  <a:tab pos="566420" algn="l"/>
                </a:tabLst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endParaRPr>
            </a:p>
            <a:p>
              <a:pPr marL="231775" marR="0" lvl="0" indent="-231775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panose="05000000000000000000" pitchFamily="2" charset="2"/>
                <a:buChar char="§"/>
                <a:tabLst>
                  <a:tab pos="566420" algn="l"/>
                </a:tabLst>
                <a:defRPr/>
              </a:pPr>
              <a:r>
                <a:rPr kumimoji="0" lang="en-US" altLang="en-US" sz="2800" b="0" i="1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分组交换：35 个用户时，同时超过 10 个用户活跃的概率小于 .0004 *</a:t>
              </a: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/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Arial" panose="020B0604020202020204" pitchFamily="34" charset="0"/>
                  <a:cs typeface="+mn-cs"/>
                </a:rPr>
                <a:t/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endParaRPr>
            </a:p>
            <a:p>
              <a:pPr marL="231775" marR="0" lvl="0" indent="-231775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panose="05000000000000000000" pitchFamily="2" charset="2"/>
                <a:buChar char="§"/>
                <a:tabLst>
                  <a:tab pos="566420" algn="l"/>
                </a:tabLst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35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引言：1-</a:t>
            </a:r>
            <a:fld id="{C4204591-24BD-A542-B9D5-F8D8A88D2FEE}" type="slidenum">
              <a:rPr lang="en-US" smtClean="0"/>
            </a:fld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2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8" grpId="0"/>
      <p:bldP spid="32" grpId="0"/>
    </p:bld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8200" y="244222"/>
            <a:ext cx="10515600" cy="894622"/>
          </a:xfrm>
        </p:spPr>
        <p:txBody>
          <a:bodyPr/>
          <a:lstStyle/>
          <a:p>
            <a:r>
              <a:rPr lang="en-US" altLang="ja-JP" dirty="0"/>
              <a:t>分组交换与电路交换</a:t>
            </a:r>
            <a:endParaRPr lang="en-US" dirty="0"/>
          </a:p>
        </p:txBody>
      </p:sp>
      <p:sp>
        <p:nvSpPr>
          <p:cNvPr id="32" name="Rectangle 3"/>
          <p:cNvSpPr txBox="1">
            <a:spLocks noChangeArrowheads="1"/>
          </p:cNvSpPr>
          <p:nvPr/>
        </p:nvSpPr>
        <p:spPr>
          <a:xfrm>
            <a:off x="867714" y="1869451"/>
            <a:ext cx="10470588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655" marR="0" lvl="0" indent="-28765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非常适合“突发式”数据：有时有数据发送，有时没有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资源共享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Arial" panose="020B0604020202020204" pitchFamily="34" charset="0"/>
              <a:cs typeface="+mn-cs"/>
            </a:endParaRP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更简单，无需建立呼叫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Arial" panose="020B0604020202020204" pitchFamily="34" charset="0"/>
              <a:cs typeface="+mn-cs"/>
            </a:endParaRPr>
          </a:p>
          <a:p>
            <a:pPr marL="287655" marR="0" lvl="0" indent="-28765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可能发生严重拥塞：缓冲区溢出导致分组时延和丢失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需要协议来实现可靠数据传输和拥塞控制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Arial" panose="020B0604020202020204" pitchFamily="34" charset="0"/>
              <a:cs typeface="+mn-cs"/>
            </a:endParaRPr>
          </a:p>
          <a:p>
            <a:pPr marL="287655" marR="0" lvl="0" indent="-28765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问：如何用分组交换提供类似电路的行为？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“这很复杂。”我们将学习多种技术，使分组交换尽可能表现得“像电路”。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Arial" panose="020B0604020202020204" pitchFamily="34" charset="0"/>
              <a:cs typeface="+mn-cs"/>
            </a:endParaRPr>
          </a:p>
        </p:txBody>
      </p:sp>
      <p:sp>
        <p:nvSpPr>
          <p:cNvPr id="33" name="Rectangle 4"/>
          <p:cNvSpPr txBox="1">
            <a:spLocks noChangeArrowheads="1"/>
          </p:cNvSpPr>
          <p:nvPr/>
        </p:nvSpPr>
        <p:spPr>
          <a:xfrm>
            <a:off x="726050" y="1206091"/>
            <a:ext cx="7620000" cy="6096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None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分组交换是毫无悬念的赢家吗？</a:t>
            </a:r>
            <a:r>
              <a:rPr kumimoji="0" lang="en-US" altLang="ja-JP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34" name="Text Box 20"/>
          <p:cNvSpPr txBox="1">
            <a:spLocks noChangeArrowheads="1"/>
          </p:cNvSpPr>
          <p:nvPr/>
        </p:nvSpPr>
        <p:spPr bwMode="auto">
          <a:xfrm>
            <a:off x="989983" y="5381704"/>
            <a:ext cx="10471332" cy="9541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 pitchFamily="34" charset="0"/>
                <a:ea typeface="MS PGothic" panose="020B0600070205080204" pitchFamily="34" charset="-128"/>
                <a:cs typeface="Calibri" panose="020F0502020204030204" pitchFamily="34" charset="0"/>
              </a:rPr>
              <a:t>问：人类社会中有哪些“预留资源”（电路交换）与“按需分配”（分组交换）的类比？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MS PGothic" panose="020B0600070205080204" pitchFamily="34" charset="-128"/>
                <a:cs typeface="Calibri" panose="020F0502020204030204" pitchFamily="34" charset="0"/>
              </a:rPr>
              <a:t/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MS PGothic" panose="020B0600070205080204" pitchFamily="34" charset="-128"/>
              <a:cs typeface="Calibri" panose="020F0502020204030204" pitchFamily="34" charset="0"/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引言：1-</a:t>
            </a:r>
            <a:fld id="{C4204591-24BD-A542-B9D5-F8D8A88D2FEE}" type="slidenum">
              <a:rPr lang="en-US" smtClean="0"/>
            </a:fld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3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3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3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3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3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3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" grpId="0"/>
    </p:bld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MS PGothic" panose="020B0600070205080204" pitchFamily="34" charset="-128"/>
              </a:rPr>
              <a:t>互联网结构：“网络的网络”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76092" y="1485150"/>
            <a:ext cx="6220653" cy="4776165"/>
          </a:xfrm>
        </p:spPr>
        <p:txBody>
          <a:bodyPr>
            <a:normAutofit/>
          </a:bodyPr>
          <a:lstStyle/>
          <a:p>
            <a:pPr marL="466725" indent="-336550">
              <a:spcBef>
                <a:spcPct val="20000"/>
              </a:spcBef>
              <a:buClr>
                <a:srgbClr val="000099"/>
              </a:buClr>
              <a:buSzPct val="100000"/>
            </a:pPr>
            <a:r>
              <a:rPr lang="en-US" altLang="en-US" sz="3000" dirty="0"/>
              <a:t>主机通过接入互联网服务提供商（ISP）连接到互联网</a:t>
            </a:r>
            <a:r>
              <a:rPr lang="en-US" altLang="en-US" sz="3000" dirty="0">
                <a:solidFill>
                  <a:srgbClr val="C00000"/>
                </a:solidFill>
              </a:rPr>
              <a:t/>
            </a:r>
            <a:r>
              <a:rPr lang="en-US" altLang="en-US" sz="3000" dirty="0"/>
              <a:t/>
            </a:r>
            <a:endParaRPr lang="en-US" altLang="en-US" sz="3000" dirty="0"/>
          </a:p>
          <a:p>
            <a:pPr marL="466725" indent="-336550">
              <a:spcBef>
                <a:spcPct val="20000"/>
              </a:spcBef>
              <a:buClr>
                <a:srgbClr val="000099"/>
              </a:buClr>
              <a:buSzPct val="100000"/>
            </a:pPr>
            <a:r>
              <a:rPr lang="en-US" altLang="en-US" sz="3000" dirty="0"/>
              <a:t>接入 ISP 之间也必须互连</a:t>
            </a:r>
            <a:endParaRPr lang="en-US" altLang="en-US" sz="3000" dirty="0"/>
          </a:p>
          <a:p>
            <a:pPr marL="847725" lvl="2" indent="-2698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</a:pPr>
            <a:r>
              <a:rPr lang="en-US" altLang="en-US" sz="2800" dirty="0"/>
              <a:t>这样任意两台主机（无论在哪里）才能彼此发送分组</a:t>
            </a:r>
            <a:r>
              <a:rPr lang="en-US" altLang="en-US" sz="2800" i="1" dirty="0"/>
              <a:t/>
            </a:r>
            <a:r>
              <a:rPr lang="en-US" altLang="en-US" sz="2800" dirty="0"/>
              <a:t/>
            </a:r>
            <a:r>
              <a:rPr lang="en-US" altLang="en-US" sz="2800" i="1" dirty="0"/>
              <a:t/>
            </a:r>
            <a:r>
              <a:rPr lang="en-US" altLang="en-US" sz="2800" dirty="0"/>
              <a:t/>
            </a:r>
            <a:endParaRPr lang="en-US" altLang="en-US" sz="2800" dirty="0"/>
          </a:p>
          <a:p>
            <a:pPr marL="466725" indent="-3365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</a:pPr>
            <a:r>
              <a:rPr lang="en-US" altLang="en-US" sz="3000" dirty="0"/>
              <a:t>由此形成的“网络的网络”非常复杂</a:t>
            </a:r>
            <a:endParaRPr lang="en-US" altLang="en-US" sz="3000" dirty="0"/>
          </a:p>
          <a:p>
            <a:pPr marL="847725" lvl="2" indent="-2698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</a:pPr>
            <a:r>
              <a:rPr lang="en-US" altLang="en-US" sz="2800" dirty="0"/>
              <a:t>其演化受经济因素和国家政策驱动</a:t>
            </a:r>
            <a:r>
              <a:rPr lang="en-US" altLang="en-US" sz="2800" dirty="0">
                <a:solidFill>
                  <a:srgbClr val="C00000"/>
                </a:solidFill>
              </a:rPr>
              <a:t/>
            </a:r>
            <a:r>
              <a:rPr lang="en-US" altLang="en-US" sz="2800" dirty="0"/>
              <a:t/>
            </a:r>
            <a:r>
              <a:rPr lang="en-US" altLang="en-US" sz="2800" dirty="0">
                <a:solidFill>
                  <a:srgbClr val="C00000"/>
                </a:solidFill>
              </a:rPr>
              <a:t/>
            </a:r>
            <a:endParaRPr lang="en-US" altLang="en-US" sz="2800" dirty="0">
              <a:solidFill>
                <a:srgbClr val="C00000"/>
              </a:solidFill>
            </a:endParaRPr>
          </a:p>
          <a:p>
            <a:endParaRPr lang="en-US" dirty="0"/>
          </a:p>
        </p:txBody>
      </p:sp>
      <p:sp>
        <p:nvSpPr>
          <p:cNvPr id="5" name="Content Placeholder 2"/>
          <p:cNvSpPr txBox="1"/>
          <p:nvPr/>
        </p:nvSpPr>
        <p:spPr>
          <a:xfrm>
            <a:off x="645762" y="6138841"/>
            <a:ext cx="11732217" cy="54192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30175" marR="0" lvl="0" indent="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anose="05000000000000000000" pitchFamily="2" charset="2"/>
              <a:buNone/>
              <a:defRPr/>
            </a:pPr>
            <a:r>
              <a:rPr kumimoji="0" lang="en-US" altLang="en-US" sz="3000" b="0" i="1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下面用分步方式描述当前互联网结构</a:t>
            </a:r>
            <a:r>
              <a:rPr kumimoji="0" lang="en-US" altLang="ja-JP" sz="3000" b="0" i="1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 panose="020F0502020204030204"/>
                <a:ea typeface="Yu Gothic" panose="020B0400000000000000" pitchFamily="34" charset="-128"/>
                <a:cs typeface="+mn-cs"/>
              </a:rPr>
              <a:t/>
            </a:r>
            <a:endParaRPr kumimoji="0" lang="en-US" altLang="en-US" sz="3000" b="0" i="1" u="none" strike="noStrike" kern="1200" cap="none" spc="0" normalizeH="0" baseline="0" noProof="0" dirty="0">
              <a:ln>
                <a:noFill/>
              </a:ln>
              <a:solidFill>
                <a:srgbClr val="0000A3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4" name="Group 3"/>
          <p:cNvGrpSpPr/>
          <p:nvPr/>
        </p:nvGrpSpPr>
        <p:grpSpPr>
          <a:xfrm>
            <a:off x="6864725" y="1395473"/>
            <a:ext cx="4866085" cy="4498682"/>
            <a:chOff x="6864725" y="1395473"/>
            <a:chExt cx="4866085" cy="4498682"/>
          </a:xfrm>
        </p:grpSpPr>
        <p:sp>
          <p:nvSpPr>
            <p:cNvPr id="7" name="Rectangle 419"/>
            <p:cNvSpPr>
              <a:spLocks noChangeArrowheads="1"/>
            </p:cNvSpPr>
            <p:nvPr/>
          </p:nvSpPr>
          <p:spPr bwMode="auto">
            <a:xfrm>
              <a:off x="7439074" y="3460091"/>
              <a:ext cx="986999" cy="669622"/>
            </a:xfrm>
            <a:prstGeom prst="rect">
              <a:avLst/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8" name="Freeform 7"/>
            <p:cNvSpPr/>
            <p:nvPr/>
          </p:nvSpPr>
          <p:spPr>
            <a:xfrm>
              <a:off x="8985188" y="2972790"/>
              <a:ext cx="1124807" cy="1337915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-1" fmla="*/ 434989 w 1537226"/>
                <a:gd name="connsiteY0-2" fmla="*/ 253346 h 1763594"/>
                <a:gd name="connsiteX1-3" fmla="*/ 488 w 1537226"/>
                <a:gd name="connsiteY1-4" fmla="*/ 921706 h 1763594"/>
                <a:gd name="connsiteX2-5" fmla="*/ 368142 w 1537226"/>
                <a:gd name="connsiteY2-6" fmla="*/ 1489812 h 1763594"/>
                <a:gd name="connsiteX3-7" fmla="*/ 1187008 w 1537226"/>
                <a:gd name="connsiteY3-8" fmla="*/ 1757156 h 1763594"/>
                <a:gd name="connsiteX4-9" fmla="*/ 1521239 w 1537226"/>
                <a:gd name="connsiteY4-10" fmla="*/ 1239177 h 1763594"/>
                <a:gd name="connsiteX5-11" fmla="*/ 1468998 w 1537226"/>
                <a:gd name="connsiteY5-12" fmla="*/ 654362 h 1763594"/>
                <a:gd name="connsiteX6-13" fmla="*/ 1337412 w 1537226"/>
                <a:gd name="connsiteY6-14" fmla="*/ 136383 h 1763594"/>
                <a:gd name="connsiteX7-15" fmla="*/ 1086739 w 1537226"/>
                <a:gd name="connsiteY7-16" fmla="*/ 2711 h 1763594"/>
                <a:gd name="connsiteX8-17" fmla="*/ 434989 w 1537226"/>
                <a:gd name="connsiteY8-18" fmla="*/ 253346 h 1763594"/>
                <a:gd name="connsiteX0-19" fmla="*/ 434989 w 1537226"/>
                <a:gd name="connsiteY0-20" fmla="*/ 253346 h 1763594"/>
                <a:gd name="connsiteX1-21" fmla="*/ 488 w 1537226"/>
                <a:gd name="connsiteY1-22" fmla="*/ 921706 h 1763594"/>
                <a:gd name="connsiteX2-23" fmla="*/ 368142 w 1537226"/>
                <a:gd name="connsiteY2-24" fmla="*/ 1489812 h 1763594"/>
                <a:gd name="connsiteX3-25" fmla="*/ 1187008 w 1537226"/>
                <a:gd name="connsiteY3-26" fmla="*/ 1757156 h 1763594"/>
                <a:gd name="connsiteX4-27" fmla="*/ 1521239 w 1537226"/>
                <a:gd name="connsiteY4-28" fmla="*/ 1239177 h 1763594"/>
                <a:gd name="connsiteX5-29" fmla="*/ 1468998 w 1537226"/>
                <a:gd name="connsiteY5-30" fmla="*/ 654362 h 1763594"/>
                <a:gd name="connsiteX6-31" fmla="*/ 1337412 w 1537226"/>
                <a:gd name="connsiteY6-32" fmla="*/ 136383 h 1763594"/>
                <a:gd name="connsiteX7-33" fmla="*/ 839572 w 1537226"/>
                <a:gd name="connsiteY7-34" fmla="*/ 2711 h 1763594"/>
                <a:gd name="connsiteX8-35" fmla="*/ 434989 w 1537226"/>
                <a:gd name="connsiteY8-36" fmla="*/ 253346 h 1763594"/>
                <a:gd name="connsiteX0-37" fmla="*/ 360357 w 1536743"/>
                <a:gd name="connsiteY0-38" fmla="*/ 534641 h 1782088"/>
                <a:gd name="connsiteX1-39" fmla="*/ 5 w 1536743"/>
                <a:gd name="connsiteY1-40" fmla="*/ 940200 h 1782088"/>
                <a:gd name="connsiteX2-41" fmla="*/ 367659 w 1536743"/>
                <a:gd name="connsiteY2-42" fmla="*/ 1508306 h 1782088"/>
                <a:gd name="connsiteX3-43" fmla="*/ 1186525 w 1536743"/>
                <a:gd name="connsiteY3-44" fmla="*/ 1775650 h 1782088"/>
                <a:gd name="connsiteX4-45" fmla="*/ 1520756 w 1536743"/>
                <a:gd name="connsiteY4-46" fmla="*/ 1257671 h 1782088"/>
                <a:gd name="connsiteX5-47" fmla="*/ 1468515 w 1536743"/>
                <a:gd name="connsiteY5-48" fmla="*/ 672856 h 1782088"/>
                <a:gd name="connsiteX6-49" fmla="*/ 1336929 w 1536743"/>
                <a:gd name="connsiteY6-50" fmla="*/ 154877 h 1782088"/>
                <a:gd name="connsiteX7-51" fmla="*/ 839089 w 1536743"/>
                <a:gd name="connsiteY7-52" fmla="*/ 21205 h 1782088"/>
                <a:gd name="connsiteX8-53" fmla="*/ 360357 w 1536743"/>
                <a:gd name="connsiteY8-54" fmla="*/ 534641 h 1782088"/>
                <a:gd name="connsiteX0-55" fmla="*/ 360355 w 1536741"/>
                <a:gd name="connsiteY0-56" fmla="*/ 534641 h 1782088"/>
                <a:gd name="connsiteX1-57" fmla="*/ 3 w 1536741"/>
                <a:gd name="connsiteY1-58" fmla="*/ 940200 h 1782088"/>
                <a:gd name="connsiteX2-59" fmla="*/ 367657 w 1536741"/>
                <a:gd name="connsiteY2-60" fmla="*/ 1508306 h 1782088"/>
                <a:gd name="connsiteX3-61" fmla="*/ 1186523 w 1536741"/>
                <a:gd name="connsiteY3-62" fmla="*/ 1775650 h 1782088"/>
                <a:gd name="connsiteX4-63" fmla="*/ 1520754 w 1536741"/>
                <a:gd name="connsiteY4-64" fmla="*/ 1257671 h 1782088"/>
                <a:gd name="connsiteX5-65" fmla="*/ 1468513 w 1536741"/>
                <a:gd name="connsiteY5-66" fmla="*/ 672856 h 1782088"/>
                <a:gd name="connsiteX6-67" fmla="*/ 1336927 w 1536741"/>
                <a:gd name="connsiteY6-68" fmla="*/ 154877 h 1782088"/>
                <a:gd name="connsiteX7-69" fmla="*/ 839087 w 1536741"/>
                <a:gd name="connsiteY7-70" fmla="*/ 21205 h 1782088"/>
                <a:gd name="connsiteX8-71" fmla="*/ 360355 w 1536741"/>
                <a:gd name="connsiteY8-72" fmla="*/ 534641 h 1782088"/>
                <a:gd name="connsiteX0-73" fmla="*/ 382604 w 1558990"/>
                <a:gd name="connsiteY0-74" fmla="*/ 534641 h 1810599"/>
                <a:gd name="connsiteX1-75" fmla="*/ 22252 w 1558990"/>
                <a:gd name="connsiteY1-76" fmla="*/ 940200 h 1810599"/>
                <a:gd name="connsiteX2-77" fmla="*/ 167457 w 1558990"/>
                <a:gd name="connsiteY2-78" fmla="*/ 1672556 h 1810599"/>
                <a:gd name="connsiteX3-79" fmla="*/ 1208772 w 1558990"/>
                <a:gd name="connsiteY3-80" fmla="*/ 1775650 h 1810599"/>
                <a:gd name="connsiteX4-81" fmla="*/ 1543003 w 1558990"/>
                <a:gd name="connsiteY4-82" fmla="*/ 1257671 h 1810599"/>
                <a:gd name="connsiteX5-83" fmla="*/ 1490762 w 1558990"/>
                <a:gd name="connsiteY5-84" fmla="*/ 672856 h 1810599"/>
                <a:gd name="connsiteX6-85" fmla="*/ 1359176 w 1558990"/>
                <a:gd name="connsiteY6-86" fmla="*/ 154877 h 1810599"/>
                <a:gd name="connsiteX7-87" fmla="*/ 861336 w 1558990"/>
                <a:gd name="connsiteY7-88" fmla="*/ 21205 h 1810599"/>
                <a:gd name="connsiteX8-89" fmla="*/ 382604 w 1558990"/>
                <a:gd name="connsiteY8-90" fmla="*/ 534641 h 1810599"/>
                <a:gd name="connsiteX0-91" fmla="*/ 393458 w 1593840"/>
                <a:gd name="connsiteY0-92" fmla="*/ 534641 h 1793264"/>
                <a:gd name="connsiteX1-93" fmla="*/ 33106 w 1593840"/>
                <a:gd name="connsiteY1-94" fmla="*/ 940200 h 1793264"/>
                <a:gd name="connsiteX2-95" fmla="*/ 178311 w 1593840"/>
                <a:gd name="connsiteY2-96" fmla="*/ 1672556 h 1793264"/>
                <a:gd name="connsiteX3-97" fmla="*/ 1464139 w 1593840"/>
                <a:gd name="connsiteY3-98" fmla="*/ 1752440 h 1793264"/>
                <a:gd name="connsiteX4-99" fmla="*/ 1553857 w 1593840"/>
                <a:gd name="connsiteY4-100" fmla="*/ 1257671 h 1793264"/>
                <a:gd name="connsiteX5-101" fmla="*/ 1501616 w 1593840"/>
                <a:gd name="connsiteY5-102" fmla="*/ 672856 h 1793264"/>
                <a:gd name="connsiteX6-103" fmla="*/ 1370030 w 1593840"/>
                <a:gd name="connsiteY6-104" fmla="*/ 154877 h 1793264"/>
                <a:gd name="connsiteX7-105" fmla="*/ 872190 w 1593840"/>
                <a:gd name="connsiteY7-106" fmla="*/ 21205 h 1793264"/>
                <a:gd name="connsiteX8-107" fmla="*/ 393458 w 1593840"/>
                <a:gd name="connsiteY8-108" fmla="*/ 534641 h 1793264"/>
                <a:gd name="connsiteX0-109" fmla="*/ 393458 w 1566550"/>
                <a:gd name="connsiteY0-110" fmla="*/ 534641 h 1840341"/>
                <a:gd name="connsiteX1-111" fmla="*/ 33106 w 1566550"/>
                <a:gd name="connsiteY1-112" fmla="*/ 940200 h 1840341"/>
                <a:gd name="connsiteX2-113" fmla="*/ 178311 w 1566550"/>
                <a:gd name="connsiteY2-114" fmla="*/ 1672556 h 1840341"/>
                <a:gd name="connsiteX3-115" fmla="*/ 1464139 w 1566550"/>
                <a:gd name="connsiteY3-116" fmla="*/ 1752440 h 1840341"/>
                <a:gd name="connsiteX4-117" fmla="*/ 1553857 w 1566550"/>
                <a:gd name="connsiteY4-118" fmla="*/ 1257671 h 1840341"/>
                <a:gd name="connsiteX5-119" fmla="*/ 1501616 w 1566550"/>
                <a:gd name="connsiteY5-120" fmla="*/ 672856 h 1840341"/>
                <a:gd name="connsiteX6-121" fmla="*/ 1370030 w 1566550"/>
                <a:gd name="connsiteY6-122" fmla="*/ 154877 h 1840341"/>
                <a:gd name="connsiteX7-123" fmla="*/ 872190 w 1566550"/>
                <a:gd name="connsiteY7-124" fmla="*/ 21205 h 1840341"/>
                <a:gd name="connsiteX8-125" fmla="*/ 393458 w 1566550"/>
                <a:gd name="connsiteY8-126" fmla="*/ 534641 h 1840341"/>
                <a:gd name="connsiteX0-127" fmla="*/ 393458 w 1555557"/>
                <a:gd name="connsiteY0-128" fmla="*/ 534641 h 1787187"/>
                <a:gd name="connsiteX1-129" fmla="*/ 33106 w 1555557"/>
                <a:gd name="connsiteY1-130" fmla="*/ 940200 h 1787187"/>
                <a:gd name="connsiteX2-131" fmla="*/ 178311 w 1555557"/>
                <a:gd name="connsiteY2-132" fmla="*/ 1672556 h 1787187"/>
                <a:gd name="connsiteX3-133" fmla="*/ 1464139 w 1555557"/>
                <a:gd name="connsiteY3-134" fmla="*/ 1752440 h 1787187"/>
                <a:gd name="connsiteX4-135" fmla="*/ 1553857 w 1555557"/>
                <a:gd name="connsiteY4-136" fmla="*/ 1257671 h 1787187"/>
                <a:gd name="connsiteX5-137" fmla="*/ 1501616 w 1555557"/>
                <a:gd name="connsiteY5-138" fmla="*/ 672856 h 1787187"/>
                <a:gd name="connsiteX6-139" fmla="*/ 1370030 w 1555557"/>
                <a:gd name="connsiteY6-140" fmla="*/ 154877 h 1787187"/>
                <a:gd name="connsiteX7-141" fmla="*/ 872190 w 1555557"/>
                <a:gd name="connsiteY7-142" fmla="*/ 21205 h 1787187"/>
                <a:gd name="connsiteX8-143" fmla="*/ 393458 w 1555557"/>
                <a:gd name="connsiteY8-144" fmla="*/ 534641 h 1787187"/>
                <a:gd name="connsiteX0-145" fmla="*/ 401126 w 1664928"/>
                <a:gd name="connsiteY0-146" fmla="*/ 534641 h 1783934"/>
                <a:gd name="connsiteX1-147" fmla="*/ 40774 w 1664928"/>
                <a:gd name="connsiteY1-148" fmla="*/ 940200 h 1783934"/>
                <a:gd name="connsiteX2-149" fmla="*/ 185979 w 1664928"/>
                <a:gd name="connsiteY2-150" fmla="*/ 1672556 h 1783934"/>
                <a:gd name="connsiteX3-151" fmla="*/ 1618513 w 1664928"/>
                <a:gd name="connsiteY3-152" fmla="*/ 1747798 h 1783934"/>
                <a:gd name="connsiteX4-153" fmla="*/ 1561525 w 1664928"/>
                <a:gd name="connsiteY4-154" fmla="*/ 1257671 h 1783934"/>
                <a:gd name="connsiteX5-155" fmla="*/ 1509284 w 1664928"/>
                <a:gd name="connsiteY5-156" fmla="*/ 672856 h 1783934"/>
                <a:gd name="connsiteX6-157" fmla="*/ 1377698 w 1664928"/>
                <a:gd name="connsiteY6-158" fmla="*/ 154877 h 1783934"/>
                <a:gd name="connsiteX7-159" fmla="*/ 879858 w 1664928"/>
                <a:gd name="connsiteY7-160" fmla="*/ 21205 h 1783934"/>
                <a:gd name="connsiteX8-161" fmla="*/ 401126 w 1664928"/>
                <a:gd name="connsiteY8-162" fmla="*/ 534641 h 1783934"/>
                <a:gd name="connsiteX0-163" fmla="*/ 408119 w 1718774"/>
                <a:gd name="connsiteY0-164" fmla="*/ 534641 h 1826522"/>
                <a:gd name="connsiteX1-165" fmla="*/ 47767 w 1718774"/>
                <a:gd name="connsiteY1-166" fmla="*/ 940200 h 1826522"/>
                <a:gd name="connsiteX2-167" fmla="*/ 179001 w 1718774"/>
                <a:gd name="connsiteY2-168" fmla="*/ 1742186 h 1826522"/>
                <a:gd name="connsiteX3-169" fmla="*/ 1625506 w 1718774"/>
                <a:gd name="connsiteY3-170" fmla="*/ 1747798 h 1826522"/>
                <a:gd name="connsiteX4-171" fmla="*/ 1568518 w 1718774"/>
                <a:gd name="connsiteY4-172" fmla="*/ 1257671 h 1826522"/>
                <a:gd name="connsiteX5-173" fmla="*/ 1516277 w 1718774"/>
                <a:gd name="connsiteY5-174" fmla="*/ 672856 h 1826522"/>
                <a:gd name="connsiteX6-175" fmla="*/ 1384691 w 1718774"/>
                <a:gd name="connsiteY6-176" fmla="*/ 154877 h 1826522"/>
                <a:gd name="connsiteX7-177" fmla="*/ 886851 w 1718774"/>
                <a:gd name="connsiteY7-178" fmla="*/ 21205 h 1826522"/>
                <a:gd name="connsiteX8-179" fmla="*/ 408119 w 1718774"/>
                <a:gd name="connsiteY8-180" fmla="*/ 534641 h 1826522"/>
                <a:gd name="connsiteX0-181" fmla="*/ 477759 w 1796623"/>
                <a:gd name="connsiteY0-182" fmla="*/ 534641 h 1818043"/>
                <a:gd name="connsiteX1-183" fmla="*/ 117407 w 1796623"/>
                <a:gd name="connsiteY1-184" fmla="*/ 940200 h 1818043"/>
                <a:gd name="connsiteX2-185" fmla="*/ 136864 w 1796623"/>
                <a:gd name="connsiteY2-186" fmla="*/ 1728260 h 1818043"/>
                <a:gd name="connsiteX3-187" fmla="*/ 1695146 w 1796623"/>
                <a:gd name="connsiteY3-188" fmla="*/ 1747798 h 1818043"/>
                <a:gd name="connsiteX4-189" fmla="*/ 1638158 w 1796623"/>
                <a:gd name="connsiteY4-190" fmla="*/ 1257671 h 1818043"/>
                <a:gd name="connsiteX5-191" fmla="*/ 1585917 w 1796623"/>
                <a:gd name="connsiteY5-192" fmla="*/ 672856 h 1818043"/>
                <a:gd name="connsiteX6-193" fmla="*/ 1454331 w 1796623"/>
                <a:gd name="connsiteY6-194" fmla="*/ 154877 h 1818043"/>
                <a:gd name="connsiteX7-195" fmla="*/ 956491 w 1796623"/>
                <a:gd name="connsiteY7-196" fmla="*/ 21205 h 1818043"/>
                <a:gd name="connsiteX8-197" fmla="*/ 477759 w 1796623"/>
                <a:gd name="connsiteY8-198" fmla="*/ 534641 h 1818043"/>
                <a:gd name="connsiteX0-199" fmla="*/ 396783 w 1688820"/>
                <a:gd name="connsiteY0-200" fmla="*/ 534641 h 1815615"/>
                <a:gd name="connsiteX1-201" fmla="*/ 36431 w 1688820"/>
                <a:gd name="connsiteY1-202" fmla="*/ 940200 h 1815615"/>
                <a:gd name="connsiteX2-203" fmla="*/ 55888 w 1688820"/>
                <a:gd name="connsiteY2-204" fmla="*/ 1728260 h 1815615"/>
                <a:gd name="connsiteX3-205" fmla="*/ 421834 w 1688820"/>
                <a:gd name="connsiteY3-206" fmla="*/ 1798118 h 1815615"/>
                <a:gd name="connsiteX4-207" fmla="*/ 1614170 w 1688820"/>
                <a:gd name="connsiteY4-208" fmla="*/ 1747798 h 1815615"/>
                <a:gd name="connsiteX5-209" fmla="*/ 1557182 w 1688820"/>
                <a:gd name="connsiteY5-210" fmla="*/ 1257671 h 1815615"/>
                <a:gd name="connsiteX6-211" fmla="*/ 1504941 w 1688820"/>
                <a:gd name="connsiteY6-212" fmla="*/ 672856 h 1815615"/>
                <a:gd name="connsiteX7-213" fmla="*/ 1373355 w 1688820"/>
                <a:gd name="connsiteY7-214" fmla="*/ 154877 h 1815615"/>
                <a:gd name="connsiteX8-215" fmla="*/ 875515 w 1688820"/>
                <a:gd name="connsiteY8-216" fmla="*/ 21205 h 1815615"/>
                <a:gd name="connsiteX9" fmla="*/ 396783 w 1688820"/>
                <a:gd name="connsiteY9" fmla="*/ 534641 h 1815615"/>
                <a:gd name="connsiteX0-217" fmla="*/ 394951 w 1689541"/>
                <a:gd name="connsiteY0-218" fmla="*/ 534641 h 1877271"/>
                <a:gd name="connsiteX1-219" fmla="*/ 34599 w 1689541"/>
                <a:gd name="connsiteY1-220" fmla="*/ 940200 h 1877271"/>
                <a:gd name="connsiteX2-221" fmla="*/ 54056 w 1689541"/>
                <a:gd name="connsiteY2-222" fmla="*/ 1728260 h 1877271"/>
                <a:gd name="connsiteX3-223" fmla="*/ 385071 w 1689541"/>
                <a:gd name="connsiteY3-224" fmla="*/ 1877032 h 1877271"/>
                <a:gd name="connsiteX4-225" fmla="*/ 1612338 w 1689541"/>
                <a:gd name="connsiteY4-226" fmla="*/ 1747798 h 1877271"/>
                <a:gd name="connsiteX5-227" fmla="*/ 1555350 w 1689541"/>
                <a:gd name="connsiteY5-228" fmla="*/ 1257671 h 1877271"/>
                <a:gd name="connsiteX6-229" fmla="*/ 1503109 w 1689541"/>
                <a:gd name="connsiteY6-230" fmla="*/ 672856 h 1877271"/>
                <a:gd name="connsiteX7-231" fmla="*/ 1371523 w 1689541"/>
                <a:gd name="connsiteY7-232" fmla="*/ 154877 h 1877271"/>
                <a:gd name="connsiteX8-233" fmla="*/ 873683 w 1689541"/>
                <a:gd name="connsiteY8-234" fmla="*/ 21205 h 1877271"/>
                <a:gd name="connsiteX9-235" fmla="*/ 394951 w 1689541"/>
                <a:gd name="connsiteY9-236" fmla="*/ 534641 h 1877271"/>
                <a:gd name="connsiteX0-237" fmla="*/ 394949 w 1689541"/>
                <a:gd name="connsiteY0-238" fmla="*/ 534641 h 1877032"/>
                <a:gd name="connsiteX1-239" fmla="*/ 34597 w 1689541"/>
                <a:gd name="connsiteY1-240" fmla="*/ 940200 h 1877032"/>
                <a:gd name="connsiteX2-241" fmla="*/ 54054 w 1689541"/>
                <a:gd name="connsiteY2-242" fmla="*/ 1728260 h 1877032"/>
                <a:gd name="connsiteX3-243" fmla="*/ 385069 w 1689541"/>
                <a:gd name="connsiteY3-244" fmla="*/ 1877032 h 1877032"/>
                <a:gd name="connsiteX4-245" fmla="*/ 1612336 w 1689541"/>
                <a:gd name="connsiteY4-246" fmla="*/ 1747798 h 1877032"/>
                <a:gd name="connsiteX5-247" fmla="*/ 1555348 w 1689541"/>
                <a:gd name="connsiteY5-248" fmla="*/ 1257671 h 1877032"/>
                <a:gd name="connsiteX6-249" fmla="*/ 1503107 w 1689541"/>
                <a:gd name="connsiteY6-250" fmla="*/ 672856 h 1877032"/>
                <a:gd name="connsiteX7-251" fmla="*/ 1371521 w 1689541"/>
                <a:gd name="connsiteY7-252" fmla="*/ 154877 h 1877032"/>
                <a:gd name="connsiteX8-253" fmla="*/ 873681 w 1689541"/>
                <a:gd name="connsiteY8-254" fmla="*/ 21205 h 1877032"/>
                <a:gd name="connsiteX9-255" fmla="*/ 394949 w 1689541"/>
                <a:gd name="connsiteY9-256" fmla="*/ 534641 h 1877032"/>
                <a:gd name="connsiteX0-257" fmla="*/ 394949 w 1683795"/>
                <a:gd name="connsiteY0-258" fmla="*/ 534641 h 1877032"/>
                <a:gd name="connsiteX1-259" fmla="*/ 34597 w 1683795"/>
                <a:gd name="connsiteY1-260" fmla="*/ 940200 h 1877032"/>
                <a:gd name="connsiteX2-261" fmla="*/ 54054 w 1683795"/>
                <a:gd name="connsiteY2-262" fmla="*/ 1728260 h 1877032"/>
                <a:gd name="connsiteX3-263" fmla="*/ 385069 w 1683795"/>
                <a:gd name="connsiteY3-264" fmla="*/ 1877032 h 1877032"/>
                <a:gd name="connsiteX4-265" fmla="*/ 1605349 w 1683795"/>
                <a:gd name="connsiteY4-266" fmla="*/ 1798860 h 1877032"/>
                <a:gd name="connsiteX5-267" fmla="*/ 1555348 w 1683795"/>
                <a:gd name="connsiteY5-268" fmla="*/ 1257671 h 1877032"/>
                <a:gd name="connsiteX6-269" fmla="*/ 1503107 w 1683795"/>
                <a:gd name="connsiteY6-270" fmla="*/ 672856 h 1877032"/>
                <a:gd name="connsiteX7-271" fmla="*/ 1371521 w 1683795"/>
                <a:gd name="connsiteY7-272" fmla="*/ 154877 h 1877032"/>
                <a:gd name="connsiteX8-273" fmla="*/ 873681 w 1683795"/>
                <a:gd name="connsiteY8-274" fmla="*/ 21205 h 1877032"/>
                <a:gd name="connsiteX9-275" fmla="*/ 394949 w 1683795"/>
                <a:gd name="connsiteY9-276" fmla="*/ 534641 h 1877032"/>
                <a:gd name="connsiteX0-277" fmla="*/ 394949 w 1720794"/>
                <a:gd name="connsiteY0-278" fmla="*/ 534641 h 1877032"/>
                <a:gd name="connsiteX1-279" fmla="*/ 34597 w 1720794"/>
                <a:gd name="connsiteY1-280" fmla="*/ 940200 h 1877032"/>
                <a:gd name="connsiteX2-281" fmla="*/ 54054 w 1720794"/>
                <a:gd name="connsiteY2-282" fmla="*/ 1728260 h 1877032"/>
                <a:gd name="connsiteX3-283" fmla="*/ 385069 w 1720794"/>
                <a:gd name="connsiteY3-284" fmla="*/ 1877032 h 1877032"/>
                <a:gd name="connsiteX4-285" fmla="*/ 1605349 w 1720794"/>
                <a:gd name="connsiteY4-286" fmla="*/ 1798860 h 1877032"/>
                <a:gd name="connsiteX5-287" fmla="*/ 1555348 w 1720794"/>
                <a:gd name="connsiteY5-288" fmla="*/ 1257671 h 1877032"/>
                <a:gd name="connsiteX6-289" fmla="*/ 1503107 w 1720794"/>
                <a:gd name="connsiteY6-290" fmla="*/ 672856 h 1877032"/>
                <a:gd name="connsiteX7-291" fmla="*/ 1371521 w 1720794"/>
                <a:gd name="connsiteY7-292" fmla="*/ 154877 h 1877032"/>
                <a:gd name="connsiteX8-293" fmla="*/ 873681 w 1720794"/>
                <a:gd name="connsiteY8-294" fmla="*/ 21205 h 1877032"/>
                <a:gd name="connsiteX9-295" fmla="*/ 394949 w 1720794"/>
                <a:gd name="connsiteY9-296" fmla="*/ 534641 h 1877032"/>
                <a:gd name="connsiteX0-297" fmla="*/ 394949 w 1720794"/>
                <a:gd name="connsiteY0-298" fmla="*/ 534641 h 1877032"/>
                <a:gd name="connsiteX1-299" fmla="*/ 34597 w 1720794"/>
                <a:gd name="connsiteY1-300" fmla="*/ 940200 h 1877032"/>
                <a:gd name="connsiteX2-301" fmla="*/ 54054 w 1720794"/>
                <a:gd name="connsiteY2-302" fmla="*/ 1728260 h 1877032"/>
                <a:gd name="connsiteX3-303" fmla="*/ 385069 w 1720794"/>
                <a:gd name="connsiteY3-304" fmla="*/ 1877032 h 1877032"/>
                <a:gd name="connsiteX4-305" fmla="*/ 1605349 w 1720794"/>
                <a:gd name="connsiteY4-306" fmla="*/ 1798860 h 1877032"/>
                <a:gd name="connsiteX5-307" fmla="*/ 1555348 w 1720794"/>
                <a:gd name="connsiteY5-308" fmla="*/ 1257671 h 1877032"/>
                <a:gd name="connsiteX6-309" fmla="*/ 1503107 w 1720794"/>
                <a:gd name="connsiteY6-310" fmla="*/ 672856 h 1877032"/>
                <a:gd name="connsiteX7-311" fmla="*/ 1371521 w 1720794"/>
                <a:gd name="connsiteY7-312" fmla="*/ 154877 h 1877032"/>
                <a:gd name="connsiteX8-313" fmla="*/ 873681 w 1720794"/>
                <a:gd name="connsiteY8-314" fmla="*/ 21205 h 1877032"/>
                <a:gd name="connsiteX9-315" fmla="*/ 394949 w 1720794"/>
                <a:gd name="connsiteY9-316" fmla="*/ 534641 h 1877032"/>
                <a:gd name="connsiteX0-317" fmla="*/ 394949 w 1671512"/>
                <a:gd name="connsiteY0-318" fmla="*/ 534641 h 1877032"/>
                <a:gd name="connsiteX1-319" fmla="*/ 34597 w 1671512"/>
                <a:gd name="connsiteY1-320" fmla="*/ 940200 h 1877032"/>
                <a:gd name="connsiteX2-321" fmla="*/ 54054 w 1671512"/>
                <a:gd name="connsiteY2-322" fmla="*/ 1728260 h 1877032"/>
                <a:gd name="connsiteX3-323" fmla="*/ 385069 w 1671512"/>
                <a:gd name="connsiteY3-324" fmla="*/ 1877032 h 1877032"/>
                <a:gd name="connsiteX4-325" fmla="*/ 1605349 w 1671512"/>
                <a:gd name="connsiteY4-326" fmla="*/ 1798860 h 1877032"/>
                <a:gd name="connsiteX5-327" fmla="*/ 1555348 w 1671512"/>
                <a:gd name="connsiteY5-328" fmla="*/ 1257671 h 1877032"/>
                <a:gd name="connsiteX6-329" fmla="*/ 1503107 w 1671512"/>
                <a:gd name="connsiteY6-330" fmla="*/ 672856 h 1877032"/>
                <a:gd name="connsiteX7-331" fmla="*/ 1371521 w 1671512"/>
                <a:gd name="connsiteY7-332" fmla="*/ 154877 h 1877032"/>
                <a:gd name="connsiteX8-333" fmla="*/ 873681 w 1671512"/>
                <a:gd name="connsiteY8-334" fmla="*/ 21205 h 1877032"/>
                <a:gd name="connsiteX9-335" fmla="*/ 394949 w 1671512"/>
                <a:gd name="connsiteY9-336" fmla="*/ 534641 h 1877032"/>
                <a:gd name="connsiteX0-337" fmla="*/ 394949 w 1677296"/>
                <a:gd name="connsiteY0-338" fmla="*/ 534641 h 1877032"/>
                <a:gd name="connsiteX1-339" fmla="*/ 34597 w 1677296"/>
                <a:gd name="connsiteY1-340" fmla="*/ 940200 h 1877032"/>
                <a:gd name="connsiteX2-341" fmla="*/ 54054 w 1677296"/>
                <a:gd name="connsiteY2-342" fmla="*/ 1728260 h 1877032"/>
                <a:gd name="connsiteX3-343" fmla="*/ 385069 w 1677296"/>
                <a:gd name="connsiteY3-344" fmla="*/ 1877032 h 1877032"/>
                <a:gd name="connsiteX4-345" fmla="*/ 1612334 w 1677296"/>
                <a:gd name="connsiteY4-346" fmla="*/ 1840637 h 1877032"/>
                <a:gd name="connsiteX5-347" fmla="*/ 1555348 w 1677296"/>
                <a:gd name="connsiteY5-348" fmla="*/ 1257671 h 1877032"/>
                <a:gd name="connsiteX6-349" fmla="*/ 1503107 w 1677296"/>
                <a:gd name="connsiteY6-350" fmla="*/ 672856 h 1877032"/>
                <a:gd name="connsiteX7-351" fmla="*/ 1371521 w 1677296"/>
                <a:gd name="connsiteY7-352" fmla="*/ 154877 h 1877032"/>
                <a:gd name="connsiteX8-353" fmla="*/ 873681 w 1677296"/>
                <a:gd name="connsiteY8-354" fmla="*/ 21205 h 1877032"/>
                <a:gd name="connsiteX9-355" fmla="*/ 394949 w 1677296"/>
                <a:gd name="connsiteY9-356" fmla="*/ 534641 h 1877032"/>
                <a:gd name="connsiteX0-357" fmla="*/ 394949 w 1677298"/>
                <a:gd name="connsiteY0-358" fmla="*/ 534641 h 1877032"/>
                <a:gd name="connsiteX1-359" fmla="*/ 34597 w 1677298"/>
                <a:gd name="connsiteY1-360" fmla="*/ 940200 h 1877032"/>
                <a:gd name="connsiteX2-361" fmla="*/ 54054 w 1677298"/>
                <a:gd name="connsiteY2-362" fmla="*/ 1728260 h 1877032"/>
                <a:gd name="connsiteX3-363" fmla="*/ 385069 w 1677298"/>
                <a:gd name="connsiteY3-364" fmla="*/ 1877032 h 1877032"/>
                <a:gd name="connsiteX4-365" fmla="*/ 1612334 w 1677298"/>
                <a:gd name="connsiteY4-366" fmla="*/ 1840637 h 1877032"/>
                <a:gd name="connsiteX5-367" fmla="*/ 1555348 w 1677298"/>
                <a:gd name="connsiteY5-368" fmla="*/ 1257671 h 1877032"/>
                <a:gd name="connsiteX6-369" fmla="*/ 1503107 w 1677298"/>
                <a:gd name="connsiteY6-370" fmla="*/ 672856 h 1877032"/>
                <a:gd name="connsiteX7-371" fmla="*/ 1371521 w 1677298"/>
                <a:gd name="connsiteY7-372" fmla="*/ 154877 h 1877032"/>
                <a:gd name="connsiteX8-373" fmla="*/ 873681 w 1677298"/>
                <a:gd name="connsiteY8-374" fmla="*/ 21205 h 1877032"/>
                <a:gd name="connsiteX9-375" fmla="*/ 394949 w 1677298"/>
                <a:gd name="connsiteY9-376" fmla="*/ 534641 h 1877032"/>
                <a:gd name="connsiteX0-377" fmla="*/ 394949 w 1677296"/>
                <a:gd name="connsiteY0-378" fmla="*/ 534641 h 1904936"/>
                <a:gd name="connsiteX1-379" fmla="*/ 34597 w 1677296"/>
                <a:gd name="connsiteY1-380" fmla="*/ 940200 h 1904936"/>
                <a:gd name="connsiteX2-381" fmla="*/ 54054 w 1677296"/>
                <a:gd name="connsiteY2-382" fmla="*/ 1728260 h 1904936"/>
                <a:gd name="connsiteX3-383" fmla="*/ 385069 w 1677296"/>
                <a:gd name="connsiteY3-384" fmla="*/ 1877032 h 1904936"/>
                <a:gd name="connsiteX4-385" fmla="*/ 1612334 w 1677296"/>
                <a:gd name="connsiteY4-386" fmla="*/ 1840637 h 1904936"/>
                <a:gd name="connsiteX5-387" fmla="*/ 1555348 w 1677296"/>
                <a:gd name="connsiteY5-388" fmla="*/ 1257671 h 1904936"/>
                <a:gd name="connsiteX6-389" fmla="*/ 1503107 w 1677296"/>
                <a:gd name="connsiteY6-390" fmla="*/ 672856 h 1904936"/>
                <a:gd name="connsiteX7-391" fmla="*/ 1371521 w 1677296"/>
                <a:gd name="connsiteY7-392" fmla="*/ 154877 h 1904936"/>
                <a:gd name="connsiteX8-393" fmla="*/ 873681 w 1677296"/>
                <a:gd name="connsiteY8-394" fmla="*/ 21205 h 1904936"/>
                <a:gd name="connsiteX9-395" fmla="*/ 394949 w 1677296"/>
                <a:gd name="connsiteY9-396" fmla="*/ 534641 h 1904936"/>
                <a:gd name="connsiteX0-397" fmla="*/ 461539 w 1743887"/>
                <a:gd name="connsiteY0-398" fmla="*/ 534641 h 1904936"/>
                <a:gd name="connsiteX1-399" fmla="*/ 101187 w 1743887"/>
                <a:gd name="connsiteY1-400" fmla="*/ 940200 h 1904936"/>
                <a:gd name="connsiteX2-401" fmla="*/ 22840 w 1743887"/>
                <a:gd name="connsiteY2-402" fmla="*/ 1737812 h 1904936"/>
                <a:gd name="connsiteX3-403" fmla="*/ 451659 w 1743887"/>
                <a:gd name="connsiteY3-404" fmla="*/ 1877032 h 1904936"/>
                <a:gd name="connsiteX4-405" fmla="*/ 1678924 w 1743887"/>
                <a:gd name="connsiteY4-406" fmla="*/ 1840637 h 1904936"/>
                <a:gd name="connsiteX5-407" fmla="*/ 1621938 w 1743887"/>
                <a:gd name="connsiteY5-408" fmla="*/ 1257671 h 1904936"/>
                <a:gd name="connsiteX6-409" fmla="*/ 1569697 w 1743887"/>
                <a:gd name="connsiteY6-410" fmla="*/ 672856 h 1904936"/>
                <a:gd name="connsiteX7-411" fmla="*/ 1438111 w 1743887"/>
                <a:gd name="connsiteY7-412" fmla="*/ 154877 h 1904936"/>
                <a:gd name="connsiteX8-413" fmla="*/ 940271 w 1743887"/>
                <a:gd name="connsiteY8-414" fmla="*/ 21205 h 1904936"/>
                <a:gd name="connsiteX9-415" fmla="*/ 461539 w 1743887"/>
                <a:gd name="connsiteY9-416" fmla="*/ 534641 h 1904936"/>
                <a:gd name="connsiteX0-417" fmla="*/ 452050 w 1756359"/>
                <a:gd name="connsiteY0-418" fmla="*/ 534641 h 1891359"/>
                <a:gd name="connsiteX1-419" fmla="*/ 91698 w 1756359"/>
                <a:gd name="connsiteY1-420" fmla="*/ 940200 h 1891359"/>
                <a:gd name="connsiteX2-421" fmla="*/ 13351 w 1756359"/>
                <a:gd name="connsiteY2-422" fmla="*/ 1737812 h 1891359"/>
                <a:gd name="connsiteX3-423" fmla="*/ 309435 w 1756359"/>
                <a:gd name="connsiteY3-424" fmla="*/ 1891359 h 1891359"/>
                <a:gd name="connsiteX4-425" fmla="*/ 1669435 w 1756359"/>
                <a:gd name="connsiteY4-426" fmla="*/ 1840637 h 1891359"/>
                <a:gd name="connsiteX5-427" fmla="*/ 1612449 w 1756359"/>
                <a:gd name="connsiteY5-428" fmla="*/ 1257671 h 1891359"/>
                <a:gd name="connsiteX6-429" fmla="*/ 1560208 w 1756359"/>
                <a:gd name="connsiteY6-430" fmla="*/ 672856 h 1891359"/>
                <a:gd name="connsiteX7-431" fmla="*/ 1428622 w 1756359"/>
                <a:gd name="connsiteY7-432" fmla="*/ 154877 h 1891359"/>
                <a:gd name="connsiteX8-433" fmla="*/ 930782 w 1756359"/>
                <a:gd name="connsiteY8-434" fmla="*/ 21205 h 1891359"/>
                <a:gd name="connsiteX9-435" fmla="*/ 452050 w 1756359"/>
                <a:gd name="connsiteY9-436" fmla="*/ 534641 h 1891359"/>
                <a:gd name="connsiteX0-437" fmla="*/ 452050 w 1756257"/>
                <a:gd name="connsiteY0-438" fmla="*/ 534641 h 1891359"/>
                <a:gd name="connsiteX1-439" fmla="*/ 91698 w 1756257"/>
                <a:gd name="connsiteY1-440" fmla="*/ 940200 h 1891359"/>
                <a:gd name="connsiteX2-441" fmla="*/ 13351 w 1756257"/>
                <a:gd name="connsiteY2-442" fmla="*/ 1737812 h 1891359"/>
                <a:gd name="connsiteX3-443" fmla="*/ 309435 w 1756257"/>
                <a:gd name="connsiteY3-444" fmla="*/ 1891359 h 1891359"/>
                <a:gd name="connsiteX4-445" fmla="*/ 1669435 w 1756257"/>
                <a:gd name="connsiteY4-446" fmla="*/ 1840637 h 1891359"/>
                <a:gd name="connsiteX5-447" fmla="*/ 1612449 w 1756257"/>
                <a:gd name="connsiteY5-448" fmla="*/ 1257671 h 1891359"/>
                <a:gd name="connsiteX6-449" fmla="*/ 1563496 w 1756257"/>
                <a:gd name="connsiteY6-450" fmla="*/ 959631 h 1891359"/>
                <a:gd name="connsiteX7-451" fmla="*/ 1560208 w 1756257"/>
                <a:gd name="connsiteY7-452" fmla="*/ 672856 h 1891359"/>
                <a:gd name="connsiteX8-453" fmla="*/ 1428622 w 1756257"/>
                <a:gd name="connsiteY8-454" fmla="*/ 154877 h 1891359"/>
                <a:gd name="connsiteX9-455" fmla="*/ 930782 w 1756257"/>
                <a:gd name="connsiteY9-456" fmla="*/ 21205 h 1891359"/>
                <a:gd name="connsiteX10" fmla="*/ 452050 w 1756257"/>
                <a:gd name="connsiteY10" fmla="*/ 534641 h 1891359"/>
                <a:gd name="connsiteX0-457" fmla="*/ 452050 w 1764590"/>
                <a:gd name="connsiteY0-458" fmla="*/ 534641 h 1891359"/>
                <a:gd name="connsiteX1-459" fmla="*/ 91698 w 1764590"/>
                <a:gd name="connsiteY1-460" fmla="*/ 940200 h 1891359"/>
                <a:gd name="connsiteX2-461" fmla="*/ 13351 w 1764590"/>
                <a:gd name="connsiteY2-462" fmla="*/ 1737812 h 1891359"/>
                <a:gd name="connsiteX3-463" fmla="*/ 309435 w 1764590"/>
                <a:gd name="connsiteY3-464" fmla="*/ 1891359 h 1891359"/>
                <a:gd name="connsiteX4-465" fmla="*/ 1669435 w 1764590"/>
                <a:gd name="connsiteY4-466" fmla="*/ 1840637 h 1891359"/>
                <a:gd name="connsiteX5-467" fmla="*/ 1612449 w 1764590"/>
                <a:gd name="connsiteY5-468" fmla="*/ 1257671 h 1891359"/>
                <a:gd name="connsiteX6-469" fmla="*/ 1309780 w 1764590"/>
                <a:gd name="connsiteY6-470" fmla="*/ 1046341 h 1891359"/>
                <a:gd name="connsiteX7-471" fmla="*/ 1560208 w 1764590"/>
                <a:gd name="connsiteY7-472" fmla="*/ 672856 h 1891359"/>
                <a:gd name="connsiteX8-473" fmla="*/ 1428622 w 1764590"/>
                <a:gd name="connsiteY8-474" fmla="*/ 154877 h 1891359"/>
                <a:gd name="connsiteX9-475" fmla="*/ 930782 w 1764590"/>
                <a:gd name="connsiteY9-476" fmla="*/ 21205 h 1891359"/>
                <a:gd name="connsiteX10-477" fmla="*/ 452050 w 1764590"/>
                <a:gd name="connsiteY10-478" fmla="*/ 534641 h 1891359"/>
                <a:gd name="connsiteX0-479" fmla="*/ 452050 w 1764592"/>
                <a:gd name="connsiteY0-480" fmla="*/ 534641 h 1891359"/>
                <a:gd name="connsiteX1-481" fmla="*/ 91698 w 1764592"/>
                <a:gd name="connsiteY1-482" fmla="*/ 940200 h 1891359"/>
                <a:gd name="connsiteX2-483" fmla="*/ 13351 w 1764592"/>
                <a:gd name="connsiteY2-484" fmla="*/ 1737812 h 1891359"/>
                <a:gd name="connsiteX3-485" fmla="*/ 309435 w 1764592"/>
                <a:gd name="connsiteY3-486" fmla="*/ 1891359 h 1891359"/>
                <a:gd name="connsiteX4-487" fmla="*/ 1669435 w 1764592"/>
                <a:gd name="connsiteY4-488" fmla="*/ 1840637 h 1891359"/>
                <a:gd name="connsiteX5-489" fmla="*/ 1612449 w 1764592"/>
                <a:gd name="connsiteY5-490" fmla="*/ 1257671 h 1891359"/>
                <a:gd name="connsiteX6-491" fmla="*/ 1309780 w 1764592"/>
                <a:gd name="connsiteY6-492" fmla="*/ 1046341 h 1891359"/>
                <a:gd name="connsiteX7-493" fmla="*/ 1560208 w 1764592"/>
                <a:gd name="connsiteY7-494" fmla="*/ 672856 h 1891359"/>
                <a:gd name="connsiteX8-495" fmla="*/ 1428622 w 1764592"/>
                <a:gd name="connsiteY8-496" fmla="*/ 154877 h 1891359"/>
                <a:gd name="connsiteX9-497" fmla="*/ 930782 w 1764592"/>
                <a:gd name="connsiteY9-498" fmla="*/ 21205 h 1891359"/>
                <a:gd name="connsiteX10-499" fmla="*/ 452050 w 1764592"/>
                <a:gd name="connsiteY10-500" fmla="*/ 534641 h 1891359"/>
                <a:gd name="connsiteX0-501" fmla="*/ 452050 w 1764590"/>
                <a:gd name="connsiteY0-502" fmla="*/ 534641 h 1891359"/>
                <a:gd name="connsiteX1-503" fmla="*/ 91698 w 1764590"/>
                <a:gd name="connsiteY1-504" fmla="*/ 940200 h 1891359"/>
                <a:gd name="connsiteX2-505" fmla="*/ 13351 w 1764590"/>
                <a:gd name="connsiteY2-506" fmla="*/ 1737812 h 1891359"/>
                <a:gd name="connsiteX3-507" fmla="*/ 309435 w 1764590"/>
                <a:gd name="connsiteY3-508" fmla="*/ 1891359 h 1891359"/>
                <a:gd name="connsiteX4-509" fmla="*/ 1669435 w 1764590"/>
                <a:gd name="connsiteY4-510" fmla="*/ 1840637 h 1891359"/>
                <a:gd name="connsiteX5-511" fmla="*/ 1612449 w 1764590"/>
                <a:gd name="connsiteY5-512" fmla="*/ 1257671 h 1891359"/>
                <a:gd name="connsiteX6-513" fmla="*/ 1309780 w 1764590"/>
                <a:gd name="connsiteY6-514" fmla="*/ 1046341 h 1891359"/>
                <a:gd name="connsiteX7-515" fmla="*/ 1560208 w 1764590"/>
                <a:gd name="connsiteY7-516" fmla="*/ 672856 h 1891359"/>
                <a:gd name="connsiteX8-517" fmla="*/ 1428622 w 1764590"/>
                <a:gd name="connsiteY8-518" fmla="*/ 154877 h 1891359"/>
                <a:gd name="connsiteX9-519" fmla="*/ 930782 w 1764590"/>
                <a:gd name="connsiteY9-520" fmla="*/ 21205 h 1891359"/>
                <a:gd name="connsiteX10-521" fmla="*/ 452050 w 1764590"/>
                <a:gd name="connsiteY10-522" fmla="*/ 534641 h 1891359"/>
                <a:gd name="connsiteX0-523" fmla="*/ 452050 w 1792731"/>
                <a:gd name="connsiteY0-524" fmla="*/ 534641 h 1891359"/>
                <a:gd name="connsiteX1-525" fmla="*/ 91698 w 1792731"/>
                <a:gd name="connsiteY1-526" fmla="*/ 940200 h 1891359"/>
                <a:gd name="connsiteX2-527" fmla="*/ 13351 w 1792731"/>
                <a:gd name="connsiteY2-528" fmla="*/ 1737812 h 1891359"/>
                <a:gd name="connsiteX3-529" fmla="*/ 309435 w 1792731"/>
                <a:gd name="connsiteY3-530" fmla="*/ 1891359 h 1891359"/>
                <a:gd name="connsiteX4-531" fmla="*/ 1669435 w 1792731"/>
                <a:gd name="connsiteY4-532" fmla="*/ 1840637 h 1891359"/>
                <a:gd name="connsiteX5-533" fmla="*/ 1688563 w 1792731"/>
                <a:gd name="connsiteY5-534" fmla="*/ 1292355 h 1891359"/>
                <a:gd name="connsiteX6-535" fmla="*/ 1309780 w 1792731"/>
                <a:gd name="connsiteY6-536" fmla="*/ 1046341 h 1891359"/>
                <a:gd name="connsiteX7-537" fmla="*/ 1560208 w 1792731"/>
                <a:gd name="connsiteY7-538" fmla="*/ 672856 h 1891359"/>
                <a:gd name="connsiteX8-539" fmla="*/ 1428622 w 1792731"/>
                <a:gd name="connsiteY8-540" fmla="*/ 154877 h 1891359"/>
                <a:gd name="connsiteX9-541" fmla="*/ 930782 w 1792731"/>
                <a:gd name="connsiteY9-542" fmla="*/ 21205 h 1891359"/>
                <a:gd name="connsiteX10-543" fmla="*/ 452050 w 1792731"/>
                <a:gd name="connsiteY10-544" fmla="*/ 534641 h 1891359"/>
                <a:gd name="connsiteX0-545" fmla="*/ 452050 w 1814809"/>
                <a:gd name="connsiteY0-546" fmla="*/ 534641 h 1891359"/>
                <a:gd name="connsiteX1-547" fmla="*/ 91698 w 1814809"/>
                <a:gd name="connsiteY1-548" fmla="*/ 940200 h 1891359"/>
                <a:gd name="connsiteX2-549" fmla="*/ 13351 w 1814809"/>
                <a:gd name="connsiteY2-550" fmla="*/ 1737812 h 1891359"/>
                <a:gd name="connsiteX3-551" fmla="*/ 309435 w 1814809"/>
                <a:gd name="connsiteY3-552" fmla="*/ 1891359 h 1891359"/>
                <a:gd name="connsiteX4-553" fmla="*/ 1669435 w 1814809"/>
                <a:gd name="connsiteY4-554" fmla="*/ 1840637 h 1891359"/>
                <a:gd name="connsiteX5-555" fmla="*/ 1688563 w 1814809"/>
                <a:gd name="connsiteY5-556" fmla="*/ 1292355 h 1891359"/>
                <a:gd name="connsiteX6-557" fmla="*/ 1309780 w 1814809"/>
                <a:gd name="connsiteY6-558" fmla="*/ 1046341 h 1891359"/>
                <a:gd name="connsiteX7-559" fmla="*/ 1560208 w 1814809"/>
                <a:gd name="connsiteY7-560" fmla="*/ 672856 h 1891359"/>
                <a:gd name="connsiteX8-561" fmla="*/ 1428622 w 1814809"/>
                <a:gd name="connsiteY8-562" fmla="*/ 154877 h 1891359"/>
                <a:gd name="connsiteX9-563" fmla="*/ 930782 w 1814809"/>
                <a:gd name="connsiteY9-564" fmla="*/ 21205 h 1891359"/>
                <a:gd name="connsiteX10-565" fmla="*/ 452050 w 1814809"/>
                <a:gd name="connsiteY10-566" fmla="*/ 534641 h 1891359"/>
                <a:gd name="connsiteX0-567" fmla="*/ 452050 w 1814809"/>
                <a:gd name="connsiteY0-568" fmla="*/ 534641 h 1891359"/>
                <a:gd name="connsiteX1-569" fmla="*/ 91698 w 1814809"/>
                <a:gd name="connsiteY1-570" fmla="*/ 940200 h 1891359"/>
                <a:gd name="connsiteX2-571" fmla="*/ 13351 w 1814809"/>
                <a:gd name="connsiteY2-572" fmla="*/ 1737812 h 1891359"/>
                <a:gd name="connsiteX3-573" fmla="*/ 309435 w 1814809"/>
                <a:gd name="connsiteY3-574" fmla="*/ 1891359 h 1891359"/>
                <a:gd name="connsiteX4-575" fmla="*/ 1669435 w 1814809"/>
                <a:gd name="connsiteY4-576" fmla="*/ 1840637 h 1891359"/>
                <a:gd name="connsiteX5-577" fmla="*/ 1688563 w 1814809"/>
                <a:gd name="connsiteY5-578" fmla="*/ 1292355 h 1891359"/>
                <a:gd name="connsiteX6-579" fmla="*/ 1309780 w 1814809"/>
                <a:gd name="connsiteY6-580" fmla="*/ 1046341 h 1891359"/>
                <a:gd name="connsiteX7-581" fmla="*/ 1619996 w 1814809"/>
                <a:gd name="connsiteY7-582" fmla="*/ 526399 h 1891359"/>
                <a:gd name="connsiteX8-583" fmla="*/ 1428622 w 1814809"/>
                <a:gd name="connsiteY8-584" fmla="*/ 154877 h 1891359"/>
                <a:gd name="connsiteX9-585" fmla="*/ 930782 w 1814809"/>
                <a:gd name="connsiteY9-586" fmla="*/ 21205 h 1891359"/>
                <a:gd name="connsiteX10-587" fmla="*/ 452050 w 1814809"/>
                <a:gd name="connsiteY10-588" fmla="*/ 534641 h 1891359"/>
                <a:gd name="connsiteX0-589" fmla="*/ 452050 w 1814809"/>
                <a:gd name="connsiteY0-590" fmla="*/ 542872 h 1899590"/>
                <a:gd name="connsiteX1-591" fmla="*/ 91698 w 1814809"/>
                <a:gd name="connsiteY1-592" fmla="*/ 948431 h 1899590"/>
                <a:gd name="connsiteX2-593" fmla="*/ 13351 w 1814809"/>
                <a:gd name="connsiteY2-594" fmla="*/ 1746043 h 1899590"/>
                <a:gd name="connsiteX3-595" fmla="*/ 309435 w 1814809"/>
                <a:gd name="connsiteY3-596" fmla="*/ 1899590 h 1899590"/>
                <a:gd name="connsiteX4-597" fmla="*/ 1669435 w 1814809"/>
                <a:gd name="connsiteY4-598" fmla="*/ 1848868 h 1899590"/>
                <a:gd name="connsiteX5-599" fmla="*/ 1688563 w 1814809"/>
                <a:gd name="connsiteY5-600" fmla="*/ 1300586 h 1899590"/>
                <a:gd name="connsiteX6-601" fmla="*/ 1309780 w 1814809"/>
                <a:gd name="connsiteY6-602" fmla="*/ 1054572 h 1899590"/>
                <a:gd name="connsiteX7-603" fmla="*/ 1619996 w 1814809"/>
                <a:gd name="connsiteY7-604" fmla="*/ 534630 h 1899590"/>
                <a:gd name="connsiteX8-605" fmla="*/ 1488411 w 1814809"/>
                <a:gd name="connsiteY8-606" fmla="*/ 129049 h 1899590"/>
                <a:gd name="connsiteX9-607" fmla="*/ 930782 w 1814809"/>
                <a:gd name="connsiteY9-608" fmla="*/ 29436 h 1899590"/>
                <a:gd name="connsiteX10-609" fmla="*/ 452050 w 1814809"/>
                <a:gd name="connsiteY10-610" fmla="*/ 542872 h 1899590"/>
                <a:gd name="connsiteX0-611" fmla="*/ 452050 w 1814809"/>
                <a:gd name="connsiteY0-612" fmla="*/ 540513 h 1897231"/>
                <a:gd name="connsiteX1-613" fmla="*/ 91698 w 1814809"/>
                <a:gd name="connsiteY1-614" fmla="*/ 946072 h 1897231"/>
                <a:gd name="connsiteX2-615" fmla="*/ 13351 w 1814809"/>
                <a:gd name="connsiteY2-616" fmla="*/ 1743684 h 1897231"/>
                <a:gd name="connsiteX3-617" fmla="*/ 309435 w 1814809"/>
                <a:gd name="connsiteY3-618" fmla="*/ 1897231 h 1897231"/>
                <a:gd name="connsiteX4-619" fmla="*/ 1669435 w 1814809"/>
                <a:gd name="connsiteY4-620" fmla="*/ 1846509 h 1897231"/>
                <a:gd name="connsiteX5-621" fmla="*/ 1688563 w 1814809"/>
                <a:gd name="connsiteY5-622" fmla="*/ 1298227 h 1897231"/>
                <a:gd name="connsiteX6-623" fmla="*/ 1309780 w 1814809"/>
                <a:gd name="connsiteY6-624" fmla="*/ 1052213 h 1897231"/>
                <a:gd name="connsiteX7-625" fmla="*/ 1619996 w 1814809"/>
                <a:gd name="connsiteY7-626" fmla="*/ 532271 h 1897231"/>
                <a:gd name="connsiteX8-627" fmla="*/ 1488411 w 1814809"/>
                <a:gd name="connsiteY8-628" fmla="*/ 126690 h 1897231"/>
                <a:gd name="connsiteX9-629" fmla="*/ 930782 w 1814809"/>
                <a:gd name="connsiteY9-630" fmla="*/ 27077 h 1897231"/>
                <a:gd name="connsiteX10-631" fmla="*/ 452050 w 1814809"/>
                <a:gd name="connsiteY10-632" fmla="*/ 540513 h 1897231"/>
                <a:gd name="connsiteX0-633" fmla="*/ 452050 w 1814809"/>
                <a:gd name="connsiteY0-634" fmla="*/ 540513 h 1897231"/>
                <a:gd name="connsiteX1-635" fmla="*/ 91698 w 1814809"/>
                <a:gd name="connsiteY1-636" fmla="*/ 946072 h 1897231"/>
                <a:gd name="connsiteX2-637" fmla="*/ 13351 w 1814809"/>
                <a:gd name="connsiteY2-638" fmla="*/ 1743684 h 1897231"/>
                <a:gd name="connsiteX3-639" fmla="*/ 309435 w 1814809"/>
                <a:gd name="connsiteY3-640" fmla="*/ 1897231 h 1897231"/>
                <a:gd name="connsiteX4-641" fmla="*/ 1669435 w 1814809"/>
                <a:gd name="connsiteY4-642" fmla="*/ 1846509 h 1897231"/>
                <a:gd name="connsiteX5-643" fmla="*/ 1688563 w 1814809"/>
                <a:gd name="connsiteY5-644" fmla="*/ 1298227 h 1897231"/>
                <a:gd name="connsiteX6-645" fmla="*/ 1309780 w 1814809"/>
                <a:gd name="connsiteY6-646" fmla="*/ 1052213 h 1897231"/>
                <a:gd name="connsiteX7-647" fmla="*/ 1619996 w 1814809"/>
                <a:gd name="connsiteY7-648" fmla="*/ 532271 h 1897231"/>
                <a:gd name="connsiteX8-649" fmla="*/ 1488411 w 1814809"/>
                <a:gd name="connsiteY8-650" fmla="*/ 126690 h 1897231"/>
                <a:gd name="connsiteX9-651" fmla="*/ 930782 w 1814809"/>
                <a:gd name="connsiteY9-652" fmla="*/ 27077 h 1897231"/>
                <a:gd name="connsiteX10-653" fmla="*/ 452050 w 1814809"/>
                <a:gd name="connsiteY10-654" fmla="*/ 540513 h 1897231"/>
                <a:gd name="connsiteX0-655" fmla="*/ 288567 w 1811701"/>
                <a:gd name="connsiteY0-656" fmla="*/ 555674 h 1898251"/>
                <a:gd name="connsiteX1-657" fmla="*/ 88590 w 1811701"/>
                <a:gd name="connsiteY1-658" fmla="*/ 947092 h 1898251"/>
                <a:gd name="connsiteX2-659" fmla="*/ 10243 w 1811701"/>
                <a:gd name="connsiteY2-660" fmla="*/ 1744704 h 1898251"/>
                <a:gd name="connsiteX3-661" fmla="*/ 306327 w 1811701"/>
                <a:gd name="connsiteY3-662" fmla="*/ 1898251 h 1898251"/>
                <a:gd name="connsiteX4-663" fmla="*/ 1666327 w 1811701"/>
                <a:gd name="connsiteY4-664" fmla="*/ 1847529 h 1898251"/>
                <a:gd name="connsiteX5-665" fmla="*/ 1685455 w 1811701"/>
                <a:gd name="connsiteY5-666" fmla="*/ 1299247 h 1898251"/>
                <a:gd name="connsiteX6-667" fmla="*/ 1306672 w 1811701"/>
                <a:gd name="connsiteY6-668" fmla="*/ 1053233 h 1898251"/>
                <a:gd name="connsiteX7-669" fmla="*/ 1616888 w 1811701"/>
                <a:gd name="connsiteY7-670" fmla="*/ 533291 h 1898251"/>
                <a:gd name="connsiteX8-671" fmla="*/ 1485303 w 1811701"/>
                <a:gd name="connsiteY8-672" fmla="*/ 127710 h 1898251"/>
                <a:gd name="connsiteX9-673" fmla="*/ 927674 w 1811701"/>
                <a:gd name="connsiteY9-674" fmla="*/ 28097 h 1898251"/>
                <a:gd name="connsiteX10-675" fmla="*/ 288567 w 1811701"/>
                <a:gd name="connsiteY10-676" fmla="*/ 555674 h 1898251"/>
                <a:gd name="connsiteX0-677" fmla="*/ 288567 w 1811701"/>
                <a:gd name="connsiteY0-678" fmla="*/ 479828 h 1822405"/>
                <a:gd name="connsiteX1-679" fmla="*/ 88590 w 1811701"/>
                <a:gd name="connsiteY1-680" fmla="*/ 871246 h 1822405"/>
                <a:gd name="connsiteX2-681" fmla="*/ 10243 w 1811701"/>
                <a:gd name="connsiteY2-682" fmla="*/ 1668858 h 1822405"/>
                <a:gd name="connsiteX3-683" fmla="*/ 306327 w 1811701"/>
                <a:gd name="connsiteY3-684" fmla="*/ 1822405 h 1822405"/>
                <a:gd name="connsiteX4-685" fmla="*/ 1666327 w 1811701"/>
                <a:gd name="connsiteY4-686" fmla="*/ 1771683 h 1822405"/>
                <a:gd name="connsiteX5-687" fmla="*/ 1685455 w 1811701"/>
                <a:gd name="connsiteY5-688" fmla="*/ 1223401 h 1822405"/>
                <a:gd name="connsiteX6-689" fmla="*/ 1306672 w 1811701"/>
                <a:gd name="connsiteY6-690" fmla="*/ 977387 h 1822405"/>
                <a:gd name="connsiteX7-691" fmla="*/ 1616888 w 1811701"/>
                <a:gd name="connsiteY7-692" fmla="*/ 457445 h 1822405"/>
                <a:gd name="connsiteX8-693" fmla="*/ 1485303 w 1811701"/>
                <a:gd name="connsiteY8-694" fmla="*/ 51864 h 1822405"/>
                <a:gd name="connsiteX9-695" fmla="*/ 895599 w 1811701"/>
                <a:gd name="connsiteY9-696" fmla="*/ 79530 h 1822405"/>
                <a:gd name="connsiteX10-697" fmla="*/ 288567 w 1811701"/>
                <a:gd name="connsiteY10-698" fmla="*/ 479828 h 1822405"/>
                <a:gd name="connsiteX0-699" fmla="*/ 288567 w 1811701"/>
                <a:gd name="connsiteY0-700" fmla="*/ 419258 h 1761835"/>
                <a:gd name="connsiteX1-701" fmla="*/ 88590 w 1811701"/>
                <a:gd name="connsiteY1-702" fmla="*/ 810676 h 1761835"/>
                <a:gd name="connsiteX2-703" fmla="*/ 10243 w 1811701"/>
                <a:gd name="connsiteY2-704" fmla="*/ 1608288 h 1761835"/>
                <a:gd name="connsiteX3-705" fmla="*/ 306327 w 1811701"/>
                <a:gd name="connsiteY3-706" fmla="*/ 1761835 h 1761835"/>
                <a:gd name="connsiteX4-707" fmla="*/ 1666327 w 1811701"/>
                <a:gd name="connsiteY4-708" fmla="*/ 1711113 h 1761835"/>
                <a:gd name="connsiteX5-709" fmla="*/ 1685455 w 1811701"/>
                <a:gd name="connsiteY5-710" fmla="*/ 1162831 h 1761835"/>
                <a:gd name="connsiteX6-711" fmla="*/ 1306672 w 1811701"/>
                <a:gd name="connsiteY6-712" fmla="*/ 916817 h 1761835"/>
                <a:gd name="connsiteX7-713" fmla="*/ 1616888 w 1811701"/>
                <a:gd name="connsiteY7-714" fmla="*/ 396875 h 1761835"/>
                <a:gd name="connsiteX8-715" fmla="*/ 1373040 w 1811701"/>
                <a:gd name="connsiteY8-716" fmla="*/ 118574 h 1761835"/>
                <a:gd name="connsiteX9-717" fmla="*/ 895599 w 1811701"/>
                <a:gd name="connsiteY9-718" fmla="*/ 18960 h 1761835"/>
                <a:gd name="connsiteX10-719" fmla="*/ 288567 w 1811701"/>
                <a:gd name="connsiteY10-720" fmla="*/ 419258 h 1761835"/>
                <a:gd name="connsiteX0-721" fmla="*/ 288567 w 1811701"/>
                <a:gd name="connsiteY0-722" fmla="*/ 419258 h 1761835"/>
                <a:gd name="connsiteX1-723" fmla="*/ 88590 w 1811701"/>
                <a:gd name="connsiteY1-724" fmla="*/ 810676 h 1761835"/>
                <a:gd name="connsiteX2-725" fmla="*/ 10243 w 1811701"/>
                <a:gd name="connsiteY2-726" fmla="*/ 1608288 h 1761835"/>
                <a:gd name="connsiteX3-727" fmla="*/ 306327 w 1811701"/>
                <a:gd name="connsiteY3-728" fmla="*/ 1761835 h 1761835"/>
                <a:gd name="connsiteX4-729" fmla="*/ 1666327 w 1811701"/>
                <a:gd name="connsiteY4-730" fmla="*/ 1711113 h 1761835"/>
                <a:gd name="connsiteX5-731" fmla="*/ 1685455 w 1811701"/>
                <a:gd name="connsiteY5-732" fmla="*/ 1162831 h 1761835"/>
                <a:gd name="connsiteX6-733" fmla="*/ 1306672 w 1811701"/>
                <a:gd name="connsiteY6-734" fmla="*/ 916817 h 1761835"/>
                <a:gd name="connsiteX7-735" fmla="*/ 1584814 w 1811701"/>
                <a:gd name="connsiteY7-736" fmla="*/ 510012 h 1761835"/>
                <a:gd name="connsiteX8-737" fmla="*/ 1373040 w 1811701"/>
                <a:gd name="connsiteY8-738" fmla="*/ 118574 h 1761835"/>
                <a:gd name="connsiteX9-739" fmla="*/ 895599 w 1811701"/>
                <a:gd name="connsiteY9-740" fmla="*/ 18960 h 1761835"/>
                <a:gd name="connsiteX10-741" fmla="*/ 288567 w 1811701"/>
                <a:gd name="connsiteY10-742" fmla="*/ 419258 h 1761835"/>
                <a:gd name="connsiteX0-743" fmla="*/ 288567 w 1770444"/>
                <a:gd name="connsiteY0-744" fmla="*/ 419258 h 1761835"/>
                <a:gd name="connsiteX1-745" fmla="*/ 88590 w 1770444"/>
                <a:gd name="connsiteY1-746" fmla="*/ 810676 h 1761835"/>
                <a:gd name="connsiteX2-747" fmla="*/ 10243 w 1770444"/>
                <a:gd name="connsiteY2-748" fmla="*/ 1608288 h 1761835"/>
                <a:gd name="connsiteX3-749" fmla="*/ 306327 w 1770444"/>
                <a:gd name="connsiteY3-750" fmla="*/ 1761835 h 1761835"/>
                <a:gd name="connsiteX4-751" fmla="*/ 1666327 w 1770444"/>
                <a:gd name="connsiteY4-752" fmla="*/ 1711113 h 1761835"/>
                <a:gd name="connsiteX5-753" fmla="*/ 1589229 w 1770444"/>
                <a:gd name="connsiteY5-754" fmla="*/ 1176973 h 1761835"/>
                <a:gd name="connsiteX6-755" fmla="*/ 1306672 w 1770444"/>
                <a:gd name="connsiteY6-756" fmla="*/ 916817 h 1761835"/>
                <a:gd name="connsiteX7-757" fmla="*/ 1584814 w 1770444"/>
                <a:gd name="connsiteY7-758" fmla="*/ 510012 h 1761835"/>
                <a:gd name="connsiteX8-759" fmla="*/ 1373040 w 1770444"/>
                <a:gd name="connsiteY8-760" fmla="*/ 118574 h 1761835"/>
                <a:gd name="connsiteX9-761" fmla="*/ 895599 w 1770444"/>
                <a:gd name="connsiteY9-762" fmla="*/ 18960 h 1761835"/>
                <a:gd name="connsiteX10-763" fmla="*/ 288567 w 1770444"/>
                <a:gd name="connsiteY10-764" fmla="*/ 419258 h 1761835"/>
                <a:gd name="connsiteX0-765" fmla="*/ 288567 w 1592514"/>
                <a:gd name="connsiteY0-766" fmla="*/ 419258 h 1863058"/>
                <a:gd name="connsiteX1-767" fmla="*/ 88590 w 1592514"/>
                <a:gd name="connsiteY1-768" fmla="*/ 810676 h 1863058"/>
                <a:gd name="connsiteX2-769" fmla="*/ 10243 w 1592514"/>
                <a:gd name="connsiteY2-770" fmla="*/ 1608288 h 1863058"/>
                <a:gd name="connsiteX3-771" fmla="*/ 306327 w 1592514"/>
                <a:gd name="connsiteY3-772" fmla="*/ 1761835 h 1863058"/>
                <a:gd name="connsiteX4-773" fmla="*/ 1377650 w 1592514"/>
                <a:gd name="connsiteY4-774" fmla="*/ 1838393 h 1863058"/>
                <a:gd name="connsiteX5-775" fmla="*/ 1589229 w 1592514"/>
                <a:gd name="connsiteY5-776" fmla="*/ 1176973 h 1863058"/>
                <a:gd name="connsiteX6-777" fmla="*/ 1306672 w 1592514"/>
                <a:gd name="connsiteY6-778" fmla="*/ 916817 h 1863058"/>
                <a:gd name="connsiteX7-779" fmla="*/ 1584814 w 1592514"/>
                <a:gd name="connsiteY7-780" fmla="*/ 510012 h 1863058"/>
                <a:gd name="connsiteX8-781" fmla="*/ 1373040 w 1592514"/>
                <a:gd name="connsiteY8-782" fmla="*/ 118574 h 1863058"/>
                <a:gd name="connsiteX9-783" fmla="*/ 895599 w 1592514"/>
                <a:gd name="connsiteY9-784" fmla="*/ 18960 h 1863058"/>
                <a:gd name="connsiteX10-785" fmla="*/ 288567 w 1592514"/>
                <a:gd name="connsiteY10-786" fmla="*/ 419258 h 1863058"/>
                <a:gd name="connsiteX0-787" fmla="*/ 421322 w 1594935"/>
                <a:gd name="connsiteY0-788" fmla="*/ 616342 h 1876292"/>
                <a:gd name="connsiteX1-789" fmla="*/ 91011 w 1594935"/>
                <a:gd name="connsiteY1-790" fmla="*/ 823910 h 1876292"/>
                <a:gd name="connsiteX2-791" fmla="*/ 12664 w 1594935"/>
                <a:gd name="connsiteY2-792" fmla="*/ 1621522 h 1876292"/>
                <a:gd name="connsiteX3-793" fmla="*/ 308748 w 1594935"/>
                <a:gd name="connsiteY3-794" fmla="*/ 1775069 h 1876292"/>
                <a:gd name="connsiteX4-795" fmla="*/ 1380071 w 1594935"/>
                <a:gd name="connsiteY4-796" fmla="*/ 1851627 h 1876292"/>
                <a:gd name="connsiteX5-797" fmla="*/ 1591650 w 1594935"/>
                <a:gd name="connsiteY5-798" fmla="*/ 1190207 h 1876292"/>
                <a:gd name="connsiteX6-799" fmla="*/ 1309093 w 1594935"/>
                <a:gd name="connsiteY6-800" fmla="*/ 930051 h 1876292"/>
                <a:gd name="connsiteX7-801" fmla="*/ 1587235 w 1594935"/>
                <a:gd name="connsiteY7-802" fmla="*/ 523246 h 1876292"/>
                <a:gd name="connsiteX8-803" fmla="*/ 1375461 w 1594935"/>
                <a:gd name="connsiteY8-804" fmla="*/ 131808 h 1876292"/>
                <a:gd name="connsiteX9-805" fmla="*/ 898020 w 1594935"/>
                <a:gd name="connsiteY9-806" fmla="*/ 32194 h 1876292"/>
                <a:gd name="connsiteX10-807" fmla="*/ 421322 w 1594935"/>
                <a:gd name="connsiteY10-808" fmla="*/ 616342 h 1876292"/>
                <a:gd name="connsiteX0-809" fmla="*/ 413257 w 1586870"/>
                <a:gd name="connsiteY0-810" fmla="*/ 616342 h 1876292"/>
                <a:gd name="connsiteX1-811" fmla="*/ 140873 w 1586870"/>
                <a:gd name="connsiteY1-812" fmla="*/ 993617 h 1876292"/>
                <a:gd name="connsiteX2-813" fmla="*/ 4599 w 1586870"/>
                <a:gd name="connsiteY2-814" fmla="*/ 1621522 h 1876292"/>
                <a:gd name="connsiteX3-815" fmla="*/ 300683 w 1586870"/>
                <a:gd name="connsiteY3-816" fmla="*/ 1775069 h 1876292"/>
                <a:gd name="connsiteX4-817" fmla="*/ 1372006 w 1586870"/>
                <a:gd name="connsiteY4-818" fmla="*/ 1851627 h 1876292"/>
                <a:gd name="connsiteX5-819" fmla="*/ 1583585 w 1586870"/>
                <a:gd name="connsiteY5-820" fmla="*/ 1190207 h 1876292"/>
                <a:gd name="connsiteX6-821" fmla="*/ 1301028 w 1586870"/>
                <a:gd name="connsiteY6-822" fmla="*/ 930051 h 1876292"/>
                <a:gd name="connsiteX7-823" fmla="*/ 1579170 w 1586870"/>
                <a:gd name="connsiteY7-824" fmla="*/ 523246 h 1876292"/>
                <a:gd name="connsiteX8-825" fmla="*/ 1367396 w 1586870"/>
                <a:gd name="connsiteY8-826" fmla="*/ 131808 h 1876292"/>
                <a:gd name="connsiteX9-827" fmla="*/ 889955 w 1586870"/>
                <a:gd name="connsiteY9-828" fmla="*/ 32194 h 1876292"/>
                <a:gd name="connsiteX10-829" fmla="*/ 413257 w 1586870"/>
                <a:gd name="connsiteY10-830" fmla="*/ 616342 h 1876292"/>
                <a:gd name="connsiteX0-831" fmla="*/ 284962 w 1458575"/>
                <a:gd name="connsiteY0-832" fmla="*/ 616342 h 1908017"/>
                <a:gd name="connsiteX1-833" fmla="*/ 12578 w 1458575"/>
                <a:gd name="connsiteY1-834" fmla="*/ 993617 h 1908017"/>
                <a:gd name="connsiteX2-835" fmla="*/ 172388 w 1458575"/>
                <a:gd name="connsiteY2-836" fmla="*/ 1775069 h 1908017"/>
                <a:gd name="connsiteX3-837" fmla="*/ 1243711 w 1458575"/>
                <a:gd name="connsiteY3-838" fmla="*/ 1851627 h 1908017"/>
                <a:gd name="connsiteX4-839" fmla="*/ 1455290 w 1458575"/>
                <a:gd name="connsiteY4-840" fmla="*/ 1190207 h 1908017"/>
                <a:gd name="connsiteX5-841" fmla="*/ 1172733 w 1458575"/>
                <a:gd name="connsiteY5-842" fmla="*/ 930051 h 1908017"/>
                <a:gd name="connsiteX6-843" fmla="*/ 1450875 w 1458575"/>
                <a:gd name="connsiteY6-844" fmla="*/ 523246 h 1908017"/>
                <a:gd name="connsiteX7-845" fmla="*/ 1239101 w 1458575"/>
                <a:gd name="connsiteY7-846" fmla="*/ 131808 h 1908017"/>
                <a:gd name="connsiteX8-847" fmla="*/ 761660 w 1458575"/>
                <a:gd name="connsiteY8-848" fmla="*/ 32194 h 1908017"/>
                <a:gd name="connsiteX9-849" fmla="*/ 284962 w 1458575"/>
                <a:gd name="connsiteY9-850" fmla="*/ 616342 h 1908017"/>
                <a:gd name="connsiteX0-851" fmla="*/ 343858 w 1519131"/>
                <a:gd name="connsiteY0-852" fmla="*/ 616342 h 1885036"/>
                <a:gd name="connsiteX1-853" fmla="*/ 71474 w 1519131"/>
                <a:gd name="connsiteY1-854" fmla="*/ 993617 h 1885036"/>
                <a:gd name="connsiteX2-855" fmla="*/ 115432 w 1519131"/>
                <a:gd name="connsiteY2-856" fmla="*/ 1704358 h 1885036"/>
                <a:gd name="connsiteX3-857" fmla="*/ 1302607 w 1519131"/>
                <a:gd name="connsiteY3-858" fmla="*/ 1851627 h 1885036"/>
                <a:gd name="connsiteX4-859" fmla="*/ 1514186 w 1519131"/>
                <a:gd name="connsiteY4-860" fmla="*/ 1190207 h 1885036"/>
                <a:gd name="connsiteX5-861" fmla="*/ 1231629 w 1519131"/>
                <a:gd name="connsiteY5-862" fmla="*/ 930051 h 1885036"/>
                <a:gd name="connsiteX6-863" fmla="*/ 1509771 w 1519131"/>
                <a:gd name="connsiteY6-864" fmla="*/ 523246 h 1885036"/>
                <a:gd name="connsiteX7-865" fmla="*/ 1297997 w 1519131"/>
                <a:gd name="connsiteY7-866" fmla="*/ 131808 h 1885036"/>
                <a:gd name="connsiteX8-867" fmla="*/ 820556 w 1519131"/>
                <a:gd name="connsiteY8-868" fmla="*/ 32194 h 1885036"/>
                <a:gd name="connsiteX9-869" fmla="*/ 343858 w 1519131"/>
                <a:gd name="connsiteY9-870" fmla="*/ 616342 h 1885036"/>
                <a:gd name="connsiteX0-871" fmla="*/ 343858 w 1549812"/>
                <a:gd name="connsiteY0-872" fmla="*/ 616342 h 1800235"/>
                <a:gd name="connsiteX1-873" fmla="*/ 71474 w 1549812"/>
                <a:gd name="connsiteY1-874" fmla="*/ 993617 h 1800235"/>
                <a:gd name="connsiteX2-875" fmla="*/ 115432 w 1549812"/>
                <a:gd name="connsiteY2-876" fmla="*/ 1704358 h 1800235"/>
                <a:gd name="connsiteX3-877" fmla="*/ 1389496 w 1549812"/>
                <a:gd name="connsiteY3-878" fmla="*/ 1724347 h 1800235"/>
                <a:gd name="connsiteX4-879" fmla="*/ 1514186 w 1549812"/>
                <a:gd name="connsiteY4-880" fmla="*/ 1190207 h 1800235"/>
                <a:gd name="connsiteX5-881" fmla="*/ 1231629 w 1549812"/>
                <a:gd name="connsiteY5-882" fmla="*/ 930051 h 1800235"/>
                <a:gd name="connsiteX6-883" fmla="*/ 1509771 w 1549812"/>
                <a:gd name="connsiteY6-884" fmla="*/ 523246 h 1800235"/>
                <a:gd name="connsiteX7-885" fmla="*/ 1297997 w 1549812"/>
                <a:gd name="connsiteY7-886" fmla="*/ 131808 h 1800235"/>
                <a:gd name="connsiteX8-887" fmla="*/ 820556 w 1549812"/>
                <a:gd name="connsiteY8-888" fmla="*/ 32194 h 1800235"/>
                <a:gd name="connsiteX9-889" fmla="*/ 343858 w 1549812"/>
                <a:gd name="connsiteY9-890" fmla="*/ 616342 h 1800235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  <a:cxn ang="0">
                  <a:pos x="connsiteX7-15" y="connsiteY7-16"/>
                </a:cxn>
                <a:cxn ang="0">
                  <a:pos x="connsiteX8-17" y="connsiteY8-18"/>
                </a:cxn>
                <a:cxn ang="0">
                  <a:pos x="connsiteX9-235" y="connsiteY9-236"/>
                </a:cxn>
              </a:cxnLst>
              <a:rect l="l" t="t" r="r" b="b"/>
              <a:pathLst>
                <a:path w="1549812" h="1800235">
                  <a:moveTo>
                    <a:pt x="343858" y="616342"/>
                  </a:moveTo>
                  <a:cubicBezTo>
                    <a:pt x="219011" y="776579"/>
                    <a:pt x="109545" y="812281"/>
                    <a:pt x="71474" y="993617"/>
                  </a:cubicBezTo>
                  <a:cubicBezTo>
                    <a:pt x="33403" y="1174953"/>
                    <a:pt x="-89757" y="1561356"/>
                    <a:pt x="115432" y="1704358"/>
                  </a:cubicBezTo>
                  <a:cubicBezTo>
                    <a:pt x="320621" y="1847360"/>
                    <a:pt x="1156371" y="1810039"/>
                    <a:pt x="1389496" y="1724347"/>
                  </a:cubicBezTo>
                  <a:cubicBezTo>
                    <a:pt x="1622621" y="1638655"/>
                    <a:pt x="1540497" y="1322590"/>
                    <a:pt x="1514186" y="1190207"/>
                  </a:cubicBezTo>
                  <a:cubicBezTo>
                    <a:pt x="1487875" y="1057824"/>
                    <a:pt x="1240336" y="1148914"/>
                    <a:pt x="1231629" y="930051"/>
                  </a:cubicBezTo>
                  <a:cubicBezTo>
                    <a:pt x="1248292" y="693847"/>
                    <a:pt x="1498710" y="656286"/>
                    <a:pt x="1509771" y="523246"/>
                  </a:cubicBezTo>
                  <a:cubicBezTo>
                    <a:pt x="1520832" y="390206"/>
                    <a:pt x="1431655" y="305130"/>
                    <a:pt x="1297997" y="131808"/>
                  </a:cubicBezTo>
                  <a:cubicBezTo>
                    <a:pt x="1189251" y="36824"/>
                    <a:pt x="979579" y="-48562"/>
                    <a:pt x="820556" y="32194"/>
                  </a:cubicBezTo>
                  <a:cubicBezTo>
                    <a:pt x="661533" y="112950"/>
                    <a:pt x="468705" y="456105"/>
                    <a:pt x="343858" y="616342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" name="Freeform 417"/>
            <p:cNvSpPr/>
            <p:nvPr/>
          </p:nvSpPr>
          <p:spPr bwMode="auto">
            <a:xfrm>
              <a:off x="7274076" y="1733047"/>
              <a:ext cx="1736725" cy="1317704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" name="AutoShape 420"/>
            <p:cNvSpPr>
              <a:spLocks noChangeArrowheads="1"/>
            </p:cNvSpPr>
            <p:nvPr/>
          </p:nvSpPr>
          <p:spPr bwMode="auto">
            <a:xfrm>
              <a:off x="7205350" y="3196263"/>
              <a:ext cx="1458912" cy="317850"/>
            </a:xfrm>
            <a:prstGeom prst="triangle">
              <a:avLst>
                <a:gd name="adj" fmla="val 50000"/>
              </a:avLst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CCFF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1" name="Freeform 427"/>
            <p:cNvSpPr/>
            <p:nvPr/>
          </p:nvSpPr>
          <p:spPr bwMode="auto">
            <a:xfrm>
              <a:off x="7712401" y="4590146"/>
              <a:ext cx="3079750" cy="1304009"/>
            </a:xfrm>
            <a:custGeom>
              <a:avLst/>
              <a:gdLst>
                <a:gd name="T0" fmla="*/ 2147483646 w 1940"/>
                <a:gd name="T1" fmla="*/ 2147483646 h 1049"/>
                <a:gd name="T2" fmla="*/ 2147483646 w 1940"/>
                <a:gd name="T3" fmla="*/ 2147483646 h 1049"/>
                <a:gd name="T4" fmla="*/ 2147483646 w 1940"/>
                <a:gd name="T5" fmla="*/ 2147483646 h 1049"/>
                <a:gd name="T6" fmla="*/ 2147483646 w 1940"/>
                <a:gd name="T7" fmla="*/ 2147483646 h 1049"/>
                <a:gd name="T8" fmla="*/ 2147483646 w 1940"/>
                <a:gd name="T9" fmla="*/ 2147483646 h 1049"/>
                <a:gd name="T10" fmla="*/ 2147483646 w 1940"/>
                <a:gd name="T11" fmla="*/ 2147483646 h 1049"/>
                <a:gd name="T12" fmla="*/ 2147483646 w 1940"/>
                <a:gd name="T13" fmla="*/ 2147483646 h 1049"/>
                <a:gd name="T14" fmla="*/ 2147483646 w 1940"/>
                <a:gd name="T15" fmla="*/ 2147483646 h 1049"/>
                <a:gd name="T16" fmla="*/ 2147483646 w 1940"/>
                <a:gd name="T17" fmla="*/ 2147483646 h 1049"/>
                <a:gd name="T18" fmla="*/ 2147483646 w 1940"/>
                <a:gd name="T19" fmla="*/ 2147483646 h 1049"/>
                <a:gd name="T20" fmla="*/ 2147483646 w 1940"/>
                <a:gd name="T21" fmla="*/ 2147483646 h 1049"/>
                <a:gd name="T22" fmla="*/ 2147483646 w 1940"/>
                <a:gd name="T23" fmla="*/ 2147483646 h 1049"/>
                <a:gd name="T24" fmla="*/ 2147483646 w 1940"/>
                <a:gd name="T25" fmla="*/ 2147483646 h 1049"/>
                <a:gd name="T26" fmla="*/ 2147483646 w 1940"/>
                <a:gd name="T27" fmla="*/ 2147483646 h 1049"/>
                <a:gd name="T28" fmla="*/ 2147483646 w 1940"/>
                <a:gd name="T29" fmla="*/ 2147483646 h 1049"/>
                <a:gd name="T30" fmla="*/ 2147483646 w 1940"/>
                <a:gd name="T31" fmla="*/ 2147483646 h 10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940"/>
                <a:gd name="T49" fmla="*/ 0 h 1049"/>
                <a:gd name="T50" fmla="*/ 1940 w 1940"/>
                <a:gd name="T51" fmla="*/ 1049 h 1049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940" h="1049">
                  <a:moveTo>
                    <a:pt x="952" y="26"/>
                  </a:moveTo>
                  <a:cubicBezTo>
                    <a:pt x="867" y="45"/>
                    <a:pt x="832" y="118"/>
                    <a:pt x="755" y="125"/>
                  </a:cubicBezTo>
                  <a:cubicBezTo>
                    <a:pt x="678" y="132"/>
                    <a:pt x="587" y="72"/>
                    <a:pt x="488" y="68"/>
                  </a:cubicBezTo>
                  <a:cubicBezTo>
                    <a:pt x="389" y="64"/>
                    <a:pt x="237" y="48"/>
                    <a:pt x="158" y="101"/>
                  </a:cubicBezTo>
                  <a:cubicBezTo>
                    <a:pt x="79" y="154"/>
                    <a:pt x="28" y="298"/>
                    <a:pt x="14" y="389"/>
                  </a:cubicBezTo>
                  <a:cubicBezTo>
                    <a:pt x="0" y="480"/>
                    <a:pt x="25" y="595"/>
                    <a:pt x="71" y="648"/>
                  </a:cubicBezTo>
                  <a:cubicBezTo>
                    <a:pt x="117" y="701"/>
                    <a:pt x="205" y="665"/>
                    <a:pt x="288" y="706"/>
                  </a:cubicBezTo>
                  <a:cubicBezTo>
                    <a:pt x="371" y="747"/>
                    <a:pt x="450" y="842"/>
                    <a:pt x="568" y="893"/>
                  </a:cubicBezTo>
                  <a:cubicBezTo>
                    <a:pt x="686" y="944"/>
                    <a:pt x="852" y="991"/>
                    <a:pt x="996" y="1014"/>
                  </a:cubicBezTo>
                  <a:cubicBezTo>
                    <a:pt x="1140" y="1036"/>
                    <a:pt x="1309" y="1049"/>
                    <a:pt x="1433" y="1031"/>
                  </a:cubicBezTo>
                  <a:cubicBezTo>
                    <a:pt x="1557" y="1012"/>
                    <a:pt x="1657" y="960"/>
                    <a:pt x="1739" y="907"/>
                  </a:cubicBezTo>
                  <a:cubicBezTo>
                    <a:pt x="1821" y="855"/>
                    <a:pt x="1906" y="824"/>
                    <a:pt x="1923" y="714"/>
                  </a:cubicBezTo>
                  <a:cubicBezTo>
                    <a:pt x="1940" y="604"/>
                    <a:pt x="1898" y="350"/>
                    <a:pt x="1839" y="251"/>
                  </a:cubicBezTo>
                  <a:cubicBezTo>
                    <a:pt x="1780" y="151"/>
                    <a:pt x="1662" y="153"/>
                    <a:pt x="1566" y="114"/>
                  </a:cubicBezTo>
                  <a:cubicBezTo>
                    <a:pt x="1470" y="76"/>
                    <a:pt x="1365" y="30"/>
                    <a:pt x="1263" y="15"/>
                  </a:cubicBezTo>
                  <a:cubicBezTo>
                    <a:pt x="1161" y="0"/>
                    <a:pt x="1037" y="8"/>
                    <a:pt x="952" y="26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Text Box 580"/>
            <p:cNvSpPr txBox="1">
              <a:spLocks noChangeArrowheads="1"/>
            </p:cNvSpPr>
            <p:nvPr/>
          </p:nvSpPr>
          <p:spPr bwMode="auto">
            <a:xfrm>
              <a:off x="7679274" y="1395473"/>
              <a:ext cx="1339406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 pitchFamily="34" charset="0"/>
                </a:rPr>
                <a:t>移动网络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3" name="Text Box 580"/>
            <p:cNvSpPr txBox="1">
              <a:spLocks noChangeArrowheads="1"/>
            </p:cNvSpPr>
            <p:nvPr/>
          </p:nvSpPr>
          <p:spPr bwMode="auto">
            <a:xfrm>
              <a:off x="7330835" y="4098934"/>
              <a:ext cx="1955646" cy="2689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 pitchFamily="34" charset="0"/>
                </a:rPr>
                <a:t>家庭网络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4" name="Text Box 580"/>
            <p:cNvSpPr txBox="1">
              <a:spLocks noChangeArrowheads="1"/>
            </p:cNvSpPr>
            <p:nvPr/>
          </p:nvSpPr>
          <p:spPr bwMode="auto">
            <a:xfrm>
              <a:off x="6864725" y="5209416"/>
              <a:ext cx="1657490" cy="441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 pitchFamily="34" charset="0"/>
                </a:rPr>
                <a:t>企业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8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 pitchFamily="34" charset="0"/>
                </a:rPr>
                <a:t>          网络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5" name="Freeform 14"/>
            <p:cNvSpPr/>
            <p:nvPr/>
          </p:nvSpPr>
          <p:spPr>
            <a:xfrm>
              <a:off x="10222146" y="3086552"/>
              <a:ext cx="1273167" cy="1935748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-1" fmla="*/ 434989 w 1537226"/>
                <a:gd name="connsiteY0-2" fmla="*/ 253346 h 1763594"/>
                <a:gd name="connsiteX1-3" fmla="*/ 488 w 1537226"/>
                <a:gd name="connsiteY1-4" fmla="*/ 921706 h 1763594"/>
                <a:gd name="connsiteX2-5" fmla="*/ 368142 w 1537226"/>
                <a:gd name="connsiteY2-6" fmla="*/ 1489812 h 1763594"/>
                <a:gd name="connsiteX3-7" fmla="*/ 1187008 w 1537226"/>
                <a:gd name="connsiteY3-8" fmla="*/ 1757156 h 1763594"/>
                <a:gd name="connsiteX4-9" fmla="*/ 1521239 w 1537226"/>
                <a:gd name="connsiteY4-10" fmla="*/ 1239177 h 1763594"/>
                <a:gd name="connsiteX5-11" fmla="*/ 1468998 w 1537226"/>
                <a:gd name="connsiteY5-12" fmla="*/ 654362 h 1763594"/>
                <a:gd name="connsiteX6-13" fmla="*/ 1337412 w 1537226"/>
                <a:gd name="connsiteY6-14" fmla="*/ 136383 h 1763594"/>
                <a:gd name="connsiteX7-15" fmla="*/ 1086739 w 1537226"/>
                <a:gd name="connsiteY7-16" fmla="*/ 2711 h 1763594"/>
                <a:gd name="connsiteX8-17" fmla="*/ 434989 w 1537226"/>
                <a:gd name="connsiteY8-18" fmla="*/ 253346 h 1763594"/>
                <a:gd name="connsiteX0-19" fmla="*/ 434989 w 1537226"/>
                <a:gd name="connsiteY0-20" fmla="*/ 253346 h 1763594"/>
                <a:gd name="connsiteX1-21" fmla="*/ 488 w 1537226"/>
                <a:gd name="connsiteY1-22" fmla="*/ 921706 h 1763594"/>
                <a:gd name="connsiteX2-23" fmla="*/ 368142 w 1537226"/>
                <a:gd name="connsiteY2-24" fmla="*/ 1489812 h 1763594"/>
                <a:gd name="connsiteX3-25" fmla="*/ 1187008 w 1537226"/>
                <a:gd name="connsiteY3-26" fmla="*/ 1757156 h 1763594"/>
                <a:gd name="connsiteX4-27" fmla="*/ 1521239 w 1537226"/>
                <a:gd name="connsiteY4-28" fmla="*/ 1239177 h 1763594"/>
                <a:gd name="connsiteX5-29" fmla="*/ 1468998 w 1537226"/>
                <a:gd name="connsiteY5-30" fmla="*/ 654362 h 1763594"/>
                <a:gd name="connsiteX6-31" fmla="*/ 1337412 w 1537226"/>
                <a:gd name="connsiteY6-32" fmla="*/ 136383 h 1763594"/>
                <a:gd name="connsiteX7-33" fmla="*/ 839572 w 1537226"/>
                <a:gd name="connsiteY7-34" fmla="*/ 2711 h 1763594"/>
                <a:gd name="connsiteX8-35" fmla="*/ 434989 w 1537226"/>
                <a:gd name="connsiteY8-36" fmla="*/ 253346 h 1763594"/>
                <a:gd name="connsiteX0-37" fmla="*/ 360357 w 1536743"/>
                <a:gd name="connsiteY0-38" fmla="*/ 534641 h 1782088"/>
                <a:gd name="connsiteX1-39" fmla="*/ 5 w 1536743"/>
                <a:gd name="connsiteY1-40" fmla="*/ 940200 h 1782088"/>
                <a:gd name="connsiteX2-41" fmla="*/ 367659 w 1536743"/>
                <a:gd name="connsiteY2-42" fmla="*/ 1508306 h 1782088"/>
                <a:gd name="connsiteX3-43" fmla="*/ 1186525 w 1536743"/>
                <a:gd name="connsiteY3-44" fmla="*/ 1775650 h 1782088"/>
                <a:gd name="connsiteX4-45" fmla="*/ 1520756 w 1536743"/>
                <a:gd name="connsiteY4-46" fmla="*/ 1257671 h 1782088"/>
                <a:gd name="connsiteX5-47" fmla="*/ 1468515 w 1536743"/>
                <a:gd name="connsiteY5-48" fmla="*/ 672856 h 1782088"/>
                <a:gd name="connsiteX6-49" fmla="*/ 1336929 w 1536743"/>
                <a:gd name="connsiteY6-50" fmla="*/ 154877 h 1782088"/>
                <a:gd name="connsiteX7-51" fmla="*/ 839089 w 1536743"/>
                <a:gd name="connsiteY7-52" fmla="*/ 21205 h 1782088"/>
                <a:gd name="connsiteX8-53" fmla="*/ 360357 w 1536743"/>
                <a:gd name="connsiteY8-54" fmla="*/ 534641 h 1782088"/>
                <a:gd name="connsiteX0-55" fmla="*/ 360355 w 1536741"/>
                <a:gd name="connsiteY0-56" fmla="*/ 534641 h 1782088"/>
                <a:gd name="connsiteX1-57" fmla="*/ 3 w 1536741"/>
                <a:gd name="connsiteY1-58" fmla="*/ 940200 h 1782088"/>
                <a:gd name="connsiteX2-59" fmla="*/ 367657 w 1536741"/>
                <a:gd name="connsiteY2-60" fmla="*/ 1508306 h 1782088"/>
                <a:gd name="connsiteX3-61" fmla="*/ 1186523 w 1536741"/>
                <a:gd name="connsiteY3-62" fmla="*/ 1775650 h 1782088"/>
                <a:gd name="connsiteX4-63" fmla="*/ 1520754 w 1536741"/>
                <a:gd name="connsiteY4-64" fmla="*/ 1257671 h 1782088"/>
                <a:gd name="connsiteX5-65" fmla="*/ 1468513 w 1536741"/>
                <a:gd name="connsiteY5-66" fmla="*/ 672856 h 1782088"/>
                <a:gd name="connsiteX6-67" fmla="*/ 1336927 w 1536741"/>
                <a:gd name="connsiteY6-68" fmla="*/ 154877 h 1782088"/>
                <a:gd name="connsiteX7-69" fmla="*/ 839087 w 1536741"/>
                <a:gd name="connsiteY7-70" fmla="*/ 21205 h 1782088"/>
                <a:gd name="connsiteX8-71" fmla="*/ 360355 w 1536741"/>
                <a:gd name="connsiteY8-72" fmla="*/ 534641 h 1782088"/>
                <a:gd name="connsiteX0-73" fmla="*/ 360355 w 1534770"/>
                <a:gd name="connsiteY0-74" fmla="*/ 553225 h 1800672"/>
                <a:gd name="connsiteX1-75" fmla="*/ 3 w 1534770"/>
                <a:gd name="connsiteY1-76" fmla="*/ 958784 h 1800672"/>
                <a:gd name="connsiteX2-77" fmla="*/ 367657 w 1534770"/>
                <a:gd name="connsiteY2-78" fmla="*/ 1526890 h 1800672"/>
                <a:gd name="connsiteX3-79" fmla="*/ 1186523 w 1534770"/>
                <a:gd name="connsiteY3-80" fmla="*/ 1794234 h 1800672"/>
                <a:gd name="connsiteX4-81" fmla="*/ 1520754 w 1534770"/>
                <a:gd name="connsiteY4-82" fmla="*/ 1276255 h 1800672"/>
                <a:gd name="connsiteX5-83" fmla="*/ 1468513 w 1534770"/>
                <a:gd name="connsiteY5-84" fmla="*/ 691440 h 1800672"/>
                <a:gd name="connsiteX6-85" fmla="*/ 1435794 w 1534770"/>
                <a:gd name="connsiteY6-86" fmla="*/ 107761 h 1800672"/>
                <a:gd name="connsiteX7-87" fmla="*/ 839087 w 1534770"/>
                <a:gd name="connsiteY7-88" fmla="*/ 39789 h 1800672"/>
                <a:gd name="connsiteX8-89" fmla="*/ 360355 w 1534770"/>
                <a:gd name="connsiteY8-90" fmla="*/ 553225 h 1800672"/>
                <a:gd name="connsiteX0-91" fmla="*/ 360355 w 1580585"/>
                <a:gd name="connsiteY0-92" fmla="*/ 553225 h 1880420"/>
                <a:gd name="connsiteX1-93" fmla="*/ 3 w 1580585"/>
                <a:gd name="connsiteY1-94" fmla="*/ 958784 h 1880420"/>
                <a:gd name="connsiteX2-95" fmla="*/ 367657 w 1580585"/>
                <a:gd name="connsiteY2-96" fmla="*/ 1526890 h 1880420"/>
                <a:gd name="connsiteX3-97" fmla="*/ 1186523 w 1580585"/>
                <a:gd name="connsiteY3-98" fmla="*/ 1794234 h 1880420"/>
                <a:gd name="connsiteX4-99" fmla="*/ 1570188 w 1580585"/>
                <a:gd name="connsiteY4-100" fmla="*/ 1785433 h 1880420"/>
                <a:gd name="connsiteX5-101" fmla="*/ 1468513 w 1580585"/>
                <a:gd name="connsiteY5-102" fmla="*/ 691440 h 1880420"/>
                <a:gd name="connsiteX6-103" fmla="*/ 1435794 w 1580585"/>
                <a:gd name="connsiteY6-104" fmla="*/ 107761 h 1880420"/>
                <a:gd name="connsiteX7-105" fmla="*/ 839087 w 1580585"/>
                <a:gd name="connsiteY7-106" fmla="*/ 39789 h 1880420"/>
                <a:gd name="connsiteX8-107" fmla="*/ 360355 w 1580585"/>
                <a:gd name="connsiteY8-108" fmla="*/ 553225 h 1880420"/>
                <a:gd name="connsiteX0-109" fmla="*/ 316588 w 1580732"/>
                <a:gd name="connsiteY0-110" fmla="*/ 359285 h 1867156"/>
                <a:gd name="connsiteX1-111" fmla="*/ 150 w 1580732"/>
                <a:gd name="connsiteY1-112" fmla="*/ 945520 h 1867156"/>
                <a:gd name="connsiteX2-113" fmla="*/ 367804 w 1580732"/>
                <a:gd name="connsiteY2-114" fmla="*/ 1513626 h 1867156"/>
                <a:gd name="connsiteX3-115" fmla="*/ 1186670 w 1580732"/>
                <a:gd name="connsiteY3-116" fmla="*/ 1780970 h 1867156"/>
                <a:gd name="connsiteX4-117" fmla="*/ 1570335 w 1580732"/>
                <a:gd name="connsiteY4-118" fmla="*/ 1772169 h 1867156"/>
                <a:gd name="connsiteX5-119" fmla="*/ 1468660 w 1580732"/>
                <a:gd name="connsiteY5-120" fmla="*/ 678176 h 1867156"/>
                <a:gd name="connsiteX6-121" fmla="*/ 1435941 w 1580732"/>
                <a:gd name="connsiteY6-122" fmla="*/ 94497 h 1867156"/>
                <a:gd name="connsiteX7-123" fmla="*/ 839234 w 1580732"/>
                <a:gd name="connsiteY7-124" fmla="*/ 26525 h 1867156"/>
                <a:gd name="connsiteX8-125" fmla="*/ 316588 w 1580732"/>
                <a:gd name="connsiteY8-126" fmla="*/ 359285 h 1867156"/>
                <a:gd name="connsiteX0-127" fmla="*/ 163575 w 1427719"/>
                <a:gd name="connsiteY0-128" fmla="*/ 359285 h 1867156"/>
                <a:gd name="connsiteX1-129" fmla="*/ 836 w 1427719"/>
                <a:gd name="connsiteY1-130" fmla="*/ 1076921 h 1867156"/>
                <a:gd name="connsiteX2-131" fmla="*/ 214791 w 1427719"/>
                <a:gd name="connsiteY2-132" fmla="*/ 1513626 h 1867156"/>
                <a:gd name="connsiteX3-133" fmla="*/ 1033657 w 1427719"/>
                <a:gd name="connsiteY3-134" fmla="*/ 1780970 h 1867156"/>
                <a:gd name="connsiteX4-135" fmla="*/ 1417322 w 1427719"/>
                <a:gd name="connsiteY4-136" fmla="*/ 1772169 h 1867156"/>
                <a:gd name="connsiteX5-137" fmla="*/ 1315647 w 1427719"/>
                <a:gd name="connsiteY5-138" fmla="*/ 678176 h 1867156"/>
                <a:gd name="connsiteX6-139" fmla="*/ 1282928 w 1427719"/>
                <a:gd name="connsiteY6-140" fmla="*/ 94497 h 1867156"/>
                <a:gd name="connsiteX7-141" fmla="*/ 686221 w 1427719"/>
                <a:gd name="connsiteY7-142" fmla="*/ 26525 h 1867156"/>
                <a:gd name="connsiteX8-143" fmla="*/ 163575 w 1427719"/>
                <a:gd name="connsiteY8-144" fmla="*/ 359285 h 1867156"/>
                <a:gd name="connsiteX0-145" fmla="*/ 163575 w 1426632"/>
                <a:gd name="connsiteY0-146" fmla="*/ 394322 h 1902193"/>
                <a:gd name="connsiteX1-147" fmla="*/ 836 w 1426632"/>
                <a:gd name="connsiteY1-148" fmla="*/ 1111958 h 1902193"/>
                <a:gd name="connsiteX2-149" fmla="*/ 214791 w 1426632"/>
                <a:gd name="connsiteY2-150" fmla="*/ 1548663 h 1902193"/>
                <a:gd name="connsiteX3-151" fmla="*/ 1033657 w 1426632"/>
                <a:gd name="connsiteY3-152" fmla="*/ 1816007 h 1902193"/>
                <a:gd name="connsiteX4-153" fmla="*/ 1417322 w 1426632"/>
                <a:gd name="connsiteY4-154" fmla="*/ 1807206 h 1902193"/>
                <a:gd name="connsiteX5-155" fmla="*/ 1315647 w 1426632"/>
                <a:gd name="connsiteY5-156" fmla="*/ 713213 h 1902193"/>
                <a:gd name="connsiteX6-157" fmla="*/ 1401843 w 1426632"/>
                <a:gd name="connsiteY6-158" fmla="*/ 63834 h 1902193"/>
                <a:gd name="connsiteX7-159" fmla="*/ 686221 w 1426632"/>
                <a:gd name="connsiteY7-160" fmla="*/ 61562 h 1902193"/>
                <a:gd name="connsiteX8-161" fmla="*/ 163575 w 1426632"/>
                <a:gd name="connsiteY8-162" fmla="*/ 394322 h 1902193"/>
                <a:gd name="connsiteX0-163" fmla="*/ 163575 w 1435249"/>
                <a:gd name="connsiteY0-164" fmla="*/ 394322 h 1885560"/>
                <a:gd name="connsiteX1-165" fmla="*/ 836 w 1435249"/>
                <a:gd name="connsiteY1-166" fmla="*/ 1111958 h 1885560"/>
                <a:gd name="connsiteX2-167" fmla="*/ 214791 w 1435249"/>
                <a:gd name="connsiteY2-168" fmla="*/ 1548663 h 1885560"/>
                <a:gd name="connsiteX3-169" fmla="*/ 1033657 w 1435249"/>
                <a:gd name="connsiteY3-170" fmla="*/ 1816007 h 1885560"/>
                <a:gd name="connsiteX4-171" fmla="*/ 1417322 w 1435249"/>
                <a:gd name="connsiteY4-172" fmla="*/ 1807206 h 1885560"/>
                <a:gd name="connsiteX5-173" fmla="*/ 1375103 w 1435249"/>
                <a:gd name="connsiteY5-174" fmla="*/ 943164 h 1885560"/>
                <a:gd name="connsiteX6-175" fmla="*/ 1401843 w 1435249"/>
                <a:gd name="connsiteY6-176" fmla="*/ 63834 h 1885560"/>
                <a:gd name="connsiteX7-177" fmla="*/ 686221 w 1435249"/>
                <a:gd name="connsiteY7-178" fmla="*/ 61562 h 1885560"/>
                <a:gd name="connsiteX8-179" fmla="*/ 163575 w 1435249"/>
                <a:gd name="connsiteY8-180" fmla="*/ 394322 h 1885560"/>
                <a:gd name="connsiteX0-181" fmla="*/ 128947 w 1438213"/>
                <a:gd name="connsiteY0-182" fmla="*/ 345176 h 1883146"/>
                <a:gd name="connsiteX1-183" fmla="*/ 3802 w 1438213"/>
                <a:gd name="connsiteY1-184" fmla="*/ 1109544 h 1883146"/>
                <a:gd name="connsiteX2-185" fmla="*/ 217757 w 1438213"/>
                <a:gd name="connsiteY2-186" fmla="*/ 1546249 h 1883146"/>
                <a:gd name="connsiteX3-187" fmla="*/ 1036623 w 1438213"/>
                <a:gd name="connsiteY3-188" fmla="*/ 1813593 h 1883146"/>
                <a:gd name="connsiteX4-189" fmla="*/ 1420288 w 1438213"/>
                <a:gd name="connsiteY4-190" fmla="*/ 1804792 h 1883146"/>
                <a:gd name="connsiteX5-191" fmla="*/ 1378069 w 1438213"/>
                <a:gd name="connsiteY5-192" fmla="*/ 940750 h 1883146"/>
                <a:gd name="connsiteX6-193" fmla="*/ 1404809 w 1438213"/>
                <a:gd name="connsiteY6-194" fmla="*/ 61420 h 1883146"/>
                <a:gd name="connsiteX7-195" fmla="*/ 689187 w 1438213"/>
                <a:gd name="connsiteY7-196" fmla="*/ 59148 h 1883146"/>
                <a:gd name="connsiteX8-197" fmla="*/ 128947 w 1438213"/>
                <a:gd name="connsiteY8-198" fmla="*/ 345176 h 1883146"/>
                <a:gd name="connsiteX0-199" fmla="*/ 126587 w 1435854"/>
                <a:gd name="connsiteY0-200" fmla="*/ 353278 h 1891248"/>
                <a:gd name="connsiteX1-201" fmla="*/ 1442 w 1435854"/>
                <a:gd name="connsiteY1-202" fmla="*/ 1117646 h 1891248"/>
                <a:gd name="connsiteX2-203" fmla="*/ 215397 w 1435854"/>
                <a:gd name="connsiteY2-204" fmla="*/ 1554351 h 1891248"/>
                <a:gd name="connsiteX3-205" fmla="*/ 1034263 w 1435854"/>
                <a:gd name="connsiteY3-206" fmla="*/ 1821695 h 1891248"/>
                <a:gd name="connsiteX4-207" fmla="*/ 1417928 w 1435854"/>
                <a:gd name="connsiteY4-208" fmla="*/ 1812894 h 1891248"/>
                <a:gd name="connsiteX5-209" fmla="*/ 1375709 w 1435854"/>
                <a:gd name="connsiteY5-210" fmla="*/ 948852 h 1891248"/>
                <a:gd name="connsiteX6-211" fmla="*/ 1402449 w 1435854"/>
                <a:gd name="connsiteY6-212" fmla="*/ 69522 h 1891248"/>
                <a:gd name="connsiteX7-213" fmla="*/ 221605 w 1435854"/>
                <a:gd name="connsiteY7-214" fmla="*/ 47778 h 1891248"/>
                <a:gd name="connsiteX8-215" fmla="*/ 126587 w 1435854"/>
                <a:gd name="connsiteY8-216" fmla="*/ 353278 h 1891248"/>
                <a:gd name="connsiteX0-217" fmla="*/ 35803 w 1453152"/>
                <a:gd name="connsiteY0-218" fmla="*/ 439993 h 1896181"/>
                <a:gd name="connsiteX1-219" fmla="*/ 18740 w 1453152"/>
                <a:gd name="connsiteY1-220" fmla="*/ 1122579 h 1896181"/>
                <a:gd name="connsiteX2-221" fmla="*/ 232695 w 1453152"/>
                <a:gd name="connsiteY2-222" fmla="*/ 1559284 h 1896181"/>
                <a:gd name="connsiteX3-223" fmla="*/ 1051561 w 1453152"/>
                <a:gd name="connsiteY3-224" fmla="*/ 1826628 h 1896181"/>
                <a:gd name="connsiteX4-225" fmla="*/ 1435226 w 1453152"/>
                <a:gd name="connsiteY4-226" fmla="*/ 1817827 h 1896181"/>
                <a:gd name="connsiteX5-227" fmla="*/ 1393007 w 1453152"/>
                <a:gd name="connsiteY5-228" fmla="*/ 953785 h 1896181"/>
                <a:gd name="connsiteX6-229" fmla="*/ 1419747 w 1453152"/>
                <a:gd name="connsiteY6-230" fmla="*/ 74455 h 1896181"/>
                <a:gd name="connsiteX7-231" fmla="*/ 238903 w 1453152"/>
                <a:gd name="connsiteY7-232" fmla="*/ 52711 h 1896181"/>
                <a:gd name="connsiteX8-233" fmla="*/ 35803 w 1453152"/>
                <a:gd name="connsiteY8-234" fmla="*/ 439993 h 1896181"/>
                <a:gd name="connsiteX0-235" fmla="*/ 35803 w 1447873"/>
                <a:gd name="connsiteY0-236" fmla="*/ 439993 h 1952840"/>
                <a:gd name="connsiteX1-237" fmla="*/ 18740 w 1447873"/>
                <a:gd name="connsiteY1-238" fmla="*/ 1122579 h 1952840"/>
                <a:gd name="connsiteX2-239" fmla="*/ 232695 w 1447873"/>
                <a:gd name="connsiteY2-240" fmla="*/ 1559284 h 1952840"/>
                <a:gd name="connsiteX3-241" fmla="*/ 1130848 w 1447873"/>
                <a:gd name="connsiteY3-242" fmla="*/ 1925181 h 1952840"/>
                <a:gd name="connsiteX4-243" fmla="*/ 1435226 w 1447873"/>
                <a:gd name="connsiteY4-244" fmla="*/ 1817827 h 1952840"/>
                <a:gd name="connsiteX5-245" fmla="*/ 1393007 w 1447873"/>
                <a:gd name="connsiteY5-246" fmla="*/ 953785 h 1952840"/>
                <a:gd name="connsiteX6-247" fmla="*/ 1419747 w 1447873"/>
                <a:gd name="connsiteY6-248" fmla="*/ 74455 h 1952840"/>
                <a:gd name="connsiteX7-249" fmla="*/ 238903 w 1447873"/>
                <a:gd name="connsiteY7-250" fmla="*/ 52711 h 1952840"/>
                <a:gd name="connsiteX8-251" fmla="*/ 35803 w 1447873"/>
                <a:gd name="connsiteY8-252" fmla="*/ 439993 h 1952840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  <a:cxn ang="0">
                  <a:pos x="connsiteX7-15" y="connsiteY7-16"/>
                </a:cxn>
                <a:cxn ang="0">
                  <a:pos x="connsiteX8-17" y="connsiteY8-18"/>
                </a:cxn>
              </a:cxnLst>
              <a:rect l="l" t="t" r="r" b="b"/>
              <a:pathLst>
                <a:path w="1447873" h="1952840">
                  <a:moveTo>
                    <a:pt x="35803" y="439993"/>
                  </a:moveTo>
                  <a:cubicBezTo>
                    <a:pt x="-891" y="618304"/>
                    <a:pt x="-14075" y="936031"/>
                    <a:pt x="18740" y="1122579"/>
                  </a:cubicBezTo>
                  <a:cubicBezTo>
                    <a:pt x="51555" y="1309127"/>
                    <a:pt x="47344" y="1425517"/>
                    <a:pt x="232695" y="1559284"/>
                  </a:cubicBezTo>
                  <a:cubicBezTo>
                    <a:pt x="418046" y="1693051"/>
                    <a:pt x="930426" y="1882091"/>
                    <a:pt x="1130848" y="1925181"/>
                  </a:cubicBezTo>
                  <a:cubicBezTo>
                    <a:pt x="1331270" y="1968271"/>
                    <a:pt x="1391533" y="1979726"/>
                    <a:pt x="1435226" y="1817827"/>
                  </a:cubicBezTo>
                  <a:cubicBezTo>
                    <a:pt x="1478919" y="1655928"/>
                    <a:pt x="1395587" y="1244347"/>
                    <a:pt x="1393007" y="953785"/>
                  </a:cubicBezTo>
                  <a:cubicBezTo>
                    <a:pt x="1390427" y="663223"/>
                    <a:pt x="1458740" y="183063"/>
                    <a:pt x="1419747" y="74455"/>
                  </a:cubicBezTo>
                  <a:cubicBezTo>
                    <a:pt x="1380754" y="-34153"/>
                    <a:pt x="469560" y="-8212"/>
                    <a:pt x="238903" y="52711"/>
                  </a:cubicBezTo>
                  <a:cubicBezTo>
                    <a:pt x="8246" y="113634"/>
                    <a:pt x="72497" y="261682"/>
                    <a:pt x="35803" y="439993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9CDFF9"/>
                </a:gs>
                <a:gs pos="100000">
                  <a:schemeClr val="bg1"/>
                </a:gs>
                <a:gs pos="59000">
                  <a:schemeClr val="accent5">
                    <a:lumMod val="20000"/>
                    <a:lumOff val="80000"/>
                  </a:schemeClr>
                </a:gs>
              </a:gsLst>
              <a:lin ang="0" scaled="1"/>
              <a:tileRect/>
            </a:gra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6" name="Group 15"/>
            <p:cNvGrpSpPr/>
            <p:nvPr/>
          </p:nvGrpSpPr>
          <p:grpSpPr>
            <a:xfrm>
              <a:off x="10837700" y="3835062"/>
              <a:ext cx="687393" cy="721548"/>
              <a:chOff x="5203089" y="1751190"/>
              <a:chExt cx="858331" cy="662414"/>
            </a:xfrm>
          </p:grpSpPr>
          <p:sp>
            <p:nvSpPr>
              <p:cNvPr id="17" name="Freeform 16"/>
              <p:cNvSpPr/>
              <p:nvPr/>
            </p:nvSpPr>
            <p:spPr>
              <a:xfrm>
                <a:off x="5536769" y="1751190"/>
                <a:ext cx="524651" cy="662124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  <a:gd name="connsiteX0-1" fmla="*/ 3618 w 651290"/>
                  <a:gd name="connsiteY0-2" fmla="*/ 593378 h 593378"/>
                  <a:gd name="connsiteX1-3" fmla="*/ 0 w 651290"/>
                  <a:gd name="connsiteY1-4" fmla="*/ 242416 h 593378"/>
                  <a:gd name="connsiteX2-5" fmla="*/ 423338 w 651290"/>
                  <a:gd name="connsiteY2-6" fmla="*/ 101308 h 593378"/>
                  <a:gd name="connsiteX3-7" fmla="*/ 647672 w 651290"/>
                  <a:gd name="connsiteY3-8" fmla="*/ 0 h 593378"/>
                  <a:gd name="connsiteX4-9" fmla="*/ 651290 w 651290"/>
                  <a:gd name="connsiteY4-10" fmla="*/ 593378 h 593378"/>
                  <a:gd name="connsiteX5-11" fmla="*/ 3618 w 651290"/>
                  <a:gd name="connsiteY5-12" fmla="*/ 593378 h 593378"/>
                  <a:gd name="connsiteX0-13" fmla="*/ 3618 w 651290"/>
                  <a:gd name="connsiteY0-14" fmla="*/ 662124 h 662124"/>
                  <a:gd name="connsiteX1-15" fmla="*/ 0 w 651290"/>
                  <a:gd name="connsiteY1-16" fmla="*/ 311162 h 662124"/>
                  <a:gd name="connsiteX2-17" fmla="*/ 376300 w 651290"/>
                  <a:gd name="connsiteY2-18" fmla="*/ 0 h 662124"/>
                  <a:gd name="connsiteX3-19" fmla="*/ 647672 w 651290"/>
                  <a:gd name="connsiteY3-20" fmla="*/ 68746 h 662124"/>
                  <a:gd name="connsiteX4-21" fmla="*/ 651290 w 651290"/>
                  <a:gd name="connsiteY4-22" fmla="*/ 662124 h 662124"/>
                  <a:gd name="connsiteX5-23" fmla="*/ 3618 w 651290"/>
                  <a:gd name="connsiteY5-24" fmla="*/ 662124 h 662124"/>
                  <a:gd name="connsiteX0-25" fmla="*/ 0 w 647672"/>
                  <a:gd name="connsiteY0-26" fmla="*/ 662124 h 662124"/>
                  <a:gd name="connsiteX1-27" fmla="*/ 123021 w 647672"/>
                  <a:gd name="connsiteY1-28" fmla="*/ 83217 h 662124"/>
                  <a:gd name="connsiteX2-29" fmla="*/ 372682 w 647672"/>
                  <a:gd name="connsiteY2-30" fmla="*/ 0 h 662124"/>
                  <a:gd name="connsiteX3-31" fmla="*/ 644054 w 647672"/>
                  <a:gd name="connsiteY3-32" fmla="*/ 68746 h 662124"/>
                  <a:gd name="connsiteX4-33" fmla="*/ 647672 w 647672"/>
                  <a:gd name="connsiteY4-34" fmla="*/ 662124 h 662124"/>
                  <a:gd name="connsiteX5-35" fmla="*/ 0 w 647672"/>
                  <a:gd name="connsiteY5-36" fmla="*/ 662124 h 662124"/>
                  <a:gd name="connsiteX0-37" fmla="*/ 7238 w 524651"/>
                  <a:gd name="connsiteY0-38" fmla="*/ 669360 h 669360"/>
                  <a:gd name="connsiteX1-39" fmla="*/ 0 w 524651"/>
                  <a:gd name="connsiteY1-40" fmla="*/ 83217 h 669360"/>
                  <a:gd name="connsiteX2-41" fmla="*/ 249661 w 524651"/>
                  <a:gd name="connsiteY2-42" fmla="*/ 0 h 669360"/>
                  <a:gd name="connsiteX3-43" fmla="*/ 521033 w 524651"/>
                  <a:gd name="connsiteY3-44" fmla="*/ 68746 h 669360"/>
                  <a:gd name="connsiteX4-45" fmla="*/ 524651 w 524651"/>
                  <a:gd name="connsiteY4-46" fmla="*/ 662124 h 669360"/>
                  <a:gd name="connsiteX5-47" fmla="*/ 7238 w 524651"/>
                  <a:gd name="connsiteY5-48" fmla="*/ 669360 h 669360"/>
                  <a:gd name="connsiteX0-49" fmla="*/ 438 w 528706"/>
                  <a:gd name="connsiteY0-50" fmla="*/ 665742 h 665742"/>
                  <a:gd name="connsiteX1-51" fmla="*/ 4055 w 528706"/>
                  <a:gd name="connsiteY1-52" fmla="*/ 83217 h 665742"/>
                  <a:gd name="connsiteX2-53" fmla="*/ 253716 w 528706"/>
                  <a:gd name="connsiteY2-54" fmla="*/ 0 h 665742"/>
                  <a:gd name="connsiteX3-55" fmla="*/ 525088 w 528706"/>
                  <a:gd name="connsiteY3-56" fmla="*/ 68746 h 665742"/>
                  <a:gd name="connsiteX4-57" fmla="*/ 528706 w 528706"/>
                  <a:gd name="connsiteY4-58" fmla="*/ 662124 h 665742"/>
                  <a:gd name="connsiteX5-59" fmla="*/ 438 w 528706"/>
                  <a:gd name="connsiteY5-60" fmla="*/ 665742 h 665742"/>
                  <a:gd name="connsiteX0-61" fmla="*/ 155 w 546514"/>
                  <a:gd name="connsiteY0-62" fmla="*/ 662124 h 662124"/>
                  <a:gd name="connsiteX1-63" fmla="*/ 21863 w 546514"/>
                  <a:gd name="connsiteY1-64" fmla="*/ 83217 h 662124"/>
                  <a:gd name="connsiteX2-65" fmla="*/ 271524 w 546514"/>
                  <a:gd name="connsiteY2-66" fmla="*/ 0 h 662124"/>
                  <a:gd name="connsiteX3-67" fmla="*/ 542896 w 546514"/>
                  <a:gd name="connsiteY3-68" fmla="*/ 68746 h 662124"/>
                  <a:gd name="connsiteX4-69" fmla="*/ 546514 w 546514"/>
                  <a:gd name="connsiteY4-70" fmla="*/ 662124 h 662124"/>
                  <a:gd name="connsiteX5-71" fmla="*/ 155 w 546514"/>
                  <a:gd name="connsiteY5-72" fmla="*/ 662124 h 662124"/>
                  <a:gd name="connsiteX0-73" fmla="*/ 10856 w 524651"/>
                  <a:gd name="connsiteY0-74" fmla="*/ 658506 h 662124"/>
                  <a:gd name="connsiteX1-75" fmla="*/ 0 w 524651"/>
                  <a:gd name="connsiteY1-76" fmla="*/ 83217 h 662124"/>
                  <a:gd name="connsiteX2-77" fmla="*/ 249661 w 524651"/>
                  <a:gd name="connsiteY2-78" fmla="*/ 0 h 662124"/>
                  <a:gd name="connsiteX3-79" fmla="*/ 521033 w 524651"/>
                  <a:gd name="connsiteY3-80" fmla="*/ 68746 h 662124"/>
                  <a:gd name="connsiteX4-81" fmla="*/ 524651 w 524651"/>
                  <a:gd name="connsiteY4-82" fmla="*/ 662124 h 662124"/>
                  <a:gd name="connsiteX5-83" fmla="*/ 10856 w 524651"/>
                  <a:gd name="connsiteY5-84" fmla="*/ 658506 h 662124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</a:cxnLst>
                <a:rect l="l" t="t" r="r" b="b"/>
                <a:pathLst>
                  <a:path w="524651" h="662124">
                    <a:moveTo>
                      <a:pt x="10856" y="658506"/>
                    </a:moveTo>
                    <a:cubicBezTo>
                      <a:pt x="8443" y="463125"/>
                      <a:pt x="2413" y="278598"/>
                      <a:pt x="0" y="83217"/>
                    </a:cubicBezTo>
                    <a:lnTo>
                      <a:pt x="249661" y="0"/>
                    </a:lnTo>
                    <a:lnTo>
                      <a:pt x="521033" y="68746"/>
                    </a:lnTo>
                    <a:lnTo>
                      <a:pt x="524651" y="662124"/>
                    </a:lnTo>
                    <a:lnTo>
                      <a:pt x="10856" y="658506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" name="Freeform 17"/>
              <p:cNvSpPr/>
              <p:nvPr/>
            </p:nvSpPr>
            <p:spPr>
              <a:xfrm>
                <a:off x="5203089" y="1921244"/>
                <a:ext cx="651290" cy="492070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51290" h="492070">
                    <a:moveTo>
                      <a:pt x="3618" y="492070"/>
                    </a:moveTo>
                    <a:lnTo>
                      <a:pt x="0" y="141108"/>
                    </a:lnTo>
                    <a:lnTo>
                      <a:pt x="423338" y="0"/>
                    </a:lnTo>
                    <a:lnTo>
                      <a:pt x="647672" y="57891"/>
                    </a:lnTo>
                    <a:lnTo>
                      <a:pt x="651290" y="492070"/>
                    </a:lnTo>
                    <a:lnTo>
                      <a:pt x="3618" y="492070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3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cxnSp>
            <p:nvCxnSpPr>
              <p:cNvPr id="19" name="Straight Connector 18"/>
              <p:cNvCxnSpPr/>
              <p:nvPr/>
            </p:nvCxnSpPr>
            <p:spPr>
              <a:xfrm flipV="1">
                <a:off x="5270526" y="2029553"/>
                <a:ext cx="295249" cy="73468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" name="Straight Connector 19"/>
              <p:cNvCxnSpPr/>
              <p:nvPr/>
            </p:nvCxnSpPr>
            <p:spPr>
              <a:xfrm flipV="1">
                <a:off x="5275406" y="2261710"/>
                <a:ext cx="290369" cy="1675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Straight Connector 20"/>
              <p:cNvCxnSpPr/>
              <p:nvPr/>
            </p:nvCxnSpPr>
            <p:spPr>
              <a:xfrm flipV="1">
                <a:off x="5275406" y="2151772"/>
                <a:ext cx="290369" cy="4840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Straight Connector 21"/>
              <p:cNvCxnSpPr/>
              <p:nvPr/>
            </p:nvCxnSpPr>
            <p:spPr>
              <a:xfrm>
                <a:off x="5270094" y="2354086"/>
                <a:ext cx="295681" cy="0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Straight Connector 22"/>
              <p:cNvCxnSpPr/>
              <p:nvPr/>
            </p:nvCxnSpPr>
            <p:spPr>
              <a:xfrm flipV="1">
                <a:off x="5950242" y="1866900"/>
                <a:ext cx="0" cy="465273"/>
              </a:xfrm>
              <a:prstGeom prst="line">
                <a:avLst/>
              </a:prstGeom>
              <a:ln w="44450">
                <a:solidFill>
                  <a:schemeClr val="bg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Straight Connector 23"/>
              <p:cNvCxnSpPr/>
              <p:nvPr/>
            </p:nvCxnSpPr>
            <p:spPr>
              <a:xfrm>
                <a:off x="5628589" y="1936750"/>
                <a:ext cx="0" cy="476854"/>
              </a:xfrm>
              <a:prstGeom prst="line">
                <a:avLst/>
              </a:prstGeom>
              <a:ln w="15875">
                <a:solidFill>
                  <a:srgbClr val="0000A8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5" name="Group 24"/>
            <p:cNvGrpSpPr/>
            <p:nvPr/>
          </p:nvGrpSpPr>
          <p:grpSpPr>
            <a:xfrm>
              <a:off x="10771171" y="3101183"/>
              <a:ext cx="594613" cy="648336"/>
              <a:chOff x="5203089" y="1751190"/>
              <a:chExt cx="858331" cy="662414"/>
            </a:xfrm>
          </p:grpSpPr>
          <p:sp>
            <p:nvSpPr>
              <p:cNvPr id="26" name="Freeform 25"/>
              <p:cNvSpPr/>
              <p:nvPr/>
            </p:nvSpPr>
            <p:spPr>
              <a:xfrm>
                <a:off x="5536769" y="1751190"/>
                <a:ext cx="524651" cy="662124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  <a:gd name="connsiteX0-1" fmla="*/ 3618 w 651290"/>
                  <a:gd name="connsiteY0-2" fmla="*/ 593378 h 593378"/>
                  <a:gd name="connsiteX1-3" fmla="*/ 0 w 651290"/>
                  <a:gd name="connsiteY1-4" fmla="*/ 242416 h 593378"/>
                  <a:gd name="connsiteX2-5" fmla="*/ 423338 w 651290"/>
                  <a:gd name="connsiteY2-6" fmla="*/ 101308 h 593378"/>
                  <a:gd name="connsiteX3-7" fmla="*/ 647672 w 651290"/>
                  <a:gd name="connsiteY3-8" fmla="*/ 0 h 593378"/>
                  <a:gd name="connsiteX4-9" fmla="*/ 651290 w 651290"/>
                  <a:gd name="connsiteY4-10" fmla="*/ 593378 h 593378"/>
                  <a:gd name="connsiteX5-11" fmla="*/ 3618 w 651290"/>
                  <a:gd name="connsiteY5-12" fmla="*/ 593378 h 593378"/>
                  <a:gd name="connsiteX0-13" fmla="*/ 3618 w 651290"/>
                  <a:gd name="connsiteY0-14" fmla="*/ 662124 h 662124"/>
                  <a:gd name="connsiteX1-15" fmla="*/ 0 w 651290"/>
                  <a:gd name="connsiteY1-16" fmla="*/ 311162 h 662124"/>
                  <a:gd name="connsiteX2-17" fmla="*/ 376300 w 651290"/>
                  <a:gd name="connsiteY2-18" fmla="*/ 0 h 662124"/>
                  <a:gd name="connsiteX3-19" fmla="*/ 647672 w 651290"/>
                  <a:gd name="connsiteY3-20" fmla="*/ 68746 h 662124"/>
                  <a:gd name="connsiteX4-21" fmla="*/ 651290 w 651290"/>
                  <a:gd name="connsiteY4-22" fmla="*/ 662124 h 662124"/>
                  <a:gd name="connsiteX5-23" fmla="*/ 3618 w 651290"/>
                  <a:gd name="connsiteY5-24" fmla="*/ 662124 h 662124"/>
                  <a:gd name="connsiteX0-25" fmla="*/ 0 w 647672"/>
                  <a:gd name="connsiteY0-26" fmla="*/ 662124 h 662124"/>
                  <a:gd name="connsiteX1-27" fmla="*/ 123021 w 647672"/>
                  <a:gd name="connsiteY1-28" fmla="*/ 83217 h 662124"/>
                  <a:gd name="connsiteX2-29" fmla="*/ 372682 w 647672"/>
                  <a:gd name="connsiteY2-30" fmla="*/ 0 h 662124"/>
                  <a:gd name="connsiteX3-31" fmla="*/ 644054 w 647672"/>
                  <a:gd name="connsiteY3-32" fmla="*/ 68746 h 662124"/>
                  <a:gd name="connsiteX4-33" fmla="*/ 647672 w 647672"/>
                  <a:gd name="connsiteY4-34" fmla="*/ 662124 h 662124"/>
                  <a:gd name="connsiteX5-35" fmla="*/ 0 w 647672"/>
                  <a:gd name="connsiteY5-36" fmla="*/ 662124 h 662124"/>
                  <a:gd name="connsiteX0-37" fmla="*/ 7238 w 524651"/>
                  <a:gd name="connsiteY0-38" fmla="*/ 669360 h 669360"/>
                  <a:gd name="connsiteX1-39" fmla="*/ 0 w 524651"/>
                  <a:gd name="connsiteY1-40" fmla="*/ 83217 h 669360"/>
                  <a:gd name="connsiteX2-41" fmla="*/ 249661 w 524651"/>
                  <a:gd name="connsiteY2-42" fmla="*/ 0 h 669360"/>
                  <a:gd name="connsiteX3-43" fmla="*/ 521033 w 524651"/>
                  <a:gd name="connsiteY3-44" fmla="*/ 68746 h 669360"/>
                  <a:gd name="connsiteX4-45" fmla="*/ 524651 w 524651"/>
                  <a:gd name="connsiteY4-46" fmla="*/ 662124 h 669360"/>
                  <a:gd name="connsiteX5-47" fmla="*/ 7238 w 524651"/>
                  <a:gd name="connsiteY5-48" fmla="*/ 669360 h 669360"/>
                  <a:gd name="connsiteX0-49" fmla="*/ 438 w 528706"/>
                  <a:gd name="connsiteY0-50" fmla="*/ 665742 h 665742"/>
                  <a:gd name="connsiteX1-51" fmla="*/ 4055 w 528706"/>
                  <a:gd name="connsiteY1-52" fmla="*/ 83217 h 665742"/>
                  <a:gd name="connsiteX2-53" fmla="*/ 253716 w 528706"/>
                  <a:gd name="connsiteY2-54" fmla="*/ 0 h 665742"/>
                  <a:gd name="connsiteX3-55" fmla="*/ 525088 w 528706"/>
                  <a:gd name="connsiteY3-56" fmla="*/ 68746 h 665742"/>
                  <a:gd name="connsiteX4-57" fmla="*/ 528706 w 528706"/>
                  <a:gd name="connsiteY4-58" fmla="*/ 662124 h 665742"/>
                  <a:gd name="connsiteX5-59" fmla="*/ 438 w 528706"/>
                  <a:gd name="connsiteY5-60" fmla="*/ 665742 h 665742"/>
                  <a:gd name="connsiteX0-61" fmla="*/ 155 w 546514"/>
                  <a:gd name="connsiteY0-62" fmla="*/ 662124 h 662124"/>
                  <a:gd name="connsiteX1-63" fmla="*/ 21863 w 546514"/>
                  <a:gd name="connsiteY1-64" fmla="*/ 83217 h 662124"/>
                  <a:gd name="connsiteX2-65" fmla="*/ 271524 w 546514"/>
                  <a:gd name="connsiteY2-66" fmla="*/ 0 h 662124"/>
                  <a:gd name="connsiteX3-67" fmla="*/ 542896 w 546514"/>
                  <a:gd name="connsiteY3-68" fmla="*/ 68746 h 662124"/>
                  <a:gd name="connsiteX4-69" fmla="*/ 546514 w 546514"/>
                  <a:gd name="connsiteY4-70" fmla="*/ 662124 h 662124"/>
                  <a:gd name="connsiteX5-71" fmla="*/ 155 w 546514"/>
                  <a:gd name="connsiteY5-72" fmla="*/ 662124 h 662124"/>
                  <a:gd name="connsiteX0-73" fmla="*/ 10856 w 524651"/>
                  <a:gd name="connsiteY0-74" fmla="*/ 658506 h 662124"/>
                  <a:gd name="connsiteX1-75" fmla="*/ 0 w 524651"/>
                  <a:gd name="connsiteY1-76" fmla="*/ 83217 h 662124"/>
                  <a:gd name="connsiteX2-77" fmla="*/ 249661 w 524651"/>
                  <a:gd name="connsiteY2-78" fmla="*/ 0 h 662124"/>
                  <a:gd name="connsiteX3-79" fmla="*/ 521033 w 524651"/>
                  <a:gd name="connsiteY3-80" fmla="*/ 68746 h 662124"/>
                  <a:gd name="connsiteX4-81" fmla="*/ 524651 w 524651"/>
                  <a:gd name="connsiteY4-82" fmla="*/ 662124 h 662124"/>
                  <a:gd name="connsiteX5-83" fmla="*/ 10856 w 524651"/>
                  <a:gd name="connsiteY5-84" fmla="*/ 658506 h 662124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</a:cxnLst>
                <a:rect l="l" t="t" r="r" b="b"/>
                <a:pathLst>
                  <a:path w="524651" h="662124">
                    <a:moveTo>
                      <a:pt x="10856" y="658506"/>
                    </a:moveTo>
                    <a:cubicBezTo>
                      <a:pt x="8443" y="463125"/>
                      <a:pt x="2413" y="278598"/>
                      <a:pt x="0" y="83217"/>
                    </a:cubicBezTo>
                    <a:lnTo>
                      <a:pt x="249661" y="0"/>
                    </a:lnTo>
                    <a:lnTo>
                      <a:pt x="521033" y="68746"/>
                    </a:lnTo>
                    <a:lnTo>
                      <a:pt x="524651" y="662124"/>
                    </a:lnTo>
                    <a:lnTo>
                      <a:pt x="10856" y="658506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" name="Freeform 26"/>
              <p:cNvSpPr/>
              <p:nvPr/>
            </p:nvSpPr>
            <p:spPr>
              <a:xfrm>
                <a:off x="5203089" y="1921244"/>
                <a:ext cx="651290" cy="492070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51290" h="492070">
                    <a:moveTo>
                      <a:pt x="3618" y="492070"/>
                    </a:moveTo>
                    <a:lnTo>
                      <a:pt x="0" y="141108"/>
                    </a:lnTo>
                    <a:lnTo>
                      <a:pt x="423338" y="0"/>
                    </a:lnTo>
                    <a:lnTo>
                      <a:pt x="647672" y="57891"/>
                    </a:lnTo>
                    <a:lnTo>
                      <a:pt x="651290" y="492070"/>
                    </a:lnTo>
                    <a:lnTo>
                      <a:pt x="3618" y="492070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3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cxnSp>
            <p:nvCxnSpPr>
              <p:cNvPr id="28" name="Straight Connector 27"/>
              <p:cNvCxnSpPr/>
              <p:nvPr/>
            </p:nvCxnSpPr>
            <p:spPr>
              <a:xfrm flipV="1">
                <a:off x="5270526" y="2029553"/>
                <a:ext cx="295249" cy="73468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" name="Straight Connector 28"/>
              <p:cNvCxnSpPr/>
              <p:nvPr/>
            </p:nvCxnSpPr>
            <p:spPr>
              <a:xfrm flipV="1">
                <a:off x="5275406" y="2261710"/>
                <a:ext cx="290369" cy="1675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" name="Straight Connector 29"/>
              <p:cNvCxnSpPr/>
              <p:nvPr/>
            </p:nvCxnSpPr>
            <p:spPr>
              <a:xfrm flipV="1">
                <a:off x="5275406" y="2151772"/>
                <a:ext cx="290369" cy="4840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" name="Straight Connector 30"/>
              <p:cNvCxnSpPr/>
              <p:nvPr/>
            </p:nvCxnSpPr>
            <p:spPr>
              <a:xfrm>
                <a:off x="5270094" y="2354086"/>
                <a:ext cx="295681" cy="0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" name="Straight Connector 31"/>
              <p:cNvCxnSpPr/>
              <p:nvPr/>
            </p:nvCxnSpPr>
            <p:spPr>
              <a:xfrm flipV="1">
                <a:off x="5950242" y="1866900"/>
                <a:ext cx="0" cy="465273"/>
              </a:xfrm>
              <a:prstGeom prst="line">
                <a:avLst/>
              </a:prstGeom>
              <a:ln w="44450">
                <a:solidFill>
                  <a:schemeClr val="bg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" name="Straight Connector 32"/>
              <p:cNvCxnSpPr/>
              <p:nvPr/>
            </p:nvCxnSpPr>
            <p:spPr>
              <a:xfrm>
                <a:off x="5628589" y="1936750"/>
                <a:ext cx="0" cy="476854"/>
              </a:xfrm>
              <a:prstGeom prst="line">
                <a:avLst/>
              </a:prstGeom>
              <a:ln w="15875">
                <a:solidFill>
                  <a:srgbClr val="0000A8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4" name="Freeform 33"/>
            <p:cNvSpPr/>
            <p:nvPr/>
          </p:nvSpPr>
          <p:spPr>
            <a:xfrm>
              <a:off x="9540813" y="1689054"/>
              <a:ext cx="1497864" cy="1386455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-1" fmla="*/ 434989 w 1537226"/>
                <a:gd name="connsiteY0-2" fmla="*/ 253346 h 1763594"/>
                <a:gd name="connsiteX1-3" fmla="*/ 488 w 1537226"/>
                <a:gd name="connsiteY1-4" fmla="*/ 921706 h 1763594"/>
                <a:gd name="connsiteX2-5" fmla="*/ 368142 w 1537226"/>
                <a:gd name="connsiteY2-6" fmla="*/ 1489812 h 1763594"/>
                <a:gd name="connsiteX3-7" fmla="*/ 1187008 w 1537226"/>
                <a:gd name="connsiteY3-8" fmla="*/ 1757156 h 1763594"/>
                <a:gd name="connsiteX4-9" fmla="*/ 1521239 w 1537226"/>
                <a:gd name="connsiteY4-10" fmla="*/ 1239177 h 1763594"/>
                <a:gd name="connsiteX5-11" fmla="*/ 1468998 w 1537226"/>
                <a:gd name="connsiteY5-12" fmla="*/ 654362 h 1763594"/>
                <a:gd name="connsiteX6-13" fmla="*/ 1337412 w 1537226"/>
                <a:gd name="connsiteY6-14" fmla="*/ 136383 h 1763594"/>
                <a:gd name="connsiteX7-15" fmla="*/ 1086739 w 1537226"/>
                <a:gd name="connsiteY7-16" fmla="*/ 2711 h 1763594"/>
                <a:gd name="connsiteX8-17" fmla="*/ 434989 w 1537226"/>
                <a:gd name="connsiteY8-18" fmla="*/ 253346 h 1763594"/>
                <a:gd name="connsiteX0-19" fmla="*/ 434989 w 1537226"/>
                <a:gd name="connsiteY0-20" fmla="*/ 253346 h 1763594"/>
                <a:gd name="connsiteX1-21" fmla="*/ 488 w 1537226"/>
                <a:gd name="connsiteY1-22" fmla="*/ 921706 h 1763594"/>
                <a:gd name="connsiteX2-23" fmla="*/ 368142 w 1537226"/>
                <a:gd name="connsiteY2-24" fmla="*/ 1489812 h 1763594"/>
                <a:gd name="connsiteX3-25" fmla="*/ 1187008 w 1537226"/>
                <a:gd name="connsiteY3-26" fmla="*/ 1757156 h 1763594"/>
                <a:gd name="connsiteX4-27" fmla="*/ 1521239 w 1537226"/>
                <a:gd name="connsiteY4-28" fmla="*/ 1239177 h 1763594"/>
                <a:gd name="connsiteX5-29" fmla="*/ 1468998 w 1537226"/>
                <a:gd name="connsiteY5-30" fmla="*/ 654362 h 1763594"/>
                <a:gd name="connsiteX6-31" fmla="*/ 1337412 w 1537226"/>
                <a:gd name="connsiteY6-32" fmla="*/ 136383 h 1763594"/>
                <a:gd name="connsiteX7-33" fmla="*/ 839572 w 1537226"/>
                <a:gd name="connsiteY7-34" fmla="*/ 2711 h 1763594"/>
                <a:gd name="connsiteX8-35" fmla="*/ 434989 w 1537226"/>
                <a:gd name="connsiteY8-36" fmla="*/ 253346 h 1763594"/>
                <a:gd name="connsiteX0-37" fmla="*/ 360357 w 1536743"/>
                <a:gd name="connsiteY0-38" fmla="*/ 534641 h 1782088"/>
                <a:gd name="connsiteX1-39" fmla="*/ 5 w 1536743"/>
                <a:gd name="connsiteY1-40" fmla="*/ 940200 h 1782088"/>
                <a:gd name="connsiteX2-41" fmla="*/ 367659 w 1536743"/>
                <a:gd name="connsiteY2-42" fmla="*/ 1508306 h 1782088"/>
                <a:gd name="connsiteX3-43" fmla="*/ 1186525 w 1536743"/>
                <a:gd name="connsiteY3-44" fmla="*/ 1775650 h 1782088"/>
                <a:gd name="connsiteX4-45" fmla="*/ 1520756 w 1536743"/>
                <a:gd name="connsiteY4-46" fmla="*/ 1257671 h 1782088"/>
                <a:gd name="connsiteX5-47" fmla="*/ 1468515 w 1536743"/>
                <a:gd name="connsiteY5-48" fmla="*/ 672856 h 1782088"/>
                <a:gd name="connsiteX6-49" fmla="*/ 1336929 w 1536743"/>
                <a:gd name="connsiteY6-50" fmla="*/ 154877 h 1782088"/>
                <a:gd name="connsiteX7-51" fmla="*/ 839089 w 1536743"/>
                <a:gd name="connsiteY7-52" fmla="*/ 21205 h 1782088"/>
                <a:gd name="connsiteX8-53" fmla="*/ 360357 w 1536743"/>
                <a:gd name="connsiteY8-54" fmla="*/ 534641 h 1782088"/>
                <a:gd name="connsiteX0-55" fmla="*/ 360355 w 1536741"/>
                <a:gd name="connsiteY0-56" fmla="*/ 534641 h 1782088"/>
                <a:gd name="connsiteX1-57" fmla="*/ 3 w 1536741"/>
                <a:gd name="connsiteY1-58" fmla="*/ 940200 h 1782088"/>
                <a:gd name="connsiteX2-59" fmla="*/ 367657 w 1536741"/>
                <a:gd name="connsiteY2-60" fmla="*/ 1508306 h 1782088"/>
                <a:gd name="connsiteX3-61" fmla="*/ 1186523 w 1536741"/>
                <a:gd name="connsiteY3-62" fmla="*/ 1775650 h 1782088"/>
                <a:gd name="connsiteX4-63" fmla="*/ 1520754 w 1536741"/>
                <a:gd name="connsiteY4-64" fmla="*/ 1257671 h 1782088"/>
                <a:gd name="connsiteX5-65" fmla="*/ 1468513 w 1536741"/>
                <a:gd name="connsiteY5-66" fmla="*/ 672856 h 1782088"/>
                <a:gd name="connsiteX6-67" fmla="*/ 1336927 w 1536741"/>
                <a:gd name="connsiteY6-68" fmla="*/ 154877 h 1782088"/>
                <a:gd name="connsiteX7-69" fmla="*/ 839087 w 1536741"/>
                <a:gd name="connsiteY7-70" fmla="*/ 21205 h 1782088"/>
                <a:gd name="connsiteX8-71" fmla="*/ 360355 w 1536741"/>
                <a:gd name="connsiteY8-72" fmla="*/ 534641 h 1782088"/>
                <a:gd name="connsiteX0-73" fmla="*/ 360355 w 1494463"/>
                <a:gd name="connsiteY0-74" fmla="*/ 534641 h 1775651"/>
                <a:gd name="connsiteX1-75" fmla="*/ 3 w 1494463"/>
                <a:gd name="connsiteY1-76" fmla="*/ 940200 h 1775651"/>
                <a:gd name="connsiteX2-77" fmla="*/ 367657 w 1494463"/>
                <a:gd name="connsiteY2-78" fmla="*/ 1508306 h 1775651"/>
                <a:gd name="connsiteX3-79" fmla="*/ 1186523 w 1494463"/>
                <a:gd name="connsiteY3-80" fmla="*/ 1775650 h 1775651"/>
                <a:gd name="connsiteX4-81" fmla="*/ 1467465 w 1494463"/>
                <a:gd name="connsiteY4-82" fmla="*/ 1510813 h 1775651"/>
                <a:gd name="connsiteX5-83" fmla="*/ 1468513 w 1494463"/>
                <a:gd name="connsiteY5-84" fmla="*/ 672856 h 1775651"/>
                <a:gd name="connsiteX6-85" fmla="*/ 1336927 w 1494463"/>
                <a:gd name="connsiteY6-86" fmla="*/ 154877 h 1775651"/>
                <a:gd name="connsiteX7-87" fmla="*/ 839087 w 1494463"/>
                <a:gd name="connsiteY7-88" fmla="*/ 21205 h 1775651"/>
                <a:gd name="connsiteX8-89" fmla="*/ 360355 w 1494463"/>
                <a:gd name="connsiteY8-90" fmla="*/ 534641 h 1775651"/>
                <a:gd name="connsiteX0-91" fmla="*/ 360355 w 1491064"/>
                <a:gd name="connsiteY0-92" fmla="*/ 552327 h 1793337"/>
                <a:gd name="connsiteX1-93" fmla="*/ 3 w 1491064"/>
                <a:gd name="connsiteY1-94" fmla="*/ 957886 h 1793337"/>
                <a:gd name="connsiteX2-95" fmla="*/ 367657 w 1491064"/>
                <a:gd name="connsiteY2-96" fmla="*/ 1525992 h 1793337"/>
                <a:gd name="connsiteX3-97" fmla="*/ 1186523 w 1491064"/>
                <a:gd name="connsiteY3-98" fmla="*/ 1793336 h 1793337"/>
                <a:gd name="connsiteX4-99" fmla="*/ 1467465 w 1491064"/>
                <a:gd name="connsiteY4-100" fmla="*/ 1528499 h 1793337"/>
                <a:gd name="connsiteX5-101" fmla="*/ 1468513 w 1491064"/>
                <a:gd name="connsiteY5-102" fmla="*/ 690542 h 1793337"/>
                <a:gd name="connsiteX6-103" fmla="*/ 1407977 w 1491064"/>
                <a:gd name="connsiteY6-104" fmla="*/ 109278 h 1793337"/>
                <a:gd name="connsiteX7-105" fmla="*/ 839087 w 1491064"/>
                <a:gd name="connsiteY7-106" fmla="*/ 38891 h 1793337"/>
                <a:gd name="connsiteX8-107" fmla="*/ 360355 w 1491064"/>
                <a:gd name="connsiteY8-108" fmla="*/ 552327 h 1793337"/>
                <a:gd name="connsiteX0-109" fmla="*/ 360355 w 1502818"/>
                <a:gd name="connsiteY0-110" fmla="*/ 552327 h 1612281"/>
                <a:gd name="connsiteX1-111" fmla="*/ 3 w 1502818"/>
                <a:gd name="connsiteY1-112" fmla="*/ 957886 h 1612281"/>
                <a:gd name="connsiteX2-113" fmla="*/ 367657 w 1502818"/>
                <a:gd name="connsiteY2-114" fmla="*/ 1525992 h 1612281"/>
                <a:gd name="connsiteX3-115" fmla="*/ 1026659 w 1502818"/>
                <a:gd name="connsiteY3-116" fmla="*/ 1582385 h 1612281"/>
                <a:gd name="connsiteX4-117" fmla="*/ 1467465 w 1502818"/>
                <a:gd name="connsiteY4-118" fmla="*/ 1528499 h 1612281"/>
                <a:gd name="connsiteX5-119" fmla="*/ 1468513 w 1502818"/>
                <a:gd name="connsiteY5-120" fmla="*/ 690542 h 1612281"/>
                <a:gd name="connsiteX6-121" fmla="*/ 1407977 w 1502818"/>
                <a:gd name="connsiteY6-122" fmla="*/ 109278 h 1612281"/>
                <a:gd name="connsiteX7-123" fmla="*/ 839087 w 1502818"/>
                <a:gd name="connsiteY7-124" fmla="*/ 38891 h 1612281"/>
                <a:gd name="connsiteX8-125" fmla="*/ 360355 w 1502818"/>
                <a:gd name="connsiteY8-126" fmla="*/ 552327 h 1612281"/>
                <a:gd name="connsiteX0-127" fmla="*/ 360384 w 1502847"/>
                <a:gd name="connsiteY0-128" fmla="*/ 552327 h 1803602"/>
                <a:gd name="connsiteX1-129" fmla="*/ 32 w 1502847"/>
                <a:gd name="connsiteY1-130" fmla="*/ 957886 h 1803602"/>
                <a:gd name="connsiteX2-131" fmla="*/ 385448 w 1502847"/>
                <a:gd name="connsiteY2-132" fmla="*/ 1779134 h 1803602"/>
                <a:gd name="connsiteX3-133" fmla="*/ 1026688 w 1502847"/>
                <a:gd name="connsiteY3-134" fmla="*/ 1582385 h 1803602"/>
                <a:gd name="connsiteX4-135" fmla="*/ 1467494 w 1502847"/>
                <a:gd name="connsiteY4-136" fmla="*/ 1528499 h 1803602"/>
                <a:gd name="connsiteX5-137" fmla="*/ 1468542 w 1502847"/>
                <a:gd name="connsiteY5-138" fmla="*/ 690542 h 1803602"/>
                <a:gd name="connsiteX6-139" fmla="*/ 1408006 w 1502847"/>
                <a:gd name="connsiteY6-140" fmla="*/ 109278 h 1803602"/>
                <a:gd name="connsiteX7-141" fmla="*/ 839116 w 1502847"/>
                <a:gd name="connsiteY7-142" fmla="*/ 38891 h 1803602"/>
                <a:gd name="connsiteX8-143" fmla="*/ 360384 w 1502847"/>
                <a:gd name="connsiteY8-144" fmla="*/ 552327 h 1803602"/>
                <a:gd name="connsiteX0-145" fmla="*/ 360384 w 1502847"/>
                <a:gd name="connsiteY0-146" fmla="*/ 552327 h 1826319"/>
                <a:gd name="connsiteX1-147" fmla="*/ 32 w 1502847"/>
                <a:gd name="connsiteY1-148" fmla="*/ 957886 h 1826319"/>
                <a:gd name="connsiteX2-149" fmla="*/ 385448 w 1502847"/>
                <a:gd name="connsiteY2-150" fmla="*/ 1779134 h 1826319"/>
                <a:gd name="connsiteX3-151" fmla="*/ 1026688 w 1502847"/>
                <a:gd name="connsiteY3-152" fmla="*/ 1582385 h 1826319"/>
                <a:gd name="connsiteX4-153" fmla="*/ 1467494 w 1502847"/>
                <a:gd name="connsiteY4-154" fmla="*/ 1528499 h 1826319"/>
                <a:gd name="connsiteX5-155" fmla="*/ 1468542 w 1502847"/>
                <a:gd name="connsiteY5-156" fmla="*/ 690542 h 1826319"/>
                <a:gd name="connsiteX6-157" fmla="*/ 1408006 w 1502847"/>
                <a:gd name="connsiteY6-158" fmla="*/ 109278 h 1826319"/>
                <a:gd name="connsiteX7-159" fmla="*/ 839116 w 1502847"/>
                <a:gd name="connsiteY7-160" fmla="*/ 38891 h 1826319"/>
                <a:gd name="connsiteX8-161" fmla="*/ 360384 w 1502847"/>
                <a:gd name="connsiteY8-162" fmla="*/ 552327 h 1826319"/>
                <a:gd name="connsiteX0-163" fmla="*/ 289852 w 1503366"/>
                <a:gd name="connsiteY0-164" fmla="*/ 461730 h 1820101"/>
                <a:gd name="connsiteX1-165" fmla="*/ 551 w 1503366"/>
                <a:gd name="connsiteY1-166" fmla="*/ 951668 h 1820101"/>
                <a:gd name="connsiteX2-167" fmla="*/ 385967 w 1503366"/>
                <a:gd name="connsiteY2-168" fmla="*/ 1772916 h 1820101"/>
                <a:gd name="connsiteX3-169" fmla="*/ 1027207 w 1503366"/>
                <a:gd name="connsiteY3-170" fmla="*/ 1576167 h 1820101"/>
                <a:gd name="connsiteX4-171" fmla="*/ 1468013 w 1503366"/>
                <a:gd name="connsiteY4-172" fmla="*/ 1522281 h 1820101"/>
                <a:gd name="connsiteX5-173" fmla="*/ 1469061 w 1503366"/>
                <a:gd name="connsiteY5-174" fmla="*/ 684324 h 1820101"/>
                <a:gd name="connsiteX6-175" fmla="*/ 1408525 w 1503366"/>
                <a:gd name="connsiteY6-176" fmla="*/ 103060 h 1820101"/>
                <a:gd name="connsiteX7-177" fmla="*/ 839635 w 1503366"/>
                <a:gd name="connsiteY7-178" fmla="*/ 32673 h 1820101"/>
                <a:gd name="connsiteX8-179" fmla="*/ 289852 w 1503366"/>
                <a:gd name="connsiteY8-180" fmla="*/ 461730 h 1820101"/>
                <a:gd name="connsiteX0-181" fmla="*/ 293376 w 1506890"/>
                <a:gd name="connsiteY0-182" fmla="*/ 461730 h 1820101"/>
                <a:gd name="connsiteX1-183" fmla="*/ 4075 w 1506890"/>
                <a:gd name="connsiteY1-184" fmla="*/ 951668 h 1820101"/>
                <a:gd name="connsiteX2-185" fmla="*/ 389491 w 1506890"/>
                <a:gd name="connsiteY2-186" fmla="*/ 1772916 h 1820101"/>
                <a:gd name="connsiteX3-187" fmla="*/ 1030731 w 1506890"/>
                <a:gd name="connsiteY3-188" fmla="*/ 1576167 h 1820101"/>
                <a:gd name="connsiteX4-189" fmla="*/ 1471537 w 1506890"/>
                <a:gd name="connsiteY4-190" fmla="*/ 1522281 h 1820101"/>
                <a:gd name="connsiteX5-191" fmla="*/ 1472585 w 1506890"/>
                <a:gd name="connsiteY5-192" fmla="*/ 684324 h 1820101"/>
                <a:gd name="connsiteX6-193" fmla="*/ 1412049 w 1506890"/>
                <a:gd name="connsiteY6-194" fmla="*/ 103060 h 1820101"/>
                <a:gd name="connsiteX7-195" fmla="*/ 843159 w 1506890"/>
                <a:gd name="connsiteY7-196" fmla="*/ 32673 h 1820101"/>
                <a:gd name="connsiteX8-197" fmla="*/ 293376 w 1506890"/>
                <a:gd name="connsiteY8-198" fmla="*/ 461730 h 1820101"/>
                <a:gd name="connsiteX0-199" fmla="*/ 203955 w 1545103"/>
                <a:gd name="connsiteY0-200" fmla="*/ 206126 h 1802639"/>
                <a:gd name="connsiteX1-201" fmla="*/ 42288 w 1545103"/>
                <a:gd name="connsiteY1-202" fmla="*/ 934206 h 1802639"/>
                <a:gd name="connsiteX2-203" fmla="*/ 427704 w 1545103"/>
                <a:gd name="connsiteY2-204" fmla="*/ 1755454 h 1802639"/>
                <a:gd name="connsiteX3-205" fmla="*/ 1068944 w 1545103"/>
                <a:gd name="connsiteY3-206" fmla="*/ 1558705 h 1802639"/>
                <a:gd name="connsiteX4-207" fmla="*/ 1509750 w 1545103"/>
                <a:gd name="connsiteY4-208" fmla="*/ 1504819 h 1802639"/>
                <a:gd name="connsiteX5-209" fmla="*/ 1510798 w 1545103"/>
                <a:gd name="connsiteY5-210" fmla="*/ 666862 h 1802639"/>
                <a:gd name="connsiteX6-211" fmla="*/ 1450262 w 1545103"/>
                <a:gd name="connsiteY6-212" fmla="*/ 85598 h 1802639"/>
                <a:gd name="connsiteX7-213" fmla="*/ 881372 w 1545103"/>
                <a:gd name="connsiteY7-214" fmla="*/ 15211 h 1802639"/>
                <a:gd name="connsiteX8-215" fmla="*/ 203955 w 1545103"/>
                <a:gd name="connsiteY8-216" fmla="*/ 206126 h 1802639"/>
                <a:gd name="connsiteX0-217" fmla="*/ 147252 w 1634267"/>
                <a:gd name="connsiteY0-218" fmla="*/ 113266 h 1796376"/>
                <a:gd name="connsiteX1-219" fmla="*/ 131452 w 1634267"/>
                <a:gd name="connsiteY1-220" fmla="*/ 927943 h 1796376"/>
                <a:gd name="connsiteX2-221" fmla="*/ 516868 w 1634267"/>
                <a:gd name="connsiteY2-222" fmla="*/ 1749191 h 1796376"/>
                <a:gd name="connsiteX3-223" fmla="*/ 1158108 w 1634267"/>
                <a:gd name="connsiteY3-224" fmla="*/ 1552442 h 1796376"/>
                <a:gd name="connsiteX4-225" fmla="*/ 1598914 w 1634267"/>
                <a:gd name="connsiteY4-226" fmla="*/ 1498556 h 1796376"/>
                <a:gd name="connsiteX5-227" fmla="*/ 1599962 w 1634267"/>
                <a:gd name="connsiteY5-228" fmla="*/ 660599 h 1796376"/>
                <a:gd name="connsiteX6-229" fmla="*/ 1539426 w 1634267"/>
                <a:gd name="connsiteY6-230" fmla="*/ 79335 h 1796376"/>
                <a:gd name="connsiteX7-231" fmla="*/ 970536 w 1634267"/>
                <a:gd name="connsiteY7-232" fmla="*/ 8948 h 1796376"/>
                <a:gd name="connsiteX8-233" fmla="*/ 147252 w 1634267"/>
                <a:gd name="connsiteY8-234" fmla="*/ 113266 h 179637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  <a:cxn ang="0">
                  <a:pos x="connsiteX7-15" y="connsiteY7-16"/>
                </a:cxn>
                <a:cxn ang="0">
                  <a:pos x="connsiteX8-17" y="connsiteY8-18"/>
                </a:cxn>
              </a:cxnLst>
              <a:rect l="l" t="t" r="r" b="b"/>
              <a:pathLst>
                <a:path w="1634267" h="1796376">
                  <a:moveTo>
                    <a:pt x="147252" y="113266"/>
                  </a:moveTo>
                  <a:cubicBezTo>
                    <a:pt x="-139307" y="245497"/>
                    <a:pt x="69849" y="655289"/>
                    <a:pt x="131452" y="927943"/>
                  </a:cubicBezTo>
                  <a:cubicBezTo>
                    <a:pt x="193055" y="1200597"/>
                    <a:pt x="345759" y="1645108"/>
                    <a:pt x="516868" y="1749191"/>
                  </a:cubicBezTo>
                  <a:cubicBezTo>
                    <a:pt x="687977" y="1853274"/>
                    <a:pt x="1013294" y="1784070"/>
                    <a:pt x="1158108" y="1552442"/>
                  </a:cubicBezTo>
                  <a:cubicBezTo>
                    <a:pt x="1302922" y="1320814"/>
                    <a:pt x="1525272" y="1647197"/>
                    <a:pt x="1598914" y="1498556"/>
                  </a:cubicBezTo>
                  <a:cubicBezTo>
                    <a:pt x="1672556" y="1349916"/>
                    <a:pt x="1609877" y="897136"/>
                    <a:pt x="1599962" y="660599"/>
                  </a:cubicBezTo>
                  <a:cubicBezTo>
                    <a:pt x="1590047" y="424062"/>
                    <a:pt x="1578419" y="187943"/>
                    <a:pt x="1539426" y="79335"/>
                  </a:cubicBezTo>
                  <a:cubicBezTo>
                    <a:pt x="1500433" y="-29273"/>
                    <a:pt x="1202565" y="3293"/>
                    <a:pt x="970536" y="8948"/>
                  </a:cubicBezTo>
                  <a:cubicBezTo>
                    <a:pt x="738507" y="14603"/>
                    <a:pt x="433811" y="-18965"/>
                    <a:pt x="147252" y="113266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9CDFF9"/>
                </a:gs>
                <a:gs pos="100000">
                  <a:schemeClr val="bg1"/>
                </a:gs>
                <a:gs pos="57000">
                  <a:schemeClr val="accent5">
                    <a:lumMod val="20000"/>
                    <a:lumOff val="80000"/>
                  </a:schemeClr>
                </a:gs>
              </a:gsLst>
              <a:lin ang="0" scaled="1"/>
              <a:tileRect/>
            </a:gra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" name="TextBox 34"/>
            <p:cNvSpPr txBox="1"/>
            <p:nvPr/>
          </p:nvSpPr>
          <p:spPr>
            <a:xfrm>
              <a:off x="9427201" y="1758207"/>
              <a:ext cx="1725088" cy="2862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全国或全球 ISP</a:t>
              </a: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" name="Rectangle 35"/>
            <p:cNvSpPr/>
            <p:nvPr/>
          </p:nvSpPr>
          <p:spPr>
            <a:xfrm>
              <a:off x="9279068" y="3584920"/>
              <a:ext cx="305749" cy="197847"/>
            </a:xfrm>
            <a:prstGeom prst="rect">
              <a:avLst/>
            </a:prstGeom>
            <a:solidFill>
              <a:srgbClr val="9CDFF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" name="TextBox 36"/>
            <p:cNvSpPr txBox="1"/>
            <p:nvPr/>
          </p:nvSpPr>
          <p:spPr>
            <a:xfrm>
              <a:off x="8766162" y="3354931"/>
              <a:ext cx="1040639" cy="4801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本地或区域 ISP</a:t>
              </a: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" name="TextBox 37"/>
            <p:cNvSpPr txBox="1"/>
            <p:nvPr/>
          </p:nvSpPr>
          <p:spPr>
            <a:xfrm>
              <a:off x="10917767" y="4584949"/>
              <a:ext cx="813043" cy="3831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数据中心 </a:t>
              </a:r>
              <a:endPara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网络</a:t>
              </a:r>
              <a:endPara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9" name="TextBox 38"/>
            <p:cNvSpPr txBox="1"/>
            <p:nvPr/>
          </p:nvSpPr>
          <p:spPr>
            <a:xfrm>
              <a:off x="10063018" y="4135260"/>
              <a:ext cx="843051" cy="6740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内容 </a:t>
              </a: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提供商 </a:t>
              </a: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网络</a:t>
              </a:r>
              <a:endPara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40" name="Straight Connector 39"/>
            <p:cNvCxnSpPr/>
            <p:nvPr/>
          </p:nvCxnSpPr>
          <p:spPr>
            <a:xfrm flipH="1" flipV="1">
              <a:off x="10559920" y="3487137"/>
              <a:ext cx="412964" cy="63712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/>
            <p:cNvCxnSpPr/>
            <p:nvPr/>
          </p:nvCxnSpPr>
          <p:spPr>
            <a:xfrm flipH="1" flipV="1">
              <a:off x="10660835" y="3547696"/>
              <a:ext cx="345866" cy="738975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/>
            <p:cNvCxnSpPr/>
            <p:nvPr/>
          </p:nvCxnSpPr>
          <p:spPr>
            <a:xfrm flipV="1">
              <a:off x="10636897" y="3540433"/>
              <a:ext cx="335987" cy="39534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/>
            <p:cNvCxnSpPr/>
            <p:nvPr/>
          </p:nvCxnSpPr>
          <p:spPr>
            <a:xfrm flipH="1" flipV="1">
              <a:off x="10570774" y="3501908"/>
              <a:ext cx="1" cy="48574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/>
            <p:cNvCxnSpPr/>
            <p:nvPr/>
          </p:nvCxnSpPr>
          <p:spPr>
            <a:xfrm flipH="1" flipV="1">
              <a:off x="10550620" y="3978654"/>
              <a:ext cx="508543" cy="348647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/>
            <p:cNvCxnSpPr/>
            <p:nvPr/>
          </p:nvCxnSpPr>
          <p:spPr>
            <a:xfrm flipH="1">
              <a:off x="9895195" y="3994754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/>
            <p:cNvCxnSpPr/>
            <p:nvPr/>
          </p:nvCxnSpPr>
          <p:spPr>
            <a:xfrm flipH="1">
              <a:off x="9219616" y="3994754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/>
            <p:cNvCxnSpPr/>
            <p:nvPr/>
          </p:nvCxnSpPr>
          <p:spPr>
            <a:xfrm flipH="1">
              <a:off x="9276868" y="3414684"/>
              <a:ext cx="382424" cy="51705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/>
            <p:cNvCxnSpPr/>
            <p:nvPr/>
          </p:nvCxnSpPr>
          <p:spPr>
            <a:xfrm>
              <a:off x="9733069" y="3414684"/>
              <a:ext cx="0" cy="540294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/>
            <p:cNvCxnSpPr/>
            <p:nvPr/>
          </p:nvCxnSpPr>
          <p:spPr>
            <a:xfrm>
              <a:off x="10137668" y="2661704"/>
              <a:ext cx="488174" cy="839333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/>
            <p:cNvCxnSpPr/>
            <p:nvPr/>
          </p:nvCxnSpPr>
          <p:spPr>
            <a:xfrm flipH="1">
              <a:off x="9798719" y="2602025"/>
              <a:ext cx="380432" cy="694807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/>
            <p:cNvCxnSpPr/>
            <p:nvPr/>
          </p:nvCxnSpPr>
          <p:spPr>
            <a:xfrm flipH="1">
              <a:off x="10100635" y="2076444"/>
              <a:ext cx="761467" cy="577355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/>
            <p:cNvCxnSpPr/>
            <p:nvPr/>
          </p:nvCxnSpPr>
          <p:spPr>
            <a:xfrm flipH="1">
              <a:off x="10100635" y="2175325"/>
              <a:ext cx="3970" cy="518461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/>
            <p:cNvCxnSpPr/>
            <p:nvPr/>
          </p:nvCxnSpPr>
          <p:spPr>
            <a:xfrm flipH="1">
              <a:off x="10672135" y="2107518"/>
              <a:ext cx="149360" cy="518461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/>
            <p:cNvCxnSpPr/>
            <p:nvPr/>
          </p:nvCxnSpPr>
          <p:spPr>
            <a:xfrm flipH="1">
              <a:off x="10142166" y="2625979"/>
              <a:ext cx="574283" cy="27820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/>
            <p:cNvCxnSpPr/>
            <p:nvPr/>
          </p:nvCxnSpPr>
          <p:spPr>
            <a:xfrm flipH="1">
              <a:off x="10069542" y="2076444"/>
              <a:ext cx="788589" cy="98881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/>
            <p:cNvCxnSpPr/>
            <p:nvPr/>
          </p:nvCxnSpPr>
          <p:spPr>
            <a:xfrm flipH="1">
              <a:off x="10862103" y="2034337"/>
              <a:ext cx="279002" cy="42107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/>
            <p:cNvCxnSpPr/>
            <p:nvPr/>
          </p:nvCxnSpPr>
          <p:spPr>
            <a:xfrm flipH="1" flipV="1">
              <a:off x="10681994" y="2625979"/>
              <a:ext cx="353541" cy="67807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/>
            <p:cNvCxnSpPr/>
            <p:nvPr/>
          </p:nvCxnSpPr>
          <p:spPr>
            <a:xfrm flipH="1">
              <a:off x="8769223" y="2175325"/>
              <a:ext cx="1300319" cy="606622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59" name="Line 541"/>
            <p:cNvSpPr>
              <a:spLocks noChangeShapeType="1"/>
            </p:cNvSpPr>
            <p:nvPr/>
          </p:nvSpPr>
          <p:spPr bwMode="auto">
            <a:xfrm flipV="1">
              <a:off x="9378705" y="4020391"/>
              <a:ext cx="429324" cy="70560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0" name="Line 424"/>
            <p:cNvSpPr>
              <a:spLocks noChangeShapeType="1"/>
            </p:cNvSpPr>
            <p:nvPr/>
          </p:nvSpPr>
          <p:spPr bwMode="auto">
            <a:xfrm flipV="1">
              <a:off x="8244554" y="3954468"/>
              <a:ext cx="969051" cy="31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" name="Oval 800"/>
            <p:cNvSpPr>
              <a:spLocks noChangeArrowheads="1"/>
            </p:cNvSpPr>
            <p:nvPr/>
          </p:nvSpPr>
          <p:spPr bwMode="auto">
            <a:xfrm>
              <a:off x="8174541" y="2200007"/>
              <a:ext cx="52388" cy="49485"/>
            </a:xfrm>
            <a:prstGeom prst="ellipse">
              <a:avLst/>
            </a:prstGeom>
            <a:solidFill>
              <a:schemeClr val="tx2"/>
            </a:soli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62" name="Group 61"/>
            <p:cNvGrpSpPr/>
            <p:nvPr/>
          </p:nvGrpSpPr>
          <p:grpSpPr>
            <a:xfrm>
              <a:off x="10410609" y="3403150"/>
              <a:ext cx="353678" cy="198344"/>
              <a:chOff x="7493876" y="2774731"/>
              <a:chExt cx="1481958" cy="894622"/>
            </a:xfrm>
          </p:grpSpPr>
          <p:sp>
            <p:nvSpPr>
              <p:cNvPr id="63" name="Freeform 62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4" name="Oval 63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65" name="Group 64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6" name="Freeform 65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7" name="Freeform 66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8" name="Freeform 67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9" name="Freeform 68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70" name="Group 69"/>
            <p:cNvGrpSpPr/>
            <p:nvPr/>
          </p:nvGrpSpPr>
          <p:grpSpPr>
            <a:xfrm>
              <a:off x="9948724" y="2109304"/>
              <a:ext cx="353678" cy="198344"/>
              <a:chOff x="7493876" y="2774731"/>
              <a:chExt cx="1481958" cy="894622"/>
            </a:xfrm>
          </p:grpSpPr>
          <p:sp>
            <p:nvSpPr>
              <p:cNvPr id="71" name="Freeform 70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2" name="Oval 71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73" name="Group 72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74" name="Freeform 73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5" name="Freeform 74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6" name="Freeform 75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7" name="Freeform 76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78" name="Group 77"/>
            <p:cNvGrpSpPr/>
            <p:nvPr/>
          </p:nvGrpSpPr>
          <p:grpSpPr>
            <a:xfrm>
              <a:off x="10527214" y="2520379"/>
              <a:ext cx="353678" cy="198344"/>
              <a:chOff x="7493876" y="2774731"/>
              <a:chExt cx="1481958" cy="894622"/>
            </a:xfrm>
          </p:grpSpPr>
          <p:sp>
            <p:nvSpPr>
              <p:cNvPr id="79" name="Freeform 78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0" name="Oval 79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81" name="Group 80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82" name="Freeform 81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3" name="Freeform 82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4" name="Freeform 83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5" name="Freeform 84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86" name="Group 85"/>
            <p:cNvGrpSpPr/>
            <p:nvPr/>
          </p:nvGrpSpPr>
          <p:grpSpPr>
            <a:xfrm>
              <a:off x="10643825" y="2014975"/>
              <a:ext cx="353678" cy="198344"/>
              <a:chOff x="7493876" y="2774731"/>
              <a:chExt cx="1481958" cy="894622"/>
            </a:xfrm>
          </p:grpSpPr>
          <p:sp>
            <p:nvSpPr>
              <p:cNvPr id="87" name="Freeform 86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" name="Oval 87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89" name="Group 88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90" name="Freeform 89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1" name="Freeform 90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2" name="Freeform 91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3" name="Freeform 92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94" name="Group 93"/>
            <p:cNvGrpSpPr/>
            <p:nvPr/>
          </p:nvGrpSpPr>
          <p:grpSpPr>
            <a:xfrm>
              <a:off x="9098788" y="3863636"/>
              <a:ext cx="367224" cy="240304"/>
              <a:chOff x="7493876" y="2774731"/>
              <a:chExt cx="1481958" cy="894622"/>
            </a:xfrm>
          </p:grpSpPr>
          <p:sp>
            <p:nvSpPr>
              <p:cNvPr id="95" name="Freeform 94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" name="Oval 95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97" name="Group 96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98" name="Freeform 97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9" name="Freeform 98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0" name="Freeform 99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1" name="Freeform 100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02" name="Group 101"/>
            <p:cNvGrpSpPr/>
            <p:nvPr/>
          </p:nvGrpSpPr>
          <p:grpSpPr>
            <a:xfrm>
              <a:off x="9980126" y="2568577"/>
              <a:ext cx="353678" cy="198344"/>
              <a:chOff x="7493876" y="2774731"/>
              <a:chExt cx="1481958" cy="894622"/>
            </a:xfrm>
          </p:grpSpPr>
          <p:sp>
            <p:nvSpPr>
              <p:cNvPr id="103" name="Freeform 102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" name="Oval 103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105" name="Group 104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06" name="Freeform 105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7" name="Freeform 106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8" name="Freeform 107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9" name="Freeform 108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10" name="Group 109"/>
            <p:cNvGrpSpPr/>
            <p:nvPr/>
          </p:nvGrpSpPr>
          <p:grpSpPr>
            <a:xfrm>
              <a:off x="9497138" y="3301044"/>
              <a:ext cx="367224" cy="240304"/>
              <a:chOff x="7493876" y="2774731"/>
              <a:chExt cx="1481958" cy="894622"/>
            </a:xfrm>
          </p:grpSpPr>
          <p:sp>
            <p:nvSpPr>
              <p:cNvPr id="111" name="Freeform 110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2" name="Oval 111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113" name="Group 112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14" name="Freeform 113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15" name="Freeform 114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16" name="Freeform 115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17" name="Freeform 116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18" name="Group 117"/>
            <p:cNvGrpSpPr/>
            <p:nvPr/>
          </p:nvGrpSpPr>
          <p:grpSpPr>
            <a:xfrm>
              <a:off x="9601554" y="3906775"/>
              <a:ext cx="367224" cy="240304"/>
              <a:chOff x="7493876" y="2774731"/>
              <a:chExt cx="1481958" cy="894622"/>
            </a:xfrm>
          </p:grpSpPr>
          <p:sp>
            <p:nvSpPr>
              <p:cNvPr id="119" name="Freeform 118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0" name="Oval 119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121" name="Group 120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22" name="Freeform 121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3" name="Freeform 122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4" name="Freeform 123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5" name="Freeform 124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26" name="Group 125"/>
            <p:cNvGrpSpPr/>
            <p:nvPr/>
          </p:nvGrpSpPr>
          <p:grpSpPr>
            <a:xfrm>
              <a:off x="10375259" y="3899337"/>
              <a:ext cx="353678" cy="198344"/>
              <a:chOff x="7493876" y="2774731"/>
              <a:chExt cx="1481958" cy="894622"/>
            </a:xfrm>
          </p:grpSpPr>
          <p:sp>
            <p:nvSpPr>
              <p:cNvPr id="127" name="Freeform 126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8" name="Oval 127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129" name="Group 128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30" name="Freeform 129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31" name="Freeform 130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32" name="Freeform 131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33" name="Freeform 132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pic>
          <p:nvPicPr>
            <p:cNvPr id="134" name="Picture 653" descr="iphone_stylized_small"/>
            <p:cNvPicPr>
              <a:picLocks noChangeAspect="1"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909572" y="1824037"/>
              <a:ext cx="136841" cy="328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5" name="Picture 1018" descr="laptop_keyboard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464781" y="2512102"/>
              <a:ext cx="437221" cy="1595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6" name="Freeform 1019"/>
            <p:cNvSpPr/>
            <p:nvPr/>
          </p:nvSpPr>
          <p:spPr bwMode="auto">
            <a:xfrm>
              <a:off x="7609678" y="2357316"/>
              <a:ext cx="351919" cy="208167"/>
            </a:xfrm>
            <a:custGeom>
              <a:avLst/>
              <a:gdLst>
                <a:gd name="T0" fmla="*/ 775798119 w 2982"/>
                <a:gd name="T1" fmla="*/ 0 h 2442"/>
                <a:gd name="T2" fmla="*/ 0 w 2982"/>
                <a:gd name="T3" fmla="*/ 211226083 h 2442"/>
                <a:gd name="T4" fmla="*/ 2147483646 w 2982"/>
                <a:gd name="T5" fmla="*/ 263880059 h 2442"/>
                <a:gd name="T6" fmla="*/ 2147483646 w 2982"/>
                <a:gd name="T7" fmla="*/ 52653891 h 2442"/>
                <a:gd name="T8" fmla="*/ 775798119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137" name="Picture 1020" descr="screen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7011" y="2362670"/>
              <a:ext cx="319785" cy="1894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8" name="Freeform 1021"/>
            <p:cNvSpPr/>
            <p:nvPr/>
          </p:nvSpPr>
          <p:spPr bwMode="auto">
            <a:xfrm>
              <a:off x="7673752" y="2351175"/>
              <a:ext cx="298167" cy="38736"/>
            </a:xfrm>
            <a:custGeom>
              <a:avLst/>
              <a:gdLst>
                <a:gd name="T0" fmla="*/ 193616298 w 2528"/>
                <a:gd name="T1" fmla="*/ 0 h 455"/>
                <a:gd name="T2" fmla="*/ 2147483646 w 2528"/>
                <a:gd name="T3" fmla="*/ 52445139 h 455"/>
                <a:gd name="T4" fmla="*/ 2147483646 w 2528"/>
                <a:gd name="T5" fmla="*/ 52445139 h 455"/>
                <a:gd name="T6" fmla="*/ 0 w 2528"/>
                <a:gd name="T7" fmla="*/ 52445139 h 455"/>
                <a:gd name="T8" fmla="*/ 193616298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9" name="Freeform 1022"/>
            <p:cNvSpPr/>
            <p:nvPr/>
          </p:nvSpPr>
          <p:spPr bwMode="auto">
            <a:xfrm>
              <a:off x="7606562" y="2350860"/>
              <a:ext cx="82770" cy="161243"/>
            </a:xfrm>
            <a:custGeom>
              <a:avLst/>
              <a:gdLst>
                <a:gd name="T0" fmla="*/ 773664160 w 702"/>
                <a:gd name="T1" fmla="*/ 0 h 1893"/>
                <a:gd name="T2" fmla="*/ 0 w 702"/>
                <a:gd name="T3" fmla="*/ 210739916 h 1893"/>
                <a:gd name="T4" fmla="*/ 193416040 w 702"/>
                <a:gd name="T5" fmla="*/ 210739916 h 1893"/>
                <a:gd name="T6" fmla="*/ 967080200 w 702"/>
                <a:gd name="T7" fmla="*/ 52529017 h 1893"/>
                <a:gd name="T8" fmla="*/ 77366416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0" name="Freeform 1023"/>
            <p:cNvSpPr/>
            <p:nvPr/>
          </p:nvSpPr>
          <p:spPr bwMode="auto">
            <a:xfrm>
              <a:off x="7880579" y="2379676"/>
              <a:ext cx="89197" cy="186122"/>
            </a:xfrm>
            <a:custGeom>
              <a:avLst/>
              <a:gdLst>
                <a:gd name="T0" fmla="*/ 969024527 w 756"/>
                <a:gd name="T1" fmla="*/ 0 h 2184"/>
                <a:gd name="T2" fmla="*/ 193802074 w 756"/>
                <a:gd name="T3" fmla="*/ 263660221 h 2184"/>
                <a:gd name="T4" fmla="*/ 0 w 756"/>
                <a:gd name="T5" fmla="*/ 263660221 h 2184"/>
                <a:gd name="T6" fmla="*/ 775222454 w 756"/>
                <a:gd name="T7" fmla="*/ 52610059 h 2184"/>
                <a:gd name="T8" fmla="*/ 96902452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1" name="Freeform 1024"/>
            <p:cNvSpPr/>
            <p:nvPr/>
          </p:nvSpPr>
          <p:spPr bwMode="auto">
            <a:xfrm>
              <a:off x="7605588" y="2503914"/>
              <a:ext cx="327185" cy="62828"/>
            </a:xfrm>
            <a:custGeom>
              <a:avLst/>
              <a:gdLst>
                <a:gd name="T0" fmla="*/ 193829444 w 2773"/>
                <a:gd name="T1" fmla="*/ 0 h 738"/>
                <a:gd name="T2" fmla="*/ 0 w 2773"/>
                <a:gd name="T3" fmla="*/ 52443587 h 738"/>
                <a:gd name="T4" fmla="*/ 2147483646 w 2773"/>
                <a:gd name="T5" fmla="*/ 104894411 h 738"/>
                <a:gd name="T6" fmla="*/ 2147483646 w 2773"/>
                <a:gd name="T7" fmla="*/ 52443587 h 738"/>
                <a:gd name="T8" fmla="*/ 193829444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2" name="Freeform 1025"/>
            <p:cNvSpPr/>
            <p:nvPr/>
          </p:nvSpPr>
          <p:spPr bwMode="auto">
            <a:xfrm>
              <a:off x="7890512" y="2381250"/>
              <a:ext cx="83549" cy="186909"/>
            </a:xfrm>
            <a:custGeom>
              <a:avLst/>
              <a:gdLst>
                <a:gd name="T0" fmla="*/ 2147483646 w 637"/>
                <a:gd name="T1" fmla="*/ 0 h 1659"/>
                <a:gd name="T2" fmla="*/ 2147483646 w 637"/>
                <a:gd name="T3" fmla="*/ 0 h 1659"/>
                <a:gd name="T4" fmla="*/ 295581541 w 637"/>
                <a:gd name="T5" fmla="*/ 2147483646 h 1659"/>
                <a:gd name="T6" fmla="*/ 0 w 637"/>
                <a:gd name="T7" fmla="*/ 2147483646 h 1659"/>
                <a:gd name="T8" fmla="*/ 214748364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3" name="Freeform 1026"/>
            <p:cNvSpPr/>
            <p:nvPr/>
          </p:nvSpPr>
          <p:spPr bwMode="auto">
            <a:xfrm>
              <a:off x="7605977" y="2512260"/>
              <a:ext cx="290961" cy="62041"/>
            </a:xfrm>
            <a:custGeom>
              <a:avLst/>
              <a:gdLst>
                <a:gd name="T0" fmla="*/ 0 w 2216"/>
                <a:gd name="T1" fmla="*/ 0 h 550"/>
                <a:gd name="T2" fmla="*/ 296523134 w 2216"/>
                <a:gd name="T3" fmla="*/ 324379338 h 550"/>
                <a:gd name="T4" fmla="*/ 2147483646 w 2216"/>
                <a:gd name="T5" fmla="*/ 2147483646 h 550"/>
                <a:gd name="T6" fmla="*/ 2147483646 w 2216"/>
                <a:gd name="T7" fmla="*/ 2147483646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44" name="Group 1027"/>
            <p:cNvGrpSpPr/>
            <p:nvPr/>
          </p:nvGrpSpPr>
          <p:grpSpPr bwMode="auto">
            <a:xfrm>
              <a:off x="7601109" y="2578552"/>
              <a:ext cx="98740" cy="36846"/>
              <a:chOff x="1740" y="2642"/>
              <a:chExt cx="752" cy="327"/>
            </a:xfrm>
          </p:grpSpPr>
          <p:sp>
            <p:nvSpPr>
              <p:cNvPr id="145" name="Freeform 1028"/>
              <p:cNvSpPr/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6" name="Freeform 1029"/>
              <p:cNvSpPr/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7" name="Freeform 1030"/>
              <p:cNvSpPr/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8" name="Freeform 1031"/>
              <p:cNvSpPr/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9" name="Freeform 1032"/>
              <p:cNvSpPr/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0" name="Freeform 1033"/>
              <p:cNvSpPr/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151" name="Freeform 1034"/>
            <p:cNvSpPr/>
            <p:nvPr/>
          </p:nvSpPr>
          <p:spPr bwMode="auto">
            <a:xfrm>
              <a:off x="7770154" y="2584063"/>
              <a:ext cx="119578" cy="80936"/>
            </a:xfrm>
            <a:custGeom>
              <a:avLst/>
              <a:gdLst>
                <a:gd name="T0" fmla="*/ 213221464 w 990"/>
                <a:gd name="T1" fmla="*/ 1090686587 h 792"/>
                <a:gd name="T2" fmla="*/ 1915477586 w 990"/>
                <a:gd name="T3" fmla="*/ 0 h 792"/>
                <a:gd name="T4" fmla="*/ 1915477586 w 990"/>
                <a:gd name="T5" fmla="*/ 108859840 h 792"/>
                <a:gd name="T6" fmla="*/ 0 w 990"/>
                <a:gd name="T7" fmla="*/ 1090686587 h 792"/>
                <a:gd name="T8" fmla="*/ 213221464 w 990"/>
                <a:gd name="T9" fmla="*/ 109068658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2" name="Freeform 1035"/>
            <p:cNvSpPr/>
            <p:nvPr/>
          </p:nvSpPr>
          <p:spPr bwMode="auto">
            <a:xfrm>
              <a:off x="7464976" y="2590519"/>
              <a:ext cx="305957" cy="73850"/>
            </a:xfrm>
            <a:custGeom>
              <a:avLst/>
              <a:gdLst>
                <a:gd name="T0" fmla="*/ 213486572 w 2532"/>
                <a:gd name="T1" fmla="*/ 0 h 723"/>
                <a:gd name="T2" fmla="*/ 213486572 w 2532"/>
                <a:gd name="T3" fmla="*/ 0 h 723"/>
                <a:gd name="T4" fmla="*/ 2147483646 w 2532"/>
                <a:gd name="T5" fmla="*/ 979380008 h 723"/>
                <a:gd name="T6" fmla="*/ 2147483646 w 2532"/>
                <a:gd name="T7" fmla="*/ 1088085165 h 723"/>
                <a:gd name="T8" fmla="*/ 0 w 2532"/>
                <a:gd name="T9" fmla="*/ 108705259 h 723"/>
                <a:gd name="T10" fmla="*/ 21348657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3" name="Freeform 1036"/>
            <p:cNvSpPr/>
            <p:nvPr/>
          </p:nvSpPr>
          <p:spPr bwMode="auto">
            <a:xfrm>
              <a:off x="7465171" y="2576977"/>
              <a:ext cx="3311" cy="14959"/>
            </a:xfrm>
            <a:custGeom>
              <a:avLst/>
              <a:gdLst>
                <a:gd name="T0" fmla="*/ 262278191 w 26"/>
                <a:gd name="T1" fmla="*/ 107489981 h 147"/>
                <a:gd name="T2" fmla="*/ 262278191 w 26"/>
                <a:gd name="T3" fmla="*/ 214969480 h 147"/>
                <a:gd name="T4" fmla="*/ 0 w 26"/>
                <a:gd name="T5" fmla="*/ 214969480 h 147"/>
                <a:gd name="T6" fmla="*/ 262278191 w 26"/>
                <a:gd name="T7" fmla="*/ 0 h 147"/>
                <a:gd name="T8" fmla="*/ 262278191 w 26"/>
                <a:gd name="T9" fmla="*/ 10748998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4" name="Freeform 1037"/>
            <p:cNvSpPr/>
            <p:nvPr/>
          </p:nvSpPr>
          <p:spPr bwMode="auto">
            <a:xfrm>
              <a:off x="7465366" y="2516039"/>
              <a:ext cx="142170" cy="61883"/>
            </a:xfrm>
            <a:custGeom>
              <a:avLst/>
              <a:gdLst>
                <a:gd name="T0" fmla="*/ 2136125890 w 1176"/>
                <a:gd name="T1" fmla="*/ 0 h 606"/>
                <a:gd name="T2" fmla="*/ 0 w 1176"/>
                <a:gd name="T3" fmla="*/ 870000945 h 606"/>
                <a:gd name="T4" fmla="*/ 213789467 w 1176"/>
                <a:gd name="T5" fmla="*/ 870000945 h 606"/>
                <a:gd name="T6" fmla="*/ 2136125890 w 1176"/>
                <a:gd name="T7" fmla="*/ 108617123 h 606"/>
                <a:gd name="T8" fmla="*/ 213612589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5" name="Freeform 1038"/>
            <p:cNvSpPr/>
            <p:nvPr/>
          </p:nvSpPr>
          <p:spPr bwMode="auto">
            <a:xfrm>
              <a:off x="7474909" y="2580127"/>
              <a:ext cx="290182" cy="71016"/>
            </a:xfrm>
            <a:custGeom>
              <a:avLst/>
              <a:gdLst>
                <a:gd name="T0" fmla="*/ 173112702 w 2532"/>
                <a:gd name="T1" fmla="*/ 0 h 723"/>
                <a:gd name="T2" fmla="*/ 173112702 w 2532"/>
                <a:gd name="T3" fmla="*/ 0 h 723"/>
                <a:gd name="T4" fmla="*/ 2069773885 w 2532"/>
                <a:gd name="T5" fmla="*/ 558173482 h 723"/>
                <a:gd name="T6" fmla="*/ 2069773885 w 2532"/>
                <a:gd name="T7" fmla="*/ 558173482 h 723"/>
                <a:gd name="T8" fmla="*/ 0 w 2532"/>
                <a:gd name="T9" fmla="*/ 92871346 h 723"/>
                <a:gd name="T10" fmla="*/ 17311270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6" name="Freeform 1039"/>
            <p:cNvSpPr/>
            <p:nvPr/>
          </p:nvSpPr>
          <p:spPr bwMode="auto">
            <a:xfrm flipV="1">
              <a:off x="7764701" y="2575088"/>
              <a:ext cx="118410" cy="7353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962694895 h 723"/>
                <a:gd name="T6" fmla="*/ 0 w 2532"/>
                <a:gd name="T7" fmla="*/ 962694895 h 723"/>
                <a:gd name="T8" fmla="*/ 0 w 2532"/>
                <a:gd name="T9" fmla="*/ 107314314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157" name="Picture 568" descr="light2.png"/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8831667" y="2299301"/>
              <a:ext cx="92772" cy="4054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58" name="Picture 603" descr="car_icon_small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499539" y="2023970"/>
              <a:ext cx="849312" cy="168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59" name="Picture 1116" descr="laptop_keyboard"/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510375" y="3512221"/>
              <a:ext cx="286699" cy="1194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60" name="Freeform 1117"/>
            <p:cNvSpPr/>
            <p:nvPr/>
          </p:nvSpPr>
          <p:spPr bwMode="auto">
            <a:xfrm>
              <a:off x="7605388" y="3396311"/>
              <a:ext cx="230764" cy="155883"/>
            </a:xfrm>
            <a:custGeom>
              <a:avLst/>
              <a:gdLst>
                <a:gd name="T0" fmla="*/ 143665061 w 2982"/>
                <a:gd name="T1" fmla="*/ 0 h 2442"/>
                <a:gd name="T2" fmla="*/ 0 w 2982"/>
                <a:gd name="T3" fmla="*/ 66329557 h 2442"/>
                <a:gd name="T4" fmla="*/ 573719931 w 2982"/>
                <a:gd name="T5" fmla="*/ 82975142 h 2442"/>
                <a:gd name="T6" fmla="*/ 717384993 w 2982"/>
                <a:gd name="T7" fmla="*/ 16645585 h 2442"/>
                <a:gd name="T8" fmla="*/ 14366506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161" name="Picture 1118" descr="screen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16754" y="3400320"/>
              <a:ext cx="209692" cy="1418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62" name="Freeform 1119"/>
            <p:cNvSpPr/>
            <p:nvPr/>
          </p:nvSpPr>
          <p:spPr bwMode="auto">
            <a:xfrm>
              <a:off x="7647403" y="3391713"/>
              <a:ext cx="195517" cy="29007"/>
            </a:xfrm>
            <a:custGeom>
              <a:avLst/>
              <a:gdLst>
                <a:gd name="T0" fmla="*/ 35620212 w 2528"/>
                <a:gd name="T1" fmla="*/ 0 h 455"/>
                <a:gd name="T2" fmla="*/ 608343257 w 2528"/>
                <a:gd name="T3" fmla="*/ 16582250 h 455"/>
                <a:gd name="T4" fmla="*/ 572256449 w 2528"/>
                <a:gd name="T5" fmla="*/ 16582250 h 455"/>
                <a:gd name="T6" fmla="*/ 0 w 2528"/>
                <a:gd name="T7" fmla="*/ 16582250 h 455"/>
                <a:gd name="T8" fmla="*/ 35620212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3" name="Freeform 1120"/>
            <p:cNvSpPr/>
            <p:nvPr/>
          </p:nvSpPr>
          <p:spPr bwMode="auto">
            <a:xfrm>
              <a:off x="7603345" y="3391477"/>
              <a:ext cx="54275" cy="120745"/>
            </a:xfrm>
            <a:custGeom>
              <a:avLst/>
              <a:gdLst>
                <a:gd name="T0" fmla="*/ 142804406 w 702"/>
                <a:gd name="T1" fmla="*/ 0 h 1893"/>
                <a:gd name="T2" fmla="*/ 0 w 702"/>
                <a:gd name="T3" fmla="*/ 66174575 h 1893"/>
                <a:gd name="T4" fmla="*/ 35584530 w 702"/>
                <a:gd name="T5" fmla="*/ 66174575 h 1893"/>
                <a:gd name="T6" fmla="*/ 178855222 w 702"/>
                <a:gd name="T7" fmla="*/ 16607700 h 1893"/>
                <a:gd name="T8" fmla="*/ 142804406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4" name="Freeform 1121"/>
            <p:cNvSpPr/>
            <p:nvPr/>
          </p:nvSpPr>
          <p:spPr bwMode="auto">
            <a:xfrm>
              <a:off x="7783026" y="3413055"/>
              <a:ext cx="58489" cy="139375"/>
            </a:xfrm>
            <a:custGeom>
              <a:avLst/>
              <a:gdLst>
                <a:gd name="T0" fmla="*/ 179213623 w 756"/>
                <a:gd name="T1" fmla="*/ 0 h 2184"/>
                <a:gd name="T2" fmla="*/ 35656008 w 756"/>
                <a:gd name="T3" fmla="*/ 82904513 h 2184"/>
                <a:gd name="T4" fmla="*/ 0 w 756"/>
                <a:gd name="T5" fmla="*/ 82904513 h 2184"/>
                <a:gd name="T6" fmla="*/ 143090785 w 756"/>
                <a:gd name="T7" fmla="*/ 16632211 h 2184"/>
                <a:gd name="T8" fmla="*/ 179213623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5" name="Freeform 1122"/>
            <p:cNvSpPr/>
            <p:nvPr/>
          </p:nvSpPr>
          <p:spPr bwMode="auto">
            <a:xfrm>
              <a:off x="7602706" y="3506090"/>
              <a:ext cx="214545" cy="47048"/>
            </a:xfrm>
            <a:custGeom>
              <a:avLst/>
              <a:gdLst>
                <a:gd name="T0" fmla="*/ 35658648 w 2773"/>
                <a:gd name="T1" fmla="*/ 0 h 738"/>
                <a:gd name="T2" fmla="*/ 0 w 2773"/>
                <a:gd name="T3" fmla="*/ 16581742 h 738"/>
                <a:gd name="T4" fmla="*/ 573357470 w 2773"/>
                <a:gd name="T5" fmla="*/ 33163485 h 738"/>
                <a:gd name="T6" fmla="*/ 573357470 w 2773"/>
                <a:gd name="T7" fmla="*/ 16581742 h 738"/>
                <a:gd name="T8" fmla="*/ 35658648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6" name="Freeform 1123"/>
            <p:cNvSpPr/>
            <p:nvPr/>
          </p:nvSpPr>
          <p:spPr bwMode="auto">
            <a:xfrm>
              <a:off x="7789539" y="3414234"/>
              <a:ext cx="54786" cy="139965"/>
            </a:xfrm>
            <a:custGeom>
              <a:avLst/>
              <a:gdLst>
                <a:gd name="T0" fmla="*/ 656550006 w 637"/>
                <a:gd name="T1" fmla="*/ 0 h 1659"/>
                <a:gd name="T2" fmla="*/ 656550006 w 637"/>
                <a:gd name="T3" fmla="*/ 0 h 1659"/>
                <a:gd name="T4" fmla="*/ 54716163 w 637"/>
                <a:gd name="T5" fmla="*/ 2147483646 h 1659"/>
                <a:gd name="T6" fmla="*/ 0 w 637"/>
                <a:gd name="T7" fmla="*/ 2147483646 h 1659"/>
                <a:gd name="T8" fmla="*/ 65655000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7" name="Freeform 1124"/>
            <p:cNvSpPr/>
            <p:nvPr/>
          </p:nvSpPr>
          <p:spPr bwMode="auto">
            <a:xfrm>
              <a:off x="7602962" y="3512339"/>
              <a:ext cx="190792" cy="46458"/>
            </a:xfrm>
            <a:custGeom>
              <a:avLst/>
              <a:gdLst>
                <a:gd name="T0" fmla="*/ 0 w 2216"/>
                <a:gd name="T1" fmla="*/ 0 h 550"/>
                <a:gd name="T2" fmla="*/ 54884212 w 2216"/>
                <a:gd name="T3" fmla="*/ 101852492 h 550"/>
                <a:gd name="T4" fmla="*/ 2147483646 w 2216"/>
                <a:gd name="T5" fmla="*/ 1017940055 h 550"/>
                <a:gd name="T6" fmla="*/ 2147483646 w 2216"/>
                <a:gd name="T7" fmla="*/ 865464562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68" name="Group 1125"/>
            <p:cNvGrpSpPr/>
            <p:nvPr/>
          </p:nvGrpSpPr>
          <p:grpSpPr bwMode="auto">
            <a:xfrm>
              <a:off x="7599769" y="3561981"/>
              <a:ext cx="64747" cy="27592"/>
              <a:chOff x="1740" y="2642"/>
              <a:chExt cx="752" cy="327"/>
            </a:xfrm>
          </p:grpSpPr>
          <p:sp>
            <p:nvSpPr>
              <p:cNvPr id="169" name="Freeform 1126"/>
              <p:cNvSpPr/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0" name="Freeform 1127"/>
              <p:cNvSpPr/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1" name="Freeform 1128"/>
              <p:cNvSpPr/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2" name="Freeform 1129"/>
              <p:cNvSpPr/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3" name="Freeform 1130"/>
              <p:cNvSpPr/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4" name="Freeform 1131"/>
              <p:cNvSpPr/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175" name="Freeform 1132"/>
            <p:cNvSpPr/>
            <p:nvPr/>
          </p:nvSpPr>
          <p:spPr bwMode="auto">
            <a:xfrm>
              <a:off x="7710617" y="3566108"/>
              <a:ext cx="78411" cy="60608"/>
            </a:xfrm>
            <a:custGeom>
              <a:avLst/>
              <a:gdLst>
                <a:gd name="T0" fmla="*/ 39250883 w 990"/>
                <a:gd name="T1" fmla="*/ 342828616 h 792"/>
                <a:gd name="T2" fmla="*/ 354255671 w 990"/>
                <a:gd name="T3" fmla="*/ 0 h 792"/>
                <a:gd name="T4" fmla="*/ 354255671 w 990"/>
                <a:gd name="T5" fmla="*/ 34504242 h 792"/>
                <a:gd name="T6" fmla="*/ 0 w 990"/>
                <a:gd name="T7" fmla="*/ 342828616 h 792"/>
                <a:gd name="T8" fmla="*/ 39250883 w 990"/>
                <a:gd name="T9" fmla="*/ 342828616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6" name="Freeform 1133"/>
            <p:cNvSpPr/>
            <p:nvPr/>
          </p:nvSpPr>
          <p:spPr bwMode="auto">
            <a:xfrm>
              <a:off x="7510503" y="3570943"/>
              <a:ext cx="200625" cy="55302"/>
            </a:xfrm>
            <a:custGeom>
              <a:avLst/>
              <a:gdLst>
                <a:gd name="T0" fmla="*/ 39302216 w 2532"/>
                <a:gd name="T1" fmla="*/ 0 h 723"/>
                <a:gd name="T2" fmla="*/ 39302216 w 2532"/>
                <a:gd name="T3" fmla="*/ 0 h 723"/>
                <a:gd name="T4" fmla="*/ 867084690 w 2532"/>
                <a:gd name="T5" fmla="*/ 307891170 h 723"/>
                <a:gd name="T6" fmla="*/ 867084690 w 2532"/>
                <a:gd name="T7" fmla="*/ 342351506 h 723"/>
                <a:gd name="T8" fmla="*/ 0 w 2532"/>
                <a:gd name="T9" fmla="*/ 34009889 h 723"/>
                <a:gd name="T10" fmla="*/ 39302216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7" name="Freeform 1134"/>
            <p:cNvSpPr/>
            <p:nvPr/>
          </p:nvSpPr>
          <p:spPr bwMode="auto">
            <a:xfrm>
              <a:off x="7510631" y="3560802"/>
              <a:ext cx="2171" cy="11202"/>
            </a:xfrm>
            <a:custGeom>
              <a:avLst/>
              <a:gdLst>
                <a:gd name="T0" fmla="*/ 48903362 w 26"/>
                <a:gd name="T1" fmla="*/ 33634500 h 147"/>
                <a:gd name="T2" fmla="*/ 48903362 w 26"/>
                <a:gd name="T3" fmla="*/ 67263209 h 147"/>
                <a:gd name="T4" fmla="*/ 0 w 26"/>
                <a:gd name="T5" fmla="*/ 67263209 h 147"/>
                <a:gd name="T6" fmla="*/ 48903362 w 26"/>
                <a:gd name="T7" fmla="*/ 0 h 147"/>
                <a:gd name="T8" fmla="*/ 48903362 w 26"/>
                <a:gd name="T9" fmla="*/ 33634500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8" name="Freeform 1135"/>
            <p:cNvSpPr/>
            <p:nvPr/>
          </p:nvSpPr>
          <p:spPr bwMode="auto">
            <a:xfrm>
              <a:off x="7510758" y="3515169"/>
              <a:ext cx="93225" cy="46340"/>
            </a:xfrm>
            <a:custGeom>
              <a:avLst/>
              <a:gdLst>
                <a:gd name="T0" fmla="*/ 395043791 w 1176"/>
                <a:gd name="T1" fmla="*/ 0 h 606"/>
                <a:gd name="T2" fmla="*/ 0 w 1176"/>
                <a:gd name="T3" fmla="*/ 273654982 h 606"/>
                <a:gd name="T4" fmla="*/ 39357994 w 1176"/>
                <a:gd name="T5" fmla="*/ 273654982 h 606"/>
                <a:gd name="T6" fmla="*/ 395043791 w 1176"/>
                <a:gd name="T7" fmla="*/ 33985420 h 606"/>
                <a:gd name="T8" fmla="*/ 39504379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9" name="Freeform 1136"/>
            <p:cNvSpPr/>
            <p:nvPr/>
          </p:nvSpPr>
          <p:spPr bwMode="auto">
            <a:xfrm>
              <a:off x="7517016" y="3563161"/>
              <a:ext cx="190281" cy="53180"/>
            </a:xfrm>
            <a:custGeom>
              <a:avLst/>
              <a:gdLst>
                <a:gd name="T0" fmla="*/ 31829833 w 2532"/>
                <a:gd name="T1" fmla="*/ 0 h 723"/>
                <a:gd name="T2" fmla="*/ 31829833 w 2532"/>
                <a:gd name="T3" fmla="*/ 0 h 723"/>
                <a:gd name="T4" fmla="*/ 382827787 w 2532"/>
                <a:gd name="T5" fmla="*/ 175498781 h 723"/>
                <a:gd name="T6" fmla="*/ 382827787 w 2532"/>
                <a:gd name="T7" fmla="*/ 175498781 h 723"/>
                <a:gd name="T8" fmla="*/ 0 w 2532"/>
                <a:gd name="T9" fmla="*/ 29448186 h 723"/>
                <a:gd name="T10" fmla="*/ 31829833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0" name="Freeform 1137"/>
            <p:cNvSpPr/>
            <p:nvPr/>
          </p:nvSpPr>
          <p:spPr bwMode="auto">
            <a:xfrm flipV="1">
              <a:off x="7707042" y="3559387"/>
              <a:ext cx="77645" cy="55066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302641137 h 723"/>
                <a:gd name="T6" fmla="*/ 0 w 2532"/>
                <a:gd name="T7" fmla="*/ 302641137 h 723"/>
                <a:gd name="T8" fmla="*/ 0 w 2532"/>
                <a:gd name="T9" fmla="*/ 33575256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181" name="Picture 1140" descr="desktop_computer_stylized_medium"/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7991996" y="3474155"/>
              <a:ext cx="359261" cy="34204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2" name="Freeform 1141"/>
            <p:cNvSpPr/>
            <p:nvPr/>
          </p:nvSpPr>
          <p:spPr bwMode="auto">
            <a:xfrm flipH="1">
              <a:off x="8145217" y="3506954"/>
              <a:ext cx="169400" cy="156753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183" name="Picture 571" descr="fridge2.png"/>
            <p:cNvPicPr>
              <a:picLocks noChangeAspect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903199" y="3292029"/>
              <a:ext cx="189578" cy="3370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84" name="Group 950"/>
            <p:cNvGrpSpPr/>
            <p:nvPr/>
          </p:nvGrpSpPr>
          <p:grpSpPr bwMode="auto">
            <a:xfrm>
              <a:off x="10241851" y="5180963"/>
              <a:ext cx="177192" cy="330833"/>
              <a:chOff x="4140" y="429"/>
              <a:chExt cx="1425" cy="2396"/>
            </a:xfrm>
          </p:grpSpPr>
          <p:sp>
            <p:nvSpPr>
              <p:cNvPr id="185" name="Freeform 951"/>
              <p:cNvSpPr/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6" name="Rectangle 952"/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953"/>
              <p:cNvSpPr/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8" name="Freeform 954"/>
              <p:cNvSpPr/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9" name="Rectangle 955"/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grpSp>
            <p:nvGrpSpPr>
              <p:cNvPr id="190" name="Group 956"/>
              <p:cNvGrpSpPr/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15" name="AutoShape 957"/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16" name="AutoShape 958"/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191" name="Rectangle 959"/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grpSp>
            <p:nvGrpSpPr>
              <p:cNvPr id="192" name="Group 960"/>
              <p:cNvGrpSpPr/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13" name="AutoShape 961"/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14" name="AutoShape 962"/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193" name="Rectangle 963"/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4" name="Rectangle 964"/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grpSp>
            <p:nvGrpSpPr>
              <p:cNvPr id="195" name="Group 965"/>
              <p:cNvGrpSpPr/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11" name="AutoShape 966"/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12" name="AutoShape 967"/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196" name="Freeform 968"/>
              <p:cNvSpPr/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197" name="Group 969"/>
              <p:cNvGrpSpPr/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09" name="AutoShape 970"/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10" name="AutoShape 971"/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198" name="Rectangle 972"/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973"/>
              <p:cNvSpPr/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0" name="Freeform 974"/>
              <p:cNvSpPr/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1" name="Oval 975"/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976"/>
              <p:cNvSpPr/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3" name="AutoShape 977"/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4" name="AutoShape 978"/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5" name="Oval 979"/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6" name="Oval 980"/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7" name="Oval 981"/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8" name="Rectangle 982"/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217" name="Group 590"/>
            <p:cNvGrpSpPr/>
            <p:nvPr/>
          </p:nvGrpSpPr>
          <p:grpSpPr bwMode="auto">
            <a:xfrm flipH="1">
              <a:off x="7980855" y="4807173"/>
              <a:ext cx="345630" cy="320302"/>
              <a:chOff x="2839" y="3501"/>
              <a:chExt cx="755" cy="803"/>
            </a:xfrm>
          </p:grpSpPr>
          <p:pic>
            <p:nvPicPr>
              <p:cNvPr id="218" name="Picture 591" descr="desktop_computer_stylized_medium"/>
              <p:cNvPicPr>
                <a:picLocks noChangeAspect="1" noChangeArrowheads="1"/>
              </p:cNvPicPr>
              <p:nvPr/>
            </p:nvPicPr>
            <p:blipFill>
              <a:blip r:embed="rId10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19" name="Freeform 592"/>
              <p:cNvSpPr/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prstDash val="solid"/>
                    <a:rou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45" name="Group 590"/>
            <p:cNvGrpSpPr/>
            <p:nvPr/>
          </p:nvGrpSpPr>
          <p:grpSpPr bwMode="auto">
            <a:xfrm flipH="1">
              <a:off x="8552134" y="5433142"/>
              <a:ext cx="345630" cy="320302"/>
              <a:chOff x="2839" y="3501"/>
              <a:chExt cx="755" cy="803"/>
            </a:xfrm>
          </p:grpSpPr>
          <p:pic>
            <p:nvPicPr>
              <p:cNvPr id="246" name="Picture 591" descr="desktop_computer_stylized_medium"/>
              <p:cNvPicPr>
                <a:picLocks noChangeAspect="1" noChangeArrowheads="1"/>
              </p:cNvPicPr>
              <p:nvPr/>
            </p:nvPicPr>
            <p:blipFill>
              <a:blip r:embed="rId10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7" name="Freeform 592"/>
              <p:cNvSpPr/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prstDash val="solid"/>
                    <a:rou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pic>
          <p:nvPicPr>
            <p:cNvPr id="248" name="Picture 1066" descr="laptop_keyboard"/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9550087" y="5762330"/>
              <a:ext cx="260920" cy="99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49" name="Freeform 1067"/>
            <p:cNvSpPr/>
            <p:nvPr/>
          </p:nvSpPr>
          <p:spPr bwMode="auto">
            <a:xfrm>
              <a:off x="9636557" y="5666200"/>
              <a:ext cx="210015" cy="129281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250" name="Picture 1068" descr="screen"/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646901" y="5669525"/>
              <a:ext cx="190838" cy="1176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1" name="Freeform 1069"/>
            <p:cNvSpPr/>
            <p:nvPr/>
          </p:nvSpPr>
          <p:spPr bwMode="auto">
            <a:xfrm>
              <a:off x="9674794" y="5662386"/>
              <a:ext cx="177937" cy="24057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2" name="Freeform 1070"/>
            <p:cNvSpPr/>
            <p:nvPr/>
          </p:nvSpPr>
          <p:spPr bwMode="auto">
            <a:xfrm>
              <a:off x="9634698" y="5662191"/>
              <a:ext cx="49395" cy="100139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3" name="Freeform 1071"/>
            <p:cNvSpPr/>
            <p:nvPr/>
          </p:nvSpPr>
          <p:spPr bwMode="auto">
            <a:xfrm>
              <a:off x="9798223" y="5680087"/>
              <a:ext cx="53230" cy="115590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4" name="Freeform 1072"/>
            <p:cNvSpPr/>
            <p:nvPr/>
          </p:nvSpPr>
          <p:spPr bwMode="auto">
            <a:xfrm>
              <a:off x="9634116" y="5757245"/>
              <a:ext cx="195254" cy="3901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5" name="Freeform 1073"/>
            <p:cNvSpPr/>
            <p:nvPr/>
          </p:nvSpPr>
          <p:spPr bwMode="auto">
            <a:xfrm>
              <a:off x="9804150" y="5681065"/>
              <a:ext cx="49860" cy="116079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6" name="Freeform 1074"/>
            <p:cNvSpPr/>
            <p:nvPr/>
          </p:nvSpPr>
          <p:spPr bwMode="auto">
            <a:xfrm>
              <a:off x="9634349" y="5762428"/>
              <a:ext cx="173637" cy="38530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57" name="Group 1075"/>
            <p:cNvGrpSpPr/>
            <p:nvPr/>
          </p:nvGrpSpPr>
          <p:grpSpPr bwMode="auto">
            <a:xfrm>
              <a:off x="9631443" y="5803598"/>
              <a:ext cx="58925" cy="22883"/>
              <a:chOff x="1740" y="2642"/>
              <a:chExt cx="752" cy="327"/>
            </a:xfrm>
          </p:grpSpPr>
          <p:sp>
            <p:nvSpPr>
              <p:cNvPr id="258" name="Freeform 1076"/>
              <p:cNvSpPr/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9" name="Freeform 1077"/>
              <p:cNvSpPr/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0" name="Freeform 1078"/>
              <p:cNvSpPr/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1" name="Freeform 1079"/>
              <p:cNvSpPr/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2" name="Freeform 1080"/>
              <p:cNvSpPr/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3" name="Freeform 1081"/>
              <p:cNvSpPr/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264" name="Freeform 1082"/>
            <p:cNvSpPr/>
            <p:nvPr/>
          </p:nvSpPr>
          <p:spPr bwMode="auto">
            <a:xfrm>
              <a:off x="9732325" y="5807021"/>
              <a:ext cx="71361" cy="50265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5" name="Freeform 1083"/>
            <p:cNvSpPr/>
            <p:nvPr/>
          </p:nvSpPr>
          <p:spPr bwMode="auto">
            <a:xfrm>
              <a:off x="9550204" y="5811030"/>
              <a:ext cx="182586" cy="45864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8" name="Freeform 1086"/>
            <p:cNvSpPr/>
            <p:nvPr/>
          </p:nvSpPr>
          <p:spPr bwMode="auto">
            <a:xfrm>
              <a:off x="9556131" y="5804576"/>
              <a:ext cx="173172" cy="44104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9" name="Freeform 1087"/>
            <p:cNvSpPr/>
            <p:nvPr/>
          </p:nvSpPr>
          <p:spPr bwMode="auto">
            <a:xfrm flipV="1">
              <a:off x="9729071" y="5801447"/>
              <a:ext cx="70663" cy="45669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306" name="Group 305"/>
            <p:cNvGrpSpPr/>
            <p:nvPr/>
          </p:nvGrpSpPr>
          <p:grpSpPr>
            <a:xfrm>
              <a:off x="7439074" y="1766737"/>
              <a:ext cx="4144321" cy="4013060"/>
              <a:chOff x="7439074" y="1859725"/>
              <a:chExt cx="4144321" cy="4013060"/>
            </a:xfrm>
          </p:grpSpPr>
          <p:grpSp>
            <p:nvGrpSpPr>
              <p:cNvPr id="307" name="Group 306"/>
              <p:cNvGrpSpPr/>
              <p:nvPr/>
            </p:nvGrpSpPr>
            <p:grpSpPr>
              <a:xfrm>
                <a:off x="7439074" y="1859725"/>
                <a:ext cx="1802647" cy="1120859"/>
                <a:chOff x="7439074" y="1859725"/>
                <a:chExt cx="1802647" cy="1120859"/>
              </a:xfrm>
            </p:grpSpPr>
            <p:pic>
              <p:nvPicPr>
                <p:cNvPr id="412" name="Picture 799" descr="cell_tower_radiation copy"/>
                <p:cNvPicPr>
                  <a:picLocks noChangeAspect="1" noChangeArrowheads="1"/>
                </p:cNvPicPr>
                <p:nvPr/>
              </p:nvPicPr>
              <p:blipFill>
                <a:blip r:embed="rId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80866" y="2158167"/>
                  <a:ext cx="457200" cy="33276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413" name="Line 426"/>
                <p:cNvSpPr>
                  <a:spLocks noChangeShapeType="1"/>
                </p:cNvSpPr>
                <p:nvPr/>
              </p:nvSpPr>
              <p:spPr bwMode="auto">
                <a:xfrm>
                  <a:off x="8207860" y="2700359"/>
                  <a:ext cx="227964" cy="17435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414" name="Group 783"/>
                <p:cNvGrpSpPr/>
                <p:nvPr/>
              </p:nvGrpSpPr>
              <p:grpSpPr bwMode="auto">
                <a:xfrm>
                  <a:off x="8050698" y="2309376"/>
                  <a:ext cx="298450" cy="464008"/>
                  <a:chOff x="3130" y="3288"/>
                  <a:chExt cx="410" cy="742"/>
                </a:xfrm>
              </p:grpSpPr>
              <p:sp>
                <p:nvSpPr>
                  <p:cNvPr id="427" name="Line 270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130" y="3288"/>
                    <a:ext cx="205" cy="672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28" name="Line 271"/>
                  <p:cNvSpPr>
                    <a:spLocks noChangeShapeType="1"/>
                  </p:cNvSpPr>
                  <p:nvPr/>
                </p:nvSpPr>
                <p:spPr bwMode="auto">
                  <a:xfrm>
                    <a:off x="3335" y="3288"/>
                    <a:ext cx="205" cy="669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29" name="Line 272"/>
                  <p:cNvSpPr>
                    <a:spLocks noChangeShapeType="1"/>
                  </p:cNvSpPr>
                  <p:nvPr/>
                </p:nvSpPr>
                <p:spPr bwMode="auto">
                  <a:xfrm>
                    <a:off x="3130" y="3957"/>
                    <a:ext cx="205" cy="73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0" name="Line 27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335" y="3957"/>
                    <a:ext cx="205" cy="73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1" name="Line 274"/>
                  <p:cNvSpPr>
                    <a:spLocks noChangeShapeType="1"/>
                  </p:cNvSpPr>
                  <p:nvPr/>
                </p:nvSpPr>
                <p:spPr bwMode="auto">
                  <a:xfrm>
                    <a:off x="3335" y="3303"/>
                    <a:ext cx="0" cy="727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2" name="Line 275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130" y="3888"/>
                    <a:ext cx="205" cy="72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3" name="Line 276"/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3335" y="3888"/>
                    <a:ext cx="205" cy="69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4" name="Line 277"/>
                  <p:cNvSpPr>
                    <a:spLocks noChangeShapeType="1"/>
                  </p:cNvSpPr>
                  <p:nvPr/>
                </p:nvSpPr>
                <p:spPr bwMode="auto">
                  <a:xfrm>
                    <a:off x="3217" y="3668"/>
                    <a:ext cx="118" cy="55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5" name="Line 278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668"/>
                    <a:ext cx="124" cy="55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6" name="Line 279"/>
                  <p:cNvSpPr>
                    <a:spLocks noChangeShapeType="1"/>
                  </p:cNvSpPr>
                  <p:nvPr/>
                </p:nvSpPr>
                <p:spPr bwMode="auto">
                  <a:xfrm>
                    <a:off x="3178" y="3766"/>
                    <a:ext cx="152" cy="75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7" name="Line 28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781"/>
                    <a:ext cx="153" cy="66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8" name="Line 281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567"/>
                    <a:ext cx="78" cy="27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9" name="Line 282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428"/>
                    <a:ext cx="49" cy="21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40" name="Line 283"/>
                  <p:cNvSpPr>
                    <a:spLocks noChangeShapeType="1"/>
                  </p:cNvSpPr>
                  <p:nvPr/>
                </p:nvSpPr>
                <p:spPr bwMode="auto">
                  <a:xfrm>
                    <a:off x="3247" y="3558"/>
                    <a:ext cx="95" cy="36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41" name="Line 284"/>
                  <p:cNvSpPr>
                    <a:spLocks noChangeShapeType="1"/>
                  </p:cNvSpPr>
                  <p:nvPr/>
                </p:nvSpPr>
                <p:spPr bwMode="auto">
                  <a:xfrm>
                    <a:off x="3289" y="3422"/>
                    <a:ext cx="55" cy="36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15" name="Group 414"/>
                <p:cNvGrpSpPr/>
                <p:nvPr/>
              </p:nvGrpSpPr>
              <p:grpSpPr>
                <a:xfrm>
                  <a:off x="8439827" y="2812309"/>
                  <a:ext cx="353678" cy="168275"/>
                  <a:chOff x="7493876" y="2774731"/>
                  <a:chExt cx="1481958" cy="894622"/>
                </a:xfrm>
              </p:grpSpPr>
              <p:sp>
                <p:nvSpPr>
                  <p:cNvPr id="420" name="Freeform 419"/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-1" fmla="*/ 8187558 w 8187558"/>
                      <a:gd name="connsiteY0-2" fmla="*/ 0 h 2617076"/>
                      <a:gd name="connsiteX1-3" fmla="*/ 8187558 w 8187558"/>
                      <a:gd name="connsiteY1-4" fmla="*/ 1271752 h 2617076"/>
                      <a:gd name="connsiteX2-5" fmla="*/ 4025462 w 8187558"/>
                      <a:gd name="connsiteY2-6" fmla="*/ 2617076 h 2617076"/>
                      <a:gd name="connsiteX3-7" fmla="*/ 0 w 8187558"/>
                      <a:gd name="connsiteY3-8" fmla="*/ 1229711 h 2617076"/>
                      <a:gd name="connsiteX4-9" fmla="*/ 31531 w 8187558"/>
                      <a:gd name="connsiteY4-10" fmla="*/ 147145 h 2617076"/>
                      <a:gd name="connsiteX5-11" fmla="*/ 4046482 w 8187558"/>
                      <a:gd name="connsiteY5-12" fmla="*/ 1576552 h 2617076"/>
                      <a:gd name="connsiteX6-13" fmla="*/ 8187558 w 8187558"/>
                      <a:gd name="connsiteY6-14" fmla="*/ 0 h 2617076"/>
                      <a:gd name="connsiteX0-15" fmla="*/ 8187558 w 8187558"/>
                      <a:gd name="connsiteY0-16" fmla="*/ 0 h 2617076"/>
                      <a:gd name="connsiteX1-17" fmla="*/ 8187558 w 8187558"/>
                      <a:gd name="connsiteY1-18" fmla="*/ 1271752 h 2617076"/>
                      <a:gd name="connsiteX2-19" fmla="*/ 4025462 w 8187558"/>
                      <a:gd name="connsiteY2-20" fmla="*/ 2617076 h 2617076"/>
                      <a:gd name="connsiteX3-21" fmla="*/ 0 w 8187558"/>
                      <a:gd name="connsiteY3-22" fmla="*/ 1229711 h 2617076"/>
                      <a:gd name="connsiteX4-23" fmla="*/ 31531 w 8187558"/>
                      <a:gd name="connsiteY4-24" fmla="*/ 147145 h 2617076"/>
                      <a:gd name="connsiteX5-25" fmla="*/ 4046482 w 8187558"/>
                      <a:gd name="connsiteY5-26" fmla="*/ 1576552 h 2617076"/>
                      <a:gd name="connsiteX6-27" fmla="*/ 8187558 w 8187558"/>
                      <a:gd name="connsiteY6-28" fmla="*/ 0 h 2617076"/>
                      <a:gd name="connsiteX0-29" fmla="*/ 8187558 w 8187558"/>
                      <a:gd name="connsiteY0-30" fmla="*/ 0 h 2617076"/>
                      <a:gd name="connsiteX1-31" fmla="*/ 8187558 w 8187558"/>
                      <a:gd name="connsiteY1-32" fmla="*/ 1271752 h 2617076"/>
                      <a:gd name="connsiteX2-33" fmla="*/ 4025462 w 8187558"/>
                      <a:gd name="connsiteY2-34" fmla="*/ 2617076 h 2617076"/>
                      <a:gd name="connsiteX3-35" fmla="*/ 0 w 8187558"/>
                      <a:gd name="connsiteY3-36" fmla="*/ 1229711 h 2617076"/>
                      <a:gd name="connsiteX4-37" fmla="*/ 31531 w 8187558"/>
                      <a:gd name="connsiteY4-38" fmla="*/ 147145 h 2617076"/>
                      <a:gd name="connsiteX5-39" fmla="*/ 4046482 w 8187558"/>
                      <a:gd name="connsiteY5-40" fmla="*/ 1576552 h 2617076"/>
                      <a:gd name="connsiteX6-41" fmla="*/ 8187558 w 8187558"/>
                      <a:gd name="connsiteY6-42" fmla="*/ 0 h 2617076"/>
                      <a:gd name="connsiteX0-43" fmla="*/ 8187558 w 8187558"/>
                      <a:gd name="connsiteY0-44" fmla="*/ 0 h 2617076"/>
                      <a:gd name="connsiteX1-45" fmla="*/ 8187558 w 8187558"/>
                      <a:gd name="connsiteY1-46" fmla="*/ 1271752 h 2617076"/>
                      <a:gd name="connsiteX2-47" fmla="*/ 4025462 w 8187558"/>
                      <a:gd name="connsiteY2-48" fmla="*/ 2617076 h 2617076"/>
                      <a:gd name="connsiteX3-49" fmla="*/ 0 w 8187558"/>
                      <a:gd name="connsiteY3-50" fmla="*/ 1229711 h 2617076"/>
                      <a:gd name="connsiteX4-51" fmla="*/ 31531 w 8187558"/>
                      <a:gd name="connsiteY4-52" fmla="*/ 147145 h 2617076"/>
                      <a:gd name="connsiteX5-53" fmla="*/ 4046482 w 8187558"/>
                      <a:gd name="connsiteY5-54" fmla="*/ 1576552 h 2617076"/>
                      <a:gd name="connsiteX6-55" fmla="*/ 8187558 w 8187558"/>
                      <a:gd name="connsiteY6-56" fmla="*/ 0 h 2617076"/>
                      <a:gd name="connsiteX0-57" fmla="*/ 8187558 w 8187558"/>
                      <a:gd name="connsiteY0-58" fmla="*/ 0 h 2617076"/>
                      <a:gd name="connsiteX1-59" fmla="*/ 8187558 w 8187558"/>
                      <a:gd name="connsiteY1-60" fmla="*/ 1271752 h 2617076"/>
                      <a:gd name="connsiteX2-61" fmla="*/ 4025462 w 8187558"/>
                      <a:gd name="connsiteY2-62" fmla="*/ 2617076 h 2617076"/>
                      <a:gd name="connsiteX3-63" fmla="*/ 0 w 8187558"/>
                      <a:gd name="connsiteY3-64" fmla="*/ 1229711 h 2617076"/>
                      <a:gd name="connsiteX4-65" fmla="*/ 31531 w 8187558"/>
                      <a:gd name="connsiteY4-66" fmla="*/ 147145 h 2617076"/>
                      <a:gd name="connsiteX5-67" fmla="*/ 4046482 w 8187558"/>
                      <a:gd name="connsiteY5-68" fmla="*/ 1576552 h 2617076"/>
                      <a:gd name="connsiteX6-69" fmla="*/ 8187558 w 8187558"/>
                      <a:gd name="connsiteY6-70" fmla="*/ 0 h 2617076"/>
                      <a:gd name="connsiteX0-71" fmla="*/ 8187558 w 8187558"/>
                      <a:gd name="connsiteY0-72" fmla="*/ 0 h 2617076"/>
                      <a:gd name="connsiteX1-73" fmla="*/ 8187558 w 8187558"/>
                      <a:gd name="connsiteY1-74" fmla="*/ 1271752 h 2617076"/>
                      <a:gd name="connsiteX2-75" fmla="*/ 4025462 w 8187558"/>
                      <a:gd name="connsiteY2-76" fmla="*/ 2617076 h 2617076"/>
                      <a:gd name="connsiteX3-77" fmla="*/ 0 w 8187558"/>
                      <a:gd name="connsiteY3-78" fmla="*/ 1229711 h 2617076"/>
                      <a:gd name="connsiteX4-79" fmla="*/ 31531 w 8187558"/>
                      <a:gd name="connsiteY4-80" fmla="*/ 147145 h 2617076"/>
                      <a:gd name="connsiteX5-81" fmla="*/ 4046482 w 8187558"/>
                      <a:gd name="connsiteY5-82" fmla="*/ 1576552 h 2617076"/>
                      <a:gd name="connsiteX6-83" fmla="*/ 8187558 w 8187558"/>
                      <a:gd name="connsiteY6-84" fmla="*/ 0 h 2617076"/>
                      <a:gd name="connsiteX0-85" fmla="*/ 8187558 w 8187558"/>
                      <a:gd name="connsiteY0-86" fmla="*/ 0 h 2638097"/>
                      <a:gd name="connsiteX1-87" fmla="*/ 8187558 w 8187558"/>
                      <a:gd name="connsiteY1-88" fmla="*/ 1271752 h 2638097"/>
                      <a:gd name="connsiteX2-89" fmla="*/ 4099035 w 8187558"/>
                      <a:gd name="connsiteY2-90" fmla="*/ 2638097 h 2638097"/>
                      <a:gd name="connsiteX3-91" fmla="*/ 0 w 8187558"/>
                      <a:gd name="connsiteY3-92" fmla="*/ 1229711 h 2638097"/>
                      <a:gd name="connsiteX4-93" fmla="*/ 31531 w 8187558"/>
                      <a:gd name="connsiteY4-94" fmla="*/ 147145 h 2638097"/>
                      <a:gd name="connsiteX5-95" fmla="*/ 4046482 w 8187558"/>
                      <a:gd name="connsiteY5-96" fmla="*/ 1576552 h 2638097"/>
                      <a:gd name="connsiteX6-97" fmla="*/ 8187558 w 8187558"/>
                      <a:gd name="connsiteY6-98" fmla="*/ 0 h 2638097"/>
                      <a:gd name="connsiteX0-99" fmla="*/ 8187558 w 8187558"/>
                      <a:gd name="connsiteY0-100" fmla="*/ 0 h 2638097"/>
                      <a:gd name="connsiteX1-101" fmla="*/ 8187558 w 8187558"/>
                      <a:gd name="connsiteY1-102" fmla="*/ 1271752 h 2638097"/>
                      <a:gd name="connsiteX2-103" fmla="*/ 4099035 w 8187558"/>
                      <a:gd name="connsiteY2-104" fmla="*/ 2638097 h 2638097"/>
                      <a:gd name="connsiteX3-105" fmla="*/ 0 w 8187558"/>
                      <a:gd name="connsiteY3-106" fmla="*/ 1229711 h 2638097"/>
                      <a:gd name="connsiteX4-107" fmla="*/ 31531 w 8187558"/>
                      <a:gd name="connsiteY4-108" fmla="*/ 147145 h 2638097"/>
                      <a:gd name="connsiteX5-109" fmla="*/ 4046482 w 8187558"/>
                      <a:gd name="connsiteY5-110" fmla="*/ 1576552 h 2638097"/>
                      <a:gd name="connsiteX6-111" fmla="*/ 8187558 w 8187558"/>
                      <a:gd name="connsiteY6-112" fmla="*/ 0 h 2638097"/>
                      <a:gd name="connsiteX0-113" fmla="*/ 8187558 w 8187558"/>
                      <a:gd name="connsiteY0-114" fmla="*/ 0 h 2638097"/>
                      <a:gd name="connsiteX1-115" fmla="*/ 8187558 w 8187558"/>
                      <a:gd name="connsiteY1-116" fmla="*/ 1271752 h 2638097"/>
                      <a:gd name="connsiteX2-117" fmla="*/ 4099035 w 8187558"/>
                      <a:gd name="connsiteY2-118" fmla="*/ 2638097 h 2638097"/>
                      <a:gd name="connsiteX3-119" fmla="*/ 0 w 8187558"/>
                      <a:gd name="connsiteY3-120" fmla="*/ 1229711 h 2638097"/>
                      <a:gd name="connsiteX4-121" fmla="*/ 31531 w 8187558"/>
                      <a:gd name="connsiteY4-122" fmla="*/ 147145 h 2638097"/>
                      <a:gd name="connsiteX5-123" fmla="*/ 4046482 w 8187558"/>
                      <a:gd name="connsiteY5-124" fmla="*/ 1576552 h 2638097"/>
                      <a:gd name="connsiteX6-125" fmla="*/ 8187558 w 8187558"/>
                      <a:gd name="connsiteY6-126" fmla="*/ 0 h 2638097"/>
                      <a:gd name="connsiteX0-127" fmla="*/ 8187558 w 8187558"/>
                      <a:gd name="connsiteY0-128" fmla="*/ 0 h 2638097"/>
                      <a:gd name="connsiteX1-129" fmla="*/ 8187558 w 8187558"/>
                      <a:gd name="connsiteY1-130" fmla="*/ 1271752 h 2638097"/>
                      <a:gd name="connsiteX2-131" fmla="*/ 4099035 w 8187558"/>
                      <a:gd name="connsiteY2-132" fmla="*/ 2638097 h 2638097"/>
                      <a:gd name="connsiteX3-133" fmla="*/ 0 w 8187558"/>
                      <a:gd name="connsiteY3-134" fmla="*/ 1229711 h 2638097"/>
                      <a:gd name="connsiteX4-135" fmla="*/ 31531 w 8187558"/>
                      <a:gd name="connsiteY4-136" fmla="*/ 147145 h 2638097"/>
                      <a:gd name="connsiteX5-137" fmla="*/ 4046482 w 8187558"/>
                      <a:gd name="connsiteY5-138" fmla="*/ 1576552 h 2638097"/>
                      <a:gd name="connsiteX6-139" fmla="*/ 8187558 w 8187558"/>
                      <a:gd name="connsiteY6-140" fmla="*/ 0 h 2638097"/>
                      <a:gd name="connsiteX0-141" fmla="*/ 8187558 w 8187558"/>
                      <a:gd name="connsiteY0-142" fmla="*/ 0 h 2638097"/>
                      <a:gd name="connsiteX1-143" fmla="*/ 8187558 w 8187558"/>
                      <a:gd name="connsiteY1-144" fmla="*/ 1271752 h 2638097"/>
                      <a:gd name="connsiteX2-145" fmla="*/ 4099035 w 8187558"/>
                      <a:gd name="connsiteY2-146" fmla="*/ 2638097 h 2638097"/>
                      <a:gd name="connsiteX3-147" fmla="*/ 0 w 8187558"/>
                      <a:gd name="connsiteY3-148" fmla="*/ 1229711 h 2638097"/>
                      <a:gd name="connsiteX4-149" fmla="*/ 31531 w 8187558"/>
                      <a:gd name="connsiteY4-150" fmla="*/ 147145 h 2638097"/>
                      <a:gd name="connsiteX5-151" fmla="*/ 4088524 w 8187558"/>
                      <a:gd name="connsiteY5-152" fmla="*/ 1597573 h 2638097"/>
                      <a:gd name="connsiteX6-153" fmla="*/ 8187558 w 8187558"/>
                      <a:gd name="connsiteY6-154" fmla="*/ 0 h 2638097"/>
                      <a:gd name="connsiteX0-155" fmla="*/ 8187558 w 8187558"/>
                      <a:gd name="connsiteY0-156" fmla="*/ 0 h 2638097"/>
                      <a:gd name="connsiteX1-157" fmla="*/ 8187558 w 8187558"/>
                      <a:gd name="connsiteY1-158" fmla="*/ 1271752 h 2638097"/>
                      <a:gd name="connsiteX2-159" fmla="*/ 4099035 w 8187558"/>
                      <a:gd name="connsiteY2-160" fmla="*/ 2638097 h 2638097"/>
                      <a:gd name="connsiteX3-161" fmla="*/ 0 w 8187558"/>
                      <a:gd name="connsiteY3-162" fmla="*/ 1229711 h 2638097"/>
                      <a:gd name="connsiteX4-163" fmla="*/ 31531 w 8187558"/>
                      <a:gd name="connsiteY4-164" fmla="*/ 147145 h 2638097"/>
                      <a:gd name="connsiteX5-165" fmla="*/ 4088524 w 8187558"/>
                      <a:gd name="connsiteY5-166" fmla="*/ 1597573 h 2638097"/>
                      <a:gd name="connsiteX6-167" fmla="*/ 8187558 w 8187558"/>
                      <a:gd name="connsiteY6-168" fmla="*/ 0 h 2638097"/>
                      <a:gd name="connsiteX0-169" fmla="*/ 8187558 w 8187558"/>
                      <a:gd name="connsiteY0-170" fmla="*/ 0 h 2638097"/>
                      <a:gd name="connsiteX1-171" fmla="*/ 8187558 w 8187558"/>
                      <a:gd name="connsiteY1-172" fmla="*/ 1271752 h 2638097"/>
                      <a:gd name="connsiteX2-173" fmla="*/ 4099035 w 8187558"/>
                      <a:gd name="connsiteY2-174" fmla="*/ 2638097 h 2638097"/>
                      <a:gd name="connsiteX3-175" fmla="*/ 0 w 8187558"/>
                      <a:gd name="connsiteY3-176" fmla="*/ 1229711 h 2638097"/>
                      <a:gd name="connsiteX4-177" fmla="*/ 31531 w 8187558"/>
                      <a:gd name="connsiteY4-178" fmla="*/ 147145 h 2638097"/>
                      <a:gd name="connsiteX5-179" fmla="*/ 4099035 w 8187558"/>
                      <a:gd name="connsiteY5-180" fmla="*/ 1566042 h 2638097"/>
                      <a:gd name="connsiteX6-181" fmla="*/ 8187558 w 8187558"/>
                      <a:gd name="connsiteY6-182" fmla="*/ 0 h 2638097"/>
                      <a:gd name="connsiteX0-183" fmla="*/ 8187558 w 8187558"/>
                      <a:gd name="connsiteY0-184" fmla="*/ 0 h 2638097"/>
                      <a:gd name="connsiteX1-185" fmla="*/ 8187558 w 8187558"/>
                      <a:gd name="connsiteY1-186" fmla="*/ 1271752 h 2638097"/>
                      <a:gd name="connsiteX2-187" fmla="*/ 4099035 w 8187558"/>
                      <a:gd name="connsiteY2-188" fmla="*/ 2638097 h 2638097"/>
                      <a:gd name="connsiteX3-189" fmla="*/ 0 w 8187558"/>
                      <a:gd name="connsiteY3-190" fmla="*/ 1229711 h 2638097"/>
                      <a:gd name="connsiteX4-191" fmla="*/ 31531 w 8187558"/>
                      <a:gd name="connsiteY4-192" fmla="*/ 147145 h 2638097"/>
                      <a:gd name="connsiteX5-193" fmla="*/ 4099035 w 8187558"/>
                      <a:gd name="connsiteY5-194" fmla="*/ 1566042 h 2638097"/>
                      <a:gd name="connsiteX6-195" fmla="*/ 8187558 w 8187558"/>
                      <a:gd name="connsiteY6-196" fmla="*/ 0 h 2638097"/>
                      <a:gd name="connsiteX0-197" fmla="*/ 8187558 w 8187558"/>
                      <a:gd name="connsiteY0-198" fmla="*/ 0 h 2638097"/>
                      <a:gd name="connsiteX1-199" fmla="*/ 8187558 w 8187558"/>
                      <a:gd name="connsiteY1-200" fmla="*/ 1271752 h 2638097"/>
                      <a:gd name="connsiteX2-201" fmla="*/ 4099035 w 8187558"/>
                      <a:gd name="connsiteY2-202" fmla="*/ 2638097 h 2638097"/>
                      <a:gd name="connsiteX3-203" fmla="*/ 0 w 8187558"/>
                      <a:gd name="connsiteY3-204" fmla="*/ 1229711 h 2638097"/>
                      <a:gd name="connsiteX4-205" fmla="*/ 31531 w 8187558"/>
                      <a:gd name="connsiteY4-206" fmla="*/ 147145 h 2638097"/>
                      <a:gd name="connsiteX5-207" fmla="*/ 4099035 w 8187558"/>
                      <a:gd name="connsiteY5-208" fmla="*/ 1566042 h 2638097"/>
                      <a:gd name="connsiteX6-209" fmla="*/ 8187558 w 8187558"/>
                      <a:gd name="connsiteY6-210" fmla="*/ 0 h 2638097"/>
                      <a:gd name="connsiteX0-211" fmla="*/ 8187558 w 8187558"/>
                      <a:gd name="connsiteY0-212" fmla="*/ 0 h 2638097"/>
                      <a:gd name="connsiteX1-213" fmla="*/ 8187558 w 8187558"/>
                      <a:gd name="connsiteY1-214" fmla="*/ 1271752 h 2638097"/>
                      <a:gd name="connsiteX2-215" fmla="*/ 4099035 w 8187558"/>
                      <a:gd name="connsiteY2-216" fmla="*/ 2638097 h 2638097"/>
                      <a:gd name="connsiteX3-217" fmla="*/ 0 w 8187558"/>
                      <a:gd name="connsiteY3-218" fmla="*/ 1229711 h 2638097"/>
                      <a:gd name="connsiteX4-219" fmla="*/ 31531 w 8187558"/>
                      <a:gd name="connsiteY4-220" fmla="*/ 147145 h 2638097"/>
                      <a:gd name="connsiteX5-221" fmla="*/ 4099035 w 8187558"/>
                      <a:gd name="connsiteY5-222" fmla="*/ 1566042 h 2638097"/>
                      <a:gd name="connsiteX6-223" fmla="*/ 8187558 w 8187558"/>
                      <a:gd name="connsiteY6-224" fmla="*/ 0 h 2638097"/>
                      <a:gd name="connsiteX0-225" fmla="*/ 8187558 w 8187558"/>
                      <a:gd name="connsiteY0-226" fmla="*/ 0 h 2638097"/>
                      <a:gd name="connsiteX1-227" fmla="*/ 8187558 w 8187558"/>
                      <a:gd name="connsiteY1-228" fmla="*/ 1271752 h 2638097"/>
                      <a:gd name="connsiteX2-229" fmla="*/ 4099035 w 8187558"/>
                      <a:gd name="connsiteY2-230" fmla="*/ 2638097 h 2638097"/>
                      <a:gd name="connsiteX3-231" fmla="*/ 0 w 8187558"/>
                      <a:gd name="connsiteY3-232" fmla="*/ 1229711 h 2638097"/>
                      <a:gd name="connsiteX4-233" fmla="*/ 31531 w 8187558"/>
                      <a:gd name="connsiteY4-234" fmla="*/ 147145 h 2638097"/>
                      <a:gd name="connsiteX5-235" fmla="*/ 4099035 w 8187558"/>
                      <a:gd name="connsiteY5-236" fmla="*/ 1566042 h 2638097"/>
                      <a:gd name="connsiteX6-237" fmla="*/ 8187558 w 8187558"/>
                      <a:gd name="connsiteY6-238" fmla="*/ 0 h 2638097"/>
                      <a:gd name="connsiteX0-239" fmla="*/ 8187558 w 8187558"/>
                      <a:gd name="connsiteY0-240" fmla="*/ 0 h 2638097"/>
                      <a:gd name="connsiteX1-241" fmla="*/ 8187558 w 8187558"/>
                      <a:gd name="connsiteY1-242" fmla="*/ 1271752 h 2638097"/>
                      <a:gd name="connsiteX2-243" fmla="*/ 4099035 w 8187558"/>
                      <a:gd name="connsiteY2-244" fmla="*/ 2638097 h 2638097"/>
                      <a:gd name="connsiteX3-245" fmla="*/ 0 w 8187558"/>
                      <a:gd name="connsiteY3-246" fmla="*/ 1229711 h 2638097"/>
                      <a:gd name="connsiteX4-247" fmla="*/ 31531 w 8187558"/>
                      <a:gd name="connsiteY4-248" fmla="*/ 147145 h 2638097"/>
                      <a:gd name="connsiteX5-249" fmla="*/ 4099035 w 8187558"/>
                      <a:gd name="connsiteY5-250" fmla="*/ 1566042 h 2638097"/>
                      <a:gd name="connsiteX6-251" fmla="*/ 8187558 w 8187558"/>
                      <a:gd name="connsiteY6-252" fmla="*/ 0 h 2638097"/>
                      <a:gd name="connsiteX0-253" fmla="*/ 8187558 w 8187558"/>
                      <a:gd name="connsiteY0-254" fmla="*/ 0 h 2638097"/>
                      <a:gd name="connsiteX1-255" fmla="*/ 8187558 w 8187558"/>
                      <a:gd name="connsiteY1-256" fmla="*/ 1271752 h 2638097"/>
                      <a:gd name="connsiteX2-257" fmla="*/ 4099035 w 8187558"/>
                      <a:gd name="connsiteY2-258" fmla="*/ 2638097 h 2638097"/>
                      <a:gd name="connsiteX3-259" fmla="*/ 0 w 8187558"/>
                      <a:gd name="connsiteY3-260" fmla="*/ 1229711 h 2638097"/>
                      <a:gd name="connsiteX4-261" fmla="*/ 31531 w 8187558"/>
                      <a:gd name="connsiteY4-262" fmla="*/ 147145 h 2638097"/>
                      <a:gd name="connsiteX5-263" fmla="*/ 4099035 w 8187558"/>
                      <a:gd name="connsiteY5-264" fmla="*/ 1566042 h 2638097"/>
                      <a:gd name="connsiteX6-265" fmla="*/ 8187558 w 8187558"/>
                      <a:gd name="connsiteY6-266" fmla="*/ 0 h 2638097"/>
                      <a:gd name="connsiteX0-267" fmla="*/ 8187558 w 8187558"/>
                      <a:gd name="connsiteY0-268" fmla="*/ 0 h 2638097"/>
                      <a:gd name="connsiteX1-269" fmla="*/ 8187558 w 8187558"/>
                      <a:gd name="connsiteY1-270" fmla="*/ 1271752 h 2638097"/>
                      <a:gd name="connsiteX2-271" fmla="*/ 4099035 w 8187558"/>
                      <a:gd name="connsiteY2-272" fmla="*/ 2638097 h 2638097"/>
                      <a:gd name="connsiteX3-273" fmla="*/ 0 w 8187558"/>
                      <a:gd name="connsiteY3-274" fmla="*/ 1229711 h 2638097"/>
                      <a:gd name="connsiteX4-275" fmla="*/ 31531 w 8187558"/>
                      <a:gd name="connsiteY4-276" fmla="*/ 147145 h 2638097"/>
                      <a:gd name="connsiteX5-277" fmla="*/ 4099035 w 8187558"/>
                      <a:gd name="connsiteY5-278" fmla="*/ 1566042 h 2638097"/>
                      <a:gd name="connsiteX6-279" fmla="*/ 8187558 w 8187558"/>
                      <a:gd name="connsiteY6-280" fmla="*/ 0 h 2638097"/>
                      <a:gd name="connsiteX0-281" fmla="*/ 8187558 w 8187558"/>
                      <a:gd name="connsiteY0-282" fmla="*/ 0 h 2638097"/>
                      <a:gd name="connsiteX1-283" fmla="*/ 8187558 w 8187558"/>
                      <a:gd name="connsiteY1-284" fmla="*/ 1271752 h 2638097"/>
                      <a:gd name="connsiteX2-285" fmla="*/ 4099035 w 8187558"/>
                      <a:gd name="connsiteY2-286" fmla="*/ 2638097 h 2638097"/>
                      <a:gd name="connsiteX3-287" fmla="*/ 0 w 8187558"/>
                      <a:gd name="connsiteY3-288" fmla="*/ 1229711 h 2638097"/>
                      <a:gd name="connsiteX4-289" fmla="*/ 31531 w 8187558"/>
                      <a:gd name="connsiteY4-290" fmla="*/ 147145 h 2638097"/>
                      <a:gd name="connsiteX5-291" fmla="*/ 4099035 w 8187558"/>
                      <a:gd name="connsiteY5-292" fmla="*/ 1566042 h 2638097"/>
                      <a:gd name="connsiteX6-293" fmla="*/ 8187558 w 8187558"/>
                      <a:gd name="connsiteY6-294" fmla="*/ 0 h 2638097"/>
                      <a:gd name="connsiteX0-295" fmla="*/ 8176538 w 8176538"/>
                      <a:gd name="connsiteY0-296" fmla="*/ 0 h 2638097"/>
                      <a:gd name="connsiteX1-297" fmla="*/ 8176538 w 8176538"/>
                      <a:gd name="connsiteY1-298" fmla="*/ 1271752 h 2638097"/>
                      <a:gd name="connsiteX2-299" fmla="*/ 4088015 w 8176538"/>
                      <a:gd name="connsiteY2-300" fmla="*/ 2638097 h 2638097"/>
                      <a:gd name="connsiteX3-301" fmla="*/ 0 w 8176538"/>
                      <a:gd name="connsiteY3-302" fmla="*/ 1269888 h 2638097"/>
                      <a:gd name="connsiteX4-303" fmla="*/ 20511 w 8176538"/>
                      <a:gd name="connsiteY4-304" fmla="*/ 147145 h 2638097"/>
                      <a:gd name="connsiteX5-305" fmla="*/ 4088015 w 8176538"/>
                      <a:gd name="connsiteY5-306" fmla="*/ 1566042 h 2638097"/>
                      <a:gd name="connsiteX6-307" fmla="*/ 8176538 w 8176538"/>
                      <a:gd name="connsiteY6-308" fmla="*/ 0 h 2638097"/>
                      <a:gd name="connsiteX0-309" fmla="*/ 8176538 w 8176538"/>
                      <a:gd name="connsiteY0-310" fmla="*/ 0 h 2772020"/>
                      <a:gd name="connsiteX1-311" fmla="*/ 8176538 w 8176538"/>
                      <a:gd name="connsiteY1-312" fmla="*/ 1271752 h 2772020"/>
                      <a:gd name="connsiteX2-313" fmla="*/ 4099034 w 8176538"/>
                      <a:gd name="connsiteY2-314" fmla="*/ 2772020 h 2772020"/>
                      <a:gd name="connsiteX3-315" fmla="*/ 0 w 8176538"/>
                      <a:gd name="connsiteY3-316" fmla="*/ 1269888 h 2772020"/>
                      <a:gd name="connsiteX4-317" fmla="*/ 20511 w 8176538"/>
                      <a:gd name="connsiteY4-318" fmla="*/ 147145 h 2772020"/>
                      <a:gd name="connsiteX5-319" fmla="*/ 4088015 w 8176538"/>
                      <a:gd name="connsiteY5-320" fmla="*/ 1566042 h 2772020"/>
                      <a:gd name="connsiteX6-321" fmla="*/ 8176538 w 8176538"/>
                      <a:gd name="connsiteY6-322" fmla="*/ 0 h 2772020"/>
                      <a:gd name="connsiteX0-323" fmla="*/ 8176538 w 8176538"/>
                      <a:gd name="connsiteY0-324" fmla="*/ 0 h 2772339"/>
                      <a:gd name="connsiteX1-325" fmla="*/ 8176538 w 8176538"/>
                      <a:gd name="connsiteY1-326" fmla="*/ 1378890 h 2772339"/>
                      <a:gd name="connsiteX2-327" fmla="*/ 4099034 w 8176538"/>
                      <a:gd name="connsiteY2-328" fmla="*/ 2772020 h 2772339"/>
                      <a:gd name="connsiteX3-329" fmla="*/ 0 w 8176538"/>
                      <a:gd name="connsiteY3-330" fmla="*/ 1269888 h 2772339"/>
                      <a:gd name="connsiteX4-331" fmla="*/ 20511 w 8176538"/>
                      <a:gd name="connsiteY4-332" fmla="*/ 147145 h 2772339"/>
                      <a:gd name="connsiteX5-333" fmla="*/ 4088015 w 8176538"/>
                      <a:gd name="connsiteY5-334" fmla="*/ 1566042 h 2772339"/>
                      <a:gd name="connsiteX6-335" fmla="*/ 8176538 w 8176538"/>
                      <a:gd name="connsiteY6-336" fmla="*/ 0 h 2772339"/>
                      <a:gd name="connsiteX0-337" fmla="*/ 8176538 w 8176538"/>
                      <a:gd name="connsiteY0-338" fmla="*/ 0 h 2825888"/>
                      <a:gd name="connsiteX1-339" fmla="*/ 8176538 w 8176538"/>
                      <a:gd name="connsiteY1-340" fmla="*/ 1378890 h 2825888"/>
                      <a:gd name="connsiteX2-341" fmla="*/ 4099034 w 8176538"/>
                      <a:gd name="connsiteY2-342" fmla="*/ 2825590 h 2825888"/>
                      <a:gd name="connsiteX3-343" fmla="*/ 0 w 8176538"/>
                      <a:gd name="connsiteY3-344" fmla="*/ 1269888 h 2825888"/>
                      <a:gd name="connsiteX4-345" fmla="*/ 20511 w 8176538"/>
                      <a:gd name="connsiteY4-346" fmla="*/ 147145 h 2825888"/>
                      <a:gd name="connsiteX5-347" fmla="*/ 4088015 w 8176538"/>
                      <a:gd name="connsiteY5-348" fmla="*/ 1566042 h 2825888"/>
                      <a:gd name="connsiteX6-349" fmla="*/ 8176538 w 8176538"/>
                      <a:gd name="connsiteY6-350" fmla="*/ 0 h 2825888"/>
                      <a:gd name="connsiteX0-351" fmla="*/ 8165518 w 8165518"/>
                      <a:gd name="connsiteY0-352" fmla="*/ 0 h 2825606"/>
                      <a:gd name="connsiteX1-353" fmla="*/ 8165518 w 8165518"/>
                      <a:gd name="connsiteY1-354" fmla="*/ 1378890 h 2825606"/>
                      <a:gd name="connsiteX2-355" fmla="*/ 4088014 w 8165518"/>
                      <a:gd name="connsiteY2-356" fmla="*/ 2825590 h 2825606"/>
                      <a:gd name="connsiteX3-357" fmla="*/ 0 w 8165518"/>
                      <a:gd name="connsiteY3-358" fmla="*/ 1403811 h 2825606"/>
                      <a:gd name="connsiteX4-359" fmla="*/ 9491 w 8165518"/>
                      <a:gd name="connsiteY4-360" fmla="*/ 147145 h 2825606"/>
                      <a:gd name="connsiteX5-361" fmla="*/ 4076995 w 8165518"/>
                      <a:gd name="connsiteY5-362" fmla="*/ 1566042 h 2825606"/>
                      <a:gd name="connsiteX6-363" fmla="*/ 8165518 w 8165518"/>
                      <a:gd name="connsiteY6-364" fmla="*/ 0 h 2825606"/>
                      <a:gd name="connsiteX0-365" fmla="*/ 8165518 w 8165518"/>
                      <a:gd name="connsiteY0-366" fmla="*/ 0 h 2879174"/>
                      <a:gd name="connsiteX1-367" fmla="*/ 8165518 w 8165518"/>
                      <a:gd name="connsiteY1-368" fmla="*/ 1378890 h 2879174"/>
                      <a:gd name="connsiteX2-369" fmla="*/ 4132092 w 8165518"/>
                      <a:gd name="connsiteY2-370" fmla="*/ 2879159 h 2879174"/>
                      <a:gd name="connsiteX3-371" fmla="*/ 0 w 8165518"/>
                      <a:gd name="connsiteY3-372" fmla="*/ 1403811 h 2879174"/>
                      <a:gd name="connsiteX4-373" fmla="*/ 9491 w 8165518"/>
                      <a:gd name="connsiteY4-374" fmla="*/ 147145 h 2879174"/>
                      <a:gd name="connsiteX5-375" fmla="*/ 4076995 w 8165518"/>
                      <a:gd name="connsiteY5-376" fmla="*/ 1566042 h 2879174"/>
                      <a:gd name="connsiteX6-377" fmla="*/ 8165518 w 8165518"/>
                      <a:gd name="connsiteY6-378" fmla="*/ 0 h 2879174"/>
                      <a:gd name="connsiteX0-379" fmla="*/ 8165518 w 8176537"/>
                      <a:gd name="connsiteY0-380" fmla="*/ 0 h 2879410"/>
                      <a:gd name="connsiteX1-381" fmla="*/ 8176537 w 8176537"/>
                      <a:gd name="connsiteY1-382" fmla="*/ 1499420 h 2879410"/>
                      <a:gd name="connsiteX2-383" fmla="*/ 4132092 w 8176537"/>
                      <a:gd name="connsiteY2-384" fmla="*/ 2879159 h 2879410"/>
                      <a:gd name="connsiteX3-385" fmla="*/ 0 w 8176537"/>
                      <a:gd name="connsiteY3-386" fmla="*/ 1403811 h 2879410"/>
                      <a:gd name="connsiteX4-387" fmla="*/ 9491 w 8176537"/>
                      <a:gd name="connsiteY4-388" fmla="*/ 147145 h 2879410"/>
                      <a:gd name="connsiteX5-389" fmla="*/ 4076995 w 8176537"/>
                      <a:gd name="connsiteY5-390" fmla="*/ 1566042 h 2879410"/>
                      <a:gd name="connsiteX6-391" fmla="*/ 8165518 w 8176537"/>
                      <a:gd name="connsiteY6-392" fmla="*/ 0 h 2879410"/>
                      <a:gd name="connsiteX0-393" fmla="*/ 8165518 w 8176537"/>
                      <a:gd name="connsiteY0-394" fmla="*/ 0 h 2879262"/>
                      <a:gd name="connsiteX1-395" fmla="*/ 8176537 w 8176537"/>
                      <a:gd name="connsiteY1-396" fmla="*/ 1499420 h 2879262"/>
                      <a:gd name="connsiteX2-397" fmla="*/ 4132092 w 8176537"/>
                      <a:gd name="connsiteY2-398" fmla="*/ 2879159 h 2879262"/>
                      <a:gd name="connsiteX3-399" fmla="*/ 0 w 8176537"/>
                      <a:gd name="connsiteY3-400" fmla="*/ 1403811 h 2879262"/>
                      <a:gd name="connsiteX4-401" fmla="*/ 9491 w 8176537"/>
                      <a:gd name="connsiteY4-402" fmla="*/ 147145 h 2879262"/>
                      <a:gd name="connsiteX5-403" fmla="*/ 4076995 w 8176537"/>
                      <a:gd name="connsiteY5-404" fmla="*/ 1566042 h 2879262"/>
                      <a:gd name="connsiteX6-405" fmla="*/ 8165518 w 8176537"/>
                      <a:gd name="connsiteY6-406" fmla="*/ 0 h 2879262"/>
                      <a:gd name="connsiteX0-407" fmla="*/ 8165518 w 8176537"/>
                      <a:gd name="connsiteY0-408" fmla="*/ 0 h 2879163"/>
                      <a:gd name="connsiteX1-409" fmla="*/ 8176537 w 8176537"/>
                      <a:gd name="connsiteY1-410" fmla="*/ 1499420 h 2879163"/>
                      <a:gd name="connsiteX2-411" fmla="*/ 4132092 w 8176537"/>
                      <a:gd name="connsiteY2-412" fmla="*/ 2879159 h 2879163"/>
                      <a:gd name="connsiteX3-413" fmla="*/ 0 w 8176537"/>
                      <a:gd name="connsiteY3-414" fmla="*/ 1510948 h 2879163"/>
                      <a:gd name="connsiteX4-415" fmla="*/ 9491 w 8176537"/>
                      <a:gd name="connsiteY4-416" fmla="*/ 147145 h 2879163"/>
                      <a:gd name="connsiteX5-417" fmla="*/ 4076995 w 8176537"/>
                      <a:gd name="connsiteY5-418" fmla="*/ 1566042 h 2879163"/>
                      <a:gd name="connsiteX6-419" fmla="*/ 8165518 w 8176537"/>
                      <a:gd name="connsiteY6-420" fmla="*/ 0 h 2879163"/>
                      <a:gd name="connsiteX0-421" fmla="*/ 8165518 w 8198577"/>
                      <a:gd name="connsiteY0-422" fmla="*/ 0 h 2879451"/>
                      <a:gd name="connsiteX1-423" fmla="*/ 8198577 w 8198577"/>
                      <a:gd name="connsiteY1-424" fmla="*/ 1606558 h 2879451"/>
                      <a:gd name="connsiteX2-425" fmla="*/ 4132092 w 8198577"/>
                      <a:gd name="connsiteY2-426" fmla="*/ 2879159 h 2879451"/>
                      <a:gd name="connsiteX3-427" fmla="*/ 0 w 8198577"/>
                      <a:gd name="connsiteY3-428" fmla="*/ 1510948 h 2879451"/>
                      <a:gd name="connsiteX4-429" fmla="*/ 9491 w 8198577"/>
                      <a:gd name="connsiteY4-430" fmla="*/ 147145 h 2879451"/>
                      <a:gd name="connsiteX5-431" fmla="*/ 4076995 w 8198577"/>
                      <a:gd name="connsiteY5-432" fmla="*/ 1566042 h 2879451"/>
                      <a:gd name="connsiteX6-433" fmla="*/ 8165518 w 8198577"/>
                      <a:gd name="connsiteY6-434" fmla="*/ 0 h 2879451"/>
                      <a:gd name="connsiteX0-435" fmla="*/ 8165518 w 8165518"/>
                      <a:gd name="connsiteY0-436" fmla="*/ 0 h 2880066"/>
                      <a:gd name="connsiteX1-437" fmla="*/ 8165518 w 8165518"/>
                      <a:gd name="connsiteY1-438" fmla="*/ 1673520 h 2880066"/>
                      <a:gd name="connsiteX2-439" fmla="*/ 4132092 w 8165518"/>
                      <a:gd name="connsiteY2-440" fmla="*/ 2879159 h 2880066"/>
                      <a:gd name="connsiteX3-441" fmla="*/ 0 w 8165518"/>
                      <a:gd name="connsiteY3-442" fmla="*/ 1510948 h 2880066"/>
                      <a:gd name="connsiteX4-443" fmla="*/ 9491 w 8165518"/>
                      <a:gd name="connsiteY4-444" fmla="*/ 147145 h 2880066"/>
                      <a:gd name="connsiteX5-445" fmla="*/ 4076995 w 8165518"/>
                      <a:gd name="connsiteY5-446" fmla="*/ 1566042 h 2880066"/>
                      <a:gd name="connsiteX6-447" fmla="*/ 8165518 w 8165518"/>
                      <a:gd name="connsiteY6-448" fmla="*/ 0 h 2880066"/>
                      <a:gd name="connsiteX0-449" fmla="*/ 8156794 w 8156794"/>
                      <a:gd name="connsiteY0-450" fmla="*/ 0 h 2879270"/>
                      <a:gd name="connsiteX1-451" fmla="*/ 8156794 w 8156794"/>
                      <a:gd name="connsiteY1-452" fmla="*/ 1673520 h 2879270"/>
                      <a:gd name="connsiteX2-453" fmla="*/ 4123368 w 8156794"/>
                      <a:gd name="connsiteY2-454" fmla="*/ 2879159 h 2879270"/>
                      <a:gd name="connsiteX3-455" fmla="*/ 2295 w 8156794"/>
                      <a:gd name="connsiteY3-456" fmla="*/ 1618086 h 2879270"/>
                      <a:gd name="connsiteX4-457" fmla="*/ 767 w 8156794"/>
                      <a:gd name="connsiteY4-458" fmla="*/ 147145 h 2879270"/>
                      <a:gd name="connsiteX5-459" fmla="*/ 4068271 w 8156794"/>
                      <a:gd name="connsiteY5-460" fmla="*/ 1566042 h 2879270"/>
                      <a:gd name="connsiteX6-461" fmla="*/ 8156794 w 8156794"/>
                      <a:gd name="connsiteY6-462" fmla="*/ 0 h 2879270"/>
                      <a:gd name="connsiteX0-463" fmla="*/ 8156794 w 8156794"/>
                      <a:gd name="connsiteY0-464" fmla="*/ 0 h 2973000"/>
                      <a:gd name="connsiteX1-465" fmla="*/ 8156794 w 8156794"/>
                      <a:gd name="connsiteY1-466" fmla="*/ 1673520 h 2973000"/>
                      <a:gd name="connsiteX2-467" fmla="*/ 4134388 w 8156794"/>
                      <a:gd name="connsiteY2-468" fmla="*/ 2972904 h 2973000"/>
                      <a:gd name="connsiteX3-469" fmla="*/ 2295 w 8156794"/>
                      <a:gd name="connsiteY3-470" fmla="*/ 1618086 h 2973000"/>
                      <a:gd name="connsiteX4-471" fmla="*/ 767 w 8156794"/>
                      <a:gd name="connsiteY4-472" fmla="*/ 147145 h 2973000"/>
                      <a:gd name="connsiteX5-473" fmla="*/ 4068271 w 8156794"/>
                      <a:gd name="connsiteY5-474" fmla="*/ 1566042 h 2973000"/>
                      <a:gd name="connsiteX6-475" fmla="*/ 8156794 w 8156794"/>
                      <a:gd name="connsiteY6-476" fmla="*/ 0 h 2973000"/>
                      <a:gd name="connsiteX0-477" fmla="*/ 8156794 w 8156794"/>
                      <a:gd name="connsiteY0-478" fmla="*/ 0 h 2973000"/>
                      <a:gd name="connsiteX1-479" fmla="*/ 8156794 w 8156794"/>
                      <a:gd name="connsiteY1-480" fmla="*/ 1673520 h 2973000"/>
                      <a:gd name="connsiteX2-481" fmla="*/ 4134388 w 8156794"/>
                      <a:gd name="connsiteY2-482" fmla="*/ 2972904 h 2973000"/>
                      <a:gd name="connsiteX3-483" fmla="*/ 2295 w 8156794"/>
                      <a:gd name="connsiteY3-484" fmla="*/ 1618086 h 2973000"/>
                      <a:gd name="connsiteX4-485" fmla="*/ 767 w 8156794"/>
                      <a:gd name="connsiteY4-486" fmla="*/ 147145 h 2973000"/>
                      <a:gd name="connsiteX5-487" fmla="*/ 4068271 w 8156794"/>
                      <a:gd name="connsiteY5-488" fmla="*/ 1566042 h 2973000"/>
                      <a:gd name="connsiteX6-489" fmla="*/ 8156794 w 8156794"/>
                      <a:gd name="connsiteY6-490" fmla="*/ 0 h 2973000"/>
                      <a:gd name="connsiteX0-491" fmla="*/ 8156794 w 8156794"/>
                      <a:gd name="connsiteY0-492" fmla="*/ 0 h 2973000"/>
                      <a:gd name="connsiteX1-493" fmla="*/ 8156794 w 8156794"/>
                      <a:gd name="connsiteY1-494" fmla="*/ 1673520 h 2973000"/>
                      <a:gd name="connsiteX2-495" fmla="*/ 4134388 w 8156794"/>
                      <a:gd name="connsiteY2-496" fmla="*/ 2972904 h 2973000"/>
                      <a:gd name="connsiteX3-497" fmla="*/ 2295 w 8156794"/>
                      <a:gd name="connsiteY3-498" fmla="*/ 1618086 h 2973000"/>
                      <a:gd name="connsiteX4-499" fmla="*/ 767 w 8156794"/>
                      <a:gd name="connsiteY4-500" fmla="*/ 147145 h 2973000"/>
                      <a:gd name="connsiteX5-501" fmla="*/ 4068271 w 8156794"/>
                      <a:gd name="connsiteY5-502" fmla="*/ 1566042 h 2973000"/>
                      <a:gd name="connsiteX6-503" fmla="*/ 8156794 w 8156794"/>
                      <a:gd name="connsiteY6-504" fmla="*/ 0 h 2973000"/>
                      <a:gd name="connsiteX0-505" fmla="*/ 8156794 w 8156794"/>
                      <a:gd name="connsiteY0-506" fmla="*/ 0 h 2973020"/>
                      <a:gd name="connsiteX1-507" fmla="*/ 8156794 w 8156794"/>
                      <a:gd name="connsiteY1-508" fmla="*/ 1673520 h 2973020"/>
                      <a:gd name="connsiteX2-509" fmla="*/ 4134388 w 8156794"/>
                      <a:gd name="connsiteY2-510" fmla="*/ 2972904 h 2973020"/>
                      <a:gd name="connsiteX3-511" fmla="*/ 2295 w 8156794"/>
                      <a:gd name="connsiteY3-512" fmla="*/ 1618086 h 2973020"/>
                      <a:gd name="connsiteX4-513" fmla="*/ 767 w 8156794"/>
                      <a:gd name="connsiteY4-514" fmla="*/ 147145 h 2973020"/>
                      <a:gd name="connsiteX5-515" fmla="*/ 4068271 w 8156794"/>
                      <a:gd name="connsiteY5-516" fmla="*/ 1566042 h 2973020"/>
                      <a:gd name="connsiteX6-517" fmla="*/ 8156794 w 8156794"/>
                      <a:gd name="connsiteY6-518" fmla="*/ 0 h 2973020"/>
                      <a:gd name="connsiteX0-519" fmla="*/ 8156794 w 8156794"/>
                      <a:gd name="connsiteY0-520" fmla="*/ 0 h 2973021"/>
                      <a:gd name="connsiteX1-521" fmla="*/ 8156794 w 8156794"/>
                      <a:gd name="connsiteY1-522" fmla="*/ 1673520 h 2973021"/>
                      <a:gd name="connsiteX2-523" fmla="*/ 4134388 w 8156794"/>
                      <a:gd name="connsiteY2-524" fmla="*/ 2972904 h 2973021"/>
                      <a:gd name="connsiteX3-525" fmla="*/ 2295 w 8156794"/>
                      <a:gd name="connsiteY3-526" fmla="*/ 1618086 h 2973021"/>
                      <a:gd name="connsiteX4-527" fmla="*/ 767 w 8156794"/>
                      <a:gd name="connsiteY4-528" fmla="*/ 147145 h 2973021"/>
                      <a:gd name="connsiteX5-529" fmla="*/ 4068271 w 8156794"/>
                      <a:gd name="connsiteY5-530" fmla="*/ 1566042 h 2973021"/>
                      <a:gd name="connsiteX6-531" fmla="*/ 8156794 w 8156794"/>
                      <a:gd name="connsiteY6-532" fmla="*/ 0 h 2973021"/>
                      <a:gd name="connsiteX0-533" fmla="*/ 8156794 w 8156794"/>
                      <a:gd name="connsiteY0-534" fmla="*/ 0 h 2973021"/>
                      <a:gd name="connsiteX1-535" fmla="*/ 8156794 w 8156794"/>
                      <a:gd name="connsiteY1-536" fmla="*/ 1673520 h 2973021"/>
                      <a:gd name="connsiteX2-537" fmla="*/ 4134388 w 8156794"/>
                      <a:gd name="connsiteY2-538" fmla="*/ 2972904 h 2973021"/>
                      <a:gd name="connsiteX3-539" fmla="*/ 2295 w 8156794"/>
                      <a:gd name="connsiteY3-540" fmla="*/ 1618086 h 2973021"/>
                      <a:gd name="connsiteX4-541" fmla="*/ 767 w 8156794"/>
                      <a:gd name="connsiteY4-542" fmla="*/ 147145 h 2973021"/>
                      <a:gd name="connsiteX5-543" fmla="*/ 4068271 w 8156794"/>
                      <a:gd name="connsiteY5-544" fmla="*/ 1566042 h 2973021"/>
                      <a:gd name="connsiteX6-545" fmla="*/ 8156794 w 8156794"/>
                      <a:gd name="connsiteY6-546" fmla="*/ 0 h 2973021"/>
                      <a:gd name="connsiteX0-547" fmla="*/ 8156794 w 8156794"/>
                      <a:gd name="connsiteY0-548" fmla="*/ 0 h 2973021"/>
                      <a:gd name="connsiteX1-549" fmla="*/ 8156794 w 8156794"/>
                      <a:gd name="connsiteY1-550" fmla="*/ 1673520 h 2973021"/>
                      <a:gd name="connsiteX2-551" fmla="*/ 4134388 w 8156794"/>
                      <a:gd name="connsiteY2-552" fmla="*/ 2972904 h 2973021"/>
                      <a:gd name="connsiteX3-553" fmla="*/ 2295 w 8156794"/>
                      <a:gd name="connsiteY3-554" fmla="*/ 1618086 h 2973021"/>
                      <a:gd name="connsiteX4-555" fmla="*/ 767 w 8156794"/>
                      <a:gd name="connsiteY4-556" fmla="*/ 147145 h 2973021"/>
                      <a:gd name="connsiteX5-557" fmla="*/ 4068271 w 8156794"/>
                      <a:gd name="connsiteY5-558" fmla="*/ 1566042 h 2973021"/>
                      <a:gd name="connsiteX6-559" fmla="*/ 8156794 w 8156794"/>
                      <a:gd name="connsiteY6-560" fmla="*/ 0 h 2973021"/>
                      <a:gd name="connsiteX0-561" fmla="*/ 8156794 w 8156794"/>
                      <a:gd name="connsiteY0-562" fmla="*/ 0 h 2973021"/>
                      <a:gd name="connsiteX1-563" fmla="*/ 8156794 w 8156794"/>
                      <a:gd name="connsiteY1-564" fmla="*/ 1673520 h 2973021"/>
                      <a:gd name="connsiteX2-565" fmla="*/ 4134388 w 8156794"/>
                      <a:gd name="connsiteY2-566" fmla="*/ 2972904 h 2973021"/>
                      <a:gd name="connsiteX3-567" fmla="*/ 2295 w 8156794"/>
                      <a:gd name="connsiteY3-568" fmla="*/ 1618086 h 2973021"/>
                      <a:gd name="connsiteX4-569" fmla="*/ 767 w 8156794"/>
                      <a:gd name="connsiteY4-570" fmla="*/ 147145 h 2973021"/>
                      <a:gd name="connsiteX5-571" fmla="*/ 4068271 w 8156794"/>
                      <a:gd name="connsiteY5-572" fmla="*/ 1566042 h 2973021"/>
                      <a:gd name="connsiteX6-573" fmla="*/ 8156794 w 8156794"/>
                      <a:gd name="connsiteY6-574" fmla="*/ 0 h 2973021"/>
                      <a:gd name="connsiteX0-575" fmla="*/ 8156794 w 8156794"/>
                      <a:gd name="connsiteY0-576" fmla="*/ 0 h 2973141"/>
                      <a:gd name="connsiteX1-577" fmla="*/ 8156794 w 8156794"/>
                      <a:gd name="connsiteY1-578" fmla="*/ 1673520 h 2973141"/>
                      <a:gd name="connsiteX2-579" fmla="*/ 4134388 w 8156794"/>
                      <a:gd name="connsiteY2-580" fmla="*/ 2972904 h 2973141"/>
                      <a:gd name="connsiteX3-581" fmla="*/ 2295 w 8156794"/>
                      <a:gd name="connsiteY3-582" fmla="*/ 1618086 h 2973141"/>
                      <a:gd name="connsiteX4-583" fmla="*/ 767 w 8156794"/>
                      <a:gd name="connsiteY4-584" fmla="*/ 147145 h 2973141"/>
                      <a:gd name="connsiteX5-585" fmla="*/ 4068271 w 8156794"/>
                      <a:gd name="connsiteY5-586" fmla="*/ 1566042 h 2973141"/>
                      <a:gd name="connsiteX6-587" fmla="*/ 8156794 w 8156794"/>
                      <a:gd name="connsiteY6-588" fmla="*/ 0 h 2973141"/>
                      <a:gd name="connsiteX0-589" fmla="*/ 8156794 w 8156794"/>
                      <a:gd name="connsiteY0-590" fmla="*/ 0 h 3066827"/>
                      <a:gd name="connsiteX1-591" fmla="*/ 8156794 w 8156794"/>
                      <a:gd name="connsiteY1-592" fmla="*/ 1673520 h 3066827"/>
                      <a:gd name="connsiteX2-593" fmla="*/ 4123353 w 8156794"/>
                      <a:gd name="connsiteY2-594" fmla="*/ 3066650 h 3066827"/>
                      <a:gd name="connsiteX3-595" fmla="*/ 2295 w 8156794"/>
                      <a:gd name="connsiteY3-596" fmla="*/ 1618086 h 3066827"/>
                      <a:gd name="connsiteX4-597" fmla="*/ 767 w 8156794"/>
                      <a:gd name="connsiteY4-598" fmla="*/ 147145 h 3066827"/>
                      <a:gd name="connsiteX5-599" fmla="*/ 4068271 w 8156794"/>
                      <a:gd name="connsiteY5-600" fmla="*/ 1566042 h 3066827"/>
                      <a:gd name="connsiteX6-601" fmla="*/ 8156794 w 8156794"/>
                      <a:gd name="connsiteY6-602" fmla="*/ 0 h 3066827"/>
                      <a:gd name="connsiteX0-603" fmla="*/ 8123689 w 8156794"/>
                      <a:gd name="connsiteY0-604" fmla="*/ 0 h 2999866"/>
                      <a:gd name="connsiteX1-605" fmla="*/ 8156794 w 8156794"/>
                      <a:gd name="connsiteY1-606" fmla="*/ 1606559 h 2999866"/>
                      <a:gd name="connsiteX2-607" fmla="*/ 4123353 w 8156794"/>
                      <a:gd name="connsiteY2-608" fmla="*/ 2999689 h 2999866"/>
                      <a:gd name="connsiteX3-609" fmla="*/ 2295 w 8156794"/>
                      <a:gd name="connsiteY3-610" fmla="*/ 1551125 h 2999866"/>
                      <a:gd name="connsiteX4-611" fmla="*/ 767 w 8156794"/>
                      <a:gd name="connsiteY4-612" fmla="*/ 80184 h 2999866"/>
                      <a:gd name="connsiteX5-613" fmla="*/ 4068271 w 8156794"/>
                      <a:gd name="connsiteY5-614" fmla="*/ 1499081 h 2999866"/>
                      <a:gd name="connsiteX6-615" fmla="*/ 8123689 w 8156794"/>
                      <a:gd name="connsiteY6-616" fmla="*/ 0 h 2999866"/>
                      <a:gd name="connsiteX0-617" fmla="*/ 8167828 w 8167828"/>
                      <a:gd name="connsiteY0-618" fmla="*/ 0 h 3026651"/>
                      <a:gd name="connsiteX1-619" fmla="*/ 8156794 w 8167828"/>
                      <a:gd name="connsiteY1-620" fmla="*/ 1633344 h 3026651"/>
                      <a:gd name="connsiteX2-621" fmla="*/ 4123353 w 8167828"/>
                      <a:gd name="connsiteY2-622" fmla="*/ 3026474 h 3026651"/>
                      <a:gd name="connsiteX3-623" fmla="*/ 2295 w 8167828"/>
                      <a:gd name="connsiteY3-624" fmla="*/ 1577910 h 3026651"/>
                      <a:gd name="connsiteX4-625" fmla="*/ 767 w 8167828"/>
                      <a:gd name="connsiteY4-626" fmla="*/ 106969 h 3026651"/>
                      <a:gd name="connsiteX5-627" fmla="*/ 4068271 w 8167828"/>
                      <a:gd name="connsiteY5-628" fmla="*/ 1525866 h 3026651"/>
                      <a:gd name="connsiteX6-629" fmla="*/ 8167828 w 8167828"/>
                      <a:gd name="connsiteY6-630" fmla="*/ 0 h 3026651"/>
                      <a:gd name="connsiteX0-631" fmla="*/ 8167828 w 8167828"/>
                      <a:gd name="connsiteY0-632" fmla="*/ 0 h 3027228"/>
                      <a:gd name="connsiteX1-633" fmla="*/ 8145760 w 8167828"/>
                      <a:gd name="connsiteY1-634" fmla="*/ 1686913 h 3027228"/>
                      <a:gd name="connsiteX2-635" fmla="*/ 4123353 w 8167828"/>
                      <a:gd name="connsiteY2-636" fmla="*/ 3026474 h 3027228"/>
                      <a:gd name="connsiteX3-637" fmla="*/ 2295 w 8167828"/>
                      <a:gd name="connsiteY3-638" fmla="*/ 1577910 h 3027228"/>
                      <a:gd name="connsiteX4-639" fmla="*/ 767 w 8167828"/>
                      <a:gd name="connsiteY4-640" fmla="*/ 106969 h 3027228"/>
                      <a:gd name="connsiteX5-641" fmla="*/ 4068271 w 8167828"/>
                      <a:gd name="connsiteY5-642" fmla="*/ 1525866 h 3027228"/>
                      <a:gd name="connsiteX6-643" fmla="*/ 8167828 w 8167828"/>
                      <a:gd name="connsiteY6-644" fmla="*/ 0 h 3027228"/>
                      <a:gd name="connsiteX0-645" fmla="*/ 8156794 w 8156794"/>
                      <a:gd name="connsiteY0-646" fmla="*/ 0 h 2933483"/>
                      <a:gd name="connsiteX1-647" fmla="*/ 8145760 w 8156794"/>
                      <a:gd name="connsiteY1-648" fmla="*/ 1593168 h 2933483"/>
                      <a:gd name="connsiteX2-649" fmla="*/ 4123353 w 8156794"/>
                      <a:gd name="connsiteY2-650" fmla="*/ 2932729 h 2933483"/>
                      <a:gd name="connsiteX3-651" fmla="*/ 2295 w 8156794"/>
                      <a:gd name="connsiteY3-652" fmla="*/ 1484165 h 2933483"/>
                      <a:gd name="connsiteX4-653" fmla="*/ 767 w 8156794"/>
                      <a:gd name="connsiteY4-654" fmla="*/ 13224 h 2933483"/>
                      <a:gd name="connsiteX5-655" fmla="*/ 4068271 w 8156794"/>
                      <a:gd name="connsiteY5-656" fmla="*/ 1432121 h 2933483"/>
                      <a:gd name="connsiteX6-657" fmla="*/ 8156794 w 8156794"/>
                      <a:gd name="connsiteY6-658" fmla="*/ 0 h 2933483"/>
                      <a:gd name="connsiteX0-659" fmla="*/ 8156794 w 8156794"/>
                      <a:gd name="connsiteY0-660" fmla="*/ 0 h 2933483"/>
                      <a:gd name="connsiteX1-661" fmla="*/ 8145760 w 8156794"/>
                      <a:gd name="connsiteY1-662" fmla="*/ 1593168 h 2933483"/>
                      <a:gd name="connsiteX2-663" fmla="*/ 4123353 w 8156794"/>
                      <a:gd name="connsiteY2-664" fmla="*/ 2932729 h 2933483"/>
                      <a:gd name="connsiteX3-665" fmla="*/ 2295 w 8156794"/>
                      <a:gd name="connsiteY3-666" fmla="*/ 1484165 h 2933483"/>
                      <a:gd name="connsiteX4-667" fmla="*/ 767 w 8156794"/>
                      <a:gd name="connsiteY4-668" fmla="*/ 13224 h 2933483"/>
                      <a:gd name="connsiteX5-669" fmla="*/ 4068271 w 8156794"/>
                      <a:gd name="connsiteY5-670" fmla="*/ 1432121 h 2933483"/>
                      <a:gd name="connsiteX6-671" fmla="*/ 8156794 w 8156794"/>
                      <a:gd name="connsiteY6-672" fmla="*/ 0 h 2933483"/>
                      <a:gd name="connsiteX0-673" fmla="*/ 8123689 w 8145760"/>
                      <a:gd name="connsiteY0-674" fmla="*/ 13560 h 2920259"/>
                      <a:gd name="connsiteX1-675" fmla="*/ 8145760 w 8145760"/>
                      <a:gd name="connsiteY1-676" fmla="*/ 1579944 h 2920259"/>
                      <a:gd name="connsiteX2-677" fmla="*/ 4123353 w 8145760"/>
                      <a:gd name="connsiteY2-678" fmla="*/ 2919505 h 2920259"/>
                      <a:gd name="connsiteX3-679" fmla="*/ 2295 w 8145760"/>
                      <a:gd name="connsiteY3-680" fmla="*/ 1470941 h 2920259"/>
                      <a:gd name="connsiteX4-681" fmla="*/ 767 w 8145760"/>
                      <a:gd name="connsiteY4-682" fmla="*/ 0 h 2920259"/>
                      <a:gd name="connsiteX5-683" fmla="*/ 4068271 w 8145760"/>
                      <a:gd name="connsiteY5-684" fmla="*/ 1418897 h 2920259"/>
                      <a:gd name="connsiteX6-685" fmla="*/ 8123689 w 8145760"/>
                      <a:gd name="connsiteY6-686" fmla="*/ 13560 h 2920259"/>
                      <a:gd name="connsiteX0-687" fmla="*/ 8178863 w 8178863"/>
                      <a:gd name="connsiteY0-688" fmla="*/ 26952 h 2920259"/>
                      <a:gd name="connsiteX1-689" fmla="*/ 8145760 w 8178863"/>
                      <a:gd name="connsiteY1-690" fmla="*/ 1579944 h 2920259"/>
                      <a:gd name="connsiteX2-691" fmla="*/ 4123353 w 8178863"/>
                      <a:gd name="connsiteY2-692" fmla="*/ 2919505 h 2920259"/>
                      <a:gd name="connsiteX3-693" fmla="*/ 2295 w 8178863"/>
                      <a:gd name="connsiteY3-694" fmla="*/ 1470941 h 2920259"/>
                      <a:gd name="connsiteX4-695" fmla="*/ 767 w 8178863"/>
                      <a:gd name="connsiteY4-696" fmla="*/ 0 h 2920259"/>
                      <a:gd name="connsiteX5-697" fmla="*/ 4068271 w 8178863"/>
                      <a:gd name="connsiteY5-698" fmla="*/ 1418897 h 2920259"/>
                      <a:gd name="connsiteX6-699" fmla="*/ 8178863 w 8178863"/>
                      <a:gd name="connsiteY6-700" fmla="*/ 26952 h 2920259"/>
                      <a:gd name="connsiteX0-701" fmla="*/ 8167827 w 8167827"/>
                      <a:gd name="connsiteY0-702" fmla="*/ 40343 h 2920259"/>
                      <a:gd name="connsiteX1-703" fmla="*/ 8145760 w 8167827"/>
                      <a:gd name="connsiteY1-704" fmla="*/ 1579944 h 2920259"/>
                      <a:gd name="connsiteX2-705" fmla="*/ 4123353 w 8167827"/>
                      <a:gd name="connsiteY2-706" fmla="*/ 2919505 h 2920259"/>
                      <a:gd name="connsiteX3-707" fmla="*/ 2295 w 8167827"/>
                      <a:gd name="connsiteY3-708" fmla="*/ 1470941 h 2920259"/>
                      <a:gd name="connsiteX4-709" fmla="*/ 767 w 8167827"/>
                      <a:gd name="connsiteY4-710" fmla="*/ 0 h 2920259"/>
                      <a:gd name="connsiteX5-711" fmla="*/ 4068271 w 8167827"/>
                      <a:gd name="connsiteY5-712" fmla="*/ 1418897 h 2920259"/>
                      <a:gd name="connsiteX6-713" fmla="*/ 8167827 w 8167827"/>
                      <a:gd name="connsiteY6-714" fmla="*/ 40343 h 2920259"/>
                      <a:gd name="connsiteX0-715" fmla="*/ 8123687 w 8145760"/>
                      <a:gd name="connsiteY0-716" fmla="*/ 53735 h 2920259"/>
                      <a:gd name="connsiteX1-717" fmla="*/ 8145760 w 8145760"/>
                      <a:gd name="connsiteY1-718" fmla="*/ 1579944 h 2920259"/>
                      <a:gd name="connsiteX2-719" fmla="*/ 4123353 w 8145760"/>
                      <a:gd name="connsiteY2-720" fmla="*/ 2919505 h 2920259"/>
                      <a:gd name="connsiteX3-721" fmla="*/ 2295 w 8145760"/>
                      <a:gd name="connsiteY3-722" fmla="*/ 1470941 h 2920259"/>
                      <a:gd name="connsiteX4-723" fmla="*/ 767 w 8145760"/>
                      <a:gd name="connsiteY4-724" fmla="*/ 0 h 2920259"/>
                      <a:gd name="connsiteX5-725" fmla="*/ 4068271 w 8145760"/>
                      <a:gd name="connsiteY5-726" fmla="*/ 1418897 h 2920259"/>
                      <a:gd name="connsiteX6-727" fmla="*/ 8123687 w 8145760"/>
                      <a:gd name="connsiteY6-728" fmla="*/ 53735 h 2920259"/>
                      <a:gd name="connsiteX0-729" fmla="*/ 8161918 w 8161918"/>
                      <a:gd name="connsiteY0-730" fmla="*/ 0 h 2943855"/>
                      <a:gd name="connsiteX1-731" fmla="*/ 8145760 w 8161918"/>
                      <a:gd name="connsiteY1-732" fmla="*/ 1603540 h 2943855"/>
                      <a:gd name="connsiteX2-733" fmla="*/ 4123353 w 8161918"/>
                      <a:gd name="connsiteY2-734" fmla="*/ 2943101 h 2943855"/>
                      <a:gd name="connsiteX3-735" fmla="*/ 2295 w 8161918"/>
                      <a:gd name="connsiteY3-736" fmla="*/ 1494537 h 2943855"/>
                      <a:gd name="connsiteX4-737" fmla="*/ 767 w 8161918"/>
                      <a:gd name="connsiteY4-738" fmla="*/ 23596 h 2943855"/>
                      <a:gd name="connsiteX5-739" fmla="*/ 4068271 w 8161918"/>
                      <a:gd name="connsiteY5-740" fmla="*/ 1442493 h 2943855"/>
                      <a:gd name="connsiteX6-741" fmla="*/ 8161918 w 8161918"/>
                      <a:gd name="connsiteY6-742" fmla="*/ 0 h 2943855"/>
                      <a:gd name="connsiteX0-743" fmla="*/ 8144926 w 8145760"/>
                      <a:gd name="connsiteY0-744" fmla="*/ 43424 h 2920259"/>
                      <a:gd name="connsiteX1-745" fmla="*/ 8145760 w 8145760"/>
                      <a:gd name="connsiteY1-746" fmla="*/ 1579944 h 2920259"/>
                      <a:gd name="connsiteX2-747" fmla="*/ 4123353 w 8145760"/>
                      <a:gd name="connsiteY2-748" fmla="*/ 2919505 h 2920259"/>
                      <a:gd name="connsiteX3-749" fmla="*/ 2295 w 8145760"/>
                      <a:gd name="connsiteY3-750" fmla="*/ 1470941 h 2920259"/>
                      <a:gd name="connsiteX4-751" fmla="*/ 767 w 8145760"/>
                      <a:gd name="connsiteY4-752" fmla="*/ 0 h 2920259"/>
                      <a:gd name="connsiteX5-753" fmla="*/ 4068271 w 8145760"/>
                      <a:gd name="connsiteY5-754" fmla="*/ 1418897 h 2920259"/>
                      <a:gd name="connsiteX6-755" fmla="*/ 8144926 w 8145760"/>
                      <a:gd name="connsiteY6-756" fmla="*/ 43424 h 2920259"/>
                      <a:gd name="connsiteX0-757" fmla="*/ 8161918 w 8161918"/>
                      <a:gd name="connsiteY0-758" fmla="*/ 0 h 2959321"/>
                      <a:gd name="connsiteX1-759" fmla="*/ 8145760 w 8161918"/>
                      <a:gd name="connsiteY1-760" fmla="*/ 1619006 h 2959321"/>
                      <a:gd name="connsiteX2-761" fmla="*/ 4123353 w 8161918"/>
                      <a:gd name="connsiteY2-762" fmla="*/ 2958567 h 2959321"/>
                      <a:gd name="connsiteX3-763" fmla="*/ 2295 w 8161918"/>
                      <a:gd name="connsiteY3-764" fmla="*/ 1510003 h 2959321"/>
                      <a:gd name="connsiteX4-765" fmla="*/ 767 w 8161918"/>
                      <a:gd name="connsiteY4-766" fmla="*/ 39062 h 2959321"/>
                      <a:gd name="connsiteX5-767" fmla="*/ 4068271 w 8161918"/>
                      <a:gd name="connsiteY5-768" fmla="*/ 1457959 h 2959321"/>
                      <a:gd name="connsiteX6-769" fmla="*/ 8161918 w 8161918"/>
                      <a:gd name="connsiteY6-770" fmla="*/ 0 h 2959321"/>
                      <a:gd name="connsiteX0-771" fmla="*/ 8161918 w 8162752"/>
                      <a:gd name="connsiteY0-772" fmla="*/ 0 h 2959488"/>
                      <a:gd name="connsiteX1-773" fmla="*/ 8162752 w 8162752"/>
                      <a:gd name="connsiteY1-774" fmla="*/ 1629317 h 2959488"/>
                      <a:gd name="connsiteX2-775" fmla="*/ 4123353 w 8162752"/>
                      <a:gd name="connsiteY2-776" fmla="*/ 2958567 h 2959488"/>
                      <a:gd name="connsiteX3-777" fmla="*/ 2295 w 8162752"/>
                      <a:gd name="connsiteY3-778" fmla="*/ 1510003 h 2959488"/>
                      <a:gd name="connsiteX4-779" fmla="*/ 767 w 8162752"/>
                      <a:gd name="connsiteY4-780" fmla="*/ 39062 h 2959488"/>
                      <a:gd name="connsiteX5-781" fmla="*/ 4068271 w 8162752"/>
                      <a:gd name="connsiteY5-782" fmla="*/ 1457959 h 2959488"/>
                      <a:gd name="connsiteX6-783" fmla="*/ 8161918 w 8162752"/>
                      <a:gd name="connsiteY6-784" fmla="*/ 0 h 2959488"/>
                      <a:gd name="connsiteX0-785" fmla="*/ 8165930 w 8166764"/>
                      <a:gd name="connsiteY0-786" fmla="*/ 7337 h 2966825"/>
                      <a:gd name="connsiteX1-787" fmla="*/ 8166764 w 8166764"/>
                      <a:gd name="connsiteY1-788" fmla="*/ 1636654 h 2966825"/>
                      <a:gd name="connsiteX2-789" fmla="*/ 4127365 w 8166764"/>
                      <a:gd name="connsiteY2-790" fmla="*/ 2965904 h 2966825"/>
                      <a:gd name="connsiteX3-791" fmla="*/ 6307 w 8166764"/>
                      <a:gd name="connsiteY3-792" fmla="*/ 1517340 h 2966825"/>
                      <a:gd name="connsiteX4-793" fmla="*/ 532 w 8166764"/>
                      <a:gd name="connsiteY4-794" fmla="*/ 0 h 2966825"/>
                      <a:gd name="connsiteX5-795" fmla="*/ 4072283 w 8166764"/>
                      <a:gd name="connsiteY5-796" fmla="*/ 1465296 h 2966825"/>
                      <a:gd name="connsiteX6-797" fmla="*/ 8165930 w 8166764"/>
                      <a:gd name="connsiteY6-798" fmla="*/ 7337 h 2966825"/>
                      <a:gd name="connsiteX0-799" fmla="*/ 8168119 w 8168953"/>
                      <a:gd name="connsiteY0-800" fmla="*/ 7337 h 2966682"/>
                      <a:gd name="connsiteX1-801" fmla="*/ 8168953 w 8168953"/>
                      <a:gd name="connsiteY1-802" fmla="*/ 1636654 h 2966682"/>
                      <a:gd name="connsiteX2-803" fmla="*/ 4129554 w 8168953"/>
                      <a:gd name="connsiteY2-804" fmla="*/ 2965904 h 2966682"/>
                      <a:gd name="connsiteX3-805" fmla="*/ 0 w 8168953"/>
                      <a:gd name="connsiteY3-806" fmla="*/ 1527651 h 2966682"/>
                      <a:gd name="connsiteX4-807" fmla="*/ 2721 w 8168953"/>
                      <a:gd name="connsiteY4-808" fmla="*/ 0 h 2966682"/>
                      <a:gd name="connsiteX5-809" fmla="*/ 4074472 w 8168953"/>
                      <a:gd name="connsiteY5-810" fmla="*/ 1465296 h 2966682"/>
                      <a:gd name="connsiteX6-811" fmla="*/ 8168119 w 8168953"/>
                      <a:gd name="connsiteY6-812" fmla="*/ 7337 h 2966682"/>
                      <a:gd name="connsiteX0-813" fmla="*/ 8168119 w 8168953"/>
                      <a:gd name="connsiteY0-814" fmla="*/ 7337 h 3100377"/>
                      <a:gd name="connsiteX1-815" fmla="*/ 8168953 w 8168953"/>
                      <a:gd name="connsiteY1-816" fmla="*/ 1636654 h 3100377"/>
                      <a:gd name="connsiteX2-817" fmla="*/ 4118520 w 8168953"/>
                      <a:gd name="connsiteY2-818" fmla="*/ 3099826 h 3100377"/>
                      <a:gd name="connsiteX3-819" fmla="*/ 0 w 8168953"/>
                      <a:gd name="connsiteY3-820" fmla="*/ 1527651 h 3100377"/>
                      <a:gd name="connsiteX4-821" fmla="*/ 2721 w 8168953"/>
                      <a:gd name="connsiteY4-822" fmla="*/ 0 h 3100377"/>
                      <a:gd name="connsiteX5-823" fmla="*/ 4074472 w 8168953"/>
                      <a:gd name="connsiteY5-824" fmla="*/ 1465296 h 3100377"/>
                      <a:gd name="connsiteX6-825" fmla="*/ 8168119 w 8168953"/>
                      <a:gd name="connsiteY6-826" fmla="*/ 7337 h 3100377"/>
                      <a:gd name="connsiteX0-827" fmla="*/ 8168119 w 8168953"/>
                      <a:gd name="connsiteY0-828" fmla="*/ 7337 h 3100429"/>
                      <a:gd name="connsiteX1-829" fmla="*/ 8168953 w 8168953"/>
                      <a:gd name="connsiteY1-830" fmla="*/ 1636654 h 3100429"/>
                      <a:gd name="connsiteX2-831" fmla="*/ 4118520 w 8168953"/>
                      <a:gd name="connsiteY2-832" fmla="*/ 3099826 h 3100429"/>
                      <a:gd name="connsiteX3-833" fmla="*/ 0 w 8168953"/>
                      <a:gd name="connsiteY3-834" fmla="*/ 1527651 h 3100429"/>
                      <a:gd name="connsiteX4-835" fmla="*/ 2721 w 8168953"/>
                      <a:gd name="connsiteY4-836" fmla="*/ 0 h 3100429"/>
                      <a:gd name="connsiteX5-837" fmla="*/ 4074472 w 8168953"/>
                      <a:gd name="connsiteY5-838" fmla="*/ 1465296 h 3100429"/>
                      <a:gd name="connsiteX6-839" fmla="*/ 8168119 w 8168953"/>
                      <a:gd name="connsiteY6-840" fmla="*/ 7337 h 3100429"/>
                      <a:gd name="connsiteX0-841" fmla="*/ 8165849 w 8166683"/>
                      <a:gd name="connsiteY0-842" fmla="*/ 7337 h 3099826"/>
                      <a:gd name="connsiteX1-843" fmla="*/ 8166683 w 8166683"/>
                      <a:gd name="connsiteY1-844" fmla="*/ 1636654 h 3099826"/>
                      <a:gd name="connsiteX2-845" fmla="*/ 4116250 w 8166683"/>
                      <a:gd name="connsiteY2-846" fmla="*/ 3099826 h 3099826"/>
                      <a:gd name="connsiteX3-847" fmla="*/ 8764 w 8166683"/>
                      <a:gd name="connsiteY3-848" fmla="*/ 1634789 h 3099826"/>
                      <a:gd name="connsiteX4-849" fmla="*/ 451 w 8166683"/>
                      <a:gd name="connsiteY4-850" fmla="*/ 0 h 3099826"/>
                      <a:gd name="connsiteX5-851" fmla="*/ 4072202 w 8166683"/>
                      <a:gd name="connsiteY5-852" fmla="*/ 1465296 h 3099826"/>
                      <a:gd name="connsiteX6-853" fmla="*/ 8165849 w 8166683"/>
                      <a:gd name="connsiteY6-854" fmla="*/ 7337 h 3099826"/>
                      <a:gd name="connsiteX0-855" fmla="*/ 8165849 w 8166683"/>
                      <a:gd name="connsiteY0-856" fmla="*/ 7337 h 3099826"/>
                      <a:gd name="connsiteX1-857" fmla="*/ 8166683 w 8166683"/>
                      <a:gd name="connsiteY1-858" fmla="*/ 1636654 h 3099826"/>
                      <a:gd name="connsiteX2-859" fmla="*/ 4116250 w 8166683"/>
                      <a:gd name="connsiteY2-860" fmla="*/ 3099826 h 3099826"/>
                      <a:gd name="connsiteX3-861" fmla="*/ 8764 w 8166683"/>
                      <a:gd name="connsiteY3-862" fmla="*/ 1634789 h 3099826"/>
                      <a:gd name="connsiteX4-863" fmla="*/ 451 w 8166683"/>
                      <a:gd name="connsiteY4-864" fmla="*/ 0 h 3099826"/>
                      <a:gd name="connsiteX5-865" fmla="*/ 4072202 w 8166683"/>
                      <a:gd name="connsiteY5-866" fmla="*/ 1465296 h 3099826"/>
                      <a:gd name="connsiteX6-867" fmla="*/ 8165849 w 8166683"/>
                      <a:gd name="connsiteY6-868" fmla="*/ 7337 h 3099826"/>
                      <a:gd name="connsiteX0-869" fmla="*/ 8165849 w 8166683"/>
                      <a:gd name="connsiteY0-870" fmla="*/ 7337 h 3099826"/>
                      <a:gd name="connsiteX1-871" fmla="*/ 8166683 w 8166683"/>
                      <a:gd name="connsiteY1-872" fmla="*/ 1636654 h 3099826"/>
                      <a:gd name="connsiteX2-873" fmla="*/ 4116250 w 8166683"/>
                      <a:gd name="connsiteY2-874" fmla="*/ 3099826 h 3099826"/>
                      <a:gd name="connsiteX3-875" fmla="*/ 8764 w 8166683"/>
                      <a:gd name="connsiteY3-876" fmla="*/ 1634789 h 3099826"/>
                      <a:gd name="connsiteX4-877" fmla="*/ 451 w 8166683"/>
                      <a:gd name="connsiteY4-878" fmla="*/ 0 h 3099826"/>
                      <a:gd name="connsiteX5-879" fmla="*/ 4061168 w 8166683"/>
                      <a:gd name="connsiteY5-880" fmla="*/ 1438511 h 3099826"/>
                      <a:gd name="connsiteX6-881" fmla="*/ 8165849 w 8166683"/>
                      <a:gd name="connsiteY6-882" fmla="*/ 7337 h 3099826"/>
                      <a:gd name="connsiteX0-883" fmla="*/ 8165849 w 8166683"/>
                      <a:gd name="connsiteY0-884" fmla="*/ 7337 h 3099826"/>
                      <a:gd name="connsiteX1-885" fmla="*/ 8166683 w 8166683"/>
                      <a:gd name="connsiteY1-886" fmla="*/ 1636654 h 3099826"/>
                      <a:gd name="connsiteX2-887" fmla="*/ 4116250 w 8166683"/>
                      <a:gd name="connsiteY2-888" fmla="*/ 3099826 h 3099826"/>
                      <a:gd name="connsiteX3-889" fmla="*/ 8764 w 8166683"/>
                      <a:gd name="connsiteY3-890" fmla="*/ 1634789 h 3099826"/>
                      <a:gd name="connsiteX4-891" fmla="*/ 451 w 8166683"/>
                      <a:gd name="connsiteY4-892" fmla="*/ 0 h 3099826"/>
                      <a:gd name="connsiteX5-893" fmla="*/ 4061168 w 8166683"/>
                      <a:gd name="connsiteY5-894" fmla="*/ 1438511 h 3099826"/>
                      <a:gd name="connsiteX6-895" fmla="*/ 8165849 w 8166683"/>
                      <a:gd name="connsiteY6-896" fmla="*/ 7337 h 309982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21" name="Oval 420"/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422" name="Group 421"/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23" name="Freeform 422"/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-1" fmla="*/ 3725333 w 4641485"/>
                        <a:gd name="connsiteY0-2" fmla="*/ 0 h 1049866"/>
                        <a:gd name="connsiteX1-3" fmla="*/ 4641485 w 4641485"/>
                        <a:gd name="connsiteY1-4" fmla="*/ 239402 h 1049866"/>
                        <a:gd name="connsiteX2-5" fmla="*/ 3962400 w 4641485"/>
                        <a:gd name="connsiteY2-6" fmla="*/ 541866 h 1049866"/>
                        <a:gd name="connsiteX3-7" fmla="*/ 3742267 w 4641485"/>
                        <a:gd name="connsiteY3-8" fmla="*/ 457200 h 1049866"/>
                        <a:gd name="connsiteX4-9" fmla="*/ 2269067 w 4641485"/>
                        <a:gd name="connsiteY4-10" fmla="*/ 1049866 h 1049866"/>
                        <a:gd name="connsiteX5-11" fmla="*/ 880533 w 4641485"/>
                        <a:gd name="connsiteY5-12" fmla="*/ 457200 h 1049866"/>
                        <a:gd name="connsiteX6-13" fmla="*/ 592667 w 4641485"/>
                        <a:gd name="connsiteY6-14" fmla="*/ 541866 h 1049866"/>
                        <a:gd name="connsiteX7-15" fmla="*/ 0 w 4641485"/>
                        <a:gd name="connsiteY7-16" fmla="*/ 254000 h 1049866"/>
                        <a:gd name="connsiteX8-17" fmla="*/ 880533 w 4641485"/>
                        <a:gd name="connsiteY8-18" fmla="*/ 16933 h 1049866"/>
                        <a:gd name="connsiteX9-19" fmla="*/ 2302933 w 4641485"/>
                        <a:gd name="connsiteY9-20" fmla="*/ 626533 h 1049866"/>
                        <a:gd name="connsiteX10-21" fmla="*/ 3725333 w 4641485"/>
                        <a:gd name="connsiteY10-22" fmla="*/ 0 h 1049866"/>
                        <a:gd name="connsiteX0-23" fmla="*/ 3756864 w 4673016"/>
                        <a:gd name="connsiteY0-24" fmla="*/ 0 h 1049866"/>
                        <a:gd name="connsiteX1-25" fmla="*/ 4673016 w 4673016"/>
                        <a:gd name="connsiteY1-26" fmla="*/ 239402 h 1049866"/>
                        <a:gd name="connsiteX2-27" fmla="*/ 3993931 w 4673016"/>
                        <a:gd name="connsiteY2-28" fmla="*/ 541866 h 1049866"/>
                        <a:gd name="connsiteX3-29" fmla="*/ 3773798 w 4673016"/>
                        <a:gd name="connsiteY3-30" fmla="*/ 457200 h 1049866"/>
                        <a:gd name="connsiteX4-31" fmla="*/ 2300598 w 4673016"/>
                        <a:gd name="connsiteY4-32" fmla="*/ 1049866 h 1049866"/>
                        <a:gd name="connsiteX5-33" fmla="*/ 912064 w 4673016"/>
                        <a:gd name="connsiteY5-34" fmla="*/ 457200 h 1049866"/>
                        <a:gd name="connsiteX6-35" fmla="*/ 624198 w 4673016"/>
                        <a:gd name="connsiteY6-36" fmla="*/ 541866 h 1049866"/>
                        <a:gd name="connsiteX7-37" fmla="*/ 0 w 4673016"/>
                        <a:gd name="connsiteY7-38" fmla="*/ 232979 h 1049866"/>
                        <a:gd name="connsiteX8-39" fmla="*/ 912064 w 4673016"/>
                        <a:gd name="connsiteY8-40" fmla="*/ 16933 h 1049866"/>
                        <a:gd name="connsiteX9-41" fmla="*/ 2334464 w 4673016"/>
                        <a:gd name="connsiteY9-42" fmla="*/ 626533 h 1049866"/>
                        <a:gd name="connsiteX10-43" fmla="*/ 3756864 w 4673016"/>
                        <a:gd name="connsiteY10-44" fmla="*/ 0 h 1049866"/>
                        <a:gd name="connsiteX0-45" fmla="*/ 3756864 w 4673016"/>
                        <a:gd name="connsiteY0-46" fmla="*/ 0 h 1049866"/>
                        <a:gd name="connsiteX1-47" fmla="*/ 4673016 w 4673016"/>
                        <a:gd name="connsiteY1-48" fmla="*/ 239402 h 1049866"/>
                        <a:gd name="connsiteX2-49" fmla="*/ 3993931 w 4673016"/>
                        <a:gd name="connsiteY2-50" fmla="*/ 541866 h 1049866"/>
                        <a:gd name="connsiteX3-51" fmla="*/ 3784308 w 4673016"/>
                        <a:gd name="connsiteY3-52" fmla="*/ 404648 h 1049866"/>
                        <a:gd name="connsiteX4-53" fmla="*/ 2300598 w 4673016"/>
                        <a:gd name="connsiteY4-54" fmla="*/ 1049866 h 1049866"/>
                        <a:gd name="connsiteX5-55" fmla="*/ 912064 w 4673016"/>
                        <a:gd name="connsiteY5-56" fmla="*/ 457200 h 1049866"/>
                        <a:gd name="connsiteX6-57" fmla="*/ 624198 w 4673016"/>
                        <a:gd name="connsiteY6-58" fmla="*/ 541866 h 1049866"/>
                        <a:gd name="connsiteX7-59" fmla="*/ 0 w 4673016"/>
                        <a:gd name="connsiteY7-60" fmla="*/ 232979 h 1049866"/>
                        <a:gd name="connsiteX8-61" fmla="*/ 912064 w 4673016"/>
                        <a:gd name="connsiteY8-62" fmla="*/ 16933 h 1049866"/>
                        <a:gd name="connsiteX9-63" fmla="*/ 2334464 w 4673016"/>
                        <a:gd name="connsiteY9-64" fmla="*/ 626533 h 1049866"/>
                        <a:gd name="connsiteX10-65" fmla="*/ 3756864 w 4673016"/>
                        <a:gd name="connsiteY10-66" fmla="*/ 0 h 1049866"/>
                        <a:gd name="connsiteX0-67" fmla="*/ 3756864 w 4673016"/>
                        <a:gd name="connsiteY0-68" fmla="*/ 0 h 1049866"/>
                        <a:gd name="connsiteX1-69" fmla="*/ 4673016 w 4673016"/>
                        <a:gd name="connsiteY1-70" fmla="*/ 239402 h 1049866"/>
                        <a:gd name="connsiteX2-71" fmla="*/ 3993931 w 4673016"/>
                        <a:gd name="connsiteY2-72" fmla="*/ 541866 h 1049866"/>
                        <a:gd name="connsiteX3-73" fmla="*/ 3794818 w 4673016"/>
                        <a:gd name="connsiteY3-74" fmla="*/ 436179 h 1049866"/>
                        <a:gd name="connsiteX4-75" fmla="*/ 2300598 w 4673016"/>
                        <a:gd name="connsiteY4-76" fmla="*/ 1049866 h 1049866"/>
                        <a:gd name="connsiteX5-77" fmla="*/ 912064 w 4673016"/>
                        <a:gd name="connsiteY5-78" fmla="*/ 457200 h 1049866"/>
                        <a:gd name="connsiteX6-79" fmla="*/ 624198 w 4673016"/>
                        <a:gd name="connsiteY6-80" fmla="*/ 541866 h 1049866"/>
                        <a:gd name="connsiteX7-81" fmla="*/ 0 w 4673016"/>
                        <a:gd name="connsiteY7-82" fmla="*/ 232979 h 1049866"/>
                        <a:gd name="connsiteX8-83" fmla="*/ 912064 w 4673016"/>
                        <a:gd name="connsiteY8-84" fmla="*/ 16933 h 1049866"/>
                        <a:gd name="connsiteX9-85" fmla="*/ 2334464 w 4673016"/>
                        <a:gd name="connsiteY9-86" fmla="*/ 626533 h 1049866"/>
                        <a:gd name="connsiteX10-87" fmla="*/ 3756864 w 4673016"/>
                        <a:gd name="connsiteY10-88" fmla="*/ 0 h 1049866"/>
                        <a:gd name="connsiteX0-89" fmla="*/ 3756864 w 4673016"/>
                        <a:gd name="connsiteY0-90" fmla="*/ 0 h 1049866"/>
                        <a:gd name="connsiteX1-91" fmla="*/ 4673016 w 4673016"/>
                        <a:gd name="connsiteY1-92" fmla="*/ 239402 h 1049866"/>
                        <a:gd name="connsiteX2-93" fmla="*/ 3993931 w 4673016"/>
                        <a:gd name="connsiteY2-94" fmla="*/ 541866 h 1049866"/>
                        <a:gd name="connsiteX3-95" fmla="*/ 3794818 w 4673016"/>
                        <a:gd name="connsiteY3-96" fmla="*/ 436179 h 1049866"/>
                        <a:gd name="connsiteX4-97" fmla="*/ 2300598 w 4673016"/>
                        <a:gd name="connsiteY4-98" fmla="*/ 1049866 h 1049866"/>
                        <a:gd name="connsiteX5-99" fmla="*/ 912064 w 4673016"/>
                        <a:gd name="connsiteY5-100" fmla="*/ 457200 h 1049866"/>
                        <a:gd name="connsiteX6-101" fmla="*/ 624198 w 4673016"/>
                        <a:gd name="connsiteY6-102" fmla="*/ 541866 h 1049866"/>
                        <a:gd name="connsiteX7-103" fmla="*/ 0 w 4673016"/>
                        <a:gd name="connsiteY7-104" fmla="*/ 232979 h 1049866"/>
                        <a:gd name="connsiteX8-105" fmla="*/ 912064 w 4673016"/>
                        <a:gd name="connsiteY8-106" fmla="*/ 16933 h 1049866"/>
                        <a:gd name="connsiteX9-107" fmla="*/ 2323954 w 4673016"/>
                        <a:gd name="connsiteY9-108" fmla="*/ 616023 h 1049866"/>
                        <a:gd name="connsiteX10-109" fmla="*/ 3756864 w 4673016"/>
                        <a:gd name="connsiteY10-110" fmla="*/ 0 h 1049866"/>
                        <a:gd name="connsiteX0-111" fmla="*/ 3756864 w 4673016"/>
                        <a:gd name="connsiteY0-112" fmla="*/ 0 h 1049866"/>
                        <a:gd name="connsiteX1-113" fmla="*/ 4673016 w 4673016"/>
                        <a:gd name="connsiteY1-114" fmla="*/ 239402 h 1049866"/>
                        <a:gd name="connsiteX2-115" fmla="*/ 3993931 w 4673016"/>
                        <a:gd name="connsiteY2-116" fmla="*/ 541866 h 1049866"/>
                        <a:gd name="connsiteX3-117" fmla="*/ 3794818 w 4673016"/>
                        <a:gd name="connsiteY3-118" fmla="*/ 436179 h 1049866"/>
                        <a:gd name="connsiteX4-119" fmla="*/ 2300598 w 4673016"/>
                        <a:gd name="connsiteY4-120" fmla="*/ 1049866 h 1049866"/>
                        <a:gd name="connsiteX5-121" fmla="*/ 912064 w 4673016"/>
                        <a:gd name="connsiteY5-122" fmla="*/ 457200 h 1049866"/>
                        <a:gd name="connsiteX6-123" fmla="*/ 624198 w 4673016"/>
                        <a:gd name="connsiteY6-124" fmla="*/ 541866 h 1049866"/>
                        <a:gd name="connsiteX7-125" fmla="*/ 0 w 4673016"/>
                        <a:gd name="connsiteY7-126" fmla="*/ 275021 h 1049866"/>
                        <a:gd name="connsiteX8-127" fmla="*/ 912064 w 4673016"/>
                        <a:gd name="connsiteY8-128" fmla="*/ 16933 h 1049866"/>
                        <a:gd name="connsiteX9-129" fmla="*/ 2323954 w 4673016"/>
                        <a:gd name="connsiteY9-130" fmla="*/ 616023 h 1049866"/>
                        <a:gd name="connsiteX10-131" fmla="*/ 3756864 w 4673016"/>
                        <a:gd name="connsiteY10-132" fmla="*/ 0 h 1049866"/>
                        <a:gd name="connsiteX0-133" fmla="*/ 3756864 w 4673016"/>
                        <a:gd name="connsiteY0-134" fmla="*/ 0 h 1049866"/>
                        <a:gd name="connsiteX1-135" fmla="*/ 4673016 w 4673016"/>
                        <a:gd name="connsiteY1-136" fmla="*/ 239402 h 1049866"/>
                        <a:gd name="connsiteX2-137" fmla="*/ 3993931 w 4673016"/>
                        <a:gd name="connsiteY2-138" fmla="*/ 541866 h 1049866"/>
                        <a:gd name="connsiteX3-139" fmla="*/ 3815839 w 4673016"/>
                        <a:gd name="connsiteY3-140" fmla="*/ 467710 h 1049866"/>
                        <a:gd name="connsiteX4-141" fmla="*/ 2300598 w 4673016"/>
                        <a:gd name="connsiteY4-142" fmla="*/ 1049866 h 1049866"/>
                        <a:gd name="connsiteX5-143" fmla="*/ 912064 w 4673016"/>
                        <a:gd name="connsiteY5-144" fmla="*/ 457200 h 1049866"/>
                        <a:gd name="connsiteX6-145" fmla="*/ 624198 w 4673016"/>
                        <a:gd name="connsiteY6-146" fmla="*/ 541866 h 1049866"/>
                        <a:gd name="connsiteX7-147" fmla="*/ 0 w 4673016"/>
                        <a:gd name="connsiteY7-148" fmla="*/ 275021 h 1049866"/>
                        <a:gd name="connsiteX8-149" fmla="*/ 912064 w 4673016"/>
                        <a:gd name="connsiteY8-150" fmla="*/ 16933 h 1049866"/>
                        <a:gd name="connsiteX9-151" fmla="*/ 2323954 w 4673016"/>
                        <a:gd name="connsiteY9-152" fmla="*/ 616023 h 1049866"/>
                        <a:gd name="connsiteX10-153" fmla="*/ 3756864 w 4673016"/>
                        <a:gd name="connsiteY10-154" fmla="*/ 0 h 104986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4" name="Freeform 423"/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5" name="Freeform 424"/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6" name="Freeform 425"/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-1" fmla="*/ 168165 w 3731172"/>
                        <a:gd name="connsiteY0-2" fmla="*/ 73572 h 1418896"/>
                        <a:gd name="connsiteX1-3" fmla="*/ 451945 w 3731172"/>
                        <a:gd name="connsiteY1-4" fmla="*/ 0 h 1418896"/>
                        <a:gd name="connsiteX2-5" fmla="*/ 1881352 w 3731172"/>
                        <a:gd name="connsiteY2-6" fmla="*/ 599089 h 1418896"/>
                        <a:gd name="connsiteX3-7" fmla="*/ 3363310 w 3731172"/>
                        <a:gd name="connsiteY3-8" fmla="*/ 0 h 1418896"/>
                        <a:gd name="connsiteX4-9" fmla="*/ 3584027 w 3731172"/>
                        <a:gd name="connsiteY4-10" fmla="*/ 73572 h 1418896"/>
                        <a:gd name="connsiteX5-11" fmla="*/ 2627586 w 3731172"/>
                        <a:gd name="connsiteY5-12" fmla="*/ 441434 h 1418896"/>
                        <a:gd name="connsiteX6-13" fmla="*/ 2596055 w 3731172"/>
                        <a:gd name="connsiteY6-14" fmla="*/ 914400 h 1418896"/>
                        <a:gd name="connsiteX7-15" fmla="*/ 3731172 w 3731172"/>
                        <a:gd name="connsiteY7-16" fmla="*/ 1345324 h 1418896"/>
                        <a:gd name="connsiteX8-17" fmla="*/ 3447393 w 3731172"/>
                        <a:gd name="connsiteY8-18" fmla="*/ 1408386 h 1418896"/>
                        <a:gd name="connsiteX9-19" fmla="*/ 1870841 w 3731172"/>
                        <a:gd name="connsiteY9-20" fmla="*/ 746234 h 1418896"/>
                        <a:gd name="connsiteX10-21" fmla="*/ 262758 w 3731172"/>
                        <a:gd name="connsiteY10-22" fmla="*/ 1418896 h 1418896"/>
                        <a:gd name="connsiteX11-23" fmla="*/ 0 w 3731172"/>
                        <a:gd name="connsiteY11-24" fmla="*/ 1324303 h 1418896"/>
                        <a:gd name="connsiteX12-25" fmla="*/ 1145627 w 3731172"/>
                        <a:gd name="connsiteY12-26" fmla="*/ 882869 h 1418896"/>
                        <a:gd name="connsiteX13-27" fmla="*/ 1114096 w 3731172"/>
                        <a:gd name="connsiteY13-28" fmla="*/ 409903 h 1418896"/>
                        <a:gd name="connsiteX14-29" fmla="*/ 441434 w 3731172"/>
                        <a:gd name="connsiteY14-30" fmla="*/ 10510 h 1418896"/>
                        <a:gd name="connsiteX15-31" fmla="*/ 441434 w 3731172"/>
                        <a:gd name="connsiteY15-32" fmla="*/ 10510 h 1418896"/>
                        <a:gd name="connsiteX0-33" fmla="*/ 168165 w 3731172"/>
                        <a:gd name="connsiteY0-34" fmla="*/ 73572 h 1418896"/>
                        <a:gd name="connsiteX1-35" fmla="*/ 451945 w 3731172"/>
                        <a:gd name="connsiteY1-36" fmla="*/ 0 h 1418896"/>
                        <a:gd name="connsiteX2-37" fmla="*/ 1881352 w 3731172"/>
                        <a:gd name="connsiteY2-38" fmla="*/ 599089 h 1418896"/>
                        <a:gd name="connsiteX3-39" fmla="*/ 3363310 w 3731172"/>
                        <a:gd name="connsiteY3-40" fmla="*/ 0 h 1418896"/>
                        <a:gd name="connsiteX4-41" fmla="*/ 3584027 w 3731172"/>
                        <a:gd name="connsiteY4-42" fmla="*/ 73572 h 1418896"/>
                        <a:gd name="connsiteX5-43" fmla="*/ 2627586 w 3731172"/>
                        <a:gd name="connsiteY5-44" fmla="*/ 441434 h 1418896"/>
                        <a:gd name="connsiteX6-45" fmla="*/ 2596055 w 3731172"/>
                        <a:gd name="connsiteY6-46" fmla="*/ 914400 h 1418896"/>
                        <a:gd name="connsiteX7-47" fmla="*/ 3731172 w 3731172"/>
                        <a:gd name="connsiteY7-48" fmla="*/ 1345324 h 1418896"/>
                        <a:gd name="connsiteX8-49" fmla="*/ 3447393 w 3731172"/>
                        <a:gd name="connsiteY8-50" fmla="*/ 1408386 h 1418896"/>
                        <a:gd name="connsiteX9-51" fmla="*/ 1870841 w 3731172"/>
                        <a:gd name="connsiteY9-52" fmla="*/ 746234 h 1418896"/>
                        <a:gd name="connsiteX10-53" fmla="*/ 262758 w 3731172"/>
                        <a:gd name="connsiteY10-54" fmla="*/ 1418896 h 1418896"/>
                        <a:gd name="connsiteX11-55" fmla="*/ 0 w 3731172"/>
                        <a:gd name="connsiteY11-56" fmla="*/ 1324303 h 1418896"/>
                        <a:gd name="connsiteX12-57" fmla="*/ 1145627 w 3731172"/>
                        <a:gd name="connsiteY12-58" fmla="*/ 882869 h 1418896"/>
                        <a:gd name="connsiteX13-59" fmla="*/ 1114096 w 3731172"/>
                        <a:gd name="connsiteY13-60" fmla="*/ 409903 h 1418896"/>
                        <a:gd name="connsiteX14-61" fmla="*/ 441434 w 3731172"/>
                        <a:gd name="connsiteY14-62" fmla="*/ 10510 h 1418896"/>
                        <a:gd name="connsiteX0-63" fmla="*/ 168165 w 3731172"/>
                        <a:gd name="connsiteY0-64" fmla="*/ 73572 h 1418896"/>
                        <a:gd name="connsiteX1-65" fmla="*/ 451945 w 3731172"/>
                        <a:gd name="connsiteY1-66" fmla="*/ 0 h 1418896"/>
                        <a:gd name="connsiteX2-67" fmla="*/ 1881352 w 3731172"/>
                        <a:gd name="connsiteY2-68" fmla="*/ 599089 h 1418896"/>
                        <a:gd name="connsiteX3-69" fmla="*/ 3363310 w 3731172"/>
                        <a:gd name="connsiteY3-70" fmla="*/ 0 h 1418896"/>
                        <a:gd name="connsiteX4-71" fmla="*/ 3584027 w 3731172"/>
                        <a:gd name="connsiteY4-72" fmla="*/ 73572 h 1418896"/>
                        <a:gd name="connsiteX5-73" fmla="*/ 2627586 w 3731172"/>
                        <a:gd name="connsiteY5-74" fmla="*/ 441434 h 1418896"/>
                        <a:gd name="connsiteX6-75" fmla="*/ 2596055 w 3731172"/>
                        <a:gd name="connsiteY6-76" fmla="*/ 914400 h 1418896"/>
                        <a:gd name="connsiteX7-77" fmla="*/ 3731172 w 3731172"/>
                        <a:gd name="connsiteY7-78" fmla="*/ 1345324 h 1418896"/>
                        <a:gd name="connsiteX8-79" fmla="*/ 3447393 w 3731172"/>
                        <a:gd name="connsiteY8-80" fmla="*/ 1408386 h 1418896"/>
                        <a:gd name="connsiteX9-81" fmla="*/ 1870841 w 3731172"/>
                        <a:gd name="connsiteY9-82" fmla="*/ 746234 h 1418896"/>
                        <a:gd name="connsiteX10-83" fmla="*/ 262758 w 3731172"/>
                        <a:gd name="connsiteY10-84" fmla="*/ 1418896 h 1418896"/>
                        <a:gd name="connsiteX11-85" fmla="*/ 0 w 3731172"/>
                        <a:gd name="connsiteY11-86" fmla="*/ 1324303 h 1418896"/>
                        <a:gd name="connsiteX12-87" fmla="*/ 1145627 w 3731172"/>
                        <a:gd name="connsiteY12-88" fmla="*/ 882869 h 1418896"/>
                        <a:gd name="connsiteX13-89" fmla="*/ 1114096 w 3731172"/>
                        <a:gd name="connsiteY13-90" fmla="*/ 409903 h 1418896"/>
                        <a:gd name="connsiteX14-91" fmla="*/ 357351 w 3731172"/>
                        <a:gd name="connsiteY14-92" fmla="*/ 115613 h 1418896"/>
                        <a:gd name="connsiteX0-93" fmla="*/ 168165 w 3731172"/>
                        <a:gd name="connsiteY0-94" fmla="*/ 73572 h 1418896"/>
                        <a:gd name="connsiteX1-95" fmla="*/ 451945 w 3731172"/>
                        <a:gd name="connsiteY1-96" fmla="*/ 0 h 1418896"/>
                        <a:gd name="connsiteX2-97" fmla="*/ 1881352 w 3731172"/>
                        <a:gd name="connsiteY2-98" fmla="*/ 599089 h 1418896"/>
                        <a:gd name="connsiteX3-99" fmla="*/ 3363310 w 3731172"/>
                        <a:gd name="connsiteY3-100" fmla="*/ 0 h 1418896"/>
                        <a:gd name="connsiteX4-101" fmla="*/ 3584027 w 3731172"/>
                        <a:gd name="connsiteY4-102" fmla="*/ 73572 h 1418896"/>
                        <a:gd name="connsiteX5-103" fmla="*/ 2627586 w 3731172"/>
                        <a:gd name="connsiteY5-104" fmla="*/ 441434 h 1418896"/>
                        <a:gd name="connsiteX6-105" fmla="*/ 2596055 w 3731172"/>
                        <a:gd name="connsiteY6-106" fmla="*/ 914400 h 1418896"/>
                        <a:gd name="connsiteX7-107" fmla="*/ 3731172 w 3731172"/>
                        <a:gd name="connsiteY7-108" fmla="*/ 1345324 h 1418896"/>
                        <a:gd name="connsiteX8-109" fmla="*/ 3447393 w 3731172"/>
                        <a:gd name="connsiteY8-110" fmla="*/ 1408386 h 1418896"/>
                        <a:gd name="connsiteX9-111" fmla="*/ 1870841 w 3731172"/>
                        <a:gd name="connsiteY9-112" fmla="*/ 746234 h 1418896"/>
                        <a:gd name="connsiteX10-113" fmla="*/ 262758 w 3731172"/>
                        <a:gd name="connsiteY10-114" fmla="*/ 1418896 h 1418896"/>
                        <a:gd name="connsiteX11-115" fmla="*/ 0 w 3731172"/>
                        <a:gd name="connsiteY11-116" fmla="*/ 1324303 h 1418896"/>
                        <a:gd name="connsiteX12-117" fmla="*/ 1145627 w 3731172"/>
                        <a:gd name="connsiteY12-118" fmla="*/ 882869 h 1418896"/>
                        <a:gd name="connsiteX13-119" fmla="*/ 1114096 w 3731172"/>
                        <a:gd name="connsiteY13-120" fmla="*/ 409903 h 1418896"/>
                        <a:gd name="connsiteX14-121" fmla="*/ 147144 w 3731172"/>
                        <a:gd name="connsiteY14-122" fmla="*/ 63061 h 1418896"/>
                        <a:gd name="connsiteX0-123" fmla="*/ 168165 w 3731172"/>
                        <a:gd name="connsiteY0-124" fmla="*/ 73572 h 1418896"/>
                        <a:gd name="connsiteX1-125" fmla="*/ 451945 w 3731172"/>
                        <a:gd name="connsiteY1-126" fmla="*/ 0 h 1418896"/>
                        <a:gd name="connsiteX2-127" fmla="*/ 1881352 w 3731172"/>
                        <a:gd name="connsiteY2-128" fmla="*/ 599089 h 1418896"/>
                        <a:gd name="connsiteX3-129" fmla="*/ 3363310 w 3731172"/>
                        <a:gd name="connsiteY3-130" fmla="*/ 0 h 1418896"/>
                        <a:gd name="connsiteX4-131" fmla="*/ 3584027 w 3731172"/>
                        <a:gd name="connsiteY4-132" fmla="*/ 73572 h 1418896"/>
                        <a:gd name="connsiteX5-133" fmla="*/ 2627586 w 3731172"/>
                        <a:gd name="connsiteY5-134" fmla="*/ 441434 h 1418896"/>
                        <a:gd name="connsiteX6-135" fmla="*/ 2596055 w 3731172"/>
                        <a:gd name="connsiteY6-136" fmla="*/ 914400 h 1418896"/>
                        <a:gd name="connsiteX7-137" fmla="*/ 3731172 w 3731172"/>
                        <a:gd name="connsiteY7-138" fmla="*/ 1345324 h 1418896"/>
                        <a:gd name="connsiteX8-139" fmla="*/ 3447393 w 3731172"/>
                        <a:gd name="connsiteY8-140" fmla="*/ 1408386 h 1418896"/>
                        <a:gd name="connsiteX9-141" fmla="*/ 1870841 w 3731172"/>
                        <a:gd name="connsiteY9-142" fmla="*/ 746234 h 1418896"/>
                        <a:gd name="connsiteX10-143" fmla="*/ 262758 w 3731172"/>
                        <a:gd name="connsiteY10-144" fmla="*/ 1418896 h 1418896"/>
                        <a:gd name="connsiteX11-145" fmla="*/ 0 w 3731172"/>
                        <a:gd name="connsiteY11-146" fmla="*/ 1324303 h 1418896"/>
                        <a:gd name="connsiteX12-147" fmla="*/ 1145627 w 3731172"/>
                        <a:gd name="connsiteY12-148" fmla="*/ 882869 h 1418896"/>
                        <a:gd name="connsiteX13-149" fmla="*/ 1114096 w 3731172"/>
                        <a:gd name="connsiteY13-150" fmla="*/ 420413 h 1418896"/>
                        <a:gd name="connsiteX14-151" fmla="*/ 147144 w 3731172"/>
                        <a:gd name="connsiteY14-152" fmla="*/ 63061 h 1418896"/>
                        <a:gd name="connsiteX0-153" fmla="*/ 168165 w 3731172"/>
                        <a:gd name="connsiteY0-154" fmla="*/ 73572 h 1418896"/>
                        <a:gd name="connsiteX1-155" fmla="*/ 451945 w 3731172"/>
                        <a:gd name="connsiteY1-156" fmla="*/ 0 h 1418896"/>
                        <a:gd name="connsiteX2-157" fmla="*/ 1881352 w 3731172"/>
                        <a:gd name="connsiteY2-158" fmla="*/ 599089 h 1418896"/>
                        <a:gd name="connsiteX3-159" fmla="*/ 3363310 w 3731172"/>
                        <a:gd name="connsiteY3-160" fmla="*/ 0 h 1418896"/>
                        <a:gd name="connsiteX4-161" fmla="*/ 3584027 w 3731172"/>
                        <a:gd name="connsiteY4-162" fmla="*/ 73572 h 1418896"/>
                        <a:gd name="connsiteX5-163" fmla="*/ 2627586 w 3731172"/>
                        <a:gd name="connsiteY5-164" fmla="*/ 441434 h 1418896"/>
                        <a:gd name="connsiteX6-165" fmla="*/ 2596055 w 3731172"/>
                        <a:gd name="connsiteY6-166" fmla="*/ 914400 h 1418896"/>
                        <a:gd name="connsiteX7-167" fmla="*/ 3731172 w 3731172"/>
                        <a:gd name="connsiteY7-168" fmla="*/ 1345324 h 1418896"/>
                        <a:gd name="connsiteX8-169" fmla="*/ 3447393 w 3731172"/>
                        <a:gd name="connsiteY8-170" fmla="*/ 1408386 h 1418896"/>
                        <a:gd name="connsiteX9-171" fmla="*/ 1870841 w 3731172"/>
                        <a:gd name="connsiteY9-172" fmla="*/ 746234 h 1418896"/>
                        <a:gd name="connsiteX10-173" fmla="*/ 262758 w 3731172"/>
                        <a:gd name="connsiteY10-174" fmla="*/ 1418896 h 1418896"/>
                        <a:gd name="connsiteX11-175" fmla="*/ 0 w 3731172"/>
                        <a:gd name="connsiteY11-176" fmla="*/ 1324303 h 1418896"/>
                        <a:gd name="connsiteX12-177" fmla="*/ 1145627 w 3731172"/>
                        <a:gd name="connsiteY12-178" fmla="*/ 882869 h 1418896"/>
                        <a:gd name="connsiteX13-179" fmla="*/ 1114096 w 3731172"/>
                        <a:gd name="connsiteY13-180" fmla="*/ 420413 h 1418896"/>
                        <a:gd name="connsiteX14-181" fmla="*/ 189185 w 3731172"/>
                        <a:gd name="connsiteY14-182" fmla="*/ 84081 h 1418896"/>
                        <a:gd name="connsiteX0-183" fmla="*/ 168165 w 3731172"/>
                        <a:gd name="connsiteY0-184" fmla="*/ 73572 h 1418896"/>
                        <a:gd name="connsiteX1-185" fmla="*/ 451945 w 3731172"/>
                        <a:gd name="connsiteY1-186" fmla="*/ 0 h 1418896"/>
                        <a:gd name="connsiteX2-187" fmla="*/ 1881352 w 3731172"/>
                        <a:gd name="connsiteY2-188" fmla="*/ 599089 h 1418896"/>
                        <a:gd name="connsiteX3-189" fmla="*/ 3363310 w 3731172"/>
                        <a:gd name="connsiteY3-190" fmla="*/ 0 h 1418896"/>
                        <a:gd name="connsiteX4-191" fmla="*/ 3584027 w 3731172"/>
                        <a:gd name="connsiteY4-192" fmla="*/ 73572 h 1418896"/>
                        <a:gd name="connsiteX5-193" fmla="*/ 2627586 w 3731172"/>
                        <a:gd name="connsiteY5-194" fmla="*/ 441434 h 1418896"/>
                        <a:gd name="connsiteX6-195" fmla="*/ 2596055 w 3731172"/>
                        <a:gd name="connsiteY6-196" fmla="*/ 914400 h 1418896"/>
                        <a:gd name="connsiteX7-197" fmla="*/ 3731172 w 3731172"/>
                        <a:gd name="connsiteY7-198" fmla="*/ 1345324 h 1418896"/>
                        <a:gd name="connsiteX8-199" fmla="*/ 3447393 w 3731172"/>
                        <a:gd name="connsiteY8-200" fmla="*/ 1408386 h 1418896"/>
                        <a:gd name="connsiteX9-201" fmla="*/ 1870841 w 3731172"/>
                        <a:gd name="connsiteY9-202" fmla="*/ 746234 h 1418896"/>
                        <a:gd name="connsiteX10-203" fmla="*/ 262758 w 3731172"/>
                        <a:gd name="connsiteY10-204" fmla="*/ 1418896 h 1418896"/>
                        <a:gd name="connsiteX11-205" fmla="*/ 0 w 3731172"/>
                        <a:gd name="connsiteY11-206" fmla="*/ 1324303 h 1418896"/>
                        <a:gd name="connsiteX12-207" fmla="*/ 1145627 w 3731172"/>
                        <a:gd name="connsiteY12-208" fmla="*/ 882869 h 1418896"/>
                        <a:gd name="connsiteX13-209" fmla="*/ 1114096 w 3731172"/>
                        <a:gd name="connsiteY13-210" fmla="*/ 420413 h 1418896"/>
                        <a:gd name="connsiteX14-211" fmla="*/ 189185 w 3731172"/>
                        <a:gd name="connsiteY14-212" fmla="*/ 84081 h 1418896"/>
                        <a:gd name="connsiteX15-213" fmla="*/ 168165 w 3731172"/>
                        <a:gd name="connsiteY15-214" fmla="*/ 73572 h 1418896"/>
                        <a:gd name="connsiteX0-215" fmla="*/ 168165 w 3731172"/>
                        <a:gd name="connsiteY0-216" fmla="*/ 73572 h 1418896"/>
                        <a:gd name="connsiteX1-217" fmla="*/ 451945 w 3731172"/>
                        <a:gd name="connsiteY1-218" fmla="*/ 0 h 1418896"/>
                        <a:gd name="connsiteX2-219" fmla="*/ 1881352 w 3731172"/>
                        <a:gd name="connsiteY2-220" fmla="*/ 599089 h 1418896"/>
                        <a:gd name="connsiteX3-221" fmla="*/ 3363310 w 3731172"/>
                        <a:gd name="connsiteY3-222" fmla="*/ 0 h 1418896"/>
                        <a:gd name="connsiteX4-223" fmla="*/ 3584027 w 3731172"/>
                        <a:gd name="connsiteY4-224" fmla="*/ 73572 h 1418896"/>
                        <a:gd name="connsiteX5-225" fmla="*/ 2627586 w 3731172"/>
                        <a:gd name="connsiteY5-226" fmla="*/ 441434 h 1418896"/>
                        <a:gd name="connsiteX6-227" fmla="*/ 2596055 w 3731172"/>
                        <a:gd name="connsiteY6-228" fmla="*/ 914400 h 1418896"/>
                        <a:gd name="connsiteX7-229" fmla="*/ 3731172 w 3731172"/>
                        <a:gd name="connsiteY7-230" fmla="*/ 1345324 h 1418896"/>
                        <a:gd name="connsiteX8-231" fmla="*/ 3447393 w 3731172"/>
                        <a:gd name="connsiteY8-232" fmla="*/ 1408386 h 1418896"/>
                        <a:gd name="connsiteX9-233" fmla="*/ 1870841 w 3731172"/>
                        <a:gd name="connsiteY9-234" fmla="*/ 746234 h 1418896"/>
                        <a:gd name="connsiteX10-235" fmla="*/ 262758 w 3731172"/>
                        <a:gd name="connsiteY10-236" fmla="*/ 1418896 h 1418896"/>
                        <a:gd name="connsiteX11-237" fmla="*/ 0 w 3731172"/>
                        <a:gd name="connsiteY11-238" fmla="*/ 1324303 h 1418896"/>
                        <a:gd name="connsiteX12-239" fmla="*/ 1145627 w 3731172"/>
                        <a:gd name="connsiteY12-240" fmla="*/ 882869 h 1418896"/>
                        <a:gd name="connsiteX13-241" fmla="*/ 1156137 w 3731172"/>
                        <a:gd name="connsiteY13-242" fmla="*/ 441434 h 1418896"/>
                        <a:gd name="connsiteX14-243" fmla="*/ 189185 w 3731172"/>
                        <a:gd name="connsiteY14-244" fmla="*/ 84081 h 1418896"/>
                        <a:gd name="connsiteX15-245" fmla="*/ 168165 w 3731172"/>
                        <a:gd name="connsiteY15-246" fmla="*/ 73572 h 1418896"/>
                        <a:gd name="connsiteX0-247" fmla="*/ 168165 w 3731172"/>
                        <a:gd name="connsiteY0-248" fmla="*/ 73572 h 1418896"/>
                        <a:gd name="connsiteX1-249" fmla="*/ 451945 w 3731172"/>
                        <a:gd name="connsiteY1-250" fmla="*/ 0 h 1418896"/>
                        <a:gd name="connsiteX2-251" fmla="*/ 1881352 w 3731172"/>
                        <a:gd name="connsiteY2-252" fmla="*/ 599089 h 1418896"/>
                        <a:gd name="connsiteX3-253" fmla="*/ 3363310 w 3731172"/>
                        <a:gd name="connsiteY3-254" fmla="*/ 0 h 1418896"/>
                        <a:gd name="connsiteX4-255" fmla="*/ 3584027 w 3731172"/>
                        <a:gd name="connsiteY4-256" fmla="*/ 73572 h 1418896"/>
                        <a:gd name="connsiteX5-257" fmla="*/ 2627586 w 3731172"/>
                        <a:gd name="connsiteY5-258" fmla="*/ 441434 h 1418896"/>
                        <a:gd name="connsiteX6-259" fmla="*/ 2596055 w 3731172"/>
                        <a:gd name="connsiteY6-260" fmla="*/ 914400 h 1418896"/>
                        <a:gd name="connsiteX7-261" fmla="*/ 3731172 w 3731172"/>
                        <a:gd name="connsiteY7-262" fmla="*/ 1345324 h 1418896"/>
                        <a:gd name="connsiteX8-263" fmla="*/ 3447393 w 3731172"/>
                        <a:gd name="connsiteY8-264" fmla="*/ 1408386 h 1418896"/>
                        <a:gd name="connsiteX9-265" fmla="*/ 1870841 w 3731172"/>
                        <a:gd name="connsiteY9-266" fmla="*/ 746234 h 1418896"/>
                        <a:gd name="connsiteX10-267" fmla="*/ 262758 w 3731172"/>
                        <a:gd name="connsiteY10-268" fmla="*/ 1418896 h 1418896"/>
                        <a:gd name="connsiteX11-269" fmla="*/ 0 w 3731172"/>
                        <a:gd name="connsiteY11-270" fmla="*/ 1324303 h 1418896"/>
                        <a:gd name="connsiteX12-271" fmla="*/ 1145627 w 3731172"/>
                        <a:gd name="connsiteY12-272" fmla="*/ 882869 h 1418896"/>
                        <a:gd name="connsiteX13-273" fmla="*/ 1145626 w 3731172"/>
                        <a:gd name="connsiteY13-274" fmla="*/ 451945 h 1418896"/>
                        <a:gd name="connsiteX14-275" fmla="*/ 189185 w 3731172"/>
                        <a:gd name="connsiteY14-276" fmla="*/ 84081 h 1418896"/>
                        <a:gd name="connsiteX15-277" fmla="*/ 168165 w 3731172"/>
                        <a:gd name="connsiteY15-278" fmla="*/ 73572 h 1418896"/>
                        <a:gd name="connsiteX0-279" fmla="*/ 168165 w 3731172"/>
                        <a:gd name="connsiteY0-280" fmla="*/ 73572 h 1418896"/>
                        <a:gd name="connsiteX1-281" fmla="*/ 451945 w 3731172"/>
                        <a:gd name="connsiteY1-282" fmla="*/ 0 h 1418896"/>
                        <a:gd name="connsiteX2-283" fmla="*/ 1881352 w 3731172"/>
                        <a:gd name="connsiteY2-284" fmla="*/ 599089 h 1418896"/>
                        <a:gd name="connsiteX3-285" fmla="*/ 3363310 w 3731172"/>
                        <a:gd name="connsiteY3-286" fmla="*/ 0 h 1418896"/>
                        <a:gd name="connsiteX4-287" fmla="*/ 3584027 w 3731172"/>
                        <a:gd name="connsiteY4-288" fmla="*/ 73572 h 1418896"/>
                        <a:gd name="connsiteX5-289" fmla="*/ 2627586 w 3731172"/>
                        <a:gd name="connsiteY5-290" fmla="*/ 441434 h 1418896"/>
                        <a:gd name="connsiteX6-291" fmla="*/ 2596055 w 3731172"/>
                        <a:gd name="connsiteY6-292" fmla="*/ 914400 h 1418896"/>
                        <a:gd name="connsiteX7-293" fmla="*/ 3731172 w 3731172"/>
                        <a:gd name="connsiteY7-294" fmla="*/ 1345324 h 1418896"/>
                        <a:gd name="connsiteX8-295" fmla="*/ 3447393 w 3731172"/>
                        <a:gd name="connsiteY8-296" fmla="*/ 1408386 h 1418896"/>
                        <a:gd name="connsiteX9-297" fmla="*/ 1870841 w 3731172"/>
                        <a:gd name="connsiteY9-298" fmla="*/ 746234 h 1418896"/>
                        <a:gd name="connsiteX10-299" fmla="*/ 262758 w 3731172"/>
                        <a:gd name="connsiteY10-300" fmla="*/ 1418896 h 1418896"/>
                        <a:gd name="connsiteX11-301" fmla="*/ 0 w 3731172"/>
                        <a:gd name="connsiteY11-302" fmla="*/ 1324303 h 1418896"/>
                        <a:gd name="connsiteX12-303" fmla="*/ 1145627 w 3731172"/>
                        <a:gd name="connsiteY12-304" fmla="*/ 903890 h 1418896"/>
                        <a:gd name="connsiteX13-305" fmla="*/ 1145626 w 3731172"/>
                        <a:gd name="connsiteY13-306" fmla="*/ 451945 h 1418896"/>
                        <a:gd name="connsiteX14-307" fmla="*/ 189185 w 3731172"/>
                        <a:gd name="connsiteY14-308" fmla="*/ 84081 h 1418896"/>
                        <a:gd name="connsiteX15-309" fmla="*/ 168165 w 3731172"/>
                        <a:gd name="connsiteY15-310" fmla="*/ 73572 h 1418896"/>
                        <a:gd name="connsiteX0-311" fmla="*/ 147144 w 3710151"/>
                        <a:gd name="connsiteY0-312" fmla="*/ 73572 h 1418896"/>
                        <a:gd name="connsiteX1-313" fmla="*/ 430924 w 3710151"/>
                        <a:gd name="connsiteY1-314" fmla="*/ 0 h 1418896"/>
                        <a:gd name="connsiteX2-315" fmla="*/ 1860331 w 3710151"/>
                        <a:gd name="connsiteY2-316" fmla="*/ 599089 h 1418896"/>
                        <a:gd name="connsiteX3-317" fmla="*/ 3342289 w 3710151"/>
                        <a:gd name="connsiteY3-318" fmla="*/ 0 h 1418896"/>
                        <a:gd name="connsiteX4-319" fmla="*/ 3563006 w 3710151"/>
                        <a:gd name="connsiteY4-320" fmla="*/ 73572 h 1418896"/>
                        <a:gd name="connsiteX5-321" fmla="*/ 2606565 w 3710151"/>
                        <a:gd name="connsiteY5-322" fmla="*/ 441434 h 1418896"/>
                        <a:gd name="connsiteX6-323" fmla="*/ 2575034 w 3710151"/>
                        <a:gd name="connsiteY6-324" fmla="*/ 914400 h 1418896"/>
                        <a:gd name="connsiteX7-325" fmla="*/ 3710151 w 3710151"/>
                        <a:gd name="connsiteY7-326" fmla="*/ 1345324 h 1418896"/>
                        <a:gd name="connsiteX8-327" fmla="*/ 3426372 w 3710151"/>
                        <a:gd name="connsiteY8-328" fmla="*/ 1408386 h 1418896"/>
                        <a:gd name="connsiteX9-329" fmla="*/ 1849820 w 3710151"/>
                        <a:gd name="connsiteY9-330" fmla="*/ 746234 h 1418896"/>
                        <a:gd name="connsiteX10-331" fmla="*/ 241737 w 3710151"/>
                        <a:gd name="connsiteY10-332" fmla="*/ 1418896 h 1418896"/>
                        <a:gd name="connsiteX11-333" fmla="*/ 0 w 3710151"/>
                        <a:gd name="connsiteY11-334" fmla="*/ 1334814 h 1418896"/>
                        <a:gd name="connsiteX12-335" fmla="*/ 1124606 w 3710151"/>
                        <a:gd name="connsiteY12-336" fmla="*/ 903890 h 1418896"/>
                        <a:gd name="connsiteX13-337" fmla="*/ 1124605 w 3710151"/>
                        <a:gd name="connsiteY13-338" fmla="*/ 451945 h 1418896"/>
                        <a:gd name="connsiteX14-339" fmla="*/ 168164 w 3710151"/>
                        <a:gd name="connsiteY14-340" fmla="*/ 84081 h 1418896"/>
                        <a:gd name="connsiteX15-341" fmla="*/ 147144 w 3710151"/>
                        <a:gd name="connsiteY15-342" fmla="*/ 73572 h 1418896"/>
                        <a:gd name="connsiteX0-343" fmla="*/ 147144 w 3710151"/>
                        <a:gd name="connsiteY0-344" fmla="*/ 73572 h 1418896"/>
                        <a:gd name="connsiteX1-345" fmla="*/ 430924 w 3710151"/>
                        <a:gd name="connsiteY1-346" fmla="*/ 0 h 1418896"/>
                        <a:gd name="connsiteX2-347" fmla="*/ 1860331 w 3710151"/>
                        <a:gd name="connsiteY2-348" fmla="*/ 599089 h 1418896"/>
                        <a:gd name="connsiteX3-349" fmla="*/ 3342289 w 3710151"/>
                        <a:gd name="connsiteY3-350" fmla="*/ 0 h 1418896"/>
                        <a:gd name="connsiteX4-351" fmla="*/ 3563006 w 3710151"/>
                        <a:gd name="connsiteY4-352" fmla="*/ 73572 h 1418896"/>
                        <a:gd name="connsiteX5-353" fmla="*/ 2606565 w 3710151"/>
                        <a:gd name="connsiteY5-354" fmla="*/ 441434 h 1418896"/>
                        <a:gd name="connsiteX6-355" fmla="*/ 2606565 w 3710151"/>
                        <a:gd name="connsiteY6-356" fmla="*/ 924910 h 1418896"/>
                        <a:gd name="connsiteX7-357" fmla="*/ 3710151 w 3710151"/>
                        <a:gd name="connsiteY7-358" fmla="*/ 1345324 h 1418896"/>
                        <a:gd name="connsiteX8-359" fmla="*/ 3426372 w 3710151"/>
                        <a:gd name="connsiteY8-360" fmla="*/ 1408386 h 1418896"/>
                        <a:gd name="connsiteX9-361" fmla="*/ 1849820 w 3710151"/>
                        <a:gd name="connsiteY9-362" fmla="*/ 746234 h 1418896"/>
                        <a:gd name="connsiteX10-363" fmla="*/ 241737 w 3710151"/>
                        <a:gd name="connsiteY10-364" fmla="*/ 1418896 h 1418896"/>
                        <a:gd name="connsiteX11-365" fmla="*/ 0 w 3710151"/>
                        <a:gd name="connsiteY11-366" fmla="*/ 1334814 h 1418896"/>
                        <a:gd name="connsiteX12-367" fmla="*/ 1124606 w 3710151"/>
                        <a:gd name="connsiteY12-368" fmla="*/ 903890 h 1418896"/>
                        <a:gd name="connsiteX13-369" fmla="*/ 1124605 w 3710151"/>
                        <a:gd name="connsiteY13-370" fmla="*/ 451945 h 1418896"/>
                        <a:gd name="connsiteX14-371" fmla="*/ 168164 w 3710151"/>
                        <a:gd name="connsiteY14-372" fmla="*/ 84081 h 1418896"/>
                        <a:gd name="connsiteX15-373" fmla="*/ 147144 w 3710151"/>
                        <a:gd name="connsiteY15-374" fmla="*/ 73572 h 1418896"/>
                        <a:gd name="connsiteX0-375" fmla="*/ 147144 w 3710151"/>
                        <a:gd name="connsiteY0-376" fmla="*/ 73572 h 1418896"/>
                        <a:gd name="connsiteX1-377" fmla="*/ 430924 w 3710151"/>
                        <a:gd name="connsiteY1-378" fmla="*/ 0 h 1418896"/>
                        <a:gd name="connsiteX2-379" fmla="*/ 1860331 w 3710151"/>
                        <a:gd name="connsiteY2-380" fmla="*/ 599089 h 1418896"/>
                        <a:gd name="connsiteX3-381" fmla="*/ 3342289 w 3710151"/>
                        <a:gd name="connsiteY3-382" fmla="*/ 0 h 1418896"/>
                        <a:gd name="connsiteX4-383" fmla="*/ 3563006 w 3710151"/>
                        <a:gd name="connsiteY4-384" fmla="*/ 73572 h 1418896"/>
                        <a:gd name="connsiteX5-385" fmla="*/ 2606565 w 3710151"/>
                        <a:gd name="connsiteY5-386" fmla="*/ 441434 h 1418896"/>
                        <a:gd name="connsiteX6-387" fmla="*/ 2610282 w 3710151"/>
                        <a:gd name="connsiteY6-388" fmla="*/ 902607 h 1418896"/>
                        <a:gd name="connsiteX7-389" fmla="*/ 3710151 w 3710151"/>
                        <a:gd name="connsiteY7-390" fmla="*/ 1345324 h 1418896"/>
                        <a:gd name="connsiteX8-391" fmla="*/ 3426372 w 3710151"/>
                        <a:gd name="connsiteY8-392" fmla="*/ 1408386 h 1418896"/>
                        <a:gd name="connsiteX9-393" fmla="*/ 1849820 w 3710151"/>
                        <a:gd name="connsiteY9-394" fmla="*/ 746234 h 1418896"/>
                        <a:gd name="connsiteX10-395" fmla="*/ 241737 w 3710151"/>
                        <a:gd name="connsiteY10-396" fmla="*/ 1418896 h 1418896"/>
                        <a:gd name="connsiteX11-397" fmla="*/ 0 w 3710151"/>
                        <a:gd name="connsiteY11-398" fmla="*/ 1334814 h 1418896"/>
                        <a:gd name="connsiteX12-399" fmla="*/ 1124606 w 3710151"/>
                        <a:gd name="connsiteY12-400" fmla="*/ 903890 h 1418896"/>
                        <a:gd name="connsiteX13-401" fmla="*/ 1124605 w 3710151"/>
                        <a:gd name="connsiteY13-402" fmla="*/ 451945 h 1418896"/>
                        <a:gd name="connsiteX14-403" fmla="*/ 168164 w 3710151"/>
                        <a:gd name="connsiteY14-404" fmla="*/ 84081 h 1418896"/>
                        <a:gd name="connsiteX15-405" fmla="*/ 147144 w 3710151"/>
                        <a:gd name="connsiteY15-406" fmla="*/ 73572 h 1418896"/>
                        <a:gd name="connsiteX0-407" fmla="*/ 147144 w 3710151"/>
                        <a:gd name="connsiteY0-408" fmla="*/ 73572 h 1418896"/>
                        <a:gd name="connsiteX1-409" fmla="*/ 430924 w 3710151"/>
                        <a:gd name="connsiteY1-410" fmla="*/ 0 h 1418896"/>
                        <a:gd name="connsiteX2-411" fmla="*/ 1860331 w 3710151"/>
                        <a:gd name="connsiteY2-412" fmla="*/ 599089 h 1418896"/>
                        <a:gd name="connsiteX3-413" fmla="*/ 3342289 w 3710151"/>
                        <a:gd name="connsiteY3-414" fmla="*/ 0 h 1418896"/>
                        <a:gd name="connsiteX4-415" fmla="*/ 3563006 w 3710151"/>
                        <a:gd name="connsiteY4-416" fmla="*/ 73572 h 1418896"/>
                        <a:gd name="connsiteX5-417" fmla="*/ 2617717 w 3710151"/>
                        <a:gd name="connsiteY5-418" fmla="*/ 445151 h 1418896"/>
                        <a:gd name="connsiteX6-419" fmla="*/ 2610282 w 3710151"/>
                        <a:gd name="connsiteY6-420" fmla="*/ 902607 h 1418896"/>
                        <a:gd name="connsiteX7-421" fmla="*/ 3710151 w 3710151"/>
                        <a:gd name="connsiteY7-422" fmla="*/ 1345324 h 1418896"/>
                        <a:gd name="connsiteX8-423" fmla="*/ 3426372 w 3710151"/>
                        <a:gd name="connsiteY8-424" fmla="*/ 1408386 h 1418896"/>
                        <a:gd name="connsiteX9-425" fmla="*/ 1849820 w 3710151"/>
                        <a:gd name="connsiteY9-426" fmla="*/ 746234 h 1418896"/>
                        <a:gd name="connsiteX10-427" fmla="*/ 241737 w 3710151"/>
                        <a:gd name="connsiteY10-428" fmla="*/ 1418896 h 1418896"/>
                        <a:gd name="connsiteX11-429" fmla="*/ 0 w 3710151"/>
                        <a:gd name="connsiteY11-430" fmla="*/ 1334814 h 1418896"/>
                        <a:gd name="connsiteX12-431" fmla="*/ 1124606 w 3710151"/>
                        <a:gd name="connsiteY12-432" fmla="*/ 903890 h 1418896"/>
                        <a:gd name="connsiteX13-433" fmla="*/ 1124605 w 3710151"/>
                        <a:gd name="connsiteY13-434" fmla="*/ 451945 h 1418896"/>
                        <a:gd name="connsiteX14-435" fmla="*/ 168164 w 3710151"/>
                        <a:gd name="connsiteY14-436" fmla="*/ 84081 h 1418896"/>
                        <a:gd name="connsiteX15-437" fmla="*/ 147144 w 3710151"/>
                        <a:gd name="connsiteY15-438" fmla="*/ 73572 h 1418896"/>
                        <a:gd name="connsiteX0-439" fmla="*/ 147144 w 3710151"/>
                        <a:gd name="connsiteY0-440" fmla="*/ 73572 h 1418896"/>
                        <a:gd name="connsiteX1-441" fmla="*/ 430924 w 3710151"/>
                        <a:gd name="connsiteY1-442" fmla="*/ 0 h 1418896"/>
                        <a:gd name="connsiteX2-443" fmla="*/ 1860331 w 3710151"/>
                        <a:gd name="connsiteY2-444" fmla="*/ 599089 h 1418896"/>
                        <a:gd name="connsiteX3-445" fmla="*/ 3342289 w 3710151"/>
                        <a:gd name="connsiteY3-446" fmla="*/ 0 h 1418896"/>
                        <a:gd name="connsiteX4-447" fmla="*/ 3563006 w 3710151"/>
                        <a:gd name="connsiteY4-448" fmla="*/ 73572 h 1418896"/>
                        <a:gd name="connsiteX5-449" fmla="*/ 2617717 w 3710151"/>
                        <a:gd name="connsiteY5-450" fmla="*/ 448868 h 1418896"/>
                        <a:gd name="connsiteX6-451" fmla="*/ 2610282 w 3710151"/>
                        <a:gd name="connsiteY6-452" fmla="*/ 902607 h 1418896"/>
                        <a:gd name="connsiteX7-453" fmla="*/ 3710151 w 3710151"/>
                        <a:gd name="connsiteY7-454" fmla="*/ 1345324 h 1418896"/>
                        <a:gd name="connsiteX8-455" fmla="*/ 3426372 w 3710151"/>
                        <a:gd name="connsiteY8-456" fmla="*/ 1408386 h 1418896"/>
                        <a:gd name="connsiteX9-457" fmla="*/ 1849820 w 3710151"/>
                        <a:gd name="connsiteY9-458" fmla="*/ 746234 h 1418896"/>
                        <a:gd name="connsiteX10-459" fmla="*/ 241737 w 3710151"/>
                        <a:gd name="connsiteY10-460" fmla="*/ 1418896 h 1418896"/>
                        <a:gd name="connsiteX11-461" fmla="*/ 0 w 3710151"/>
                        <a:gd name="connsiteY11-462" fmla="*/ 1334814 h 1418896"/>
                        <a:gd name="connsiteX12-463" fmla="*/ 1124606 w 3710151"/>
                        <a:gd name="connsiteY12-464" fmla="*/ 903890 h 1418896"/>
                        <a:gd name="connsiteX13-465" fmla="*/ 1124605 w 3710151"/>
                        <a:gd name="connsiteY13-466" fmla="*/ 451945 h 1418896"/>
                        <a:gd name="connsiteX14-467" fmla="*/ 168164 w 3710151"/>
                        <a:gd name="connsiteY14-468" fmla="*/ 84081 h 1418896"/>
                        <a:gd name="connsiteX15-469" fmla="*/ 147144 w 3710151"/>
                        <a:gd name="connsiteY15-470" fmla="*/ 73572 h 1418896"/>
                        <a:gd name="connsiteX0-471" fmla="*/ 147144 w 3710151"/>
                        <a:gd name="connsiteY0-472" fmla="*/ 73572 h 1418896"/>
                        <a:gd name="connsiteX1-473" fmla="*/ 430924 w 3710151"/>
                        <a:gd name="connsiteY1-474" fmla="*/ 0 h 1418896"/>
                        <a:gd name="connsiteX2-475" fmla="*/ 1838028 w 3710151"/>
                        <a:gd name="connsiteY2-476" fmla="*/ 591655 h 1418896"/>
                        <a:gd name="connsiteX3-477" fmla="*/ 3342289 w 3710151"/>
                        <a:gd name="connsiteY3-478" fmla="*/ 0 h 1418896"/>
                        <a:gd name="connsiteX4-479" fmla="*/ 3563006 w 3710151"/>
                        <a:gd name="connsiteY4-480" fmla="*/ 73572 h 1418896"/>
                        <a:gd name="connsiteX5-481" fmla="*/ 2617717 w 3710151"/>
                        <a:gd name="connsiteY5-482" fmla="*/ 448868 h 1418896"/>
                        <a:gd name="connsiteX6-483" fmla="*/ 2610282 w 3710151"/>
                        <a:gd name="connsiteY6-484" fmla="*/ 902607 h 1418896"/>
                        <a:gd name="connsiteX7-485" fmla="*/ 3710151 w 3710151"/>
                        <a:gd name="connsiteY7-486" fmla="*/ 1345324 h 1418896"/>
                        <a:gd name="connsiteX8-487" fmla="*/ 3426372 w 3710151"/>
                        <a:gd name="connsiteY8-488" fmla="*/ 1408386 h 1418896"/>
                        <a:gd name="connsiteX9-489" fmla="*/ 1849820 w 3710151"/>
                        <a:gd name="connsiteY9-490" fmla="*/ 746234 h 1418896"/>
                        <a:gd name="connsiteX10-491" fmla="*/ 241737 w 3710151"/>
                        <a:gd name="connsiteY10-492" fmla="*/ 1418896 h 1418896"/>
                        <a:gd name="connsiteX11-493" fmla="*/ 0 w 3710151"/>
                        <a:gd name="connsiteY11-494" fmla="*/ 1334814 h 1418896"/>
                        <a:gd name="connsiteX12-495" fmla="*/ 1124606 w 3710151"/>
                        <a:gd name="connsiteY12-496" fmla="*/ 903890 h 1418896"/>
                        <a:gd name="connsiteX13-497" fmla="*/ 1124605 w 3710151"/>
                        <a:gd name="connsiteY13-498" fmla="*/ 451945 h 1418896"/>
                        <a:gd name="connsiteX14-499" fmla="*/ 168164 w 3710151"/>
                        <a:gd name="connsiteY14-500" fmla="*/ 84081 h 1418896"/>
                        <a:gd name="connsiteX15-501" fmla="*/ 147144 w 3710151"/>
                        <a:gd name="connsiteY15-502" fmla="*/ 73572 h 1418896"/>
                        <a:gd name="connsiteX0-503" fmla="*/ 147144 w 3710151"/>
                        <a:gd name="connsiteY0-504" fmla="*/ 73572 h 1418896"/>
                        <a:gd name="connsiteX1-505" fmla="*/ 430924 w 3710151"/>
                        <a:gd name="connsiteY1-506" fmla="*/ 0 h 1418896"/>
                        <a:gd name="connsiteX2-507" fmla="*/ 1838028 w 3710151"/>
                        <a:gd name="connsiteY2-508" fmla="*/ 591655 h 1418896"/>
                        <a:gd name="connsiteX3-509" fmla="*/ 3342289 w 3710151"/>
                        <a:gd name="connsiteY3-510" fmla="*/ 0 h 1418896"/>
                        <a:gd name="connsiteX4-511" fmla="*/ 3563006 w 3710151"/>
                        <a:gd name="connsiteY4-512" fmla="*/ 73572 h 1418896"/>
                        <a:gd name="connsiteX5-513" fmla="*/ 2617717 w 3710151"/>
                        <a:gd name="connsiteY5-514" fmla="*/ 448868 h 1418896"/>
                        <a:gd name="connsiteX6-515" fmla="*/ 2610282 w 3710151"/>
                        <a:gd name="connsiteY6-516" fmla="*/ 902607 h 1418896"/>
                        <a:gd name="connsiteX7-517" fmla="*/ 3710151 w 3710151"/>
                        <a:gd name="connsiteY7-518" fmla="*/ 1345324 h 1418896"/>
                        <a:gd name="connsiteX8-519" fmla="*/ 3426372 w 3710151"/>
                        <a:gd name="connsiteY8-520" fmla="*/ 1408386 h 1418896"/>
                        <a:gd name="connsiteX9-521" fmla="*/ 1849820 w 3710151"/>
                        <a:gd name="connsiteY9-522" fmla="*/ 746234 h 1418896"/>
                        <a:gd name="connsiteX10-523" fmla="*/ 241737 w 3710151"/>
                        <a:gd name="connsiteY10-524" fmla="*/ 1418896 h 1418896"/>
                        <a:gd name="connsiteX11-525" fmla="*/ 0 w 3710151"/>
                        <a:gd name="connsiteY11-526" fmla="*/ 1334814 h 1418896"/>
                        <a:gd name="connsiteX12-527" fmla="*/ 1124606 w 3710151"/>
                        <a:gd name="connsiteY12-528" fmla="*/ 903890 h 1418896"/>
                        <a:gd name="connsiteX13-529" fmla="*/ 1087434 w 3710151"/>
                        <a:gd name="connsiteY13-530" fmla="*/ 451945 h 1418896"/>
                        <a:gd name="connsiteX14-531" fmla="*/ 168164 w 3710151"/>
                        <a:gd name="connsiteY14-532" fmla="*/ 84081 h 1418896"/>
                        <a:gd name="connsiteX15-533" fmla="*/ 147144 w 3710151"/>
                        <a:gd name="connsiteY15-534" fmla="*/ 73572 h 1418896"/>
                        <a:gd name="connsiteX0-535" fmla="*/ 147144 w 3710151"/>
                        <a:gd name="connsiteY0-536" fmla="*/ 73572 h 1418896"/>
                        <a:gd name="connsiteX1-537" fmla="*/ 430924 w 3710151"/>
                        <a:gd name="connsiteY1-538" fmla="*/ 0 h 1418896"/>
                        <a:gd name="connsiteX2-539" fmla="*/ 1838028 w 3710151"/>
                        <a:gd name="connsiteY2-540" fmla="*/ 591655 h 1418896"/>
                        <a:gd name="connsiteX3-541" fmla="*/ 3342289 w 3710151"/>
                        <a:gd name="connsiteY3-542" fmla="*/ 0 h 1418896"/>
                        <a:gd name="connsiteX4-543" fmla="*/ 3563006 w 3710151"/>
                        <a:gd name="connsiteY4-544" fmla="*/ 73572 h 1418896"/>
                        <a:gd name="connsiteX5-545" fmla="*/ 2617717 w 3710151"/>
                        <a:gd name="connsiteY5-546" fmla="*/ 448868 h 1418896"/>
                        <a:gd name="connsiteX6-547" fmla="*/ 2610282 w 3710151"/>
                        <a:gd name="connsiteY6-548" fmla="*/ 902607 h 1418896"/>
                        <a:gd name="connsiteX7-549" fmla="*/ 3710151 w 3710151"/>
                        <a:gd name="connsiteY7-550" fmla="*/ 1345324 h 1418896"/>
                        <a:gd name="connsiteX8-551" fmla="*/ 3426372 w 3710151"/>
                        <a:gd name="connsiteY8-552" fmla="*/ 1408386 h 1418896"/>
                        <a:gd name="connsiteX9-553" fmla="*/ 1849820 w 3710151"/>
                        <a:gd name="connsiteY9-554" fmla="*/ 746234 h 1418896"/>
                        <a:gd name="connsiteX10-555" fmla="*/ 241737 w 3710151"/>
                        <a:gd name="connsiteY10-556" fmla="*/ 1418896 h 1418896"/>
                        <a:gd name="connsiteX11-557" fmla="*/ 0 w 3710151"/>
                        <a:gd name="connsiteY11-558" fmla="*/ 1334814 h 1418896"/>
                        <a:gd name="connsiteX12-559" fmla="*/ 1098586 w 3710151"/>
                        <a:gd name="connsiteY12-560" fmla="*/ 903890 h 1418896"/>
                        <a:gd name="connsiteX13-561" fmla="*/ 1087434 w 3710151"/>
                        <a:gd name="connsiteY13-562" fmla="*/ 451945 h 1418896"/>
                        <a:gd name="connsiteX14-563" fmla="*/ 168164 w 3710151"/>
                        <a:gd name="connsiteY14-564" fmla="*/ 84081 h 1418896"/>
                        <a:gd name="connsiteX15-565" fmla="*/ 147144 w 3710151"/>
                        <a:gd name="connsiteY15-566" fmla="*/ 73572 h 1418896"/>
                        <a:gd name="connsiteX0-567" fmla="*/ 162012 w 3725019"/>
                        <a:gd name="connsiteY0-568" fmla="*/ 73572 h 1418896"/>
                        <a:gd name="connsiteX1-569" fmla="*/ 445792 w 3725019"/>
                        <a:gd name="connsiteY1-570" fmla="*/ 0 h 1418896"/>
                        <a:gd name="connsiteX2-571" fmla="*/ 1852896 w 3725019"/>
                        <a:gd name="connsiteY2-572" fmla="*/ 591655 h 1418896"/>
                        <a:gd name="connsiteX3-573" fmla="*/ 3357157 w 3725019"/>
                        <a:gd name="connsiteY3-574" fmla="*/ 0 h 1418896"/>
                        <a:gd name="connsiteX4-575" fmla="*/ 3577874 w 3725019"/>
                        <a:gd name="connsiteY4-576" fmla="*/ 73572 h 1418896"/>
                        <a:gd name="connsiteX5-577" fmla="*/ 2632585 w 3725019"/>
                        <a:gd name="connsiteY5-578" fmla="*/ 448868 h 1418896"/>
                        <a:gd name="connsiteX6-579" fmla="*/ 2625150 w 3725019"/>
                        <a:gd name="connsiteY6-580" fmla="*/ 902607 h 1418896"/>
                        <a:gd name="connsiteX7-581" fmla="*/ 3725019 w 3725019"/>
                        <a:gd name="connsiteY7-582" fmla="*/ 1345324 h 1418896"/>
                        <a:gd name="connsiteX8-583" fmla="*/ 3441240 w 3725019"/>
                        <a:gd name="connsiteY8-584" fmla="*/ 1408386 h 1418896"/>
                        <a:gd name="connsiteX9-585" fmla="*/ 1864688 w 3725019"/>
                        <a:gd name="connsiteY9-586" fmla="*/ 746234 h 1418896"/>
                        <a:gd name="connsiteX10-587" fmla="*/ 256605 w 3725019"/>
                        <a:gd name="connsiteY10-588" fmla="*/ 1418896 h 1418896"/>
                        <a:gd name="connsiteX11-589" fmla="*/ 0 w 3725019"/>
                        <a:gd name="connsiteY11-590" fmla="*/ 1331097 h 1418896"/>
                        <a:gd name="connsiteX12-591" fmla="*/ 1113454 w 3725019"/>
                        <a:gd name="connsiteY12-592" fmla="*/ 903890 h 1418896"/>
                        <a:gd name="connsiteX13-593" fmla="*/ 1102302 w 3725019"/>
                        <a:gd name="connsiteY13-594" fmla="*/ 451945 h 1418896"/>
                        <a:gd name="connsiteX14-595" fmla="*/ 183032 w 3725019"/>
                        <a:gd name="connsiteY14-596" fmla="*/ 84081 h 1418896"/>
                        <a:gd name="connsiteX15-597" fmla="*/ 162012 w 3725019"/>
                        <a:gd name="connsiteY15-598" fmla="*/ 73572 h 141889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  <a:cxn ang="0">
                          <a:pos x="connsiteX11-23" y="connsiteY11-24"/>
                        </a:cxn>
                        <a:cxn ang="0">
                          <a:pos x="connsiteX12-25" y="connsiteY12-26"/>
                        </a:cxn>
                        <a:cxn ang="0">
                          <a:pos x="connsiteX13-27" y="connsiteY13-28"/>
                        </a:cxn>
                        <a:cxn ang="0">
                          <a:pos x="connsiteX14-29" y="connsiteY14-30"/>
                        </a:cxn>
                        <a:cxn ang="0">
                          <a:pos x="connsiteX15-31" y="connsiteY15-32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pic>
              <p:nvPicPr>
                <p:cNvPr id="416" name="Picture 654" descr="antenna_radiation_stylized"/>
                <p:cNvPicPr>
                  <a:picLocks noChangeAspect="1" noChangeArrowheads="1"/>
                </p:cNvPicPr>
                <p:nvPr/>
              </p:nvPicPr>
              <p:blipFill>
                <a:blip r:embed="rId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0224" y="1859725"/>
                  <a:ext cx="415925" cy="8877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7" name="Picture 1017" descr="antenna_stylized"/>
                <p:cNvPicPr>
                  <a:picLocks noChangeAspect="1" noChangeArrowheads="1"/>
                </p:cNvPicPr>
                <p:nvPr/>
              </p:nvPicPr>
              <p:blipFill>
                <a:blip r:embed="rId15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39074" y="2356613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8" name="Picture 1017" descr="antenna_stylized"/>
                <p:cNvPicPr>
                  <a:picLocks noChangeAspect="1" noChangeArrowheads="1"/>
                </p:cNvPicPr>
                <p:nvPr/>
              </p:nvPicPr>
              <p:blipFill>
                <a:blip r:embed="rId15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37781" y="2319727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9" name="Picture 1017" descr="antenna_stylized"/>
                <p:cNvPicPr>
                  <a:picLocks noChangeAspect="1" noChangeArrowheads="1"/>
                </p:cNvPicPr>
                <p:nvPr/>
              </p:nvPicPr>
              <p:blipFill>
                <a:blip r:embed="rId15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11019" y="2059124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308" name="Group 307"/>
              <p:cNvGrpSpPr/>
              <p:nvPr/>
            </p:nvGrpSpPr>
            <p:grpSpPr>
              <a:xfrm>
                <a:off x="7493518" y="3325424"/>
                <a:ext cx="911538" cy="843226"/>
                <a:chOff x="7493518" y="3325424"/>
                <a:chExt cx="911538" cy="843226"/>
              </a:xfrm>
            </p:grpSpPr>
            <p:pic>
              <p:nvPicPr>
                <p:cNvPr id="397" name="Picture 777" descr="access_point_stylized_small"/>
                <p:cNvPicPr>
                  <a:picLocks noChangeAspect="1" noChangeArrowheads="1"/>
                </p:cNvPicPr>
                <p:nvPr/>
              </p:nvPicPr>
              <p:blipFill>
                <a:blip r:embed="rId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13882" y="3861899"/>
                  <a:ext cx="370169" cy="30675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398" name="Group 397"/>
                <p:cNvGrpSpPr/>
                <p:nvPr/>
              </p:nvGrpSpPr>
              <p:grpSpPr>
                <a:xfrm>
                  <a:off x="7493518" y="3325424"/>
                  <a:ext cx="911538" cy="816238"/>
                  <a:chOff x="7493518" y="3325424"/>
                  <a:chExt cx="911538" cy="816238"/>
                </a:xfrm>
              </p:grpSpPr>
              <p:sp>
                <p:nvSpPr>
                  <p:cNvPr id="399" name="Line 443"/>
                  <p:cNvSpPr>
                    <a:spLocks noChangeShapeType="1"/>
                  </p:cNvSpPr>
                  <p:nvPr/>
                </p:nvSpPr>
                <p:spPr bwMode="auto">
                  <a:xfrm>
                    <a:off x="8247778" y="3829970"/>
                    <a:ext cx="0" cy="13176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00" name="Line 44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857253" y="4041107"/>
                    <a:ext cx="168275" cy="3175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pic>
                <p:nvPicPr>
                  <p:cNvPr id="401" name="Picture 778" descr="antenna_radiation_stylized"/>
                  <p:cNvPicPr>
                    <a:picLocks noChangeAspect="1" noChangeArrowheads="1"/>
                  </p:cNvPicPr>
                  <p:nvPr/>
                </p:nvPicPr>
                <p:blipFill>
                  <a:blip r:embed="rId17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562238" y="3813930"/>
                    <a:ext cx="506412" cy="106009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grpSp>
                <p:nvGrpSpPr>
                  <p:cNvPr id="402" name="Group 401"/>
                  <p:cNvGrpSpPr/>
                  <p:nvPr/>
                </p:nvGrpSpPr>
                <p:grpSpPr>
                  <a:xfrm>
                    <a:off x="8050070" y="3965994"/>
                    <a:ext cx="354986" cy="175668"/>
                    <a:chOff x="7493876" y="2774731"/>
                    <a:chExt cx="1481958" cy="894622"/>
                  </a:xfrm>
                </p:grpSpPr>
                <p:sp>
                  <p:nvSpPr>
                    <p:cNvPr id="405" name="Freeform 404"/>
                    <p:cNvSpPr/>
                    <p:nvPr/>
                  </p:nvSpPr>
                  <p:spPr>
                    <a:xfrm>
                      <a:off x="7493876" y="3084399"/>
                      <a:ext cx="1481958" cy="584954"/>
                    </a:xfrm>
                    <a:custGeom>
                      <a:avLst/>
                      <a:gdLst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-1" fmla="*/ 8187558 w 8187558"/>
                        <a:gd name="connsiteY0-2" fmla="*/ 0 h 2617076"/>
                        <a:gd name="connsiteX1-3" fmla="*/ 8187558 w 8187558"/>
                        <a:gd name="connsiteY1-4" fmla="*/ 1271752 h 2617076"/>
                        <a:gd name="connsiteX2-5" fmla="*/ 4025462 w 8187558"/>
                        <a:gd name="connsiteY2-6" fmla="*/ 2617076 h 2617076"/>
                        <a:gd name="connsiteX3-7" fmla="*/ 0 w 8187558"/>
                        <a:gd name="connsiteY3-8" fmla="*/ 1229711 h 2617076"/>
                        <a:gd name="connsiteX4-9" fmla="*/ 31531 w 8187558"/>
                        <a:gd name="connsiteY4-10" fmla="*/ 147145 h 2617076"/>
                        <a:gd name="connsiteX5-11" fmla="*/ 4046482 w 8187558"/>
                        <a:gd name="connsiteY5-12" fmla="*/ 1576552 h 2617076"/>
                        <a:gd name="connsiteX6-13" fmla="*/ 8187558 w 8187558"/>
                        <a:gd name="connsiteY6-14" fmla="*/ 0 h 2617076"/>
                        <a:gd name="connsiteX0-15" fmla="*/ 8187558 w 8187558"/>
                        <a:gd name="connsiteY0-16" fmla="*/ 0 h 2617076"/>
                        <a:gd name="connsiteX1-17" fmla="*/ 8187558 w 8187558"/>
                        <a:gd name="connsiteY1-18" fmla="*/ 1271752 h 2617076"/>
                        <a:gd name="connsiteX2-19" fmla="*/ 4025462 w 8187558"/>
                        <a:gd name="connsiteY2-20" fmla="*/ 2617076 h 2617076"/>
                        <a:gd name="connsiteX3-21" fmla="*/ 0 w 8187558"/>
                        <a:gd name="connsiteY3-22" fmla="*/ 1229711 h 2617076"/>
                        <a:gd name="connsiteX4-23" fmla="*/ 31531 w 8187558"/>
                        <a:gd name="connsiteY4-24" fmla="*/ 147145 h 2617076"/>
                        <a:gd name="connsiteX5-25" fmla="*/ 4046482 w 8187558"/>
                        <a:gd name="connsiteY5-26" fmla="*/ 1576552 h 2617076"/>
                        <a:gd name="connsiteX6-27" fmla="*/ 8187558 w 8187558"/>
                        <a:gd name="connsiteY6-28" fmla="*/ 0 h 2617076"/>
                        <a:gd name="connsiteX0-29" fmla="*/ 8187558 w 8187558"/>
                        <a:gd name="connsiteY0-30" fmla="*/ 0 h 2617076"/>
                        <a:gd name="connsiteX1-31" fmla="*/ 8187558 w 8187558"/>
                        <a:gd name="connsiteY1-32" fmla="*/ 1271752 h 2617076"/>
                        <a:gd name="connsiteX2-33" fmla="*/ 4025462 w 8187558"/>
                        <a:gd name="connsiteY2-34" fmla="*/ 2617076 h 2617076"/>
                        <a:gd name="connsiteX3-35" fmla="*/ 0 w 8187558"/>
                        <a:gd name="connsiteY3-36" fmla="*/ 1229711 h 2617076"/>
                        <a:gd name="connsiteX4-37" fmla="*/ 31531 w 8187558"/>
                        <a:gd name="connsiteY4-38" fmla="*/ 147145 h 2617076"/>
                        <a:gd name="connsiteX5-39" fmla="*/ 4046482 w 8187558"/>
                        <a:gd name="connsiteY5-40" fmla="*/ 1576552 h 2617076"/>
                        <a:gd name="connsiteX6-41" fmla="*/ 8187558 w 8187558"/>
                        <a:gd name="connsiteY6-42" fmla="*/ 0 h 2617076"/>
                        <a:gd name="connsiteX0-43" fmla="*/ 8187558 w 8187558"/>
                        <a:gd name="connsiteY0-44" fmla="*/ 0 h 2617076"/>
                        <a:gd name="connsiteX1-45" fmla="*/ 8187558 w 8187558"/>
                        <a:gd name="connsiteY1-46" fmla="*/ 1271752 h 2617076"/>
                        <a:gd name="connsiteX2-47" fmla="*/ 4025462 w 8187558"/>
                        <a:gd name="connsiteY2-48" fmla="*/ 2617076 h 2617076"/>
                        <a:gd name="connsiteX3-49" fmla="*/ 0 w 8187558"/>
                        <a:gd name="connsiteY3-50" fmla="*/ 1229711 h 2617076"/>
                        <a:gd name="connsiteX4-51" fmla="*/ 31531 w 8187558"/>
                        <a:gd name="connsiteY4-52" fmla="*/ 147145 h 2617076"/>
                        <a:gd name="connsiteX5-53" fmla="*/ 4046482 w 8187558"/>
                        <a:gd name="connsiteY5-54" fmla="*/ 1576552 h 2617076"/>
                        <a:gd name="connsiteX6-55" fmla="*/ 8187558 w 8187558"/>
                        <a:gd name="connsiteY6-56" fmla="*/ 0 h 2617076"/>
                        <a:gd name="connsiteX0-57" fmla="*/ 8187558 w 8187558"/>
                        <a:gd name="connsiteY0-58" fmla="*/ 0 h 2617076"/>
                        <a:gd name="connsiteX1-59" fmla="*/ 8187558 w 8187558"/>
                        <a:gd name="connsiteY1-60" fmla="*/ 1271752 h 2617076"/>
                        <a:gd name="connsiteX2-61" fmla="*/ 4025462 w 8187558"/>
                        <a:gd name="connsiteY2-62" fmla="*/ 2617076 h 2617076"/>
                        <a:gd name="connsiteX3-63" fmla="*/ 0 w 8187558"/>
                        <a:gd name="connsiteY3-64" fmla="*/ 1229711 h 2617076"/>
                        <a:gd name="connsiteX4-65" fmla="*/ 31531 w 8187558"/>
                        <a:gd name="connsiteY4-66" fmla="*/ 147145 h 2617076"/>
                        <a:gd name="connsiteX5-67" fmla="*/ 4046482 w 8187558"/>
                        <a:gd name="connsiteY5-68" fmla="*/ 1576552 h 2617076"/>
                        <a:gd name="connsiteX6-69" fmla="*/ 8187558 w 8187558"/>
                        <a:gd name="connsiteY6-70" fmla="*/ 0 h 2617076"/>
                        <a:gd name="connsiteX0-71" fmla="*/ 8187558 w 8187558"/>
                        <a:gd name="connsiteY0-72" fmla="*/ 0 h 2617076"/>
                        <a:gd name="connsiteX1-73" fmla="*/ 8187558 w 8187558"/>
                        <a:gd name="connsiteY1-74" fmla="*/ 1271752 h 2617076"/>
                        <a:gd name="connsiteX2-75" fmla="*/ 4025462 w 8187558"/>
                        <a:gd name="connsiteY2-76" fmla="*/ 2617076 h 2617076"/>
                        <a:gd name="connsiteX3-77" fmla="*/ 0 w 8187558"/>
                        <a:gd name="connsiteY3-78" fmla="*/ 1229711 h 2617076"/>
                        <a:gd name="connsiteX4-79" fmla="*/ 31531 w 8187558"/>
                        <a:gd name="connsiteY4-80" fmla="*/ 147145 h 2617076"/>
                        <a:gd name="connsiteX5-81" fmla="*/ 4046482 w 8187558"/>
                        <a:gd name="connsiteY5-82" fmla="*/ 1576552 h 2617076"/>
                        <a:gd name="connsiteX6-83" fmla="*/ 8187558 w 8187558"/>
                        <a:gd name="connsiteY6-84" fmla="*/ 0 h 2617076"/>
                        <a:gd name="connsiteX0-85" fmla="*/ 8187558 w 8187558"/>
                        <a:gd name="connsiteY0-86" fmla="*/ 0 h 2638097"/>
                        <a:gd name="connsiteX1-87" fmla="*/ 8187558 w 8187558"/>
                        <a:gd name="connsiteY1-88" fmla="*/ 1271752 h 2638097"/>
                        <a:gd name="connsiteX2-89" fmla="*/ 4099035 w 8187558"/>
                        <a:gd name="connsiteY2-90" fmla="*/ 2638097 h 2638097"/>
                        <a:gd name="connsiteX3-91" fmla="*/ 0 w 8187558"/>
                        <a:gd name="connsiteY3-92" fmla="*/ 1229711 h 2638097"/>
                        <a:gd name="connsiteX4-93" fmla="*/ 31531 w 8187558"/>
                        <a:gd name="connsiteY4-94" fmla="*/ 147145 h 2638097"/>
                        <a:gd name="connsiteX5-95" fmla="*/ 4046482 w 8187558"/>
                        <a:gd name="connsiteY5-96" fmla="*/ 1576552 h 2638097"/>
                        <a:gd name="connsiteX6-97" fmla="*/ 8187558 w 8187558"/>
                        <a:gd name="connsiteY6-98" fmla="*/ 0 h 2638097"/>
                        <a:gd name="connsiteX0-99" fmla="*/ 8187558 w 8187558"/>
                        <a:gd name="connsiteY0-100" fmla="*/ 0 h 2638097"/>
                        <a:gd name="connsiteX1-101" fmla="*/ 8187558 w 8187558"/>
                        <a:gd name="connsiteY1-102" fmla="*/ 1271752 h 2638097"/>
                        <a:gd name="connsiteX2-103" fmla="*/ 4099035 w 8187558"/>
                        <a:gd name="connsiteY2-104" fmla="*/ 2638097 h 2638097"/>
                        <a:gd name="connsiteX3-105" fmla="*/ 0 w 8187558"/>
                        <a:gd name="connsiteY3-106" fmla="*/ 1229711 h 2638097"/>
                        <a:gd name="connsiteX4-107" fmla="*/ 31531 w 8187558"/>
                        <a:gd name="connsiteY4-108" fmla="*/ 147145 h 2638097"/>
                        <a:gd name="connsiteX5-109" fmla="*/ 4046482 w 8187558"/>
                        <a:gd name="connsiteY5-110" fmla="*/ 1576552 h 2638097"/>
                        <a:gd name="connsiteX6-111" fmla="*/ 8187558 w 8187558"/>
                        <a:gd name="connsiteY6-112" fmla="*/ 0 h 2638097"/>
                        <a:gd name="connsiteX0-113" fmla="*/ 8187558 w 8187558"/>
                        <a:gd name="connsiteY0-114" fmla="*/ 0 h 2638097"/>
                        <a:gd name="connsiteX1-115" fmla="*/ 8187558 w 8187558"/>
                        <a:gd name="connsiteY1-116" fmla="*/ 1271752 h 2638097"/>
                        <a:gd name="connsiteX2-117" fmla="*/ 4099035 w 8187558"/>
                        <a:gd name="connsiteY2-118" fmla="*/ 2638097 h 2638097"/>
                        <a:gd name="connsiteX3-119" fmla="*/ 0 w 8187558"/>
                        <a:gd name="connsiteY3-120" fmla="*/ 1229711 h 2638097"/>
                        <a:gd name="connsiteX4-121" fmla="*/ 31531 w 8187558"/>
                        <a:gd name="connsiteY4-122" fmla="*/ 147145 h 2638097"/>
                        <a:gd name="connsiteX5-123" fmla="*/ 4046482 w 8187558"/>
                        <a:gd name="connsiteY5-124" fmla="*/ 1576552 h 2638097"/>
                        <a:gd name="connsiteX6-125" fmla="*/ 8187558 w 8187558"/>
                        <a:gd name="connsiteY6-126" fmla="*/ 0 h 2638097"/>
                        <a:gd name="connsiteX0-127" fmla="*/ 8187558 w 8187558"/>
                        <a:gd name="connsiteY0-128" fmla="*/ 0 h 2638097"/>
                        <a:gd name="connsiteX1-129" fmla="*/ 8187558 w 8187558"/>
                        <a:gd name="connsiteY1-130" fmla="*/ 1271752 h 2638097"/>
                        <a:gd name="connsiteX2-131" fmla="*/ 4099035 w 8187558"/>
                        <a:gd name="connsiteY2-132" fmla="*/ 2638097 h 2638097"/>
                        <a:gd name="connsiteX3-133" fmla="*/ 0 w 8187558"/>
                        <a:gd name="connsiteY3-134" fmla="*/ 1229711 h 2638097"/>
                        <a:gd name="connsiteX4-135" fmla="*/ 31531 w 8187558"/>
                        <a:gd name="connsiteY4-136" fmla="*/ 147145 h 2638097"/>
                        <a:gd name="connsiteX5-137" fmla="*/ 4046482 w 8187558"/>
                        <a:gd name="connsiteY5-138" fmla="*/ 1576552 h 2638097"/>
                        <a:gd name="connsiteX6-139" fmla="*/ 8187558 w 8187558"/>
                        <a:gd name="connsiteY6-140" fmla="*/ 0 h 2638097"/>
                        <a:gd name="connsiteX0-141" fmla="*/ 8187558 w 8187558"/>
                        <a:gd name="connsiteY0-142" fmla="*/ 0 h 2638097"/>
                        <a:gd name="connsiteX1-143" fmla="*/ 8187558 w 8187558"/>
                        <a:gd name="connsiteY1-144" fmla="*/ 1271752 h 2638097"/>
                        <a:gd name="connsiteX2-145" fmla="*/ 4099035 w 8187558"/>
                        <a:gd name="connsiteY2-146" fmla="*/ 2638097 h 2638097"/>
                        <a:gd name="connsiteX3-147" fmla="*/ 0 w 8187558"/>
                        <a:gd name="connsiteY3-148" fmla="*/ 1229711 h 2638097"/>
                        <a:gd name="connsiteX4-149" fmla="*/ 31531 w 8187558"/>
                        <a:gd name="connsiteY4-150" fmla="*/ 147145 h 2638097"/>
                        <a:gd name="connsiteX5-151" fmla="*/ 4088524 w 8187558"/>
                        <a:gd name="connsiteY5-152" fmla="*/ 1597573 h 2638097"/>
                        <a:gd name="connsiteX6-153" fmla="*/ 8187558 w 8187558"/>
                        <a:gd name="connsiteY6-154" fmla="*/ 0 h 2638097"/>
                        <a:gd name="connsiteX0-155" fmla="*/ 8187558 w 8187558"/>
                        <a:gd name="connsiteY0-156" fmla="*/ 0 h 2638097"/>
                        <a:gd name="connsiteX1-157" fmla="*/ 8187558 w 8187558"/>
                        <a:gd name="connsiteY1-158" fmla="*/ 1271752 h 2638097"/>
                        <a:gd name="connsiteX2-159" fmla="*/ 4099035 w 8187558"/>
                        <a:gd name="connsiteY2-160" fmla="*/ 2638097 h 2638097"/>
                        <a:gd name="connsiteX3-161" fmla="*/ 0 w 8187558"/>
                        <a:gd name="connsiteY3-162" fmla="*/ 1229711 h 2638097"/>
                        <a:gd name="connsiteX4-163" fmla="*/ 31531 w 8187558"/>
                        <a:gd name="connsiteY4-164" fmla="*/ 147145 h 2638097"/>
                        <a:gd name="connsiteX5-165" fmla="*/ 4088524 w 8187558"/>
                        <a:gd name="connsiteY5-166" fmla="*/ 1597573 h 2638097"/>
                        <a:gd name="connsiteX6-167" fmla="*/ 8187558 w 8187558"/>
                        <a:gd name="connsiteY6-168" fmla="*/ 0 h 2638097"/>
                        <a:gd name="connsiteX0-169" fmla="*/ 8187558 w 8187558"/>
                        <a:gd name="connsiteY0-170" fmla="*/ 0 h 2638097"/>
                        <a:gd name="connsiteX1-171" fmla="*/ 8187558 w 8187558"/>
                        <a:gd name="connsiteY1-172" fmla="*/ 1271752 h 2638097"/>
                        <a:gd name="connsiteX2-173" fmla="*/ 4099035 w 8187558"/>
                        <a:gd name="connsiteY2-174" fmla="*/ 2638097 h 2638097"/>
                        <a:gd name="connsiteX3-175" fmla="*/ 0 w 8187558"/>
                        <a:gd name="connsiteY3-176" fmla="*/ 1229711 h 2638097"/>
                        <a:gd name="connsiteX4-177" fmla="*/ 31531 w 8187558"/>
                        <a:gd name="connsiteY4-178" fmla="*/ 147145 h 2638097"/>
                        <a:gd name="connsiteX5-179" fmla="*/ 4099035 w 8187558"/>
                        <a:gd name="connsiteY5-180" fmla="*/ 1566042 h 2638097"/>
                        <a:gd name="connsiteX6-181" fmla="*/ 8187558 w 8187558"/>
                        <a:gd name="connsiteY6-182" fmla="*/ 0 h 2638097"/>
                        <a:gd name="connsiteX0-183" fmla="*/ 8187558 w 8187558"/>
                        <a:gd name="connsiteY0-184" fmla="*/ 0 h 2638097"/>
                        <a:gd name="connsiteX1-185" fmla="*/ 8187558 w 8187558"/>
                        <a:gd name="connsiteY1-186" fmla="*/ 1271752 h 2638097"/>
                        <a:gd name="connsiteX2-187" fmla="*/ 4099035 w 8187558"/>
                        <a:gd name="connsiteY2-188" fmla="*/ 2638097 h 2638097"/>
                        <a:gd name="connsiteX3-189" fmla="*/ 0 w 8187558"/>
                        <a:gd name="connsiteY3-190" fmla="*/ 1229711 h 2638097"/>
                        <a:gd name="connsiteX4-191" fmla="*/ 31531 w 8187558"/>
                        <a:gd name="connsiteY4-192" fmla="*/ 147145 h 2638097"/>
                        <a:gd name="connsiteX5-193" fmla="*/ 4099035 w 8187558"/>
                        <a:gd name="connsiteY5-194" fmla="*/ 1566042 h 2638097"/>
                        <a:gd name="connsiteX6-195" fmla="*/ 8187558 w 8187558"/>
                        <a:gd name="connsiteY6-196" fmla="*/ 0 h 2638097"/>
                        <a:gd name="connsiteX0-197" fmla="*/ 8187558 w 8187558"/>
                        <a:gd name="connsiteY0-198" fmla="*/ 0 h 2638097"/>
                        <a:gd name="connsiteX1-199" fmla="*/ 8187558 w 8187558"/>
                        <a:gd name="connsiteY1-200" fmla="*/ 1271752 h 2638097"/>
                        <a:gd name="connsiteX2-201" fmla="*/ 4099035 w 8187558"/>
                        <a:gd name="connsiteY2-202" fmla="*/ 2638097 h 2638097"/>
                        <a:gd name="connsiteX3-203" fmla="*/ 0 w 8187558"/>
                        <a:gd name="connsiteY3-204" fmla="*/ 1229711 h 2638097"/>
                        <a:gd name="connsiteX4-205" fmla="*/ 31531 w 8187558"/>
                        <a:gd name="connsiteY4-206" fmla="*/ 147145 h 2638097"/>
                        <a:gd name="connsiteX5-207" fmla="*/ 4099035 w 8187558"/>
                        <a:gd name="connsiteY5-208" fmla="*/ 1566042 h 2638097"/>
                        <a:gd name="connsiteX6-209" fmla="*/ 8187558 w 8187558"/>
                        <a:gd name="connsiteY6-210" fmla="*/ 0 h 2638097"/>
                        <a:gd name="connsiteX0-211" fmla="*/ 8187558 w 8187558"/>
                        <a:gd name="connsiteY0-212" fmla="*/ 0 h 2638097"/>
                        <a:gd name="connsiteX1-213" fmla="*/ 8187558 w 8187558"/>
                        <a:gd name="connsiteY1-214" fmla="*/ 1271752 h 2638097"/>
                        <a:gd name="connsiteX2-215" fmla="*/ 4099035 w 8187558"/>
                        <a:gd name="connsiteY2-216" fmla="*/ 2638097 h 2638097"/>
                        <a:gd name="connsiteX3-217" fmla="*/ 0 w 8187558"/>
                        <a:gd name="connsiteY3-218" fmla="*/ 1229711 h 2638097"/>
                        <a:gd name="connsiteX4-219" fmla="*/ 31531 w 8187558"/>
                        <a:gd name="connsiteY4-220" fmla="*/ 147145 h 2638097"/>
                        <a:gd name="connsiteX5-221" fmla="*/ 4099035 w 8187558"/>
                        <a:gd name="connsiteY5-222" fmla="*/ 1566042 h 2638097"/>
                        <a:gd name="connsiteX6-223" fmla="*/ 8187558 w 8187558"/>
                        <a:gd name="connsiteY6-224" fmla="*/ 0 h 2638097"/>
                        <a:gd name="connsiteX0-225" fmla="*/ 8187558 w 8187558"/>
                        <a:gd name="connsiteY0-226" fmla="*/ 0 h 2638097"/>
                        <a:gd name="connsiteX1-227" fmla="*/ 8187558 w 8187558"/>
                        <a:gd name="connsiteY1-228" fmla="*/ 1271752 h 2638097"/>
                        <a:gd name="connsiteX2-229" fmla="*/ 4099035 w 8187558"/>
                        <a:gd name="connsiteY2-230" fmla="*/ 2638097 h 2638097"/>
                        <a:gd name="connsiteX3-231" fmla="*/ 0 w 8187558"/>
                        <a:gd name="connsiteY3-232" fmla="*/ 1229711 h 2638097"/>
                        <a:gd name="connsiteX4-233" fmla="*/ 31531 w 8187558"/>
                        <a:gd name="connsiteY4-234" fmla="*/ 147145 h 2638097"/>
                        <a:gd name="connsiteX5-235" fmla="*/ 4099035 w 8187558"/>
                        <a:gd name="connsiteY5-236" fmla="*/ 1566042 h 2638097"/>
                        <a:gd name="connsiteX6-237" fmla="*/ 8187558 w 8187558"/>
                        <a:gd name="connsiteY6-238" fmla="*/ 0 h 2638097"/>
                        <a:gd name="connsiteX0-239" fmla="*/ 8187558 w 8187558"/>
                        <a:gd name="connsiteY0-240" fmla="*/ 0 h 2638097"/>
                        <a:gd name="connsiteX1-241" fmla="*/ 8187558 w 8187558"/>
                        <a:gd name="connsiteY1-242" fmla="*/ 1271752 h 2638097"/>
                        <a:gd name="connsiteX2-243" fmla="*/ 4099035 w 8187558"/>
                        <a:gd name="connsiteY2-244" fmla="*/ 2638097 h 2638097"/>
                        <a:gd name="connsiteX3-245" fmla="*/ 0 w 8187558"/>
                        <a:gd name="connsiteY3-246" fmla="*/ 1229711 h 2638097"/>
                        <a:gd name="connsiteX4-247" fmla="*/ 31531 w 8187558"/>
                        <a:gd name="connsiteY4-248" fmla="*/ 147145 h 2638097"/>
                        <a:gd name="connsiteX5-249" fmla="*/ 4099035 w 8187558"/>
                        <a:gd name="connsiteY5-250" fmla="*/ 1566042 h 2638097"/>
                        <a:gd name="connsiteX6-251" fmla="*/ 8187558 w 8187558"/>
                        <a:gd name="connsiteY6-252" fmla="*/ 0 h 2638097"/>
                        <a:gd name="connsiteX0-253" fmla="*/ 8187558 w 8187558"/>
                        <a:gd name="connsiteY0-254" fmla="*/ 0 h 2638097"/>
                        <a:gd name="connsiteX1-255" fmla="*/ 8187558 w 8187558"/>
                        <a:gd name="connsiteY1-256" fmla="*/ 1271752 h 2638097"/>
                        <a:gd name="connsiteX2-257" fmla="*/ 4099035 w 8187558"/>
                        <a:gd name="connsiteY2-258" fmla="*/ 2638097 h 2638097"/>
                        <a:gd name="connsiteX3-259" fmla="*/ 0 w 8187558"/>
                        <a:gd name="connsiteY3-260" fmla="*/ 1229711 h 2638097"/>
                        <a:gd name="connsiteX4-261" fmla="*/ 31531 w 8187558"/>
                        <a:gd name="connsiteY4-262" fmla="*/ 147145 h 2638097"/>
                        <a:gd name="connsiteX5-263" fmla="*/ 4099035 w 8187558"/>
                        <a:gd name="connsiteY5-264" fmla="*/ 1566042 h 2638097"/>
                        <a:gd name="connsiteX6-265" fmla="*/ 8187558 w 8187558"/>
                        <a:gd name="connsiteY6-266" fmla="*/ 0 h 2638097"/>
                        <a:gd name="connsiteX0-267" fmla="*/ 8187558 w 8187558"/>
                        <a:gd name="connsiteY0-268" fmla="*/ 0 h 2638097"/>
                        <a:gd name="connsiteX1-269" fmla="*/ 8187558 w 8187558"/>
                        <a:gd name="connsiteY1-270" fmla="*/ 1271752 h 2638097"/>
                        <a:gd name="connsiteX2-271" fmla="*/ 4099035 w 8187558"/>
                        <a:gd name="connsiteY2-272" fmla="*/ 2638097 h 2638097"/>
                        <a:gd name="connsiteX3-273" fmla="*/ 0 w 8187558"/>
                        <a:gd name="connsiteY3-274" fmla="*/ 1229711 h 2638097"/>
                        <a:gd name="connsiteX4-275" fmla="*/ 31531 w 8187558"/>
                        <a:gd name="connsiteY4-276" fmla="*/ 147145 h 2638097"/>
                        <a:gd name="connsiteX5-277" fmla="*/ 4099035 w 8187558"/>
                        <a:gd name="connsiteY5-278" fmla="*/ 1566042 h 2638097"/>
                        <a:gd name="connsiteX6-279" fmla="*/ 8187558 w 8187558"/>
                        <a:gd name="connsiteY6-280" fmla="*/ 0 h 2638097"/>
                        <a:gd name="connsiteX0-281" fmla="*/ 8187558 w 8187558"/>
                        <a:gd name="connsiteY0-282" fmla="*/ 0 h 2638097"/>
                        <a:gd name="connsiteX1-283" fmla="*/ 8187558 w 8187558"/>
                        <a:gd name="connsiteY1-284" fmla="*/ 1271752 h 2638097"/>
                        <a:gd name="connsiteX2-285" fmla="*/ 4099035 w 8187558"/>
                        <a:gd name="connsiteY2-286" fmla="*/ 2638097 h 2638097"/>
                        <a:gd name="connsiteX3-287" fmla="*/ 0 w 8187558"/>
                        <a:gd name="connsiteY3-288" fmla="*/ 1229711 h 2638097"/>
                        <a:gd name="connsiteX4-289" fmla="*/ 31531 w 8187558"/>
                        <a:gd name="connsiteY4-290" fmla="*/ 147145 h 2638097"/>
                        <a:gd name="connsiteX5-291" fmla="*/ 4099035 w 8187558"/>
                        <a:gd name="connsiteY5-292" fmla="*/ 1566042 h 2638097"/>
                        <a:gd name="connsiteX6-293" fmla="*/ 8187558 w 8187558"/>
                        <a:gd name="connsiteY6-294" fmla="*/ 0 h 2638097"/>
                        <a:gd name="connsiteX0-295" fmla="*/ 8176538 w 8176538"/>
                        <a:gd name="connsiteY0-296" fmla="*/ 0 h 2638097"/>
                        <a:gd name="connsiteX1-297" fmla="*/ 8176538 w 8176538"/>
                        <a:gd name="connsiteY1-298" fmla="*/ 1271752 h 2638097"/>
                        <a:gd name="connsiteX2-299" fmla="*/ 4088015 w 8176538"/>
                        <a:gd name="connsiteY2-300" fmla="*/ 2638097 h 2638097"/>
                        <a:gd name="connsiteX3-301" fmla="*/ 0 w 8176538"/>
                        <a:gd name="connsiteY3-302" fmla="*/ 1269888 h 2638097"/>
                        <a:gd name="connsiteX4-303" fmla="*/ 20511 w 8176538"/>
                        <a:gd name="connsiteY4-304" fmla="*/ 147145 h 2638097"/>
                        <a:gd name="connsiteX5-305" fmla="*/ 4088015 w 8176538"/>
                        <a:gd name="connsiteY5-306" fmla="*/ 1566042 h 2638097"/>
                        <a:gd name="connsiteX6-307" fmla="*/ 8176538 w 8176538"/>
                        <a:gd name="connsiteY6-308" fmla="*/ 0 h 2638097"/>
                        <a:gd name="connsiteX0-309" fmla="*/ 8176538 w 8176538"/>
                        <a:gd name="connsiteY0-310" fmla="*/ 0 h 2772020"/>
                        <a:gd name="connsiteX1-311" fmla="*/ 8176538 w 8176538"/>
                        <a:gd name="connsiteY1-312" fmla="*/ 1271752 h 2772020"/>
                        <a:gd name="connsiteX2-313" fmla="*/ 4099034 w 8176538"/>
                        <a:gd name="connsiteY2-314" fmla="*/ 2772020 h 2772020"/>
                        <a:gd name="connsiteX3-315" fmla="*/ 0 w 8176538"/>
                        <a:gd name="connsiteY3-316" fmla="*/ 1269888 h 2772020"/>
                        <a:gd name="connsiteX4-317" fmla="*/ 20511 w 8176538"/>
                        <a:gd name="connsiteY4-318" fmla="*/ 147145 h 2772020"/>
                        <a:gd name="connsiteX5-319" fmla="*/ 4088015 w 8176538"/>
                        <a:gd name="connsiteY5-320" fmla="*/ 1566042 h 2772020"/>
                        <a:gd name="connsiteX6-321" fmla="*/ 8176538 w 8176538"/>
                        <a:gd name="connsiteY6-322" fmla="*/ 0 h 2772020"/>
                        <a:gd name="connsiteX0-323" fmla="*/ 8176538 w 8176538"/>
                        <a:gd name="connsiteY0-324" fmla="*/ 0 h 2772339"/>
                        <a:gd name="connsiteX1-325" fmla="*/ 8176538 w 8176538"/>
                        <a:gd name="connsiteY1-326" fmla="*/ 1378890 h 2772339"/>
                        <a:gd name="connsiteX2-327" fmla="*/ 4099034 w 8176538"/>
                        <a:gd name="connsiteY2-328" fmla="*/ 2772020 h 2772339"/>
                        <a:gd name="connsiteX3-329" fmla="*/ 0 w 8176538"/>
                        <a:gd name="connsiteY3-330" fmla="*/ 1269888 h 2772339"/>
                        <a:gd name="connsiteX4-331" fmla="*/ 20511 w 8176538"/>
                        <a:gd name="connsiteY4-332" fmla="*/ 147145 h 2772339"/>
                        <a:gd name="connsiteX5-333" fmla="*/ 4088015 w 8176538"/>
                        <a:gd name="connsiteY5-334" fmla="*/ 1566042 h 2772339"/>
                        <a:gd name="connsiteX6-335" fmla="*/ 8176538 w 8176538"/>
                        <a:gd name="connsiteY6-336" fmla="*/ 0 h 2772339"/>
                        <a:gd name="connsiteX0-337" fmla="*/ 8176538 w 8176538"/>
                        <a:gd name="connsiteY0-338" fmla="*/ 0 h 2825888"/>
                        <a:gd name="connsiteX1-339" fmla="*/ 8176538 w 8176538"/>
                        <a:gd name="connsiteY1-340" fmla="*/ 1378890 h 2825888"/>
                        <a:gd name="connsiteX2-341" fmla="*/ 4099034 w 8176538"/>
                        <a:gd name="connsiteY2-342" fmla="*/ 2825590 h 2825888"/>
                        <a:gd name="connsiteX3-343" fmla="*/ 0 w 8176538"/>
                        <a:gd name="connsiteY3-344" fmla="*/ 1269888 h 2825888"/>
                        <a:gd name="connsiteX4-345" fmla="*/ 20511 w 8176538"/>
                        <a:gd name="connsiteY4-346" fmla="*/ 147145 h 2825888"/>
                        <a:gd name="connsiteX5-347" fmla="*/ 4088015 w 8176538"/>
                        <a:gd name="connsiteY5-348" fmla="*/ 1566042 h 2825888"/>
                        <a:gd name="connsiteX6-349" fmla="*/ 8176538 w 8176538"/>
                        <a:gd name="connsiteY6-350" fmla="*/ 0 h 2825888"/>
                        <a:gd name="connsiteX0-351" fmla="*/ 8165518 w 8165518"/>
                        <a:gd name="connsiteY0-352" fmla="*/ 0 h 2825606"/>
                        <a:gd name="connsiteX1-353" fmla="*/ 8165518 w 8165518"/>
                        <a:gd name="connsiteY1-354" fmla="*/ 1378890 h 2825606"/>
                        <a:gd name="connsiteX2-355" fmla="*/ 4088014 w 8165518"/>
                        <a:gd name="connsiteY2-356" fmla="*/ 2825590 h 2825606"/>
                        <a:gd name="connsiteX3-357" fmla="*/ 0 w 8165518"/>
                        <a:gd name="connsiteY3-358" fmla="*/ 1403811 h 2825606"/>
                        <a:gd name="connsiteX4-359" fmla="*/ 9491 w 8165518"/>
                        <a:gd name="connsiteY4-360" fmla="*/ 147145 h 2825606"/>
                        <a:gd name="connsiteX5-361" fmla="*/ 4076995 w 8165518"/>
                        <a:gd name="connsiteY5-362" fmla="*/ 1566042 h 2825606"/>
                        <a:gd name="connsiteX6-363" fmla="*/ 8165518 w 8165518"/>
                        <a:gd name="connsiteY6-364" fmla="*/ 0 h 2825606"/>
                        <a:gd name="connsiteX0-365" fmla="*/ 8165518 w 8165518"/>
                        <a:gd name="connsiteY0-366" fmla="*/ 0 h 2879174"/>
                        <a:gd name="connsiteX1-367" fmla="*/ 8165518 w 8165518"/>
                        <a:gd name="connsiteY1-368" fmla="*/ 1378890 h 2879174"/>
                        <a:gd name="connsiteX2-369" fmla="*/ 4132092 w 8165518"/>
                        <a:gd name="connsiteY2-370" fmla="*/ 2879159 h 2879174"/>
                        <a:gd name="connsiteX3-371" fmla="*/ 0 w 8165518"/>
                        <a:gd name="connsiteY3-372" fmla="*/ 1403811 h 2879174"/>
                        <a:gd name="connsiteX4-373" fmla="*/ 9491 w 8165518"/>
                        <a:gd name="connsiteY4-374" fmla="*/ 147145 h 2879174"/>
                        <a:gd name="connsiteX5-375" fmla="*/ 4076995 w 8165518"/>
                        <a:gd name="connsiteY5-376" fmla="*/ 1566042 h 2879174"/>
                        <a:gd name="connsiteX6-377" fmla="*/ 8165518 w 8165518"/>
                        <a:gd name="connsiteY6-378" fmla="*/ 0 h 2879174"/>
                        <a:gd name="connsiteX0-379" fmla="*/ 8165518 w 8176537"/>
                        <a:gd name="connsiteY0-380" fmla="*/ 0 h 2879410"/>
                        <a:gd name="connsiteX1-381" fmla="*/ 8176537 w 8176537"/>
                        <a:gd name="connsiteY1-382" fmla="*/ 1499420 h 2879410"/>
                        <a:gd name="connsiteX2-383" fmla="*/ 4132092 w 8176537"/>
                        <a:gd name="connsiteY2-384" fmla="*/ 2879159 h 2879410"/>
                        <a:gd name="connsiteX3-385" fmla="*/ 0 w 8176537"/>
                        <a:gd name="connsiteY3-386" fmla="*/ 1403811 h 2879410"/>
                        <a:gd name="connsiteX4-387" fmla="*/ 9491 w 8176537"/>
                        <a:gd name="connsiteY4-388" fmla="*/ 147145 h 2879410"/>
                        <a:gd name="connsiteX5-389" fmla="*/ 4076995 w 8176537"/>
                        <a:gd name="connsiteY5-390" fmla="*/ 1566042 h 2879410"/>
                        <a:gd name="connsiteX6-391" fmla="*/ 8165518 w 8176537"/>
                        <a:gd name="connsiteY6-392" fmla="*/ 0 h 2879410"/>
                        <a:gd name="connsiteX0-393" fmla="*/ 8165518 w 8176537"/>
                        <a:gd name="connsiteY0-394" fmla="*/ 0 h 2879262"/>
                        <a:gd name="connsiteX1-395" fmla="*/ 8176537 w 8176537"/>
                        <a:gd name="connsiteY1-396" fmla="*/ 1499420 h 2879262"/>
                        <a:gd name="connsiteX2-397" fmla="*/ 4132092 w 8176537"/>
                        <a:gd name="connsiteY2-398" fmla="*/ 2879159 h 2879262"/>
                        <a:gd name="connsiteX3-399" fmla="*/ 0 w 8176537"/>
                        <a:gd name="connsiteY3-400" fmla="*/ 1403811 h 2879262"/>
                        <a:gd name="connsiteX4-401" fmla="*/ 9491 w 8176537"/>
                        <a:gd name="connsiteY4-402" fmla="*/ 147145 h 2879262"/>
                        <a:gd name="connsiteX5-403" fmla="*/ 4076995 w 8176537"/>
                        <a:gd name="connsiteY5-404" fmla="*/ 1566042 h 2879262"/>
                        <a:gd name="connsiteX6-405" fmla="*/ 8165518 w 8176537"/>
                        <a:gd name="connsiteY6-406" fmla="*/ 0 h 2879262"/>
                        <a:gd name="connsiteX0-407" fmla="*/ 8165518 w 8176537"/>
                        <a:gd name="connsiteY0-408" fmla="*/ 0 h 2879163"/>
                        <a:gd name="connsiteX1-409" fmla="*/ 8176537 w 8176537"/>
                        <a:gd name="connsiteY1-410" fmla="*/ 1499420 h 2879163"/>
                        <a:gd name="connsiteX2-411" fmla="*/ 4132092 w 8176537"/>
                        <a:gd name="connsiteY2-412" fmla="*/ 2879159 h 2879163"/>
                        <a:gd name="connsiteX3-413" fmla="*/ 0 w 8176537"/>
                        <a:gd name="connsiteY3-414" fmla="*/ 1510948 h 2879163"/>
                        <a:gd name="connsiteX4-415" fmla="*/ 9491 w 8176537"/>
                        <a:gd name="connsiteY4-416" fmla="*/ 147145 h 2879163"/>
                        <a:gd name="connsiteX5-417" fmla="*/ 4076995 w 8176537"/>
                        <a:gd name="connsiteY5-418" fmla="*/ 1566042 h 2879163"/>
                        <a:gd name="connsiteX6-419" fmla="*/ 8165518 w 8176537"/>
                        <a:gd name="connsiteY6-420" fmla="*/ 0 h 2879163"/>
                        <a:gd name="connsiteX0-421" fmla="*/ 8165518 w 8198577"/>
                        <a:gd name="connsiteY0-422" fmla="*/ 0 h 2879451"/>
                        <a:gd name="connsiteX1-423" fmla="*/ 8198577 w 8198577"/>
                        <a:gd name="connsiteY1-424" fmla="*/ 1606558 h 2879451"/>
                        <a:gd name="connsiteX2-425" fmla="*/ 4132092 w 8198577"/>
                        <a:gd name="connsiteY2-426" fmla="*/ 2879159 h 2879451"/>
                        <a:gd name="connsiteX3-427" fmla="*/ 0 w 8198577"/>
                        <a:gd name="connsiteY3-428" fmla="*/ 1510948 h 2879451"/>
                        <a:gd name="connsiteX4-429" fmla="*/ 9491 w 8198577"/>
                        <a:gd name="connsiteY4-430" fmla="*/ 147145 h 2879451"/>
                        <a:gd name="connsiteX5-431" fmla="*/ 4076995 w 8198577"/>
                        <a:gd name="connsiteY5-432" fmla="*/ 1566042 h 2879451"/>
                        <a:gd name="connsiteX6-433" fmla="*/ 8165518 w 8198577"/>
                        <a:gd name="connsiteY6-434" fmla="*/ 0 h 2879451"/>
                        <a:gd name="connsiteX0-435" fmla="*/ 8165518 w 8165518"/>
                        <a:gd name="connsiteY0-436" fmla="*/ 0 h 2880066"/>
                        <a:gd name="connsiteX1-437" fmla="*/ 8165518 w 8165518"/>
                        <a:gd name="connsiteY1-438" fmla="*/ 1673520 h 2880066"/>
                        <a:gd name="connsiteX2-439" fmla="*/ 4132092 w 8165518"/>
                        <a:gd name="connsiteY2-440" fmla="*/ 2879159 h 2880066"/>
                        <a:gd name="connsiteX3-441" fmla="*/ 0 w 8165518"/>
                        <a:gd name="connsiteY3-442" fmla="*/ 1510948 h 2880066"/>
                        <a:gd name="connsiteX4-443" fmla="*/ 9491 w 8165518"/>
                        <a:gd name="connsiteY4-444" fmla="*/ 147145 h 2880066"/>
                        <a:gd name="connsiteX5-445" fmla="*/ 4076995 w 8165518"/>
                        <a:gd name="connsiteY5-446" fmla="*/ 1566042 h 2880066"/>
                        <a:gd name="connsiteX6-447" fmla="*/ 8165518 w 8165518"/>
                        <a:gd name="connsiteY6-448" fmla="*/ 0 h 2880066"/>
                        <a:gd name="connsiteX0-449" fmla="*/ 8156794 w 8156794"/>
                        <a:gd name="connsiteY0-450" fmla="*/ 0 h 2879270"/>
                        <a:gd name="connsiteX1-451" fmla="*/ 8156794 w 8156794"/>
                        <a:gd name="connsiteY1-452" fmla="*/ 1673520 h 2879270"/>
                        <a:gd name="connsiteX2-453" fmla="*/ 4123368 w 8156794"/>
                        <a:gd name="connsiteY2-454" fmla="*/ 2879159 h 2879270"/>
                        <a:gd name="connsiteX3-455" fmla="*/ 2295 w 8156794"/>
                        <a:gd name="connsiteY3-456" fmla="*/ 1618086 h 2879270"/>
                        <a:gd name="connsiteX4-457" fmla="*/ 767 w 8156794"/>
                        <a:gd name="connsiteY4-458" fmla="*/ 147145 h 2879270"/>
                        <a:gd name="connsiteX5-459" fmla="*/ 4068271 w 8156794"/>
                        <a:gd name="connsiteY5-460" fmla="*/ 1566042 h 2879270"/>
                        <a:gd name="connsiteX6-461" fmla="*/ 8156794 w 8156794"/>
                        <a:gd name="connsiteY6-462" fmla="*/ 0 h 2879270"/>
                        <a:gd name="connsiteX0-463" fmla="*/ 8156794 w 8156794"/>
                        <a:gd name="connsiteY0-464" fmla="*/ 0 h 2973000"/>
                        <a:gd name="connsiteX1-465" fmla="*/ 8156794 w 8156794"/>
                        <a:gd name="connsiteY1-466" fmla="*/ 1673520 h 2973000"/>
                        <a:gd name="connsiteX2-467" fmla="*/ 4134388 w 8156794"/>
                        <a:gd name="connsiteY2-468" fmla="*/ 2972904 h 2973000"/>
                        <a:gd name="connsiteX3-469" fmla="*/ 2295 w 8156794"/>
                        <a:gd name="connsiteY3-470" fmla="*/ 1618086 h 2973000"/>
                        <a:gd name="connsiteX4-471" fmla="*/ 767 w 8156794"/>
                        <a:gd name="connsiteY4-472" fmla="*/ 147145 h 2973000"/>
                        <a:gd name="connsiteX5-473" fmla="*/ 4068271 w 8156794"/>
                        <a:gd name="connsiteY5-474" fmla="*/ 1566042 h 2973000"/>
                        <a:gd name="connsiteX6-475" fmla="*/ 8156794 w 8156794"/>
                        <a:gd name="connsiteY6-476" fmla="*/ 0 h 2973000"/>
                        <a:gd name="connsiteX0-477" fmla="*/ 8156794 w 8156794"/>
                        <a:gd name="connsiteY0-478" fmla="*/ 0 h 2973000"/>
                        <a:gd name="connsiteX1-479" fmla="*/ 8156794 w 8156794"/>
                        <a:gd name="connsiteY1-480" fmla="*/ 1673520 h 2973000"/>
                        <a:gd name="connsiteX2-481" fmla="*/ 4134388 w 8156794"/>
                        <a:gd name="connsiteY2-482" fmla="*/ 2972904 h 2973000"/>
                        <a:gd name="connsiteX3-483" fmla="*/ 2295 w 8156794"/>
                        <a:gd name="connsiteY3-484" fmla="*/ 1618086 h 2973000"/>
                        <a:gd name="connsiteX4-485" fmla="*/ 767 w 8156794"/>
                        <a:gd name="connsiteY4-486" fmla="*/ 147145 h 2973000"/>
                        <a:gd name="connsiteX5-487" fmla="*/ 4068271 w 8156794"/>
                        <a:gd name="connsiteY5-488" fmla="*/ 1566042 h 2973000"/>
                        <a:gd name="connsiteX6-489" fmla="*/ 8156794 w 8156794"/>
                        <a:gd name="connsiteY6-490" fmla="*/ 0 h 2973000"/>
                        <a:gd name="connsiteX0-491" fmla="*/ 8156794 w 8156794"/>
                        <a:gd name="connsiteY0-492" fmla="*/ 0 h 2973000"/>
                        <a:gd name="connsiteX1-493" fmla="*/ 8156794 w 8156794"/>
                        <a:gd name="connsiteY1-494" fmla="*/ 1673520 h 2973000"/>
                        <a:gd name="connsiteX2-495" fmla="*/ 4134388 w 8156794"/>
                        <a:gd name="connsiteY2-496" fmla="*/ 2972904 h 2973000"/>
                        <a:gd name="connsiteX3-497" fmla="*/ 2295 w 8156794"/>
                        <a:gd name="connsiteY3-498" fmla="*/ 1618086 h 2973000"/>
                        <a:gd name="connsiteX4-499" fmla="*/ 767 w 8156794"/>
                        <a:gd name="connsiteY4-500" fmla="*/ 147145 h 2973000"/>
                        <a:gd name="connsiteX5-501" fmla="*/ 4068271 w 8156794"/>
                        <a:gd name="connsiteY5-502" fmla="*/ 1566042 h 2973000"/>
                        <a:gd name="connsiteX6-503" fmla="*/ 8156794 w 8156794"/>
                        <a:gd name="connsiteY6-504" fmla="*/ 0 h 2973000"/>
                        <a:gd name="connsiteX0-505" fmla="*/ 8156794 w 8156794"/>
                        <a:gd name="connsiteY0-506" fmla="*/ 0 h 2973020"/>
                        <a:gd name="connsiteX1-507" fmla="*/ 8156794 w 8156794"/>
                        <a:gd name="connsiteY1-508" fmla="*/ 1673520 h 2973020"/>
                        <a:gd name="connsiteX2-509" fmla="*/ 4134388 w 8156794"/>
                        <a:gd name="connsiteY2-510" fmla="*/ 2972904 h 2973020"/>
                        <a:gd name="connsiteX3-511" fmla="*/ 2295 w 8156794"/>
                        <a:gd name="connsiteY3-512" fmla="*/ 1618086 h 2973020"/>
                        <a:gd name="connsiteX4-513" fmla="*/ 767 w 8156794"/>
                        <a:gd name="connsiteY4-514" fmla="*/ 147145 h 2973020"/>
                        <a:gd name="connsiteX5-515" fmla="*/ 4068271 w 8156794"/>
                        <a:gd name="connsiteY5-516" fmla="*/ 1566042 h 2973020"/>
                        <a:gd name="connsiteX6-517" fmla="*/ 8156794 w 8156794"/>
                        <a:gd name="connsiteY6-518" fmla="*/ 0 h 2973020"/>
                        <a:gd name="connsiteX0-519" fmla="*/ 8156794 w 8156794"/>
                        <a:gd name="connsiteY0-520" fmla="*/ 0 h 2973021"/>
                        <a:gd name="connsiteX1-521" fmla="*/ 8156794 w 8156794"/>
                        <a:gd name="connsiteY1-522" fmla="*/ 1673520 h 2973021"/>
                        <a:gd name="connsiteX2-523" fmla="*/ 4134388 w 8156794"/>
                        <a:gd name="connsiteY2-524" fmla="*/ 2972904 h 2973021"/>
                        <a:gd name="connsiteX3-525" fmla="*/ 2295 w 8156794"/>
                        <a:gd name="connsiteY3-526" fmla="*/ 1618086 h 2973021"/>
                        <a:gd name="connsiteX4-527" fmla="*/ 767 w 8156794"/>
                        <a:gd name="connsiteY4-528" fmla="*/ 147145 h 2973021"/>
                        <a:gd name="connsiteX5-529" fmla="*/ 4068271 w 8156794"/>
                        <a:gd name="connsiteY5-530" fmla="*/ 1566042 h 2973021"/>
                        <a:gd name="connsiteX6-531" fmla="*/ 8156794 w 8156794"/>
                        <a:gd name="connsiteY6-532" fmla="*/ 0 h 2973021"/>
                        <a:gd name="connsiteX0-533" fmla="*/ 8156794 w 8156794"/>
                        <a:gd name="connsiteY0-534" fmla="*/ 0 h 2973021"/>
                        <a:gd name="connsiteX1-535" fmla="*/ 8156794 w 8156794"/>
                        <a:gd name="connsiteY1-536" fmla="*/ 1673520 h 2973021"/>
                        <a:gd name="connsiteX2-537" fmla="*/ 4134388 w 8156794"/>
                        <a:gd name="connsiteY2-538" fmla="*/ 2972904 h 2973021"/>
                        <a:gd name="connsiteX3-539" fmla="*/ 2295 w 8156794"/>
                        <a:gd name="connsiteY3-540" fmla="*/ 1618086 h 2973021"/>
                        <a:gd name="connsiteX4-541" fmla="*/ 767 w 8156794"/>
                        <a:gd name="connsiteY4-542" fmla="*/ 147145 h 2973021"/>
                        <a:gd name="connsiteX5-543" fmla="*/ 4068271 w 8156794"/>
                        <a:gd name="connsiteY5-544" fmla="*/ 1566042 h 2973021"/>
                        <a:gd name="connsiteX6-545" fmla="*/ 8156794 w 8156794"/>
                        <a:gd name="connsiteY6-546" fmla="*/ 0 h 2973021"/>
                        <a:gd name="connsiteX0-547" fmla="*/ 8156794 w 8156794"/>
                        <a:gd name="connsiteY0-548" fmla="*/ 0 h 2973021"/>
                        <a:gd name="connsiteX1-549" fmla="*/ 8156794 w 8156794"/>
                        <a:gd name="connsiteY1-550" fmla="*/ 1673520 h 2973021"/>
                        <a:gd name="connsiteX2-551" fmla="*/ 4134388 w 8156794"/>
                        <a:gd name="connsiteY2-552" fmla="*/ 2972904 h 2973021"/>
                        <a:gd name="connsiteX3-553" fmla="*/ 2295 w 8156794"/>
                        <a:gd name="connsiteY3-554" fmla="*/ 1618086 h 2973021"/>
                        <a:gd name="connsiteX4-555" fmla="*/ 767 w 8156794"/>
                        <a:gd name="connsiteY4-556" fmla="*/ 147145 h 2973021"/>
                        <a:gd name="connsiteX5-557" fmla="*/ 4068271 w 8156794"/>
                        <a:gd name="connsiteY5-558" fmla="*/ 1566042 h 2973021"/>
                        <a:gd name="connsiteX6-559" fmla="*/ 8156794 w 8156794"/>
                        <a:gd name="connsiteY6-560" fmla="*/ 0 h 2973021"/>
                        <a:gd name="connsiteX0-561" fmla="*/ 8156794 w 8156794"/>
                        <a:gd name="connsiteY0-562" fmla="*/ 0 h 2973021"/>
                        <a:gd name="connsiteX1-563" fmla="*/ 8156794 w 8156794"/>
                        <a:gd name="connsiteY1-564" fmla="*/ 1673520 h 2973021"/>
                        <a:gd name="connsiteX2-565" fmla="*/ 4134388 w 8156794"/>
                        <a:gd name="connsiteY2-566" fmla="*/ 2972904 h 2973021"/>
                        <a:gd name="connsiteX3-567" fmla="*/ 2295 w 8156794"/>
                        <a:gd name="connsiteY3-568" fmla="*/ 1618086 h 2973021"/>
                        <a:gd name="connsiteX4-569" fmla="*/ 767 w 8156794"/>
                        <a:gd name="connsiteY4-570" fmla="*/ 147145 h 2973021"/>
                        <a:gd name="connsiteX5-571" fmla="*/ 4068271 w 8156794"/>
                        <a:gd name="connsiteY5-572" fmla="*/ 1566042 h 2973021"/>
                        <a:gd name="connsiteX6-573" fmla="*/ 8156794 w 8156794"/>
                        <a:gd name="connsiteY6-574" fmla="*/ 0 h 2973021"/>
                        <a:gd name="connsiteX0-575" fmla="*/ 8156794 w 8156794"/>
                        <a:gd name="connsiteY0-576" fmla="*/ 0 h 2973141"/>
                        <a:gd name="connsiteX1-577" fmla="*/ 8156794 w 8156794"/>
                        <a:gd name="connsiteY1-578" fmla="*/ 1673520 h 2973141"/>
                        <a:gd name="connsiteX2-579" fmla="*/ 4134388 w 8156794"/>
                        <a:gd name="connsiteY2-580" fmla="*/ 2972904 h 2973141"/>
                        <a:gd name="connsiteX3-581" fmla="*/ 2295 w 8156794"/>
                        <a:gd name="connsiteY3-582" fmla="*/ 1618086 h 2973141"/>
                        <a:gd name="connsiteX4-583" fmla="*/ 767 w 8156794"/>
                        <a:gd name="connsiteY4-584" fmla="*/ 147145 h 2973141"/>
                        <a:gd name="connsiteX5-585" fmla="*/ 4068271 w 8156794"/>
                        <a:gd name="connsiteY5-586" fmla="*/ 1566042 h 2973141"/>
                        <a:gd name="connsiteX6-587" fmla="*/ 8156794 w 8156794"/>
                        <a:gd name="connsiteY6-588" fmla="*/ 0 h 2973141"/>
                        <a:gd name="connsiteX0-589" fmla="*/ 8156794 w 8156794"/>
                        <a:gd name="connsiteY0-590" fmla="*/ 0 h 3066827"/>
                        <a:gd name="connsiteX1-591" fmla="*/ 8156794 w 8156794"/>
                        <a:gd name="connsiteY1-592" fmla="*/ 1673520 h 3066827"/>
                        <a:gd name="connsiteX2-593" fmla="*/ 4123353 w 8156794"/>
                        <a:gd name="connsiteY2-594" fmla="*/ 3066650 h 3066827"/>
                        <a:gd name="connsiteX3-595" fmla="*/ 2295 w 8156794"/>
                        <a:gd name="connsiteY3-596" fmla="*/ 1618086 h 3066827"/>
                        <a:gd name="connsiteX4-597" fmla="*/ 767 w 8156794"/>
                        <a:gd name="connsiteY4-598" fmla="*/ 147145 h 3066827"/>
                        <a:gd name="connsiteX5-599" fmla="*/ 4068271 w 8156794"/>
                        <a:gd name="connsiteY5-600" fmla="*/ 1566042 h 3066827"/>
                        <a:gd name="connsiteX6-601" fmla="*/ 8156794 w 8156794"/>
                        <a:gd name="connsiteY6-602" fmla="*/ 0 h 3066827"/>
                        <a:gd name="connsiteX0-603" fmla="*/ 8123689 w 8156794"/>
                        <a:gd name="connsiteY0-604" fmla="*/ 0 h 2999866"/>
                        <a:gd name="connsiteX1-605" fmla="*/ 8156794 w 8156794"/>
                        <a:gd name="connsiteY1-606" fmla="*/ 1606559 h 2999866"/>
                        <a:gd name="connsiteX2-607" fmla="*/ 4123353 w 8156794"/>
                        <a:gd name="connsiteY2-608" fmla="*/ 2999689 h 2999866"/>
                        <a:gd name="connsiteX3-609" fmla="*/ 2295 w 8156794"/>
                        <a:gd name="connsiteY3-610" fmla="*/ 1551125 h 2999866"/>
                        <a:gd name="connsiteX4-611" fmla="*/ 767 w 8156794"/>
                        <a:gd name="connsiteY4-612" fmla="*/ 80184 h 2999866"/>
                        <a:gd name="connsiteX5-613" fmla="*/ 4068271 w 8156794"/>
                        <a:gd name="connsiteY5-614" fmla="*/ 1499081 h 2999866"/>
                        <a:gd name="connsiteX6-615" fmla="*/ 8123689 w 8156794"/>
                        <a:gd name="connsiteY6-616" fmla="*/ 0 h 2999866"/>
                        <a:gd name="connsiteX0-617" fmla="*/ 8167828 w 8167828"/>
                        <a:gd name="connsiteY0-618" fmla="*/ 0 h 3026651"/>
                        <a:gd name="connsiteX1-619" fmla="*/ 8156794 w 8167828"/>
                        <a:gd name="connsiteY1-620" fmla="*/ 1633344 h 3026651"/>
                        <a:gd name="connsiteX2-621" fmla="*/ 4123353 w 8167828"/>
                        <a:gd name="connsiteY2-622" fmla="*/ 3026474 h 3026651"/>
                        <a:gd name="connsiteX3-623" fmla="*/ 2295 w 8167828"/>
                        <a:gd name="connsiteY3-624" fmla="*/ 1577910 h 3026651"/>
                        <a:gd name="connsiteX4-625" fmla="*/ 767 w 8167828"/>
                        <a:gd name="connsiteY4-626" fmla="*/ 106969 h 3026651"/>
                        <a:gd name="connsiteX5-627" fmla="*/ 4068271 w 8167828"/>
                        <a:gd name="connsiteY5-628" fmla="*/ 1525866 h 3026651"/>
                        <a:gd name="connsiteX6-629" fmla="*/ 8167828 w 8167828"/>
                        <a:gd name="connsiteY6-630" fmla="*/ 0 h 3026651"/>
                        <a:gd name="connsiteX0-631" fmla="*/ 8167828 w 8167828"/>
                        <a:gd name="connsiteY0-632" fmla="*/ 0 h 3027228"/>
                        <a:gd name="connsiteX1-633" fmla="*/ 8145760 w 8167828"/>
                        <a:gd name="connsiteY1-634" fmla="*/ 1686913 h 3027228"/>
                        <a:gd name="connsiteX2-635" fmla="*/ 4123353 w 8167828"/>
                        <a:gd name="connsiteY2-636" fmla="*/ 3026474 h 3027228"/>
                        <a:gd name="connsiteX3-637" fmla="*/ 2295 w 8167828"/>
                        <a:gd name="connsiteY3-638" fmla="*/ 1577910 h 3027228"/>
                        <a:gd name="connsiteX4-639" fmla="*/ 767 w 8167828"/>
                        <a:gd name="connsiteY4-640" fmla="*/ 106969 h 3027228"/>
                        <a:gd name="connsiteX5-641" fmla="*/ 4068271 w 8167828"/>
                        <a:gd name="connsiteY5-642" fmla="*/ 1525866 h 3027228"/>
                        <a:gd name="connsiteX6-643" fmla="*/ 8167828 w 8167828"/>
                        <a:gd name="connsiteY6-644" fmla="*/ 0 h 3027228"/>
                        <a:gd name="connsiteX0-645" fmla="*/ 8156794 w 8156794"/>
                        <a:gd name="connsiteY0-646" fmla="*/ 0 h 2933483"/>
                        <a:gd name="connsiteX1-647" fmla="*/ 8145760 w 8156794"/>
                        <a:gd name="connsiteY1-648" fmla="*/ 1593168 h 2933483"/>
                        <a:gd name="connsiteX2-649" fmla="*/ 4123353 w 8156794"/>
                        <a:gd name="connsiteY2-650" fmla="*/ 2932729 h 2933483"/>
                        <a:gd name="connsiteX3-651" fmla="*/ 2295 w 8156794"/>
                        <a:gd name="connsiteY3-652" fmla="*/ 1484165 h 2933483"/>
                        <a:gd name="connsiteX4-653" fmla="*/ 767 w 8156794"/>
                        <a:gd name="connsiteY4-654" fmla="*/ 13224 h 2933483"/>
                        <a:gd name="connsiteX5-655" fmla="*/ 4068271 w 8156794"/>
                        <a:gd name="connsiteY5-656" fmla="*/ 1432121 h 2933483"/>
                        <a:gd name="connsiteX6-657" fmla="*/ 8156794 w 8156794"/>
                        <a:gd name="connsiteY6-658" fmla="*/ 0 h 2933483"/>
                        <a:gd name="connsiteX0-659" fmla="*/ 8156794 w 8156794"/>
                        <a:gd name="connsiteY0-660" fmla="*/ 0 h 2933483"/>
                        <a:gd name="connsiteX1-661" fmla="*/ 8145760 w 8156794"/>
                        <a:gd name="connsiteY1-662" fmla="*/ 1593168 h 2933483"/>
                        <a:gd name="connsiteX2-663" fmla="*/ 4123353 w 8156794"/>
                        <a:gd name="connsiteY2-664" fmla="*/ 2932729 h 2933483"/>
                        <a:gd name="connsiteX3-665" fmla="*/ 2295 w 8156794"/>
                        <a:gd name="connsiteY3-666" fmla="*/ 1484165 h 2933483"/>
                        <a:gd name="connsiteX4-667" fmla="*/ 767 w 8156794"/>
                        <a:gd name="connsiteY4-668" fmla="*/ 13224 h 2933483"/>
                        <a:gd name="connsiteX5-669" fmla="*/ 4068271 w 8156794"/>
                        <a:gd name="connsiteY5-670" fmla="*/ 1432121 h 2933483"/>
                        <a:gd name="connsiteX6-671" fmla="*/ 8156794 w 8156794"/>
                        <a:gd name="connsiteY6-672" fmla="*/ 0 h 2933483"/>
                        <a:gd name="connsiteX0-673" fmla="*/ 8123689 w 8145760"/>
                        <a:gd name="connsiteY0-674" fmla="*/ 13560 h 2920259"/>
                        <a:gd name="connsiteX1-675" fmla="*/ 8145760 w 8145760"/>
                        <a:gd name="connsiteY1-676" fmla="*/ 1579944 h 2920259"/>
                        <a:gd name="connsiteX2-677" fmla="*/ 4123353 w 8145760"/>
                        <a:gd name="connsiteY2-678" fmla="*/ 2919505 h 2920259"/>
                        <a:gd name="connsiteX3-679" fmla="*/ 2295 w 8145760"/>
                        <a:gd name="connsiteY3-680" fmla="*/ 1470941 h 2920259"/>
                        <a:gd name="connsiteX4-681" fmla="*/ 767 w 8145760"/>
                        <a:gd name="connsiteY4-682" fmla="*/ 0 h 2920259"/>
                        <a:gd name="connsiteX5-683" fmla="*/ 4068271 w 8145760"/>
                        <a:gd name="connsiteY5-684" fmla="*/ 1418897 h 2920259"/>
                        <a:gd name="connsiteX6-685" fmla="*/ 8123689 w 8145760"/>
                        <a:gd name="connsiteY6-686" fmla="*/ 13560 h 2920259"/>
                        <a:gd name="connsiteX0-687" fmla="*/ 8178863 w 8178863"/>
                        <a:gd name="connsiteY0-688" fmla="*/ 26952 h 2920259"/>
                        <a:gd name="connsiteX1-689" fmla="*/ 8145760 w 8178863"/>
                        <a:gd name="connsiteY1-690" fmla="*/ 1579944 h 2920259"/>
                        <a:gd name="connsiteX2-691" fmla="*/ 4123353 w 8178863"/>
                        <a:gd name="connsiteY2-692" fmla="*/ 2919505 h 2920259"/>
                        <a:gd name="connsiteX3-693" fmla="*/ 2295 w 8178863"/>
                        <a:gd name="connsiteY3-694" fmla="*/ 1470941 h 2920259"/>
                        <a:gd name="connsiteX4-695" fmla="*/ 767 w 8178863"/>
                        <a:gd name="connsiteY4-696" fmla="*/ 0 h 2920259"/>
                        <a:gd name="connsiteX5-697" fmla="*/ 4068271 w 8178863"/>
                        <a:gd name="connsiteY5-698" fmla="*/ 1418897 h 2920259"/>
                        <a:gd name="connsiteX6-699" fmla="*/ 8178863 w 8178863"/>
                        <a:gd name="connsiteY6-700" fmla="*/ 26952 h 2920259"/>
                        <a:gd name="connsiteX0-701" fmla="*/ 8167827 w 8167827"/>
                        <a:gd name="connsiteY0-702" fmla="*/ 40343 h 2920259"/>
                        <a:gd name="connsiteX1-703" fmla="*/ 8145760 w 8167827"/>
                        <a:gd name="connsiteY1-704" fmla="*/ 1579944 h 2920259"/>
                        <a:gd name="connsiteX2-705" fmla="*/ 4123353 w 8167827"/>
                        <a:gd name="connsiteY2-706" fmla="*/ 2919505 h 2920259"/>
                        <a:gd name="connsiteX3-707" fmla="*/ 2295 w 8167827"/>
                        <a:gd name="connsiteY3-708" fmla="*/ 1470941 h 2920259"/>
                        <a:gd name="connsiteX4-709" fmla="*/ 767 w 8167827"/>
                        <a:gd name="connsiteY4-710" fmla="*/ 0 h 2920259"/>
                        <a:gd name="connsiteX5-711" fmla="*/ 4068271 w 8167827"/>
                        <a:gd name="connsiteY5-712" fmla="*/ 1418897 h 2920259"/>
                        <a:gd name="connsiteX6-713" fmla="*/ 8167827 w 8167827"/>
                        <a:gd name="connsiteY6-714" fmla="*/ 40343 h 2920259"/>
                        <a:gd name="connsiteX0-715" fmla="*/ 8123687 w 8145760"/>
                        <a:gd name="connsiteY0-716" fmla="*/ 53735 h 2920259"/>
                        <a:gd name="connsiteX1-717" fmla="*/ 8145760 w 8145760"/>
                        <a:gd name="connsiteY1-718" fmla="*/ 1579944 h 2920259"/>
                        <a:gd name="connsiteX2-719" fmla="*/ 4123353 w 8145760"/>
                        <a:gd name="connsiteY2-720" fmla="*/ 2919505 h 2920259"/>
                        <a:gd name="connsiteX3-721" fmla="*/ 2295 w 8145760"/>
                        <a:gd name="connsiteY3-722" fmla="*/ 1470941 h 2920259"/>
                        <a:gd name="connsiteX4-723" fmla="*/ 767 w 8145760"/>
                        <a:gd name="connsiteY4-724" fmla="*/ 0 h 2920259"/>
                        <a:gd name="connsiteX5-725" fmla="*/ 4068271 w 8145760"/>
                        <a:gd name="connsiteY5-726" fmla="*/ 1418897 h 2920259"/>
                        <a:gd name="connsiteX6-727" fmla="*/ 8123687 w 8145760"/>
                        <a:gd name="connsiteY6-728" fmla="*/ 53735 h 2920259"/>
                        <a:gd name="connsiteX0-729" fmla="*/ 8161918 w 8161918"/>
                        <a:gd name="connsiteY0-730" fmla="*/ 0 h 2943855"/>
                        <a:gd name="connsiteX1-731" fmla="*/ 8145760 w 8161918"/>
                        <a:gd name="connsiteY1-732" fmla="*/ 1603540 h 2943855"/>
                        <a:gd name="connsiteX2-733" fmla="*/ 4123353 w 8161918"/>
                        <a:gd name="connsiteY2-734" fmla="*/ 2943101 h 2943855"/>
                        <a:gd name="connsiteX3-735" fmla="*/ 2295 w 8161918"/>
                        <a:gd name="connsiteY3-736" fmla="*/ 1494537 h 2943855"/>
                        <a:gd name="connsiteX4-737" fmla="*/ 767 w 8161918"/>
                        <a:gd name="connsiteY4-738" fmla="*/ 23596 h 2943855"/>
                        <a:gd name="connsiteX5-739" fmla="*/ 4068271 w 8161918"/>
                        <a:gd name="connsiteY5-740" fmla="*/ 1442493 h 2943855"/>
                        <a:gd name="connsiteX6-741" fmla="*/ 8161918 w 8161918"/>
                        <a:gd name="connsiteY6-742" fmla="*/ 0 h 2943855"/>
                        <a:gd name="connsiteX0-743" fmla="*/ 8144926 w 8145760"/>
                        <a:gd name="connsiteY0-744" fmla="*/ 43424 h 2920259"/>
                        <a:gd name="connsiteX1-745" fmla="*/ 8145760 w 8145760"/>
                        <a:gd name="connsiteY1-746" fmla="*/ 1579944 h 2920259"/>
                        <a:gd name="connsiteX2-747" fmla="*/ 4123353 w 8145760"/>
                        <a:gd name="connsiteY2-748" fmla="*/ 2919505 h 2920259"/>
                        <a:gd name="connsiteX3-749" fmla="*/ 2295 w 8145760"/>
                        <a:gd name="connsiteY3-750" fmla="*/ 1470941 h 2920259"/>
                        <a:gd name="connsiteX4-751" fmla="*/ 767 w 8145760"/>
                        <a:gd name="connsiteY4-752" fmla="*/ 0 h 2920259"/>
                        <a:gd name="connsiteX5-753" fmla="*/ 4068271 w 8145760"/>
                        <a:gd name="connsiteY5-754" fmla="*/ 1418897 h 2920259"/>
                        <a:gd name="connsiteX6-755" fmla="*/ 8144926 w 8145760"/>
                        <a:gd name="connsiteY6-756" fmla="*/ 43424 h 2920259"/>
                        <a:gd name="connsiteX0-757" fmla="*/ 8161918 w 8161918"/>
                        <a:gd name="connsiteY0-758" fmla="*/ 0 h 2959321"/>
                        <a:gd name="connsiteX1-759" fmla="*/ 8145760 w 8161918"/>
                        <a:gd name="connsiteY1-760" fmla="*/ 1619006 h 2959321"/>
                        <a:gd name="connsiteX2-761" fmla="*/ 4123353 w 8161918"/>
                        <a:gd name="connsiteY2-762" fmla="*/ 2958567 h 2959321"/>
                        <a:gd name="connsiteX3-763" fmla="*/ 2295 w 8161918"/>
                        <a:gd name="connsiteY3-764" fmla="*/ 1510003 h 2959321"/>
                        <a:gd name="connsiteX4-765" fmla="*/ 767 w 8161918"/>
                        <a:gd name="connsiteY4-766" fmla="*/ 39062 h 2959321"/>
                        <a:gd name="connsiteX5-767" fmla="*/ 4068271 w 8161918"/>
                        <a:gd name="connsiteY5-768" fmla="*/ 1457959 h 2959321"/>
                        <a:gd name="connsiteX6-769" fmla="*/ 8161918 w 8161918"/>
                        <a:gd name="connsiteY6-770" fmla="*/ 0 h 2959321"/>
                        <a:gd name="connsiteX0-771" fmla="*/ 8161918 w 8162752"/>
                        <a:gd name="connsiteY0-772" fmla="*/ 0 h 2959488"/>
                        <a:gd name="connsiteX1-773" fmla="*/ 8162752 w 8162752"/>
                        <a:gd name="connsiteY1-774" fmla="*/ 1629317 h 2959488"/>
                        <a:gd name="connsiteX2-775" fmla="*/ 4123353 w 8162752"/>
                        <a:gd name="connsiteY2-776" fmla="*/ 2958567 h 2959488"/>
                        <a:gd name="connsiteX3-777" fmla="*/ 2295 w 8162752"/>
                        <a:gd name="connsiteY3-778" fmla="*/ 1510003 h 2959488"/>
                        <a:gd name="connsiteX4-779" fmla="*/ 767 w 8162752"/>
                        <a:gd name="connsiteY4-780" fmla="*/ 39062 h 2959488"/>
                        <a:gd name="connsiteX5-781" fmla="*/ 4068271 w 8162752"/>
                        <a:gd name="connsiteY5-782" fmla="*/ 1457959 h 2959488"/>
                        <a:gd name="connsiteX6-783" fmla="*/ 8161918 w 8162752"/>
                        <a:gd name="connsiteY6-784" fmla="*/ 0 h 2959488"/>
                        <a:gd name="connsiteX0-785" fmla="*/ 8165930 w 8166764"/>
                        <a:gd name="connsiteY0-786" fmla="*/ 7337 h 2966825"/>
                        <a:gd name="connsiteX1-787" fmla="*/ 8166764 w 8166764"/>
                        <a:gd name="connsiteY1-788" fmla="*/ 1636654 h 2966825"/>
                        <a:gd name="connsiteX2-789" fmla="*/ 4127365 w 8166764"/>
                        <a:gd name="connsiteY2-790" fmla="*/ 2965904 h 2966825"/>
                        <a:gd name="connsiteX3-791" fmla="*/ 6307 w 8166764"/>
                        <a:gd name="connsiteY3-792" fmla="*/ 1517340 h 2966825"/>
                        <a:gd name="connsiteX4-793" fmla="*/ 532 w 8166764"/>
                        <a:gd name="connsiteY4-794" fmla="*/ 0 h 2966825"/>
                        <a:gd name="connsiteX5-795" fmla="*/ 4072283 w 8166764"/>
                        <a:gd name="connsiteY5-796" fmla="*/ 1465296 h 2966825"/>
                        <a:gd name="connsiteX6-797" fmla="*/ 8165930 w 8166764"/>
                        <a:gd name="connsiteY6-798" fmla="*/ 7337 h 2966825"/>
                        <a:gd name="connsiteX0-799" fmla="*/ 8168119 w 8168953"/>
                        <a:gd name="connsiteY0-800" fmla="*/ 7337 h 2966682"/>
                        <a:gd name="connsiteX1-801" fmla="*/ 8168953 w 8168953"/>
                        <a:gd name="connsiteY1-802" fmla="*/ 1636654 h 2966682"/>
                        <a:gd name="connsiteX2-803" fmla="*/ 4129554 w 8168953"/>
                        <a:gd name="connsiteY2-804" fmla="*/ 2965904 h 2966682"/>
                        <a:gd name="connsiteX3-805" fmla="*/ 0 w 8168953"/>
                        <a:gd name="connsiteY3-806" fmla="*/ 1527651 h 2966682"/>
                        <a:gd name="connsiteX4-807" fmla="*/ 2721 w 8168953"/>
                        <a:gd name="connsiteY4-808" fmla="*/ 0 h 2966682"/>
                        <a:gd name="connsiteX5-809" fmla="*/ 4074472 w 8168953"/>
                        <a:gd name="connsiteY5-810" fmla="*/ 1465296 h 2966682"/>
                        <a:gd name="connsiteX6-811" fmla="*/ 8168119 w 8168953"/>
                        <a:gd name="connsiteY6-812" fmla="*/ 7337 h 2966682"/>
                        <a:gd name="connsiteX0-813" fmla="*/ 8168119 w 8168953"/>
                        <a:gd name="connsiteY0-814" fmla="*/ 7337 h 3100377"/>
                        <a:gd name="connsiteX1-815" fmla="*/ 8168953 w 8168953"/>
                        <a:gd name="connsiteY1-816" fmla="*/ 1636654 h 3100377"/>
                        <a:gd name="connsiteX2-817" fmla="*/ 4118520 w 8168953"/>
                        <a:gd name="connsiteY2-818" fmla="*/ 3099826 h 3100377"/>
                        <a:gd name="connsiteX3-819" fmla="*/ 0 w 8168953"/>
                        <a:gd name="connsiteY3-820" fmla="*/ 1527651 h 3100377"/>
                        <a:gd name="connsiteX4-821" fmla="*/ 2721 w 8168953"/>
                        <a:gd name="connsiteY4-822" fmla="*/ 0 h 3100377"/>
                        <a:gd name="connsiteX5-823" fmla="*/ 4074472 w 8168953"/>
                        <a:gd name="connsiteY5-824" fmla="*/ 1465296 h 3100377"/>
                        <a:gd name="connsiteX6-825" fmla="*/ 8168119 w 8168953"/>
                        <a:gd name="connsiteY6-826" fmla="*/ 7337 h 3100377"/>
                        <a:gd name="connsiteX0-827" fmla="*/ 8168119 w 8168953"/>
                        <a:gd name="connsiteY0-828" fmla="*/ 7337 h 3100429"/>
                        <a:gd name="connsiteX1-829" fmla="*/ 8168953 w 8168953"/>
                        <a:gd name="connsiteY1-830" fmla="*/ 1636654 h 3100429"/>
                        <a:gd name="connsiteX2-831" fmla="*/ 4118520 w 8168953"/>
                        <a:gd name="connsiteY2-832" fmla="*/ 3099826 h 3100429"/>
                        <a:gd name="connsiteX3-833" fmla="*/ 0 w 8168953"/>
                        <a:gd name="connsiteY3-834" fmla="*/ 1527651 h 3100429"/>
                        <a:gd name="connsiteX4-835" fmla="*/ 2721 w 8168953"/>
                        <a:gd name="connsiteY4-836" fmla="*/ 0 h 3100429"/>
                        <a:gd name="connsiteX5-837" fmla="*/ 4074472 w 8168953"/>
                        <a:gd name="connsiteY5-838" fmla="*/ 1465296 h 3100429"/>
                        <a:gd name="connsiteX6-839" fmla="*/ 8168119 w 8168953"/>
                        <a:gd name="connsiteY6-840" fmla="*/ 7337 h 3100429"/>
                        <a:gd name="connsiteX0-841" fmla="*/ 8165849 w 8166683"/>
                        <a:gd name="connsiteY0-842" fmla="*/ 7337 h 3099826"/>
                        <a:gd name="connsiteX1-843" fmla="*/ 8166683 w 8166683"/>
                        <a:gd name="connsiteY1-844" fmla="*/ 1636654 h 3099826"/>
                        <a:gd name="connsiteX2-845" fmla="*/ 4116250 w 8166683"/>
                        <a:gd name="connsiteY2-846" fmla="*/ 3099826 h 3099826"/>
                        <a:gd name="connsiteX3-847" fmla="*/ 8764 w 8166683"/>
                        <a:gd name="connsiteY3-848" fmla="*/ 1634789 h 3099826"/>
                        <a:gd name="connsiteX4-849" fmla="*/ 451 w 8166683"/>
                        <a:gd name="connsiteY4-850" fmla="*/ 0 h 3099826"/>
                        <a:gd name="connsiteX5-851" fmla="*/ 4072202 w 8166683"/>
                        <a:gd name="connsiteY5-852" fmla="*/ 1465296 h 3099826"/>
                        <a:gd name="connsiteX6-853" fmla="*/ 8165849 w 8166683"/>
                        <a:gd name="connsiteY6-854" fmla="*/ 7337 h 3099826"/>
                        <a:gd name="connsiteX0-855" fmla="*/ 8165849 w 8166683"/>
                        <a:gd name="connsiteY0-856" fmla="*/ 7337 h 3099826"/>
                        <a:gd name="connsiteX1-857" fmla="*/ 8166683 w 8166683"/>
                        <a:gd name="connsiteY1-858" fmla="*/ 1636654 h 3099826"/>
                        <a:gd name="connsiteX2-859" fmla="*/ 4116250 w 8166683"/>
                        <a:gd name="connsiteY2-860" fmla="*/ 3099826 h 3099826"/>
                        <a:gd name="connsiteX3-861" fmla="*/ 8764 w 8166683"/>
                        <a:gd name="connsiteY3-862" fmla="*/ 1634789 h 3099826"/>
                        <a:gd name="connsiteX4-863" fmla="*/ 451 w 8166683"/>
                        <a:gd name="connsiteY4-864" fmla="*/ 0 h 3099826"/>
                        <a:gd name="connsiteX5-865" fmla="*/ 4072202 w 8166683"/>
                        <a:gd name="connsiteY5-866" fmla="*/ 1465296 h 3099826"/>
                        <a:gd name="connsiteX6-867" fmla="*/ 8165849 w 8166683"/>
                        <a:gd name="connsiteY6-868" fmla="*/ 7337 h 3099826"/>
                        <a:gd name="connsiteX0-869" fmla="*/ 8165849 w 8166683"/>
                        <a:gd name="connsiteY0-870" fmla="*/ 7337 h 3099826"/>
                        <a:gd name="connsiteX1-871" fmla="*/ 8166683 w 8166683"/>
                        <a:gd name="connsiteY1-872" fmla="*/ 1636654 h 3099826"/>
                        <a:gd name="connsiteX2-873" fmla="*/ 4116250 w 8166683"/>
                        <a:gd name="connsiteY2-874" fmla="*/ 3099826 h 3099826"/>
                        <a:gd name="connsiteX3-875" fmla="*/ 8764 w 8166683"/>
                        <a:gd name="connsiteY3-876" fmla="*/ 1634789 h 3099826"/>
                        <a:gd name="connsiteX4-877" fmla="*/ 451 w 8166683"/>
                        <a:gd name="connsiteY4-878" fmla="*/ 0 h 3099826"/>
                        <a:gd name="connsiteX5-879" fmla="*/ 4061168 w 8166683"/>
                        <a:gd name="connsiteY5-880" fmla="*/ 1438511 h 3099826"/>
                        <a:gd name="connsiteX6-881" fmla="*/ 8165849 w 8166683"/>
                        <a:gd name="connsiteY6-882" fmla="*/ 7337 h 3099826"/>
                        <a:gd name="connsiteX0-883" fmla="*/ 8165849 w 8166683"/>
                        <a:gd name="connsiteY0-884" fmla="*/ 7337 h 3099826"/>
                        <a:gd name="connsiteX1-885" fmla="*/ 8166683 w 8166683"/>
                        <a:gd name="connsiteY1-886" fmla="*/ 1636654 h 3099826"/>
                        <a:gd name="connsiteX2-887" fmla="*/ 4116250 w 8166683"/>
                        <a:gd name="connsiteY2-888" fmla="*/ 3099826 h 3099826"/>
                        <a:gd name="connsiteX3-889" fmla="*/ 8764 w 8166683"/>
                        <a:gd name="connsiteY3-890" fmla="*/ 1634789 h 3099826"/>
                        <a:gd name="connsiteX4-891" fmla="*/ 451 w 8166683"/>
                        <a:gd name="connsiteY4-892" fmla="*/ 0 h 3099826"/>
                        <a:gd name="connsiteX5-893" fmla="*/ 4061168 w 8166683"/>
                        <a:gd name="connsiteY5-894" fmla="*/ 1438511 h 3099826"/>
                        <a:gd name="connsiteX6-895" fmla="*/ 8165849 w 8166683"/>
                        <a:gd name="connsiteY6-896" fmla="*/ 7337 h 309982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</a:cxnLst>
                      <a:rect l="l" t="t" r="r" b="b"/>
                      <a:pathLst>
                        <a:path w="8166683" h="3099826">
                          <a:moveTo>
                            <a:pt x="8165849" y="7337"/>
                          </a:moveTo>
                          <a:lnTo>
                            <a:pt x="8166683" y="1636654"/>
                          </a:lnTo>
                          <a:cubicBezTo>
                            <a:pt x="7917761" y="2728489"/>
                            <a:pt x="5475903" y="3100137"/>
                            <a:pt x="4116250" y="3099826"/>
                          </a:cubicBezTo>
                          <a:cubicBezTo>
                            <a:pt x="2756597" y="3099515"/>
                            <a:pt x="245424" y="2744647"/>
                            <a:pt x="8764" y="1634789"/>
                          </a:cubicBezTo>
                          <a:cubicBezTo>
                            <a:pt x="11928" y="1215900"/>
                            <a:pt x="-2713" y="418889"/>
                            <a:pt x="451" y="0"/>
                          </a:cubicBezTo>
                          <a:cubicBezTo>
                            <a:pt x="385485" y="953840"/>
                            <a:pt x="2700268" y="1437288"/>
                            <a:pt x="4061168" y="1438511"/>
                          </a:cubicBezTo>
                          <a:cubicBezTo>
                            <a:pt x="5422068" y="1439734"/>
                            <a:pt x="7793228" y="1089449"/>
                            <a:pt x="8165849" y="7337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     </a:t>
                      </a: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06" name="Oval 405"/>
                    <p:cNvSpPr/>
                    <p:nvPr/>
                  </p:nvSpPr>
                  <p:spPr>
                    <a:xfrm>
                      <a:off x="7494729" y="2774731"/>
                      <a:ext cx="1480163" cy="579140"/>
                    </a:xfrm>
                    <a:prstGeom prst="ellipse">
                      <a:avLst/>
                    </a:pr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</a:t>
                      </a: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grpSp>
                  <p:nvGrpSpPr>
                    <p:cNvPr id="407" name="Group 406"/>
                    <p:cNvGrpSpPr/>
                    <p:nvPr/>
                  </p:nvGrpSpPr>
                  <p:grpSpPr>
                    <a:xfrm>
                      <a:off x="7713663" y="2848339"/>
                      <a:ext cx="1042107" cy="425543"/>
                      <a:chOff x="7786941" y="2884917"/>
                      <a:chExt cx="897649" cy="353919"/>
                    </a:xfrm>
                  </p:grpSpPr>
                  <p:sp>
                    <p:nvSpPr>
                      <p:cNvPr id="408" name="Freeform 407"/>
                      <p:cNvSpPr/>
                      <p:nvPr/>
                    </p:nvSpPr>
                    <p:spPr>
                      <a:xfrm>
                        <a:off x="7811770" y="28849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-1" fmla="*/ 3725333 w 4641485"/>
                          <a:gd name="connsiteY0-2" fmla="*/ 0 h 1049866"/>
                          <a:gd name="connsiteX1-3" fmla="*/ 4641485 w 4641485"/>
                          <a:gd name="connsiteY1-4" fmla="*/ 239402 h 1049866"/>
                          <a:gd name="connsiteX2-5" fmla="*/ 3962400 w 4641485"/>
                          <a:gd name="connsiteY2-6" fmla="*/ 541866 h 1049866"/>
                          <a:gd name="connsiteX3-7" fmla="*/ 3742267 w 4641485"/>
                          <a:gd name="connsiteY3-8" fmla="*/ 457200 h 1049866"/>
                          <a:gd name="connsiteX4-9" fmla="*/ 2269067 w 4641485"/>
                          <a:gd name="connsiteY4-10" fmla="*/ 1049866 h 1049866"/>
                          <a:gd name="connsiteX5-11" fmla="*/ 880533 w 4641485"/>
                          <a:gd name="connsiteY5-12" fmla="*/ 457200 h 1049866"/>
                          <a:gd name="connsiteX6-13" fmla="*/ 592667 w 4641485"/>
                          <a:gd name="connsiteY6-14" fmla="*/ 541866 h 1049866"/>
                          <a:gd name="connsiteX7-15" fmla="*/ 0 w 4641485"/>
                          <a:gd name="connsiteY7-16" fmla="*/ 254000 h 1049866"/>
                          <a:gd name="connsiteX8-17" fmla="*/ 880533 w 4641485"/>
                          <a:gd name="connsiteY8-18" fmla="*/ 16933 h 1049866"/>
                          <a:gd name="connsiteX9-19" fmla="*/ 2302933 w 4641485"/>
                          <a:gd name="connsiteY9-20" fmla="*/ 626533 h 1049866"/>
                          <a:gd name="connsiteX10-21" fmla="*/ 3725333 w 4641485"/>
                          <a:gd name="connsiteY10-22" fmla="*/ 0 h 1049866"/>
                          <a:gd name="connsiteX0-23" fmla="*/ 3756864 w 4673016"/>
                          <a:gd name="connsiteY0-24" fmla="*/ 0 h 1049866"/>
                          <a:gd name="connsiteX1-25" fmla="*/ 4673016 w 4673016"/>
                          <a:gd name="connsiteY1-26" fmla="*/ 239402 h 1049866"/>
                          <a:gd name="connsiteX2-27" fmla="*/ 3993931 w 4673016"/>
                          <a:gd name="connsiteY2-28" fmla="*/ 541866 h 1049866"/>
                          <a:gd name="connsiteX3-29" fmla="*/ 3773798 w 4673016"/>
                          <a:gd name="connsiteY3-30" fmla="*/ 457200 h 1049866"/>
                          <a:gd name="connsiteX4-31" fmla="*/ 2300598 w 4673016"/>
                          <a:gd name="connsiteY4-32" fmla="*/ 1049866 h 1049866"/>
                          <a:gd name="connsiteX5-33" fmla="*/ 912064 w 4673016"/>
                          <a:gd name="connsiteY5-34" fmla="*/ 457200 h 1049866"/>
                          <a:gd name="connsiteX6-35" fmla="*/ 624198 w 4673016"/>
                          <a:gd name="connsiteY6-36" fmla="*/ 541866 h 1049866"/>
                          <a:gd name="connsiteX7-37" fmla="*/ 0 w 4673016"/>
                          <a:gd name="connsiteY7-38" fmla="*/ 232979 h 1049866"/>
                          <a:gd name="connsiteX8-39" fmla="*/ 912064 w 4673016"/>
                          <a:gd name="connsiteY8-40" fmla="*/ 16933 h 1049866"/>
                          <a:gd name="connsiteX9-41" fmla="*/ 2334464 w 4673016"/>
                          <a:gd name="connsiteY9-42" fmla="*/ 626533 h 1049866"/>
                          <a:gd name="connsiteX10-43" fmla="*/ 3756864 w 4673016"/>
                          <a:gd name="connsiteY10-44" fmla="*/ 0 h 1049866"/>
                          <a:gd name="connsiteX0-45" fmla="*/ 3756864 w 4673016"/>
                          <a:gd name="connsiteY0-46" fmla="*/ 0 h 1049866"/>
                          <a:gd name="connsiteX1-47" fmla="*/ 4673016 w 4673016"/>
                          <a:gd name="connsiteY1-48" fmla="*/ 239402 h 1049866"/>
                          <a:gd name="connsiteX2-49" fmla="*/ 3993931 w 4673016"/>
                          <a:gd name="connsiteY2-50" fmla="*/ 541866 h 1049866"/>
                          <a:gd name="connsiteX3-51" fmla="*/ 3784308 w 4673016"/>
                          <a:gd name="connsiteY3-52" fmla="*/ 404648 h 1049866"/>
                          <a:gd name="connsiteX4-53" fmla="*/ 2300598 w 4673016"/>
                          <a:gd name="connsiteY4-54" fmla="*/ 1049866 h 1049866"/>
                          <a:gd name="connsiteX5-55" fmla="*/ 912064 w 4673016"/>
                          <a:gd name="connsiteY5-56" fmla="*/ 457200 h 1049866"/>
                          <a:gd name="connsiteX6-57" fmla="*/ 624198 w 4673016"/>
                          <a:gd name="connsiteY6-58" fmla="*/ 541866 h 1049866"/>
                          <a:gd name="connsiteX7-59" fmla="*/ 0 w 4673016"/>
                          <a:gd name="connsiteY7-60" fmla="*/ 232979 h 1049866"/>
                          <a:gd name="connsiteX8-61" fmla="*/ 912064 w 4673016"/>
                          <a:gd name="connsiteY8-62" fmla="*/ 16933 h 1049866"/>
                          <a:gd name="connsiteX9-63" fmla="*/ 2334464 w 4673016"/>
                          <a:gd name="connsiteY9-64" fmla="*/ 626533 h 1049866"/>
                          <a:gd name="connsiteX10-65" fmla="*/ 3756864 w 4673016"/>
                          <a:gd name="connsiteY10-66" fmla="*/ 0 h 1049866"/>
                          <a:gd name="connsiteX0-67" fmla="*/ 3756864 w 4673016"/>
                          <a:gd name="connsiteY0-68" fmla="*/ 0 h 1049866"/>
                          <a:gd name="connsiteX1-69" fmla="*/ 4673016 w 4673016"/>
                          <a:gd name="connsiteY1-70" fmla="*/ 239402 h 1049866"/>
                          <a:gd name="connsiteX2-71" fmla="*/ 3993931 w 4673016"/>
                          <a:gd name="connsiteY2-72" fmla="*/ 541866 h 1049866"/>
                          <a:gd name="connsiteX3-73" fmla="*/ 3794818 w 4673016"/>
                          <a:gd name="connsiteY3-74" fmla="*/ 436179 h 1049866"/>
                          <a:gd name="connsiteX4-75" fmla="*/ 2300598 w 4673016"/>
                          <a:gd name="connsiteY4-76" fmla="*/ 1049866 h 1049866"/>
                          <a:gd name="connsiteX5-77" fmla="*/ 912064 w 4673016"/>
                          <a:gd name="connsiteY5-78" fmla="*/ 457200 h 1049866"/>
                          <a:gd name="connsiteX6-79" fmla="*/ 624198 w 4673016"/>
                          <a:gd name="connsiteY6-80" fmla="*/ 541866 h 1049866"/>
                          <a:gd name="connsiteX7-81" fmla="*/ 0 w 4673016"/>
                          <a:gd name="connsiteY7-82" fmla="*/ 232979 h 1049866"/>
                          <a:gd name="connsiteX8-83" fmla="*/ 912064 w 4673016"/>
                          <a:gd name="connsiteY8-84" fmla="*/ 16933 h 1049866"/>
                          <a:gd name="connsiteX9-85" fmla="*/ 2334464 w 4673016"/>
                          <a:gd name="connsiteY9-86" fmla="*/ 626533 h 1049866"/>
                          <a:gd name="connsiteX10-87" fmla="*/ 3756864 w 4673016"/>
                          <a:gd name="connsiteY10-88" fmla="*/ 0 h 1049866"/>
                          <a:gd name="connsiteX0-89" fmla="*/ 3756864 w 4673016"/>
                          <a:gd name="connsiteY0-90" fmla="*/ 0 h 1049866"/>
                          <a:gd name="connsiteX1-91" fmla="*/ 4673016 w 4673016"/>
                          <a:gd name="connsiteY1-92" fmla="*/ 239402 h 1049866"/>
                          <a:gd name="connsiteX2-93" fmla="*/ 3993931 w 4673016"/>
                          <a:gd name="connsiteY2-94" fmla="*/ 541866 h 1049866"/>
                          <a:gd name="connsiteX3-95" fmla="*/ 3794818 w 4673016"/>
                          <a:gd name="connsiteY3-96" fmla="*/ 436179 h 1049866"/>
                          <a:gd name="connsiteX4-97" fmla="*/ 2300598 w 4673016"/>
                          <a:gd name="connsiteY4-98" fmla="*/ 1049866 h 1049866"/>
                          <a:gd name="connsiteX5-99" fmla="*/ 912064 w 4673016"/>
                          <a:gd name="connsiteY5-100" fmla="*/ 457200 h 1049866"/>
                          <a:gd name="connsiteX6-101" fmla="*/ 624198 w 4673016"/>
                          <a:gd name="connsiteY6-102" fmla="*/ 541866 h 1049866"/>
                          <a:gd name="connsiteX7-103" fmla="*/ 0 w 4673016"/>
                          <a:gd name="connsiteY7-104" fmla="*/ 232979 h 1049866"/>
                          <a:gd name="connsiteX8-105" fmla="*/ 912064 w 4673016"/>
                          <a:gd name="connsiteY8-106" fmla="*/ 16933 h 1049866"/>
                          <a:gd name="connsiteX9-107" fmla="*/ 2323954 w 4673016"/>
                          <a:gd name="connsiteY9-108" fmla="*/ 616023 h 1049866"/>
                          <a:gd name="connsiteX10-109" fmla="*/ 3756864 w 4673016"/>
                          <a:gd name="connsiteY10-110" fmla="*/ 0 h 1049866"/>
                          <a:gd name="connsiteX0-111" fmla="*/ 3756864 w 4673016"/>
                          <a:gd name="connsiteY0-112" fmla="*/ 0 h 1049866"/>
                          <a:gd name="connsiteX1-113" fmla="*/ 4673016 w 4673016"/>
                          <a:gd name="connsiteY1-114" fmla="*/ 239402 h 1049866"/>
                          <a:gd name="connsiteX2-115" fmla="*/ 3993931 w 4673016"/>
                          <a:gd name="connsiteY2-116" fmla="*/ 541866 h 1049866"/>
                          <a:gd name="connsiteX3-117" fmla="*/ 3794818 w 4673016"/>
                          <a:gd name="connsiteY3-118" fmla="*/ 436179 h 1049866"/>
                          <a:gd name="connsiteX4-119" fmla="*/ 2300598 w 4673016"/>
                          <a:gd name="connsiteY4-120" fmla="*/ 1049866 h 1049866"/>
                          <a:gd name="connsiteX5-121" fmla="*/ 912064 w 4673016"/>
                          <a:gd name="connsiteY5-122" fmla="*/ 457200 h 1049866"/>
                          <a:gd name="connsiteX6-123" fmla="*/ 624198 w 4673016"/>
                          <a:gd name="connsiteY6-124" fmla="*/ 541866 h 1049866"/>
                          <a:gd name="connsiteX7-125" fmla="*/ 0 w 4673016"/>
                          <a:gd name="connsiteY7-126" fmla="*/ 275021 h 1049866"/>
                          <a:gd name="connsiteX8-127" fmla="*/ 912064 w 4673016"/>
                          <a:gd name="connsiteY8-128" fmla="*/ 16933 h 1049866"/>
                          <a:gd name="connsiteX9-129" fmla="*/ 2323954 w 4673016"/>
                          <a:gd name="connsiteY9-130" fmla="*/ 616023 h 1049866"/>
                          <a:gd name="connsiteX10-131" fmla="*/ 3756864 w 4673016"/>
                          <a:gd name="connsiteY10-132" fmla="*/ 0 h 1049866"/>
                          <a:gd name="connsiteX0-133" fmla="*/ 3756864 w 4673016"/>
                          <a:gd name="connsiteY0-134" fmla="*/ 0 h 1049866"/>
                          <a:gd name="connsiteX1-135" fmla="*/ 4673016 w 4673016"/>
                          <a:gd name="connsiteY1-136" fmla="*/ 239402 h 1049866"/>
                          <a:gd name="connsiteX2-137" fmla="*/ 3993931 w 4673016"/>
                          <a:gd name="connsiteY2-138" fmla="*/ 541866 h 1049866"/>
                          <a:gd name="connsiteX3-139" fmla="*/ 3815839 w 4673016"/>
                          <a:gd name="connsiteY3-140" fmla="*/ 467710 h 1049866"/>
                          <a:gd name="connsiteX4-141" fmla="*/ 2300598 w 4673016"/>
                          <a:gd name="connsiteY4-142" fmla="*/ 1049866 h 1049866"/>
                          <a:gd name="connsiteX5-143" fmla="*/ 912064 w 4673016"/>
                          <a:gd name="connsiteY5-144" fmla="*/ 457200 h 1049866"/>
                          <a:gd name="connsiteX6-145" fmla="*/ 624198 w 4673016"/>
                          <a:gd name="connsiteY6-146" fmla="*/ 541866 h 1049866"/>
                          <a:gd name="connsiteX7-147" fmla="*/ 0 w 4673016"/>
                          <a:gd name="connsiteY7-148" fmla="*/ 275021 h 1049866"/>
                          <a:gd name="connsiteX8-149" fmla="*/ 912064 w 4673016"/>
                          <a:gd name="connsiteY8-150" fmla="*/ 16933 h 1049866"/>
                          <a:gd name="connsiteX9-151" fmla="*/ 2323954 w 4673016"/>
                          <a:gd name="connsiteY9-152" fmla="*/ 616023 h 1049866"/>
                          <a:gd name="connsiteX10-153" fmla="*/ 3756864 w 4673016"/>
                          <a:gd name="connsiteY10-154" fmla="*/ 0 h 1049866"/>
                        </a:gdLst>
                        <a:ahLst/>
                        <a:cxnLst>
                          <a:cxn ang="0">
                            <a:pos x="connsiteX0-1" y="connsiteY0-2"/>
                          </a:cxn>
                          <a:cxn ang="0">
                            <a:pos x="connsiteX1-3" y="connsiteY1-4"/>
                          </a:cxn>
                          <a:cxn ang="0">
                            <a:pos x="connsiteX2-5" y="connsiteY2-6"/>
                          </a:cxn>
                          <a:cxn ang="0">
                            <a:pos x="connsiteX3-7" y="connsiteY3-8"/>
                          </a:cxn>
                          <a:cxn ang="0">
                            <a:pos x="connsiteX4-9" y="connsiteY4-10"/>
                          </a:cxn>
                          <a:cxn ang="0">
                            <a:pos x="connsiteX5-11" y="connsiteY5-12"/>
                          </a:cxn>
                          <a:cxn ang="0">
                            <a:pos x="connsiteX6-13" y="connsiteY6-14"/>
                          </a:cxn>
                          <a:cxn ang="0">
                            <a:pos x="connsiteX7-15" y="connsiteY7-16"/>
                          </a:cxn>
                          <a:cxn ang="0">
                            <a:pos x="connsiteX8-17" y="connsiteY8-18"/>
                          </a:cxn>
                          <a:cxn ang="0">
                            <a:pos x="connsiteX9-19" y="connsiteY9-20"/>
                          </a:cxn>
                          <a:cxn ang="0">
                            <a:pos x="connsiteX10-21" y="connsiteY10-22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409" name="Freeform 408"/>
                      <p:cNvSpPr/>
                      <p:nvPr/>
                    </p:nvSpPr>
                    <p:spPr>
                      <a:xfrm>
                        <a:off x="8367548" y="30543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410" name="Freeform 409"/>
                      <p:cNvSpPr/>
                      <p:nvPr/>
                    </p:nvSpPr>
                    <p:spPr>
                      <a:xfrm>
                        <a:off x="7786941" y="30543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411" name="Freeform 410"/>
                      <p:cNvSpPr/>
                      <p:nvPr/>
                    </p:nvSpPr>
                    <p:spPr>
                      <a:xfrm>
                        <a:off x="7895013" y="29710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-1" fmla="*/ 168165 w 3731172"/>
                          <a:gd name="connsiteY0-2" fmla="*/ 73572 h 1418896"/>
                          <a:gd name="connsiteX1-3" fmla="*/ 451945 w 3731172"/>
                          <a:gd name="connsiteY1-4" fmla="*/ 0 h 1418896"/>
                          <a:gd name="connsiteX2-5" fmla="*/ 1881352 w 3731172"/>
                          <a:gd name="connsiteY2-6" fmla="*/ 599089 h 1418896"/>
                          <a:gd name="connsiteX3-7" fmla="*/ 3363310 w 3731172"/>
                          <a:gd name="connsiteY3-8" fmla="*/ 0 h 1418896"/>
                          <a:gd name="connsiteX4-9" fmla="*/ 3584027 w 3731172"/>
                          <a:gd name="connsiteY4-10" fmla="*/ 73572 h 1418896"/>
                          <a:gd name="connsiteX5-11" fmla="*/ 2627586 w 3731172"/>
                          <a:gd name="connsiteY5-12" fmla="*/ 441434 h 1418896"/>
                          <a:gd name="connsiteX6-13" fmla="*/ 2596055 w 3731172"/>
                          <a:gd name="connsiteY6-14" fmla="*/ 914400 h 1418896"/>
                          <a:gd name="connsiteX7-15" fmla="*/ 3731172 w 3731172"/>
                          <a:gd name="connsiteY7-16" fmla="*/ 1345324 h 1418896"/>
                          <a:gd name="connsiteX8-17" fmla="*/ 3447393 w 3731172"/>
                          <a:gd name="connsiteY8-18" fmla="*/ 1408386 h 1418896"/>
                          <a:gd name="connsiteX9-19" fmla="*/ 1870841 w 3731172"/>
                          <a:gd name="connsiteY9-20" fmla="*/ 746234 h 1418896"/>
                          <a:gd name="connsiteX10-21" fmla="*/ 262758 w 3731172"/>
                          <a:gd name="connsiteY10-22" fmla="*/ 1418896 h 1418896"/>
                          <a:gd name="connsiteX11-23" fmla="*/ 0 w 3731172"/>
                          <a:gd name="connsiteY11-24" fmla="*/ 1324303 h 1418896"/>
                          <a:gd name="connsiteX12-25" fmla="*/ 1145627 w 3731172"/>
                          <a:gd name="connsiteY12-26" fmla="*/ 882869 h 1418896"/>
                          <a:gd name="connsiteX13-27" fmla="*/ 1114096 w 3731172"/>
                          <a:gd name="connsiteY13-28" fmla="*/ 409903 h 1418896"/>
                          <a:gd name="connsiteX14-29" fmla="*/ 441434 w 3731172"/>
                          <a:gd name="connsiteY14-30" fmla="*/ 10510 h 1418896"/>
                          <a:gd name="connsiteX15-31" fmla="*/ 441434 w 3731172"/>
                          <a:gd name="connsiteY15-32" fmla="*/ 10510 h 1418896"/>
                          <a:gd name="connsiteX0-33" fmla="*/ 168165 w 3731172"/>
                          <a:gd name="connsiteY0-34" fmla="*/ 73572 h 1418896"/>
                          <a:gd name="connsiteX1-35" fmla="*/ 451945 w 3731172"/>
                          <a:gd name="connsiteY1-36" fmla="*/ 0 h 1418896"/>
                          <a:gd name="connsiteX2-37" fmla="*/ 1881352 w 3731172"/>
                          <a:gd name="connsiteY2-38" fmla="*/ 599089 h 1418896"/>
                          <a:gd name="connsiteX3-39" fmla="*/ 3363310 w 3731172"/>
                          <a:gd name="connsiteY3-40" fmla="*/ 0 h 1418896"/>
                          <a:gd name="connsiteX4-41" fmla="*/ 3584027 w 3731172"/>
                          <a:gd name="connsiteY4-42" fmla="*/ 73572 h 1418896"/>
                          <a:gd name="connsiteX5-43" fmla="*/ 2627586 w 3731172"/>
                          <a:gd name="connsiteY5-44" fmla="*/ 441434 h 1418896"/>
                          <a:gd name="connsiteX6-45" fmla="*/ 2596055 w 3731172"/>
                          <a:gd name="connsiteY6-46" fmla="*/ 914400 h 1418896"/>
                          <a:gd name="connsiteX7-47" fmla="*/ 3731172 w 3731172"/>
                          <a:gd name="connsiteY7-48" fmla="*/ 1345324 h 1418896"/>
                          <a:gd name="connsiteX8-49" fmla="*/ 3447393 w 3731172"/>
                          <a:gd name="connsiteY8-50" fmla="*/ 1408386 h 1418896"/>
                          <a:gd name="connsiteX9-51" fmla="*/ 1870841 w 3731172"/>
                          <a:gd name="connsiteY9-52" fmla="*/ 746234 h 1418896"/>
                          <a:gd name="connsiteX10-53" fmla="*/ 262758 w 3731172"/>
                          <a:gd name="connsiteY10-54" fmla="*/ 1418896 h 1418896"/>
                          <a:gd name="connsiteX11-55" fmla="*/ 0 w 3731172"/>
                          <a:gd name="connsiteY11-56" fmla="*/ 1324303 h 1418896"/>
                          <a:gd name="connsiteX12-57" fmla="*/ 1145627 w 3731172"/>
                          <a:gd name="connsiteY12-58" fmla="*/ 882869 h 1418896"/>
                          <a:gd name="connsiteX13-59" fmla="*/ 1114096 w 3731172"/>
                          <a:gd name="connsiteY13-60" fmla="*/ 409903 h 1418896"/>
                          <a:gd name="connsiteX14-61" fmla="*/ 441434 w 3731172"/>
                          <a:gd name="connsiteY14-62" fmla="*/ 10510 h 1418896"/>
                          <a:gd name="connsiteX0-63" fmla="*/ 168165 w 3731172"/>
                          <a:gd name="connsiteY0-64" fmla="*/ 73572 h 1418896"/>
                          <a:gd name="connsiteX1-65" fmla="*/ 451945 w 3731172"/>
                          <a:gd name="connsiteY1-66" fmla="*/ 0 h 1418896"/>
                          <a:gd name="connsiteX2-67" fmla="*/ 1881352 w 3731172"/>
                          <a:gd name="connsiteY2-68" fmla="*/ 599089 h 1418896"/>
                          <a:gd name="connsiteX3-69" fmla="*/ 3363310 w 3731172"/>
                          <a:gd name="connsiteY3-70" fmla="*/ 0 h 1418896"/>
                          <a:gd name="connsiteX4-71" fmla="*/ 3584027 w 3731172"/>
                          <a:gd name="connsiteY4-72" fmla="*/ 73572 h 1418896"/>
                          <a:gd name="connsiteX5-73" fmla="*/ 2627586 w 3731172"/>
                          <a:gd name="connsiteY5-74" fmla="*/ 441434 h 1418896"/>
                          <a:gd name="connsiteX6-75" fmla="*/ 2596055 w 3731172"/>
                          <a:gd name="connsiteY6-76" fmla="*/ 914400 h 1418896"/>
                          <a:gd name="connsiteX7-77" fmla="*/ 3731172 w 3731172"/>
                          <a:gd name="connsiteY7-78" fmla="*/ 1345324 h 1418896"/>
                          <a:gd name="connsiteX8-79" fmla="*/ 3447393 w 3731172"/>
                          <a:gd name="connsiteY8-80" fmla="*/ 1408386 h 1418896"/>
                          <a:gd name="connsiteX9-81" fmla="*/ 1870841 w 3731172"/>
                          <a:gd name="connsiteY9-82" fmla="*/ 746234 h 1418896"/>
                          <a:gd name="connsiteX10-83" fmla="*/ 262758 w 3731172"/>
                          <a:gd name="connsiteY10-84" fmla="*/ 1418896 h 1418896"/>
                          <a:gd name="connsiteX11-85" fmla="*/ 0 w 3731172"/>
                          <a:gd name="connsiteY11-86" fmla="*/ 1324303 h 1418896"/>
                          <a:gd name="connsiteX12-87" fmla="*/ 1145627 w 3731172"/>
                          <a:gd name="connsiteY12-88" fmla="*/ 882869 h 1418896"/>
                          <a:gd name="connsiteX13-89" fmla="*/ 1114096 w 3731172"/>
                          <a:gd name="connsiteY13-90" fmla="*/ 409903 h 1418896"/>
                          <a:gd name="connsiteX14-91" fmla="*/ 357351 w 3731172"/>
                          <a:gd name="connsiteY14-92" fmla="*/ 115613 h 1418896"/>
                          <a:gd name="connsiteX0-93" fmla="*/ 168165 w 3731172"/>
                          <a:gd name="connsiteY0-94" fmla="*/ 73572 h 1418896"/>
                          <a:gd name="connsiteX1-95" fmla="*/ 451945 w 3731172"/>
                          <a:gd name="connsiteY1-96" fmla="*/ 0 h 1418896"/>
                          <a:gd name="connsiteX2-97" fmla="*/ 1881352 w 3731172"/>
                          <a:gd name="connsiteY2-98" fmla="*/ 599089 h 1418896"/>
                          <a:gd name="connsiteX3-99" fmla="*/ 3363310 w 3731172"/>
                          <a:gd name="connsiteY3-100" fmla="*/ 0 h 1418896"/>
                          <a:gd name="connsiteX4-101" fmla="*/ 3584027 w 3731172"/>
                          <a:gd name="connsiteY4-102" fmla="*/ 73572 h 1418896"/>
                          <a:gd name="connsiteX5-103" fmla="*/ 2627586 w 3731172"/>
                          <a:gd name="connsiteY5-104" fmla="*/ 441434 h 1418896"/>
                          <a:gd name="connsiteX6-105" fmla="*/ 2596055 w 3731172"/>
                          <a:gd name="connsiteY6-106" fmla="*/ 914400 h 1418896"/>
                          <a:gd name="connsiteX7-107" fmla="*/ 3731172 w 3731172"/>
                          <a:gd name="connsiteY7-108" fmla="*/ 1345324 h 1418896"/>
                          <a:gd name="connsiteX8-109" fmla="*/ 3447393 w 3731172"/>
                          <a:gd name="connsiteY8-110" fmla="*/ 1408386 h 1418896"/>
                          <a:gd name="connsiteX9-111" fmla="*/ 1870841 w 3731172"/>
                          <a:gd name="connsiteY9-112" fmla="*/ 746234 h 1418896"/>
                          <a:gd name="connsiteX10-113" fmla="*/ 262758 w 3731172"/>
                          <a:gd name="connsiteY10-114" fmla="*/ 1418896 h 1418896"/>
                          <a:gd name="connsiteX11-115" fmla="*/ 0 w 3731172"/>
                          <a:gd name="connsiteY11-116" fmla="*/ 1324303 h 1418896"/>
                          <a:gd name="connsiteX12-117" fmla="*/ 1145627 w 3731172"/>
                          <a:gd name="connsiteY12-118" fmla="*/ 882869 h 1418896"/>
                          <a:gd name="connsiteX13-119" fmla="*/ 1114096 w 3731172"/>
                          <a:gd name="connsiteY13-120" fmla="*/ 409903 h 1418896"/>
                          <a:gd name="connsiteX14-121" fmla="*/ 147144 w 3731172"/>
                          <a:gd name="connsiteY14-122" fmla="*/ 63061 h 1418896"/>
                          <a:gd name="connsiteX0-123" fmla="*/ 168165 w 3731172"/>
                          <a:gd name="connsiteY0-124" fmla="*/ 73572 h 1418896"/>
                          <a:gd name="connsiteX1-125" fmla="*/ 451945 w 3731172"/>
                          <a:gd name="connsiteY1-126" fmla="*/ 0 h 1418896"/>
                          <a:gd name="connsiteX2-127" fmla="*/ 1881352 w 3731172"/>
                          <a:gd name="connsiteY2-128" fmla="*/ 599089 h 1418896"/>
                          <a:gd name="connsiteX3-129" fmla="*/ 3363310 w 3731172"/>
                          <a:gd name="connsiteY3-130" fmla="*/ 0 h 1418896"/>
                          <a:gd name="connsiteX4-131" fmla="*/ 3584027 w 3731172"/>
                          <a:gd name="connsiteY4-132" fmla="*/ 73572 h 1418896"/>
                          <a:gd name="connsiteX5-133" fmla="*/ 2627586 w 3731172"/>
                          <a:gd name="connsiteY5-134" fmla="*/ 441434 h 1418896"/>
                          <a:gd name="connsiteX6-135" fmla="*/ 2596055 w 3731172"/>
                          <a:gd name="connsiteY6-136" fmla="*/ 914400 h 1418896"/>
                          <a:gd name="connsiteX7-137" fmla="*/ 3731172 w 3731172"/>
                          <a:gd name="connsiteY7-138" fmla="*/ 1345324 h 1418896"/>
                          <a:gd name="connsiteX8-139" fmla="*/ 3447393 w 3731172"/>
                          <a:gd name="connsiteY8-140" fmla="*/ 1408386 h 1418896"/>
                          <a:gd name="connsiteX9-141" fmla="*/ 1870841 w 3731172"/>
                          <a:gd name="connsiteY9-142" fmla="*/ 746234 h 1418896"/>
                          <a:gd name="connsiteX10-143" fmla="*/ 262758 w 3731172"/>
                          <a:gd name="connsiteY10-144" fmla="*/ 1418896 h 1418896"/>
                          <a:gd name="connsiteX11-145" fmla="*/ 0 w 3731172"/>
                          <a:gd name="connsiteY11-146" fmla="*/ 1324303 h 1418896"/>
                          <a:gd name="connsiteX12-147" fmla="*/ 1145627 w 3731172"/>
                          <a:gd name="connsiteY12-148" fmla="*/ 882869 h 1418896"/>
                          <a:gd name="connsiteX13-149" fmla="*/ 1114096 w 3731172"/>
                          <a:gd name="connsiteY13-150" fmla="*/ 420413 h 1418896"/>
                          <a:gd name="connsiteX14-151" fmla="*/ 147144 w 3731172"/>
                          <a:gd name="connsiteY14-152" fmla="*/ 63061 h 1418896"/>
                          <a:gd name="connsiteX0-153" fmla="*/ 168165 w 3731172"/>
                          <a:gd name="connsiteY0-154" fmla="*/ 73572 h 1418896"/>
                          <a:gd name="connsiteX1-155" fmla="*/ 451945 w 3731172"/>
                          <a:gd name="connsiteY1-156" fmla="*/ 0 h 1418896"/>
                          <a:gd name="connsiteX2-157" fmla="*/ 1881352 w 3731172"/>
                          <a:gd name="connsiteY2-158" fmla="*/ 599089 h 1418896"/>
                          <a:gd name="connsiteX3-159" fmla="*/ 3363310 w 3731172"/>
                          <a:gd name="connsiteY3-160" fmla="*/ 0 h 1418896"/>
                          <a:gd name="connsiteX4-161" fmla="*/ 3584027 w 3731172"/>
                          <a:gd name="connsiteY4-162" fmla="*/ 73572 h 1418896"/>
                          <a:gd name="connsiteX5-163" fmla="*/ 2627586 w 3731172"/>
                          <a:gd name="connsiteY5-164" fmla="*/ 441434 h 1418896"/>
                          <a:gd name="connsiteX6-165" fmla="*/ 2596055 w 3731172"/>
                          <a:gd name="connsiteY6-166" fmla="*/ 914400 h 1418896"/>
                          <a:gd name="connsiteX7-167" fmla="*/ 3731172 w 3731172"/>
                          <a:gd name="connsiteY7-168" fmla="*/ 1345324 h 1418896"/>
                          <a:gd name="connsiteX8-169" fmla="*/ 3447393 w 3731172"/>
                          <a:gd name="connsiteY8-170" fmla="*/ 1408386 h 1418896"/>
                          <a:gd name="connsiteX9-171" fmla="*/ 1870841 w 3731172"/>
                          <a:gd name="connsiteY9-172" fmla="*/ 746234 h 1418896"/>
                          <a:gd name="connsiteX10-173" fmla="*/ 262758 w 3731172"/>
                          <a:gd name="connsiteY10-174" fmla="*/ 1418896 h 1418896"/>
                          <a:gd name="connsiteX11-175" fmla="*/ 0 w 3731172"/>
                          <a:gd name="connsiteY11-176" fmla="*/ 1324303 h 1418896"/>
                          <a:gd name="connsiteX12-177" fmla="*/ 1145627 w 3731172"/>
                          <a:gd name="connsiteY12-178" fmla="*/ 882869 h 1418896"/>
                          <a:gd name="connsiteX13-179" fmla="*/ 1114096 w 3731172"/>
                          <a:gd name="connsiteY13-180" fmla="*/ 420413 h 1418896"/>
                          <a:gd name="connsiteX14-181" fmla="*/ 189185 w 3731172"/>
                          <a:gd name="connsiteY14-182" fmla="*/ 84081 h 1418896"/>
                          <a:gd name="connsiteX0-183" fmla="*/ 168165 w 3731172"/>
                          <a:gd name="connsiteY0-184" fmla="*/ 73572 h 1418896"/>
                          <a:gd name="connsiteX1-185" fmla="*/ 451945 w 3731172"/>
                          <a:gd name="connsiteY1-186" fmla="*/ 0 h 1418896"/>
                          <a:gd name="connsiteX2-187" fmla="*/ 1881352 w 3731172"/>
                          <a:gd name="connsiteY2-188" fmla="*/ 599089 h 1418896"/>
                          <a:gd name="connsiteX3-189" fmla="*/ 3363310 w 3731172"/>
                          <a:gd name="connsiteY3-190" fmla="*/ 0 h 1418896"/>
                          <a:gd name="connsiteX4-191" fmla="*/ 3584027 w 3731172"/>
                          <a:gd name="connsiteY4-192" fmla="*/ 73572 h 1418896"/>
                          <a:gd name="connsiteX5-193" fmla="*/ 2627586 w 3731172"/>
                          <a:gd name="connsiteY5-194" fmla="*/ 441434 h 1418896"/>
                          <a:gd name="connsiteX6-195" fmla="*/ 2596055 w 3731172"/>
                          <a:gd name="connsiteY6-196" fmla="*/ 914400 h 1418896"/>
                          <a:gd name="connsiteX7-197" fmla="*/ 3731172 w 3731172"/>
                          <a:gd name="connsiteY7-198" fmla="*/ 1345324 h 1418896"/>
                          <a:gd name="connsiteX8-199" fmla="*/ 3447393 w 3731172"/>
                          <a:gd name="connsiteY8-200" fmla="*/ 1408386 h 1418896"/>
                          <a:gd name="connsiteX9-201" fmla="*/ 1870841 w 3731172"/>
                          <a:gd name="connsiteY9-202" fmla="*/ 746234 h 1418896"/>
                          <a:gd name="connsiteX10-203" fmla="*/ 262758 w 3731172"/>
                          <a:gd name="connsiteY10-204" fmla="*/ 1418896 h 1418896"/>
                          <a:gd name="connsiteX11-205" fmla="*/ 0 w 3731172"/>
                          <a:gd name="connsiteY11-206" fmla="*/ 1324303 h 1418896"/>
                          <a:gd name="connsiteX12-207" fmla="*/ 1145627 w 3731172"/>
                          <a:gd name="connsiteY12-208" fmla="*/ 882869 h 1418896"/>
                          <a:gd name="connsiteX13-209" fmla="*/ 1114096 w 3731172"/>
                          <a:gd name="connsiteY13-210" fmla="*/ 420413 h 1418896"/>
                          <a:gd name="connsiteX14-211" fmla="*/ 189185 w 3731172"/>
                          <a:gd name="connsiteY14-212" fmla="*/ 84081 h 1418896"/>
                          <a:gd name="connsiteX15-213" fmla="*/ 168165 w 3731172"/>
                          <a:gd name="connsiteY15-214" fmla="*/ 73572 h 1418896"/>
                          <a:gd name="connsiteX0-215" fmla="*/ 168165 w 3731172"/>
                          <a:gd name="connsiteY0-216" fmla="*/ 73572 h 1418896"/>
                          <a:gd name="connsiteX1-217" fmla="*/ 451945 w 3731172"/>
                          <a:gd name="connsiteY1-218" fmla="*/ 0 h 1418896"/>
                          <a:gd name="connsiteX2-219" fmla="*/ 1881352 w 3731172"/>
                          <a:gd name="connsiteY2-220" fmla="*/ 599089 h 1418896"/>
                          <a:gd name="connsiteX3-221" fmla="*/ 3363310 w 3731172"/>
                          <a:gd name="connsiteY3-222" fmla="*/ 0 h 1418896"/>
                          <a:gd name="connsiteX4-223" fmla="*/ 3584027 w 3731172"/>
                          <a:gd name="connsiteY4-224" fmla="*/ 73572 h 1418896"/>
                          <a:gd name="connsiteX5-225" fmla="*/ 2627586 w 3731172"/>
                          <a:gd name="connsiteY5-226" fmla="*/ 441434 h 1418896"/>
                          <a:gd name="connsiteX6-227" fmla="*/ 2596055 w 3731172"/>
                          <a:gd name="connsiteY6-228" fmla="*/ 914400 h 1418896"/>
                          <a:gd name="connsiteX7-229" fmla="*/ 3731172 w 3731172"/>
                          <a:gd name="connsiteY7-230" fmla="*/ 1345324 h 1418896"/>
                          <a:gd name="connsiteX8-231" fmla="*/ 3447393 w 3731172"/>
                          <a:gd name="connsiteY8-232" fmla="*/ 1408386 h 1418896"/>
                          <a:gd name="connsiteX9-233" fmla="*/ 1870841 w 3731172"/>
                          <a:gd name="connsiteY9-234" fmla="*/ 746234 h 1418896"/>
                          <a:gd name="connsiteX10-235" fmla="*/ 262758 w 3731172"/>
                          <a:gd name="connsiteY10-236" fmla="*/ 1418896 h 1418896"/>
                          <a:gd name="connsiteX11-237" fmla="*/ 0 w 3731172"/>
                          <a:gd name="connsiteY11-238" fmla="*/ 1324303 h 1418896"/>
                          <a:gd name="connsiteX12-239" fmla="*/ 1145627 w 3731172"/>
                          <a:gd name="connsiteY12-240" fmla="*/ 882869 h 1418896"/>
                          <a:gd name="connsiteX13-241" fmla="*/ 1156137 w 3731172"/>
                          <a:gd name="connsiteY13-242" fmla="*/ 441434 h 1418896"/>
                          <a:gd name="connsiteX14-243" fmla="*/ 189185 w 3731172"/>
                          <a:gd name="connsiteY14-244" fmla="*/ 84081 h 1418896"/>
                          <a:gd name="connsiteX15-245" fmla="*/ 168165 w 3731172"/>
                          <a:gd name="connsiteY15-246" fmla="*/ 73572 h 1418896"/>
                          <a:gd name="connsiteX0-247" fmla="*/ 168165 w 3731172"/>
                          <a:gd name="connsiteY0-248" fmla="*/ 73572 h 1418896"/>
                          <a:gd name="connsiteX1-249" fmla="*/ 451945 w 3731172"/>
                          <a:gd name="connsiteY1-250" fmla="*/ 0 h 1418896"/>
                          <a:gd name="connsiteX2-251" fmla="*/ 1881352 w 3731172"/>
                          <a:gd name="connsiteY2-252" fmla="*/ 599089 h 1418896"/>
                          <a:gd name="connsiteX3-253" fmla="*/ 3363310 w 3731172"/>
                          <a:gd name="connsiteY3-254" fmla="*/ 0 h 1418896"/>
                          <a:gd name="connsiteX4-255" fmla="*/ 3584027 w 3731172"/>
                          <a:gd name="connsiteY4-256" fmla="*/ 73572 h 1418896"/>
                          <a:gd name="connsiteX5-257" fmla="*/ 2627586 w 3731172"/>
                          <a:gd name="connsiteY5-258" fmla="*/ 441434 h 1418896"/>
                          <a:gd name="connsiteX6-259" fmla="*/ 2596055 w 3731172"/>
                          <a:gd name="connsiteY6-260" fmla="*/ 914400 h 1418896"/>
                          <a:gd name="connsiteX7-261" fmla="*/ 3731172 w 3731172"/>
                          <a:gd name="connsiteY7-262" fmla="*/ 1345324 h 1418896"/>
                          <a:gd name="connsiteX8-263" fmla="*/ 3447393 w 3731172"/>
                          <a:gd name="connsiteY8-264" fmla="*/ 1408386 h 1418896"/>
                          <a:gd name="connsiteX9-265" fmla="*/ 1870841 w 3731172"/>
                          <a:gd name="connsiteY9-266" fmla="*/ 746234 h 1418896"/>
                          <a:gd name="connsiteX10-267" fmla="*/ 262758 w 3731172"/>
                          <a:gd name="connsiteY10-268" fmla="*/ 1418896 h 1418896"/>
                          <a:gd name="connsiteX11-269" fmla="*/ 0 w 3731172"/>
                          <a:gd name="connsiteY11-270" fmla="*/ 1324303 h 1418896"/>
                          <a:gd name="connsiteX12-271" fmla="*/ 1145627 w 3731172"/>
                          <a:gd name="connsiteY12-272" fmla="*/ 882869 h 1418896"/>
                          <a:gd name="connsiteX13-273" fmla="*/ 1145626 w 3731172"/>
                          <a:gd name="connsiteY13-274" fmla="*/ 451945 h 1418896"/>
                          <a:gd name="connsiteX14-275" fmla="*/ 189185 w 3731172"/>
                          <a:gd name="connsiteY14-276" fmla="*/ 84081 h 1418896"/>
                          <a:gd name="connsiteX15-277" fmla="*/ 168165 w 3731172"/>
                          <a:gd name="connsiteY15-278" fmla="*/ 73572 h 1418896"/>
                          <a:gd name="connsiteX0-279" fmla="*/ 168165 w 3731172"/>
                          <a:gd name="connsiteY0-280" fmla="*/ 73572 h 1418896"/>
                          <a:gd name="connsiteX1-281" fmla="*/ 451945 w 3731172"/>
                          <a:gd name="connsiteY1-282" fmla="*/ 0 h 1418896"/>
                          <a:gd name="connsiteX2-283" fmla="*/ 1881352 w 3731172"/>
                          <a:gd name="connsiteY2-284" fmla="*/ 599089 h 1418896"/>
                          <a:gd name="connsiteX3-285" fmla="*/ 3363310 w 3731172"/>
                          <a:gd name="connsiteY3-286" fmla="*/ 0 h 1418896"/>
                          <a:gd name="connsiteX4-287" fmla="*/ 3584027 w 3731172"/>
                          <a:gd name="connsiteY4-288" fmla="*/ 73572 h 1418896"/>
                          <a:gd name="connsiteX5-289" fmla="*/ 2627586 w 3731172"/>
                          <a:gd name="connsiteY5-290" fmla="*/ 441434 h 1418896"/>
                          <a:gd name="connsiteX6-291" fmla="*/ 2596055 w 3731172"/>
                          <a:gd name="connsiteY6-292" fmla="*/ 914400 h 1418896"/>
                          <a:gd name="connsiteX7-293" fmla="*/ 3731172 w 3731172"/>
                          <a:gd name="connsiteY7-294" fmla="*/ 1345324 h 1418896"/>
                          <a:gd name="connsiteX8-295" fmla="*/ 3447393 w 3731172"/>
                          <a:gd name="connsiteY8-296" fmla="*/ 1408386 h 1418896"/>
                          <a:gd name="connsiteX9-297" fmla="*/ 1870841 w 3731172"/>
                          <a:gd name="connsiteY9-298" fmla="*/ 746234 h 1418896"/>
                          <a:gd name="connsiteX10-299" fmla="*/ 262758 w 3731172"/>
                          <a:gd name="connsiteY10-300" fmla="*/ 1418896 h 1418896"/>
                          <a:gd name="connsiteX11-301" fmla="*/ 0 w 3731172"/>
                          <a:gd name="connsiteY11-302" fmla="*/ 1324303 h 1418896"/>
                          <a:gd name="connsiteX12-303" fmla="*/ 1145627 w 3731172"/>
                          <a:gd name="connsiteY12-304" fmla="*/ 903890 h 1418896"/>
                          <a:gd name="connsiteX13-305" fmla="*/ 1145626 w 3731172"/>
                          <a:gd name="connsiteY13-306" fmla="*/ 451945 h 1418896"/>
                          <a:gd name="connsiteX14-307" fmla="*/ 189185 w 3731172"/>
                          <a:gd name="connsiteY14-308" fmla="*/ 84081 h 1418896"/>
                          <a:gd name="connsiteX15-309" fmla="*/ 168165 w 3731172"/>
                          <a:gd name="connsiteY15-310" fmla="*/ 73572 h 1418896"/>
                          <a:gd name="connsiteX0-311" fmla="*/ 147144 w 3710151"/>
                          <a:gd name="connsiteY0-312" fmla="*/ 73572 h 1418896"/>
                          <a:gd name="connsiteX1-313" fmla="*/ 430924 w 3710151"/>
                          <a:gd name="connsiteY1-314" fmla="*/ 0 h 1418896"/>
                          <a:gd name="connsiteX2-315" fmla="*/ 1860331 w 3710151"/>
                          <a:gd name="connsiteY2-316" fmla="*/ 599089 h 1418896"/>
                          <a:gd name="connsiteX3-317" fmla="*/ 3342289 w 3710151"/>
                          <a:gd name="connsiteY3-318" fmla="*/ 0 h 1418896"/>
                          <a:gd name="connsiteX4-319" fmla="*/ 3563006 w 3710151"/>
                          <a:gd name="connsiteY4-320" fmla="*/ 73572 h 1418896"/>
                          <a:gd name="connsiteX5-321" fmla="*/ 2606565 w 3710151"/>
                          <a:gd name="connsiteY5-322" fmla="*/ 441434 h 1418896"/>
                          <a:gd name="connsiteX6-323" fmla="*/ 2575034 w 3710151"/>
                          <a:gd name="connsiteY6-324" fmla="*/ 914400 h 1418896"/>
                          <a:gd name="connsiteX7-325" fmla="*/ 3710151 w 3710151"/>
                          <a:gd name="connsiteY7-326" fmla="*/ 1345324 h 1418896"/>
                          <a:gd name="connsiteX8-327" fmla="*/ 3426372 w 3710151"/>
                          <a:gd name="connsiteY8-328" fmla="*/ 1408386 h 1418896"/>
                          <a:gd name="connsiteX9-329" fmla="*/ 1849820 w 3710151"/>
                          <a:gd name="connsiteY9-330" fmla="*/ 746234 h 1418896"/>
                          <a:gd name="connsiteX10-331" fmla="*/ 241737 w 3710151"/>
                          <a:gd name="connsiteY10-332" fmla="*/ 1418896 h 1418896"/>
                          <a:gd name="connsiteX11-333" fmla="*/ 0 w 3710151"/>
                          <a:gd name="connsiteY11-334" fmla="*/ 1334814 h 1418896"/>
                          <a:gd name="connsiteX12-335" fmla="*/ 1124606 w 3710151"/>
                          <a:gd name="connsiteY12-336" fmla="*/ 903890 h 1418896"/>
                          <a:gd name="connsiteX13-337" fmla="*/ 1124605 w 3710151"/>
                          <a:gd name="connsiteY13-338" fmla="*/ 451945 h 1418896"/>
                          <a:gd name="connsiteX14-339" fmla="*/ 168164 w 3710151"/>
                          <a:gd name="connsiteY14-340" fmla="*/ 84081 h 1418896"/>
                          <a:gd name="connsiteX15-341" fmla="*/ 147144 w 3710151"/>
                          <a:gd name="connsiteY15-342" fmla="*/ 73572 h 1418896"/>
                          <a:gd name="connsiteX0-343" fmla="*/ 147144 w 3710151"/>
                          <a:gd name="connsiteY0-344" fmla="*/ 73572 h 1418896"/>
                          <a:gd name="connsiteX1-345" fmla="*/ 430924 w 3710151"/>
                          <a:gd name="connsiteY1-346" fmla="*/ 0 h 1418896"/>
                          <a:gd name="connsiteX2-347" fmla="*/ 1860331 w 3710151"/>
                          <a:gd name="connsiteY2-348" fmla="*/ 599089 h 1418896"/>
                          <a:gd name="connsiteX3-349" fmla="*/ 3342289 w 3710151"/>
                          <a:gd name="connsiteY3-350" fmla="*/ 0 h 1418896"/>
                          <a:gd name="connsiteX4-351" fmla="*/ 3563006 w 3710151"/>
                          <a:gd name="connsiteY4-352" fmla="*/ 73572 h 1418896"/>
                          <a:gd name="connsiteX5-353" fmla="*/ 2606565 w 3710151"/>
                          <a:gd name="connsiteY5-354" fmla="*/ 441434 h 1418896"/>
                          <a:gd name="connsiteX6-355" fmla="*/ 2606565 w 3710151"/>
                          <a:gd name="connsiteY6-356" fmla="*/ 924910 h 1418896"/>
                          <a:gd name="connsiteX7-357" fmla="*/ 3710151 w 3710151"/>
                          <a:gd name="connsiteY7-358" fmla="*/ 1345324 h 1418896"/>
                          <a:gd name="connsiteX8-359" fmla="*/ 3426372 w 3710151"/>
                          <a:gd name="connsiteY8-360" fmla="*/ 1408386 h 1418896"/>
                          <a:gd name="connsiteX9-361" fmla="*/ 1849820 w 3710151"/>
                          <a:gd name="connsiteY9-362" fmla="*/ 746234 h 1418896"/>
                          <a:gd name="connsiteX10-363" fmla="*/ 241737 w 3710151"/>
                          <a:gd name="connsiteY10-364" fmla="*/ 1418896 h 1418896"/>
                          <a:gd name="connsiteX11-365" fmla="*/ 0 w 3710151"/>
                          <a:gd name="connsiteY11-366" fmla="*/ 1334814 h 1418896"/>
                          <a:gd name="connsiteX12-367" fmla="*/ 1124606 w 3710151"/>
                          <a:gd name="connsiteY12-368" fmla="*/ 903890 h 1418896"/>
                          <a:gd name="connsiteX13-369" fmla="*/ 1124605 w 3710151"/>
                          <a:gd name="connsiteY13-370" fmla="*/ 451945 h 1418896"/>
                          <a:gd name="connsiteX14-371" fmla="*/ 168164 w 3710151"/>
                          <a:gd name="connsiteY14-372" fmla="*/ 84081 h 1418896"/>
                          <a:gd name="connsiteX15-373" fmla="*/ 147144 w 3710151"/>
                          <a:gd name="connsiteY15-374" fmla="*/ 73572 h 1418896"/>
                          <a:gd name="connsiteX0-375" fmla="*/ 147144 w 3710151"/>
                          <a:gd name="connsiteY0-376" fmla="*/ 73572 h 1418896"/>
                          <a:gd name="connsiteX1-377" fmla="*/ 430924 w 3710151"/>
                          <a:gd name="connsiteY1-378" fmla="*/ 0 h 1418896"/>
                          <a:gd name="connsiteX2-379" fmla="*/ 1860331 w 3710151"/>
                          <a:gd name="connsiteY2-380" fmla="*/ 599089 h 1418896"/>
                          <a:gd name="connsiteX3-381" fmla="*/ 3342289 w 3710151"/>
                          <a:gd name="connsiteY3-382" fmla="*/ 0 h 1418896"/>
                          <a:gd name="connsiteX4-383" fmla="*/ 3563006 w 3710151"/>
                          <a:gd name="connsiteY4-384" fmla="*/ 73572 h 1418896"/>
                          <a:gd name="connsiteX5-385" fmla="*/ 2606565 w 3710151"/>
                          <a:gd name="connsiteY5-386" fmla="*/ 441434 h 1418896"/>
                          <a:gd name="connsiteX6-387" fmla="*/ 2610282 w 3710151"/>
                          <a:gd name="connsiteY6-388" fmla="*/ 902607 h 1418896"/>
                          <a:gd name="connsiteX7-389" fmla="*/ 3710151 w 3710151"/>
                          <a:gd name="connsiteY7-390" fmla="*/ 1345324 h 1418896"/>
                          <a:gd name="connsiteX8-391" fmla="*/ 3426372 w 3710151"/>
                          <a:gd name="connsiteY8-392" fmla="*/ 1408386 h 1418896"/>
                          <a:gd name="connsiteX9-393" fmla="*/ 1849820 w 3710151"/>
                          <a:gd name="connsiteY9-394" fmla="*/ 746234 h 1418896"/>
                          <a:gd name="connsiteX10-395" fmla="*/ 241737 w 3710151"/>
                          <a:gd name="connsiteY10-396" fmla="*/ 1418896 h 1418896"/>
                          <a:gd name="connsiteX11-397" fmla="*/ 0 w 3710151"/>
                          <a:gd name="connsiteY11-398" fmla="*/ 1334814 h 1418896"/>
                          <a:gd name="connsiteX12-399" fmla="*/ 1124606 w 3710151"/>
                          <a:gd name="connsiteY12-400" fmla="*/ 903890 h 1418896"/>
                          <a:gd name="connsiteX13-401" fmla="*/ 1124605 w 3710151"/>
                          <a:gd name="connsiteY13-402" fmla="*/ 451945 h 1418896"/>
                          <a:gd name="connsiteX14-403" fmla="*/ 168164 w 3710151"/>
                          <a:gd name="connsiteY14-404" fmla="*/ 84081 h 1418896"/>
                          <a:gd name="connsiteX15-405" fmla="*/ 147144 w 3710151"/>
                          <a:gd name="connsiteY15-406" fmla="*/ 73572 h 1418896"/>
                          <a:gd name="connsiteX0-407" fmla="*/ 147144 w 3710151"/>
                          <a:gd name="connsiteY0-408" fmla="*/ 73572 h 1418896"/>
                          <a:gd name="connsiteX1-409" fmla="*/ 430924 w 3710151"/>
                          <a:gd name="connsiteY1-410" fmla="*/ 0 h 1418896"/>
                          <a:gd name="connsiteX2-411" fmla="*/ 1860331 w 3710151"/>
                          <a:gd name="connsiteY2-412" fmla="*/ 599089 h 1418896"/>
                          <a:gd name="connsiteX3-413" fmla="*/ 3342289 w 3710151"/>
                          <a:gd name="connsiteY3-414" fmla="*/ 0 h 1418896"/>
                          <a:gd name="connsiteX4-415" fmla="*/ 3563006 w 3710151"/>
                          <a:gd name="connsiteY4-416" fmla="*/ 73572 h 1418896"/>
                          <a:gd name="connsiteX5-417" fmla="*/ 2617717 w 3710151"/>
                          <a:gd name="connsiteY5-418" fmla="*/ 445151 h 1418896"/>
                          <a:gd name="connsiteX6-419" fmla="*/ 2610282 w 3710151"/>
                          <a:gd name="connsiteY6-420" fmla="*/ 902607 h 1418896"/>
                          <a:gd name="connsiteX7-421" fmla="*/ 3710151 w 3710151"/>
                          <a:gd name="connsiteY7-422" fmla="*/ 1345324 h 1418896"/>
                          <a:gd name="connsiteX8-423" fmla="*/ 3426372 w 3710151"/>
                          <a:gd name="connsiteY8-424" fmla="*/ 1408386 h 1418896"/>
                          <a:gd name="connsiteX9-425" fmla="*/ 1849820 w 3710151"/>
                          <a:gd name="connsiteY9-426" fmla="*/ 746234 h 1418896"/>
                          <a:gd name="connsiteX10-427" fmla="*/ 241737 w 3710151"/>
                          <a:gd name="connsiteY10-428" fmla="*/ 1418896 h 1418896"/>
                          <a:gd name="connsiteX11-429" fmla="*/ 0 w 3710151"/>
                          <a:gd name="connsiteY11-430" fmla="*/ 1334814 h 1418896"/>
                          <a:gd name="connsiteX12-431" fmla="*/ 1124606 w 3710151"/>
                          <a:gd name="connsiteY12-432" fmla="*/ 903890 h 1418896"/>
                          <a:gd name="connsiteX13-433" fmla="*/ 1124605 w 3710151"/>
                          <a:gd name="connsiteY13-434" fmla="*/ 451945 h 1418896"/>
                          <a:gd name="connsiteX14-435" fmla="*/ 168164 w 3710151"/>
                          <a:gd name="connsiteY14-436" fmla="*/ 84081 h 1418896"/>
                          <a:gd name="connsiteX15-437" fmla="*/ 147144 w 3710151"/>
                          <a:gd name="connsiteY15-438" fmla="*/ 73572 h 1418896"/>
                          <a:gd name="connsiteX0-439" fmla="*/ 147144 w 3710151"/>
                          <a:gd name="connsiteY0-440" fmla="*/ 73572 h 1418896"/>
                          <a:gd name="connsiteX1-441" fmla="*/ 430924 w 3710151"/>
                          <a:gd name="connsiteY1-442" fmla="*/ 0 h 1418896"/>
                          <a:gd name="connsiteX2-443" fmla="*/ 1860331 w 3710151"/>
                          <a:gd name="connsiteY2-444" fmla="*/ 599089 h 1418896"/>
                          <a:gd name="connsiteX3-445" fmla="*/ 3342289 w 3710151"/>
                          <a:gd name="connsiteY3-446" fmla="*/ 0 h 1418896"/>
                          <a:gd name="connsiteX4-447" fmla="*/ 3563006 w 3710151"/>
                          <a:gd name="connsiteY4-448" fmla="*/ 73572 h 1418896"/>
                          <a:gd name="connsiteX5-449" fmla="*/ 2617717 w 3710151"/>
                          <a:gd name="connsiteY5-450" fmla="*/ 448868 h 1418896"/>
                          <a:gd name="connsiteX6-451" fmla="*/ 2610282 w 3710151"/>
                          <a:gd name="connsiteY6-452" fmla="*/ 902607 h 1418896"/>
                          <a:gd name="connsiteX7-453" fmla="*/ 3710151 w 3710151"/>
                          <a:gd name="connsiteY7-454" fmla="*/ 1345324 h 1418896"/>
                          <a:gd name="connsiteX8-455" fmla="*/ 3426372 w 3710151"/>
                          <a:gd name="connsiteY8-456" fmla="*/ 1408386 h 1418896"/>
                          <a:gd name="connsiteX9-457" fmla="*/ 1849820 w 3710151"/>
                          <a:gd name="connsiteY9-458" fmla="*/ 746234 h 1418896"/>
                          <a:gd name="connsiteX10-459" fmla="*/ 241737 w 3710151"/>
                          <a:gd name="connsiteY10-460" fmla="*/ 1418896 h 1418896"/>
                          <a:gd name="connsiteX11-461" fmla="*/ 0 w 3710151"/>
                          <a:gd name="connsiteY11-462" fmla="*/ 1334814 h 1418896"/>
                          <a:gd name="connsiteX12-463" fmla="*/ 1124606 w 3710151"/>
                          <a:gd name="connsiteY12-464" fmla="*/ 903890 h 1418896"/>
                          <a:gd name="connsiteX13-465" fmla="*/ 1124605 w 3710151"/>
                          <a:gd name="connsiteY13-466" fmla="*/ 451945 h 1418896"/>
                          <a:gd name="connsiteX14-467" fmla="*/ 168164 w 3710151"/>
                          <a:gd name="connsiteY14-468" fmla="*/ 84081 h 1418896"/>
                          <a:gd name="connsiteX15-469" fmla="*/ 147144 w 3710151"/>
                          <a:gd name="connsiteY15-470" fmla="*/ 73572 h 1418896"/>
                          <a:gd name="connsiteX0-471" fmla="*/ 147144 w 3710151"/>
                          <a:gd name="connsiteY0-472" fmla="*/ 73572 h 1418896"/>
                          <a:gd name="connsiteX1-473" fmla="*/ 430924 w 3710151"/>
                          <a:gd name="connsiteY1-474" fmla="*/ 0 h 1418896"/>
                          <a:gd name="connsiteX2-475" fmla="*/ 1838028 w 3710151"/>
                          <a:gd name="connsiteY2-476" fmla="*/ 591655 h 1418896"/>
                          <a:gd name="connsiteX3-477" fmla="*/ 3342289 w 3710151"/>
                          <a:gd name="connsiteY3-478" fmla="*/ 0 h 1418896"/>
                          <a:gd name="connsiteX4-479" fmla="*/ 3563006 w 3710151"/>
                          <a:gd name="connsiteY4-480" fmla="*/ 73572 h 1418896"/>
                          <a:gd name="connsiteX5-481" fmla="*/ 2617717 w 3710151"/>
                          <a:gd name="connsiteY5-482" fmla="*/ 448868 h 1418896"/>
                          <a:gd name="connsiteX6-483" fmla="*/ 2610282 w 3710151"/>
                          <a:gd name="connsiteY6-484" fmla="*/ 902607 h 1418896"/>
                          <a:gd name="connsiteX7-485" fmla="*/ 3710151 w 3710151"/>
                          <a:gd name="connsiteY7-486" fmla="*/ 1345324 h 1418896"/>
                          <a:gd name="connsiteX8-487" fmla="*/ 3426372 w 3710151"/>
                          <a:gd name="connsiteY8-488" fmla="*/ 1408386 h 1418896"/>
                          <a:gd name="connsiteX9-489" fmla="*/ 1849820 w 3710151"/>
                          <a:gd name="connsiteY9-490" fmla="*/ 746234 h 1418896"/>
                          <a:gd name="connsiteX10-491" fmla="*/ 241737 w 3710151"/>
                          <a:gd name="connsiteY10-492" fmla="*/ 1418896 h 1418896"/>
                          <a:gd name="connsiteX11-493" fmla="*/ 0 w 3710151"/>
                          <a:gd name="connsiteY11-494" fmla="*/ 1334814 h 1418896"/>
                          <a:gd name="connsiteX12-495" fmla="*/ 1124606 w 3710151"/>
                          <a:gd name="connsiteY12-496" fmla="*/ 903890 h 1418896"/>
                          <a:gd name="connsiteX13-497" fmla="*/ 1124605 w 3710151"/>
                          <a:gd name="connsiteY13-498" fmla="*/ 451945 h 1418896"/>
                          <a:gd name="connsiteX14-499" fmla="*/ 168164 w 3710151"/>
                          <a:gd name="connsiteY14-500" fmla="*/ 84081 h 1418896"/>
                          <a:gd name="connsiteX15-501" fmla="*/ 147144 w 3710151"/>
                          <a:gd name="connsiteY15-502" fmla="*/ 73572 h 1418896"/>
                          <a:gd name="connsiteX0-503" fmla="*/ 147144 w 3710151"/>
                          <a:gd name="connsiteY0-504" fmla="*/ 73572 h 1418896"/>
                          <a:gd name="connsiteX1-505" fmla="*/ 430924 w 3710151"/>
                          <a:gd name="connsiteY1-506" fmla="*/ 0 h 1418896"/>
                          <a:gd name="connsiteX2-507" fmla="*/ 1838028 w 3710151"/>
                          <a:gd name="connsiteY2-508" fmla="*/ 591655 h 1418896"/>
                          <a:gd name="connsiteX3-509" fmla="*/ 3342289 w 3710151"/>
                          <a:gd name="connsiteY3-510" fmla="*/ 0 h 1418896"/>
                          <a:gd name="connsiteX4-511" fmla="*/ 3563006 w 3710151"/>
                          <a:gd name="connsiteY4-512" fmla="*/ 73572 h 1418896"/>
                          <a:gd name="connsiteX5-513" fmla="*/ 2617717 w 3710151"/>
                          <a:gd name="connsiteY5-514" fmla="*/ 448868 h 1418896"/>
                          <a:gd name="connsiteX6-515" fmla="*/ 2610282 w 3710151"/>
                          <a:gd name="connsiteY6-516" fmla="*/ 902607 h 1418896"/>
                          <a:gd name="connsiteX7-517" fmla="*/ 3710151 w 3710151"/>
                          <a:gd name="connsiteY7-518" fmla="*/ 1345324 h 1418896"/>
                          <a:gd name="connsiteX8-519" fmla="*/ 3426372 w 3710151"/>
                          <a:gd name="connsiteY8-520" fmla="*/ 1408386 h 1418896"/>
                          <a:gd name="connsiteX9-521" fmla="*/ 1849820 w 3710151"/>
                          <a:gd name="connsiteY9-522" fmla="*/ 746234 h 1418896"/>
                          <a:gd name="connsiteX10-523" fmla="*/ 241737 w 3710151"/>
                          <a:gd name="connsiteY10-524" fmla="*/ 1418896 h 1418896"/>
                          <a:gd name="connsiteX11-525" fmla="*/ 0 w 3710151"/>
                          <a:gd name="connsiteY11-526" fmla="*/ 1334814 h 1418896"/>
                          <a:gd name="connsiteX12-527" fmla="*/ 1124606 w 3710151"/>
                          <a:gd name="connsiteY12-528" fmla="*/ 903890 h 1418896"/>
                          <a:gd name="connsiteX13-529" fmla="*/ 1087434 w 3710151"/>
                          <a:gd name="connsiteY13-530" fmla="*/ 451945 h 1418896"/>
                          <a:gd name="connsiteX14-531" fmla="*/ 168164 w 3710151"/>
                          <a:gd name="connsiteY14-532" fmla="*/ 84081 h 1418896"/>
                          <a:gd name="connsiteX15-533" fmla="*/ 147144 w 3710151"/>
                          <a:gd name="connsiteY15-534" fmla="*/ 73572 h 1418896"/>
                          <a:gd name="connsiteX0-535" fmla="*/ 147144 w 3710151"/>
                          <a:gd name="connsiteY0-536" fmla="*/ 73572 h 1418896"/>
                          <a:gd name="connsiteX1-537" fmla="*/ 430924 w 3710151"/>
                          <a:gd name="connsiteY1-538" fmla="*/ 0 h 1418896"/>
                          <a:gd name="connsiteX2-539" fmla="*/ 1838028 w 3710151"/>
                          <a:gd name="connsiteY2-540" fmla="*/ 591655 h 1418896"/>
                          <a:gd name="connsiteX3-541" fmla="*/ 3342289 w 3710151"/>
                          <a:gd name="connsiteY3-542" fmla="*/ 0 h 1418896"/>
                          <a:gd name="connsiteX4-543" fmla="*/ 3563006 w 3710151"/>
                          <a:gd name="connsiteY4-544" fmla="*/ 73572 h 1418896"/>
                          <a:gd name="connsiteX5-545" fmla="*/ 2617717 w 3710151"/>
                          <a:gd name="connsiteY5-546" fmla="*/ 448868 h 1418896"/>
                          <a:gd name="connsiteX6-547" fmla="*/ 2610282 w 3710151"/>
                          <a:gd name="connsiteY6-548" fmla="*/ 902607 h 1418896"/>
                          <a:gd name="connsiteX7-549" fmla="*/ 3710151 w 3710151"/>
                          <a:gd name="connsiteY7-550" fmla="*/ 1345324 h 1418896"/>
                          <a:gd name="connsiteX8-551" fmla="*/ 3426372 w 3710151"/>
                          <a:gd name="connsiteY8-552" fmla="*/ 1408386 h 1418896"/>
                          <a:gd name="connsiteX9-553" fmla="*/ 1849820 w 3710151"/>
                          <a:gd name="connsiteY9-554" fmla="*/ 746234 h 1418896"/>
                          <a:gd name="connsiteX10-555" fmla="*/ 241737 w 3710151"/>
                          <a:gd name="connsiteY10-556" fmla="*/ 1418896 h 1418896"/>
                          <a:gd name="connsiteX11-557" fmla="*/ 0 w 3710151"/>
                          <a:gd name="connsiteY11-558" fmla="*/ 1334814 h 1418896"/>
                          <a:gd name="connsiteX12-559" fmla="*/ 1098586 w 3710151"/>
                          <a:gd name="connsiteY12-560" fmla="*/ 903890 h 1418896"/>
                          <a:gd name="connsiteX13-561" fmla="*/ 1087434 w 3710151"/>
                          <a:gd name="connsiteY13-562" fmla="*/ 451945 h 1418896"/>
                          <a:gd name="connsiteX14-563" fmla="*/ 168164 w 3710151"/>
                          <a:gd name="connsiteY14-564" fmla="*/ 84081 h 1418896"/>
                          <a:gd name="connsiteX15-565" fmla="*/ 147144 w 3710151"/>
                          <a:gd name="connsiteY15-566" fmla="*/ 73572 h 1418896"/>
                          <a:gd name="connsiteX0-567" fmla="*/ 162012 w 3725019"/>
                          <a:gd name="connsiteY0-568" fmla="*/ 73572 h 1418896"/>
                          <a:gd name="connsiteX1-569" fmla="*/ 445792 w 3725019"/>
                          <a:gd name="connsiteY1-570" fmla="*/ 0 h 1418896"/>
                          <a:gd name="connsiteX2-571" fmla="*/ 1852896 w 3725019"/>
                          <a:gd name="connsiteY2-572" fmla="*/ 591655 h 1418896"/>
                          <a:gd name="connsiteX3-573" fmla="*/ 3357157 w 3725019"/>
                          <a:gd name="connsiteY3-574" fmla="*/ 0 h 1418896"/>
                          <a:gd name="connsiteX4-575" fmla="*/ 3577874 w 3725019"/>
                          <a:gd name="connsiteY4-576" fmla="*/ 73572 h 1418896"/>
                          <a:gd name="connsiteX5-577" fmla="*/ 2632585 w 3725019"/>
                          <a:gd name="connsiteY5-578" fmla="*/ 448868 h 1418896"/>
                          <a:gd name="connsiteX6-579" fmla="*/ 2625150 w 3725019"/>
                          <a:gd name="connsiteY6-580" fmla="*/ 902607 h 1418896"/>
                          <a:gd name="connsiteX7-581" fmla="*/ 3725019 w 3725019"/>
                          <a:gd name="connsiteY7-582" fmla="*/ 1345324 h 1418896"/>
                          <a:gd name="connsiteX8-583" fmla="*/ 3441240 w 3725019"/>
                          <a:gd name="connsiteY8-584" fmla="*/ 1408386 h 1418896"/>
                          <a:gd name="connsiteX9-585" fmla="*/ 1864688 w 3725019"/>
                          <a:gd name="connsiteY9-586" fmla="*/ 746234 h 1418896"/>
                          <a:gd name="connsiteX10-587" fmla="*/ 256605 w 3725019"/>
                          <a:gd name="connsiteY10-588" fmla="*/ 1418896 h 1418896"/>
                          <a:gd name="connsiteX11-589" fmla="*/ 0 w 3725019"/>
                          <a:gd name="connsiteY11-590" fmla="*/ 1331097 h 1418896"/>
                          <a:gd name="connsiteX12-591" fmla="*/ 1113454 w 3725019"/>
                          <a:gd name="connsiteY12-592" fmla="*/ 903890 h 1418896"/>
                          <a:gd name="connsiteX13-593" fmla="*/ 1102302 w 3725019"/>
                          <a:gd name="connsiteY13-594" fmla="*/ 451945 h 1418896"/>
                          <a:gd name="connsiteX14-595" fmla="*/ 183032 w 3725019"/>
                          <a:gd name="connsiteY14-596" fmla="*/ 84081 h 1418896"/>
                          <a:gd name="connsiteX15-597" fmla="*/ 162012 w 3725019"/>
                          <a:gd name="connsiteY15-598" fmla="*/ 73572 h 1418896"/>
                        </a:gdLst>
                        <a:ahLst/>
                        <a:cxnLst>
                          <a:cxn ang="0">
                            <a:pos x="connsiteX0-1" y="connsiteY0-2"/>
                          </a:cxn>
                          <a:cxn ang="0">
                            <a:pos x="connsiteX1-3" y="connsiteY1-4"/>
                          </a:cxn>
                          <a:cxn ang="0">
                            <a:pos x="connsiteX2-5" y="connsiteY2-6"/>
                          </a:cxn>
                          <a:cxn ang="0">
                            <a:pos x="connsiteX3-7" y="connsiteY3-8"/>
                          </a:cxn>
                          <a:cxn ang="0">
                            <a:pos x="connsiteX4-9" y="connsiteY4-10"/>
                          </a:cxn>
                          <a:cxn ang="0">
                            <a:pos x="connsiteX5-11" y="connsiteY5-12"/>
                          </a:cxn>
                          <a:cxn ang="0">
                            <a:pos x="connsiteX6-13" y="connsiteY6-14"/>
                          </a:cxn>
                          <a:cxn ang="0">
                            <a:pos x="connsiteX7-15" y="connsiteY7-16"/>
                          </a:cxn>
                          <a:cxn ang="0">
                            <a:pos x="connsiteX8-17" y="connsiteY8-18"/>
                          </a:cxn>
                          <a:cxn ang="0">
                            <a:pos x="connsiteX9-19" y="connsiteY9-20"/>
                          </a:cxn>
                          <a:cxn ang="0">
                            <a:pos x="connsiteX10-21" y="connsiteY10-22"/>
                          </a:cxn>
                          <a:cxn ang="0">
                            <a:pos x="connsiteX11-23" y="connsiteY11-24"/>
                          </a:cxn>
                          <a:cxn ang="0">
                            <a:pos x="connsiteX12-25" y="connsiteY12-26"/>
                          </a:cxn>
                          <a:cxn ang="0">
                            <a:pos x="connsiteX13-27" y="connsiteY13-28"/>
                          </a:cxn>
                          <a:cxn ang="0">
                            <a:pos x="connsiteX14-29" y="connsiteY14-30"/>
                          </a:cxn>
                          <a:cxn ang="0">
                            <a:pos x="connsiteX15-31" y="connsiteY15-32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  <p:pic>
                <p:nvPicPr>
                  <p:cNvPr id="403" name="Picture 1115" descr="antenna_stylized"/>
                  <p:cNvPicPr>
                    <a:picLocks noChangeAspect="1" noChangeArrowheads="1"/>
                  </p:cNvPicPr>
                  <p:nvPr/>
                </p:nvPicPr>
                <p:blipFill>
                  <a:blip r:embed="rId1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493518" y="3419140"/>
                    <a:ext cx="347997" cy="16755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404" name="Picture 1115" descr="antenna_stylized"/>
                  <p:cNvPicPr>
                    <a:picLocks noChangeAspect="1" noChangeArrowheads="1"/>
                  </p:cNvPicPr>
                  <p:nvPr/>
                </p:nvPicPr>
                <p:blipFill>
                  <a:blip r:embed="rId1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803435" y="3325424"/>
                    <a:ext cx="347997" cy="16755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</p:grpSp>
          <p:grpSp>
            <p:nvGrpSpPr>
              <p:cNvPr id="309" name="Group 308"/>
              <p:cNvGrpSpPr/>
              <p:nvPr/>
            </p:nvGrpSpPr>
            <p:grpSpPr>
              <a:xfrm>
                <a:off x="10884085" y="3428485"/>
                <a:ext cx="604586" cy="405973"/>
                <a:chOff x="10884085" y="3428485"/>
                <a:chExt cx="604586" cy="405973"/>
              </a:xfrm>
            </p:grpSpPr>
            <p:grpSp>
              <p:nvGrpSpPr>
                <p:cNvPr id="383" name="Group 382"/>
                <p:cNvGrpSpPr/>
                <p:nvPr/>
              </p:nvGrpSpPr>
              <p:grpSpPr>
                <a:xfrm>
                  <a:off x="10884085" y="3601365"/>
                  <a:ext cx="170989" cy="97052"/>
                  <a:chOff x="7493876" y="2774731"/>
                  <a:chExt cx="1481958" cy="894622"/>
                </a:xfrm>
              </p:grpSpPr>
              <p:sp>
                <p:nvSpPr>
                  <p:cNvPr id="390" name="Freeform 389"/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-1" fmla="*/ 8187558 w 8187558"/>
                      <a:gd name="connsiteY0-2" fmla="*/ 0 h 2617076"/>
                      <a:gd name="connsiteX1-3" fmla="*/ 8187558 w 8187558"/>
                      <a:gd name="connsiteY1-4" fmla="*/ 1271752 h 2617076"/>
                      <a:gd name="connsiteX2-5" fmla="*/ 4025462 w 8187558"/>
                      <a:gd name="connsiteY2-6" fmla="*/ 2617076 h 2617076"/>
                      <a:gd name="connsiteX3-7" fmla="*/ 0 w 8187558"/>
                      <a:gd name="connsiteY3-8" fmla="*/ 1229711 h 2617076"/>
                      <a:gd name="connsiteX4-9" fmla="*/ 31531 w 8187558"/>
                      <a:gd name="connsiteY4-10" fmla="*/ 147145 h 2617076"/>
                      <a:gd name="connsiteX5-11" fmla="*/ 4046482 w 8187558"/>
                      <a:gd name="connsiteY5-12" fmla="*/ 1576552 h 2617076"/>
                      <a:gd name="connsiteX6-13" fmla="*/ 8187558 w 8187558"/>
                      <a:gd name="connsiteY6-14" fmla="*/ 0 h 2617076"/>
                      <a:gd name="connsiteX0-15" fmla="*/ 8187558 w 8187558"/>
                      <a:gd name="connsiteY0-16" fmla="*/ 0 h 2617076"/>
                      <a:gd name="connsiteX1-17" fmla="*/ 8187558 w 8187558"/>
                      <a:gd name="connsiteY1-18" fmla="*/ 1271752 h 2617076"/>
                      <a:gd name="connsiteX2-19" fmla="*/ 4025462 w 8187558"/>
                      <a:gd name="connsiteY2-20" fmla="*/ 2617076 h 2617076"/>
                      <a:gd name="connsiteX3-21" fmla="*/ 0 w 8187558"/>
                      <a:gd name="connsiteY3-22" fmla="*/ 1229711 h 2617076"/>
                      <a:gd name="connsiteX4-23" fmla="*/ 31531 w 8187558"/>
                      <a:gd name="connsiteY4-24" fmla="*/ 147145 h 2617076"/>
                      <a:gd name="connsiteX5-25" fmla="*/ 4046482 w 8187558"/>
                      <a:gd name="connsiteY5-26" fmla="*/ 1576552 h 2617076"/>
                      <a:gd name="connsiteX6-27" fmla="*/ 8187558 w 8187558"/>
                      <a:gd name="connsiteY6-28" fmla="*/ 0 h 2617076"/>
                      <a:gd name="connsiteX0-29" fmla="*/ 8187558 w 8187558"/>
                      <a:gd name="connsiteY0-30" fmla="*/ 0 h 2617076"/>
                      <a:gd name="connsiteX1-31" fmla="*/ 8187558 w 8187558"/>
                      <a:gd name="connsiteY1-32" fmla="*/ 1271752 h 2617076"/>
                      <a:gd name="connsiteX2-33" fmla="*/ 4025462 w 8187558"/>
                      <a:gd name="connsiteY2-34" fmla="*/ 2617076 h 2617076"/>
                      <a:gd name="connsiteX3-35" fmla="*/ 0 w 8187558"/>
                      <a:gd name="connsiteY3-36" fmla="*/ 1229711 h 2617076"/>
                      <a:gd name="connsiteX4-37" fmla="*/ 31531 w 8187558"/>
                      <a:gd name="connsiteY4-38" fmla="*/ 147145 h 2617076"/>
                      <a:gd name="connsiteX5-39" fmla="*/ 4046482 w 8187558"/>
                      <a:gd name="connsiteY5-40" fmla="*/ 1576552 h 2617076"/>
                      <a:gd name="connsiteX6-41" fmla="*/ 8187558 w 8187558"/>
                      <a:gd name="connsiteY6-42" fmla="*/ 0 h 2617076"/>
                      <a:gd name="connsiteX0-43" fmla="*/ 8187558 w 8187558"/>
                      <a:gd name="connsiteY0-44" fmla="*/ 0 h 2617076"/>
                      <a:gd name="connsiteX1-45" fmla="*/ 8187558 w 8187558"/>
                      <a:gd name="connsiteY1-46" fmla="*/ 1271752 h 2617076"/>
                      <a:gd name="connsiteX2-47" fmla="*/ 4025462 w 8187558"/>
                      <a:gd name="connsiteY2-48" fmla="*/ 2617076 h 2617076"/>
                      <a:gd name="connsiteX3-49" fmla="*/ 0 w 8187558"/>
                      <a:gd name="connsiteY3-50" fmla="*/ 1229711 h 2617076"/>
                      <a:gd name="connsiteX4-51" fmla="*/ 31531 w 8187558"/>
                      <a:gd name="connsiteY4-52" fmla="*/ 147145 h 2617076"/>
                      <a:gd name="connsiteX5-53" fmla="*/ 4046482 w 8187558"/>
                      <a:gd name="connsiteY5-54" fmla="*/ 1576552 h 2617076"/>
                      <a:gd name="connsiteX6-55" fmla="*/ 8187558 w 8187558"/>
                      <a:gd name="connsiteY6-56" fmla="*/ 0 h 2617076"/>
                      <a:gd name="connsiteX0-57" fmla="*/ 8187558 w 8187558"/>
                      <a:gd name="connsiteY0-58" fmla="*/ 0 h 2617076"/>
                      <a:gd name="connsiteX1-59" fmla="*/ 8187558 w 8187558"/>
                      <a:gd name="connsiteY1-60" fmla="*/ 1271752 h 2617076"/>
                      <a:gd name="connsiteX2-61" fmla="*/ 4025462 w 8187558"/>
                      <a:gd name="connsiteY2-62" fmla="*/ 2617076 h 2617076"/>
                      <a:gd name="connsiteX3-63" fmla="*/ 0 w 8187558"/>
                      <a:gd name="connsiteY3-64" fmla="*/ 1229711 h 2617076"/>
                      <a:gd name="connsiteX4-65" fmla="*/ 31531 w 8187558"/>
                      <a:gd name="connsiteY4-66" fmla="*/ 147145 h 2617076"/>
                      <a:gd name="connsiteX5-67" fmla="*/ 4046482 w 8187558"/>
                      <a:gd name="connsiteY5-68" fmla="*/ 1576552 h 2617076"/>
                      <a:gd name="connsiteX6-69" fmla="*/ 8187558 w 8187558"/>
                      <a:gd name="connsiteY6-70" fmla="*/ 0 h 2617076"/>
                      <a:gd name="connsiteX0-71" fmla="*/ 8187558 w 8187558"/>
                      <a:gd name="connsiteY0-72" fmla="*/ 0 h 2617076"/>
                      <a:gd name="connsiteX1-73" fmla="*/ 8187558 w 8187558"/>
                      <a:gd name="connsiteY1-74" fmla="*/ 1271752 h 2617076"/>
                      <a:gd name="connsiteX2-75" fmla="*/ 4025462 w 8187558"/>
                      <a:gd name="connsiteY2-76" fmla="*/ 2617076 h 2617076"/>
                      <a:gd name="connsiteX3-77" fmla="*/ 0 w 8187558"/>
                      <a:gd name="connsiteY3-78" fmla="*/ 1229711 h 2617076"/>
                      <a:gd name="connsiteX4-79" fmla="*/ 31531 w 8187558"/>
                      <a:gd name="connsiteY4-80" fmla="*/ 147145 h 2617076"/>
                      <a:gd name="connsiteX5-81" fmla="*/ 4046482 w 8187558"/>
                      <a:gd name="connsiteY5-82" fmla="*/ 1576552 h 2617076"/>
                      <a:gd name="connsiteX6-83" fmla="*/ 8187558 w 8187558"/>
                      <a:gd name="connsiteY6-84" fmla="*/ 0 h 2617076"/>
                      <a:gd name="connsiteX0-85" fmla="*/ 8187558 w 8187558"/>
                      <a:gd name="connsiteY0-86" fmla="*/ 0 h 2638097"/>
                      <a:gd name="connsiteX1-87" fmla="*/ 8187558 w 8187558"/>
                      <a:gd name="connsiteY1-88" fmla="*/ 1271752 h 2638097"/>
                      <a:gd name="connsiteX2-89" fmla="*/ 4099035 w 8187558"/>
                      <a:gd name="connsiteY2-90" fmla="*/ 2638097 h 2638097"/>
                      <a:gd name="connsiteX3-91" fmla="*/ 0 w 8187558"/>
                      <a:gd name="connsiteY3-92" fmla="*/ 1229711 h 2638097"/>
                      <a:gd name="connsiteX4-93" fmla="*/ 31531 w 8187558"/>
                      <a:gd name="connsiteY4-94" fmla="*/ 147145 h 2638097"/>
                      <a:gd name="connsiteX5-95" fmla="*/ 4046482 w 8187558"/>
                      <a:gd name="connsiteY5-96" fmla="*/ 1576552 h 2638097"/>
                      <a:gd name="connsiteX6-97" fmla="*/ 8187558 w 8187558"/>
                      <a:gd name="connsiteY6-98" fmla="*/ 0 h 2638097"/>
                      <a:gd name="connsiteX0-99" fmla="*/ 8187558 w 8187558"/>
                      <a:gd name="connsiteY0-100" fmla="*/ 0 h 2638097"/>
                      <a:gd name="connsiteX1-101" fmla="*/ 8187558 w 8187558"/>
                      <a:gd name="connsiteY1-102" fmla="*/ 1271752 h 2638097"/>
                      <a:gd name="connsiteX2-103" fmla="*/ 4099035 w 8187558"/>
                      <a:gd name="connsiteY2-104" fmla="*/ 2638097 h 2638097"/>
                      <a:gd name="connsiteX3-105" fmla="*/ 0 w 8187558"/>
                      <a:gd name="connsiteY3-106" fmla="*/ 1229711 h 2638097"/>
                      <a:gd name="connsiteX4-107" fmla="*/ 31531 w 8187558"/>
                      <a:gd name="connsiteY4-108" fmla="*/ 147145 h 2638097"/>
                      <a:gd name="connsiteX5-109" fmla="*/ 4046482 w 8187558"/>
                      <a:gd name="connsiteY5-110" fmla="*/ 1576552 h 2638097"/>
                      <a:gd name="connsiteX6-111" fmla="*/ 8187558 w 8187558"/>
                      <a:gd name="connsiteY6-112" fmla="*/ 0 h 2638097"/>
                      <a:gd name="connsiteX0-113" fmla="*/ 8187558 w 8187558"/>
                      <a:gd name="connsiteY0-114" fmla="*/ 0 h 2638097"/>
                      <a:gd name="connsiteX1-115" fmla="*/ 8187558 w 8187558"/>
                      <a:gd name="connsiteY1-116" fmla="*/ 1271752 h 2638097"/>
                      <a:gd name="connsiteX2-117" fmla="*/ 4099035 w 8187558"/>
                      <a:gd name="connsiteY2-118" fmla="*/ 2638097 h 2638097"/>
                      <a:gd name="connsiteX3-119" fmla="*/ 0 w 8187558"/>
                      <a:gd name="connsiteY3-120" fmla="*/ 1229711 h 2638097"/>
                      <a:gd name="connsiteX4-121" fmla="*/ 31531 w 8187558"/>
                      <a:gd name="connsiteY4-122" fmla="*/ 147145 h 2638097"/>
                      <a:gd name="connsiteX5-123" fmla="*/ 4046482 w 8187558"/>
                      <a:gd name="connsiteY5-124" fmla="*/ 1576552 h 2638097"/>
                      <a:gd name="connsiteX6-125" fmla="*/ 8187558 w 8187558"/>
                      <a:gd name="connsiteY6-126" fmla="*/ 0 h 2638097"/>
                      <a:gd name="connsiteX0-127" fmla="*/ 8187558 w 8187558"/>
                      <a:gd name="connsiteY0-128" fmla="*/ 0 h 2638097"/>
                      <a:gd name="connsiteX1-129" fmla="*/ 8187558 w 8187558"/>
                      <a:gd name="connsiteY1-130" fmla="*/ 1271752 h 2638097"/>
                      <a:gd name="connsiteX2-131" fmla="*/ 4099035 w 8187558"/>
                      <a:gd name="connsiteY2-132" fmla="*/ 2638097 h 2638097"/>
                      <a:gd name="connsiteX3-133" fmla="*/ 0 w 8187558"/>
                      <a:gd name="connsiteY3-134" fmla="*/ 1229711 h 2638097"/>
                      <a:gd name="connsiteX4-135" fmla="*/ 31531 w 8187558"/>
                      <a:gd name="connsiteY4-136" fmla="*/ 147145 h 2638097"/>
                      <a:gd name="connsiteX5-137" fmla="*/ 4046482 w 8187558"/>
                      <a:gd name="connsiteY5-138" fmla="*/ 1576552 h 2638097"/>
                      <a:gd name="connsiteX6-139" fmla="*/ 8187558 w 8187558"/>
                      <a:gd name="connsiteY6-140" fmla="*/ 0 h 2638097"/>
                      <a:gd name="connsiteX0-141" fmla="*/ 8187558 w 8187558"/>
                      <a:gd name="connsiteY0-142" fmla="*/ 0 h 2638097"/>
                      <a:gd name="connsiteX1-143" fmla="*/ 8187558 w 8187558"/>
                      <a:gd name="connsiteY1-144" fmla="*/ 1271752 h 2638097"/>
                      <a:gd name="connsiteX2-145" fmla="*/ 4099035 w 8187558"/>
                      <a:gd name="connsiteY2-146" fmla="*/ 2638097 h 2638097"/>
                      <a:gd name="connsiteX3-147" fmla="*/ 0 w 8187558"/>
                      <a:gd name="connsiteY3-148" fmla="*/ 1229711 h 2638097"/>
                      <a:gd name="connsiteX4-149" fmla="*/ 31531 w 8187558"/>
                      <a:gd name="connsiteY4-150" fmla="*/ 147145 h 2638097"/>
                      <a:gd name="connsiteX5-151" fmla="*/ 4088524 w 8187558"/>
                      <a:gd name="connsiteY5-152" fmla="*/ 1597573 h 2638097"/>
                      <a:gd name="connsiteX6-153" fmla="*/ 8187558 w 8187558"/>
                      <a:gd name="connsiteY6-154" fmla="*/ 0 h 2638097"/>
                      <a:gd name="connsiteX0-155" fmla="*/ 8187558 w 8187558"/>
                      <a:gd name="connsiteY0-156" fmla="*/ 0 h 2638097"/>
                      <a:gd name="connsiteX1-157" fmla="*/ 8187558 w 8187558"/>
                      <a:gd name="connsiteY1-158" fmla="*/ 1271752 h 2638097"/>
                      <a:gd name="connsiteX2-159" fmla="*/ 4099035 w 8187558"/>
                      <a:gd name="connsiteY2-160" fmla="*/ 2638097 h 2638097"/>
                      <a:gd name="connsiteX3-161" fmla="*/ 0 w 8187558"/>
                      <a:gd name="connsiteY3-162" fmla="*/ 1229711 h 2638097"/>
                      <a:gd name="connsiteX4-163" fmla="*/ 31531 w 8187558"/>
                      <a:gd name="connsiteY4-164" fmla="*/ 147145 h 2638097"/>
                      <a:gd name="connsiteX5-165" fmla="*/ 4088524 w 8187558"/>
                      <a:gd name="connsiteY5-166" fmla="*/ 1597573 h 2638097"/>
                      <a:gd name="connsiteX6-167" fmla="*/ 8187558 w 8187558"/>
                      <a:gd name="connsiteY6-168" fmla="*/ 0 h 2638097"/>
                      <a:gd name="connsiteX0-169" fmla="*/ 8187558 w 8187558"/>
                      <a:gd name="connsiteY0-170" fmla="*/ 0 h 2638097"/>
                      <a:gd name="connsiteX1-171" fmla="*/ 8187558 w 8187558"/>
                      <a:gd name="connsiteY1-172" fmla="*/ 1271752 h 2638097"/>
                      <a:gd name="connsiteX2-173" fmla="*/ 4099035 w 8187558"/>
                      <a:gd name="connsiteY2-174" fmla="*/ 2638097 h 2638097"/>
                      <a:gd name="connsiteX3-175" fmla="*/ 0 w 8187558"/>
                      <a:gd name="connsiteY3-176" fmla="*/ 1229711 h 2638097"/>
                      <a:gd name="connsiteX4-177" fmla="*/ 31531 w 8187558"/>
                      <a:gd name="connsiteY4-178" fmla="*/ 147145 h 2638097"/>
                      <a:gd name="connsiteX5-179" fmla="*/ 4099035 w 8187558"/>
                      <a:gd name="connsiteY5-180" fmla="*/ 1566042 h 2638097"/>
                      <a:gd name="connsiteX6-181" fmla="*/ 8187558 w 8187558"/>
                      <a:gd name="connsiteY6-182" fmla="*/ 0 h 2638097"/>
                      <a:gd name="connsiteX0-183" fmla="*/ 8187558 w 8187558"/>
                      <a:gd name="connsiteY0-184" fmla="*/ 0 h 2638097"/>
                      <a:gd name="connsiteX1-185" fmla="*/ 8187558 w 8187558"/>
                      <a:gd name="connsiteY1-186" fmla="*/ 1271752 h 2638097"/>
                      <a:gd name="connsiteX2-187" fmla="*/ 4099035 w 8187558"/>
                      <a:gd name="connsiteY2-188" fmla="*/ 2638097 h 2638097"/>
                      <a:gd name="connsiteX3-189" fmla="*/ 0 w 8187558"/>
                      <a:gd name="connsiteY3-190" fmla="*/ 1229711 h 2638097"/>
                      <a:gd name="connsiteX4-191" fmla="*/ 31531 w 8187558"/>
                      <a:gd name="connsiteY4-192" fmla="*/ 147145 h 2638097"/>
                      <a:gd name="connsiteX5-193" fmla="*/ 4099035 w 8187558"/>
                      <a:gd name="connsiteY5-194" fmla="*/ 1566042 h 2638097"/>
                      <a:gd name="connsiteX6-195" fmla="*/ 8187558 w 8187558"/>
                      <a:gd name="connsiteY6-196" fmla="*/ 0 h 2638097"/>
                      <a:gd name="connsiteX0-197" fmla="*/ 8187558 w 8187558"/>
                      <a:gd name="connsiteY0-198" fmla="*/ 0 h 2638097"/>
                      <a:gd name="connsiteX1-199" fmla="*/ 8187558 w 8187558"/>
                      <a:gd name="connsiteY1-200" fmla="*/ 1271752 h 2638097"/>
                      <a:gd name="connsiteX2-201" fmla="*/ 4099035 w 8187558"/>
                      <a:gd name="connsiteY2-202" fmla="*/ 2638097 h 2638097"/>
                      <a:gd name="connsiteX3-203" fmla="*/ 0 w 8187558"/>
                      <a:gd name="connsiteY3-204" fmla="*/ 1229711 h 2638097"/>
                      <a:gd name="connsiteX4-205" fmla="*/ 31531 w 8187558"/>
                      <a:gd name="connsiteY4-206" fmla="*/ 147145 h 2638097"/>
                      <a:gd name="connsiteX5-207" fmla="*/ 4099035 w 8187558"/>
                      <a:gd name="connsiteY5-208" fmla="*/ 1566042 h 2638097"/>
                      <a:gd name="connsiteX6-209" fmla="*/ 8187558 w 8187558"/>
                      <a:gd name="connsiteY6-210" fmla="*/ 0 h 2638097"/>
                      <a:gd name="connsiteX0-211" fmla="*/ 8187558 w 8187558"/>
                      <a:gd name="connsiteY0-212" fmla="*/ 0 h 2638097"/>
                      <a:gd name="connsiteX1-213" fmla="*/ 8187558 w 8187558"/>
                      <a:gd name="connsiteY1-214" fmla="*/ 1271752 h 2638097"/>
                      <a:gd name="connsiteX2-215" fmla="*/ 4099035 w 8187558"/>
                      <a:gd name="connsiteY2-216" fmla="*/ 2638097 h 2638097"/>
                      <a:gd name="connsiteX3-217" fmla="*/ 0 w 8187558"/>
                      <a:gd name="connsiteY3-218" fmla="*/ 1229711 h 2638097"/>
                      <a:gd name="connsiteX4-219" fmla="*/ 31531 w 8187558"/>
                      <a:gd name="connsiteY4-220" fmla="*/ 147145 h 2638097"/>
                      <a:gd name="connsiteX5-221" fmla="*/ 4099035 w 8187558"/>
                      <a:gd name="connsiteY5-222" fmla="*/ 1566042 h 2638097"/>
                      <a:gd name="connsiteX6-223" fmla="*/ 8187558 w 8187558"/>
                      <a:gd name="connsiteY6-224" fmla="*/ 0 h 2638097"/>
                      <a:gd name="connsiteX0-225" fmla="*/ 8187558 w 8187558"/>
                      <a:gd name="connsiteY0-226" fmla="*/ 0 h 2638097"/>
                      <a:gd name="connsiteX1-227" fmla="*/ 8187558 w 8187558"/>
                      <a:gd name="connsiteY1-228" fmla="*/ 1271752 h 2638097"/>
                      <a:gd name="connsiteX2-229" fmla="*/ 4099035 w 8187558"/>
                      <a:gd name="connsiteY2-230" fmla="*/ 2638097 h 2638097"/>
                      <a:gd name="connsiteX3-231" fmla="*/ 0 w 8187558"/>
                      <a:gd name="connsiteY3-232" fmla="*/ 1229711 h 2638097"/>
                      <a:gd name="connsiteX4-233" fmla="*/ 31531 w 8187558"/>
                      <a:gd name="connsiteY4-234" fmla="*/ 147145 h 2638097"/>
                      <a:gd name="connsiteX5-235" fmla="*/ 4099035 w 8187558"/>
                      <a:gd name="connsiteY5-236" fmla="*/ 1566042 h 2638097"/>
                      <a:gd name="connsiteX6-237" fmla="*/ 8187558 w 8187558"/>
                      <a:gd name="connsiteY6-238" fmla="*/ 0 h 2638097"/>
                      <a:gd name="connsiteX0-239" fmla="*/ 8187558 w 8187558"/>
                      <a:gd name="connsiteY0-240" fmla="*/ 0 h 2638097"/>
                      <a:gd name="connsiteX1-241" fmla="*/ 8187558 w 8187558"/>
                      <a:gd name="connsiteY1-242" fmla="*/ 1271752 h 2638097"/>
                      <a:gd name="connsiteX2-243" fmla="*/ 4099035 w 8187558"/>
                      <a:gd name="connsiteY2-244" fmla="*/ 2638097 h 2638097"/>
                      <a:gd name="connsiteX3-245" fmla="*/ 0 w 8187558"/>
                      <a:gd name="connsiteY3-246" fmla="*/ 1229711 h 2638097"/>
                      <a:gd name="connsiteX4-247" fmla="*/ 31531 w 8187558"/>
                      <a:gd name="connsiteY4-248" fmla="*/ 147145 h 2638097"/>
                      <a:gd name="connsiteX5-249" fmla="*/ 4099035 w 8187558"/>
                      <a:gd name="connsiteY5-250" fmla="*/ 1566042 h 2638097"/>
                      <a:gd name="connsiteX6-251" fmla="*/ 8187558 w 8187558"/>
                      <a:gd name="connsiteY6-252" fmla="*/ 0 h 2638097"/>
                      <a:gd name="connsiteX0-253" fmla="*/ 8187558 w 8187558"/>
                      <a:gd name="connsiteY0-254" fmla="*/ 0 h 2638097"/>
                      <a:gd name="connsiteX1-255" fmla="*/ 8187558 w 8187558"/>
                      <a:gd name="connsiteY1-256" fmla="*/ 1271752 h 2638097"/>
                      <a:gd name="connsiteX2-257" fmla="*/ 4099035 w 8187558"/>
                      <a:gd name="connsiteY2-258" fmla="*/ 2638097 h 2638097"/>
                      <a:gd name="connsiteX3-259" fmla="*/ 0 w 8187558"/>
                      <a:gd name="connsiteY3-260" fmla="*/ 1229711 h 2638097"/>
                      <a:gd name="connsiteX4-261" fmla="*/ 31531 w 8187558"/>
                      <a:gd name="connsiteY4-262" fmla="*/ 147145 h 2638097"/>
                      <a:gd name="connsiteX5-263" fmla="*/ 4099035 w 8187558"/>
                      <a:gd name="connsiteY5-264" fmla="*/ 1566042 h 2638097"/>
                      <a:gd name="connsiteX6-265" fmla="*/ 8187558 w 8187558"/>
                      <a:gd name="connsiteY6-266" fmla="*/ 0 h 2638097"/>
                      <a:gd name="connsiteX0-267" fmla="*/ 8187558 w 8187558"/>
                      <a:gd name="connsiteY0-268" fmla="*/ 0 h 2638097"/>
                      <a:gd name="connsiteX1-269" fmla="*/ 8187558 w 8187558"/>
                      <a:gd name="connsiteY1-270" fmla="*/ 1271752 h 2638097"/>
                      <a:gd name="connsiteX2-271" fmla="*/ 4099035 w 8187558"/>
                      <a:gd name="connsiteY2-272" fmla="*/ 2638097 h 2638097"/>
                      <a:gd name="connsiteX3-273" fmla="*/ 0 w 8187558"/>
                      <a:gd name="connsiteY3-274" fmla="*/ 1229711 h 2638097"/>
                      <a:gd name="connsiteX4-275" fmla="*/ 31531 w 8187558"/>
                      <a:gd name="connsiteY4-276" fmla="*/ 147145 h 2638097"/>
                      <a:gd name="connsiteX5-277" fmla="*/ 4099035 w 8187558"/>
                      <a:gd name="connsiteY5-278" fmla="*/ 1566042 h 2638097"/>
                      <a:gd name="connsiteX6-279" fmla="*/ 8187558 w 8187558"/>
                      <a:gd name="connsiteY6-280" fmla="*/ 0 h 2638097"/>
                      <a:gd name="connsiteX0-281" fmla="*/ 8187558 w 8187558"/>
                      <a:gd name="connsiteY0-282" fmla="*/ 0 h 2638097"/>
                      <a:gd name="connsiteX1-283" fmla="*/ 8187558 w 8187558"/>
                      <a:gd name="connsiteY1-284" fmla="*/ 1271752 h 2638097"/>
                      <a:gd name="connsiteX2-285" fmla="*/ 4099035 w 8187558"/>
                      <a:gd name="connsiteY2-286" fmla="*/ 2638097 h 2638097"/>
                      <a:gd name="connsiteX3-287" fmla="*/ 0 w 8187558"/>
                      <a:gd name="connsiteY3-288" fmla="*/ 1229711 h 2638097"/>
                      <a:gd name="connsiteX4-289" fmla="*/ 31531 w 8187558"/>
                      <a:gd name="connsiteY4-290" fmla="*/ 147145 h 2638097"/>
                      <a:gd name="connsiteX5-291" fmla="*/ 4099035 w 8187558"/>
                      <a:gd name="connsiteY5-292" fmla="*/ 1566042 h 2638097"/>
                      <a:gd name="connsiteX6-293" fmla="*/ 8187558 w 8187558"/>
                      <a:gd name="connsiteY6-294" fmla="*/ 0 h 2638097"/>
                      <a:gd name="connsiteX0-295" fmla="*/ 8176538 w 8176538"/>
                      <a:gd name="connsiteY0-296" fmla="*/ 0 h 2638097"/>
                      <a:gd name="connsiteX1-297" fmla="*/ 8176538 w 8176538"/>
                      <a:gd name="connsiteY1-298" fmla="*/ 1271752 h 2638097"/>
                      <a:gd name="connsiteX2-299" fmla="*/ 4088015 w 8176538"/>
                      <a:gd name="connsiteY2-300" fmla="*/ 2638097 h 2638097"/>
                      <a:gd name="connsiteX3-301" fmla="*/ 0 w 8176538"/>
                      <a:gd name="connsiteY3-302" fmla="*/ 1269888 h 2638097"/>
                      <a:gd name="connsiteX4-303" fmla="*/ 20511 w 8176538"/>
                      <a:gd name="connsiteY4-304" fmla="*/ 147145 h 2638097"/>
                      <a:gd name="connsiteX5-305" fmla="*/ 4088015 w 8176538"/>
                      <a:gd name="connsiteY5-306" fmla="*/ 1566042 h 2638097"/>
                      <a:gd name="connsiteX6-307" fmla="*/ 8176538 w 8176538"/>
                      <a:gd name="connsiteY6-308" fmla="*/ 0 h 2638097"/>
                      <a:gd name="connsiteX0-309" fmla="*/ 8176538 w 8176538"/>
                      <a:gd name="connsiteY0-310" fmla="*/ 0 h 2772020"/>
                      <a:gd name="connsiteX1-311" fmla="*/ 8176538 w 8176538"/>
                      <a:gd name="connsiteY1-312" fmla="*/ 1271752 h 2772020"/>
                      <a:gd name="connsiteX2-313" fmla="*/ 4099034 w 8176538"/>
                      <a:gd name="connsiteY2-314" fmla="*/ 2772020 h 2772020"/>
                      <a:gd name="connsiteX3-315" fmla="*/ 0 w 8176538"/>
                      <a:gd name="connsiteY3-316" fmla="*/ 1269888 h 2772020"/>
                      <a:gd name="connsiteX4-317" fmla="*/ 20511 w 8176538"/>
                      <a:gd name="connsiteY4-318" fmla="*/ 147145 h 2772020"/>
                      <a:gd name="connsiteX5-319" fmla="*/ 4088015 w 8176538"/>
                      <a:gd name="connsiteY5-320" fmla="*/ 1566042 h 2772020"/>
                      <a:gd name="connsiteX6-321" fmla="*/ 8176538 w 8176538"/>
                      <a:gd name="connsiteY6-322" fmla="*/ 0 h 2772020"/>
                      <a:gd name="connsiteX0-323" fmla="*/ 8176538 w 8176538"/>
                      <a:gd name="connsiteY0-324" fmla="*/ 0 h 2772339"/>
                      <a:gd name="connsiteX1-325" fmla="*/ 8176538 w 8176538"/>
                      <a:gd name="connsiteY1-326" fmla="*/ 1378890 h 2772339"/>
                      <a:gd name="connsiteX2-327" fmla="*/ 4099034 w 8176538"/>
                      <a:gd name="connsiteY2-328" fmla="*/ 2772020 h 2772339"/>
                      <a:gd name="connsiteX3-329" fmla="*/ 0 w 8176538"/>
                      <a:gd name="connsiteY3-330" fmla="*/ 1269888 h 2772339"/>
                      <a:gd name="connsiteX4-331" fmla="*/ 20511 w 8176538"/>
                      <a:gd name="connsiteY4-332" fmla="*/ 147145 h 2772339"/>
                      <a:gd name="connsiteX5-333" fmla="*/ 4088015 w 8176538"/>
                      <a:gd name="connsiteY5-334" fmla="*/ 1566042 h 2772339"/>
                      <a:gd name="connsiteX6-335" fmla="*/ 8176538 w 8176538"/>
                      <a:gd name="connsiteY6-336" fmla="*/ 0 h 2772339"/>
                      <a:gd name="connsiteX0-337" fmla="*/ 8176538 w 8176538"/>
                      <a:gd name="connsiteY0-338" fmla="*/ 0 h 2825888"/>
                      <a:gd name="connsiteX1-339" fmla="*/ 8176538 w 8176538"/>
                      <a:gd name="connsiteY1-340" fmla="*/ 1378890 h 2825888"/>
                      <a:gd name="connsiteX2-341" fmla="*/ 4099034 w 8176538"/>
                      <a:gd name="connsiteY2-342" fmla="*/ 2825590 h 2825888"/>
                      <a:gd name="connsiteX3-343" fmla="*/ 0 w 8176538"/>
                      <a:gd name="connsiteY3-344" fmla="*/ 1269888 h 2825888"/>
                      <a:gd name="connsiteX4-345" fmla="*/ 20511 w 8176538"/>
                      <a:gd name="connsiteY4-346" fmla="*/ 147145 h 2825888"/>
                      <a:gd name="connsiteX5-347" fmla="*/ 4088015 w 8176538"/>
                      <a:gd name="connsiteY5-348" fmla="*/ 1566042 h 2825888"/>
                      <a:gd name="connsiteX6-349" fmla="*/ 8176538 w 8176538"/>
                      <a:gd name="connsiteY6-350" fmla="*/ 0 h 2825888"/>
                      <a:gd name="connsiteX0-351" fmla="*/ 8165518 w 8165518"/>
                      <a:gd name="connsiteY0-352" fmla="*/ 0 h 2825606"/>
                      <a:gd name="connsiteX1-353" fmla="*/ 8165518 w 8165518"/>
                      <a:gd name="connsiteY1-354" fmla="*/ 1378890 h 2825606"/>
                      <a:gd name="connsiteX2-355" fmla="*/ 4088014 w 8165518"/>
                      <a:gd name="connsiteY2-356" fmla="*/ 2825590 h 2825606"/>
                      <a:gd name="connsiteX3-357" fmla="*/ 0 w 8165518"/>
                      <a:gd name="connsiteY3-358" fmla="*/ 1403811 h 2825606"/>
                      <a:gd name="connsiteX4-359" fmla="*/ 9491 w 8165518"/>
                      <a:gd name="connsiteY4-360" fmla="*/ 147145 h 2825606"/>
                      <a:gd name="connsiteX5-361" fmla="*/ 4076995 w 8165518"/>
                      <a:gd name="connsiteY5-362" fmla="*/ 1566042 h 2825606"/>
                      <a:gd name="connsiteX6-363" fmla="*/ 8165518 w 8165518"/>
                      <a:gd name="connsiteY6-364" fmla="*/ 0 h 2825606"/>
                      <a:gd name="connsiteX0-365" fmla="*/ 8165518 w 8165518"/>
                      <a:gd name="connsiteY0-366" fmla="*/ 0 h 2879174"/>
                      <a:gd name="connsiteX1-367" fmla="*/ 8165518 w 8165518"/>
                      <a:gd name="connsiteY1-368" fmla="*/ 1378890 h 2879174"/>
                      <a:gd name="connsiteX2-369" fmla="*/ 4132092 w 8165518"/>
                      <a:gd name="connsiteY2-370" fmla="*/ 2879159 h 2879174"/>
                      <a:gd name="connsiteX3-371" fmla="*/ 0 w 8165518"/>
                      <a:gd name="connsiteY3-372" fmla="*/ 1403811 h 2879174"/>
                      <a:gd name="connsiteX4-373" fmla="*/ 9491 w 8165518"/>
                      <a:gd name="connsiteY4-374" fmla="*/ 147145 h 2879174"/>
                      <a:gd name="connsiteX5-375" fmla="*/ 4076995 w 8165518"/>
                      <a:gd name="connsiteY5-376" fmla="*/ 1566042 h 2879174"/>
                      <a:gd name="connsiteX6-377" fmla="*/ 8165518 w 8165518"/>
                      <a:gd name="connsiteY6-378" fmla="*/ 0 h 2879174"/>
                      <a:gd name="connsiteX0-379" fmla="*/ 8165518 w 8176537"/>
                      <a:gd name="connsiteY0-380" fmla="*/ 0 h 2879410"/>
                      <a:gd name="connsiteX1-381" fmla="*/ 8176537 w 8176537"/>
                      <a:gd name="connsiteY1-382" fmla="*/ 1499420 h 2879410"/>
                      <a:gd name="connsiteX2-383" fmla="*/ 4132092 w 8176537"/>
                      <a:gd name="connsiteY2-384" fmla="*/ 2879159 h 2879410"/>
                      <a:gd name="connsiteX3-385" fmla="*/ 0 w 8176537"/>
                      <a:gd name="connsiteY3-386" fmla="*/ 1403811 h 2879410"/>
                      <a:gd name="connsiteX4-387" fmla="*/ 9491 w 8176537"/>
                      <a:gd name="connsiteY4-388" fmla="*/ 147145 h 2879410"/>
                      <a:gd name="connsiteX5-389" fmla="*/ 4076995 w 8176537"/>
                      <a:gd name="connsiteY5-390" fmla="*/ 1566042 h 2879410"/>
                      <a:gd name="connsiteX6-391" fmla="*/ 8165518 w 8176537"/>
                      <a:gd name="connsiteY6-392" fmla="*/ 0 h 2879410"/>
                      <a:gd name="connsiteX0-393" fmla="*/ 8165518 w 8176537"/>
                      <a:gd name="connsiteY0-394" fmla="*/ 0 h 2879262"/>
                      <a:gd name="connsiteX1-395" fmla="*/ 8176537 w 8176537"/>
                      <a:gd name="connsiteY1-396" fmla="*/ 1499420 h 2879262"/>
                      <a:gd name="connsiteX2-397" fmla="*/ 4132092 w 8176537"/>
                      <a:gd name="connsiteY2-398" fmla="*/ 2879159 h 2879262"/>
                      <a:gd name="connsiteX3-399" fmla="*/ 0 w 8176537"/>
                      <a:gd name="connsiteY3-400" fmla="*/ 1403811 h 2879262"/>
                      <a:gd name="connsiteX4-401" fmla="*/ 9491 w 8176537"/>
                      <a:gd name="connsiteY4-402" fmla="*/ 147145 h 2879262"/>
                      <a:gd name="connsiteX5-403" fmla="*/ 4076995 w 8176537"/>
                      <a:gd name="connsiteY5-404" fmla="*/ 1566042 h 2879262"/>
                      <a:gd name="connsiteX6-405" fmla="*/ 8165518 w 8176537"/>
                      <a:gd name="connsiteY6-406" fmla="*/ 0 h 2879262"/>
                      <a:gd name="connsiteX0-407" fmla="*/ 8165518 w 8176537"/>
                      <a:gd name="connsiteY0-408" fmla="*/ 0 h 2879163"/>
                      <a:gd name="connsiteX1-409" fmla="*/ 8176537 w 8176537"/>
                      <a:gd name="connsiteY1-410" fmla="*/ 1499420 h 2879163"/>
                      <a:gd name="connsiteX2-411" fmla="*/ 4132092 w 8176537"/>
                      <a:gd name="connsiteY2-412" fmla="*/ 2879159 h 2879163"/>
                      <a:gd name="connsiteX3-413" fmla="*/ 0 w 8176537"/>
                      <a:gd name="connsiteY3-414" fmla="*/ 1510948 h 2879163"/>
                      <a:gd name="connsiteX4-415" fmla="*/ 9491 w 8176537"/>
                      <a:gd name="connsiteY4-416" fmla="*/ 147145 h 2879163"/>
                      <a:gd name="connsiteX5-417" fmla="*/ 4076995 w 8176537"/>
                      <a:gd name="connsiteY5-418" fmla="*/ 1566042 h 2879163"/>
                      <a:gd name="connsiteX6-419" fmla="*/ 8165518 w 8176537"/>
                      <a:gd name="connsiteY6-420" fmla="*/ 0 h 2879163"/>
                      <a:gd name="connsiteX0-421" fmla="*/ 8165518 w 8198577"/>
                      <a:gd name="connsiteY0-422" fmla="*/ 0 h 2879451"/>
                      <a:gd name="connsiteX1-423" fmla="*/ 8198577 w 8198577"/>
                      <a:gd name="connsiteY1-424" fmla="*/ 1606558 h 2879451"/>
                      <a:gd name="connsiteX2-425" fmla="*/ 4132092 w 8198577"/>
                      <a:gd name="connsiteY2-426" fmla="*/ 2879159 h 2879451"/>
                      <a:gd name="connsiteX3-427" fmla="*/ 0 w 8198577"/>
                      <a:gd name="connsiteY3-428" fmla="*/ 1510948 h 2879451"/>
                      <a:gd name="connsiteX4-429" fmla="*/ 9491 w 8198577"/>
                      <a:gd name="connsiteY4-430" fmla="*/ 147145 h 2879451"/>
                      <a:gd name="connsiteX5-431" fmla="*/ 4076995 w 8198577"/>
                      <a:gd name="connsiteY5-432" fmla="*/ 1566042 h 2879451"/>
                      <a:gd name="connsiteX6-433" fmla="*/ 8165518 w 8198577"/>
                      <a:gd name="connsiteY6-434" fmla="*/ 0 h 2879451"/>
                      <a:gd name="connsiteX0-435" fmla="*/ 8165518 w 8165518"/>
                      <a:gd name="connsiteY0-436" fmla="*/ 0 h 2880066"/>
                      <a:gd name="connsiteX1-437" fmla="*/ 8165518 w 8165518"/>
                      <a:gd name="connsiteY1-438" fmla="*/ 1673520 h 2880066"/>
                      <a:gd name="connsiteX2-439" fmla="*/ 4132092 w 8165518"/>
                      <a:gd name="connsiteY2-440" fmla="*/ 2879159 h 2880066"/>
                      <a:gd name="connsiteX3-441" fmla="*/ 0 w 8165518"/>
                      <a:gd name="connsiteY3-442" fmla="*/ 1510948 h 2880066"/>
                      <a:gd name="connsiteX4-443" fmla="*/ 9491 w 8165518"/>
                      <a:gd name="connsiteY4-444" fmla="*/ 147145 h 2880066"/>
                      <a:gd name="connsiteX5-445" fmla="*/ 4076995 w 8165518"/>
                      <a:gd name="connsiteY5-446" fmla="*/ 1566042 h 2880066"/>
                      <a:gd name="connsiteX6-447" fmla="*/ 8165518 w 8165518"/>
                      <a:gd name="connsiteY6-448" fmla="*/ 0 h 2880066"/>
                      <a:gd name="connsiteX0-449" fmla="*/ 8156794 w 8156794"/>
                      <a:gd name="connsiteY0-450" fmla="*/ 0 h 2879270"/>
                      <a:gd name="connsiteX1-451" fmla="*/ 8156794 w 8156794"/>
                      <a:gd name="connsiteY1-452" fmla="*/ 1673520 h 2879270"/>
                      <a:gd name="connsiteX2-453" fmla="*/ 4123368 w 8156794"/>
                      <a:gd name="connsiteY2-454" fmla="*/ 2879159 h 2879270"/>
                      <a:gd name="connsiteX3-455" fmla="*/ 2295 w 8156794"/>
                      <a:gd name="connsiteY3-456" fmla="*/ 1618086 h 2879270"/>
                      <a:gd name="connsiteX4-457" fmla="*/ 767 w 8156794"/>
                      <a:gd name="connsiteY4-458" fmla="*/ 147145 h 2879270"/>
                      <a:gd name="connsiteX5-459" fmla="*/ 4068271 w 8156794"/>
                      <a:gd name="connsiteY5-460" fmla="*/ 1566042 h 2879270"/>
                      <a:gd name="connsiteX6-461" fmla="*/ 8156794 w 8156794"/>
                      <a:gd name="connsiteY6-462" fmla="*/ 0 h 2879270"/>
                      <a:gd name="connsiteX0-463" fmla="*/ 8156794 w 8156794"/>
                      <a:gd name="connsiteY0-464" fmla="*/ 0 h 2973000"/>
                      <a:gd name="connsiteX1-465" fmla="*/ 8156794 w 8156794"/>
                      <a:gd name="connsiteY1-466" fmla="*/ 1673520 h 2973000"/>
                      <a:gd name="connsiteX2-467" fmla="*/ 4134388 w 8156794"/>
                      <a:gd name="connsiteY2-468" fmla="*/ 2972904 h 2973000"/>
                      <a:gd name="connsiteX3-469" fmla="*/ 2295 w 8156794"/>
                      <a:gd name="connsiteY3-470" fmla="*/ 1618086 h 2973000"/>
                      <a:gd name="connsiteX4-471" fmla="*/ 767 w 8156794"/>
                      <a:gd name="connsiteY4-472" fmla="*/ 147145 h 2973000"/>
                      <a:gd name="connsiteX5-473" fmla="*/ 4068271 w 8156794"/>
                      <a:gd name="connsiteY5-474" fmla="*/ 1566042 h 2973000"/>
                      <a:gd name="connsiteX6-475" fmla="*/ 8156794 w 8156794"/>
                      <a:gd name="connsiteY6-476" fmla="*/ 0 h 2973000"/>
                      <a:gd name="connsiteX0-477" fmla="*/ 8156794 w 8156794"/>
                      <a:gd name="connsiteY0-478" fmla="*/ 0 h 2973000"/>
                      <a:gd name="connsiteX1-479" fmla="*/ 8156794 w 8156794"/>
                      <a:gd name="connsiteY1-480" fmla="*/ 1673520 h 2973000"/>
                      <a:gd name="connsiteX2-481" fmla="*/ 4134388 w 8156794"/>
                      <a:gd name="connsiteY2-482" fmla="*/ 2972904 h 2973000"/>
                      <a:gd name="connsiteX3-483" fmla="*/ 2295 w 8156794"/>
                      <a:gd name="connsiteY3-484" fmla="*/ 1618086 h 2973000"/>
                      <a:gd name="connsiteX4-485" fmla="*/ 767 w 8156794"/>
                      <a:gd name="connsiteY4-486" fmla="*/ 147145 h 2973000"/>
                      <a:gd name="connsiteX5-487" fmla="*/ 4068271 w 8156794"/>
                      <a:gd name="connsiteY5-488" fmla="*/ 1566042 h 2973000"/>
                      <a:gd name="connsiteX6-489" fmla="*/ 8156794 w 8156794"/>
                      <a:gd name="connsiteY6-490" fmla="*/ 0 h 2973000"/>
                      <a:gd name="connsiteX0-491" fmla="*/ 8156794 w 8156794"/>
                      <a:gd name="connsiteY0-492" fmla="*/ 0 h 2973000"/>
                      <a:gd name="connsiteX1-493" fmla="*/ 8156794 w 8156794"/>
                      <a:gd name="connsiteY1-494" fmla="*/ 1673520 h 2973000"/>
                      <a:gd name="connsiteX2-495" fmla="*/ 4134388 w 8156794"/>
                      <a:gd name="connsiteY2-496" fmla="*/ 2972904 h 2973000"/>
                      <a:gd name="connsiteX3-497" fmla="*/ 2295 w 8156794"/>
                      <a:gd name="connsiteY3-498" fmla="*/ 1618086 h 2973000"/>
                      <a:gd name="connsiteX4-499" fmla="*/ 767 w 8156794"/>
                      <a:gd name="connsiteY4-500" fmla="*/ 147145 h 2973000"/>
                      <a:gd name="connsiteX5-501" fmla="*/ 4068271 w 8156794"/>
                      <a:gd name="connsiteY5-502" fmla="*/ 1566042 h 2973000"/>
                      <a:gd name="connsiteX6-503" fmla="*/ 8156794 w 8156794"/>
                      <a:gd name="connsiteY6-504" fmla="*/ 0 h 2973000"/>
                      <a:gd name="connsiteX0-505" fmla="*/ 8156794 w 8156794"/>
                      <a:gd name="connsiteY0-506" fmla="*/ 0 h 2973020"/>
                      <a:gd name="connsiteX1-507" fmla="*/ 8156794 w 8156794"/>
                      <a:gd name="connsiteY1-508" fmla="*/ 1673520 h 2973020"/>
                      <a:gd name="connsiteX2-509" fmla="*/ 4134388 w 8156794"/>
                      <a:gd name="connsiteY2-510" fmla="*/ 2972904 h 2973020"/>
                      <a:gd name="connsiteX3-511" fmla="*/ 2295 w 8156794"/>
                      <a:gd name="connsiteY3-512" fmla="*/ 1618086 h 2973020"/>
                      <a:gd name="connsiteX4-513" fmla="*/ 767 w 8156794"/>
                      <a:gd name="connsiteY4-514" fmla="*/ 147145 h 2973020"/>
                      <a:gd name="connsiteX5-515" fmla="*/ 4068271 w 8156794"/>
                      <a:gd name="connsiteY5-516" fmla="*/ 1566042 h 2973020"/>
                      <a:gd name="connsiteX6-517" fmla="*/ 8156794 w 8156794"/>
                      <a:gd name="connsiteY6-518" fmla="*/ 0 h 2973020"/>
                      <a:gd name="connsiteX0-519" fmla="*/ 8156794 w 8156794"/>
                      <a:gd name="connsiteY0-520" fmla="*/ 0 h 2973021"/>
                      <a:gd name="connsiteX1-521" fmla="*/ 8156794 w 8156794"/>
                      <a:gd name="connsiteY1-522" fmla="*/ 1673520 h 2973021"/>
                      <a:gd name="connsiteX2-523" fmla="*/ 4134388 w 8156794"/>
                      <a:gd name="connsiteY2-524" fmla="*/ 2972904 h 2973021"/>
                      <a:gd name="connsiteX3-525" fmla="*/ 2295 w 8156794"/>
                      <a:gd name="connsiteY3-526" fmla="*/ 1618086 h 2973021"/>
                      <a:gd name="connsiteX4-527" fmla="*/ 767 w 8156794"/>
                      <a:gd name="connsiteY4-528" fmla="*/ 147145 h 2973021"/>
                      <a:gd name="connsiteX5-529" fmla="*/ 4068271 w 8156794"/>
                      <a:gd name="connsiteY5-530" fmla="*/ 1566042 h 2973021"/>
                      <a:gd name="connsiteX6-531" fmla="*/ 8156794 w 8156794"/>
                      <a:gd name="connsiteY6-532" fmla="*/ 0 h 2973021"/>
                      <a:gd name="connsiteX0-533" fmla="*/ 8156794 w 8156794"/>
                      <a:gd name="connsiteY0-534" fmla="*/ 0 h 2973021"/>
                      <a:gd name="connsiteX1-535" fmla="*/ 8156794 w 8156794"/>
                      <a:gd name="connsiteY1-536" fmla="*/ 1673520 h 2973021"/>
                      <a:gd name="connsiteX2-537" fmla="*/ 4134388 w 8156794"/>
                      <a:gd name="connsiteY2-538" fmla="*/ 2972904 h 2973021"/>
                      <a:gd name="connsiteX3-539" fmla="*/ 2295 w 8156794"/>
                      <a:gd name="connsiteY3-540" fmla="*/ 1618086 h 2973021"/>
                      <a:gd name="connsiteX4-541" fmla="*/ 767 w 8156794"/>
                      <a:gd name="connsiteY4-542" fmla="*/ 147145 h 2973021"/>
                      <a:gd name="connsiteX5-543" fmla="*/ 4068271 w 8156794"/>
                      <a:gd name="connsiteY5-544" fmla="*/ 1566042 h 2973021"/>
                      <a:gd name="connsiteX6-545" fmla="*/ 8156794 w 8156794"/>
                      <a:gd name="connsiteY6-546" fmla="*/ 0 h 2973021"/>
                      <a:gd name="connsiteX0-547" fmla="*/ 8156794 w 8156794"/>
                      <a:gd name="connsiteY0-548" fmla="*/ 0 h 2973021"/>
                      <a:gd name="connsiteX1-549" fmla="*/ 8156794 w 8156794"/>
                      <a:gd name="connsiteY1-550" fmla="*/ 1673520 h 2973021"/>
                      <a:gd name="connsiteX2-551" fmla="*/ 4134388 w 8156794"/>
                      <a:gd name="connsiteY2-552" fmla="*/ 2972904 h 2973021"/>
                      <a:gd name="connsiteX3-553" fmla="*/ 2295 w 8156794"/>
                      <a:gd name="connsiteY3-554" fmla="*/ 1618086 h 2973021"/>
                      <a:gd name="connsiteX4-555" fmla="*/ 767 w 8156794"/>
                      <a:gd name="connsiteY4-556" fmla="*/ 147145 h 2973021"/>
                      <a:gd name="connsiteX5-557" fmla="*/ 4068271 w 8156794"/>
                      <a:gd name="connsiteY5-558" fmla="*/ 1566042 h 2973021"/>
                      <a:gd name="connsiteX6-559" fmla="*/ 8156794 w 8156794"/>
                      <a:gd name="connsiteY6-560" fmla="*/ 0 h 2973021"/>
                      <a:gd name="connsiteX0-561" fmla="*/ 8156794 w 8156794"/>
                      <a:gd name="connsiteY0-562" fmla="*/ 0 h 2973021"/>
                      <a:gd name="connsiteX1-563" fmla="*/ 8156794 w 8156794"/>
                      <a:gd name="connsiteY1-564" fmla="*/ 1673520 h 2973021"/>
                      <a:gd name="connsiteX2-565" fmla="*/ 4134388 w 8156794"/>
                      <a:gd name="connsiteY2-566" fmla="*/ 2972904 h 2973021"/>
                      <a:gd name="connsiteX3-567" fmla="*/ 2295 w 8156794"/>
                      <a:gd name="connsiteY3-568" fmla="*/ 1618086 h 2973021"/>
                      <a:gd name="connsiteX4-569" fmla="*/ 767 w 8156794"/>
                      <a:gd name="connsiteY4-570" fmla="*/ 147145 h 2973021"/>
                      <a:gd name="connsiteX5-571" fmla="*/ 4068271 w 8156794"/>
                      <a:gd name="connsiteY5-572" fmla="*/ 1566042 h 2973021"/>
                      <a:gd name="connsiteX6-573" fmla="*/ 8156794 w 8156794"/>
                      <a:gd name="connsiteY6-574" fmla="*/ 0 h 2973021"/>
                      <a:gd name="connsiteX0-575" fmla="*/ 8156794 w 8156794"/>
                      <a:gd name="connsiteY0-576" fmla="*/ 0 h 2973141"/>
                      <a:gd name="connsiteX1-577" fmla="*/ 8156794 w 8156794"/>
                      <a:gd name="connsiteY1-578" fmla="*/ 1673520 h 2973141"/>
                      <a:gd name="connsiteX2-579" fmla="*/ 4134388 w 8156794"/>
                      <a:gd name="connsiteY2-580" fmla="*/ 2972904 h 2973141"/>
                      <a:gd name="connsiteX3-581" fmla="*/ 2295 w 8156794"/>
                      <a:gd name="connsiteY3-582" fmla="*/ 1618086 h 2973141"/>
                      <a:gd name="connsiteX4-583" fmla="*/ 767 w 8156794"/>
                      <a:gd name="connsiteY4-584" fmla="*/ 147145 h 2973141"/>
                      <a:gd name="connsiteX5-585" fmla="*/ 4068271 w 8156794"/>
                      <a:gd name="connsiteY5-586" fmla="*/ 1566042 h 2973141"/>
                      <a:gd name="connsiteX6-587" fmla="*/ 8156794 w 8156794"/>
                      <a:gd name="connsiteY6-588" fmla="*/ 0 h 2973141"/>
                      <a:gd name="connsiteX0-589" fmla="*/ 8156794 w 8156794"/>
                      <a:gd name="connsiteY0-590" fmla="*/ 0 h 3066827"/>
                      <a:gd name="connsiteX1-591" fmla="*/ 8156794 w 8156794"/>
                      <a:gd name="connsiteY1-592" fmla="*/ 1673520 h 3066827"/>
                      <a:gd name="connsiteX2-593" fmla="*/ 4123353 w 8156794"/>
                      <a:gd name="connsiteY2-594" fmla="*/ 3066650 h 3066827"/>
                      <a:gd name="connsiteX3-595" fmla="*/ 2295 w 8156794"/>
                      <a:gd name="connsiteY3-596" fmla="*/ 1618086 h 3066827"/>
                      <a:gd name="connsiteX4-597" fmla="*/ 767 w 8156794"/>
                      <a:gd name="connsiteY4-598" fmla="*/ 147145 h 3066827"/>
                      <a:gd name="connsiteX5-599" fmla="*/ 4068271 w 8156794"/>
                      <a:gd name="connsiteY5-600" fmla="*/ 1566042 h 3066827"/>
                      <a:gd name="connsiteX6-601" fmla="*/ 8156794 w 8156794"/>
                      <a:gd name="connsiteY6-602" fmla="*/ 0 h 3066827"/>
                      <a:gd name="connsiteX0-603" fmla="*/ 8123689 w 8156794"/>
                      <a:gd name="connsiteY0-604" fmla="*/ 0 h 2999866"/>
                      <a:gd name="connsiteX1-605" fmla="*/ 8156794 w 8156794"/>
                      <a:gd name="connsiteY1-606" fmla="*/ 1606559 h 2999866"/>
                      <a:gd name="connsiteX2-607" fmla="*/ 4123353 w 8156794"/>
                      <a:gd name="connsiteY2-608" fmla="*/ 2999689 h 2999866"/>
                      <a:gd name="connsiteX3-609" fmla="*/ 2295 w 8156794"/>
                      <a:gd name="connsiteY3-610" fmla="*/ 1551125 h 2999866"/>
                      <a:gd name="connsiteX4-611" fmla="*/ 767 w 8156794"/>
                      <a:gd name="connsiteY4-612" fmla="*/ 80184 h 2999866"/>
                      <a:gd name="connsiteX5-613" fmla="*/ 4068271 w 8156794"/>
                      <a:gd name="connsiteY5-614" fmla="*/ 1499081 h 2999866"/>
                      <a:gd name="connsiteX6-615" fmla="*/ 8123689 w 8156794"/>
                      <a:gd name="connsiteY6-616" fmla="*/ 0 h 2999866"/>
                      <a:gd name="connsiteX0-617" fmla="*/ 8167828 w 8167828"/>
                      <a:gd name="connsiteY0-618" fmla="*/ 0 h 3026651"/>
                      <a:gd name="connsiteX1-619" fmla="*/ 8156794 w 8167828"/>
                      <a:gd name="connsiteY1-620" fmla="*/ 1633344 h 3026651"/>
                      <a:gd name="connsiteX2-621" fmla="*/ 4123353 w 8167828"/>
                      <a:gd name="connsiteY2-622" fmla="*/ 3026474 h 3026651"/>
                      <a:gd name="connsiteX3-623" fmla="*/ 2295 w 8167828"/>
                      <a:gd name="connsiteY3-624" fmla="*/ 1577910 h 3026651"/>
                      <a:gd name="connsiteX4-625" fmla="*/ 767 w 8167828"/>
                      <a:gd name="connsiteY4-626" fmla="*/ 106969 h 3026651"/>
                      <a:gd name="connsiteX5-627" fmla="*/ 4068271 w 8167828"/>
                      <a:gd name="connsiteY5-628" fmla="*/ 1525866 h 3026651"/>
                      <a:gd name="connsiteX6-629" fmla="*/ 8167828 w 8167828"/>
                      <a:gd name="connsiteY6-630" fmla="*/ 0 h 3026651"/>
                      <a:gd name="connsiteX0-631" fmla="*/ 8167828 w 8167828"/>
                      <a:gd name="connsiteY0-632" fmla="*/ 0 h 3027228"/>
                      <a:gd name="connsiteX1-633" fmla="*/ 8145760 w 8167828"/>
                      <a:gd name="connsiteY1-634" fmla="*/ 1686913 h 3027228"/>
                      <a:gd name="connsiteX2-635" fmla="*/ 4123353 w 8167828"/>
                      <a:gd name="connsiteY2-636" fmla="*/ 3026474 h 3027228"/>
                      <a:gd name="connsiteX3-637" fmla="*/ 2295 w 8167828"/>
                      <a:gd name="connsiteY3-638" fmla="*/ 1577910 h 3027228"/>
                      <a:gd name="connsiteX4-639" fmla="*/ 767 w 8167828"/>
                      <a:gd name="connsiteY4-640" fmla="*/ 106969 h 3027228"/>
                      <a:gd name="connsiteX5-641" fmla="*/ 4068271 w 8167828"/>
                      <a:gd name="connsiteY5-642" fmla="*/ 1525866 h 3027228"/>
                      <a:gd name="connsiteX6-643" fmla="*/ 8167828 w 8167828"/>
                      <a:gd name="connsiteY6-644" fmla="*/ 0 h 3027228"/>
                      <a:gd name="connsiteX0-645" fmla="*/ 8156794 w 8156794"/>
                      <a:gd name="connsiteY0-646" fmla="*/ 0 h 2933483"/>
                      <a:gd name="connsiteX1-647" fmla="*/ 8145760 w 8156794"/>
                      <a:gd name="connsiteY1-648" fmla="*/ 1593168 h 2933483"/>
                      <a:gd name="connsiteX2-649" fmla="*/ 4123353 w 8156794"/>
                      <a:gd name="connsiteY2-650" fmla="*/ 2932729 h 2933483"/>
                      <a:gd name="connsiteX3-651" fmla="*/ 2295 w 8156794"/>
                      <a:gd name="connsiteY3-652" fmla="*/ 1484165 h 2933483"/>
                      <a:gd name="connsiteX4-653" fmla="*/ 767 w 8156794"/>
                      <a:gd name="connsiteY4-654" fmla="*/ 13224 h 2933483"/>
                      <a:gd name="connsiteX5-655" fmla="*/ 4068271 w 8156794"/>
                      <a:gd name="connsiteY5-656" fmla="*/ 1432121 h 2933483"/>
                      <a:gd name="connsiteX6-657" fmla="*/ 8156794 w 8156794"/>
                      <a:gd name="connsiteY6-658" fmla="*/ 0 h 2933483"/>
                      <a:gd name="connsiteX0-659" fmla="*/ 8156794 w 8156794"/>
                      <a:gd name="connsiteY0-660" fmla="*/ 0 h 2933483"/>
                      <a:gd name="connsiteX1-661" fmla="*/ 8145760 w 8156794"/>
                      <a:gd name="connsiteY1-662" fmla="*/ 1593168 h 2933483"/>
                      <a:gd name="connsiteX2-663" fmla="*/ 4123353 w 8156794"/>
                      <a:gd name="connsiteY2-664" fmla="*/ 2932729 h 2933483"/>
                      <a:gd name="connsiteX3-665" fmla="*/ 2295 w 8156794"/>
                      <a:gd name="connsiteY3-666" fmla="*/ 1484165 h 2933483"/>
                      <a:gd name="connsiteX4-667" fmla="*/ 767 w 8156794"/>
                      <a:gd name="connsiteY4-668" fmla="*/ 13224 h 2933483"/>
                      <a:gd name="connsiteX5-669" fmla="*/ 4068271 w 8156794"/>
                      <a:gd name="connsiteY5-670" fmla="*/ 1432121 h 2933483"/>
                      <a:gd name="connsiteX6-671" fmla="*/ 8156794 w 8156794"/>
                      <a:gd name="connsiteY6-672" fmla="*/ 0 h 2933483"/>
                      <a:gd name="connsiteX0-673" fmla="*/ 8123689 w 8145760"/>
                      <a:gd name="connsiteY0-674" fmla="*/ 13560 h 2920259"/>
                      <a:gd name="connsiteX1-675" fmla="*/ 8145760 w 8145760"/>
                      <a:gd name="connsiteY1-676" fmla="*/ 1579944 h 2920259"/>
                      <a:gd name="connsiteX2-677" fmla="*/ 4123353 w 8145760"/>
                      <a:gd name="connsiteY2-678" fmla="*/ 2919505 h 2920259"/>
                      <a:gd name="connsiteX3-679" fmla="*/ 2295 w 8145760"/>
                      <a:gd name="connsiteY3-680" fmla="*/ 1470941 h 2920259"/>
                      <a:gd name="connsiteX4-681" fmla="*/ 767 w 8145760"/>
                      <a:gd name="connsiteY4-682" fmla="*/ 0 h 2920259"/>
                      <a:gd name="connsiteX5-683" fmla="*/ 4068271 w 8145760"/>
                      <a:gd name="connsiteY5-684" fmla="*/ 1418897 h 2920259"/>
                      <a:gd name="connsiteX6-685" fmla="*/ 8123689 w 8145760"/>
                      <a:gd name="connsiteY6-686" fmla="*/ 13560 h 2920259"/>
                      <a:gd name="connsiteX0-687" fmla="*/ 8178863 w 8178863"/>
                      <a:gd name="connsiteY0-688" fmla="*/ 26952 h 2920259"/>
                      <a:gd name="connsiteX1-689" fmla="*/ 8145760 w 8178863"/>
                      <a:gd name="connsiteY1-690" fmla="*/ 1579944 h 2920259"/>
                      <a:gd name="connsiteX2-691" fmla="*/ 4123353 w 8178863"/>
                      <a:gd name="connsiteY2-692" fmla="*/ 2919505 h 2920259"/>
                      <a:gd name="connsiteX3-693" fmla="*/ 2295 w 8178863"/>
                      <a:gd name="connsiteY3-694" fmla="*/ 1470941 h 2920259"/>
                      <a:gd name="connsiteX4-695" fmla="*/ 767 w 8178863"/>
                      <a:gd name="connsiteY4-696" fmla="*/ 0 h 2920259"/>
                      <a:gd name="connsiteX5-697" fmla="*/ 4068271 w 8178863"/>
                      <a:gd name="connsiteY5-698" fmla="*/ 1418897 h 2920259"/>
                      <a:gd name="connsiteX6-699" fmla="*/ 8178863 w 8178863"/>
                      <a:gd name="connsiteY6-700" fmla="*/ 26952 h 2920259"/>
                      <a:gd name="connsiteX0-701" fmla="*/ 8167827 w 8167827"/>
                      <a:gd name="connsiteY0-702" fmla="*/ 40343 h 2920259"/>
                      <a:gd name="connsiteX1-703" fmla="*/ 8145760 w 8167827"/>
                      <a:gd name="connsiteY1-704" fmla="*/ 1579944 h 2920259"/>
                      <a:gd name="connsiteX2-705" fmla="*/ 4123353 w 8167827"/>
                      <a:gd name="connsiteY2-706" fmla="*/ 2919505 h 2920259"/>
                      <a:gd name="connsiteX3-707" fmla="*/ 2295 w 8167827"/>
                      <a:gd name="connsiteY3-708" fmla="*/ 1470941 h 2920259"/>
                      <a:gd name="connsiteX4-709" fmla="*/ 767 w 8167827"/>
                      <a:gd name="connsiteY4-710" fmla="*/ 0 h 2920259"/>
                      <a:gd name="connsiteX5-711" fmla="*/ 4068271 w 8167827"/>
                      <a:gd name="connsiteY5-712" fmla="*/ 1418897 h 2920259"/>
                      <a:gd name="connsiteX6-713" fmla="*/ 8167827 w 8167827"/>
                      <a:gd name="connsiteY6-714" fmla="*/ 40343 h 2920259"/>
                      <a:gd name="connsiteX0-715" fmla="*/ 8123687 w 8145760"/>
                      <a:gd name="connsiteY0-716" fmla="*/ 53735 h 2920259"/>
                      <a:gd name="connsiteX1-717" fmla="*/ 8145760 w 8145760"/>
                      <a:gd name="connsiteY1-718" fmla="*/ 1579944 h 2920259"/>
                      <a:gd name="connsiteX2-719" fmla="*/ 4123353 w 8145760"/>
                      <a:gd name="connsiteY2-720" fmla="*/ 2919505 h 2920259"/>
                      <a:gd name="connsiteX3-721" fmla="*/ 2295 w 8145760"/>
                      <a:gd name="connsiteY3-722" fmla="*/ 1470941 h 2920259"/>
                      <a:gd name="connsiteX4-723" fmla="*/ 767 w 8145760"/>
                      <a:gd name="connsiteY4-724" fmla="*/ 0 h 2920259"/>
                      <a:gd name="connsiteX5-725" fmla="*/ 4068271 w 8145760"/>
                      <a:gd name="connsiteY5-726" fmla="*/ 1418897 h 2920259"/>
                      <a:gd name="connsiteX6-727" fmla="*/ 8123687 w 8145760"/>
                      <a:gd name="connsiteY6-728" fmla="*/ 53735 h 2920259"/>
                      <a:gd name="connsiteX0-729" fmla="*/ 8161918 w 8161918"/>
                      <a:gd name="connsiteY0-730" fmla="*/ 0 h 2943855"/>
                      <a:gd name="connsiteX1-731" fmla="*/ 8145760 w 8161918"/>
                      <a:gd name="connsiteY1-732" fmla="*/ 1603540 h 2943855"/>
                      <a:gd name="connsiteX2-733" fmla="*/ 4123353 w 8161918"/>
                      <a:gd name="connsiteY2-734" fmla="*/ 2943101 h 2943855"/>
                      <a:gd name="connsiteX3-735" fmla="*/ 2295 w 8161918"/>
                      <a:gd name="connsiteY3-736" fmla="*/ 1494537 h 2943855"/>
                      <a:gd name="connsiteX4-737" fmla="*/ 767 w 8161918"/>
                      <a:gd name="connsiteY4-738" fmla="*/ 23596 h 2943855"/>
                      <a:gd name="connsiteX5-739" fmla="*/ 4068271 w 8161918"/>
                      <a:gd name="connsiteY5-740" fmla="*/ 1442493 h 2943855"/>
                      <a:gd name="connsiteX6-741" fmla="*/ 8161918 w 8161918"/>
                      <a:gd name="connsiteY6-742" fmla="*/ 0 h 2943855"/>
                      <a:gd name="connsiteX0-743" fmla="*/ 8144926 w 8145760"/>
                      <a:gd name="connsiteY0-744" fmla="*/ 43424 h 2920259"/>
                      <a:gd name="connsiteX1-745" fmla="*/ 8145760 w 8145760"/>
                      <a:gd name="connsiteY1-746" fmla="*/ 1579944 h 2920259"/>
                      <a:gd name="connsiteX2-747" fmla="*/ 4123353 w 8145760"/>
                      <a:gd name="connsiteY2-748" fmla="*/ 2919505 h 2920259"/>
                      <a:gd name="connsiteX3-749" fmla="*/ 2295 w 8145760"/>
                      <a:gd name="connsiteY3-750" fmla="*/ 1470941 h 2920259"/>
                      <a:gd name="connsiteX4-751" fmla="*/ 767 w 8145760"/>
                      <a:gd name="connsiteY4-752" fmla="*/ 0 h 2920259"/>
                      <a:gd name="connsiteX5-753" fmla="*/ 4068271 w 8145760"/>
                      <a:gd name="connsiteY5-754" fmla="*/ 1418897 h 2920259"/>
                      <a:gd name="connsiteX6-755" fmla="*/ 8144926 w 8145760"/>
                      <a:gd name="connsiteY6-756" fmla="*/ 43424 h 2920259"/>
                      <a:gd name="connsiteX0-757" fmla="*/ 8161918 w 8161918"/>
                      <a:gd name="connsiteY0-758" fmla="*/ 0 h 2959321"/>
                      <a:gd name="connsiteX1-759" fmla="*/ 8145760 w 8161918"/>
                      <a:gd name="connsiteY1-760" fmla="*/ 1619006 h 2959321"/>
                      <a:gd name="connsiteX2-761" fmla="*/ 4123353 w 8161918"/>
                      <a:gd name="connsiteY2-762" fmla="*/ 2958567 h 2959321"/>
                      <a:gd name="connsiteX3-763" fmla="*/ 2295 w 8161918"/>
                      <a:gd name="connsiteY3-764" fmla="*/ 1510003 h 2959321"/>
                      <a:gd name="connsiteX4-765" fmla="*/ 767 w 8161918"/>
                      <a:gd name="connsiteY4-766" fmla="*/ 39062 h 2959321"/>
                      <a:gd name="connsiteX5-767" fmla="*/ 4068271 w 8161918"/>
                      <a:gd name="connsiteY5-768" fmla="*/ 1457959 h 2959321"/>
                      <a:gd name="connsiteX6-769" fmla="*/ 8161918 w 8161918"/>
                      <a:gd name="connsiteY6-770" fmla="*/ 0 h 2959321"/>
                      <a:gd name="connsiteX0-771" fmla="*/ 8161918 w 8162752"/>
                      <a:gd name="connsiteY0-772" fmla="*/ 0 h 2959488"/>
                      <a:gd name="connsiteX1-773" fmla="*/ 8162752 w 8162752"/>
                      <a:gd name="connsiteY1-774" fmla="*/ 1629317 h 2959488"/>
                      <a:gd name="connsiteX2-775" fmla="*/ 4123353 w 8162752"/>
                      <a:gd name="connsiteY2-776" fmla="*/ 2958567 h 2959488"/>
                      <a:gd name="connsiteX3-777" fmla="*/ 2295 w 8162752"/>
                      <a:gd name="connsiteY3-778" fmla="*/ 1510003 h 2959488"/>
                      <a:gd name="connsiteX4-779" fmla="*/ 767 w 8162752"/>
                      <a:gd name="connsiteY4-780" fmla="*/ 39062 h 2959488"/>
                      <a:gd name="connsiteX5-781" fmla="*/ 4068271 w 8162752"/>
                      <a:gd name="connsiteY5-782" fmla="*/ 1457959 h 2959488"/>
                      <a:gd name="connsiteX6-783" fmla="*/ 8161918 w 8162752"/>
                      <a:gd name="connsiteY6-784" fmla="*/ 0 h 2959488"/>
                      <a:gd name="connsiteX0-785" fmla="*/ 8165930 w 8166764"/>
                      <a:gd name="connsiteY0-786" fmla="*/ 7337 h 2966825"/>
                      <a:gd name="connsiteX1-787" fmla="*/ 8166764 w 8166764"/>
                      <a:gd name="connsiteY1-788" fmla="*/ 1636654 h 2966825"/>
                      <a:gd name="connsiteX2-789" fmla="*/ 4127365 w 8166764"/>
                      <a:gd name="connsiteY2-790" fmla="*/ 2965904 h 2966825"/>
                      <a:gd name="connsiteX3-791" fmla="*/ 6307 w 8166764"/>
                      <a:gd name="connsiteY3-792" fmla="*/ 1517340 h 2966825"/>
                      <a:gd name="connsiteX4-793" fmla="*/ 532 w 8166764"/>
                      <a:gd name="connsiteY4-794" fmla="*/ 0 h 2966825"/>
                      <a:gd name="connsiteX5-795" fmla="*/ 4072283 w 8166764"/>
                      <a:gd name="connsiteY5-796" fmla="*/ 1465296 h 2966825"/>
                      <a:gd name="connsiteX6-797" fmla="*/ 8165930 w 8166764"/>
                      <a:gd name="connsiteY6-798" fmla="*/ 7337 h 2966825"/>
                      <a:gd name="connsiteX0-799" fmla="*/ 8168119 w 8168953"/>
                      <a:gd name="connsiteY0-800" fmla="*/ 7337 h 2966682"/>
                      <a:gd name="connsiteX1-801" fmla="*/ 8168953 w 8168953"/>
                      <a:gd name="connsiteY1-802" fmla="*/ 1636654 h 2966682"/>
                      <a:gd name="connsiteX2-803" fmla="*/ 4129554 w 8168953"/>
                      <a:gd name="connsiteY2-804" fmla="*/ 2965904 h 2966682"/>
                      <a:gd name="connsiteX3-805" fmla="*/ 0 w 8168953"/>
                      <a:gd name="connsiteY3-806" fmla="*/ 1527651 h 2966682"/>
                      <a:gd name="connsiteX4-807" fmla="*/ 2721 w 8168953"/>
                      <a:gd name="connsiteY4-808" fmla="*/ 0 h 2966682"/>
                      <a:gd name="connsiteX5-809" fmla="*/ 4074472 w 8168953"/>
                      <a:gd name="connsiteY5-810" fmla="*/ 1465296 h 2966682"/>
                      <a:gd name="connsiteX6-811" fmla="*/ 8168119 w 8168953"/>
                      <a:gd name="connsiteY6-812" fmla="*/ 7337 h 2966682"/>
                      <a:gd name="connsiteX0-813" fmla="*/ 8168119 w 8168953"/>
                      <a:gd name="connsiteY0-814" fmla="*/ 7337 h 3100377"/>
                      <a:gd name="connsiteX1-815" fmla="*/ 8168953 w 8168953"/>
                      <a:gd name="connsiteY1-816" fmla="*/ 1636654 h 3100377"/>
                      <a:gd name="connsiteX2-817" fmla="*/ 4118520 w 8168953"/>
                      <a:gd name="connsiteY2-818" fmla="*/ 3099826 h 3100377"/>
                      <a:gd name="connsiteX3-819" fmla="*/ 0 w 8168953"/>
                      <a:gd name="connsiteY3-820" fmla="*/ 1527651 h 3100377"/>
                      <a:gd name="connsiteX4-821" fmla="*/ 2721 w 8168953"/>
                      <a:gd name="connsiteY4-822" fmla="*/ 0 h 3100377"/>
                      <a:gd name="connsiteX5-823" fmla="*/ 4074472 w 8168953"/>
                      <a:gd name="connsiteY5-824" fmla="*/ 1465296 h 3100377"/>
                      <a:gd name="connsiteX6-825" fmla="*/ 8168119 w 8168953"/>
                      <a:gd name="connsiteY6-826" fmla="*/ 7337 h 3100377"/>
                      <a:gd name="connsiteX0-827" fmla="*/ 8168119 w 8168953"/>
                      <a:gd name="connsiteY0-828" fmla="*/ 7337 h 3100429"/>
                      <a:gd name="connsiteX1-829" fmla="*/ 8168953 w 8168953"/>
                      <a:gd name="connsiteY1-830" fmla="*/ 1636654 h 3100429"/>
                      <a:gd name="connsiteX2-831" fmla="*/ 4118520 w 8168953"/>
                      <a:gd name="connsiteY2-832" fmla="*/ 3099826 h 3100429"/>
                      <a:gd name="connsiteX3-833" fmla="*/ 0 w 8168953"/>
                      <a:gd name="connsiteY3-834" fmla="*/ 1527651 h 3100429"/>
                      <a:gd name="connsiteX4-835" fmla="*/ 2721 w 8168953"/>
                      <a:gd name="connsiteY4-836" fmla="*/ 0 h 3100429"/>
                      <a:gd name="connsiteX5-837" fmla="*/ 4074472 w 8168953"/>
                      <a:gd name="connsiteY5-838" fmla="*/ 1465296 h 3100429"/>
                      <a:gd name="connsiteX6-839" fmla="*/ 8168119 w 8168953"/>
                      <a:gd name="connsiteY6-840" fmla="*/ 7337 h 3100429"/>
                      <a:gd name="connsiteX0-841" fmla="*/ 8165849 w 8166683"/>
                      <a:gd name="connsiteY0-842" fmla="*/ 7337 h 3099826"/>
                      <a:gd name="connsiteX1-843" fmla="*/ 8166683 w 8166683"/>
                      <a:gd name="connsiteY1-844" fmla="*/ 1636654 h 3099826"/>
                      <a:gd name="connsiteX2-845" fmla="*/ 4116250 w 8166683"/>
                      <a:gd name="connsiteY2-846" fmla="*/ 3099826 h 3099826"/>
                      <a:gd name="connsiteX3-847" fmla="*/ 8764 w 8166683"/>
                      <a:gd name="connsiteY3-848" fmla="*/ 1634789 h 3099826"/>
                      <a:gd name="connsiteX4-849" fmla="*/ 451 w 8166683"/>
                      <a:gd name="connsiteY4-850" fmla="*/ 0 h 3099826"/>
                      <a:gd name="connsiteX5-851" fmla="*/ 4072202 w 8166683"/>
                      <a:gd name="connsiteY5-852" fmla="*/ 1465296 h 3099826"/>
                      <a:gd name="connsiteX6-853" fmla="*/ 8165849 w 8166683"/>
                      <a:gd name="connsiteY6-854" fmla="*/ 7337 h 3099826"/>
                      <a:gd name="connsiteX0-855" fmla="*/ 8165849 w 8166683"/>
                      <a:gd name="connsiteY0-856" fmla="*/ 7337 h 3099826"/>
                      <a:gd name="connsiteX1-857" fmla="*/ 8166683 w 8166683"/>
                      <a:gd name="connsiteY1-858" fmla="*/ 1636654 h 3099826"/>
                      <a:gd name="connsiteX2-859" fmla="*/ 4116250 w 8166683"/>
                      <a:gd name="connsiteY2-860" fmla="*/ 3099826 h 3099826"/>
                      <a:gd name="connsiteX3-861" fmla="*/ 8764 w 8166683"/>
                      <a:gd name="connsiteY3-862" fmla="*/ 1634789 h 3099826"/>
                      <a:gd name="connsiteX4-863" fmla="*/ 451 w 8166683"/>
                      <a:gd name="connsiteY4-864" fmla="*/ 0 h 3099826"/>
                      <a:gd name="connsiteX5-865" fmla="*/ 4072202 w 8166683"/>
                      <a:gd name="connsiteY5-866" fmla="*/ 1465296 h 3099826"/>
                      <a:gd name="connsiteX6-867" fmla="*/ 8165849 w 8166683"/>
                      <a:gd name="connsiteY6-868" fmla="*/ 7337 h 3099826"/>
                      <a:gd name="connsiteX0-869" fmla="*/ 8165849 w 8166683"/>
                      <a:gd name="connsiteY0-870" fmla="*/ 7337 h 3099826"/>
                      <a:gd name="connsiteX1-871" fmla="*/ 8166683 w 8166683"/>
                      <a:gd name="connsiteY1-872" fmla="*/ 1636654 h 3099826"/>
                      <a:gd name="connsiteX2-873" fmla="*/ 4116250 w 8166683"/>
                      <a:gd name="connsiteY2-874" fmla="*/ 3099826 h 3099826"/>
                      <a:gd name="connsiteX3-875" fmla="*/ 8764 w 8166683"/>
                      <a:gd name="connsiteY3-876" fmla="*/ 1634789 h 3099826"/>
                      <a:gd name="connsiteX4-877" fmla="*/ 451 w 8166683"/>
                      <a:gd name="connsiteY4-878" fmla="*/ 0 h 3099826"/>
                      <a:gd name="connsiteX5-879" fmla="*/ 4061168 w 8166683"/>
                      <a:gd name="connsiteY5-880" fmla="*/ 1438511 h 3099826"/>
                      <a:gd name="connsiteX6-881" fmla="*/ 8165849 w 8166683"/>
                      <a:gd name="connsiteY6-882" fmla="*/ 7337 h 3099826"/>
                      <a:gd name="connsiteX0-883" fmla="*/ 8165849 w 8166683"/>
                      <a:gd name="connsiteY0-884" fmla="*/ 7337 h 3099826"/>
                      <a:gd name="connsiteX1-885" fmla="*/ 8166683 w 8166683"/>
                      <a:gd name="connsiteY1-886" fmla="*/ 1636654 h 3099826"/>
                      <a:gd name="connsiteX2-887" fmla="*/ 4116250 w 8166683"/>
                      <a:gd name="connsiteY2-888" fmla="*/ 3099826 h 3099826"/>
                      <a:gd name="connsiteX3-889" fmla="*/ 8764 w 8166683"/>
                      <a:gd name="connsiteY3-890" fmla="*/ 1634789 h 3099826"/>
                      <a:gd name="connsiteX4-891" fmla="*/ 451 w 8166683"/>
                      <a:gd name="connsiteY4-892" fmla="*/ 0 h 3099826"/>
                      <a:gd name="connsiteX5-893" fmla="*/ 4061168 w 8166683"/>
                      <a:gd name="connsiteY5-894" fmla="*/ 1438511 h 3099826"/>
                      <a:gd name="connsiteX6-895" fmla="*/ 8165849 w 8166683"/>
                      <a:gd name="connsiteY6-896" fmla="*/ 7337 h 309982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31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91" name="Oval 390"/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31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392" name="Group 391"/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393" name="Freeform 392"/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-1" fmla="*/ 3725333 w 4641485"/>
                        <a:gd name="connsiteY0-2" fmla="*/ 0 h 1049866"/>
                        <a:gd name="connsiteX1-3" fmla="*/ 4641485 w 4641485"/>
                        <a:gd name="connsiteY1-4" fmla="*/ 239402 h 1049866"/>
                        <a:gd name="connsiteX2-5" fmla="*/ 3962400 w 4641485"/>
                        <a:gd name="connsiteY2-6" fmla="*/ 541866 h 1049866"/>
                        <a:gd name="connsiteX3-7" fmla="*/ 3742267 w 4641485"/>
                        <a:gd name="connsiteY3-8" fmla="*/ 457200 h 1049866"/>
                        <a:gd name="connsiteX4-9" fmla="*/ 2269067 w 4641485"/>
                        <a:gd name="connsiteY4-10" fmla="*/ 1049866 h 1049866"/>
                        <a:gd name="connsiteX5-11" fmla="*/ 880533 w 4641485"/>
                        <a:gd name="connsiteY5-12" fmla="*/ 457200 h 1049866"/>
                        <a:gd name="connsiteX6-13" fmla="*/ 592667 w 4641485"/>
                        <a:gd name="connsiteY6-14" fmla="*/ 541866 h 1049866"/>
                        <a:gd name="connsiteX7-15" fmla="*/ 0 w 4641485"/>
                        <a:gd name="connsiteY7-16" fmla="*/ 254000 h 1049866"/>
                        <a:gd name="connsiteX8-17" fmla="*/ 880533 w 4641485"/>
                        <a:gd name="connsiteY8-18" fmla="*/ 16933 h 1049866"/>
                        <a:gd name="connsiteX9-19" fmla="*/ 2302933 w 4641485"/>
                        <a:gd name="connsiteY9-20" fmla="*/ 626533 h 1049866"/>
                        <a:gd name="connsiteX10-21" fmla="*/ 3725333 w 4641485"/>
                        <a:gd name="connsiteY10-22" fmla="*/ 0 h 1049866"/>
                        <a:gd name="connsiteX0-23" fmla="*/ 3756864 w 4673016"/>
                        <a:gd name="connsiteY0-24" fmla="*/ 0 h 1049866"/>
                        <a:gd name="connsiteX1-25" fmla="*/ 4673016 w 4673016"/>
                        <a:gd name="connsiteY1-26" fmla="*/ 239402 h 1049866"/>
                        <a:gd name="connsiteX2-27" fmla="*/ 3993931 w 4673016"/>
                        <a:gd name="connsiteY2-28" fmla="*/ 541866 h 1049866"/>
                        <a:gd name="connsiteX3-29" fmla="*/ 3773798 w 4673016"/>
                        <a:gd name="connsiteY3-30" fmla="*/ 457200 h 1049866"/>
                        <a:gd name="connsiteX4-31" fmla="*/ 2300598 w 4673016"/>
                        <a:gd name="connsiteY4-32" fmla="*/ 1049866 h 1049866"/>
                        <a:gd name="connsiteX5-33" fmla="*/ 912064 w 4673016"/>
                        <a:gd name="connsiteY5-34" fmla="*/ 457200 h 1049866"/>
                        <a:gd name="connsiteX6-35" fmla="*/ 624198 w 4673016"/>
                        <a:gd name="connsiteY6-36" fmla="*/ 541866 h 1049866"/>
                        <a:gd name="connsiteX7-37" fmla="*/ 0 w 4673016"/>
                        <a:gd name="connsiteY7-38" fmla="*/ 232979 h 1049866"/>
                        <a:gd name="connsiteX8-39" fmla="*/ 912064 w 4673016"/>
                        <a:gd name="connsiteY8-40" fmla="*/ 16933 h 1049866"/>
                        <a:gd name="connsiteX9-41" fmla="*/ 2334464 w 4673016"/>
                        <a:gd name="connsiteY9-42" fmla="*/ 626533 h 1049866"/>
                        <a:gd name="connsiteX10-43" fmla="*/ 3756864 w 4673016"/>
                        <a:gd name="connsiteY10-44" fmla="*/ 0 h 1049866"/>
                        <a:gd name="connsiteX0-45" fmla="*/ 3756864 w 4673016"/>
                        <a:gd name="connsiteY0-46" fmla="*/ 0 h 1049866"/>
                        <a:gd name="connsiteX1-47" fmla="*/ 4673016 w 4673016"/>
                        <a:gd name="connsiteY1-48" fmla="*/ 239402 h 1049866"/>
                        <a:gd name="connsiteX2-49" fmla="*/ 3993931 w 4673016"/>
                        <a:gd name="connsiteY2-50" fmla="*/ 541866 h 1049866"/>
                        <a:gd name="connsiteX3-51" fmla="*/ 3784308 w 4673016"/>
                        <a:gd name="connsiteY3-52" fmla="*/ 404648 h 1049866"/>
                        <a:gd name="connsiteX4-53" fmla="*/ 2300598 w 4673016"/>
                        <a:gd name="connsiteY4-54" fmla="*/ 1049866 h 1049866"/>
                        <a:gd name="connsiteX5-55" fmla="*/ 912064 w 4673016"/>
                        <a:gd name="connsiteY5-56" fmla="*/ 457200 h 1049866"/>
                        <a:gd name="connsiteX6-57" fmla="*/ 624198 w 4673016"/>
                        <a:gd name="connsiteY6-58" fmla="*/ 541866 h 1049866"/>
                        <a:gd name="connsiteX7-59" fmla="*/ 0 w 4673016"/>
                        <a:gd name="connsiteY7-60" fmla="*/ 232979 h 1049866"/>
                        <a:gd name="connsiteX8-61" fmla="*/ 912064 w 4673016"/>
                        <a:gd name="connsiteY8-62" fmla="*/ 16933 h 1049866"/>
                        <a:gd name="connsiteX9-63" fmla="*/ 2334464 w 4673016"/>
                        <a:gd name="connsiteY9-64" fmla="*/ 626533 h 1049866"/>
                        <a:gd name="connsiteX10-65" fmla="*/ 3756864 w 4673016"/>
                        <a:gd name="connsiteY10-66" fmla="*/ 0 h 1049866"/>
                        <a:gd name="connsiteX0-67" fmla="*/ 3756864 w 4673016"/>
                        <a:gd name="connsiteY0-68" fmla="*/ 0 h 1049866"/>
                        <a:gd name="connsiteX1-69" fmla="*/ 4673016 w 4673016"/>
                        <a:gd name="connsiteY1-70" fmla="*/ 239402 h 1049866"/>
                        <a:gd name="connsiteX2-71" fmla="*/ 3993931 w 4673016"/>
                        <a:gd name="connsiteY2-72" fmla="*/ 541866 h 1049866"/>
                        <a:gd name="connsiteX3-73" fmla="*/ 3794818 w 4673016"/>
                        <a:gd name="connsiteY3-74" fmla="*/ 436179 h 1049866"/>
                        <a:gd name="connsiteX4-75" fmla="*/ 2300598 w 4673016"/>
                        <a:gd name="connsiteY4-76" fmla="*/ 1049866 h 1049866"/>
                        <a:gd name="connsiteX5-77" fmla="*/ 912064 w 4673016"/>
                        <a:gd name="connsiteY5-78" fmla="*/ 457200 h 1049866"/>
                        <a:gd name="connsiteX6-79" fmla="*/ 624198 w 4673016"/>
                        <a:gd name="connsiteY6-80" fmla="*/ 541866 h 1049866"/>
                        <a:gd name="connsiteX7-81" fmla="*/ 0 w 4673016"/>
                        <a:gd name="connsiteY7-82" fmla="*/ 232979 h 1049866"/>
                        <a:gd name="connsiteX8-83" fmla="*/ 912064 w 4673016"/>
                        <a:gd name="connsiteY8-84" fmla="*/ 16933 h 1049866"/>
                        <a:gd name="connsiteX9-85" fmla="*/ 2334464 w 4673016"/>
                        <a:gd name="connsiteY9-86" fmla="*/ 626533 h 1049866"/>
                        <a:gd name="connsiteX10-87" fmla="*/ 3756864 w 4673016"/>
                        <a:gd name="connsiteY10-88" fmla="*/ 0 h 1049866"/>
                        <a:gd name="connsiteX0-89" fmla="*/ 3756864 w 4673016"/>
                        <a:gd name="connsiteY0-90" fmla="*/ 0 h 1049866"/>
                        <a:gd name="connsiteX1-91" fmla="*/ 4673016 w 4673016"/>
                        <a:gd name="connsiteY1-92" fmla="*/ 239402 h 1049866"/>
                        <a:gd name="connsiteX2-93" fmla="*/ 3993931 w 4673016"/>
                        <a:gd name="connsiteY2-94" fmla="*/ 541866 h 1049866"/>
                        <a:gd name="connsiteX3-95" fmla="*/ 3794818 w 4673016"/>
                        <a:gd name="connsiteY3-96" fmla="*/ 436179 h 1049866"/>
                        <a:gd name="connsiteX4-97" fmla="*/ 2300598 w 4673016"/>
                        <a:gd name="connsiteY4-98" fmla="*/ 1049866 h 1049866"/>
                        <a:gd name="connsiteX5-99" fmla="*/ 912064 w 4673016"/>
                        <a:gd name="connsiteY5-100" fmla="*/ 457200 h 1049866"/>
                        <a:gd name="connsiteX6-101" fmla="*/ 624198 w 4673016"/>
                        <a:gd name="connsiteY6-102" fmla="*/ 541866 h 1049866"/>
                        <a:gd name="connsiteX7-103" fmla="*/ 0 w 4673016"/>
                        <a:gd name="connsiteY7-104" fmla="*/ 232979 h 1049866"/>
                        <a:gd name="connsiteX8-105" fmla="*/ 912064 w 4673016"/>
                        <a:gd name="connsiteY8-106" fmla="*/ 16933 h 1049866"/>
                        <a:gd name="connsiteX9-107" fmla="*/ 2323954 w 4673016"/>
                        <a:gd name="connsiteY9-108" fmla="*/ 616023 h 1049866"/>
                        <a:gd name="connsiteX10-109" fmla="*/ 3756864 w 4673016"/>
                        <a:gd name="connsiteY10-110" fmla="*/ 0 h 1049866"/>
                        <a:gd name="connsiteX0-111" fmla="*/ 3756864 w 4673016"/>
                        <a:gd name="connsiteY0-112" fmla="*/ 0 h 1049866"/>
                        <a:gd name="connsiteX1-113" fmla="*/ 4673016 w 4673016"/>
                        <a:gd name="connsiteY1-114" fmla="*/ 239402 h 1049866"/>
                        <a:gd name="connsiteX2-115" fmla="*/ 3993931 w 4673016"/>
                        <a:gd name="connsiteY2-116" fmla="*/ 541866 h 1049866"/>
                        <a:gd name="connsiteX3-117" fmla="*/ 3794818 w 4673016"/>
                        <a:gd name="connsiteY3-118" fmla="*/ 436179 h 1049866"/>
                        <a:gd name="connsiteX4-119" fmla="*/ 2300598 w 4673016"/>
                        <a:gd name="connsiteY4-120" fmla="*/ 1049866 h 1049866"/>
                        <a:gd name="connsiteX5-121" fmla="*/ 912064 w 4673016"/>
                        <a:gd name="connsiteY5-122" fmla="*/ 457200 h 1049866"/>
                        <a:gd name="connsiteX6-123" fmla="*/ 624198 w 4673016"/>
                        <a:gd name="connsiteY6-124" fmla="*/ 541866 h 1049866"/>
                        <a:gd name="connsiteX7-125" fmla="*/ 0 w 4673016"/>
                        <a:gd name="connsiteY7-126" fmla="*/ 275021 h 1049866"/>
                        <a:gd name="connsiteX8-127" fmla="*/ 912064 w 4673016"/>
                        <a:gd name="connsiteY8-128" fmla="*/ 16933 h 1049866"/>
                        <a:gd name="connsiteX9-129" fmla="*/ 2323954 w 4673016"/>
                        <a:gd name="connsiteY9-130" fmla="*/ 616023 h 1049866"/>
                        <a:gd name="connsiteX10-131" fmla="*/ 3756864 w 4673016"/>
                        <a:gd name="connsiteY10-132" fmla="*/ 0 h 1049866"/>
                        <a:gd name="connsiteX0-133" fmla="*/ 3756864 w 4673016"/>
                        <a:gd name="connsiteY0-134" fmla="*/ 0 h 1049866"/>
                        <a:gd name="connsiteX1-135" fmla="*/ 4673016 w 4673016"/>
                        <a:gd name="connsiteY1-136" fmla="*/ 239402 h 1049866"/>
                        <a:gd name="connsiteX2-137" fmla="*/ 3993931 w 4673016"/>
                        <a:gd name="connsiteY2-138" fmla="*/ 541866 h 1049866"/>
                        <a:gd name="connsiteX3-139" fmla="*/ 3815839 w 4673016"/>
                        <a:gd name="connsiteY3-140" fmla="*/ 467710 h 1049866"/>
                        <a:gd name="connsiteX4-141" fmla="*/ 2300598 w 4673016"/>
                        <a:gd name="connsiteY4-142" fmla="*/ 1049866 h 1049866"/>
                        <a:gd name="connsiteX5-143" fmla="*/ 912064 w 4673016"/>
                        <a:gd name="connsiteY5-144" fmla="*/ 457200 h 1049866"/>
                        <a:gd name="connsiteX6-145" fmla="*/ 624198 w 4673016"/>
                        <a:gd name="connsiteY6-146" fmla="*/ 541866 h 1049866"/>
                        <a:gd name="connsiteX7-147" fmla="*/ 0 w 4673016"/>
                        <a:gd name="connsiteY7-148" fmla="*/ 275021 h 1049866"/>
                        <a:gd name="connsiteX8-149" fmla="*/ 912064 w 4673016"/>
                        <a:gd name="connsiteY8-150" fmla="*/ 16933 h 1049866"/>
                        <a:gd name="connsiteX9-151" fmla="*/ 2323954 w 4673016"/>
                        <a:gd name="connsiteY9-152" fmla="*/ 616023 h 1049866"/>
                        <a:gd name="connsiteX10-153" fmla="*/ 3756864 w 4673016"/>
                        <a:gd name="connsiteY10-154" fmla="*/ 0 h 104986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94" name="Freeform 393"/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95" name="Freeform 394"/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96" name="Freeform 395"/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-1" fmla="*/ 168165 w 3731172"/>
                        <a:gd name="connsiteY0-2" fmla="*/ 73572 h 1418896"/>
                        <a:gd name="connsiteX1-3" fmla="*/ 451945 w 3731172"/>
                        <a:gd name="connsiteY1-4" fmla="*/ 0 h 1418896"/>
                        <a:gd name="connsiteX2-5" fmla="*/ 1881352 w 3731172"/>
                        <a:gd name="connsiteY2-6" fmla="*/ 599089 h 1418896"/>
                        <a:gd name="connsiteX3-7" fmla="*/ 3363310 w 3731172"/>
                        <a:gd name="connsiteY3-8" fmla="*/ 0 h 1418896"/>
                        <a:gd name="connsiteX4-9" fmla="*/ 3584027 w 3731172"/>
                        <a:gd name="connsiteY4-10" fmla="*/ 73572 h 1418896"/>
                        <a:gd name="connsiteX5-11" fmla="*/ 2627586 w 3731172"/>
                        <a:gd name="connsiteY5-12" fmla="*/ 441434 h 1418896"/>
                        <a:gd name="connsiteX6-13" fmla="*/ 2596055 w 3731172"/>
                        <a:gd name="connsiteY6-14" fmla="*/ 914400 h 1418896"/>
                        <a:gd name="connsiteX7-15" fmla="*/ 3731172 w 3731172"/>
                        <a:gd name="connsiteY7-16" fmla="*/ 1345324 h 1418896"/>
                        <a:gd name="connsiteX8-17" fmla="*/ 3447393 w 3731172"/>
                        <a:gd name="connsiteY8-18" fmla="*/ 1408386 h 1418896"/>
                        <a:gd name="connsiteX9-19" fmla="*/ 1870841 w 3731172"/>
                        <a:gd name="connsiteY9-20" fmla="*/ 746234 h 1418896"/>
                        <a:gd name="connsiteX10-21" fmla="*/ 262758 w 3731172"/>
                        <a:gd name="connsiteY10-22" fmla="*/ 1418896 h 1418896"/>
                        <a:gd name="connsiteX11-23" fmla="*/ 0 w 3731172"/>
                        <a:gd name="connsiteY11-24" fmla="*/ 1324303 h 1418896"/>
                        <a:gd name="connsiteX12-25" fmla="*/ 1145627 w 3731172"/>
                        <a:gd name="connsiteY12-26" fmla="*/ 882869 h 1418896"/>
                        <a:gd name="connsiteX13-27" fmla="*/ 1114096 w 3731172"/>
                        <a:gd name="connsiteY13-28" fmla="*/ 409903 h 1418896"/>
                        <a:gd name="connsiteX14-29" fmla="*/ 441434 w 3731172"/>
                        <a:gd name="connsiteY14-30" fmla="*/ 10510 h 1418896"/>
                        <a:gd name="connsiteX15-31" fmla="*/ 441434 w 3731172"/>
                        <a:gd name="connsiteY15-32" fmla="*/ 10510 h 1418896"/>
                        <a:gd name="connsiteX0-33" fmla="*/ 168165 w 3731172"/>
                        <a:gd name="connsiteY0-34" fmla="*/ 73572 h 1418896"/>
                        <a:gd name="connsiteX1-35" fmla="*/ 451945 w 3731172"/>
                        <a:gd name="connsiteY1-36" fmla="*/ 0 h 1418896"/>
                        <a:gd name="connsiteX2-37" fmla="*/ 1881352 w 3731172"/>
                        <a:gd name="connsiteY2-38" fmla="*/ 599089 h 1418896"/>
                        <a:gd name="connsiteX3-39" fmla="*/ 3363310 w 3731172"/>
                        <a:gd name="connsiteY3-40" fmla="*/ 0 h 1418896"/>
                        <a:gd name="connsiteX4-41" fmla="*/ 3584027 w 3731172"/>
                        <a:gd name="connsiteY4-42" fmla="*/ 73572 h 1418896"/>
                        <a:gd name="connsiteX5-43" fmla="*/ 2627586 w 3731172"/>
                        <a:gd name="connsiteY5-44" fmla="*/ 441434 h 1418896"/>
                        <a:gd name="connsiteX6-45" fmla="*/ 2596055 w 3731172"/>
                        <a:gd name="connsiteY6-46" fmla="*/ 914400 h 1418896"/>
                        <a:gd name="connsiteX7-47" fmla="*/ 3731172 w 3731172"/>
                        <a:gd name="connsiteY7-48" fmla="*/ 1345324 h 1418896"/>
                        <a:gd name="connsiteX8-49" fmla="*/ 3447393 w 3731172"/>
                        <a:gd name="connsiteY8-50" fmla="*/ 1408386 h 1418896"/>
                        <a:gd name="connsiteX9-51" fmla="*/ 1870841 w 3731172"/>
                        <a:gd name="connsiteY9-52" fmla="*/ 746234 h 1418896"/>
                        <a:gd name="connsiteX10-53" fmla="*/ 262758 w 3731172"/>
                        <a:gd name="connsiteY10-54" fmla="*/ 1418896 h 1418896"/>
                        <a:gd name="connsiteX11-55" fmla="*/ 0 w 3731172"/>
                        <a:gd name="connsiteY11-56" fmla="*/ 1324303 h 1418896"/>
                        <a:gd name="connsiteX12-57" fmla="*/ 1145627 w 3731172"/>
                        <a:gd name="connsiteY12-58" fmla="*/ 882869 h 1418896"/>
                        <a:gd name="connsiteX13-59" fmla="*/ 1114096 w 3731172"/>
                        <a:gd name="connsiteY13-60" fmla="*/ 409903 h 1418896"/>
                        <a:gd name="connsiteX14-61" fmla="*/ 441434 w 3731172"/>
                        <a:gd name="connsiteY14-62" fmla="*/ 10510 h 1418896"/>
                        <a:gd name="connsiteX0-63" fmla="*/ 168165 w 3731172"/>
                        <a:gd name="connsiteY0-64" fmla="*/ 73572 h 1418896"/>
                        <a:gd name="connsiteX1-65" fmla="*/ 451945 w 3731172"/>
                        <a:gd name="connsiteY1-66" fmla="*/ 0 h 1418896"/>
                        <a:gd name="connsiteX2-67" fmla="*/ 1881352 w 3731172"/>
                        <a:gd name="connsiteY2-68" fmla="*/ 599089 h 1418896"/>
                        <a:gd name="connsiteX3-69" fmla="*/ 3363310 w 3731172"/>
                        <a:gd name="connsiteY3-70" fmla="*/ 0 h 1418896"/>
                        <a:gd name="connsiteX4-71" fmla="*/ 3584027 w 3731172"/>
                        <a:gd name="connsiteY4-72" fmla="*/ 73572 h 1418896"/>
                        <a:gd name="connsiteX5-73" fmla="*/ 2627586 w 3731172"/>
                        <a:gd name="connsiteY5-74" fmla="*/ 441434 h 1418896"/>
                        <a:gd name="connsiteX6-75" fmla="*/ 2596055 w 3731172"/>
                        <a:gd name="connsiteY6-76" fmla="*/ 914400 h 1418896"/>
                        <a:gd name="connsiteX7-77" fmla="*/ 3731172 w 3731172"/>
                        <a:gd name="connsiteY7-78" fmla="*/ 1345324 h 1418896"/>
                        <a:gd name="connsiteX8-79" fmla="*/ 3447393 w 3731172"/>
                        <a:gd name="connsiteY8-80" fmla="*/ 1408386 h 1418896"/>
                        <a:gd name="connsiteX9-81" fmla="*/ 1870841 w 3731172"/>
                        <a:gd name="connsiteY9-82" fmla="*/ 746234 h 1418896"/>
                        <a:gd name="connsiteX10-83" fmla="*/ 262758 w 3731172"/>
                        <a:gd name="connsiteY10-84" fmla="*/ 1418896 h 1418896"/>
                        <a:gd name="connsiteX11-85" fmla="*/ 0 w 3731172"/>
                        <a:gd name="connsiteY11-86" fmla="*/ 1324303 h 1418896"/>
                        <a:gd name="connsiteX12-87" fmla="*/ 1145627 w 3731172"/>
                        <a:gd name="connsiteY12-88" fmla="*/ 882869 h 1418896"/>
                        <a:gd name="connsiteX13-89" fmla="*/ 1114096 w 3731172"/>
                        <a:gd name="connsiteY13-90" fmla="*/ 409903 h 1418896"/>
                        <a:gd name="connsiteX14-91" fmla="*/ 357351 w 3731172"/>
                        <a:gd name="connsiteY14-92" fmla="*/ 115613 h 1418896"/>
                        <a:gd name="connsiteX0-93" fmla="*/ 168165 w 3731172"/>
                        <a:gd name="connsiteY0-94" fmla="*/ 73572 h 1418896"/>
                        <a:gd name="connsiteX1-95" fmla="*/ 451945 w 3731172"/>
                        <a:gd name="connsiteY1-96" fmla="*/ 0 h 1418896"/>
                        <a:gd name="connsiteX2-97" fmla="*/ 1881352 w 3731172"/>
                        <a:gd name="connsiteY2-98" fmla="*/ 599089 h 1418896"/>
                        <a:gd name="connsiteX3-99" fmla="*/ 3363310 w 3731172"/>
                        <a:gd name="connsiteY3-100" fmla="*/ 0 h 1418896"/>
                        <a:gd name="connsiteX4-101" fmla="*/ 3584027 w 3731172"/>
                        <a:gd name="connsiteY4-102" fmla="*/ 73572 h 1418896"/>
                        <a:gd name="connsiteX5-103" fmla="*/ 2627586 w 3731172"/>
                        <a:gd name="connsiteY5-104" fmla="*/ 441434 h 1418896"/>
                        <a:gd name="connsiteX6-105" fmla="*/ 2596055 w 3731172"/>
                        <a:gd name="connsiteY6-106" fmla="*/ 914400 h 1418896"/>
                        <a:gd name="connsiteX7-107" fmla="*/ 3731172 w 3731172"/>
                        <a:gd name="connsiteY7-108" fmla="*/ 1345324 h 1418896"/>
                        <a:gd name="connsiteX8-109" fmla="*/ 3447393 w 3731172"/>
                        <a:gd name="connsiteY8-110" fmla="*/ 1408386 h 1418896"/>
                        <a:gd name="connsiteX9-111" fmla="*/ 1870841 w 3731172"/>
                        <a:gd name="connsiteY9-112" fmla="*/ 746234 h 1418896"/>
                        <a:gd name="connsiteX10-113" fmla="*/ 262758 w 3731172"/>
                        <a:gd name="connsiteY10-114" fmla="*/ 1418896 h 1418896"/>
                        <a:gd name="connsiteX11-115" fmla="*/ 0 w 3731172"/>
                        <a:gd name="connsiteY11-116" fmla="*/ 1324303 h 1418896"/>
                        <a:gd name="connsiteX12-117" fmla="*/ 1145627 w 3731172"/>
                        <a:gd name="connsiteY12-118" fmla="*/ 882869 h 1418896"/>
                        <a:gd name="connsiteX13-119" fmla="*/ 1114096 w 3731172"/>
                        <a:gd name="connsiteY13-120" fmla="*/ 409903 h 1418896"/>
                        <a:gd name="connsiteX14-121" fmla="*/ 147144 w 3731172"/>
                        <a:gd name="connsiteY14-122" fmla="*/ 63061 h 1418896"/>
                        <a:gd name="connsiteX0-123" fmla="*/ 168165 w 3731172"/>
                        <a:gd name="connsiteY0-124" fmla="*/ 73572 h 1418896"/>
                        <a:gd name="connsiteX1-125" fmla="*/ 451945 w 3731172"/>
                        <a:gd name="connsiteY1-126" fmla="*/ 0 h 1418896"/>
                        <a:gd name="connsiteX2-127" fmla="*/ 1881352 w 3731172"/>
                        <a:gd name="connsiteY2-128" fmla="*/ 599089 h 1418896"/>
                        <a:gd name="connsiteX3-129" fmla="*/ 3363310 w 3731172"/>
                        <a:gd name="connsiteY3-130" fmla="*/ 0 h 1418896"/>
                        <a:gd name="connsiteX4-131" fmla="*/ 3584027 w 3731172"/>
                        <a:gd name="connsiteY4-132" fmla="*/ 73572 h 1418896"/>
                        <a:gd name="connsiteX5-133" fmla="*/ 2627586 w 3731172"/>
                        <a:gd name="connsiteY5-134" fmla="*/ 441434 h 1418896"/>
                        <a:gd name="connsiteX6-135" fmla="*/ 2596055 w 3731172"/>
                        <a:gd name="connsiteY6-136" fmla="*/ 914400 h 1418896"/>
                        <a:gd name="connsiteX7-137" fmla="*/ 3731172 w 3731172"/>
                        <a:gd name="connsiteY7-138" fmla="*/ 1345324 h 1418896"/>
                        <a:gd name="connsiteX8-139" fmla="*/ 3447393 w 3731172"/>
                        <a:gd name="connsiteY8-140" fmla="*/ 1408386 h 1418896"/>
                        <a:gd name="connsiteX9-141" fmla="*/ 1870841 w 3731172"/>
                        <a:gd name="connsiteY9-142" fmla="*/ 746234 h 1418896"/>
                        <a:gd name="connsiteX10-143" fmla="*/ 262758 w 3731172"/>
                        <a:gd name="connsiteY10-144" fmla="*/ 1418896 h 1418896"/>
                        <a:gd name="connsiteX11-145" fmla="*/ 0 w 3731172"/>
                        <a:gd name="connsiteY11-146" fmla="*/ 1324303 h 1418896"/>
                        <a:gd name="connsiteX12-147" fmla="*/ 1145627 w 3731172"/>
                        <a:gd name="connsiteY12-148" fmla="*/ 882869 h 1418896"/>
                        <a:gd name="connsiteX13-149" fmla="*/ 1114096 w 3731172"/>
                        <a:gd name="connsiteY13-150" fmla="*/ 420413 h 1418896"/>
                        <a:gd name="connsiteX14-151" fmla="*/ 147144 w 3731172"/>
                        <a:gd name="connsiteY14-152" fmla="*/ 63061 h 1418896"/>
                        <a:gd name="connsiteX0-153" fmla="*/ 168165 w 3731172"/>
                        <a:gd name="connsiteY0-154" fmla="*/ 73572 h 1418896"/>
                        <a:gd name="connsiteX1-155" fmla="*/ 451945 w 3731172"/>
                        <a:gd name="connsiteY1-156" fmla="*/ 0 h 1418896"/>
                        <a:gd name="connsiteX2-157" fmla="*/ 1881352 w 3731172"/>
                        <a:gd name="connsiteY2-158" fmla="*/ 599089 h 1418896"/>
                        <a:gd name="connsiteX3-159" fmla="*/ 3363310 w 3731172"/>
                        <a:gd name="connsiteY3-160" fmla="*/ 0 h 1418896"/>
                        <a:gd name="connsiteX4-161" fmla="*/ 3584027 w 3731172"/>
                        <a:gd name="connsiteY4-162" fmla="*/ 73572 h 1418896"/>
                        <a:gd name="connsiteX5-163" fmla="*/ 2627586 w 3731172"/>
                        <a:gd name="connsiteY5-164" fmla="*/ 441434 h 1418896"/>
                        <a:gd name="connsiteX6-165" fmla="*/ 2596055 w 3731172"/>
                        <a:gd name="connsiteY6-166" fmla="*/ 914400 h 1418896"/>
                        <a:gd name="connsiteX7-167" fmla="*/ 3731172 w 3731172"/>
                        <a:gd name="connsiteY7-168" fmla="*/ 1345324 h 1418896"/>
                        <a:gd name="connsiteX8-169" fmla="*/ 3447393 w 3731172"/>
                        <a:gd name="connsiteY8-170" fmla="*/ 1408386 h 1418896"/>
                        <a:gd name="connsiteX9-171" fmla="*/ 1870841 w 3731172"/>
                        <a:gd name="connsiteY9-172" fmla="*/ 746234 h 1418896"/>
                        <a:gd name="connsiteX10-173" fmla="*/ 262758 w 3731172"/>
                        <a:gd name="connsiteY10-174" fmla="*/ 1418896 h 1418896"/>
                        <a:gd name="connsiteX11-175" fmla="*/ 0 w 3731172"/>
                        <a:gd name="connsiteY11-176" fmla="*/ 1324303 h 1418896"/>
                        <a:gd name="connsiteX12-177" fmla="*/ 1145627 w 3731172"/>
                        <a:gd name="connsiteY12-178" fmla="*/ 882869 h 1418896"/>
                        <a:gd name="connsiteX13-179" fmla="*/ 1114096 w 3731172"/>
                        <a:gd name="connsiteY13-180" fmla="*/ 420413 h 1418896"/>
                        <a:gd name="connsiteX14-181" fmla="*/ 189185 w 3731172"/>
                        <a:gd name="connsiteY14-182" fmla="*/ 84081 h 1418896"/>
                        <a:gd name="connsiteX0-183" fmla="*/ 168165 w 3731172"/>
                        <a:gd name="connsiteY0-184" fmla="*/ 73572 h 1418896"/>
                        <a:gd name="connsiteX1-185" fmla="*/ 451945 w 3731172"/>
                        <a:gd name="connsiteY1-186" fmla="*/ 0 h 1418896"/>
                        <a:gd name="connsiteX2-187" fmla="*/ 1881352 w 3731172"/>
                        <a:gd name="connsiteY2-188" fmla="*/ 599089 h 1418896"/>
                        <a:gd name="connsiteX3-189" fmla="*/ 3363310 w 3731172"/>
                        <a:gd name="connsiteY3-190" fmla="*/ 0 h 1418896"/>
                        <a:gd name="connsiteX4-191" fmla="*/ 3584027 w 3731172"/>
                        <a:gd name="connsiteY4-192" fmla="*/ 73572 h 1418896"/>
                        <a:gd name="connsiteX5-193" fmla="*/ 2627586 w 3731172"/>
                        <a:gd name="connsiteY5-194" fmla="*/ 441434 h 1418896"/>
                        <a:gd name="connsiteX6-195" fmla="*/ 2596055 w 3731172"/>
                        <a:gd name="connsiteY6-196" fmla="*/ 914400 h 1418896"/>
                        <a:gd name="connsiteX7-197" fmla="*/ 3731172 w 3731172"/>
                        <a:gd name="connsiteY7-198" fmla="*/ 1345324 h 1418896"/>
                        <a:gd name="connsiteX8-199" fmla="*/ 3447393 w 3731172"/>
                        <a:gd name="connsiteY8-200" fmla="*/ 1408386 h 1418896"/>
                        <a:gd name="connsiteX9-201" fmla="*/ 1870841 w 3731172"/>
                        <a:gd name="connsiteY9-202" fmla="*/ 746234 h 1418896"/>
                        <a:gd name="connsiteX10-203" fmla="*/ 262758 w 3731172"/>
                        <a:gd name="connsiteY10-204" fmla="*/ 1418896 h 1418896"/>
                        <a:gd name="connsiteX11-205" fmla="*/ 0 w 3731172"/>
                        <a:gd name="connsiteY11-206" fmla="*/ 1324303 h 1418896"/>
                        <a:gd name="connsiteX12-207" fmla="*/ 1145627 w 3731172"/>
                        <a:gd name="connsiteY12-208" fmla="*/ 882869 h 1418896"/>
                        <a:gd name="connsiteX13-209" fmla="*/ 1114096 w 3731172"/>
                        <a:gd name="connsiteY13-210" fmla="*/ 420413 h 1418896"/>
                        <a:gd name="connsiteX14-211" fmla="*/ 189185 w 3731172"/>
                        <a:gd name="connsiteY14-212" fmla="*/ 84081 h 1418896"/>
                        <a:gd name="connsiteX15-213" fmla="*/ 168165 w 3731172"/>
                        <a:gd name="connsiteY15-214" fmla="*/ 73572 h 1418896"/>
                        <a:gd name="connsiteX0-215" fmla="*/ 168165 w 3731172"/>
                        <a:gd name="connsiteY0-216" fmla="*/ 73572 h 1418896"/>
                        <a:gd name="connsiteX1-217" fmla="*/ 451945 w 3731172"/>
                        <a:gd name="connsiteY1-218" fmla="*/ 0 h 1418896"/>
                        <a:gd name="connsiteX2-219" fmla="*/ 1881352 w 3731172"/>
                        <a:gd name="connsiteY2-220" fmla="*/ 599089 h 1418896"/>
                        <a:gd name="connsiteX3-221" fmla="*/ 3363310 w 3731172"/>
                        <a:gd name="connsiteY3-222" fmla="*/ 0 h 1418896"/>
                        <a:gd name="connsiteX4-223" fmla="*/ 3584027 w 3731172"/>
                        <a:gd name="connsiteY4-224" fmla="*/ 73572 h 1418896"/>
                        <a:gd name="connsiteX5-225" fmla="*/ 2627586 w 3731172"/>
                        <a:gd name="connsiteY5-226" fmla="*/ 441434 h 1418896"/>
                        <a:gd name="connsiteX6-227" fmla="*/ 2596055 w 3731172"/>
                        <a:gd name="connsiteY6-228" fmla="*/ 914400 h 1418896"/>
                        <a:gd name="connsiteX7-229" fmla="*/ 3731172 w 3731172"/>
                        <a:gd name="connsiteY7-230" fmla="*/ 1345324 h 1418896"/>
                        <a:gd name="connsiteX8-231" fmla="*/ 3447393 w 3731172"/>
                        <a:gd name="connsiteY8-232" fmla="*/ 1408386 h 1418896"/>
                        <a:gd name="connsiteX9-233" fmla="*/ 1870841 w 3731172"/>
                        <a:gd name="connsiteY9-234" fmla="*/ 746234 h 1418896"/>
                        <a:gd name="connsiteX10-235" fmla="*/ 262758 w 3731172"/>
                        <a:gd name="connsiteY10-236" fmla="*/ 1418896 h 1418896"/>
                        <a:gd name="connsiteX11-237" fmla="*/ 0 w 3731172"/>
                        <a:gd name="connsiteY11-238" fmla="*/ 1324303 h 1418896"/>
                        <a:gd name="connsiteX12-239" fmla="*/ 1145627 w 3731172"/>
                        <a:gd name="connsiteY12-240" fmla="*/ 882869 h 1418896"/>
                        <a:gd name="connsiteX13-241" fmla="*/ 1156137 w 3731172"/>
                        <a:gd name="connsiteY13-242" fmla="*/ 441434 h 1418896"/>
                        <a:gd name="connsiteX14-243" fmla="*/ 189185 w 3731172"/>
                        <a:gd name="connsiteY14-244" fmla="*/ 84081 h 1418896"/>
                        <a:gd name="connsiteX15-245" fmla="*/ 168165 w 3731172"/>
                        <a:gd name="connsiteY15-246" fmla="*/ 73572 h 1418896"/>
                        <a:gd name="connsiteX0-247" fmla="*/ 168165 w 3731172"/>
                        <a:gd name="connsiteY0-248" fmla="*/ 73572 h 1418896"/>
                        <a:gd name="connsiteX1-249" fmla="*/ 451945 w 3731172"/>
                        <a:gd name="connsiteY1-250" fmla="*/ 0 h 1418896"/>
                        <a:gd name="connsiteX2-251" fmla="*/ 1881352 w 3731172"/>
                        <a:gd name="connsiteY2-252" fmla="*/ 599089 h 1418896"/>
                        <a:gd name="connsiteX3-253" fmla="*/ 3363310 w 3731172"/>
                        <a:gd name="connsiteY3-254" fmla="*/ 0 h 1418896"/>
                        <a:gd name="connsiteX4-255" fmla="*/ 3584027 w 3731172"/>
                        <a:gd name="connsiteY4-256" fmla="*/ 73572 h 1418896"/>
                        <a:gd name="connsiteX5-257" fmla="*/ 2627586 w 3731172"/>
                        <a:gd name="connsiteY5-258" fmla="*/ 441434 h 1418896"/>
                        <a:gd name="connsiteX6-259" fmla="*/ 2596055 w 3731172"/>
                        <a:gd name="connsiteY6-260" fmla="*/ 914400 h 1418896"/>
                        <a:gd name="connsiteX7-261" fmla="*/ 3731172 w 3731172"/>
                        <a:gd name="connsiteY7-262" fmla="*/ 1345324 h 1418896"/>
                        <a:gd name="connsiteX8-263" fmla="*/ 3447393 w 3731172"/>
                        <a:gd name="connsiteY8-264" fmla="*/ 1408386 h 1418896"/>
                        <a:gd name="connsiteX9-265" fmla="*/ 1870841 w 3731172"/>
                        <a:gd name="connsiteY9-266" fmla="*/ 746234 h 1418896"/>
                        <a:gd name="connsiteX10-267" fmla="*/ 262758 w 3731172"/>
                        <a:gd name="connsiteY10-268" fmla="*/ 1418896 h 1418896"/>
                        <a:gd name="connsiteX11-269" fmla="*/ 0 w 3731172"/>
                        <a:gd name="connsiteY11-270" fmla="*/ 1324303 h 1418896"/>
                        <a:gd name="connsiteX12-271" fmla="*/ 1145627 w 3731172"/>
                        <a:gd name="connsiteY12-272" fmla="*/ 882869 h 1418896"/>
                        <a:gd name="connsiteX13-273" fmla="*/ 1145626 w 3731172"/>
                        <a:gd name="connsiteY13-274" fmla="*/ 451945 h 1418896"/>
                        <a:gd name="connsiteX14-275" fmla="*/ 189185 w 3731172"/>
                        <a:gd name="connsiteY14-276" fmla="*/ 84081 h 1418896"/>
                        <a:gd name="connsiteX15-277" fmla="*/ 168165 w 3731172"/>
                        <a:gd name="connsiteY15-278" fmla="*/ 73572 h 1418896"/>
                        <a:gd name="connsiteX0-279" fmla="*/ 168165 w 3731172"/>
                        <a:gd name="connsiteY0-280" fmla="*/ 73572 h 1418896"/>
                        <a:gd name="connsiteX1-281" fmla="*/ 451945 w 3731172"/>
                        <a:gd name="connsiteY1-282" fmla="*/ 0 h 1418896"/>
                        <a:gd name="connsiteX2-283" fmla="*/ 1881352 w 3731172"/>
                        <a:gd name="connsiteY2-284" fmla="*/ 599089 h 1418896"/>
                        <a:gd name="connsiteX3-285" fmla="*/ 3363310 w 3731172"/>
                        <a:gd name="connsiteY3-286" fmla="*/ 0 h 1418896"/>
                        <a:gd name="connsiteX4-287" fmla="*/ 3584027 w 3731172"/>
                        <a:gd name="connsiteY4-288" fmla="*/ 73572 h 1418896"/>
                        <a:gd name="connsiteX5-289" fmla="*/ 2627586 w 3731172"/>
                        <a:gd name="connsiteY5-290" fmla="*/ 441434 h 1418896"/>
                        <a:gd name="connsiteX6-291" fmla="*/ 2596055 w 3731172"/>
                        <a:gd name="connsiteY6-292" fmla="*/ 914400 h 1418896"/>
                        <a:gd name="connsiteX7-293" fmla="*/ 3731172 w 3731172"/>
                        <a:gd name="connsiteY7-294" fmla="*/ 1345324 h 1418896"/>
                        <a:gd name="connsiteX8-295" fmla="*/ 3447393 w 3731172"/>
                        <a:gd name="connsiteY8-296" fmla="*/ 1408386 h 1418896"/>
                        <a:gd name="connsiteX9-297" fmla="*/ 1870841 w 3731172"/>
                        <a:gd name="connsiteY9-298" fmla="*/ 746234 h 1418896"/>
                        <a:gd name="connsiteX10-299" fmla="*/ 262758 w 3731172"/>
                        <a:gd name="connsiteY10-300" fmla="*/ 1418896 h 1418896"/>
                        <a:gd name="connsiteX11-301" fmla="*/ 0 w 3731172"/>
                        <a:gd name="connsiteY11-302" fmla="*/ 1324303 h 1418896"/>
                        <a:gd name="connsiteX12-303" fmla="*/ 1145627 w 3731172"/>
                        <a:gd name="connsiteY12-304" fmla="*/ 903890 h 1418896"/>
                        <a:gd name="connsiteX13-305" fmla="*/ 1145626 w 3731172"/>
                        <a:gd name="connsiteY13-306" fmla="*/ 451945 h 1418896"/>
                        <a:gd name="connsiteX14-307" fmla="*/ 189185 w 3731172"/>
                        <a:gd name="connsiteY14-308" fmla="*/ 84081 h 1418896"/>
                        <a:gd name="connsiteX15-309" fmla="*/ 168165 w 3731172"/>
                        <a:gd name="connsiteY15-310" fmla="*/ 73572 h 1418896"/>
                        <a:gd name="connsiteX0-311" fmla="*/ 147144 w 3710151"/>
                        <a:gd name="connsiteY0-312" fmla="*/ 73572 h 1418896"/>
                        <a:gd name="connsiteX1-313" fmla="*/ 430924 w 3710151"/>
                        <a:gd name="connsiteY1-314" fmla="*/ 0 h 1418896"/>
                        <a:gd name="connsiteX2-315" fmla="*/ 1860331 w 3710151"/>
                        <a:gd name="connsiteY2-316" fmla="*/ 599089 h 1418896"/>
                        <a:gd name="connsiteX3-317" fmla="*/ 3342289 w 3710151"/>
                        <a:gd name="connsiteY3-318" fmla="*/ 0 h 1418896"/>
                        <a:gd name="connsiteX4-319" fmla="*/ 3563006 w 3710151"/>
                        <a:gd name="connsiteY4-320" fmla="*/ 73572 h 1418896"/>
                        <a:gd name="connsiteX5-321" fmla="*/ 2606565 w 3710151"/>
                        <a:gd name="connsiteY5-322" fmla="*/ 441434 h 1418896"/>
                        <a:gd name="connsiteX6-323" fmla="*/ 2575034 w 3710151"/>
                        <a:gd name="connsiteY6-324" fmla="*/ 914400 h 1418896"/>
                        <a:gd name="connsiteX7-325" fmla="*/ 3710151 w 3710151"/>
                        <a:gd name="connsiteY7-326" fmla="*/ 1345324 h 1418896"/>
                        <a:gd name="connsiteX8-327" fmla="*/ 3426372 w 3710151"/>
                        <a:gd name="connsiteY8-328" fmla="*/ 1408386 h 1418896"/>
                        <a:gd name="connsiteX9-329" fmla="*/ 1849820 w 3710151"/>
                        <a:gd name="connsiteY9-330" fmla="*/ 746234 h 1418896"/>
                        <a:gd name="connsiteX10-331" fmla="*/ 241737 w 3710151"/>
                        <a:gd name="connsiteY10-332" fmla="*/ 1418896 h 1418896"/>
                        <a:gd name="connsiteX11-333" fmla="*/ 0 w 3710151"/>
                        <a:gd name="connsiteY11-334" fmla="*/ 1334814 h 1418896"/>
                        <a:gd name="connsiteX12-335" fmla="*/ 1124606 w 3710151"/>
                        <a:gd name="connsiteY12-336" fmla="*/ 903890 h 1418896"/>
                        <a:gd name="connsiteX13-337" fmla="*/ 1124605 w 3710151"/>
                        <a:gd name="connsiteY13-338" fmla="*/ 451945 h 1418896"/>
                        <a:gd name="connsiteX14-339" fmla="*/ 168164 w 3710151"/>
                        <a:gd name="connsiteY14-340" fmla="*/ 84081 h 1418896"/>
                        <a:gd name="connsiteX15-341" fmla="*/ 147144 w 3710151"/>
                        <a:gd name="connsiteY15-342" fmla="*/ 73572 h 1418896"/>
                        <a:gd name="connsiteX0-343" fmla="*/ 147144 w 3710151"/>
                        <a:gd name="connsiteY0-344" fmla="*/ 73572 h 1418896"/>
                        <a:gd name="connsiteX1-345" fmla="*/ 430924 w 3710151"/>
                        <a:gd name="connsiteY1-346" fmla="*/ 0 h 1418896"/>
                        <a:gd name="connsiteX2-347" fmla="*/ 1860331 w 3710151"/>
                        <a:gd name="connsiteY2-348" fmla="*/ 599089 h 1418896"/>
                        <a:gd name="connsiteX3-349" fmla="*/ 3342289 w 3710151"/>
                        <a:gd name="connsiteY3-350" fmla="*/ 0 h 1418896"/>
                        <a:gd name="connsiteX4-351" fmla="*/ 3563006 w 3710151"/>
                        <a:gd name="connsiteY4-352" fmla="*/ 73572 h 1418896"/>
                        <a:gd name="connsiteX5-353" fmla="*/ 2606565 w 3710151"/>
                        <a:gd name="connsiteY5-354" fmla="*/ 441434 h 1418896"/>
                        <a:gd name="connsiteX6-355" fmla="*/ 2606565 w 3710151"/>
                        <a:gd name="connsiteY6-356" fmla="*/ 924910 h 1418896"/>
                        <a:gd name="connsiteX7-357" fmla="*/ 3710151 w 3710151"/>
                        <a:gd name="connsiteY7-358" fmla="*/ 1345324 h 1418896"/>
                        <a:gd name="connsiteX8-359" fmla="*/ 3426372 w 3710151"/>
                        <a:gd name="connsiteY8-360" fmla="*/ 1408386 h 1418896"/>
                        <a:gd name="connsiteX9-361" fmla="*/ 1849820 w 3710151"/>
                        <a:gd name="connsiteY9-362" fmla="*/ 746234 h 1418896"/>
                        <a:gd name="connsiteX10-363" fmla="*/ 241737 w 3710151"/>
                        <a:gd name="connsiteY10-364" fmla="*/ 1418896 h 1418896"/>
                        <a:gd name="connsiteX11-365" fmla="*/ 0 w 3710151"/>
                        <a:gd name="connsiteY11-366" fmla="*/ 1334814 h 1418896"/>
                        <a:gd name="connsiteX12-367" fmla="*/ 1124606 w 3710151"/>
                        <a:gd name="connsiteY12-368" fmla="*/ 903890 h 1418896"/>
                        <a:gd name="connsiteX13-369" fmla="*/ 1124605 w 3710151"/>
                        <a:gd name="connsiteY13-370" fmla="*/ 451945 h 1418896"/>
                        <a:gd name="connsiteX14-371" fmla="*/ 168164 w 3710151"/>
                        <a:gd name="connsiteY14-372" fmla="*/ 84081 h 1418896"/>
                        <a:gd name="connsiteX15-373" fmla="*/ 147144 w 3710151"/>
                        <a:gd name="connsiteY15-374" fmla="*/ 73572 h 1418896"/>
                        <a:gd name="connsiteX0-375" fmla="*/ 147144 w 3710151"/>
                        <a:gd name="connsiteY0-376" fmla="*/ 73572 h 1418896"/>
                        <a:gd name="connsiteX1-377" fmla="*/ 430924 w 3710151"/>
                        <a:gd name="connsiteY1-378" fmla="*/ 0 h 1418896"/>
                        <a:gd name="connsiteX2-379" fmla="*/ 1860331 w 3710151"/>
                        <a:gd name="connsiteY2-380" fmla="*/ 599089 h 1418896"/>
                        <a:gd name="connsiteX3-381" fmla="*/ 3342289 w 3710151"/>
                        <a:gd name="connsiteY3-382" fmla="*/ 0 h 1418896"/>
                        <a:gd name="connsiteX4-383" fmla="*/ 3563006 w 3710151"/>
                        <a:gd name="connsiteY4-384" fmla="*/ 73572 h 1418896"/>
                        <a:gd name="connsiteX5-385" fmla="*/ 2606565 w 3710151"/>
                        <a:gd name="connsiteY5-386" fmla="*/ 441434 h 1418896"/>
                        <a:gd name="connsiteX6-387" fmla="*/ 2610282 w 3710151"/>
                        <a:gd name="connsiteY6-388" fmla="*/ 902607 h 1418896"/>
                        <a:gd name="connsiteX7-389" fmla="*/ 3710151 w 3710151"/>
                        <a:gd name="connsiteY7-390" fmla="*/ 1345324 h 1418896"/>
                        <a:gd name="connsiteX8-391" fmla="*/ 3426372 w 3710151"/>
                        <a:gd name="connsiteY8-392" fmla="*/ 1408386 h 1418896"/>
                        <a:gd name="connsiteX9-393" fmla="*/ 1849820 w 3710151"/>
                        <a:gd name="connsiteY9-394" fmla="*/ 746234 h 1418896"/>
                        <a:gd name="connsiteX10-395" fmla="*/ 241737 w 3710151"/>
                        <a:gd name="connsiteY10-396" fmla="*/ 1418896 h 1418896"/>
                        <a:gd name="connsiteX11-397" fmla="*/ 0 w 3710151"/>
                        <a:gd name="connsiteY11-398" fmla="*/ 1334814 h 1418896"/>
                        <a:gd name="connsiteX12-399" fmla="*/ 1124606 w 3710151"/>
                        <a:gd name="connsiteY12-400" fmla="*/ 903890 h 1418896"/>
                        <a:gd name="connsiteX13-401" fmla="*/ 1124605 w 3710151"/>
                        <a:gd name="connsiteY13-402" fmla="*/ 451945 h 1418896"/>
                        <a:gd name="connsiteX14-403" fmla="*/ 168164 w 3710151"/>
                        <a:gd name="connsiteY14-404" fmla="*/ 84081 h 1418896"/>
                        <a:gd name="connsiteX15-405" fmla="*/ 147144 w 3710151"/>
                        <a:gd name="connsiteY15-406" fmla="*/ 73572 h 1418896"/>
                        <a:gd name="connsiteX0-407" fmla="*/ 147144 w 3710151"/>
                        <a:gd name="connsiteY0-408" fmla="*/ 73572 h 1418896"/>
                        <a:gd name="connsiteX1-409" fmla="*/ 430924 w 3710151"/>
                        <a:gd name="connsiteY1-410" fmla="*/ 0 h 1418896"/>
                        <a:gd name="connsiteX2-411" fmla="*/ 1860331 w 3710151"/>
                        <a:gd name="connsiteY2-412" fmla="*/ 599089 h 1418896"/>
                        <a:gd name="connsiteX3-413" fmla="*/ 3342289 w 3710151"/>
                        <a:gd name="connsiteY3-414" fmla="*/ 0 h 1418896"/>
                        <a:gd name="connsiteX4-415" fmla="*/ 3563006 w 3710151"/>
                        <a:gd name="connsiteY4-416" fmla="*/ 73572 h 1418896"/>
                        <a:gd name="connsiteX5-417" fmla="*/ 2617717 w 3710151"/>
                        <a:gd name="connsiteY5-418" fmla="*/ 445151 h 1418896"/>
                        <a:gd name="connsiteX6-419" fmla="*/ 2610282 w 3710151"/>
                        <a:gd name="connsiteY6-420" fmla="*/ 902607 h 1418896"/>
                        <a:gd name="connsiteX7-421" fmla="*/ 3710151 w 3710151"/>
                        <a:gd name="connsiteY7-422" fmla="*/ 1345324 h 1418896"/>
                        <a:gd name="connsiteX8-423" fmla="*/ 3426372 w 3710151"/>
                        <a:gd name="connsiteY8-424" fmla="*/ 1408386 h 1418896"/>
                        <a:gd name="connsiteX9-425" fmla="*/ 1849820 w 3710151"/>
                        <a:gd name="connsiteY9-426" fmla="*/ 746234 h 1418896"/>
                        <a:gd name="connsiteX10-427" fmla="*/ 241737 w 3710151"/>
                        <a:gd name="connsiteY10-428" fmla="*/ 1418896 h 1418896"/>
                        <a:gd name="connsiteX11-429" fmla="*/ 0 w 3710151"/>
                        <a:gd name="connsiteY11-430" fmla="*/ 1334814 h 1418896"/>
                        <a:gd name="connsiteX12-431" fmla="*/ 1124606 w 3710151"/>
                        <a:gd name="connsiteY12-432" fmla="*/ 903890 h 1418896"/>
                        <a:gd name="connsiteX13-433" fmla="*/ 1124605 w 3710151"/>
                        <a:gd name="connsiteY13-434" fmla="*/ 451945 h 1418896"/>
                        <a:gd name="connsiteX14-435" fmla="*/ 168164 w 3710151"/>
                        <a:gd name="connsiteY14-436" fmla="*/ 84081 h 1418896"/>
                        <a:gd name="connsiteX15-437" fmla="*/ 147144 w 3710151"/>
                        <a:gd name="connsiteY15-438" fmla="*/ 73572 h 1418896"/>
                        <a:gd name="connsiteX0-439" fmla="*/ 147144 w 3710151"/>
                        <a:gd name="connsiteY0-440" fmla="*/ 73572 h 1418896"/>
                        <a:gd name="connsiteX1-441" fmla="*/ 430924 w 3710151"/>
                        <a:gd name="connsiteY1-442" fmla="*/ 0 h 1418896"/>
                        <a:gd name="connsiteX2-443" fmla="*/ 1860331 w 3710151"/>
                        <a:gd name="connsiteY2-444" fmla="*/ 599089 h 1418896"/>
                        <a:gd name="connsiteX3-445" fmla="*/ 3342289 w 3710151"/>
                        <a:gd name="connsiteY3-446" fmla="*/ 0 h 1418896"/>
                        <a:gd name="connsiteX4-447" fmla="*/ 3563006 w 3710151"/>
                        <a:gd name="connsiteY4-448" fmla="*/ 73572 h 1418896"/>
                        <a:gd name="connsiteX5-449" fmla="*/ 2617717 w 3710151"/>
                        <a:gd name="connsiteY5-450" fmla="*/ 448868 h 1418896"/>
                        <a:gd name="connsiteX6-451" fmla="*/ 2610282 w 3710151"/>
                        <a:gd name="connsiteY6-452" fmla="*/ 902607 h 1418896"/>
                        <a:gd name="connsiteX7-453" fmla="*/ 3710151 w 3710151"/>
                        <a:gd name="connsiteY7-454" fmla="*/ 1345324 h 1418896"/>
                        <a:gd name="connsiteX8-455" fmla="*/ 3426372 w 3710151"/>
                        <a:gd name="connsiteY8-456" fmla="*/ 1408386 h 1418896"/>
                        <a:gd name="connsiteX9-457" fmla="*/ 1849820 w 3710151"/>
                        <a:gd name="connsiteY9-458" fmla="*/ 746234 h 1418896"/>
                        <a:gd name="connsiteX10-459" fmla="*/ 241737 w 3710151"/>
                        <a:gd name="connsiteY10-460" fmla="*/ 1418896 h 1418896"/>
                        <a:gd name="connsiteX11-461" fmla="*/ 0 w 3710151"/>
                        <a:gd name="connsiteY11-462" fmla="*/ 1334814 h 1418896"/>
                        <a:gd name="connsiteX12-463" fmla="*/ 1124606 w 3710151"/>
                        <a:gd name="connsiteY12-464" fmla="*/ 903890 h 1418896"/>
                        <a:gd name="connsiteX13-465" fmla="*/ 1124605 w 3710151"/>
                        <a:gd name="connsiteY13-466" fmla="*/ 451945 h 1418896"/>
                        <a:gd name="connsiteX14-467" fmla="*/ 168164 w 3710151"/>
                        <a:gd name="connsiteY14-468" fmla="*/ 84081 h 1418896"/>
                        <a:gd name="connsiteX15-469" fmla="*/ 147144 w 3710151"/>
                        <a:gd name="connsiteY15-470" fmla="*/ 73572 h 1418896"/>
                        <a:gd name="connsiteX0-471" fmla="*/ 147144 w 3710151"/>
                        <a:gd name="connsiteY0-472" fmla="*/ 73572 h 1418896"/>
                        <a:gd name="connsiteX1-473" fmla="*/ 430924 w 3710151"/>
                        <a:gd name="connsiteY1-474" fmla="*/ 0 h 1418896"/>
                        <a:gd name="connsiteX2-475" fmla="*/ 1838028 w 3710151"/>
                        <a:gd name="connsiteY2-476" fmla="*/ 591655 h 1418896"/>
                        <a:gd name="connsiteX3-477" fmla="*/ 3342289 w 3710151"/>
                        <a:gd name="connsiteY3-478" fmla="*/ 0 h 1418896"/>
                        <a:gd name="connsiteX4-479" fmla="*/ 3563006 w 3710151"/>
                        <a:gd name="connsiteY4-480" fmla="*/ 73572 h 1418896"/>
                        <a:gd name="connsiteX5-481" fmla="*/ 2617717 w 3710151"/>
                        <a:gd name="connsiteY5-482" fmla="*/ 448868 h 1418896"/>
                        <a:gd name="connsiteX6-483" fmla="*/ 2610282 w 3710151"/>
                        <a:gd name="connsiteY6-484" fmla="*/ 902607 h 1418896"/>
                        <a:gd name="connsiteX7-485" fmla="*/ 3710151 w 3710151"/>
                        <a:gd name="connsiteY7-486" fmla="*/ 1345324 h 1418896"/>
                        <a:gd name="connsiteX8-487" fmla="*/ 3426372 w 3710151"/>
                        <a:gd name="connsiteY8-488" fmla="*/ 1408386 h 1418896"/>
                        <a:gd name="connsiteX9-489" fmla="*/ 1849820 w 3710151"/>
                        <a:gd name="connsiteY9-490" fmla="*/ 746234 h 1418896"/>
                        <a:gd name="connsiteX10-491" fmla="*/ 241737 w 3710151"/>
                        <a:gd name="connsiteY10-492" fmla="*/ 1418896 h 1418896"/>
                        <a:gd name="connsiteX11-493" fmla="*/ 0 w 3710151"/>
                        <a:gd name="connsiteY11-494" fmla="*/ 1334814 h 1418896"/>
                        <a:gd name="connsiteX12-495" fmla="*/ 1124606 w 3710151"/>
                        <a:gd name="connsiteY12-496" fmla="*/ 903890 h 1418896"/>
                        <a:gd name="connsiteX13-497" fmla="*/ 1124605 w 3710151"/>
                        <a:gd name="connsiteY13-498" fmla="*/ 451945 h 1418896"/>
                        <a:gd name="connsiteX14-499" fmla="*/ 168164 w 3710151"/>
                        <a:gd name="connsiteY14-500" fmla="*/ 84081 h 1418896"/>
                        <a:gd name="connsiteX15-501" fmla="*/ 147144 w 3710151"/>
                        <a:gd name="connsiteY15-502" fmla="*/ 73572 h 1418896"/>
                        <a:gd name="connsiteX0-503" fmla="*/ 147144 w 3710151"/>
                        <a:gd name="connsiteY0-504" fmla="*/ 73572 h 1418896"/>
                        <a:gd name="connsiteX1-505" fmla="*/ 430924 w 3710151"/>
                        <a:gd name="connsiteY1-506" fmla="*/ 0 h 1418896"/>
                        <a:gd name="connsiteX2-507" fmla="*/ 1838028 w 3710151"/>
                        <a:gd name="connsiteY2-508" fmla="*/ 591655 h 1418896"/>
                        <a:gd name="connsiteX3-509" fmla="*/ 3342289 w 3710151"/>
                        <a:gd name="connsiteY3-510" fmla="*/ 0 h 1418896"/>
                        <a:gd name="connsiteX4-511" fmla="*/ 3563006 w 3710151"/>
                        <a:gd name="connsiteY4-512" fmla="*/ 73572 h 1418896"/>
                        <a:gd name="connsiteX5-513" fmla="*/ 2617717 w 3710151"/>
                        <a:gd name="connsiteY5-514" fmla="*/ 448868 h 1418896"/>
                        <a:gd name="connsiteX6-515" fmla="*/ 2610282 w 3710151"/>
                        <a:gd name="connsiteY6-516" fmla="*/ 902607 h 1418896"/>
                        <a:gd name="connsiteX7-517" fmla="*/ 3710151 w 3710151"/>
                        <a:gd name="connsiteY7-518" fmla="*/ 1345324 h 1418896"/>
                        <a:gd name="connsiteX8-519" fmla="*/ 3426372 w 3710151"/>
                        <a:gd name="connsiteY8-520" fmla="*/ 1408386 h 1418896"/>
                        <a:gd name="connsiteX9-521" fmla="*/ 1849820 w 3710151"/>
                        <a:gd name="connsiteY9-522" fmla="*/ 746234 h 1418896"/>
                        <a:gd name="connsiteX10-523" fmla="*/ 241737 w 3710151"/>
                        <a:gd name="connsiteY10-524" fmla="*/ 1418896 h 1418896"/>
                        <a:gd name="connsiteX11-525" fmla="*/ 0 w 3710151"/>
                        <a:gd name="connsiteY11-526" fmla="*/ 1334814 h 1418896"/>
                        <a:gd name="connsiteX12-527" fmla="*/ 1124606 w 3710151"/>
                        <a:gd name="connsiteY12-528" fmla="*/ 903890 h 1418896"/>
                        <a:gd name="connsiteX13-529" fmla="*/ 1087434 w 3710151"/>
                        <a:gd name="connsiteY13-530" fmla="*/ 451945 h 1418896"/>
                        <a:gd name="connsiteX14-531" fmla="*/ 168164 w 3710151"/>
                        <a:gd name="connsiteY14-532" fmla="*/ 84081 h 1418896"/>
                        <a:gd name="connsiteX15-533" fmla="*/ 147144 w 3710151"/>
                        <a:gd name="connsiteY15-534" fmla="*/ 73572 h 1418896"/>
                        <a:gd name="connsiteX0-535" fmla="*/ 147144 w 3710151"/>
                        <a:gd name="connsiteY0-536" fmla="*/ 73572 h 1418896"/>
                        <a:gd name="connsiteX1-537" fmla="*/ 430924 w 3710151"/>
                        <a:gd name="connsiteY1-538" fmla="*/ 0 h 1418896"/>
                        <a:gd name="connsiteX2-539" fmla="*/ 1838028 w 3710151"/>
                        <a:gd name="connsiteY2-540" fmla="*/ 591655 h 1418896"/>
                        <a:gd name="connsiteX3-541" fmla="*/ 3342289 w 3710151"/>
                        <a:gd name="connsiteY3-542" fmla="*/ 0 h 1418896"/>
                        <a:gd name="connsiteX4-543" fmla="*/ 3563006 w 3710151"/>
                        <a:gd name="connsiteY4-544" fmla="*/ 73572 h 1418896"/>
                        <a:gd name="connsiteX5-545" fmla="*/ 2617717 w 3710151"/>
                        <a:gd name="connsiteY5-546" fmla="*/ 448868 h 1418896"/>
                        <a:gd name="connsiteX6-547" fmla="*/ 2610282 w 3710151"/>
                        <a:gd name="connsiteY6-548" fmla="*/ 902607 h 1418896"/>
                        <a:gd name="connsiteX7-549" fmla="*/ 3710151 w 3710151"/>
                        <a:gd name="connsiteY7-550" fmla="*/ 1345324 h 1418896"/>
                        <a:gd name="connsiteX8-551" fmla="*/ 3426372 w 3710151"/>
                        <a:gd name="connsiteY8-552" fmla="*/ 1408386 h 1418896"/>
                        <a:gd name="connsiteX9-553" fmla="*/ 1849820 w 3710151"/>
                        <a:gd name="connsiteY9-554" fmla="*/ 746234 h 1418896"/>
                        <a:gd name="connsiteX10-555" fmla="*/ 241737 w 3710151"/>
                        <a:gd name="connsiteY10-556" fmla="*/ 1418896 h 1418896"/>
                        <a:gd name="connsiteX11-557" fmla="*/ 0 w 3710151"/>
                        <a:gd name="connsiteY11-558" fmla="*/ 1334814 h 1418896"/>
                        <a:gd name="connsiteX12-559" fmla="*/ 1098586 w 3710151"/>
                        <a:gd name="connsiteY12-560" fmla="*/ 903890 h 1418896"/>
                        <a:gd name="connsiteX13-561" fmla="*/ 1087434 w 3710151"/>
                        <a:gd name="connsiteY13-562" fmla="*/ 451945 h 1418896"/>
                        <a:gd name="connsiteX14-563" fmla="*/ 168164 w 3710151"/>
                        <a:gd name="connsiteY14-564" fmla="*/ 84081 h 1418896"/>
                        <a:gd name="connsiteX15-565" fmla="*/ 147144 w 3710151"/>
                        <a:gd name="connsiteY15-566" fmla="*/ 73572 h 1418896"/>
                        <a:gd name="connsiteX0-567" fmla="*/ 162012 w 3725019"/>
                        <a:gd name="connsiteY0-568" fmla="*/ 73572 h 1418896"/>
                        <a:gd name="connsiteX1-569" fmla="*/ 445792 w 3725019"/>
                        <a:gd name="connsiteY1-570" fmla="*/ 0 h 1418896"/>
                        <a:gd name="connsiteX2-571" fmla="*/ 1852896 w 3725019"/>
                        <a:gd name="connsiteY2-572" fmla="*/ 591655 h 1418896"/>
                        <a:gd name="connsiteX3-573" fmla="*/ 3357157 w 3725019"/>
                        <a:gd name="connsiteY3-574" fmla="*/ 0 h 1418896"/>
                        <a:gd name="connsiteX4-575" fmla="*/ 3577874 w 3725019"/>
                        <a:gd name="connsiteY4-576" fmla="*/ 73572 h 1418896"/>
                        <a:gd name="connsiteX5-577" fmla="*/ 2632585 w 3725019"/>
                        <a:gd name="connsiteY5-578" fmla="*/ 448868 h 1418896"/>
                        <a:gd name="connsiteX6-579" fmla="*/ 2625150 w 3725019"/>
                        <a:gd name="connsiteY6-580" fmla="*/ 902607 h 1418896"/>
                        <a:gd name="connsiteX7-581" fmla="*/ 3725019 w 3725019"/>
                        <a:gd name="connsiteY7-582" fmla="*/ 1345324 h 1418896"/>
                        <a:gd name="connsiteX8-583" fmla="*/ 3441240 w 3725019"/>
                        <a:gd name="connsiteY8-584" fmla="*/ 1408386 h 1418896"/>
                        <a:gd name="connsiteX9-585" fmla="*/ 1864688 w 3725019"/>
                        <a:gd name="connsiteY9-586" fmla="*/ 746234 h 1418896"/>
                        <a:gd name="connsiteX10-587" fmla="*/ 256605 w 3725019"/>
                        <a:gd name="connsiteY10-588" fmla="*/ 1418896 h 1418896"/>
                        <a:gd name="connsiteX11-589" fmla="*/ 0 w 3725019"/>
                        <a:gd name="connsiteY11-590" fmla="*/ 1331097 h 1418896"/>
                        <a:gd name="connsiteX12-591" fmla="*/ 1113454 w 3725019"/>
                        <a:gd name="connsiteY12-592" fmla="*/ 903890 h 1418896"/>
                        <a:gd name="connsiteX13-593" fmla="*/ 1102302 w 3725019"/>
                        <a:gd name="connsiteY13-594" fmla="*/ 451945 h 1418896"/>
                        <a:gd name="connsiteX14-595" fmla="*/ 183032 w 3725019"/>
                        <a:gd name="connsiteY14-596" fmla="*/ 84081 h 1418896"/>
                        <a:gd name="connsiteX15-597" fmla="*/ 162012 w 3725019"/>
                        <a:gd name="connsiteY15-598" fmla="*/ 73572 h 141889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  <a:cxn ang="0">
                          <a:pos x="connsiteX11-23" y="connsiteY11-24"/>
                        </a:cxn>
                        <a:cxn ang="0">
                          <a:pos x="connsiteX12-25" y="connsiteY12-26"/>
                        </a:cxn>
                        <a:cxn ang="0">
                          <a:pos x="connsiteX13-27" y="connsiteY13-28"/>
                        </a:cxn>
                        <a:cxn ang="0">
                          <a:pos x="connsiteX14-29" y="connsiteY14-30"/>
                        </a:cxn>
                        <a:cxn ang="0">
                          <a:pos x="connsiteX15-31" y="connsiteY15-32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384" name="Group 383"/>
                <p:cNvGrpSpPr/>
                <p:nvPr/>
              </p:nvGrpSpPr>
              <p:grpSpPr>
                <a:xfrm>
                  <a:off x="11064947" y="3428485"/>
                  <a:ext cx="423724" cy="405973"/>
                  <a:chOff x="5103720" y="2693365"/>
                  <a:chExt cx="611650" cy="414788"/>
                </a:xfrm>
              </p:grpSpPr>
              <p:cxnSp>
                <p:nvCxnSpPr>
                  <p:cNvPr id="385" name="Straight Connector 384"/>
                  <p:cNvCxnSpPr/>
                  <p:nvPr/>
                </p:nvCxnSpPr>
                <p:spPr>
                  <a:xfrm>
                    <a:off x="5103720" y="2914214"/>
                    <a:ext cx="232559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386" name="Group 385"/>
                  <p:cNvGrpSpPr/>
                  <p:nvPr/>
                </p:nvGrpSpPr>
                <p:grpSpPr>
                  <a:xfrm>
                    <a:off x="5275406" y="2693365"/>
                    <a:ext cx="439964" cy="414788"/>
                    <a:chOff x="5275406" y="2711455"/>
                    <a:chExt cx="452949" cy="405518"/>
                  </a:xfrm>
                </p:grpSpPr>
                <p:pic>
                  <p:nvPicPr>
                    <p:cNvPr id="387" name="Picture 386" descr="server_rack.png"/>
                    <p:cNvPicPr>
                      <a:picLocks noChangeAspect="1"/>
                    </p:cNvPicPr>
                    <p:nvPr/>
                  </p:nvPicPr>
                  <p:blipFill>
                    <a:blip r:embed="rId19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537367" y="2770786"/>
                      <a:ext cx="190988" cy="313366"/>
                    </a:xfrm>
                    <a:prstGeom prst="rect">
                      <a:avLst/>
                    </a:prstGeom>
                  </p:spPr>
                </p:pic>
                <p:pic>
                  <p:nvPicPr>
                    <p:cNvPr id="388" name="Picture 387" descr="server_rack.png"/>
                    <p:cNvPicPr>
                      <a:picLocks noChangeAspect="1"/>
                    </p:cNvPicPr>
                    <p:nvPr/>
                  </p:nvPicPr>
                  <p:blipFill>
                    <a:blip r:embed="rId19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275406" y="2764002"/>
                      <a:ext cx="190988" cy="313366"/>
                    </a:xfrm>
                    <a:prstGeom prst="rect">
                      <a:avLst/>
                    </a:prstGeom>
                  </p:spPr>
                </p:pic>
                <p:pic>
                  <p:nvPicPr>
                    <p:cNvPr id="389" name="Picture 388" descr="server_rack.png"/>
                    <p:cNvPicPr>
                      <a:picLocks noChangeAspect="1"/>
                    </p:cNvPicPr>
                    <p:nvPr/>
                  </p:nvPicPr>
                  <p:blipFill>
                    <a:blip r:embed="rId19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385676" y="2711455"/>
                      <a:ext cx="247152" cy="405518"/>
                    </a:xfrm>
                    <a:prstGeom prst="rect">
                      <a:avLst/>
                    </a:prstGeom>
                  </p:spPr>
                </p:pic>
              </p:grpSp>
            </p:grpSp>
          </p:grpSp>
          <p:grpSp>
            <p:nvGrpSpPr>
              <p:cNvPr id="310" name="Group 309"/>
              <p:cNvGrpSpPr/>
              <p:nvPr/>
            </p:nvGrpSpPr>
            <p:grpSpPr>
              <a:xfrm>
                <a:off x="7975881" y="4741266"/>
                <a:ext cx="2318709" cy="1131519"/>
                <a:chOff x="7948367" y="4775686"/>
                <a:chExt cx="2318709" cy="1131519"/>
              </a:xfrm>
            </p:grpSpPr>
            <p:sp>
              <p:nvSpPr>
                <p:cNvPr id="326" name="Line 428"/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789609" y="5251739"/>
                  <a:ext cx="388062" cy="756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7" name="Line 435"/>
                <p:cNvSpPr>
                  <a:spLocks noChangeShapeType="1"/>
                </p:cNvSpPr>
                <p:nvPr/>
              </p:nvSpPr>
              <p:spPr bwMode="auto">
                <a:xfrm>
                  <a:off x="8210207" y="5117334"/>
                  <a:ext cx="22680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8" name="Line 440"/>
                <p:cNvSpPr>
                  <a:spLocks noChangeShapeType="1"/>
                </p:cNvSpPr>
                <p:nvPr/>
              </p:nvSpPr>
              <p:spPr bwMode="auto">
                <a:xfrm flipV="1">
                  <a:off x="8459425" y="5036562"/>
                  <a:ext cx="404236" cy="207771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329" name="Group 328"/>
                <p:cNvGrpSpPr/>
                <p:nvPr/>
              </p:nvGrpSpPr>
              <p:grpSpPr>
                <a:xfrm>
                  <a:off x="7948367" y="4775686"/>
                  <a:ext cx="2318709" cy="1131519"/>
                  <a:chOff x="7948367" y="4775686"/>
                  <a:chExt cx="2318709" cy="1131519"/>
                </a:xfrm>
              </p:grpSpPr>
              <p:sp>
                <p:nvSpPr>
                  <p:cNvPr id="330" name="Line 430"/>
                  <p:cNvSpPr>
                    <a:spLocks noChangeShapeType="1"/>
                  </p:cNvSpPr>
                  <p:nvPr/>
                </p:nvSpPr>
                <p:spPr bwMode="auto">
                  <a:xfrm rot="16200000">
                    <a:off x="10209926" y="5405286"/>
                    <a:ext cx="0" cy="114300"/>
                  </a:xfrm>
                  <a:prstGeom prst="line">
                    <a:avLst/>
                  </a:prstGeom>
                  <a:noFill/>
                  <a:ln w="127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1" name="Line 431"/>
                  <p:cNvSpPr>
                    <a:spLocks noChangeShapeType="1"/>
                  </p:cNvSpPr>
                  <p:nvPr/>
                </p:nvSpPr>
                <p:spPr bwMode="auto">
                  <a:xfrm>
                    <a:off x="9432959" y="4838517"/>
                    <a:ext cx="524483" cy="261537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2" name="Line 432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850066" y="4838517"/>
                    <a:ext cx="569255" cy="24626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3" name="Line 433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821744" y="5108876"/>
                    <a:ext cx="1030502" cy="0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4" name="Line 436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948367" y="5290470"/>
                    <a:ext cx="412750" cy="127000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5" name="Line 439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373817" y="5282252"/>
                    <a:ext cx="68080" cy="293968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6" name="Line 440"/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8488731" y="5307931"/>
                    <a:ext cx="280374" cy="26987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7" name="Line 441"/>
                  <p:cNvSpPr>
                    <a:spLocks noChangeShapeType="1"/>
                  </p:cNvSpPr>
                  <p:nvPr/>
                </p:nvSpPr>
                <p:spPr bwMode="auto">
                  <a:xfrm>
                    <a:off x="8488731" y="5258048"/>
                    <a:ext cx="914184" cy="46862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8" name="Line 428"/>
                  <p:cNvSpPr>
                    <a:spLocks noChangeShapeType="1"/>
                  </p:cNvSpPr>
                  <p:nvPr/>
                </p:nvSpPr>
                <p:spPr bwMode="auto">
                  <a:xfrm rot="16200000" flipV="1">
                    <a:off x="9885545" y="5583471"/>
                    <a:ext cx="366793" cy="1482"/>
                  </a:xfrm>
                  <a:prstGeom prst="line">
                    <a:avLst/>
                  </a:prstGeom>
                  <a:noFill/>
                  <a:ln w="1270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pic>
                <p:nvPicPr>
                  <p:cNvPr id="339" name="Picture 781" descr="antenna_radiation_stylized"/>
                  <p:cNvPicPr>
                    <a:picLocks noChangeAspect="1" noChangeArrowheads="1"/>
                  </p:cNvPicPr>
                  <p:nvPr/>
                </p:nvPicPr>
                <p:blipFill>
                  <a:blip r:embed="rId2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242073" y="5480938"/>
                    <a:ext cx="452014" cy="95159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340" name="Picture 780" descr="access_point_stylized_small"/>
                  <p:cNvPicPr>
                    <a:picLocks noChangeAspect="1" noChangeArrowheads="1"/>
                  </p:cNvPicPr>
                  <p:nvPr/>
                </p:nvPicPr>
                <p:blipFill>
                  <a:blip r:embed="rId1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290610" y="5473433"/>
                    <a:ext cx="380935" cy="31746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grpSp>
                <p:nvGrpSpPr>
                  <p:cNvPr id="341" name="Group 340"/>
                  <p:cNvGrpSpPr/>
                  <p:nvPr/>
                </p:nvGrpSpPr>
                <p:grpSpPr>
                  <a:xfrm>
                    <a:off x="9783558" y="4989983"/>
                    <a:ext cx="393760" cy="218578"/>
                    <a:chOff x="7493876" y="2774731"/>
                    <a:chExt cx="1481958" cy="894622"/>
                  </a:xfrm>
                </p:grpSpPr>
                <p:sp>
                  <p:nvSpPr>
                    <p:cNvPr id="376" name="Freeform 375"/>
                    <p:cNvSpPr/>
                    <p:nvPr/>
                  </p:nvSpPr>
                  <p:spPr>
                    <a:xfrm>
                      <a:off x="7493876" y="3084399"/>
                      <a:ext cx="1481958" cy="584954"/>
                    </a:xfrm>
                    <a:custGeom>
                      <a:avLst/>
                      <a:gdLst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-1" fmla="*/ 8187558 w 8187558"/>
                        <a:gd name="connsiteY0-2" fmla="*/ 0 h 2617076"/>
                        <a:gd name="connsiteX1-3" fmla="*/ 8187558 w 8187558"/>
                        <a:gd name="connsiteY1-4" fmla="*/ 1271752 h 2617076"/>
                        <a:gd name="connsiteX2-5" fmla="*/ 4025462 w 8187558"/>
                        <a:gd name="connsiteY2-6" fmla="*/ 2617076 h 2617076"/>
                        <a:gd name="connsiteX3-7" fmla="*/ 0 w 8187558"/>
                        <a:gd name="connsiteY3-8" fmla="*/ 1229711 h 2617076"/>
                        <a:gd name="connsiteX4-9" fmla="*/ 31531 w 8187558"/>
                        <a:gd name="connsiteY4-10" fmla="*/ 147145 h 2617076"/>
                        <a:gd name="connsiteX5-11" fmla="*/ 4046482 w 8187558"/>
                        <a:gd name="connsiteY5-12" fmla="*/ 1576552 h 2617076"/>
                        <a:gd name="connsiteX6-13" fmla="*/ 8187558 w 8187558"/>
                        <a:gd name="connsiteY6-14" fmla="*/ 0 h 2617076"/>
                        <a:gd name="connsiteX0-15" fmla="*/ 8187558 w 8187558"/>
                        <a:gd name="connsiteY0-16" fmla="*/ 0 h 2617076"/>
                        <a:gd name="connsiteX1-17" fmla="*/ 8187558 w 8187558"/>
                        <a:gd name="connsiteY1-18" fmla="*/ 1271752 h 2617076"/>
                        <a:gd name="connsiteX2-19" fmla="*/ 4025462 w 8187558"/>
                        <a:gd name="connsiteY2-20" fmla="*/ 2617076 h 2617076"/>
                        <a:gd name="connsiteX3-21" fmla="*/ 0 w 8187558"/>
                        <a:gd name="connsiteY3-22" fmla="*/ 1229711 h 2617076"/>
                        <a:gd name="connsiteX4-23" fmla="*/ 31531 w 8187558"/>
                        <a:gd name="connsiteY4-24" fmla="*/ 147145 h 2617076"/>
                        <a:gd name="connsiteX5-25" fmla="*/ 4046482 w 8187558"/>
                        <a:gd name="connsiteY5-26" fmla="*/ 1576552 h 2617076"/>
                        <a:gd name="connsiteX6-27" fmla="*/ 8187558 w 8187558"/>
                        <a:gd name="connsiteY6-28" fmla="*/ 0 h 2617076"/>
                        <a:gd name="connsiteX0-29" fmla="*/ 8187558 w 8187558"/>
                        <a:gd name="connsiteY0-30" fmla="*/ 0 h 2617076"/>
                        <a:gd name="connsiteX1-31" fmla="*/ 8187558 w 8187558"/>
                        <a:gd name="connsiteY1-32" fmla="*/ 1271752 h 2617076"/>
                        <a:gd name="connsiteX2-33" fmla="*/ 4025462 w 8187558"/>
                        <a:gd name="connsiteY2-34" fmla="*/ 2617076 h 2617076"/>
                        <a:gd name="connsiteX3-35" fmla="*/ 0 w 8187558"/>
                        <a:gd name="connsiteY3-36" fmla="*/ 1229711 h 2617076"/>
                        <a:gd name="connsiteX4-37" fmla="*/ 31531 w 8187558"/>
                        <a:gd name="connsiteY4-38" fmla="*/ 147145 h 2617076"/>
                        <a:gd name="connsiteX5-39" fmla="*/ 4046482 w 8187558"/>
                        <a:gd name="connsiteY5-40" fmla="*/ 1576552 h 2617076"/>
                        <a:gd name="connsiteX6-41" fmla="*/ 8187558 w 8187558"/>
                        <a:gd name="connsiteY6-42" fmla="*/ 0 h 2617076"/>
                        <a:gd name="connsiteX0-43" fmla="*/ 8187558 w 8187558"/>
                        <a:gd name="connsiteY0-44" fmla="*/ 0 h 2617076"/>
                        <a:gd name="connsiteX1-45" fmla="*/ 8187558 w 8187558"/>
                        <a:gd name="connsiteY1-46" fmla="*/ 1271752 h 2617076"/>
                        <a:gd name="connsiteX2-47" fmla="*/ 4025462 w 8187558"/>
                        <a:gd name="connsiteY2-48" fmla="*/ 2617076 h 2617076"/>
                        <a:gd name="connsiteX3-49" fmla="*/ 0 w 8187558"/>
                        <a:gd name="connsiteY3-50" fmla="*/ 1229711 h 2617076"/>
                        <a:gd name="connsiteX4-51" fmla="*/ 31531 w 8187558"/>
                        <a:gd name="connsiteY4-52" fmla="*/ 147145 h 2617076"/>
                        <a:gd name="connsiteX5-53" fmla="*/ 4046482 w 8187558"/>
                        <a:gd name="connsiteY5-54" fmla="*/ 1576552 h 2617076"/>
                        <a:gd name="connsiteX6-55" fmla="*/ 8187558 w 8187558"/>
                        <a:gd name="connsiteY6-56" fmla="*/ 0 h 2617076"/>
                        <a:gd name="connsiteX0-57" fmla="*/ 8187558 w 8187558"/>
                        <a:gd name="connsiteY0-58" fmla="*/ 0 h 2617076"/>
                        <a:gd name="connsiteX1-59" fmla="*/ 8187558 w 8187558"/>
                        <a:gd name="connsiteY1-60" fmla="*/ 1271752 h 2617076"/>
                        <a:gd name="connsiteX2-61" fmla="*/ 4025462 w 8187558"/>
                        <a:gd name="connsiteY2-62" fmla="*/ 2617076 h 2617076"/>
                        <a:gd name="connsiteX3-63" fmla="*/ 0 w 8187558"/>
                        <a:gd name="connsiteY3-64" fmla="*/ 1229711 h 2617076"/>
                        <a:gd name="connsiteX4-65" fmla="*/ 31531 w 8187558"/>
                        <a:gd name="connsiteY4-66" fmla="*/ 147145 h 2617076"/>
                        <a:gd name="connsiteX5-67" fmla="*/ 4046482 w 8187558"/>
                        <a:gd name="connsiteY5-68" fmla="*/ 1576552 h 2617076"/>
                        <a:gd name="connsiteX6-69" fmla="*/ 8187558 w 8187558"/>
                        <a:gd name="connsiteY6-70" fmla="*/ 0 h 2617076"/>
                        <a:gd name="connsiteX0-71" fmla="*/ 8187558 w 8187558"/>
                        <a:gd name="connsiteY0-72" fmla="*/ 0 h 2617076"/>
                        <a:gd name="connsiteX1-73" fmla="*/ 8187558 w 8187558"/>
                        <a:gd name="connsiteY1-74" fmla="*/ 1271752 h 2617076"/>
                        <a:gd name="connsiteX2-75" fmla="*/ 4025462 w 8187558"/>
                        <a:gd name="connsiteY2-76" fmla="*/ 2617076 h 2617076"/>
                        <a:gd name="connsiteX3-77" fmla="*/ 0 w 8187558"/>
                        <a:gd name="connsiteY3-78" fmla="*/ 1229711 h 2617076"/>
                        <a:gd name="connsiteX4-79" fmla="*/ 31531 w 8187558"/>
                        <a:gd name="connsiteY4-80" fmla="*/ 147145 h 2617076"/>
                        <a:gd name="connsiteX5-81" fmla="*/ 4046482 w 8187558"/>
                        <a:gd name="connsiteY5-82" fmla="*/ 1576552 h 2617076"/>
                        <a:gd name="connsiteX6-83" fmla="*/ 8187558 w 8187558"/>
                        <a:gd name="connsiteY6-84" fmla="*/ 0 h 2617076"/>
                        <a:gd name="connsiteX0-85" fmla="*/ 8187558 w 8187558"/>
                        <a:gd name="connsiteY0-86" fmla="*/ 0 h 2638097"/>
                        <a:gd name="connsiteX1-87" fmla="*/ 8187558 w 8187558"/>
                        <a:gd name="connsiteY1-88" fmla="*/ 1271752 h 2638097"/>
                        <a:gd name="connsiteX2-89" fmla="*/ 4099035 w 8187558"/>
                        <a:gd name="connsiteY2-90" fmla="*/ 2638097 h 2638097"/>
                        <a:gd name="connsiteX3-91" fmla="*/ 0 w 8187558"/>
                        <a:gd name="connsiteY3-92" fmla="*/ 1229711 h 2638097"/>
                        <a:gd name="connsiteX4-93" fmla="*/ 31531 w 8187558"/>
                        <a:gd name="connsiteY4-94" fmla="*/ 147145 h 2638097"/>
                        <a:gd name="connsiteX5-95" fmla="*/ 4046482 w 8187558"/>
                        <a:gd name="connsiteY5-96" fmla="*/ 1576552 h 2638097"/>
                        <a:gd name="connsiteX6-97" fmla="*/ 8187558 w 8187558"/>
                        <a:gd name="connsiteY6-98" fmla="*/ 0 h 2638097"/>
                        <a:gd name="connsiteX0-99" fmla="*/ 8187558 w 8187558"/>
                        <a:gd name="connsiteY0-100" fmla="*/ 0 h 2638097"/>
                        <a:gd name="connsiteX1-101" fmla="*/ 8187558 w 8187558"/>
                        <a:gd name="connsiteY1-102" fmla="*/ 1271752 h 2638097"/>
                        <a:gd name="connsiteX2-103" fmla="*/ 4099035 w 8187558"/>
                        <a:gd name="connsiteY2-104" fmla="*/ 2638097 h 2638097"/>
                        <a:gd name="connsiteX3-105" fmla="*/ 0 w 8187558"/>
                        <a:gd name="connsiteY3-106" fmla="*/ 1229711 h 2638097"/>
                        <a:gd name="connsiteX4-107" fmla="*/ 31531 w 8187558"/>
                        <a:gd name="connsiteY4-108" fmla="*/ 147145 h 2638097"/>
                        <a:gd name="connsiteX5-109" fmla="*/ 4046482 w 8187558"/>
                        <a:gd name="connsiteY5-110" fmla="*/ 1576552 h 2638097"/>
                        <a:gd name="connsiteX6-111" fmla="*/ 8187558 w 8187558"/>
                        <a:gd name="connsiteY6-112" fmla="*/ 0 h 2638097"/>
                        <a:gd name="connsiteX0-113" fmla="*/ 8187558 w 8187558"/>
                        <a:gd name="connsiteY0-114" fmla="*/ 0 h 2638097"/>
                        <a:gd name="connsiteX1-115" fmla="*/ 8187558 w 8187558"/>
                        <a:gd name="connsiteY1-116" fmla="*/ 1271752 h 2638097"/>
                        <a:gd name="connsiteX2-117" fmla="*/ 4099035 w 8187558"/>
                        <a:gd name="connsiteY2-118" fmla="*/ 2638097 h 2638097"/>
                        <a:gd name="connsiteX3-119" fmla="*/ 0 w 8187558"/>
                        <a:gd name="connsiteY3-120" fmla="*/ 1229711 h 2638097"/>
                        <a:gd name="connsiteX4-121" fmla="*/ 31531 w 8187558"/>
                        <a:gd name="connsiteY4-122" fmla="*/ 147145 h 2638097"/>
                        <a:gd name="connsiteX5-123" fmla="*/ 4046482 w 8187558"/>
                        <a:gd name="connsiteY5-124" fmla="*/ 1576552 h 2638097"/>
                        <a:gd name="connsiteX6-125" fmla="*/ 8187558 w 8187558"/>
                        <a:gd name="connsiteY6-126" fmla="*/ 0 h 2638097"/>
                        <a:gd name="connsiteX0-127" fmla="*/ 8187558 w 8187558"/>
                        <a:gd name="connsiteY0-128" fmla="*/ 0 h 2638097"/>
                        <a:gd name="connsiteX1-129" fmla="*/ 8187558 w 8187558"/>
                        <a:gd name="connsiteY1-130" fmla="*/ 1271752 h 2638097"/>
                        <a:gd name="connsiteX2-131" fmla="*/ 4099035 w 8187558"/>
                        <a:gd name="connsiteY2-132" fmla="*/ 2638097 h 2638097"/>
                        <a:gd name="connsiteX3-133" fmla="*/ 0 w 8187558"/>
                        <a:gd name="connsiteY3-134" fmla="*/ 1229711 h 2638097"/>
                        <a:gd name="connsiteX4-135" fmla="*/ 31531 w 8187558"/>
                        <a:gd name="connsiteY4-136" fmla="*/ 147145 h 2638097"/>
                        <a:gd name="connsiteX5-137" fmla="*/ 4046482 w 8187558"/>
                        <a:gd name="connsiteY5-138" fmla="*/ 1576552 h 2638097"/>
                        <a:gd name="connsiteX6-139" fmla="*/ 8187558 w 8187558"/>
                        <a:gd name="connsiteY6-140" fmla="*/ 0 h 2638097"/>
                        <a:gd name="connsiteX0-141" fmla="*/ 8187558 w 8187558"/>
                        <a:gd name="connsiteY0-142" fmla="*/ 0 h 2638097"/>
                        <a:gd name="connsiteX1-143" fmla="*/ 8187558 w 8187558"/>
                        <a:gd name="connsiteY1-144" fmla="*/ 1271752 h 2638097"/>
                        <a:gd name="connsiteX2-145" fmla="*/ 4099035 w 8187558"/>
                        <a:gd name="connsiteY2-146" fmla="*/ 2638097 h 2638097"/>
                        <a:gd name="connsiteX3-147" fmla="*/ 0 w 8187558"/>
                        <a:gd name="connsiteY3-148" fmla="*/ 1229711 h 2638097"/>
                        <a:gd name="connsiteX4-149" fmla="*/ 31531 w 8187558"/>
                        <a:gd name="connsiteY4-150" fmla="*/ 147145 h 2638097"/>
                        <a:gd name="connsiteX5-151" fmla="*/ 4088524 w 8187558"/>
                        <a:gd name="connsiteY5-152" fmla="*/ 1597573 h 2638097"/>
                        <a:gd name="connsiteX6-153" fmla="*/ 8187558 w 8187558"/>
                        <a:gd name="connsiteY6-154" fmla="*/ 0 h 2638097"/>
                        <a:gd name="connsiteX0-155" fmla="*/ 8187558 w 8187558"/>
                        <a:gd name="connsiteY0-156" fmla="*/ 0 h 2638097"/>
                        <a:gd name="connsiteX1-157" fmla="*/ 8187558 w 8187558"/>
                        <a:gd name="connsiteY1-158" fmla="*/ 1271752 h 2638097"/>
                        <a:gd name="connsiteX2-159" fmla="*/ 4099035 w 8187558"/>
                        <a:gd name="connsiteY2-160" fmla="*/ 2638097 h 2638097"/>
                        <a:gd name="connsiteX3-161" fmla="*/ 0 w 8187558"/>
                        <a:gd name="connsiteY3-162" fmla="*/ 1229711 h 2638097"/>
                        <a:gd name="connsiteX4-163" fmla="*/ 31531 w 8187558"/>
                        <a:gd name="connsiteY4-164" fmla="*/ 147145 h 2638097"/>
                        <a:gd name="connsiteX5-165" fmla="*/ 4088524 w 8187558"/>
                        <a:gd name="connsiteY5-166" fmla="*/ 1597573 h 2638097"/>
                        <a:gd name="connsiteX6-167" fmla="*/ 8187558 w 8187558"/>
                        <a:gd name="connsiteY6-168" fmla="*/ 0 h 2638097"/>
                        <a:gd name="connsiteX0-169" fmla="*/ 8187558 w 8187558"/>
                        <a:gd name="connsiteY0-170" fmla="*/ 0 h 2638097"/>
                        <a:gd name="connsiteX1-171" fmla="*/ 8187558 w 8187558"/>
                        <a:gd name="connsiteY1-172" fmla="*/ 1271752 h 2638097"/>
                        <a:gd name="connsiteX2-173" fmla="*/ 4099035 w 8187558"/>
                        <a:gd name="connsiteY2-174" fmla="*/ 2638097 h 2638097"/>
                        <a:gd name="connsiteX3-175" fmla="*/ 0 w 8187558"/>
                        <a:gd name="connsiteY3-176" fmla="*/ 1229711 h 2638097"/>
                        <a:gd name="connsiteX4-177" fmla="*/ 31531 w 8187558"/>
                        <a:gd name="connsiteY4-178" fmla="*/ 147145 h 2638097"/>
                        <a:gd name="connsiteX5-179" fmla="*/ 4099035 w 8187558"/>
                        <a:gd name="connsiteY5-180" fmla="*/ 1566042 h 2638097"/>
                        <a:gd name="connsiteX6-181" fmla="*/ 8187558 w 8187558"/>
                        <a:gd name="connsiteY6-182" fmla="*/ 0 h 2638097"/>
                        <a:gd name="connsiteX0-183" fmla="*/ 8187558 w 8187558"/>
                        <a:gd name="connsiteY0-184" fmla="*/ 0 h 2638097"/>
                        <a:gd name="connsiteX1-185" fmla="*/ 8187558 w 8187558"/>
                        <a:gd name="connsiteY1-186" fmla="*/ 1271752 h 2638097"/>
                        <a:gd name="connsiteX2-187" fmla="*/ 4099035 w 8187558"/>
                        <a:gd name="connsiteY2-188" fmla="*/ 2638097 h 2638097"/>
                        <a:gd name="connsiteX3-189" fmla="*/ 0 w 8187558"/>
                        <a:gd name="connsiteY3-190" fmla="*/ 1229711 h 2638097"/>
                        <a:gd name="connsiteX4-191" fmla="*/ 31531 w 8187558"/>
                        <a:gd name="connsiteY4-192" fmla="*/ 147145 h 2638097"/>
                        <a:gd name="connsiteX5-193" fmla="*/ 4099035 w 8187558"/>
                        <a:gd name="connsiteY5-194" fmla="*/ 1566042 h 2638097"/>
                        <a:gd name="connsiteX6-195" fmla="*/ 8187558 w 8187558"/>
                        <a:gd name="connsiteY6-196" fmla="*/ 0 h 2638097"/>
                        <a:gd name="connsiteX0-197" fmla="*/ 8187558 w 8187558"/>
                        <a:gd name="connsiteY0-198" fmla="*/ 0 h 2638097"/>
                        <a:gd name="connsiteX1-199" fmla="*/ 8187558 w 8187558"/>
                        <a:gd name="connsiteY1-200" fmla="*/ 1271752 h 2638097"/>
                        <a:gd name="connsiteX2-201" fmla="*/ 4099035 w 8187558"/>
                        <a:gd name="connsiteY2-202" fmla="*/ 2638097 h 2638097"/>
                        <a:gd name="connsiteX3-203" fmla="*/ 0 w 8187558"/>
                        <a:gd name="connsiteY3-204" fmla="*/ 1229711 h 2638097"/>
                        <a:gd name="connsiteX4-205" fmla="*/ 31531 w 8187558"/>
                        <a:gd name="connsiteY4-206" fmla="*/ 147145 h 2638097"/>
                        <a:gd name="connsiteX5-207" fmla="*/ 4099035 w 8187558"/>
                        <a:gd name="connsiteY5-208" fmla="*/ 1566042 h 2638097"/>
                        <a:gd name="connsiteX6-209" fmla="*/ 8187558 w 8187558"/>
                        <a:gd name="connsiteY6-210" fmla="*/ 0 h 2638097"/>
                        <a:gd name="connsiteX0-211" fmla="*/ 8187558 w 8187558"/>
                        <a:gd name="connsiteY0-212" fmla="*/ 0 h 2638097"/>
                        <a:gd name="connsiteX1-213" fmla="*/ 8187558 w 8187558"/>
                        <a:gd name="connsiteY1-214" fmla="*/ 1271752 h 2638097"/>
                        <a:gd name="connsiteX2-215" fmla="*/ 4099035 w 8187558"/>
                        <a:gd name="connsiteY2-216" fmla="*/ 2638097 h 2638097"/>
                        <a:gd name="connsiteX3-217" fmla="*/ 0 w 8187558"/>
                        <a:gd name="connsiteY3-218" fmla="*/ 1229711 h 2638097"/>
                        <a:gd name="connsiteX4-219" fmla="*/ 31531 w 8187558"/>
                        <a:gd name="connsiteY4-220" fmla="*/ 147145 h 2638097"/>
                        <a:gd name="connsiteX5-221" fmla="*/ 4099035 w 8187558"/>
                        <a:gd name="connsiteY5-222" fmla="*/ 1566042 h 2638097"/>
                        <a:gd name="connsiteX6-223" fmla="*/ 8187558 w 8187558"/>
                        <a:gd name="connsiteY6-224" fmla="*/ 0 h 2638097"/>
                        <a:gd name="connsiteX0-225" fmla="*/ 8187558 w 8187558"/>
                        <a:gd name="connsiteY0-226" fmla="*/ 0 h 2638097"/>
                        <a:gd name="connsiteX1-227" fmla="*/ 8187558 w 8187558"/>
                        <a:gd name="connsiteY1-228" fmla="*/ 1271752 h 2638097"/>
                        <a:gd name="connsiteX2-229" fmla="*/ 4099035 w 8187558"/>
                        <a:gd name="connsiteY2-230" fmla="*/ 2638097 h 2638097"/>
                        <a:gd name="connsiteX3-231" fmla="*/ 0 w 8187558"/>
                        <a:gd name="connsiteY3-232" fmla="*/ 1229711 h 2638097"/>
                        <a:gd name="connsiteX4-233" fmla="*/ 31531 w 8187558"/>
                        <a:gd name="connsiteY4-234" fmla="*/ 147145 h 2638097"/>
                        <a:gd name="connsiteX5-235" fmla="*/ 4099035 w 8187558"/>
                        <a:gd name="connsiteY5-236" fmla="*/ 1566042 h 2638097"/>
                        <a:gd name="connsiteX6-237" fmla="*/ 8187558 w 8187558"/>
                        <a:gd name="connsiteY6-238" fmla="*/ 0 h 2638097"/>
                        <a:gd name="connsiteX0-239" fmla="*/ 8187558 w 8187558"/>
                        <a:gd name="connsiteY0-240" fmla="*/ 0 h 2638097"/>
                        <a:gd name="connsiteX1-241" fmla="*/ 8187558 w 8187558"/>
                        <a:gd name="connsiteY1-242" fmla="*/ 1271752 h 2638097"/>
                        <a:gd name="connsiteX2-243" fmla="*/ 4099035 w 8187558"/>
                        <a:gd name="connsiteY2-244" fmla="*/ 2638097 h 2638097"/>
                        <a:gd name="connsiteX3-245" fmla="*/ 0 w 8187558"/>
                        <a:gd name="connsiteY3-246" fmla="*/ 1229711 h 2638097"/>
                        <a:gd name="connsiteX4-247" fmla="*/ 31531 w 8187558"/>
                        <a:gd name="connsiteY4-248" fmla="*/ 147145 h 2638097"/>
                        <a:gd name="connsiteX5-249" fmla="*/ 4099035 w 8187558"/>
                        <a:gd name="connsiteY5-250" fmla="*/ 1566042 h 2638097"/>
                        <a:gd name="connsiteX6-251" fmla="*/ 8187558 w 8187558"/>
                        <a:gd name="connsiteY6-252" fmla="*/ 0 h 2638097"/>
                        <a:gd name="connsiteX0-253" fmla="*/ 8187558 w 8187558"/>
                        <a:gd name="connsiteY0-254" fmla="*/ 0 h 2638097"/>
                        <a:gd name="connsiteX1-255" fmla="*/ 8187558 w 8187558"/>
                        <a:gd name="connsiteY1-256" fmla="*/ 1271752 h 2638097"/>
                        <a:gd name="connsiteX2-257" fmla="*/ 4099035 w 8187558"/>
                        <a:gd name="connsiteY2-258" fmla="*/ 2638097 h 2638097"/>
                        <a:gd name="connsiteX3-259" fmla="*/ 0 w 8187558"/>
                        <a:gd name="connsiteY3-260" fmla="*/ 1229711 h 2638097"/>
                        <a:gd name="connsiteX4-261" fmla="*/ 31531 w 8187558"/>
                        <a:gd name="connsiteY4-262" fmla="*/ 147145 h 2638097"/>
                        <a:gd name="connsiteX5-263" fmla="*/ 4099035 w 8187558"/>
                        <a:gd name="connsiteY5-264" fmla="*/ 1566042 h 2638097"/>
                        <a:gd name="connsiteX6-265" fmla="*/ 8187558 w 8187558"/>
                        <a:gd name="connsiteY6-266" fmla="*/ 0 h 2638097"/>
                        <a:gd name="connsiteX0-267" fmla="*/ 8187558 w 8187558"/>
                        <a:gd name="connsiteY0-268" fmla="*/ 0 h 2638097"/>
                        <a:gd name="connsiteX1-269" fmla="*/ 8187558 w 8187558"/>
                        <a:gd name="connsiteY1-270" fmla="*/ 1271752 h 2638097"/>
                        <a:gd name="connsiteX2-271" fmla="*/ 4099035 w 8187558"/>
                        <a:gd name="connsiteY2-272" fmla="*/ 2638097 h 2638097"/>
                        <a:gd name="connsiteX3-273" fmla="*/ 0 w 8187558"/>
                        <a:gd name="connsiteY3-274" fmla="*/ 1229711 h 2638097"/>
                        <a:gd name="connsiteX4-275" fmla="*/ 31531 w 8187558"/>
                        <a:gd name="connsiteY4-276" fmla="*/ 147145 h 2638097"/>
                        <a:gd name="connsiteX5-277" fmla="*/ 4099035 w 8187558"/>
                        <a:gd name="connsiteY5-278" fmla="*/ 1566042 h 2638097"/>
                        <a:gd name="connsiteX6-279" fmla="*/ 8187558 w 8187558"/>
                        <a:gd name="connsiteY6-280" fmla="*/ 0 h 2638097"/>
                        <a:gd name="connsiteX0-281" fmla="*/ 8187558 w 8187558"/>
                        <a:gd name="connsiteY0-282" fmla="*/ 0 h 2638097"/>
                        <a:gd name="connsiteX1-283" fmla="*/ 8187558 w 8187558"/>
                        <a:gd name="connsiteY1-284" fmla="*/ 1271752 h 2638097"/>
                        <a:gd name="connsiteX2-285" fmla="*/ 4099035 w 8187558"/>
                        <a:gd name="connsiteY2-286" fmla="*/ 2638097 h 2638097"/>
                        <a:gd name="connsiteX3-287" fmla="*/ 0 w 8187558"/>
                        <a:gd name="connsiteY3-288" fmla="*/ 1229711 h 2638097"/>
                        <a:gd name="connsiteX4-289" fmla="*/ 31531 w 8187558"/>
                        <a:gd name="connsiteY4-290" fmla="*/ 147145 h 2638097"/>
                        <a:gd name="connsiteX5-291" fmla="*/ 4099035 w 8187558"/>
                        <a:gd name="connsiteY5-292" fmla="*/ 1566042 h 2638097"/>
                        <a:gd name="connsiteX6-293" fmla="*/ 8187558 w 8187558"/>
                        <a:gd name="connsiteY6-294" fmla="*/ 0 h 2638097"/>
                        <a:gd name="connsiteX0-295" fmla="*/ 8176538 w 8176538"/>
                        <a:gd name="connsiteY0-296" fmla="*/ 0 h 2638097"/>
                        <a:gd name="connsiteX1-297" fmla="*/ 8176538 w 8176538"/>
                        <a:gd name="connsiteY1-298" fmla="*/ 1271752 h 2638097"/>
                        <a:gd name="connsiteX2-299" fmla="*/ 4088015 w 8176538"/>
                        <a:gd name="connsiteY2-300" fmla="*/ 2638097 h 2638097"/>
                        <a:gd name="connsiteX3-301" fmla="*/ 0 w 8176538"/>
                        <a:gd name="connsiteY3-302" fmla="*/ 1269888 h 2638097"/>
                        <a:gd name="connsiteX4-303" fmla="*/ 20511 w 8176538"/>
                        <a:gd name="connsiteY4-304" fmla="*/ 147145 h 2638097"/>
                        <a:gd name="connsiteX5-305" fmla="*/ 4088015 w 8176538"/>
                        <a:gd name="connsiteY5-306" fmla="*/ 1566042 h 2638097"/>
                        <a:gd name="connsiteX6-307" fmla="*/ 8176538 w 8176538"/>
                        <a:gd name="connsiteY6-308" fmla="*/ 0 h 2638097"/>
                        <a:gd name="connsiteX0-309" fmla="*/ 8176538 w 8176538"/>
                        <a:gd name="connsiteY0-310" fmla="*/ 0 h 2772020"/>
                        <a:gd name="connsiteX1-311" fmla="*/ 8176538 w 8176538"/>
                        <a:gd name="connsiteY1-312" fmla="*/ 1271752 h 2772020"/>
                        <a:gd name="connsiteX2-313" fmla="*/ 4099034 w 8176538"/>
                        <a:gd name="connsiteY2-314" fmla="*/ 2772020 h 2772020"/>
                        <a:gd name="connsiteX3-315" fmla="*/ 0 w 8176538"/>
                        <a:gd name="connsiteY3-316" fmla="*/ 1269888 h 2772020"/>
                        <a:gd name="connsiteX4-317" fmla="*/ 20511 w 8176538"/>
                        <a:gd name="connsiteY4-318" fmla="*/ 147145 h 2772020"/>
                        <a:gd name="connsiteX5-319" fmla="*/ 4088015 w 8176538"/>
                        <a:gd name="connsiteY5-320" fmla="*/ 1566042 h 2772020"/>
                        <a:gd name="connsiteX6-321" fmla="*/ 8176538 w 8176538"/>
                        <a:gd name="connsiteY6-322" fmla="*/ 0 h 2772020"/>
                        <a:gd name="connsiteX0-323" fmla="*/ 8176538 w 8176538"/>
                        <a:gd name="connsiteY0-324" fmla="*/ 0 h 2772339"/>
                        <a:gd name="connsiteX1-325" fmla="*/ 8176538 w 8176538"/>
                        <a:gd name="connsiteY1-326" fmla="*/ 1378890 h 2772339"/>
                        <a:gd name="connsiteX2-327" fmla="*/ 4099034 w 8176538"/>
                        <a:gd name="connsiteY2-328" fmla="*/ 2772020 h 2772339"/>
                        <a:gd name="connsiteX3-329" fmla="*/ 0 w 8176538"/>
                        <a:gd name="connsiteY3-330" fmla="*/ 1269888 h 2772339"/>
                        <a:gd name="connsiteX4-331" fmla="*/ 20511 w 8176538"/>
                        <a:gd name="connsiteY4-332" fmla="*/ 147145 h 2772339"/>
                        <a:gd name="connsiteX5-333" fmla="*/ 4088015 w 8176538"/>
                        <a:gd name="connsiteY5-334" fmla="*/ 1566042 h 2772339"/>
                        <a:gd name="connsiteX6-335" fmla="*/ 8176538 w 8176538"/>
                        <a:gd name="connsiteY6-336" fmla="*/ 0 h 2772339"/>
                        <a:gd name="connsiteX0-337" fmla="*/ 8176538 w 8176538"/>
                        <a:gd name="connsiteY0-338" fmla="*/ 0 h 2825888"/>
                        <a:gd name="connsiteX1-339" fmla="*/ 8176538 w 8176538"/>
                        <a:gd name="connsiteY1-340" fmla="*/ 1378890 h 2825888"/>
                        <a:gd name="connsiteX2-341" fmla="*/ 4099034 w 8176538"/>
                        <a:gd name="connsiteY2-342" fmla="*/ 2825590 h 2825888"/>
                        <a:gd name="connsiteX3-343" fmla="*/ 0 w 8176538"/>
                        <a:gd name="connsiteY3-344" fmla="*/ 1269888 h 2825888"/>
                        <a:gd name="connsiteX4-345" fmla="*/ 20511 w 8176538"/>
                        <a:gd name="connsiteY4-346" fmla="*/ 147145 h 2825888"/>
                        <a:gd name="connsiteX5-347" fmla="*/ 4088015 w 8176538"/>
                        <a:gd name="connsiteY5-348" fmla="*/ 1566042 h 2825888"/>
                        <a:gd name="connsiteX6-349" fmla="*/ 8176538 w 8176538"/>
                        <a:gd name="connsiteY6-350" fmla="*/ 0 h 2825888"/>
                        <a:gd name="connsiteX0-351" fmla="*/ 8165518 w 8165518"/>
                        <a:gd name="connsiteY0-352" fmla="*/ 0 h 2825606"/>
                        <a:gd name="connsiteX1-353" fmla="*/ 8165518 w 8165518"/>
                        <a:gd name="connsiteY1-354" fmla="*/ 1378890 h 2825606"/>
                        <a:gd name="connsiteX2-355" fmla="*/ 4088014 w 8165518"/>
                        <a:gd name="connsiteY2-356" fmla="*/ 2825590 h 2825606"/>
                        <a:gd name="connsiteX3-357" fmla="*/ 0 w 8165518"/>
                        <a:gd name="connsiteY3-358" fmla="*/ 1403811 h 2825606"/>
                        <a:gd name="connsiteX4-359" fmla="*/ 9491 w 8165518"/>
                        <a:gd name="connsiteY4-360" fmla="*/ 147145 h 2825606"/>
                        <a:gd name="connsiteX5-361" fmla="*/ 4076995 w 8165518"/>
                        <a:gd name="connsiteY5-362" fmla="*/ 1566042 h 2825606"/>
                        <a:gd name="connsiteX6-363" fmla="*/ 8165518 w 8165518"/>
                        <a:gd name="connsiteY6-364" fmla="*/ 0 h 2825606"/>
                        <a:gd name="connsiteX0-365" fmla="*/ 8165518 w 8165518"/>
                        <a:gd name="connsiteY0-366" fmla="*/ 0 h 2879174"/>
                        <a:gd name="connsiteX1-367" fmla="*/ 8165518 w 8165518"/>
                        <a:gd name="connsiteY1-368" fmla="*/ 1378890 h 2879174"/>
                        <a:gd name="connsiteX2-369" fmla="*/ 4132092 w 8165518"/>
                        <a:gd name="connsiteY2-370" fmla="*/ 2879159 h 2879174"/>
                        <a:gd name="connsiteX3-371" fmla="*/ 0 w 8165518"/>
                        <a:gd name="connsiteY3-372" fmla="*/ 1403811 h 2879174"/>
                        <a:gd name="connsiteX4-373" fmla="*/ 9491 w 8165518"/>
                        <a:gd name="connsiteY4-374" fmla="*/ 147145 h 2879174"/>
                        <a:gd name="connsiteX5-375" fmla="*/ 4076995 w 8165518"/>
                        <a:gd name="connsiteY5-376" fmla="*/ 1566042 h 2879174"/>
                        <a:gd name="connsiteX6-377" fmla="*/ 8165518 w 8165518"/>
                        <a:gd name="connsiteY6-378" fmla="*/ 0 h 2879174"/>
                        <a:gd name="connsiteX0-379" fmla="*/ 8165518 w 8176537"/>
                        <a:gd name="connsiteY0-380" fmla="*/ 0 h 2879410"/>
                        <a:gd name="connsiteX1-381" fmla="*/ 8176537 w 8176537"/>
                        <a:gd name="connsiteY1-382" fmla="*/ 1499420 h 2879410"/>
                        <a:gd name="connsiteX2-383" fmla="*/ 4132092 w 8176537"/>
                        <a:gd name="connsiteY2-384" fmla="*/ 2879159 h 2879410"/>
                        <a:gd name="connsiteX3-385" fmla="*/ 0 w 8176537"/>
                        <a:gd name="connsiteY3-386" fmla="*/ 1403811 h 2879410"/>
                        <a:gd name="connsiteX4-387" fmla="*/ 9491 w 8176537"/>
                        <a:gd name="connsiteY4-388" fmla="*/ 147145 h 2879410"/>
                        <a:gd name="connsiteX5-389" fmla="*/ 4076995 w 8176537"/>
                        <a:gd name="connsiteY5-390" fmla="*/ 1566042 h 2879410"/>
                        <a:gd name="connsiteX6-391" fmla="*/ 8165518 w 8176537"/>
                        <a:gd name="connsiteY6-392" fmla="*/ 0 h 2879410"/>
                        <a:gd name="connsiteX0-393" fmla="*/ 8165518 w 8176537"/>
                        <a:gd name="connsiteY0-394" fmla="*/ 0 h 2879262"/>
                        <a:gd name="connsiteX1-395" fmla="*/ 8176537 w 8176537"/>
                        <a:gd name="connsiteY1-396" fmla="*/ 1499420 h 2879262"/>
                        <a:gd name="connsiteX2-397" fmla="*/ 4132092 w 8176537"/>
                        <a:gd name="connsiteY2-398" fmla="*/ 2879159 h 2879262"/>
                        <a:gd name="connsiteX3-399" fmla="*/ 0 w 8176537"/>
                        <a:gd name="connsiteY3-400" fmla="*/ 1403811 h 2879262"/>
                        <a:gd name="connsiteX4-401" fmla="*/ 9491 w 8176537"/>
                        <a:gd name="connsiteY4-402" fmla="*/ 147145 h 2879262"/>
                        <a:gd name="connsiteX5-403" fmla="*/ 4076995 w 8176537"/>
                        <a:gd name="connsiteY5-404" fmla="*/ 1566042 h 2879262"/>
                        <a:gd name="connsiteX6-405" fmla="*/ 8165518 w 8176537"/>
                        <a:gd name="connsiteY6-406" fmla="*/ 0 h 2879262"/>
                        <a:gd name="connsiteX0-407" fmla="*/ 8165518 w 8176537"/>
                        <a:gd name="connsiteY0-408" fmla="*/ 0 h 2879163"/>
                        <a:gd name="connsiteX1-409" fmla="*/ 8176537 w 8176537"/>
                        <a:gd name="connsiteY1-410" fmla="*/ 1499420 h 2879163"/>
                        <a:gd name="connsiteX2-411" fmla="*/ 4132092 w 8176537"/>
                        <a:gd name="connsiteY2-412" fmla="*/ 2879159 h 2879163"/>
                        <a:gd name="connsiteX3-413" fmla="*/ 0 w 8176537"/>
                        <a:gd name="connsiteY3-414" fmla="*/ 1510948 h 2879163"/>
                        <a:gd name="connsiteX4-415" fmla="*/ 9491 w 8176537"/>
                        <a:gd name="connsiteY4-416" fmla="*/ 147145 h 2879163"/>
                        <a:gd name="connsiteX5-417" fmla="*/ 4076995 w 8176537"/>
                        <a:gd name="connsiteY5-418" fmla="*/ 1566042 h 2879163"/>
                        <a:gd name="connsiteX6-419" fmla="*/ 8165518 w 8176537"/>
                        <a:gd name="connsiteY6-420" fmla="*/ 0 h 2879163"/>
                        <a:gd name="connsiteX0-421" fmla="*/ 8165518 w 8198577"/>
                        <a:gd name="connsiteY0-422" fmla="*/ 0 h 2879451"/>
                        <a:gd name="connsiteX1-423" fmla="*/ 8198577 w 8198577"/>
                        <a:gd name="connsiteY1-424" fmla="*/ 1606558 h 2879451"/>
                        <a:gd name="connsiteX2-425" fmla="*/ 4132092 w 8198577"/>
                        <a:gd name="connsiteY2-426" fmla="*/ 2879159 h 2879451"/>
                        <a:gd name="connsiteX3-427" fmla="*/ 0 w 8198577"/>
                        <a:gd name="connsiteY3-428" fmla="*/ 1510948 h 2879451"/>
                        <a:gd name="connsiteX4-429" fmla="*/ 9491 w 8198577"/>
                        <a:gd name="connsiteY4-430" fmla="*/ 147145 h 2879451"/>
                        <a:gd name="connsiteX5-431" fmla="*/ 4076995 w 8198577"/>
                        <a:gd name="connsiteY5-432" fmla="*/ 1566042 h 2879451"/>
                        <a:gd name="connsiteX6-433" fmla="*/ 8165518 w 8198577"/>
                        <a:gd name="connsiteY6-434" fmla="*/ 0 h 2879451"/>
                        <a:gd name="connsiteX0-435" fmla="*/ 8165518 w 8165518"/>
                        <a:gd name="connsiteY0-436" fmla="*/ 0 h 2880066"/>
                        <a:gd name="connsiteX1-437" fmla="*/ 8165518 w 8165518"/>
                        <a:gd name="connsiteY1-438" fmla="*/ 1673520 h 2880066"/>
                        <a:gd name="connsiteX2-439" fmla="*/ 4132092 w 8165518"/>
                        <a:gd name="connsiteY2-440" fmla="*/ 2879159 h 2880066"/>
                        <a:gd name="connsiteX3-441" fmla="*/ 0 w 8165518"/>
                        <a:gd name="connsiteY3-442" fmla="*/ 1510948 h 2880066"/>
                        <a:gd name="connsiteX4-443" fmla="*/ 9491 w 8165518"/>
                        <a:gd name="connsiteY4-444" fmla="*/ 147145 h 2880066"/>
                        <a:gd name="connsiteX5-445" fmla="*/ 4076995 w 8165518"/>
                        <a:gd name="connsiteY5-446" fmla="*/ 1566042 h 2880066"/>
                        <a:gd name="connsiteX6-447" fmla="*/ 8165518 w 8165518"/>
                        <a:gd name="connsiteY6-448" fmla="*/ 0 h 2880066"/>
                        <a:gd name="connsiteX0-449" fmla="*/ 8156794 w 8156794"/>
                        <a:gd name="connsiteY0-450" fmla="*/ 0 h 2879270"/>
                        <a:gd name="connsiteX1-451" fmla="*/ 8156794 w 8156794"/>
                        <a:gd name="connsiteY1-452" fmla="*/ 1673520 h 2879270"/>
                        <a:gd name="connsiteX2-453" fmla="*/ 4123368 w 8156794"/>
                        <a:gd name="connsiteY2-454" fmla="*/ 2879159 h 2879270"/>
                        <a:gd name="connsiteX3-455" fmla="*/ 2295 w 8156794"/>
                        <a:gd name="connsiteY3-456" fmla="*/ 1618086 h 2879270"/>
                        <a:gd name="connsiteX4-457" fmla="*/ 767 w 8156794"/>
                        <a:gd name="connsiteY4-458" fmla="*/ 147145 h 2879270"/>
                        <a:gd name="connsiteX5-459" fmla="*/ 4068271 w 8156794"/>
                        <a:gd name="connsiteY5-460" fmla="*/ 1566042 h 2879270"/>
                        <a:gd name="connsiteX6-461" fmla="*/ 8156794 w 8156794"/>
                        <a:gd name="connsiteY6-462" fmla="*/ 0 h 2879270"/>
                        <a:gd name="connsiteX0-463" fmla="*/ 8156794 w 8156794"/>
                        <a:gd name="connsiteY0-464" fmla="*/ 0 h 2973000"/>
                        <a:gd name="connsiteX1-465" fmla="*/ 8156794 w 8156794"/>
                        <a:gd name="connsiteY1-466" fmla="*/ 1673520 h 2973000"/>
                        <a:gd name="connsiteX2-467" fmla="*/ 4134388 w 8156794"/>
                        <a:gd name="connsiteY2-468" fmla="*/ 2972904 h 2973000"/>
                        <a:gd name="connsiteX3-469" fmla="*/ 2295 w 8156794"/>
                        <a:gd name="connsiteY3-470" fmla="*/ 1618086 h 2973000"/>
                        <a:gd name="connsiteX4-471" fmla="*/ 767 w 8156794"/>
                        <a:gd name="connsiteY4-472" fmla="*/ 147145 h 2973000"/>
                        <a:gd name="connsiteX5-473" fmla="*/ 4068271 w 8156794"/>
                        <a:gd name="connsiteY5-474" fmla="*/ 1566042 h 2973000"/>
                        <a:gd name="connsiteX6-475" fmla="*/ 8156794 w 8156794"/>
                        <a:gd name="connsiteY6-476" fmla="*/ 0 h 2973000"/>
                        <a:gd name="connsiteX0-477" fmla="*/ 8156794 w 8156794"/>
                        <a:gd name="connsiteY0-478" fmla="*/ 0 h 2973000"/>
                        <a:gd name="connsiteX1-479" fmla="*/ 8156794 w 8156794"/>
                        <a:gd name="connsiteY1-480" fmla="*/ 1673520 h 2973000"/>
                        <a:gd name="connsiteX2-481" fmla="*/ 4134388 w 8156794"/>
                        <a:gd name="connsiteY2-482" fmla="*/ 2972904 h 2973000"/>
                        <a:gd name="connsiteX3-483" fmla="*/ 2295 w 8156794"/>
                        <a:gd name="connsiteY3-484" fmla="*/ 1618086 h 2973000"/>
                        <a:gd name="connsiteX4-485" fmla="*/ 767 w 8156794"/>
                        <a:gd name="connsiteY4-486" fmla="*/ 147145 h 2973000"/>
                        <a:gd name="connsiteX5-487" fmla="*/ 4068271 w 8156794"/>
                        <a:gd name="connsiteY5-488" fmla="*/ 1566042 h 2973000"/>
                        <a:gd name="connsiteX6-489" fmla="*/ 8156794 w 8156794"/>
                        <a:gd name="connsiteY6-490" fmla="*/ 0 h 2973000"/>
                        <a:gd name="connsiteX0-491" fmla="*/ 8156794 w 8156794"/>
                        <a:gd name="connsiteY0-492" fmla="*/ 0 h 2973000"/>
                        <a:gd name="connsiteX1-493" fmla="*/ 8156794 w 8156794"/>
                        <a:gd name="connsiteY1-494" fmla="*/ 1673520 h 2973000"/>
                        <a:gd name="connsiteX2-495" fmla="*/ 4134388 w 8156794"/>
                        <a:gd name="connsiteY2-496" fmla="*/ 2972904 h 2973000"/>
                        <a:gd name="connsiteX3-497" fmla="*/ 2295 w 8156794"/>
                        <a:gd name="connsiteY3-498" fmla="*/ 1618086 h 2973000"/>
                        <a:gd name="connsiteX4-499" fmla="*/ 767 w 8156794"/>
                        <a:gd name="connsiteY4-500" fmla="*/ 147145 h 2973000"/>
                        <a:gd name="connsiteX5-501" fmla="*/ 4068271 w 8156794"/>
                        <a:gd name="connsiteY5-502" fmla="*/ 1566042 h 2973000"/>
                        <a:gd name="connsiteX6-503" fmla="*/ 8156794 w 8156794"/>
                        <a:gd name="connsiteY6-504" fmla="*/ 0 h 2973000"/>
                        <a:gd name="connsiteX0-505" fmla="*/ 8156794 w 8156794"/>
                        <a:gd name="connsiteY0-506" fmla="*/ 0 h 2973020"/>
                        <a:gd name="connsiteX1-507" fmla="*/ 8156794 w 8156794"/>
                        <a:gd name="connsiteY1-508" fmla="*/ 1673520 h 2973020"/>
                        <a:gd name="connsiteX2-509" fmla="*/ 4134388 w 8156794"/>
                        <a:gd name="connsiteY2-510" fmla="*/ 2972904 h 2973020"/>
                        <a:gd name="connsiteX3-511" fmla="*/ 2295 w 8156794"/>
                        <a:gd name="connsiteY3-512" fmla="*/ 1618086 h 2973020"/>
                        <a:gd name="connsiteX4-513" fmla="*/ 767 w 8156794"/>
                        <a:gd name="connsiteY4-514" fmla="*/ 147145 h 2973020"/>
                        <a:gd name="connsiteX5-515" fmla="*/ 4068271 w 8156794"/>
                        <a:gd name="connsiteY5-516" fmla="*/ 1566042 h 2973020"/>
                        <a:gd name="connsiteX6-517" fmla="*/ 8156794 w 8156794"/>
                        <a:gd name="connsiteY6-518" fmla="*/ 0 h 2973020"/>
                        <a:gd name="connsiteX0-519" fmla="*/ 8156794 w 8156794"/>
                        <a:gd name="connsiteY0-520" fmla="*/ 0 h 2973021"/>
                        <a:gd name="connsiteX1-521" fmla="*/ 8156794 w 8156794"/>
                        <a:gd name="connsiteY1-522" fmla="*/ 1673520 h 2973021"/>
                        <a:gd name="connsiteX2-523" fmla="*/ 4134388 w 8156794"/>
                        <a:gd name="connsiteY2-524" fmla="*/ 2972904 h 2973021"/>
                        <a:gd name="connsiteX3-525" fmla="*/ 2295 w 8156794"/>
                        <a:gd name="connsiteY3-526" fmla="*/ 1618086 h 2973021"/>
                        <a:gd name="connsiteX4-527" fmla="*/ 767 w 8156794"/>
                        <a:gd name="connsiteY4-528" fmla="*/ 147145 h 2973021"/>
                        <a:gd name="connsiteX5-529" fmla="*/ 4068271 w 8156794"/>
                        <a:gd name="connsiteY5-530" fmla="*/ 1566042 h 2973021"/>
                        <a:gd name="connsiteX6-531" fmla="*/ 8156794 w 8156794"/>
                        <a:gd name="connsiteY6-532" fmla="*/ 0 h 2973021"/>
                        <a:gd name="connsiteX0-533" fmla="*/ 8156794 w 8156794"/>
                        <a:gd name="connsiteY0-534" fmla="*/ 0 h 2973021"/>
                        <a:gd name="connsiteX1-535" fmla="*/ 8156794 w 8156794"/>
                        <a:gd name="connsiteY1-536" fmla="*/ 1673520 h 2973021"/>
                        <a:gd name="connsiteX2-537" fmla="*/ 4134388 w 8156794"/>
                        <a:gd name="connsiteY2-538" fmla="*/ 2972904 h 2973021"/>
                        <a:gd name="connsiteX3-539" fmla="*/ 2295 w 8156794"/>
                        <a:gd name="connsiteY3-540" fmla="*/ 1618086 h 2973021"/>
                        <a:gd name="connsiteX4-541" fmla="*/ 767 w 8156794"/>
                        <a:gd name="connsiteY4-542" fmla="*/ 147145 h 2973021"/>
                        <a:gd name="connsiteX5-543" fmla="*/ 4068271 w 8156794"/>
                        <a:gd name="connsiteY5-544" fmla="*/ 1566042 h 2973021"/>
                        <a:gd name="connsiteX6-545" fmla="*/ 8156794 w 8156794"/>
                        <a:gd name="connsiteY6-546" fmla="*/ 0 h 2973021"/>
                        <a:gd name="connsiteX0-547" fmla="*/ 8156794 w 8156794"/>
                        <a:gd name="connsiteY0-548" fmla="*/ 0 h 2973021"/>
                        <a:gd name="connsiteX1-549" fmla="*/ 8156794 w 8156794"/>
                        <a:gd name="connsiteY1-550" fmla="*/ 1673520 h 2973021"/>
                        <a:gd name="connsiteX2-551" fmla="*/ 4134388 w 8156794"/>
                        <a:gd name="connsiteY2-552" fmla="*/ 2972904 h 2973021"/>
                        <a:gd name="connsiteX3-553" fmla="*/ 2295 w 8156794"/>
                        <a:gd name="connsiteY3-554" fmla="*/ 1618086 h 2973021"/>
                        <a:gd name="connsiteX4-555" fmla="*/ 767 w 8156794"/>
                        <a:gd name="connsiteY4-556" fmla="*/ 147145 h 2973021"/>
                        <a:gd name="connsiteX5-557" fmla="*/ 4068271 w 8156794"/>
                        <a:gd name="connsiteY5-558" fmla="*/ 1566042 h 2973021"/>
                        <a:gd name="connsiteX6-559" fmla="*/ 8156794 w 8156794"/>
                        <a:gd name="connsiteY6-560" fmla="*/ 0 h 2973021"/>
                        <a:gd name="connsiteX0-561" fmla="*/ 8156794 w 8156794"/>
                        <a:gd name="connsiteY0-562" fmla="*/ 0 h 2973021"/>
                        <a:gd name="connsiteX1-563" fmla="*/ 8156794 w 8156794"/>
                        <a:gd name="connsiteY1-564" fmla="*/ 1673520 h 2973021"/>
                        <a:gd name="connsiteX2-565" fmla="*/ 4134388 w 8156794"/>
                        <a:gd name="connsiteY2-566" fmla="*/ 2972904 h 2973021"/>
                        <a:gd name="connsiteX3-567" fmla="*/ 2295 w 8156794"/>
                        <a:gd name="connsiteY3-568" fmla="*/ 1618086 h 2973021"/>
                        <a:gd name="connsiteX4-569" fmla="*/ 767 w 8156794"/>
                        <a:gd name="connsiteY4-570" fmla="*/ 147145 h 2973021"/>
                        <a:gd name="connsiteX5-571" fmla="*/ 4068271 w 8156794"/>
                        <a:gd name="connsiteY5-572" fmla="*/ 1566042 h 2973021"/>
                        <a:gd name="connsiteX6-573" fmla="*/ 8156794 w 8156794"/>
                        <a:gd name="connsiteY6-574" fmla="*/ 0 h 2973021"/>
                        <a:gd name="connsiteX0-575" fmla="*/ 8156794 w 8156794"/>
                        <a:gd name="connsiteY0-576" fmla="*/ 0 h 2973141"/>
                        <a:gd name="connsiteX1-577" fmla="*/ 8156794 w 8156794"/>
                        <a:gd name="connsiteY1-578" fmla="*/ 1673520 h 2973141"/>
                        <a:gd name="connsiteX2-579" fmla="*/ 4134388 w 8156794"/>
                        <a:gd name="connsiteY2-580" fmla="*/ 2972904 h 2973141"/>
                        <a:gd name="connsiteX3-581" fmla="*/ 2295 w 8156794"/>
                        <a:gd name="connsiteY3-582" fmla="*/ 1618086 h 2973141"/>
                        <a:gd name="connsiteX4-583" fmla="*/ 767 w 8156794"/>
                        <a:gd name="connsiteY4-584" fmla="*/ 147145 h 2973141"/>
                        <a:gd name="connsiteX5-585" fmla="*/ 4068271 w 8156794"/>
                        <a:gd name="connsiteY5-586" fmla="*/ 1566042 h 2973141"/>
                        <a:gd name="connsiteX6-587" fmla="*/ 8156794 w 8156794"/>
                        <a:gd name="connsiteY6-588" fmla="*/ 0 h 2973141"/>
                        <a:gd name="connsiteX0-589" fmla="*/ 8156794 w 8156794"/>
                        <a:gd name="connsiteY0-590" fmla="*/ 0 h 3066827"/>
                        <a:gd name="connsiteX1-591" fmla="*/ 8156794 w 8156794"/>
                        <a:gd name="connsiteY1-592" fmla="*/ 1673520 h 3066827"/>
                        <a:gd name="connsiteX2-593" fmla="*/ 4123353 w 8156794"/>
                        <a:gd name="connsiteY2-594" fmla="*/ 3066650 h 3066827"/>
                        <a:gd name="connsiteX3-595" fmla="*/ 2295 w 8156794"/>
                        <a:gd name="connsiteY3-596" fmla="*/ 1618086 h 3066827"/>
                        <a:gd name="connsiteX4-597" fmla="*/ 767 w 8156794"/>
                        <a:gd name="connsiteY4-598" fmla="*/ 147145 h 3066827"/>
                        <a:gd name="connsiteX5-599" fmla="*/ 4068271 w 8156794"/>
                        <a:gd name="connsiteY5-600" fmla="*/ 1566042 h 3066827"/>
                        <a:gd name="connsiteX6-601" fmla="*/ 8156794 w 8156794"/>
                        <a:gd name="connsiteY6-602" fmla="*/ 0 h 3066827"/>
                        <a:gd name="connsiteX0-603" fmla="*/ 8123689 w 8156794"/>
                        <a:gd name="connsiteY0-604" fmla="*/ 0 h 2999866"/>
                        <a:gd name="connsiteX1-605" fmla="*/ 8156794 w 8156794"/>
                        <a:gd name="connsiteY1-606" fmla="*/ 1606559 h 2999866"/>
                        <a:gd name="connsiteX2-607" fmla="*/ 4123353 w 8156794"/>
                        <a:gd name="connsiteY2-608" fmla="*/ 2999689 h 2999866"/>
                        <a:gd name="connsiteX3-609" fmla="*/ 2295 w 8156794"/>
                        <a:gd name="connsiteY3-610" fmla="*/ 1551125 h 2999866"/>
                        <a:gd name="connsiteX4-611" fmla="*/ 767 w 8156794"/>
                        <a:gd name="connsiteY4-612" fmla="*/ 80184 h 2999866"/>
                        <a:gd name="connsiteX5-613" fmla="*/ 4068271 w 8156794"/>
                        <a:gd name="connsiteY5-614" fmla="*/ 1499081 h 2999866"/>
                        <a:gd name="connsiteX6-615" fmla="*/ 8123689 w 8156794"/>
                        <a:gd name="connsiteY6-616" fmla="*/ 0 h 2999866"/>
                        <a:gd name="connsiteX0-617" fmla="*/ 8167828 w 8167828"/>
                        <a:gd name="connsiteY0-618" fmla="*/ 0 h 3026651"/>
                        <a:gd name="connsiteX1-619" fmla="*/ 8156794 w 8167828"/>
                        <a:gd name="connsiteY1-620" fmla="*/ 1633344 h 3026651"/>
                        <a:gd name="connsiteX2-621" fmla="*/ 4123353 w 8167828"/>
                        <a:gd name="connsiteY2-622" fmla="*/ 3026474 h 3026651"/>
                        <a:gd name="connsiteX3-623" fmla="*/ 2295 w 8167828"/>
                        <a:gd name="connsiteY3-624" fmla="*/ 1577910 h 3026651"/>
                        <a:gd name="connsiteX4-625" fmla="*/ 767 w 8167828"/>
                        <a:gd name="connsiteY4-626" fmla="*/ 106969 h 3026651"/>
                        <a:gd name="connsiteX5-627" fmla="*/ 4068271 w 8167828"/>
                        <a:gd name="connsiteY5-628" fmla="*/ 1525866 h 3026651"/>
                        <a:gd name="connsiteX6-629" fmla="*/ 8167828 w 8167828"/>
                        <a:gd name="connsiteY6-630" fmla="*/ 0 h 3026651"/>
                        <a:gd name="connsiteX0-631" fmla="*/ 8167828 w 8167828"/>
                        <a:gd name="connsiteY0-632" fmla="*/ 0 h 3027228"/>
                        <a:gd name="connsiteX1-633" fmla="*/ 8145760 w 8167828"/>
                        <a:gd name="connsiteY1-634" fmla="*/ 1686913 h 3027228"/>
                        <a:gd name="connsiteX2-635" fmla="*/ 4123353 w 8167828"/>
                        <a:gd name="connsiteY2-636" fmla="*/ 3026474 h 3027228"/>
                        <a:gd name="connsiteX3-637" fmla="*/ 2295 w 8167828"/>
                        <a:gd name="connsiteY3-638" fmla="*/ 1577910 h 3027228"/>
                        <a:gd name="connsiteX4-639" fmla="*/ 767 w 8167828"/>
                        <a:gd name="connsiteY4-640" fmla="*/ 106969 h 3027228"/>
                        <a:gd name="connsiteX5-641" fmla="*/ 4068271 w 8167828"/>
                        <a:gd name="connsiteY5-642" fmla="*/ 1525866 h 3027228"/>
                        <a:gd name="connsiteX6-643" fmla="*/ 8167828 w 8167828"/>
                        <a:gd name="connsiteY6-644" fmla="*/ 0 h 3027228"/>
                        <a:gd name="connsiteX0-645" fmla="*/ 8156794 w 8156794"/>
                        <a:gd name="connsiteY0-646" fmla="*/ 0 h 2933483"/>
                        <a:gd name="connsiteX1-647" fmla="*/ 8145760 w 8156794"/>
                        <a:gd name="connsiteY1-648" fmla="*/ 1593168 h 2933483"/>
                        <a:gd name="connsiteX2-649" fmla="*/ 4123353 w 8156794"/>
                        <a:gd name="connsiteY2-650" fmla="*/ 2932729 h 2933483"/>
                        <a:gd name="connsiteX3-651" fmla="*/ 2295 w 8156794"/>
                        <a:gd name="connsiteY3-652" fmla="*/ 1484165 h 2933483"/>
                        <a:gd name="connsiteX4-653" fmla="*/ 767 w 8156794"/>
                        <a:gd name="connsiteY4-654" fmla="*/ 13224 h 2933483"/>
                        <a:gd name="connsiteX5-655" fmla="*/ 4068271 w 8156794"/>
                        <a:gd name="connsiteY5-656" fmla="*/ 1432121 h 2933483"/>
                        <a:gd name="connsiteX6-657" fmla="*/ 8156794 w 8156794"/>
                        <a:gd name="connsiteY6-658" fmla="*/ 0 h 2933483"/>
                        <a:gd name="connsiteX0-659" fmla="*/ 8156794 w 8156794"/>
                        <a:gd name="connsiteY0-660" fmla="*/ 0 h 2933483"/>
                        <a:gd name="connsiteX1-661" fmla="*/ 8145760 w 8156794"/>
                        <a:gd name="connsiteY1-662" fmla="*/ 1593168 h 2933483"/>
                        <a:gd name="connsiteX2-663" fmla="*/ 4123353 w 8156794"/>
                        <a:gd name="connsiteY2-664" fmla="*/ 2932729 h 2933483"/>
                        <a:gd name="connsiteX3-665" fmla="*/ 2295 w 8156794"/>
                        <a:gd name="connsiteY3-666" fmla="*/ 1484165 h 2933483"/>
                        <a:gd name="connsiteX4-667" fmla="*/ 767 w 8156794"/>
                        <a:gd name="connsiteY4-668" fmla="*/ 13224 h 2933483"/>
                        <a:gd name="connsiteX5-669" fmla="*/ 4068271 w 8156794"/>
                        <a:gd name="connsiteY5-670" fmla="*/ 1432121 h 2933483"/>
                        <a:gd name="connsiteX6-671" fmla="*/ 8156794 w 8156794"/>
                        <a:gd name="connsiteY6-672" fmla="*/ 0 h 2933483"/>
                        <a:gd name="connsiteX0-673" fmla="*/ 8123689 w 8145760"/>
                        <a:gd name="connsiteY0-674" fmla="*/ 13560 h 2920259"/>
                        <a:gd name="connsiteX1-675" fmla="*/ 8145760 w 8145760"/>
                        <a:gd name="connsiteY1-676" fmla="*/ 1579944 h 2920259"/>
                        <a:gd name="connsiteX2-677" fmla="*/ 4123353 w 8145760"/>
                        <a:gd name="connsiteY2-678" fmla="*/ 2919505 h 2920259"/>
                        <a:gd name="connsiteX3-679" fmla="*/ 2295 w 8145760"/>
                        <a:gd name="connsiteY3-680" fmla="*/ 1470941 h 2920259"/>
                        <a:gd name="connsiteX4-681" fmla="*/ 767 w 8145760"/>
                        <a:gd name="connsiteY4-682" fmla="*/ 0 h 2920259"/>
                        <a:gd name="connsiteX5-683" fmla="*/ 4068271 w 8145760"/>
                        <a:gd name="connsiteY5-684" fmla="*/ 1418897 h 2920259"/>
                        <a:gd name="connsiteX6-685" fmla="*/ 8123689 w 8145760"/>
                        <a:gd name="connsiteY6-686" fmla="*/ 13560 h 2920259"/>
                        <a:gd name="connsiteX0-687" fmla="*/ 8178863 w 8178863"/>
                        <a:gd name="connsiteY0-688" fmla="*/ 26952 h 2920259"/>
                        <a:gd name="connsiteX1-689" fmla="*/ 8145760 w 8178863"/>
                        <a:gd name="connsiteY1-690" fmla="*/ 1579944 h 2920259"/>
                        <a:gd name="connsiteX2-691" fmla="*/ 4123353 w 8178863"/>
                        <a:gd name="connsiteY2-692" fmla="*/ 2919505 h 2920259"/>
                        <a:gd name="connsiteX3-693" fmla="*/ 2295 w 8178863"/>
                        <a:gd name="connsiteY3-694" fmla="*/ 1470941 h 2920259"/>
                        <a:gd name="connsiteX4-695" fmla="*/ 767 w 8178863"/>
                        <a:gd name="connsiteY4-696" fmla="*/ 0 h 2920259"/>
                        <a:gd name="connsiteX5-697" fmla="*/ 4068271 w 8178863"/>
                        <a:gd name="connsiteY5-698" fmla="*/ 1418897 h 2920259"/>
                        <a:gd name="connsiteX6-699" fmla="*/ 8178863 w 8178863"/>
                        <a:gd name="connsiteY6-700" fmla="*/ 26952 h 2920259"/>
                        <a:gd name="connsiteX0-701" fmla="*/ 8167827 w 8167827"/>
                        <a:gd name="connsiteY0-702" fmla="*/ 40343 h 2920259"/>
                        <a:gd name="connsiteX1-703" fmla="*/ 8145760 w 8167827"/>
                        <a:gd name="connsiteY1-704" fmla="*/ 1579944 h 2920259"/>
                        <a:gd name="connsiteX2-705" fmla="*/ 4123353 w 8167827"/>
                        <a:gd name="connsiteY2-706" fmla="*/ 2919505 h 2920259"/>
                        <a:gd name="connsiteX3-707" fmla="*/ 2295 w 8167827"/>
                        <a:gd name="connsiteY3-708" fmla="*/ 1470941 h 2920259"/>
                        <a:gd name="connsiteX4-709" fmla="*/ 767 w 8167827"/>
                        <a:gd name="connsiteY4-710" fmla="*/ 0 h 2920259"/>
                        <a:gd name="connsiteX5-711" fmla="*/ 4068271 w 8167827"/>
                        <a:gd name="connsiteY5-712" fmla="*/ 1418897 h 2920259"/>
                        <a:gd name="connsiteX6-713" fmla="*/ 8167827 w 8167827"/>
                        <a:gd name="connsiteY6-714" fmla="*/ 40343 h 2920259"/>
                        <a:gd name="connsiteX0-715" fmla="*/ 8123687 w 8145760"/>
                        <a:gd name="connsiteY0-716" fmla="*/ 53735 h 2920259"/>
                        <a:gd name="connsiteX1-717" fmla="*/ 8145760 w 8145760"/>
                        <a:gd name="connsiteY1-718" fmla="*/ 1579944 h 2920259"/>
                        <a:gd name="connsiteX2-719" fmla="*/ 4123353 w 8145760"/>
                        <a:gd name="connsiteY2-720" fmla="*/ 2919505 h 2920259"/>
                        <a:gd name="connsiteX3-721" fmla="*/ 2295 w 8145760"/>
                        <a:gd name="connsiteY3-722" fmla="*/ 1470941 h 2920259"/>
                        <a:gd name="connsiteX4-723" fmla="*/ 767 w 8145760"/>
                        <a:gd name="connsiteY4-724" fmla="*/ 0 h 2920259"/>
                        <a:gd name="connsiteX5-725" fmla="*/ 4068271 w 8145760"/>
                        <a:gd name="connsiteY5-726" fmla="*/ 1418897 h 2920259"/>
                        <a:gd name="connsiteX6-727" fmla="*/ 8123687 w 8145760"/>
                        <a:gd name="connsiteY6-728" fmla="*/ 53735 h 2920259"/>
                        <a:gd name="connsiteX0-729" fmla="*/ 8161918 w 8161918"/>
                        <a:gd name="connsiteY0-730" fmla="*/ 0 h 2943855"/>
                        <a:gd name="connsiteX1-731" fmla="*/ 8145760 w 8161918"/>
                        <a:gd name="connsiteY1-732" fmla="*/ 1603540 h 2943855"/>
                        <a:gd name="connsiteX2-733" fmla="*/ 4123353 w 8161918"/>
                        <a:gd name="connsiteY2-734" fmla="*/ 2943101 h 2943855"/>
                        <a:gd name="connsiteX3-735" fmla="*/ 2295 w 8161918"/>
                        <a:gd name="connsiteY3-736" fmla="*/ 1494537 h 2943855"/>
                        <a:gd name="connsiteX4-737" fmla="*/ 767 w 8161918"/>
                        <a:gd name="connsiteY4-738" fmla="*/ 23596 h 2943855"/>
                        <a:gd name="connsiteX5-739" fmla="*/ 4068271 w 8161918"/>
                        <a:gd name="connsiteY5-740" fmla="*/ 1442493 h 2943855"/>
                        <a:gd name="connsiteX6-741" fmla="*/ 8161918 w 8161918"/>
                        <a:gd name="connsiteY6-742" fmla="*/ 0 h 2943855"/>
                        <a:gd name="connsiteX0-743" fmla="*/ 8144926 w 8145760"/>
                        <a:gd name="connsiteY0-744" fmla="*/ 43424 h 2920259"/>
                        <a:gd name="connsiteX1-745" fmla="*/ 8145760 w 8145760"/>
                        <a:gd name="connsiteY1-746" fmla="*/ 1579944 h 2920259"/>
                        <a:gd name="connsiteX2-747" fmla="*/ 4123353 w 8145760"/>
                        <a:gd name="connsiteY2-748" fmla="*/ 2919505 h 2920259"/>
                        <a:gd name="connsiteX3-749" fmla="*/ 2295 w 8145760"/>
                        <a:gd name="connsiteY3-750" fmla="*/ 1470941 h 2920259"/>
                        <a:gd name="connsiteX4-751" fmla="*/ 767 w 8145760"/>
                        <a:gd name="connsiteY4-752" fmla="*/ 0 h 2920259"/>
                        <a:gd name="connsiteX5-753" fmla="*/ 4068271 w 8145760"/>
                        <a:gd name="connsiteY5-754" fmla="*/ 1418897 h 2920259"/>
                        <a:gd name="connsiteX6-755" fmla="*/ 8144926 w 8145760"/>
                        <a:gd name="connsiteY6-756" fmla="*/ 43424 h 2920259"/>
                        <a:gd name="connsiteX0-757" fmla="*/ 8161918 w 8161918"/>
                        <a:gd name="connsiteY0-758" fmla="*/ 0 h 2959321"/>
                        <a:gd name="connsiteX1-759" fmla="*/ 8145760 w 8161918"/>
                        <a:gd name="connsiteY1-760" fmla="*/ 1619006 h 2959321"/>
                        <a:gd name="connsiteX2-761" fmla="*/ 4123353 w 8161918"/>
                        <a:gd name="connsiteY2-762" fmla="*/ 2958567 h 2959321"/>
                        <a:gd name="connsiteX3-763" fmla="*/ 2295 w 8161918"/>
                        <a:gd name="connsiteY3-764" fmla="*/ 1510003 h 2959321"/>
                        <a:gd name="connsiteX4-765" fmla="*/ 767 w 8161918"/>
                        <a:gd name="connsiteY4-766" fmla="*/ 39062 h 2959321"/>
                        <a:gd name="connsiteX5-767" fmla="*/ 4068271 w 8161918"/>
                        <a:gd name="connsiteY5-768" fmla="*/ 1457959 h 2959321"/>
                        <a:gd name="connsiteX6-769" fmla="*/ 8161918 w 8161918"/>
                        <a:gd name="connsiteY6-770" fmla="*/ 0 h 2959321"/>
                        <a:gd name="connsiteX0-771" fmla="*/ 8161918 w 8162752"/>
                        <a:gd name="connsiteY0-772" fmla="*/ 0 h 2959488"/>
                        <a:gd name="connsiteX1-773" fmla="*/ 8162752 w 8162752"/>
                        <a:gd name="connsiteY1-774" fmla="*/ 1629317 h 2959488"/>
                        <a:gd name="connsiteX2-775" fmla="*/ 4123353 w 8162752"/>
                        <a:gd name="connsiteY2-776" fmla="*/ 2958567 h 2959488"/>
                        <a:gd name="connsiteX3-777" fmla="*/ 2295 w 8162752"/>
                        <a:gd name="connsiteY3-778" fmla="*/ 1510003 h 2959488"/>
                        <a:gd name="connsiteX4-779" fmla="*/ 767 w 8162752"/>
                        <a:gd name="connsiteY4-780" fmla="*/ 39062 h 2959488"/>
                        <a:gd name="connsiteX5-781" fmla="*/ 4068271 w 8162752"/>
                        <a:gd name="connsiteY5-782" fmla="*/ 1457959 h 2959488"/>
                        <a:gd name="connsiteX6-783" fmla="*/ 8161918 w 8162752"/>
                        <a:gd name="connsiteY6-784" fmla="*/ 0 h 2959488"/>
                        <a:gd name="connsiteX0-785" fmla="*/ 8165930 w 8166764"/>
                        <a:gd name="connsiteY0-786" fmla="*/ 7337 h 2966825"/>
                        <a:gd name="connsiteX1-787" fmla="*/ 8166764 w 8166764"/>
                        <a:gd name="connsiteY1-788" fmla="*/ 1636654 h 2966825"/>
                        <a:gd name="connsiteX2-789" fmla="*/ 4127365 w 8166764"/>
                        <a:gd name="connsiteY2-790" fmla="*/ 2965904 h 2966825"/>
                        <a:gd name="connsiteX3-791" fmla="*/ 6307 w 8166764"/>
                        <a:gd name="connsiteY3-792" fmla="*/ 1517340 h 2966825"/>
                        <a:gd name="connsiteX4-793" fmla="*/ 532 w 8166764"/>
                        <a:gd name="connsiteY4-794" fmla="*/ 0 h 2966825"/>
                        <a:gd name="connsiteX5-795" fmla="*/ 4072283 w 8166764"/>
                        <a:gd name="connsiteY5-796" fmla="*/ 1465296 h 2966825"/>
                        <a:gd name="connsiteX6-797" fmla="*/ 8165930 w 8166764"/>
                        <a:gd name="connsiteY6-798" fmla="*/ 7337 h 2966825"/>
                        <a:gd name="connsiteX0-799" fmla="*/ 8168119 w 8168953"/>
                        <a:gd name="connsiteY0-800" fmla="*/ 7337 h 2966682"/>
                        <a:gd name="connsiteX1-801" fmla="*/ 8168953 w 8168953"/>
                        <a:gd name="connsiteY1-802" fmla="*/ 1636654 h 2966682"/>
                        <a:gd name="connsiteX2-803" fmla="*/ 4129554 w 8168953"/>
                        <a:gd name="connsiteY2-804" fmla="*/ 2965904 h 2966682"/>
                        <a:gd name="connsiteX3-805" fmla="*/ 0 w 8168953"/>
                        <a:gd name="connsiteY3-806" fmla="*/ 1527651 h 2966682"/>
                        <a:gd name="connsiteX4-807" fmla="*/ 2721 w 8168953"/>
                        <a:gd name="connsiteY4-808" fmla="*/ 0 h 2966682"/>
                        <a:gd name="connsiteX5-809" fmla="*/ 4074472 w 8168953"/>
                        <a:gd name="connsiteY5-810" fmla="*/ 1465296 h 2966682"/>
                        <a:gd name="connsiteX6-811" fmla="*/ 8168119 w 8168953"/>
                        <a:gd name="connsiteY6-812" fmla="*/ 7337 h 2966682"/>
                        <a:gd name="connsiteX0-813" fmla="*/ 8168119 w 8168953"/>
                        <a:gd name="connsiteY0-814" fmla="*/ 7337 h 3100377"/>
                        <a:gd name="connsiteX1-815" fmla="*/ 8168953 w 8168953"/>
                        <a:gd name="connsiteY1-816" fmla="*/ 1636654 h 3100377"/>
                        <a:gd name="connsiteX2-817" fmla="*/ 4118520 w 8168953"/>
                        <a:gd name="connsiteY2-818" fmla="*/ 3099826 h 3100377"/>
                        <a:gd name="connsiteX3-819" fmla="*/ 0 w 8168953"/>
                        <a:gd name="connsiteY3-820" fmla="*/ 1527651 h 3100377"/>
                        <a:gd name="connsiteX4-821" fmla="*/ 2721 w 8168953"/>
                        <a:gd name="connsiteY4-822" fmla="*/ 0 h 3100377"/>
                        <a:gd name="connsiteX5-823" fmla="*/ 4074472 w 8168953"/>
                        <a:gd name="connsiteY5-824" fmla="*/ 1465296 h 3100377"/>
                        <a:gd name="connsiteX6-825" fmla="*/ 8168119 w 8168953"/>
                        <a:gd name="connsiteY6-826" fmla="*/ 7337 h 3100377"/>
                        <a:gd name="connsiteX0-827" fmla="*/ 8168119 w 8168953"/>
                        <a:gd name="connsiteY0-828" fmla="*/ 7337 h 3100429"/>
                        <a:gd name="connsiteX1-829" fmla="*/ 8168953 w 8168953"/>
                        <a:gd name="connsiteY1-830" fmla="*/ 1636654 h 3100429"/>
                        <a:gd name="connsiteX2-831" fmla="*/ 4118520 w 8168953"/>
                        <a:gd name="connsiteY2-832" fmla="*/ 3099826 h 3100429"/>
                        <a:gd name="connsiteX3-833" fmla="*/ 0 w 8168953"/>
                        <a:gd name="connsiteY3-834" fmla="*/ 1527651 h 3100429"/>
                        <a:gd name="connsiteX4-835" fmla="*/ 2721 w 8168953"/>
                        <a:gd name="connsiteY4-836" fmla="*/ 0 h 3100429"/>
                        <a:gd name="connsiteX5-837" fmla="*/ 4074472 w 8168953"/>
                        <a:gd name="connsiteY5-838" fmla="*/ 1465296 h 3100429"/>
                        <a:gd name="connsiteX6-839" fmla="*/ 8168119 w 8168953"/>
                        <a:gd name="connsiteY6-840" fmla="*/ 7337 h 3100429"/>
                        <a:gd name="connsiteX0-841" fmla="*/ 8165849 w 8166683"/>
                        <a:gd name="connsiteY0-842" fmla="*/ 7337 h 3099826"/>
                        <a:gd name="connsiteX1-843" fmla="*/ 8166683 w 8166683"/>
                        <a:gd name="connsiteY1-844" fmla="*/ 1636654 h 3099826"/>
                        <a:gd name="connsiteX2-845" fmla="*/ 4116250 w 8166683"/>
                        <a:gd name="connsiteY2-846" fmla="*/ 3099826 h 3099826"/>
                        <a:gd name="connsiteX3-847" fmla="*/ 8764 w 8166683"/>
                        <a:gd name="connsiteY3-848" fmla="*/ 1634789 h 3099826"/>
                        <a:gd name="connsiteX4-849" fmla="*/ 451 w 8166683"/>
                        <a:gd name="connsiteY4-850" fmla="*/ 0 h 3099826"/>
                        <a:gd name="connsiteX5-851" fmla="*/ 4072202 w 8166683"/>
                        <a:gd name="connsiteY5-852" fmla="*/ 1465296 h 3099826"/>
                        <a:gd name="connsiteX6-853" fmla="*/ 8165849 w 8166683"/>
                        <a:gd name="connsiteY6-854" fmla="*/ 7337 h 3099826"/>
                        <a:gd name="connsiteX0-855" fmla="*/ 8165849 w 8166683"/>
                        <a:gd name="connsiteY0-856" fmla="*/ 7337 h 3099826"/>
                        <a:gd name="connsiteX1-857" fmla="*/ 8166683 w 8166683"/>
                        <a:gd name="connsiteY1-858" fmla="*/ 1636654 h 3099826"/>
                        <a:gd name="connsiteX2-859" fmla="*/ 4116250 w 8166683"/>
                        <a:gd name="connsiteY2-860" fmla="*/ 3099826 h 3099826"/>
                        <a:gd name="connsiteX3-861" fmla="*/ 8764 w 8166683"/>
                        <a:gd name="connsiteY3-862" fmla="*/ 1634789 h 3099826"/>
                        <a:gd name="connsiteX4-863" fmla="*/ 451 w 8166683"/>
                        <a:gd name="connsiteY4-864" fmla="*/ 0 h 3099826"/>
                        <a:gd name="connsiteX5-865" fmla="*/ 4072202 w 8166683"/>
                        <a:gd name="connsiteY5-866" fmla="*/ 1465296 h 3099826"/>
                        <a:gd name="connsiteX6-867" fmla="*/ 8165849 w 8166683"/>
                        <a:gd name="connsiteY6-868" fmla="*/ 7337 h 3099826"/>
                        <a:gd name="connsiteX0-869" fmla="*/ 8165849 w 8166683"/>
                        <a:gd name="connsiteY0-870" fmla="*/ 7337 h 3099826"/>
                        <a:gd name="connsiteX1-871" fmla="*/ 8166683 w 8166683"/>
                        <a:gd name="connsiteY1-872" fmla="*/ 1636654 h 3099826"/>
                        <a:gd name="connsiteX2-873" fmla="*/ 4116250 w 8166683"/>
                        <a:gd name="connsiteY2-874" fmla="*/ 3099826 h 3099826"/>
                        <a:gd name="connsiteX3-875" fmla="*/ 8764 w 8166683"/>
                        <a:gd name="connsiteY3-876" fmla="*/ 1634789 h 3099826"/>
                        <a:gd name="connsiteX4-877" fmla="*/ 451 w 8166683"/>
                        <a:gd name="connsiteY4-878" fmla="*/ 0 h 3099826"/>
                        <a:gd name="connsiteX5-879" fmla="*/ 4061168 w 8166683"/>
                        <a:gd name="connsiteY5-880" fmla="*/ 1438511 h 3099826"/>
                        <a:gd name="connsiteX6-881" fmla="*/ 8165849 w 8166683"/>
                        <a:gd name="connsiteY6-882" fmla="*/ 7337 h 3099826"/>
                        <a:gd name="connsiteX0-883" fmla="*/ 8165849 w 8166683"/>
                        <a:gd name="connsiteY0-884" fmla="*/ 7337 h 3099826"/>
                        <a:gd name="connsiteX1-885" fmla="*/ 8166683 w 8166683"/>
                        <a:gd name="connsiteY1-886" fmla="*/ 1636654 h 3099826"/>
                        <a:gd name="connsiteX2-887" fmla="*/ 4116250 w 8166683"/>
                        <a:gd name="connsiteY2-888" fmla="*/ 3099826 h 3099826"/>
                        <a:gd name="connsiteX3-889" fmla="*/ 8764 w 8166683"/>
                        <a:gd name="connsiteY3-890" fmla="*/ 1634789 h 3099826"/>
                        <a:gd name="connsiteX4-891" fmla="*/ 451 w 8166683"/>
                        <a:gd name="connsiteY4-892" fmla="*/ 0 h 3099826"/>
                        <a:gd name="connsiteX5-893" fmla="*/ 4061168 w 8166683"/>
                        <a:gd name="connsiteY5-894" fmla="*/ 1438511 h 3099826"/>
                        <a:gd name="connsiteX6-895" fmla="*/ 8165849 w 8166683"/>
                        <a:gd name="connsiteY6-896" fmla="*/ 7337 h 309982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</a:cxnLst>
                      <a:rect l="l" t="t" r="r" b="b"/>
                      <a:pathLst>
                        <a:path w="8166683" h="3099826">
                          <a:moveTo>
                            <a:pt x="8165849" y="7337"/>
                          </a:moveTo>
                          <a:lnTo>
                            <a:pt x="8166683" y="1636654"/>
                          </a:lnTo>
                          <a:cubicBezTo>
                            <a:pt x="7917761" y="2728489"/>
                            <a:pt x="5475903" y="3100137"/>
                            <a:pt x="4116250" y="3099826"/>
                          </a:cubicBezTo>
                          <a:cubicBezTo>
                            <a:pt x="2756597" y="3099515"/>
                            <a:pt x="245424" y="2744647"/>
                            <a:pt x="8764" y="1634789"/>
                          </a:cubicBezTo>
                          <a:cubicBezTo>
                            <a:pt x="11928" y="1215900"/>
                            <a:pt x="-2713" y="418889"/>
                            <a:pt x="451" y="0"/>
                          </a:cubicBezTo>
                          <a:cubicBezTo>
                            <a:pt x="385485" y="953840"/>
                            <a:pt x="2700268" y="1437288"/>
                            <a:pt x="4061168" y="1438511"/>
                          </a:cubicBezTo>
                          <a:cubicBezTo>
                            <a:pt x="5422068" y="1439734"/>
                            <a:pt x="7793228" y="1089449"/>
                            <a:pt x="8165849" y="7337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     </a:t>
                      </a: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77" name="Oval 376"/>
                    <p:cNvSpPr/>
                    <p:nvPr/>
                  </p:nvSpPr>
                  <p:spPr>
                    <a:xfrm>
                      <a:off x="7494729" y="2774731"/>
                      <a:ext cx="1480163" cy="579140"/>
                    </a:xfrm>
                    <a:prstGeom prst="ellipse">
                      <a:avLst/>
                    </a:pr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</a:t>
                      </a: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grpSp>
                  <p:nvGrpSpPr>
                    <p:cNvPr id="378" name="Group 377"/>
                    <p:cNvGrpSpPr/>
                    <p:nvPr/>
                  </p:nvGrpSpPr>
                  <p:grpSpPr>
                    <a:xfrm>
                      <a:off x="7713663" y="2848339"/>
                      <a:ext cx="1042107" cy="425543"/>
                      <a:chOff x="7786941" y="2884917"/>
                      <a:chExt cx="897649" cy="353919"/>
                    </a:xfrm>
                  </p:grpSpPr>
                  <p:sp>
                    <p:nvSpPr>
                      <p:cNvPr id="379" name="Freeform 378"/>
                      <p:cNvSpPr/>
                      <p:nvPr/>
                    </p:nvSpPr>
                    <p:spPr>
                      <a:xfrm>
                        <a:off x="7811770" y="28849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-1" fmla="*/ 3725333 w 4641485"/>
                          <a:gd name="connsiteY0-2" fmla="*/ 0 h 1049866"/>
                          <a:gd name="connsiteX1-3" fmla="*/ 4641485 w 4641485"/>
                          <a:gd name="connsiteY1-4" fmla="*/ 239402 h 1049866"/>
                          <a:gd name="connsiteX2-5" fmla="*/ 3962400 w 4641485"/>
                          <a:gd name="connsiteY2-6" fmla="*/ 541866 h 1049866"/>
                          <a:gd name="connsiteX3-7" fmla="*/ 3742267 w 4641485"/>
                          <a:gd name="connsiteY3-8" fmla="*/ 457200 h 1049866"/>
                          <a:gd name="connsiteX4-9" fmla="*/ 2269067 w 4641485"/>
                          <a:gd name="connsiteY4-10" fmla="*/ 1049866 h 1049866"/>
                          <a:gd name="connsiteX5-11" fmla="*/ 880533 w 4641485"/>
                          <a:gd name="connsiteY5-12" fmla="*/ 457200 h 1049866"/>
                          <a:gd name="connsiteX6-13" fmla="*/ 592667 w 4641485"/>
                          <a:gd name="connsiteY6-14" fmla="*/ 541866 h 1049866"/>
                          <a:gd name="connsiteX7-15" fmla="*/ 0 w 4641485"/>
                          <a:gd name="connsiteY7-16" fmla="*/ 254000 h 1049866"/>
                          <a:gd name="connsiteX8-17" fmla="*/ 880533 w 4641485"/>
                          <a:gd name="connsiteY8-18" fmla="*/ 16933 h 1049866"/>
                          <a:gd name="connsiteX9-19" fmla="*/ 2302933 w 4641485"/>
                          <a:gd name="connsiteY9-20" fmla="*/ 626533 h 1049866"/>
                          <a:gd name="connsiteX10-21" fmla="*/ 3725333 w 4641485"/>
                          <a:gd name="connsiteY10-22" fmla="*/ 0 h 1049866"/>
                          <a:gd name="connsiteX0-23" fmla="*/ 3756864 w 4673016"/>
                          <a:gd name="connsiteY0-24" fmla="*/ 0 h 1049866"/>
                          <a:gd name="connsiteX1-25" fmla="*/ 4673016 w 4673016"/>
                          <a:gd name="connsiteY1-26" fmla="*/ 239402 h 1049866"/>
                          <a:gd name="connsiteX2-27" fmla="*/ 3993931 w 4673016"/>
                          <a:gd name="connsiteY2-28" fmla="*/ 541866 h 1049866"/>
                          <a:gd name="connsiteX3-29" fmla="*/ 3773798 w 4673016"/>
                          <a:gd name="connsiteY3-30" fmla="*/ 457200 h 1049866"/>
                          <a:gd name="connsiteX4-31" fmla="*/ 2300598 w 4673016"/>
                          <a:gd name="connsiteY4-32" fmla="*/ 1049866 h 1049866"/>
                          <a:gd name="connsiteX5-33" fmla="*/ 912064 w 4673016"/>
                          <a:gd name="connsiteY5-34" fmla="*/ 457200 h 1049866"/>
                          <a:gd name="connsiteX6-35" fmla="*/ 624198 w 4673016"/>
                          <a:gd name="connsiteY6-36" fmla="*/ 541866 h 1049866"/>
                          <a:gd name="connsiteX7-37" fmla="*/ 0 w 4673016"/>
                          <a:gd name="connsiteY7-38" fmla="*/ 232979 h 1049866"/>
                          <a:gd name="connsiteX8-39" fmla="*/ 912064 w 4673016"/>
                          <a:gd name="connsiteY8-40" fmla="*/ 16933 h 1049866"/>
                          <a:gd name="connsiteX9-41" fmla="*/ 2334464 w 4673016"/>
                          <a:gd name="connsiteY9-42" fmla="*/ 626533 h 1049866"/>
                          <a:gd name="connsiteX10-43" fmla="*/ 3756864 w 4673016"/>
                          <a:gd name="connsiteY10-44" fmla="*/ 0 h 1049866"/>
                          <a:gd name="connsiteX0-45" fmla="*/ 3756864 w 4673016"/>
                          <a:gd name="connsiteY0-46" fmla="*/ 0 h 1049866"/>
                          <a:gd name="connsiteX1-47" fmla="*/ 4673016 w 4673016"/>
                          <a:gd name="connsiteY1-48" fmla="*/ 239402 h 1049866"/>
                          <a:gd name="connsiteX2-49" fmla="*/ 3993931 w 4673016"/>
                          <a:gd name="connsiteY2-50" fmla="*/ 541866 h 1049866"/>
                          <a:gd name="connsiteX3-51" fmla="*/ 3784308 w 4673016"/>
                          <a:gd name="connsiteY3-52" fmla="*/ 404648 h 1049866"/>
                          <a:gd name="connsiteX4-53" fmla="*/ 2300598 w 4673016"/>
                          <a:gd name="connsiteY4-54" fmla="*/ 1049866 h 1049866"/>
                          <a:gd name="connsiteX5-55" fmla="*/ 912064 w 4673016"/>
                          <a:gd name="connsiteY5-56" fmla="*/ 457200 h 1049866"/>
                          <a:gd name="connsiteX6-57" fmla="*/ 624198 w 4673016"/>
                          <a:gd name="connsiteY6-58" fmla="*/ 541866 h 1049866"/>
                          <a:gd name="connsiteX7-59" fmla="*/ 0 w 4673016"/>
                          <a:gd name="connsiteY7-60" fmla="*/ 232979 h 1049866"/>
                          <a:gd name="connsiteX8-61" fmla="*/ 912064 w 4673016"/>
                          <a:gd name="connsiteY8-62" fmla="*/ 16933 h 1049866"/>
                          <a:gd name="connsiteX9-63" fmla="*/ 2334464 w 4673016"/>
                          <a:gd name="connsiteY9-64" fmla="*/ 626533 h 1049866"/>
                          <a:gd name="connsiteX10-65" fmla="*/ 3756864 w 4673016"/>
                          <a:gd name="connsiteY10-66" fmla="*/ 0 h 1049866"/>
                          <a:gd name="connsiteX0-67" fmla="*/ 3756864 w 4673016"/>
                          <a:gd name="connsiteY0-68" fmla="*/ 0 h 1049866"/>
                          <a:gd name="connsiteX1-69" fmla="*/ 4673016 w 4673016"/>
                          <a:gd name="connsiteY1-70" fmla="*/ 239402 h 1049866"/>
                          <a:gd name="connsiteX2-71" fmla="*/ 3993931 w 4673016"/>
                          <a:gd name="connsiteY2-72" fmla="*/ 541866 h 1049866"/>
                          <a:gd name="connsiteX3-73" fmla="*/ 3794818 w 4673016"/>
                          <a:gd name="connsiteY3-74" fmla="*/ 436179 h 1049866"/>
                          <a:gd name="connsiteX4-75" fmla="*/ 2300598 w 4673016"/>
                          <a:gd name="connsiteY4-76" fmla="*/ 1049866 h 1049866"/>
                          <a:gd name="connsiteX5-77" fmla="*/ 912064 w 4673016"/>
                          <a:gd name="connsiteY5-78" fmla="*/ 457200 h 1049866"/>
                          <a:gd name="connsiteX6-79" fmla="*/ 624198 w 4673016"/>
                          <a:gd name="connsiteY6-80" fmla="*/ 541866 h 1049866"/>
                          <a:gd name="connsiteX7-81" fmla="*/ 0 w 4673016"/>
                          <a:gd name="connsiteY7-82" fmla="*/ 232979 h 1049866"/>
                          <a:gd name="connsiteX8-83" fmla="*/ 912064 w 4673016"/>
                          <a:gd name="connsiteY8-84" fmla="*/ 16933 h 1049866"/>
                          <a:gd name="connsiteX9-85" fmla="*/ 2334464 w 4673016"/>
                          <a:gd name="connsiteY9-86" fmla="*/ 626533 h 1049866"/>
                          <a:gd name="connsiteX10-87" fmla="*/ 3756864 w 4673016"/>
                          <a:gd name="connsiteY10-88" fmla="*/ 0 h 1049866"/>
                          <a:gd name="connsiteX0-89" fmla="*/ 3756864 w 4673016"/>
                          <a:gd name="connsiteY0-90" fmla="*/ 0 h 1049866"/>
                          <a:gd name="connsiteX1-91" fmla="*/ 4673016 w 4673016"/>
                          <a:gd name="connsiteY1-92" fmla="*/ 239402 h 1049866"/>
                          <a:gd name="connsiteX2-93" fmla="*/ 3993931 w 4673016"/>
                          <a:gd name="connsiteY2-94" fmla="*/ 541866 h 1049866"/>
                          <a:gd name="connsiteX3-95" fmla="*/ 3794818 w 4673016"/>
                          <a:gd name="connsiteY3-96" fmla="*/ 436179 h 1049866"/>
                          <a:gd name="connsiteX4-97" fmla="*/ 2300598 w 4673016"/>
                          <a:gd name="connsiteY4-98" fmla="*/ 1049866 h 1049866"/>
                          <a:gd name="connsiteX5-99" fmla="*/ 912064 w 4673016"/>
                          <a:gd name="connsiteY5-100" fmla="*/ 457200 h 1049866"/>
                          <a:gd name="connsiteX6-101" fmla="*/ 624198 w 4673016"/>
                          <a:gd name="connsiteY6-102" fmla="*/ 541866 h 1049866"/>
                          <a:gd name="connsiteX7-103" fmla="*/ 0 w 4673016"/>
                          <a:gd name="connsiteY7-104" fmla="*/ 232979 h 1049866"/>
                          <a:gd name="connsiteX8-105" fmla="*/ 912064 w 4673016"/>
                          <a:gd name="connsiteY8-106" fmla="*/ 16933 h 1049866"/>
                          <a:gd name="connsiteX9-107" fmla="*/ 2323954 w 4673016"/>
                          <a:gd name="connsiteY9-108" fmla="*/ 616023 h 1049866"/>
                          <a:gd name="connsiteX10-109" fmla="*/ 3756864 w 4673016"/>
                          <a:gd name="connsiteY10-110" fmla="*/ 0 h 1049866"/>
                          <a:gd name="connsiteX0-111" fmla="*/ 3756864 w 4673016"/>
                          <a:gd name="connsiteY0-112" fmla="*/ 0 h 1049866"/>
                          <a:gd name="connsiteX1-113" fmla="*/ 4673016 w 4673016"/>
                          <a:gd name="connsiteY1-114" fmla="*/ 239402 h 1049866"/>
                          <a:gd name="connsiteX2-115" fmla="*/ 3993931 w 4673016"/>
                          <a:gd name="connsiteY2-116" fmla="*/ 541866 h 1049866"/>
                          <a:gd name="connsiteX3-117" fmla="*/ 3794818 w 4673016"/>
                          <a:gd name="connsiteY3-118" fmla="*/ 436179 h 1049866"/>
                          <a:gd name="connsiteX4-119" fmla="*/ 2300598 w 4673016"/>
                          <a:gd name="connsiteY4-120" fmla="*/ 1049866 h 1049866"/>
                          <a:gd name="connsiteX5-121" fmla="*/ 912064 w 4673016"/>
                          <a:gd name="connsiteY5-122" fmla="*/ 457200 h 1049866"/>
                          <a:gd name="connsiteX6-123" fmla="*/ 624198 w 4673016"/>
                          <a:gd name="connsiteY6-124" fmla="*/ 541866 h 1049866"/>
                          <a:gd name="connsiteX7-125" fmla="*/ 0 w 4673016"/>
                          <a:gd name="connsiteY7-126" fmla="*/ 275021 h 1049866"/>
                          <a:gd name="connsiteX8-127" fmla="*/ 912064 w 4673016"/>
                          <a:gd name="connsiteY8-128" fmla="*/ 16933 h 1049866"/>
                          <a:gd name="connsiteX9-129" fmla="*/ 2323954 w 4673016"/>
                          <a:gd name="connsiteY9-130" fmla="*/ 616023 h 1049866"/>
                          <a:gd name="connsiteX10-131" fmla="*/ 3756864 w 4673016"/>
                          <a:gd name="connsiteY10-132" fmla="*/ 0 h 1049866"/>
                          <a:gd name="connsiteX0-133" fmla="*/ 3756864 w 4673016"/>
                          <a:gd name="connsiteY0-134" fmla="*/ 0 h 1049866"/>
                          <a:gd name="connsiteX1-135" fmla="*/ 4673016 w 4673016"/>
                          <a:gd name="connsiteY1-136" fmla="*/ 239402 h 1049866"/>
                          <a:gd name="connsiteX2-137" fmla="*/ 3993931 w 4673016"/>
                          <a:gd name="connsiteY2-138" fmla="*/ 541866 h 1049866"/>
                          <a:gd name="connsiteX3-139" fmla="*/ 3815839 w 4673016"/>
                          <a:gd name="connsiteY3-140" fmla="*/ 467710 h 1049866"/>
                          <a:gd name="connsiteX4-141" fmla="*/ 2300598 w 4673016"/>
                          <a:gd name="connsiteY4-142" fmla="*/ 1049866 h 1049866"/>
                          <a:gd name="connsiteX5-143" fmla="*/ 912064 w 4673016"/>
                          <a:gd name="connsiteY5-144" fmla="*/ 457200 h 1049866"/>
                          <a:gd name="connsiteX6-145" fmla="*/ 624198 w 4673016"/>
                          <a:gd name="connsiteY6-146" fmla="*/ 541866 h 1049866"/>
                          <a:gd name="connsiteX7-147" fmla="*/ 0 w 4673016"/>
                          <a:gd name="connsiteY7-148" fmla="*/ 275021 h 1049866"/>
                          <a:gd name="connsiteX8-149" fmla="*/ 912064 w 4673016"/>
                          <a:gd name="connsiteY8-150" fmla="*/ 16933 h 1049866"/>
                          <a:gd name="connsiteX9-151" fmla="*/ 2323954 w 4673016"/>
                          <a:gd name="connsiteY9-152" fmla="*/ 616023 h 1049866"/>
                          <a:gd name="connsiteX10-153" fmla="*/ 3756864 w 4673016"/>
                          <a:gd name="connsiteY10-154" fmla="*/ 0 h 1049866"/>
                        </a:gdLst>
                        <a:ahLst/>
                        <a:cxnLst>
                          <a:cxn ang="0">
                            <a:pos x="connsiteX0-1" y="connsiteY0-2"/>
                          </a:cxn>
                          <a:cxn ang="0">
                            <a:pos x="connsiteX1-3" y="connsiteY1-4"/>
                          </a:cxn>
                          <a:cxn ang="0">
                            <a:pos x="connsiteX2-5" y="connsiteY2-6"/>
                          </a:cxn>
                          <a:cxn ang="0">
                            <a:pos x="connsiteX3-7" y="connsiteY3-8"/>
                          </a:cxn>
                          <a:cxn ang="0">
                            <a:pos x="connsiteX4-9" y="connsiteY4-10"/>
                          </a:cxn>
                          <a:cxn ang="0">
                            <a:pos x="connsiteX5-11" y="connsiteY5-12"/>
                          </a:cxn>
                          <a:cxn ang="0">
                            <a:pos x="connsiteX6-13" y="connsiteY6-14"/>
                          </a:cxn>
                          <a:cxn ang="0">
                            <a:pos x="connsiteX7-15" y="connsiteY7-16"/>
                          </a:cxn>
                          <a:cxn ang="0">
                            <a:pos x="connsiteX8-17" y="connsiteY8-18"/>
                          </a:cxn>
                          <a:cxn ang="0">
                            <a:pos x="connsiteX9-19" y="connsiteY9-20"/>
                          </a:cxn>
                          <a:cxn ang="0">
                            <a:pos x="connsiteX10-21" y="connsiteY10-22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80" name="Freeform 379"/>
                      <p:cNvSpPr/>
                      <p:nvPr/>
                    </p:nvSpPr>
                    <p:spPr>
                      <a:xfrm>
                        <a:off x="8367548" y="30543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81" name="Freeform 380"/>
                      <p:cNvSpPr/>
                      <p:nvPr/>
                    </p:nvSpPr>
                    <p:spPr>
                      <a:xfrm>
                        <a:off x="7786941" y="30543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82" name="Freeform 381"/>
                      <p:cNvSpPr/>
                      <p:nvPr/>
                    </p:nvSpPr>
                    <p:spPr>
                      <a:xfrm>
                        <a:off x="7895013" y="29710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-1" fmla="*/ 168165 w 3731172"/>
                          <a:gd name="connsiteY0-2" fmla="*/ 73572 h 1418896"/>
                          <a:gd name="connsiteX1-3" fmla="*/ 451945 w 3731172"/>
                          <a:gd name="connsiteY1-4" fmla="*/ 0 h 1418896"/>
                          <a:gd name="connsiteX2-5" fmla="*/ 1881352 w 3731172"/>
                          <a:gd name="connsiteY2-6" fmla="*/ 599089 h 1418896"/>
                          <a:gd name="connsiteX3-7" fmla="*/ 3363310 w 3731172"/>
                          <a:gd name="connsiteY3-8" fmla="*/ 0 h 1418896"/>
                          <a:gd name="connsiteX4-9" fmla="*/ 3584027 w 3731172"/>
                          <a:gd name="connsiteY4-10" fmla="*/ 73572 h 1418896"/>
                          <a:gd name="connsiteX5-11" fmla="*/ 2627586 w 3731172"/>
                          <a:gd name="connsiteY5-12" fmla="*/ 441434 h 1418896"/>
                          <a:gd name="connsiteX6-13" fmla="*/ 2596055 w 3731172"/>
                          <a:gd name="connsiteY6-14" fmla="*/ 914400 h 1418896"/>
                          <a:gd name="connsiteX7-15" fmla="*/ 3731172 w 3731172"/>
                          <a:gd name="connsiteY7-16" fmla="*/ 1345324 h 1418896"/>
                          <a:gd name="connsiteX8-17" fmla="*/ 3447393 w 3731172"/>
                          <a:gd name="connsiteY8-18" fmla="*/ 1408386 h 1418896"/>
                          <a:gd name="connsiteX9-19" fmla="*/ 1870841 w 3731172"/>
                          <a:gd name="connsiteY9-20" fmla="*/ 746234 h 1418896"/>
                          <a:gd name="connsiteX10-21" fmla="*/ 262758 w 3731172"/>
                          <a:gd name="connsiteY10-22" fmla="*/ 1418896 h 1418896"/>
                          <a:gd name="connsiteX11-23" fmla="*/ 0 w 3731172"/>
                          <a:gd name="connsiteY11-24" fmla="*/ 1324303 h 1418896"/>
                          <a:gd name="connsiteX12-25" fmla="*/ 1145627 w 3731172"/>
                          <a:gd name="connsiteY12-26" fmla="*/ 882869 h 1418896"/>
                          <a:gd name="connsiteX13-27" fmla="*/ 1114096 w 3731172"/>
                          <a:gd name="connsiteY13-28" fmla="*/ 409903 h 1418896"/>
                          <a:gd name="connsiteX14-29" fmla="*/ 441434 w 3731172"/>
                          <a:gd name="connsiteY14-30" fmla="*/ 10510 h 1418896"/>
                          <a:gd name="connsiteX15-31" fmla="*/ 441434 w 3731172"/>
                          <a:gd name="connsiteY15-32" fmla="*/ 10510 h 1418896"/>
                          <a:gd name="connsiteX0-33" fmla="*/ 168165 w 3731172"/>
                          <a:gd name="connsiteY0-34" fmla="*/ 73572 h 1418896"/>
                          <a:gd name="connsiteX1-35" fmla="*/ 451945 w 3731172"/>
                          <a:gd name="connsiteY1-36" fmla="*/ 0 h 1418896"/>
                          <a:gd name="connsiteX2-37" fmla="*/ 1881352 w 3731172"/>
                          <a:gd name="connsiteY2-38" fmla="*/ 599089 h 1418896"/>
                          <a:gd name="connsiteX3-39" fmla="*/ 3363310 w 3731172"/>
                          <a:gd name="connsiteY3-40" fmla="*/ 0 h 1418896"/>
                          <a:gd name="connsiteX4-41" fmla="*/ 3584027 w 3731172"/>
                          <a:gd name="connsiteY4-42" fmla="*/ 73572 h 1418896"/>
                          <a:gd name="connsiteX5-43" fmla="*/ 2627586 w 3731172"/>
                          <a:gd name="connsiteY5-44" fmla="*/ 441434 h 1418896"/>
                          <a:gd name="connsiteX6-45" fmla="*/ 2596055 w 3731172"/>
                          <a:gd name="connsiteY6-46" fmla="*/ 914400 h 1418896"/>
                          <a:gd name="connsiteX7-47" fmla="*/ 3731172 w 3731172"/>
                          <a:gd name="connsiteY7-48" fmla="*/ 1345324 h 1418896"/>
                          <a:gd name="connsiteX8-49" fmla="*/ 3447393 w 3731172"/>
                          <a:gd name="connsiteY8-50" fmla="*/ 1408386 h 1418896"/>
                          <a:gd name="connsiteX9-51" fmla="*/ 1870841 w 3731172"/>
                          <a:gd name="connsiteY9-52" fmla="*/ 746234 h 1418896"/>
                          <a:gd name="connsiteX10-53" fmla="*/ 262758 w 3731172"/>
                          <a:gd name="connsiteY10-54" fmla="*/ 1418896 h 1418896"/>
                          <a:gd name="connsiteX11-55" fmla="*/ 0 w 3731172"/>
                          <a:gd name="connsiteY11-56" fmla="*/ 1324303 h 1418896"/>
                          <a:gd name="connsiteX12-57" fmla="*/ 1145627 w 3731172"/>
                          <a:gd name="connsiteY12-58" fmla="*/ 882869 h 1418896"/>
                          <a:gd name="connsiteX13-59" fmla="*/ 1114096 w 3731172"/>
                          <a:gd name="connsiteY13-60" fmla="*/ 409903 h 1418896"/>
                          <a:gd name="connsiteX14-61" fmla="*/ 441434 w 3731172"/>
                          <a:gd name="connsiteY14-62" fmla="*/ 10510 h 1418896"/>
                          <a:gd name="connsiteX0-63" fmla="*/ 168165 w 3731172"/>
                          <a:gd name="connsiteY0-64" fmla="*/ 73572 h 1418896"/>
                          <a:gd name="connsiteX1-65" fmla="*/ 451945 w 3731172"/>
                          <a:gd name="connsiteY1-66" fmla="*/ 0 h 1418896"/>
                          <a:gd name="connsiteX2-67" fmla="*/ 1881352 w 3731172"/>
                          <a:gd name="connsiteY2-68" fmla="*/ 599089 h 1418896"/>
                          <a:gd name="connsiteX3-69" fmla="*/ 3363310 w 3731172"/>
                          <a:gd name="connsiteY3-70" fmla="*/ 0 h 1418896"/>
                          <a:gd name="connsiteX4-71" fmla="*/ 3584027 w 3731172"/>
                          <a:gd name="connsiteY4-72" fmla="*/ 73572 h 1418896"/>
                          <a:gd name="connsiteX5-73" fmla="*/ 2627586 w 3731172"/>
                          <a:gd name="connsiteY5-74" fmla="*/ 441434 h 1418896"/>
                          <a:gd name="connsiteX6-75" fmla="*/ 2596055 w 3731172"/>
                          <a:gd name="connsiteY6-76" fmla="*/ 914400 h 1418896"/>
                          <a:gd name="connsiteX7-77" fmla="*/ 3731172 w 3731172"/>
                          <a:gd name="connsiteY7-78" fmla="*/ 1345324 h 1418896"/>
                          <a:gd name="connsiteX8-79" fmla="*/ 3447393 w 3731172"/>
                          <a:gd name="connsiteY8-80" fmla="*/ 1408386 h 1418896"/>
                          <a:gd name="connsiteX9-81" fmla="*/ 1870841 w 3731172"/>
                          <a:gd name="connsiteY9-82" fmla="*/ 746234 h 1418896"/>
                          <a:gd name="connsiteX10-83" fmla="*/ 262758 w 3731172"/>
                          <a:gd name="connsiteY10-84" fmla="*/ 1418896 h 1418896"/>
                          <a:gd name="connsiteX11-85" fmla="*/ 0 w 3731172"/>
                          <a:gd name="connsiteY11-86" fmla="*/ 1324303 h 1418896"/>
                          <a:gd name="connsiteX12-87" fmla="*/ 1145627 w 3731172"/>
                          <a:gd name="connsiteY12-88" fmla="*/ 882869 h 1418896"/>
                          <a:gd name="connsiteX13-89" fmla="*/ 1114096 w 3731172"/>
                          <a:gd name="connsiteY13-90" fmla="*/ 409903 h 1418896"/>
                          <a:gd name="connsiteX14-91" fmla="*/ 357351 w 3731172"/>
                          <a:gd name="connsiteY14-92" fmla="*/ 115613 h 1418896"/>
                          <a:gd name="connsiteX0-93" fmla="*/ 168165 w 3731172"/>
                          <a:gd name="connsiteY0-94" fmla="*/ 73572 h 1418896"/>
                          <a:gd name="connsiteX1-95" fmla="*/ 451945 w 3731172"/>
                          <a:gd name="connsiteY1-96" fmla="*/ 0 h 1418896"/>
                          <a:gd name="connsiteX2-97" fmla="*/ 1881352 w 3731172"/>
                          <a:gd name="connsiteY2-98" fmla="*/ 599089 h 1418896"/>
                          <a:gd name="connsiteX3-99" fmla="*/ 3363310 w 3731172"/>
                          <a:gd name="connsiteY3-100" fmla="*/ 0 h 1418896"/>
                          <a:gd name="connsiteX4-101" fmla="*/ 3584027 w 3731172"/>
                          <a:gd name="connsiteY4-102" fmla="*/ 73572 h 1418896"/>
                          <a:gd name="connsiteX5-103" fmla="*/ 2627586 w 3731172"/>
                          <a:gd name="connsiteY5-104" fmla="*/ 441434 h 1418896"/>
                          <a:gd name="connsiteX6-105" fmla="*/ 2596055 w 3731172"/>
                          <a:gd name="connsiteY6-106" fmla="*/ 914400 h 1418896"/>
                          <a:gd name="connsiteX7-107" fmla="*/ 3731172 w 3731172"/>
                          <a:gd name="connsiteY7-108" fmla="*/ 1345324 h 1418896"/>
                          <a:gd name="connsiteX8-109" fmla="*/ 3447393 w 3731172"/>
                          <a:gd name="connsiteY8-110" fmla="*/ 1408386 h 1418896"/>
                          <a:gd name="connsiteX9-111" fmla="*/ 1870841 w 3731172"/>
                          <a:gd name="connsiteY9-112" fmla="*/ 746234 h 1418896"/>
                          <a:gd name="connsiteX10-113" fmla="*/ 262758 w 3731172"/>
                          <a:gd name="connsiteY10-114" fmla="*/ 1418896 h 1418896"/>
                          <a:gd name="connsiteX11-115" fmla="*/ 0 w 3731172"/>
                          <a:gd name="connsiteY11-116" fmla="*/ 1324303 h 1418896"/>
                          <a:gd name="connsiteX12-117" fmla="*/ 1145627 w 3731172"/>
                          <a:gd name="connsiteY12-118" fmla="*/ 882869 h 1418896"/>
                          <a:gd name="connsiteX13-119" fmla="*/ 1114096 w 3731172"/>
                          <a:gd name="connsiteY13-120" fmla="*/ 409903 h 1418896"/>
                          <a:gd name="connsiteX14-121" fmla="*/ 147144 w 3731172"/>
                          <a:gd name="connsiteY14-122" fmla="*/ 63061 h 1418896"/>
                          <a:gd name="connsiteX0-123" fmla="*/ 168165 w 3731172"/>
                          <a:gd name="connsiteY0-124" fmla="*/ 73572 h 1418896"/>
                          <a:gd name="connsiteX1-125" fmla="*/ 451945 w 3731172"/>
                          <a:gd name="connsiteY1-126" fmla="*/ 0 h 1418896"/>
                          <a:gd name="connsiteX2-127" fmla="*/ 1881352 w 3731172"/>
                          <a:gd name="connsiteY2-128" fmla="*/ 599089 h 1418896"/>
                          <a:gd name="connsiteX3-129" fmla="*/ 3363310 w 3731172"/>
                          <a:gd name="connsiteY3-130" fmla="*/ 0 h 1418896"/>
                          <a:gd name="connsiteX4-131" fmla="*/ 3584027 w 3731172"/>
                          <a:gd name="connsiteY4-132" fmla="*/ 73572 h 1418896"/>
                          <a:gd name="connsiteX5-133" fmla="*/ 2627586 w 3731172"/>
                          <a:gd name="connsiteY5-134" fmla="*/ 441434 h 1418896"/>
                          <a:gd name="connsiteX6-135" fmla="*/ 2596055 w 3731172"/>
                          <a:gd name="connsiteY6-136" fmla="*/ 914400 h 1418896"/>
                          <a:gd name="connsiteX7-137" fmla="*/ 3731172 w 3731172"/>
                          <a:gd name="connsiteY7-138" fmla="*/ 1345324 h 1418896"/>
                          <a:gd name="connsiteX8-139" fmla="*/ 3447393 w 3731172"/>
                          <a:gd name="connsiteY8-140" fmla="*/ 1408386 h 1418896"/>
                          <a:gd name="connsiteX9-141" fmla="*/ 1870841 w 3731172"/>
                          <a:gd name="connsiteY9-142" fmla="*/ 746234 h 1418896"/>
                          <a:gd name="connsiteX10-143" fmla="*/ 262758 w 3731172"/>
                          <a:gd name="connsiteY10-144" fmla="*/ 1418896 h 1418896"/>
                          <a:gd name="connsiteX11-145" fmla="*/ 0 w 3731172"/>
                          <a:gd name="connsiteY11-146" fmla="*/ 1324303 h 1418896"/>
                          <a:gd name="connsiteX12-147" fmla="*/ 1145627 w 3731172"/>
                          <a:gd name="connsiteY12-148" fmla="*/ 882869 h 1418896"/>
                          <a:gd name="connsiteX13-149" fmla="*/ 1114096 w 3731172"/>
                          <a:gd name="connsiteY13-150" fmla="*/ 420413 h 1418896"/>
                          <a:gd name="connsiteX14-151" fmla="*/ 147144 w 3731172"/>
                          <a:gd name="connsiteY14-152" fmla="*/ 63061 h 1418896"/>
                          <a:gd name="connsiteX0-153" fmla="*/ 168165 w 3731172"/>
                          <a:gd name="connsiteY0-154" fmla="*/ 73572 h 1418896"/>
                          <a:gd name="connsiteX1-155" fmla="*/ 451945 w 3731172"/>
                          <a:gd name="connsiteY1-156" fmla="*/ 0 h 1418896"/>
                          <a:gd name="connsiteX2-157" fmla="*/ 1881352 w 3731172"/>
                          <a:gd name="connsiteY2-158" fmla="*/ 599089 h 1418896"/>
                          <a:gd name="connsiteX3-159" fmla="*/ 3363310 w 3731172"/>
                          <a:gd name="connsiteY3-160" fmla="*/ 0 h 1418896"/>
                          <a:gd name="connsiteX4-161" fmla="*/ 3584027 w 3731172"/>
                          <a:gd name="connsiteY4-162" fmla="*/ 73572 h 1418896"/>
                          <a:gd name="connsiteX5-163" fmla="*/ 2627586 w 3731172"/>
                          <a:gd name="connsiteY5-164" fmla="*/ 441434 h 1418896"/>
                          <a:gd name="connsiteX6-165" fmla="*/ 2596055 w 3731172"/>
                          <a:gd name="connsiteY6-166" fmla="*/ 914400 h 1418896"/>
                          <a:gd name="connsiteX7-167" fmla="*/ 3731172 w 3731172"/>
                          <a:gd name="connsiteY7-168" fmla="*/ 1345324 h 1418896"/>
                          <a:gd name="connsiteX8-169" fmla="*/ 3447393 w 3731172"/>
                          <a:gd name="connsiteY8-170" fmla="*/ 1408386 h 1418896"/>
                          <a:gd name="connsiteX9-171" fmla="*/ 1870841 w 3731172"/>
                          <a:gd name="connsiteY9-172" fmla="*/ 746234 h 1418896"/>
                          <a:gd name="connsiteX10-173" fmla="*/ 262758 w 3731172"/>
                          <a:gd name="connsiteY10-174" fmla="*/ 1418896 h 1418896"/>
                          <a:gd name="connsiteX11-175" fmla="*/ 0 w 3731172"/>
                          <a:gd name="connsiteY11-176" fmla="*/ 1324303 h 1418896"/>
                          <a:gd name="connsiteX12-177" fmla="*/ 1145627 w 3731172"/>
                          <a:gd name="connsiteY12-178" fmla="*/ 882869 h 1418896"/>
                          <a:gd name="connsiteX13-179" fmla="*/ 1114096 w 3731172"/>
                          <a:gd name="connsiteY13-180" fmla="*/ 420413 h 1418896"/>
                          <a:gd name="connsiteX14-181" fmla="*/ 189185 w 3731172"/>
                          <a:gd name="connsiteY14-182" fmla="*/ 84081 h 1418896"/>
                          <a:gd name="connsiteX0-183" fmla="*/ 168165 w 3731172"/>
                          <a:gd name="connsiteY0-184" fmla="*/ 73572 h 1418896"/>
                          <a:gd name="connsiteX1-185" fmla="*/ 451945 w 3731172"/>
                          <a:gd name="connsiteY1-186" fmla="*/ 0 h 1418896"/>
                          <a:gd name="connsiteX2-187" fmla="*/ 1881352 w 3731172"/>
                          <a:gd name="connsiteY2-188" fmla="*/ 599089 h 1418896"/>
                          <a:gd name="connsiteX3-189" fmla="*/ 3363310 w 3731172"/>
                          <a:gd name="connsiteY3-190" fmla="*/ 0 h 1418896"/>
                          <a:gd name="connsiteX4-191" fmla="*/ 3584027 w 3731172"/>
                          <a:gd name="connsiteY4-192" fmla="*/ 73572 h 1418896"/>
                          <a:gd name="connsiteX5-193" fmla="*/ 2627586 w 3731172"/>
                          <a:gd name="connsiteY5-194" fmla="*/ 441434 h 1418896"/>
                          <a:gd name="connsiteX6-195" fmla="*/ 2596055 w 3731172"/>
                          <a:gd name="connsiteY6-196" fmla="*/ 914400 h 1418896"/>
                          <a:gd name="connsiteX7-197" fmla="*/ 3731172 w 3731172"/>
                          <a:gd name="connsiteY7-198" fmla="*/ 1345324 h 1418896"/>
                          <a:gd name="connsiteX8-199" fmla="*/ 3447393 w 3731172"/>
                          <a:gd name="connsiteY8-200" fmla="*/ 1408386 h 1418896"/>
                          <a:gd name="connsiteX9-201" fmla="*/ 1870841 w 3731172"/>
                          <a:gd name="connsiteY9-202" fmla="*/ 746234 h 1418896"/>
                          <a:gd name="connsiteX10-203" fmla="*/ 262758 w 3731172"/>
                          <a:gd name="connsiteY10-204" fmla="*/ 1418896 h 1418896"/>
                          <a:gd name="connsiteX11-205" fmla="*/ 0 w 3731172"/>
                          <a:gd name="connsiteY11-206" fmla="*/ 1324303 h 1418896"/>
                          <a:gd name="connsiteX12-207" fmla="*/ 1145627 w 3731172"/>
                          <a:gd name="connsiteY12-208" fmla="*/ 882869 h 1418896"/>
                          <a:gd name="connsiteX13-209" fmla="*/ 1114096 w 3731172"/>
                          <a:gd name="connsiteY13-210" fmla="*/ 420413 h 1418896"/>
                          <a:gd name="connsiteX14-211" fmla="*/ 189185 w 3731172"/>
                          <a:gd name="connsiteY14-212" fmla="*/ 84081 h 1418896"/>
                          <a:gd name="connsiteX15-213" fmla="*/ 168165 w 3731172"/>
                          <a:gd name="connsiteY15-214" fmla="*/ 73572 h 1418896"/>
                          <a:gd name="connsiteX0-215" fmla="*/ 168165 w 3731172"/>
                          <a:gd name="connsiteY0-216" fmla="*/ 73572 h 1418896"/>
                          <a:gd name="connsiteX1-217" fmla="*/ 451945 w 3731172"/>
                          <a:gd name="connsiteY1-218" fmla="*/ 0 h 1418896"/>
                          <a:gd name="connsiteX2-219" fmla="*/ 1881352 w 3731172"/>
                          <a:gd name="connsiteY2-220" fmla="*/ 599089 h 1418896"/>
                          <a:gd name="connsiteX3-221" fmla="*/ 3363310 w 3731172"/>
                          <a:gd name="connsiteY3-222" fmla="*/ 0 h 1418896"/>
                          <a:gd name="connsiteX4-223" fmla="*/ 3584027 w 3731172"/>
                          <a:gd name="connsiteY4-224" fmla="*/ 73572 h 1418896"/>
                          <a:gd name="connsiteX5-225" fmla="*/ 2627586 w 3731172"/>
                          <a:gd name="connsiteY5-226" fmla="*/ 441434 h 1418896"/>
                          <a:gd name="connsiteX6-227" fmla="*/ 2596055 w 3731172"/>
                          <a:gd name="connsiteY6-228" fmla="*/ 914400 h 1418896"/>
                          <a:gd name="connsiteX7-229" fmla="*/ 3731172 w 3731172"/>
                          <a:gd name="connsiteY7-230" fmla="*/ 1345324 h 1418896"/>
                          <a:gd name="connsiteX8-231" fmla="*/ 3447393 w 3731172"/>
                          <a:gd name="connsiteY8-232" fmla="*/ 1408386 h 1418896"/>
                          <a:gd name="connsiteX9-233" fmla="*/ 1870841 w 3731172"/>
                          <a:gd name="connsiteY9-234" fmla="*/ 746234 h 1418896"/>
                          <a:gd name="connsiteX10-235" fmla="*/ 262758 w 3731172"/>
                          <a:gd name="connsiteY10-236" fmla="*/ 1418896 h 1418896"/>
                          <a:gd name="connsiteX11-237" fmla="*/ 0 w 3731172"/>
                          <a:gd name="connsiteY11-238" fmla="*/ 1324303 h 1418896"/>
                          <a:gd name="connsiteX12-239" fmla="*/ 1145627 w 3731172"/>
                          <a:gd name="connsiteY12-240" fmla="*/ 882869 h 1418896"/>
                          <a:gd name="connsiteX13-241" fmla="*/ 1156137 w 3731172"/>
                          <a:gd name="connsiteY13-242" fmla="*/ 441434 h 1418896"/>
                          <a:gd name="connsiteX14-243" fmla="*/ 189185 w 3731172"/>
                          <a:gd name="connsiteY14-244" fmla="*/ 84081 h 1418896"/>
                          <a:gd name="connsiteX15-245" fmla="*/ 168165 w 3731172"/>
                          <a:gd name="connsiteY15-246" fmla="*/ 73572 h 1418896"/>
                          <a:gd name="connsiteX0-247" fmla="*/ 168165 w 3731172"/>
                          <a:gd name="connsiteY0-248" fmla="*/ 73572 h 1418896"/>
                          <a:gd name="connsiteX1-249" fmla="*/ 451945 w 3731172"/>
                          <a:gd name="connsiteY1-250" fmla="*/ 0 h 1418896"/>
                          <a:gd name="connsiteX2-251" fmla="*/ 1881352 w 3731172"/>
                          <a:gd name="connsiteY2-252" fmla="*/ 599089 h 1418896"/>
                          <a:gd name="connsiteX3-253" fmla="*/ 3363310 w 3731172"/>
                          <a:gd name="connsiteY3-254" fmla="*/ 0 h 1418896"/>
                          <a:gd name="connsiteX4-255" fmla="*/ 3584027 w 3731172"/>
                          <a:gd name="connsiteY4-256" fmla="*/ 73572 h 1418896"/>
                          <a:gd name="connsiteX5-257" fmla="*/ 2627586 w 3731172"/>
                          <a:gd name="connsiteY5-258" fmla="*/ 441434 h 1418896"/>
                          <a:gd name="connsiteX6-259" fmla="*/ 2596055 w 3731172"/>
                          <a:gd name="connsiteY6-260" fmla="*/ 914400 h 1418896"/>
                          <a:gd name="connsiteX7-261" fmla="*/ 3731172 w 3731172"/>
                          <a:gd name="connsiteY7-262" fmla="*/ 1345324 h 1418896"/>
                          <a:gd name="connsiteX8-263" fmla="*/ 3447393 w 3731172"/>
                          <a:gd name="connsiteY8-264" fmla="*/ 1408386 h 1418896"/>
                          <a:gd name="connsiteX9-265" fmla="*/ 1870841 w 3731172"/>
                          <a:gd name="connsiteY9-266" fmla="*/ 746234 h 1418896"/>
                          <a:gd name="connsiteX10-267" fmla="*/ 262758 w 3731172"/>
                          <a:gd name="connsiteY10-268" fmla="*/ 1418896 h 1418896"/>
                          <a:gd name="connsiteX11-269" fmla="*/ 0 w 3731172"/>
                          <a:gd name="connsiteY11-270" fmla="*/ 1324303 h 1418896"/>
                          <a:gd name="connsiteX12-271" fmla="*/ 1145627 w 3731172"/>
                          <a:gd name="connsiteY12-272" fmla="*/ 882869 h 1418896"/>
                          <a:gd name="connsiteX13-273" fmla="*/ 1145626 w 3731172"/>
                          <a:gd name="connsiteY13-274" fmla="*/ 451945 h 1418896"/>
                          <a:gd name="connsiteX14-275" fmla="*/ 189185 w 3731172"/>
                          <a:gd name="connsiteY14-276" fmla="*/ 84081 h 1418896"/>
                          <a:gd name="connsiteX15-277" fmla="*/ 168165 w 3731172"/>
                          <a:gd name="connsiteY15-278" fmla="*/ 73572 h 1418896"/>
                          <a:gd name="connsiteX0-279" fmla="*/ 168165 w 3731172"/>
                          <a:gd name="connsiteY0-280" fmla="*/ 73572 h 1418896"/>
                          <a:gd name="connsiteX1-281" fmla="*/ 451945 w 3731172"/>
                          <a:gd name="connsiteY1-282" fmla="*/ 0 h 1418896"/>
                          <a:gd name="connsiteX2-283" fmla="*/ 1881352 w 3731172"/>
                          <a:gd name="connsiteY2-284" fmla="*/ 599089 h 1418896"/>
                          <a:gd name="connsiteX3-285" fmla="*/ 3363310 w 3731172"/>
                          <a:gd name="connsiteY3-286" fmla="*/ 0 h 1418896"/>
                          <a:gd name="connsiteX4-287" fmla="*/ 3584027 w 3731172"/>
                          <a:gd name="connsiteY4-288" fmla="*/ 73572 h 1418896"/>
                          <a:gd name="connsiteX5-289" fmla="*/ 2627586 w 3731172"/>
                          <a:gd name="connsiteY5-290" fmla="*/ 441434 h 1418896"/>
                          <a:gd name="connsiteX6-291" fmla="*/ 2596055 w 3731172"/>
                          <a:gd name="connsiteY6-292" fmla="*/ 914400 h 1418896"/>
                          <a:gd name="connsiteX7-293" fmla="*/ 3731172 w 3731172"/>
                          <a:gd name="connsiteY7-294" fmla="*/ 1345324 h 1418896"/>
                          <a:gd name="connsiteX8-295" fmla="*/ 3447393 w 3731172"/>
                          <a:gd name="connsiteY8-296" fmla="*/ 1408386 h 1418896"/>
                          <a:gd name="connsiteX9-297" fmla="*/ 1870841 w 3731172"/>
                          <a:gd name="connsiteY9-298" fmla="*/ 746234 h 1418896"/>
                          <a:gd name="connsiteX10-299" fmla="*/ 262758 w 3731172"/>
                          <a:gd name="connsiteY10-300" fmla="*/ 1418896 h 1418896"/>
                          <a:gd name="connsiteX11-301" fmla="*/ 0 w 3731172"/>
                          <a:gd name="connsiteY11-302" fmla="*/ 1324303 h 1418896"/>
                          <a:gd name="connsiteX12-303" fmla="*/ 1145627 w 3731172"/>
                          <a:gd name="connsiteY12-304" fmla="*/ 903890 h 1418896"/>
                          <a:gd name="connsiteX13-305" fmla="*/ 1145626 w 3731172"/>
                          <a:gd name="connsiteY13-306" fmla="*/ 451945 h 1418896"/>
                          <a:gd name="connsiteX14-307" fmla="*/ 189185 w 3731172"/>
                          <a:gd name="connsiteY14-308" fmla="*/ 84081 h 1418896"/>
                          <a:gd name="connsiteX15-309" fmla="*/ 168165 w 3731172"/>
                          <a:gd name="connsiteY15-310" fmla="*/ 73572 h 1418896"/>
                          <a:gd name="connsiteX0-311" fmla="*/ 147144 w 3710151"/>
                          <a:gd name="connsiteY0-312" fmla="*/ 73572 h 1418896"/>
                          <a:gd name="connsiteX1-313" fmla="*/ 430924 w 3710151"/>
                          <a:gd name="connsiteY1-314" fmla="*/ 0 h 1418896"/>
                          <a:gd name="connsiteX2-315" fmla="*/ 1860331 w 3710151"/>
                          <a:gd name="connsiteY2-316" fmla="*/ 599089 h 1418896"/>
                          <a:gd name="connsiteX3-317" fmla="*/ 3342289 w 3710151"/>
                          <a:gd name="connsiteY3-318" fmla="*/ 0 h 1418896"/>
                          <a:gd name="connsiteX4-319" fmla="*/ 3563006 w 3710151"/>
                          <a:gd name="connsiteY4-320" fmla="*/ 73572 h 1418896"/>
                          <a:gd name="connsiteX5-321" fmla="*/ 2606565 w 3710151"/>
                          <a:gd name="connsiteY5-322" fmla="*/ 441434 h 1418896"/>
                          <a:gd name="connsiteX6-323" fmla="*/ 2575034 w 3710151"/>
                          <a:gd name="connsiteY6-324" fmla="*/ 914400 h 1418896"/>
                          <a:gd name="connsiteX7-325" fmla="*/ 3710151 w 3710151"/>
                          <a:gd name="connsiteY7-326" fmla="*/ 1345324 h 1418896"/>
                          <a:gd name="connsiteX8-327" fmla="*/ 3426372 w 3710151"/>
                          <a:gd name="connsiteY8-328" fmla="*/ 1408386 h 1418896"/>
                          <a:gd name="connsiteX9-329" fmla="*/ 1849820 w 3710151"/>
                          <a:gd name="connsiteY9-330" fmla="*/ 746234 h 1418896"/>
                          <a:gd name="connsiteX10-331" fmla="*/ 241737 w 3710151"/>
                          <a:gd name="connsiteY10-332" fmla="*/ 1418896 h 1418896"/>
                          <a:gd name="connsiteX11-333" fmla="*/ 0 w 3710151"/>
                          <a:gd name="connsiteY11-334" fmla="*/ 1334814 h 1418896"/>
                          <a:gd name="connsiteX12-335" fmla="*/ 1124606 w 3710151"/>
                          <a:gd name="connsiteY12-336" fmla="*/ 903890 h 1418896"/>
                          <a:gd name="connsiteX13-337" fmla="*/ 1124605 w 3710151"/>
                          <a:gd name="connsiteY13-338" fmla="*/ 451945 h 1418896"/>
                          <a:gd name="connsiteX14-339" fmla="*/ 168164 w 3710151"/>
                          <a:gd name="connsiteY14-340" fmla="*/ 84081 h 1418896"/>
                          <a:gd name="connsiteX15-341" fmla="*/ 147144 w 3710151"/>
                          <a:gd name="connsiteY15-342" fmla="*/ 73572 h 1418896"/>
                          <a:gd name="connsiteX0-343" fmla="*/ 147144 w 3710151"/>
                          <a:gd name="connsiteY0-344" fmla="*/ 73572 h 1418896"/>
                          <a:gd name="connsiteX1-345" fmla="*/ 430924 w 3710151"/>
                          <a:gd name="connsiteY1-346" fmla="*/ 0 h 1418896"/>
                          <a:gd name="connsiteX2-347" fmla="*/ 1860331 w 3710151"/>
                          <a:gd name="connsiteY2-348" fmla="*/ 599089 h 1418896"/>
                          <a:gd name="connsiteX3-349" fmla="*/ 3342289 w 3710151"/>
                          <a:gd name="connsiteY3-350" fmla="*/ 0 h 1418896"/>
                          <a:gd name="connsiteX4-351" fmla="*/ 3563006 w 3710151"/>
                          <a:gd name="connsiteY4-352" fmla="*/ 73572 h 1418896"/>
                          <a:gd name="connsiteX5-353" fmla="*/ 2606565 w 3710151"/>
                          <a:gd name="connsiteY5-354" fmla="*/ 441434 h 1418896"/>
                          <a:gd name="connsiteX6-355" fmla="*/ 2606565 w 3710151"/>
                          <a:gd name="connsiteY6-356" fmla="*/ 924910 h 1418896"/>
                          <a:gd name="connsiteX7-357" fmla="*/ 3710151 w 3710151"/>
                          <a:gd name="connsiteY7-358" fmla="*/ 1345324 h 1418896"/>
                          <a:gd name="connsiteX8-359" fmla="*/ 3426372 w 3710151"/>
                          <a:gd name="connsiteY8-360" fmla="*/ 1408386 h 1418896"/>
                          <a:gd name="connsiteX9-361" fmla="*/ 1849820 w 3710151"/>
                          <a:gd name="connsiteY9-362" fmla="*/ 746234 h 1418896"/>
                          <a:gd name="connsiteX10-363" fmla="*/ 241737 w 3710151"/>
                          <a:gd name="connsiteY10-364" fmla="*/ 1418896 h 1418896"/>
                          <a:gd name="connsiteX11-365" fmla="*/ 0 w 3710151"/>
                          <a:gd name="connsiteY11-366" fmla="*/ 1334814 h 1418896"/>
                          <a:gd name="connsiteX12-367" fmla="*/ 1124606 w 3710151"/>
                          <a:gd name="connsiteY12-368" fmla="*/ 903890 h 1418896"/>
                          <a:gd name="connsiteX13-369" fmla="*/ 1124605 w 3710151"/>
                          <a:gd name="connsiteY13-370" fmla="*/ 451945 h 1418896"/>
                          <a:gd name="connsiteX14-371" fmla="*/ 168164 w 3710151"/>
                          <a:gd name="connsiteY14-372" fmla="*/ 84081 h 1418896"/>
                          <a:gd name="connsiteX15-373" fmla="*/ 147144 w 3710151"/>
                          <a:gd name="connsiteY15-374" fmla="*/ 73572 h 1418896"/>
                          <a:gd name="connsiteX0-375" fmla="*/ 147144 w 3710151"/>
                          <a:gd name="connsiteY0-376" fmla="*/ 73572 h 1418896"/>
                          <a:gd name="connsiteX1-377" fmla="*/ 430924 w 3710151"/>
                          <a:gd name="connsiteY1-378" fmla="*/ 0 h 1418896"/>
                          <a:gd name="connsiteX2-379" fmla="*/ 1860331 w 3710151"/>
                          <a:gd name="connsiteY2-380" fmla="*/ 599089 h 1418896"/>
                          <a:gd name="connsiteX3-381" fmla="*/ 3342289 w 3710151"/>
                          <a:gd name="connsiteY3-382" fmla="*/ 0 h 1418896"/>
                          <a:gd name="connsiteX4-383" fmla="*/ 3563006 w 3710151"/>
                          <a:gd name="connsiteY4-384" fmla="*/ 73572 h 1418896"/>
                          <a:gd name="connsiteX5-385" fmla="*/ 2606565 w 3710151"/>
                          <a:gd name="connsiteY5-386" fmla="*/ 441434 h 1418896"/>
                          <a:gd name="connsiteX6-387" fmla="*/ 2610282 w 3710151"/>
                          <a:gd name="connsiteY6-388" fmla="*/ 902607 h 1418896"/>
                          <a:gd name="connsiteX7-389" fmla="*/ 3710151 w 3710151"/>
                          <a:gd name="connsiteY7-390" fmla="*/ 1345324 h 1418896"/>
                          <a:gd name="connsiteX8-391" fmla="*/ 3426372 w 3710151"/>
                          <a:gd name="connsiteY8-392" fmla="*/ 1408386 h 1418896"/>
                          <a:gd name="connsiteX9-393" fmla="*/ 1849820 w 3710151"/>
                          <a:gd name="connsiteY9-394" fmla="*/ 746234 h 1418896"/>
                          <a:gd name="connsiteX10-395" fmla="*/ 241737 w 3710151"/>
                          <a:gd name="connsiteY10-396" fmla="*/ 1418896 h 1418896"/>
                          <a:gd name="connsiteX11-397" fmla="*/ 0 w 3710151"/>
                          <a:gd name="connsiteY11-398" fmla="*/ 1334814 h 1418896"/>
                          <a:gd name="connsiteX12-399" fmla="*/ 1124606 w 3710151"/>
                          <a:gd name="connsiteY12-400" fmla="*/ 903890 h 1418896"/>
                          <a:gd name="connsiteX13-401" fmla="*/ 1124605 w 3710151"/>
                          <a:gd name="connsiteY13-402" fmla="*/ 451945 h 1418896"/>
                          <a:gd name="connsiteX14-403" fmla="*/ 168164 w 3710151"/>
                          <a:gd name="connsiteY14-404" fmla="*/ 84081 h 1418896"/>
                          <a:gd name="connsiteX15-405" fmla="*/ 147144 w 3710151"/>
                          <a:gd name="connsiteY15-406" fmla="*/ 73572 h 1418896"/>
                          <a:gd name="connsiteX0-407" fmla="*/ 147144 w 3710151"/>
                          <a:gd name="connsiteY0-408" fmla="*/ 73572 h 1418896"/>
                          <a:gd name="connsiteX1-409" fmla="*/ 430924 w 3710151"/>
                          <a:gd name="connsiteY1-410" fmla="*/ 0 h 1418896"/>
                          <a:gd name="connsiteX2-411" fmla="*/ 1860331 w 3710151"/>
                          <a:gd name="connsiteY2-412" fmla="*/ 599089 h 1418896"/>
                          <a:gd name="connsiteX3-413" fmla="*/ 3342289 w 3710151"/>
                          <a:gd name="connsiteY3-414" fmla="*/ 0 h 1418896"/>
                          <a:gd name="connsiteX4-415" fmla="*/ 3563006 w 3710151"/>
                          <a:gd name="connsiteY4-416" fmla="*/ 73572 h 1418896"/>
                          <a:gd name="connsiteX5-417" fmla="*/ 2617717 w 3710151"/>
                          <a:gd name="connsiteY5-418" fmla="*/ 445151 h 1418896"/>
                          <a:gd name="connsiteX6-419" fmla="*/ 2610282 w 3710151"/>
                          <a:gd name="connsiteY6-420" fmla="*/ 902607 h 1418896"/>
                          <a:gd name="connsiteX7-421" fmla="*/ 3710151 w 3710151"/>
                          <a:gd name="connsiteY7-422" fmla="*/ 1345324 h 1418896"/>
                          <a:gd name="connsiteX8-423" fmla="*/ 3426372 w 3710151"/>
                          <a:gd name="connsiteY8-424" fmla="*/ 1408386 h 1418896"/>
                          <a:gd name="connsiteX9-425" fmla="*/ 1849820 w 3710151"/>
                          <a:gd name="connsiteY9-426" fmla="*/ 746234 h 1418896"/>
                          <a:gd name="connsiteX10-427" fmla="*/ 241737 w 3710151"/>
                          <a:gd name="connsiteY10-428" fmla="*/ 1418896 h 1418896"/>
                          <a:gd name="connsiteX11-429" fmla="*/ 0 w 3710151"/>
                          <a:gd name="connsiteY11-430" fmla="*/ 1334814 h 1418896"/>
                          <a:gd name="connsiteX12-431" fmla="*/ 1124606 w 3710151"/>
                          <a:gd name="connsiteY12-432" fmla="*/ 903890 h 1418896"/>
                          <a:gd name="connsiteX13-433" fmla="*/ 1124605 w 3710151"/>
                          <a:gd name="connsiteY13-434" fmla="*/ 451945 h 1418896"/>
                          <a:gd name="connsiteX14-435" fmla="*/ 168164 w 3710151"/>
                          <a:gd name="connsiteY14-436" fmla="*/ 84081 h 1418896"/>
                          <a:gd name="connsiteX15-437" fmla="*/ 147144 w 3710151"/>
                          <a:gd name="connsiteY15-438" fmla="*/ 73572 h 1418896"/>
                          <a:gd name="connsiteX0-439" fmla="*/ 147144 w 3710151"/>
                          <a:gd name="connsiteY0-440" fmla="*/ 73572 h 1418896"/>
                          <a:gd name="connsiteX1-441" fmla="*/ 430924 w 3710151"/>
                          <a:gd name="connsiteY1-442" fmla="*/ 0 h 1418896"/>
                          <a:gd name="connsiteX2-443" fmla="*/ 1860331 w 3710151"/>
                          <a:gd name="connsiteY2-444" fmla="*/ 599089 h 1418896"/>
                          <a:gd name="connsiteX3-445" fmla="*/ 3342289 w 3710151"/>
                          <a:gd name="connsiteY3-446" fmla="*/ 0 h 1418896"/>
                          <a:gd name="connsiteX4-447" fmla="*/ 3563006 w 3710151"/>
                          <a:gd name="connsiteY4-448" fmla="*/ 73572 h 1418896"/>
                          <a:gd name="connsiteX5-449" fmla="*/ 2617717 w 3710151"/>
                          <a:gd name="connsiteY5-450" fmla="*/ 448868 h 1418896"/>
                          <a:gd name="connsiteX6-451" fmla="*/ 2610282 w 3710151"/>
                          <a:gd name="connsiteY6-452" fmla="*/ 902607 h 1418896"/>
                          <a:gd name="connsiteX7-453" fmla="*/ 3710151 w 3710151"/>
                          <a:gd name="connsiteY7-454" fmla="*/ 1345324 h 1418896"/>
                          <a:gd name="connsiteX8-455" fmla="*/ 3426372 w 3710151"/>
                          <a:gd name="connsiteY8-456" fmla="*/ 1408386 h 1418896"/>
                          <a:gd name="connsiteX9-457" fmla="*/ 1849820 w 3710151"/>
                          <a:gd name="connsiteY9-458" fmla="*/ 746234 h 1418896"/>
                          <a:gd name="connsiteX10-459" fmla="*/ 241737 w 3710151"/>
                          <a:gd name="connsiteY10-460" fmla="*/ 1418896 h 1418896"/>
                          <a:gd name="connsiteX11-461" fmla="*/ 0 w 3710151"/>
                          <a:gd name="connsiteY11-462" fmla="*/ 1334814 h 1418896"/>
                          <a:gd name="connsiteX12-463" fmla="*/ 1124606 w 3710151"/>
                          <a:gd name="connsiteY12-464" fmla="*/ 903890 h 1418896"/>
                          <a:gd name="connsiteX13-465" fmla="*/ 1124605 w 3710151"/>
                          <a:gd name="connsiteY13-466" fmla="*/ 451945 h 1418896"/>
                          <a:gd name="connsiteX14-467" fmla="*/ 168164 w 3710151"/>
                          <a:gd name="connsiteY14-468" fmla="*/ 84081 h 1418896"/>
                          <a:gd name="connsiteX15-469" fmla="*/ 147144 w 3710151"/>
                          <a:gd name="connsiteY15-470" fmla="*/ 73572 h 1418896"/>
                          <a:gd name="connsiteX0-471" fmla="*/ 147144 w 3710151"/>
                          <a:gd name="connsiteY0-472" fmla="*/ 73572 h 1418896"/>
                          <a:gd name="connsiteX1-473" fmla="*/ 430924 w 3710151"/>
                          <a:gd name="connsiteY1-474" fmla="*/ 0 h 1418896"/>
                          <a:gd name="connsiteX2-475" fmla="*/ 1838028 w 3710151"/>
                          <a:gd name="connsiteY2-476" fmla="*/ 591655 h 1418896"/>
                          <a:gd name="connsiteX3-477" fmla="*/ 3342289 w 3710151"/>
                          <a:gd name="connsiteY3-478" fmla="*/ 0 h 1418896"/>
                          <a:gd name="connsiteX4-479" fmla="*/ 3563006 w 3710151"/>
                          <a:gd name="connsiteY4-480" fmla="*/ 73572 h 1418896"/>
                          <a:gd name="connsiteX5-481" fmla="*/ 2617717 w 3710151"/>
                          <a:gd name="connsiteY5-482" fmla="*/ 448868 h 1418896"/>
                          <a:gd name="connsiteX6-483" fmla="*/ 2610282 w 3710151"/>
                          <a:gd name="connsiteY6-484" fmla="*/ 902607 h 1418896"/>
                          <a:gd name="connsiteX7-485" fmla="*/ 3710151 w 3710151"/>
                          <a:gd name="connsiteY7-486" fmla="*/ 1345324 h 1418896"/>
                          <a:gd name="connsiteX8-487" fmla="*/ 3426372 w 3710151"/>
                          <a:gd name="connsiteY8-488" fmla="*/ 1408386 h 1418896"/>
                          <a:gd name="connsiteX9-489" fmla="*/ 1849820 w 3710151"/>
                          <a:gd name="connsiteY9-490" fmla="*/ 746234 h 1418896"/>
                          <a:gd name="connsiteX10-491" fmla="*/ 241737 w 3710151"/>
                          <a:gd name="connsiteY10-492" fmla="*/ 1418896 h 1418896"/>
                          <a:gd name="connsiteX11-493" fmla="*/ 0 w 3710151"/>
                          <a:gd name="connsiteY11-494" fmla="*/ 1334814 h 1418896"/>
                          <a:gd name="connsiteX12-495" fmla="*/ 1124606 w 3710151"/>
                          <a:gd name="connsiteY12-496" fmla="*/ 903890 h 1418896"/>
                          <a:gd name="connsiteX13-497" fmla="*/ 1124605 w 3710151"/>
                          <a:gd name="connsiteY13-498" fmla="*/ 451945 h 1418896"/>
                          <a:gd name="connsiteX14-499" fmla="*/ 168164 w 3710151"/>
                          <a:gd name="connsiteY14-500" fmla="*/ 84081 h 1418896"/>
                          <a:gd name="connsiteX15-501" fmla="*/ 147144 w 3710151"/>
                          <a:gd name="connsiteY15-502" fmla="*/ 73572 h 1418896"/>
                          <a:gd name="connsiteX0-503" fmla="*/ 147144 w 3710151"/>
                          <a:gd name="connsiteY0-504" fmla="*/ 73572 h 1418896"/>
                          <a:gd name="connsiteX1-505" fmla="*/ 430924 w 3710151"/>
                          <a:gd name="connsiteY1-506" fmla="*/ 0 h 1418896"/>
                          <a:gd name="connsiteX2-507" fmla="*/ 1838028 w 3710151"/>
                          <a:gd name="connsiteY2-508" fmla="*/ 591655 h 1418896"/>
                          <a:gd name="connsiteX3-509" fmla="*/ 3342289 w 3710151"/>
                          <a:gd name="connsiteY3-510" fmla="*/ 0 h 1418896"/>
                          <a:gd name="connsiteX4-511" fmla="*/ 3563006 w 3710151"/>
                          <a:gd name="connsiteY4-512" fmla="*/ 73572 h 1418896"/>
                          <a:gd name="connsiteX5-513" fmla="*/ 2617717 w 3710151"/>
                          <a:gd name="connsiteY5-514" fmla="*/ 448868 h 1418896"/>
                          <a:gd name="connsiteX6-515" fmla="*/ 2610282 w 3710151"/>
                          <a:gd name="connsiteY6-516" fmla="*/ 902607 h 1418896"/>
                          <a:gd name="connsiteX7-517" fmla="*/ 3710151 w 3710151"/>
                          <a:gd name="connsiteY7-518" fmla="*/ 1345324 h 1418896"/>
                          <a:gd name="connsiteX8-519" fmla="*/ 3426372 w 3710151"/>
                          <a:gd name="connsiteY8-520" fmla="*/ 1408386 h 1418896"/>
                          <a:gd name="connsiteX9-521" fmla="*/ 1849820 w 3710151"/>
                          <a:gd name="connsiteY9-522" fmla="*/ 746234 h 1418896"/>
                          <a:gd name="connsiteX10-523" fmla="*/ 241737 w 3710151"/>
                          <a:gd name="connsiteY10-524" fmla="*/ 1418896 h 1418896"/>
                          <a:gd name="connsiteX11-525" fmla="*/ 0 w 3710151"/>
                          <a:gd name="connsiteY11-526" fmla="*/ 1334814 h 1418896"/>
                          <a:gd name="connsiteX12-527" fmla="*/ 1124606 w 3710151"/>
                          <a:gd name="connsiteY12-528" fmla="*/ 903890 h 1418896"/>
                          <a:gd name="connsiteX13-529" fmla="*/ 1087434 w 3710151"/>
                          <a:gd name="connsiteY13-530" fmla="*/ 451945 h 1418896"/>
                          <a:gd name="connsiteX14-531" fmla="*/ 168164 w 3710151"/>
                          <a:gd name="connsiteY14-532" fmla="*/ 84081 h 1418896"/>
                          <a:gd name="connsiteX15-533" fmla="*/ 147144 w 3710151"/>
                          <a:gd name="connsiteY15-534" fmla="*/ 73572 h 1418896"/>
                          <a:gd name="connsiteX0-535" fmla="*/ 147144 w 3710151"/>
                          <a:gd name="connsiteY0-536" fmla="*/ 73572 h 1418896"/>
                          <a:gd name="connsiteX1-537" fmla="*/ 430924 w 3710151"/>
                          <a:gd name="connsiteY1-538" fmla="*/ 0 h 1418896"/>
                          <a:gd name="connsiteX2-539" fmla="*/ 1838028 w 3710151"/>
                          <a:gd name="connsiteY2-540" fmla="*/ 591655 h 1418896"/>
                          <a:gd name="connsiteX3-541" fmla="*/ 3342289 w 3710151"/>
                          <a:gd name="connsiteY3-542" fmla="*/ 0 h 1418896"/>
                          <a:gd name="connsiteX4-543" fmla="*/ 3563006 w 3710151"/>
                          <a:gd name="connsiteY4-544" fmla="*/ 73572 h 1418896"/>
                          <a:gd name="connsiteX5-545" fmla="*/ 2617717 w 3710151"/>
                          <a:gd name="connsiteY5-546" fmla="*/ 448868 h 1418896"/>
                          <a:gd name="connsiteX6-547" fmla="*/ 2610282 w 3710151"/>
                          <a:gd name="connsiteY6-548" fmla="*/ 902607 h 1418896"/>
                          <a:gd name="connsiteX7-549" fmla="*/ 3710151 w 3710151"/>
                          <a:gd name="connsiteY7-550" fmla="*/ 1345324 h 1418896"/>
                          <a:gd name="connsiteX8-551" fmla="*/ 3426372 w 3710151"/>
                          <a:gd name="connsiteY8-552" fmla="*/ 1408386 h 1418896"/>
                          <a:gd name="connsiteX9-553" fmla="*/ 1849820 w 3710151"/>
                          <a:gd name="connsiteY9-554" fmla="*/ 746234 h 1418896"/>
                          <a:gd name="connsiteX10-555" fmla="*/ 241737 w 3710151"/>
                          <a:gd name="connsiteY10-556" fmla="*/ 1418896 h 1418896"/>
                          <a:gd name="connsiteX11-557" fmla="*/ 0 w 3710151"/>
                          <a:gd name="connsiteY11-558" fmla="*/ 1334814 h 1418896"/>
                          <a:gd name="connsiteX12-559" fmla="*/ 1098586 w 3710151"/>
                          <a:gd name="connsiteY12-560" fmla="*/ 903890 h 1418896"/>
                          <a:gd name="connsiteX13-561" fmla="*/ 1087434 w 3710151"/>
                          <a:gd name="connsiteY13-562" fmla="*/ 451945 h 1418896"/>
                          <a:gd name="connsiteX14-563" fmla="*/ 168164 w 3710151"/>
                          <a:gd name="connsiteY14-564" fmla="*/ 84081 h 1418896"/>
                          <a:gd name="connsiteX15-565" fmla="*/ 147144 w 3710151"/>
                          <a:gd name="connsiteY15-566" fmla="*/ 73572 h 1418896"/>
                          <a:gd name="connsiteX0-567" fmla="*/ 162012 w 3725019"/>
                          <a:gd name="connsiteY0-568" fmla="*/ 73572 h 1418896"/>
                          <a:gd name="connsiteX1-569" fmla="*/ 445792 w 3725019"/>
                          <a:gd name="connsiteY1-570" fmla="*/ 0 h 1418896"/>
                          <a:gd name="connsiteX2-571" fmla="*/ 1852896 w 3725019"/>
                          <a:gd name="connsiteY2-572" fmla="*/ 591655 h 1418896"/>
                          <a:gd name="connsiteX3-573" fmla="*/ 3357157 w 3725019"/>
                          <a:gd name="connsiteY3-574" fmla="*/ 0 h 1418896"/>
                          <a:gd name="connsiteX4-575" fmla="*/ 3577874 w 3725019"/>
                          <a:gd name="connsiteY4-576" fmla="*/ 73572 h 1418896"/>
                          <a:gd name="connsiteX5-577" fmla="*/ 2632585 w 3725019"/>
                          <a:gd name="connsiteY5-578" fmla="*/ 448868 h 1418896"/>
                          <a:gd name="connsiteX6-579" fmla="*/ 2625150 w 3725019"/>
                          <a:gd name="connsiteY6-580" fmla="*/ 902607 h 1418896"/>
                          <a:gd name="connsiteX7-581" fmla="*/ 3725019 w 3725019"/>
                          <a:gd name="connsiteY7-582" fmla="*/ 1345324 h 1418896"/>
                          <a:gd name="connsiteX8-583" fmla="*/ 3441240 w 3725019"/>
                          <a:gd name="connsiteY8-584" fmla="*/ 1408386 h 1418896"/>
                          <a:gd name="connsiteX9-585" fmla="*/ 1864688 w 3725019"/>
                          <a:gd name="connsiteY9-586" fmla="*/ 746234 h 1418896"/>
                          <a:gd name="connsiteX10-587" fmla="*/ 256605 w 3725019"/>
                          <a:gd name="connsiteY10-588" fmla="*/ 1418896 h 1418896"/>
                          <a:gd name="connsiteX11-589" fmla="*/ 0 w 3725019"/>
                          <a:gd name="connsiteY11-590" fmla="*/ 1331097 h 1418896"/>
                          <a:gd name="connsiteX12-591" fmla="*/ 1113454 w 3725019"/>
                          <a:gd name="connsiteY12-592" fmla="*/ 903890 h 1418896"/>
                          <a:gd name="connsiteX13-593" fmla="*/ 1102302 w 3725019"/>
                          <a:gd name="connsiteY13-594" fmla="*/ 451945 h 1418896"/>
                          <a:gd name="connsiteX14-595" fmla="*/ 183032 w 3725019"/>
                          <a:gd name="connsiteY14-596" fmla="*/ 84081 h 1418896"/>
                          <a:gd name="connsiteX15-597" fmla="*/ 162012 w 3725019"/>
                          <a:gd name="connsiteY15-598" fmla="*/ 73572 h 1418896"/>
                        </a:gdLst>
                        <a:ahLst/>
                        <a:cxnLst>
                          <a:cxn ang="0">
                            <a:pos x="connsiteX0-1" y="connsiteY0-2"/>
                          </a:cxn>
                          <a:cxn ang="0">
                            <a:pos x="connsiteX1-3" y="connsiteY1-4"/>
                          </a:cxn>
                          <a:cxn ang="0">
                            <a:pos x="connsiteX2-5" y="connsiteY2-6"/>
                          </a:cxn>
                          <a:cxn ang="0">
                            <a:pos x="connsiteX3-7" y="connsiteY3-8"/>
                          </a:cxn>
                          <a:cxn ang="0">
                            <a:pos x="connsiteX4-9" y="connsiteY4-10"/>
                          </a:cxn>
                          <a:cxn ang="0">
                            <a:pos x="connsiteX5-11" y="connsiteY5-12"/>
                          </a:cxn>
                          <a:cxn ang="0">
                            <a:pos x="connsiteX6-13" y="connsiteY6-14"/>
                          </a:cxn>
                          <a:cxn ang="0">
                            <a:pos x="connsiteX7-15" y="connsiteY7-16"/>
                          </a:cxn>
                          <a:cxn ang="0">
                            <a:pos x="connsiteX8-17" y="connsiteY8-18"/>
                          </a:cxn>
                          <a:cxn ang="0">
                            <a:pos x="connsiteX9-19" y="connsiteY9-20"/>
                          </a:cxn>
                          <a:cxn ang="0">
                            <a:pos x="connsiteX10-21" y="connsiteY10-22"/>
                          </a:cxn>
                          <a:cxn ang="0">
                            <a:pos x="connsiteX11-23" y="connsiteY11-24"/>
                          </a:cxn>
                          <a:cxn ang="0">
                            <a:pos x="connsiteX12-25" y="connsiteY12-26"/>
                          </a:cxn>
                          <a:cxn ang="0">
                            <a:pos x="connsiteX13-27" y="connsiteY13-28"/>
                          </a:cxn>
                          <a:cxn ang="0">
                            <a:pos x="connsiteX14-29" y="connsiteY14-30"/>
                          </a:cxn>
                          <a:cxn ang="0">
                            <a:pos x="connsiteX15-31" y="connsiteY15-32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  <p:grpSp>
                <p:nvGrpSpPr>
                  <p:cNvPr id="342" name="Group 341"/>
                  <p:cNvGrpSpPr/>
                  <p:nvPr/>
                </p:nvGrpSpPr>
                <p:grpSpPr>
                  <a:xfrm>
                    <a:off x="9849365" y="5339037"/>
                    <a:ext cx="309740" cy="190838"/>
                    <a:chOff x="3668110" y="2448910"/>
                    <a:chExt cx="3794234" cy="2165130"/>
                  </a:xfrm>
                </p:grpSpPr>
                <p:sp>
                  <p:nvSpPr>
                    <p:cNvPr id="369" name="Rectangle 368"/>
                    <p:cNvSpPr/>
                    <p:nvPr/>
                  </p:nvSpPr>
                  <p:spPr>
                    <a:xfrm>
                      <a:off x="3668110" y="3741409"/>
                      <a:ext cx="3780587" cy="872631"/>
                    </a:xfrm>
                    <a:prstGeom prst="rect">
                      <a:avLst/>
                    </a:pr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70" name="Freeform 369"/>
                    <p:cNvSpPr/>
                    <p:nvPr/>
                  </p:nvSpPr>
                  <p:spPr>
                    <a:xfrm>
                      <a:off x="3678620" y="2448910"/>
                      <a:ext cx="3783724" cy="1324303"/>
                    </a:xfrm>
                    <a:custGeom>
                      <a:avLst/>
                      <a:gdLst>
                        <a:gd name="connsiteX0" fmla="*/ 0 w 3783724"/>
                        <a:gd name="connsiteY0" fmla="*/ 1313793 h 1324303"/>
                        <a:gd name="connsiteX1" fmla="*/ 0 w 3783724"/>
                        <a:gd name="connsiteY1" fmla="*/ 1313793 h 1324303"/>
                        <a:gd name="connsiteX2" fmla="*/ 252248 w 3783724"/>
                        <a:gd name="connsiteY2" fmla="*/ 0 h 1324303"/>
                        <a:gd name="connsiteX3" fmla="*/ 3415862 w 3783724"/>
                        <a:gd name="connsiteY3" fmla="*/ 21020 h 1324303"/>
                        <a:gd name="connsiteX4" fmla="*/ 3783724 w 3783724"/>
                        <a:gd name="connsiteY4" fmla="*/ 1324303 h 1324303"/>
                        <a:gd name="connsiteX5" fmla="*/ 0 w 3783724"/>
                        <a:gd name="connsiteY5" fmla="*/ 1313793 h 13243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783724" h="1324303">
                          <a:moveTo>
                            <a:pt x="0" y="1313793"/>
                          </a:moveTo>
                          <a:lnTo>
                            <a:pt x="0" y="1313793"/>
                          </a:lnTo>
                          <a:lnTo>
                            <a:pt x="252248" y="0"/>
                          </a:lnTo>
                          <a:lnTo>
                            <a:pt x="3415862" y="21020"/>
                          </a:lnTo>
                          <a:lnTo>
                            <a:pt x="3783724" y="1324303"/>
                          </a:lnTo>
                          <a:lnTo>
                            <a:pt x="0" y="1313793"/>
                          </a:lnTo>
                          <a:close/>
                        </a:path>
                      </a:pathLst>
                    </a:cu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grpSp>
                  <p:nvGrpSpPr>
                    <p:cNvPr id="371" name="Group 370"/>
                    <p:cNvGrpSpPr/>
                    <p:nvPr/>
                  </p:nvGrpSpPr>
                  <p:grpSpPr>
                    <a:xfrm>
                      <a:off x="3941378" y="2603243"/>
                      <a:ext cx="3202061" cy="1066110"/>
                      <a:chOff x="7939341" y="3037317"/>
                      <a:chExt cx="897649" cy="353919"/>
                    </a:xfrm>
                  </p:grpSpPr>
                  <p:sp>
                    <p:nvSpPr>
                      <p:cNvPr id="372" name="Freeform 371"/>
                      <p:cNvSpPr/>
                      <p:nvPr/>
                    </p:nvSpPr>
                    <p:spPr>
                      <a:xfrm>
                        <a:off x="7964170" y="30373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-1" fmla="*/ 3725333 w 4641485"/>
                          <a:gd name="connsiteY0-2" fmla="*/ 0 h 1049866"/>
                          <a:gd name="connsiteX1-3" fmla="*/ 4641485 w 4641485"/>
                          <a:gd name="connsiteY1-4" fmla="*/ 239402 h 1049866"/>
                          <a:gd name="connsiteX2-5" fmla="*/ 3962400 w 4641485"/>
                          <a:gd name="connsiteY2-6" fmla="*/ 541866 h 1049866"/>
                          <a:gd name="connsiteX3-7" fmla="*/ 3742267 w 4641485"/>
                          <a:gd name="connsiteY3-8" fmla="*/ 457200 h 1049866"/>
                          <a:gd name="connsiteX4-9" fmla="*/ 2269067 w 4641485"/>
                          <a:gd name="connsiteY4-10" fmla="*/ 1049866 h 1049866"/>
                          <a:gd name="connsiteX5-11" fmla="*/ 880533 w 4641485"/>
                          <a:gd name="connsiteY5-12" fmla="*/ 457200 h 1049866"/>
                          <a:gd name="connsiteX6-13" fmla="*/ 592667 w 4641485"/>
                          <a:gd name="connsiteY6-14" fmla="*/ 541866 h 1049866"/>
                          <a:gd name="connsiteX7-15" fmla="*/ 0 w 4641485"/>
                          <a:gd name="connsiteY7-16" fmla="*/ 254000 h 1049866"/>
                          <a:gd name="connsiteX8-17" fmla="*/ 880533 w 4641485"/>
                          <a:gd name="connsiteY8-18" fmla="*/ 16933 h 1049866"/>
                          <a:gd name="connsiteX9-19" fmla="*/ 2302933 w 4641485"/>
                          <a:gd name="connsiteY9-20" fmla="*/ 626533 h 1049866"/>
                          <a:gd name="connsiteX10-21" fmla="*/ 3725333 w 4641485"/>
                          <a:gd name="connsiteY10-22" fmla="*/ 0 h 1049866"/>
                          <a:gd name="connsiteX0-23" fmla="*/ 3756864 w 4673016"/>
                          <a:gd name="connsiteY0-24" fmla="*/ 0 h 1049866"/>
                          <a:gd name="connsiteX1-25" fmla="*/ 4673016 w 4673016"/>
                          <a:gd name="connsiteY1-26" fmla="*/ 239402 h 1049866"/>
                          <a:gd name="connsiteX2-27" fmla="*/ 3993931 w 4673016"/>
                          <a:gd name="connsiteY2-28" fmla="*/ 541866 h 1049866"/>
                          <a:gd name="connsiteX3-29" fmla="*/ 3773798 w 4673016"/>
                          <a:gd name="connsiteY3-30" fmla="*/ 457200 h 1049866"/>
                          <a:gd name="connsiteX4-31" fmla="*/ 2300598 w 4673016"/>
                          <a:gd name="connsiteY4-32" fmla="*/ 1049866 h 1049866"/>
                          <a:gd name="connsiteX5-33" fmla="*/ 912064 w 4673016"/>
                          <a:gd name="connsiteY5-34" fmla="*/ 457200 h 1049866"/>
                          <a:gd name="connsiteX6-35" fmla="*/ 624198 w 4673016"/>
                          <a:gd name="connsiteY6-36" fmla="*/ 541866 h 1049866"/>
                          <a:gd name="connsiteX7-37" fmla="*/ 0 w 4673016"/>
                          <a:gd name="connsiteY7-38" fmla="*/ 232979 h 1049866"/>
                          <a:gd name="connsiteX8-39" fmla="*/ 912064 w 4673016"/>
                          <a:gd name="connsiteY8-40" fmla="*/ 16933 h 1049866"/>
                          <a:gd name="connsiteX9-41" fmla="*/ 2334464 w 4673016"/>
                          <a:gd name="connsiteY9-42" fmla="*/ 626533 h 1049866"/>
                          <a:gd name="connsiteX10-43" fmla="*/ 3756864 w 4673016"/>
                          <a:gd name="connsiteY10-44" fmla="*/ 0 h 1049866"/>
                          <a:gd name="connsiteX0-45" fmla="*/ 3756864 w 4673016"/>
                          <a:gd name="connsiteY0-46" fmla="*/ 0 h 1049866"/>
                          <a:gd name="connsiteX1-47" fmla="*/ 4673016 w 4673016"/>
                          <a:gd name="connsiteY1-48" fmla="*/ 239402 h 1049866"/>
                          <a:gd name="connsiteX2-49" fmla="*/ 3993931 w 4673016"/>
                          <a:gd name="connsiteY2-50" fmla="*/ 541866 h 1049866"/>
                          <a:gd name="connsiteX3-51" fmla="*/ 3784308 w 4673016"/>
                          <a:gd name="connsiteY3-52" fmla="*/ 404648 h 1049866"/>
                          <a:gd name="connsiteX4-53" fmla="*/ 2300598 w 4673016"/>
                          <a:gd name="connsiteY4-54" fmla="*/ 1049866 h 1049866"/>
                          <a:gd name="connsiteX5-55" fmla="*/ 912064 w 4673016"/>
                          <a:gd name="connsiteY5-56" fmla="*/ 457200 h 1049866"/>
                          <a:gd name="connsiteX6-57" fmla="*/ 624198 w 4673016"/>
                          <a:gd name="connsiteY6-58" fmla="*/ 541866 h 1049866"/>
                          <a:gd name="connsiteX7-59" fmla="*/ 0 w 4673016"/>
                          <a:gd name="connsiteY7-60" fmla="*/ 232979 h 1049866"/>
                          <a:gd name="connsiteX8-61" fmla="*/ 912064 w 4673016"/>
                          <a:gd name="connsiteY8-62" fmla="*/ 16933 h 1049866"/>
                          <a:gd name="connsiteX9-63" fmla="*/ 2334464 w 4673016"/>
                          <a:gd name="connsiteY9-64" fmla="*/ 626533 h 1049866"/>
                          <a:gd name="connsiteX10-65" fmla="*/ 3756864 w 4673016"/>
                          <a:gd name="connsiteY10-66" fmla="*/ 0 h 1049866"/>
                          <a:gd name="connsiteX0-67" fmla="*/ 3756864 w 4673016"/>
                          <a:gd name="connsiteY0-68" fmla="*/ 0 h 1049866"/>
                          <a:gd name="connsiteX1-69" fmla="*/ 4673016 w 4673016"/>
                          <a:gd name="connsiteY1-70" fmla="*/ 239402 h 1049866"/>
                          <a:gd name="connsiteX2-71" fmla="*/ 3993931 w 4673016"/>
                          <a:gd name="connsiteY2-72" fmla="*/ 541866 h 1049866"/>
                          <a:gd name="connsiteX3-73" fmla="*/ 3794818 w 4673016"/>
                          <a:gd name="connsiteY3-74" fmla="*/ 436179 h 1049866"/>
                          <a:gd name="connsiteX4-75" fmla="*/ 2300598 w 4673016"/>
                          <a:gd name="connsiteY4-76" fmla="*/ 1049866 h 1049866"/>
                          <a:gd name="connsiteX5-77" fmla="*/ 912064 w 4673016"/>
                          <a:gd name="connsiteY5-78" fmla="*/ 457200 h 1049866"/>
                          <a:gd name="connsiteX6-79" fmla="*/ 624198 w 4673016"/>
                          <a:gd name="connsiteY6-80" fmla="*/ 541866 h 1049866"/>
                          <a:gd name="connsiteX7-81" fmla="*/ 0 w 4673016"/>
                          <a:gd name="connsiteY7-82" fmla="*/ 232979 h 1049866"/>
                          <a:gd name="connsiteX8-83" fmla="*/ 912064 w 4673016"/>
                          <a:gd name="connsiteY8-84" fmla="*/ 16933 h 1049866"/>
                          <a:gd name="connsiteX9-85" fmla="*/ 2334464 w 4673016"/>
                          <a:gd name="connsiteY9-86" fmla="*/ 626533 h 1049866"/>
                          <a:gd name="connsiteX10-87" fmla="*/ 3756864 w 4673016"/>
                          <a:gd name="connsiteY10-88" fmla="*/ 0 h 1049866"/>
                          <a:gd name="connsiteX0-89" fmla="*/ 3756864 w 4673016"/>
                          <a:gd name="connsiteY0-90" fmla="*/ 0 h 1049866"/>
                          <a:gd name="connsiteX1-91" fmla="*/ 4673016 w 4673016"/>
                          <a:gd name="connsiteY1-92" fmla="*/ 239402 h 1049866"/>
                          <a:gd name="connsiteX2-93" fmla="*/ 3993931 w 4673016"/>
                          <a:gd name="connsiteY2-94" fmla="*/ 541866 h 1049866"/>
                          <a:gd name="connsiteX3-95" fmla="*/ 3794818 w 4673016"/>
                          <a:gd name="connsiteY3-96" fmla="*/ 436179 h 1049866"/>
                          <a:gd name="connsiteX4-97" fmla="*/ 2300598 w 4673016"/>
                          <a:gd name="connsiteY4-98" fmla="*/ 1049866 h 1049866"/>
                          <a:gd name="connsiteX5-99" fmla="*/ 912064 w 4673016"/>
                          <a:gd name="connsiteY5-100" fmla="*/ 457200 h 1049866"/>
                          <a:gd name="connsiteX6-101" fmla="*/ 624198 w 4673016"/>
                          <a:gd name="connsiteY6-102" fmla="*/ 541866 h 1049866"/>
                          <a:gd name="connsiteX7-103" fmla="*/ 0 w 4673016"/>
                          <a:gd name="connsiteY7-104" fmla="*/ 232979 h 1049866"/>
                          <a:gd name="connsiteX8-105" fmla="*/ 912064 w 4673016"/>
                          <a:gd name="connsiteY8-106" fmla="*/ 16933 h 1049866"/>
                          <a:gd name="connsiteX9-107" fmla="*/ 2323954 w 4673016"/>
                          <a:gd name="connsiteY9-108" fmla="*/ 616023 h 1049866"/>
                          <a:gd name="connsiteX10-109" fmla="*/ 3756864 w 4673016"/>
                          <a:gd name="connsiteY10-110" fmla="*/ 0 h 1049866"/>
                          <a:gd name="connsiteX0-111" fmla="*/ 3756864 w 4673016"/>
                          <a:gd name="connsiteY0-112" fmla="*/ 0 h 1049866"/>
                          <a:gd name="connsiteX1-113" fmla="*/ 4673016 w 4673016"/>
                          <a:gd name="connsiteY1-114" fmla="*/ 239402 h 1049866"/>
                          <a:gd name="connsiteX2-115" fmla="*/ 3993931 w 4673016"/>
                          <a:gd name="connsiteY2-116" fmla="*/ 541866 h 1049866"/>
                          <a:gd name="connsiteX3-117" fmla="*/ 3794818 w 4673016"/>
                          <a:gd name="connsiteY3-118" fmla="*/ 436179 h 1049866"/>
                          <a:gd name="connsiteX4-119" fmla="*/ 2300598 w 4673016"/>
                          <a:gd name="connsiteY4-120" fmla="*/ 1049866 h 1049866"/>
                          <a:gd name="connsiteX5-121" fmla="*/ 912064 w 4673016"/>
                          <a:gd name="connsiteY5-122" fmla="*/ 457200 h 1049866"/>
                          <a:gd name="connsiteX6-123" fmla="*/ 624198 w 4673016"/>
                          <a:gd name="connsiteY6-124" fmla="*/ 541866 h 1049866"/>
                          <a:gd name="connsiteX7-125" fmla="*/ 0 w 4673016"/>
                          <a:gd name="connsiteY7-126" fmla="*/ 275021 h 1049866"/>
                          <a:gd name="connsiteX8-127" fmla="*/ 912064 w 4673016"/>
                          <a:gd name="connsiteY8-128" fmla="*/ 16933 h 1049866"/>
                          <a:gd name="connsiteX9-129" fmla="*/ 2323954 w 4673016"/>
                          <a:gd name="connsiteY9-130" fmla="*/ 616023 h 1049866"/>
                          <a:gd name="connsiteX10-131" fmla="*/ 3756864 w 4673016"/>
                          <a:gd name="connsiteY10-132" fmla="*/ 0 h 1049866"/>
                          <a:gd name="connsiteX0-133" fmla="*/ 3756864 w 4673016"/>
                          <a:gd name="connsiteY0-134" fmla="*/ 0 h 1049866"/>
                          <a:gd name="connsiteX1-135" fmla="*/ 4673016 w 4673016"/>
                          <a:gd name="connsiteY1-136" fmla="*/ 239402 h 1049866"/>
                          <a:gd name="connsiteX2-137" fmla="*/ 3993931 w 4673016"/>
                          <a:gd name="connsiteY2-138" fmla="*/ 541866 h 1049866"/>
                          <a:gd name="connsiteX3-139" fmla="*/ 3815839 w 4673016"/>
                          <a:gd name="connsiteY3-140" fmla="*/ 467710 h 1049866"/>
                          <a:gd name="connsiteX4-141" fmla="*/ 2300598 w 4673016"/>
                          <a:gd name="connsiteY4-142" fmla="*/ 1049866 h 1049866"/>
                          <a:gd name="connsiteX5-143" fmla="*/ 912064 w 4673016"/>
                          <a:gd name="connsiteY5-144" fmla="*/ 457200 h 1049866"/>
                          <a:gd name="connsiteX6-145" fmla="*/ 624198 w 4673016"/>
                          <a:gd name="connsiteY6-146" fmla="*/ 541866 h 1049866"/>
                          <a:gd name="connsiteX7-147" fmla="*/ 0 w 4673016"/>
                          <a:gd name="connsiteY7-148" fmla="*/ 275021 h 1049866"/>
                          <a:gd name="connsiteX8-149" fmla="*/ 912064 w 4673016"/>
                          <a:gd name="connsiteY8-150" fmla="*/ 16933 h 1049866"/>
                          <a:gd name="connsiteX9-151" fmla="*/ 2323954 w 4673016"/>
                          <a:gd name="connsiteY9-152" fmla="*/ 616023 h 1049866"/>
                          <a:gd name="connsiteX10-153" fmla="*/ 3756864 w 4673016"/>
                          <a:gd name="connsiteY10-154" fmla="*/ 0 h 1049866"/>
                        </a:gdLst>
                        <a:ahLst/>
                        <a:cxnLst>
                          <a:cxn ang="0">
                            <a:pos x="connsiteX0-1" y="connsiteY0-2"/>
                          </a:cxn>
                          <a:cxn ang="0">
                            <a:pos x="connsiteX1-3" y="connsiteY1-4"/>
                          </a:cxn>
                          <a:cxn ang="0">
                            <a:pos x="connsiteX2-5" y="connsiteY2-6"/>
                          </a:cxn>
                          <a:cxn ang="0">
                            <a:pos x="connsiteX3-7" y="connsiteY3-8"/>
                          </a:cxn>
                          <a:cxn ang="0">
                            <a:pos x="connsiteX4-9" y="connsiteY4-10"/>
                          </a:cxn>
                          <a:cxn ang="0">
                            <a:pos x="connsiteX5-11" y="connsiteY5-12"/>
                          </a:cxn>
                          <a:cxn ang="0">
                            <a:pos x="connsiteX6-13" y="connsiteY6-14"/>
                          </a:cxn>
                          <a:cxn ang="0">
                            <a:pos x="connsiteX7-15" y="connsiteY7-16"/>
                          </a:cxn>
                          <a:cxn ang="0">
                            <a:pos x="connsiteX8-17" y="connsiteY8-18"/>
                          </a:cxn>
                          <a:cxn ang="0">
                            <a:pos x="connsiteX9-19" y="connsiteY9-20"/>
                          </a:cxn>
                          <a:cxn ang="0">
                            <a:pos x="connsiteX10-21" y="connsiteY10-22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73" name="Freeform 372"/>
                      <p:cNvSpPr/>
                      <p:nvPr/>
                    </p:nvSpPr>
                    <p:spPr>
                      <a:xfrm>
                        <a:off x="8519948" y="32067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74" name="Freeform 373"/>
                      <p:cNvSpPr/>
                      <p:nvPr/>
                    </p:nvSpPr>
                    <p:spPr>
                      <a:xfrm>
                        <a:off x="7939341" y="32067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75" name="Freeform 374"/>
                      <p:cNvSpPr/>
                      <p:nvPr/>
                    </p:nvSpPr>
                    <p:spPr>
                      <a:xfrm>
                        <a:off x="8047413" y="31234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-1" fmla="*/ 168165 w 3731172"/>
                          <a:gd name="connsiteY0-2" fmla="*/ 73572 h 1418896"/>
                          <a:gd name="connsiteX1-3" fmla="*/ 451945 w 3731172"/>
                          <a:gd name="connsiteY1-4" fmla="*/ 0 h 1418896"/>
                          <a:gd name="connsiteX2-5" fmla="*/ 1881352 w 3731172"/>
                          <a:gd name="connsiteY2-6" fmla="*/ 599089 h 1418896"/>
                          <a:gd name="connsiteX3-7" fmla="*/ 3363310 w 3731172"/>
                          <a:gd name="connsiteY3-8" fmla="*/ 0 h 1418896"/>
                          <a:gd name="connsiteX4-9" fmla="*/ 3584027 w 3731172"/>
                          <a:gd name="connsiteY4-10" fmla="*/ 73572 h 1418896"/>
                          <a:gd name="connsiteX5-11" fmla="*/ 2627586 w 3731172"/>
                          <a:gd name="connsiteY5-12" fmla="*/ 441434 h 1418896"/>
                          <a:gd name="connsiteX6-13" fmla="*/ 2596055 w 3731172"/>
                          <a:gd name="connsiteY6-14" fmla="*/ 914400 h 1418896"/>
                          <a:gd name="connsiteX7-15" fmla="*/ 3731172 w 3731172"/>
                          <a:gd name="connsiteY7-16" fmla="*/ 1345324 h 1418896"/>
                          <a:gd name="connsiteX8-17" fmla="*/ 3447393 w 3731172"/>
                          <a:gd name="connsiteY8-18" fmla="*/ 1408386 h 1418896"/>
                          <a:gd name="connsiteX9-19" fmla="*/ 1870841 w 3731172"/>
                          <a:gd name="connsiteY9-20" fmla="*/ 746234 h 1418896"/>
                          <a:gd name="connsiteX10-21" fmla="*/ 262758 w 3731172"/>
                          <a:gd name="connsiteY10-22" fmla="*/ 1418896 h 1418896"/>
                          <a:gd name="connsiteX11-23" fmla="*/ 0 w 3731172"/>
                          <a:gd name="connsiteY11-24" fmla="*/ 1324303 h 1418896"/>
                          <a:gd name="connsiteX12-25" fmla="*/ 1145627 w 3731172"/>
                          <a:gd name="connsiteY12-26" fmla="*/ 882869 h 1418896"/>
                          <a:gd name="connsiteX13-27" fmla="*/ 1114096 w 3731172"/>
                          <a:gd name="connsiteY13-28" fmla="*/ 409903 h 1418896"/>
                          <a:gd name="connsiteX14-29" fmla="*/ 441434 w 3731172"/>
                          <a:gd name="connsiteY14-30" fmla="*/ 10510 h 1418896"/>
                          <a:gd name="connsiteX15-31" fmla="*/ 441434 w 3731172"/>
                          <a:gd name="connsiteY15-32" fmla="*/ 10510 h 1418896"/>
                          <a:gd name="connsiteX0-33" fmla="*/ 168165 w 3731172"/>
                          <a:gd name="connsiteY0-34" fmla="*/ 73572 h 1418896"/>
                          <a:gd name="connsiteX1-35" fmla="*/ 451945 w 3731172"/>
                          <a:gd name="connsiteY1-36" fmla="*/ 0 h 1418896"/>
                          <a:gd name="connsiteX2-37" fmla="*/ 1881352 w 3731172"/>
                          <a:gd name="connsiteY2-38" fmla="*/ 599089 h 1418896"/>
                          <a:gd name="connsiteX3-39" fmla="*/ 3363310 w 3731172"/>
                          <a:gd name="connsiteY3-40" fmla="*/ 0 h 1418896"/>
                          <a:gd name="connsiteX4-41" fmla="*/ 3584027 w 3731172"/>
                          <a:gd name="connsiteY4-42" fmla="*/ 73572 h 1418896"/>
                          <a:gd name="connsiteX5-43" fmla="*/ 2627586 w 3731172"/>
                          <a:gd name="connsiteY5-44" fmla="*/ 441434 h 1418896"/>
                          <a:gd name="connsiteX6-45" fmla="*/ 2596055 w 3731172"/>
                          <a:gd name="connsiteY6-46" fmla="*/ 914400 h 1418896"/>
                          <a:gd name="connsiteX7-47" fmla="*/ 3731172 w 3731172"/>
                          <a:gd name="connsiteY7-48" fmla="*/ 1345324 h 1418896"/>
                          <a:gd name="connsiteX8-49" fmla="*/ 3447393 w 3731172"/>
                          <a:gd name="connsiteY8-50" fmla="*/ 1408386 h 1418896"/>
                          <a:gd name="connsiteX9-51" fmla="*/ 1870841 w 3731172"/>
                          <a:gd name="connsiteY9-52" fmla="*/ 746234 h 1418896"/>
                          <a:gd name="connsiteX10-53" fmla="*/ 262758 w 3731172"/>
                          <a:gd name="connsiteY10-54" fmla="*/ 1418896 h 1418896"/>
                          <a:gd name="connsiteX11-55" fmla="*/ 0 w 3731172"/>
                          <a:gd name="connsiteY11-56" fmla="*/ 1324303 h 1418896"/>
                          <a:gd name="connsiteX12-57" fmla="*/ 1145627 w 3731172"/>
                          <a:gd name="connsiteY12-58" fmla="*/ 882869 h 1418896"/>
                          <a:gd name="connsiteX13-59" fmla="*/ 1114096 w 3731172"/>
                          <a:gd name="connsiteY13-60" fmla="*/ 409903 h 1418896"/>
                          <a:gd name="connsiteX14-61" fmla="*/ 441434 w 3731172"/>
                          <a:gd name="connsiteY14-62" fmla="*/ 10510 h 1418896"/>
                          <a:gd name="connsiteX0-63" fmla="*/ 168165 w 3731172"/>
                          <a:gd name="connsiteY0-64" fmla="*/ 73572 h 1418896"/>
                          <a:gd name="connsiteX1-65" fmla="*/ 451945 w 3731172"/>
                          <a:gd name="connsiteY1-66" fmla="*/ 0 h 1418896"/>
                          <a:gd name="connsiteX2-67" fmla="*/ 1881352 w 3731172"/>
                          <a:gd name="connsiteY2-68" fmla="*/ 599089 h 1418896"/>
                          <a:gd name="connsiteX3-69" fmla="*/ 3363310 w 3731172"/>
                          <a:gd name="connsiteY3-70" fmla="*/ 0 h 1418896"/>
                          <a:gd name="connsiteX4-71" fmla="*/ 3584027 w 3731172"/>
                          <a:gd name="connsiteY4-72" fmla="*/ 73572 h 1418896"/>
                          <a:gd name="connsiteX5-73" fmla="*/ 2627586 w 3731172"/>
                          <a:gd name="connsiteY5-74" fmla="*/ 441434 h 1418896"/>
                          <a:gd name="connsiteX6-75" fmla="*/ 2596055 w 3731172"/>
                          <a:gd name="connsiteY6-76" fmla="*/ 914400 h 1418896"/>
                          <a:gd name="connsiteX7-77" fmla="*/ 3731172 w 3731172"/>
                          <a:gd name="connsiteY7-78" fmla="*/ 1345324 h 1418896"/>
                          <a:gd name="connsiteX8-79" fmla="*/ 3447393 w 3731172"/>
                          <a:gd name="connsiteY8-80" fmla="*/ 1408386 h 1418896"/>
                          <a:gd name="connsiteX9-81" fmla="*/ 1870841 w 3731172"/>
                          <a:gd name="connsiteY9-82" fmla="*/ 746234 h 1418896"/>
                          <a:gd name="connsiteX10-83" fmla="*/ 262758 w 3731172"/>
                          <a:gd name="connsiteY10-84" fmla="*/ 1418896 h 1418896"/>
                          <a:gd name="connsiteX11-85" fmla="*/ 0 w 3731172"/>
                          <a:gd name="connsiteY11-86" fmla="*/ 1324303 h 1418896"/>
                          <a:gd name="connsiteX12-87" fmla="*/ 1145627 w 3731172"/>
                          <a:gd name="connsiteY12-88" fmla="*/ 882869 h 1418896"/>
                          <a:gd name="connsiteX13-89" fmla="*/ 1114096 w 3731172"/>
                          <a:gd name="connsiteY13-90" fmla="*/ 409903 h 1418896"/>
                          <a:gd name="connsiteX14-91" fmla="*/ 357351 w 3731172"/>
                          <a:gd name="connsiteY14-92" fmla="*/ 115613 h 1418896"/>
                          <a:gd name="connsiteX0-93" fmla="*/ 168165 w 3731172"/>
                          <a:gd name="connsiteY0-94" fmla="*/ 73572 h 1418896"/>
                          <a:gd name="connsiteX1-95" fmla="*/ 451945 w 3731172"/>
                          <a:gd name="connsiteY1-96" fmla="*/ 0 h 1418896"/>
                          <a:gd name="connsiteX2-97" fmla="*/ 1881352 w 3731172"/>
                          <a:gd name="connsiteY2-98" fmla="*/ 599089 h 1418896"/>
                          <a:gd name="connsiteX3-99" fmla="*/ 3363310 w 3731172"/>
                          <a:gd name="connsiteY3-100" fmla="*/ 0 h 1418896"/>
                          <a:gd name="connsiteX4-101" fmla="*/ 3584027 w 3731172"/>
                          <a:gd name="connsiteY4-102" fmla="*/ 73572 h 1418896"/>
                          <a:gd name="connsiteX5-103" fmla="*/ 2627586 w 3731172"/>
                          <a:gd name="connsiteY5-104" fmla="*/ 441434 h 1418896"/>
                          <a:gd name="connsiteX6-105" fmla="*/ 2596055 w 3731172"/>
                          <a:gd name="connsiteY6-106" fmla="*/ 914400 h 1418896"/>
                          <a:gd name="connsiteX7-107" fmla="*/ 3731172 w 3731172"/>
                          <a:gd name="connsiteY7-108" fmla="*/ 1345324 h 1418896"/>
                          <a:gd name="connsiteX8-109" fmla="*/ 3447393 w 3731172"/>
                          <a:gd name="connsiteY8-110" fmla="*/ 1408386 h 1418896"/>
                          <a:gd name="connsiteX9-111" fmla="*/ 1870841 w 3731172"/>
                          <a:gd name="connsiteY9-112" fmla="*/ 746234 h 1418896"/>
                          <a:gd name="connsiteX10-113" fmla="*/ 262758 w 3731172"/>
                          <a:gd name="connsiteY10-114" fmla="*/ 1418896 h 1418896"/>
                          <a:gd name="connsiteX11-115" fmla="*/ 0 w 3731172"/>
                          <a:gd name="connsiteY11-116" fmla="*/ 1324303 h 1418896"/>
                          <a:gd name="connsiteX12-117" fmla="*/ 1145627 w 3731172"/>
                          <a:gd name="connsiteY12-118" fmla="*/ 882869 h 1418896"/>
                          <a:gd name="connsiteX13-119" fmla="*/ 1114096 w 3731172"/>
                          <a:gd name="connsiteY13-120" fmla="*/ 409903 h 1418896"/>
                          <a:gd name="connsiteX14-121" fmla="*/ 147144 w 3731172"/>
                          <a:gd name="connsiteY14-122" fmla="*/ 63061 h 1418896"/>
                          <a:gd name="connsiteX0-123" fmla="*/ 168165 w 3731172"/>
                          <a:gd name="connsiteY0-124" fmla="*/ 73572 h 1418896"/>
                          <a:gd name="connsiteX1-125" fmla="*/ 451945 w 3731172"/>
                          <a:gd name="connsiteY1-126" fmla="*/ 0 h 1418896"/>
                          <a:gd name="connsiteX2-127" fmla="*/ 1881352 w 3731172"/>
                          <a:gd name="connsiteY2-128" fmla="*/ 599089 h 1418896"/>
                          <a:gd name="connsiteX3-129" fmla="*/ 3363310 w 3731172"/>
                          <a:gd name="connsiteY3-130" fmla="*/ 0 h 1418896"/>
                          <a:gd name="connsiteX4-131" fmla="*/ 3584027 w 3731172"/>
                          <a:gd name="connsiteY4-132" fmla="*/ 73572 h 1418896"/>
                          <a:gd name="connsiteX5-133" fmla="*/ 2627586 w 3731172"/>
                          <a:gd name="connsiteY5-134" fmla="*/ 441434 h 1418896"/>
                          <a:gd name="connsiteX6-135" fmla="*/ 2596055 w 3731172"/>
                          <a:gd name="connsiteY6-136" fmla="*/ 914400 h 1418896"/>
                          <a:gd name="connsiteX7-137" fmla="*/ 3731172 w 3731172"/>
                          <a:gd name="connsiteY7-138" fmla="*/ 1345324 h 1418896"/>
                          <a:gd name="connsiteX8-139" fmla="*/ 3447393 w 3731172"/>
                          <a:gd name="connsiteY8-140" fmla="*/ 1408386 h 1418896"/>
                          <a:gd name="connsiteX9-141" fmla="*/ 1870841 w 3731172"/>
                          <a:gd name="connsiteY9-142" fmla="*/ 746234 h 1418896"/>
                          <a:gd name="connsiteX10-143" fmla="*/ 262758 w 3731172"/>
                          <a:gd name="connsiteY10-144" fmla="*/ 1418896 h 1418896"/>
                          <a:gd name="connsiteX11-145" fmla="*/ 0 w 3731172"/>
                          <a:gd name="connsiteY11-146" fmla="*/ 1324303 h 1418896"/>
                          <a:gd name="connsiteX12-147" fmla="*/ 1145627 w 3731172"/>
                          <a:gd name="connsiteY12-148" fmla="*/ 882869 h 1418896"/>
                          <a:gd name="connsiteX13-149" fmla="*/ 1114096 w 3731172"/>
                          <a:gd name="connsiteY13-150" fmla="*/ 420413 h 1418896"/>
                          <a:gd name="connsiteX14-151" fmla="*/ 147144 w 3731172"/>
                          <a:gd name="connsiteY14-152" fmla="*/ 63061 h 1418896"/>
                          <a:gd name="connsiteX0-153" fmla="*/ 168165 w 3731172"/>
                          <a:gd name="connsiteY0-154" fmla="*/ 73572 h 1418896"/>
                          <a:gd name="connsiteX1-155" fmla="*/ 451945 w 3731172"/>
                          <a:gd name="connsiteY1-156" fmla="*/ 0 h 1418896"/>
                          <a:gd name="connsiteX2-157" fmla="*/ 1881352 w 3731172"/>
                          <a:gd name="connsiteY2-158" fmla="*/ 599089 h 1418896"/>
                          <a:gd name="connsiteX3-159" fmla="*/ 3363310 w 3731172"/>
                          <a:gd name="connsiteY3-160" fmla="*/ 0 h 1418896"/>
                          <a:gd name="connsiteX4-161" fmla="*/ 3584027 w 3731172"/>
                          <a:gd name="connsiteY4-162" fmla="*/ 73572 h 1418896"/>
                          <a:gd name="connsiteX5-163" fmla="*/ 2627586 w 3731172"/>
                          <a:gd name="connsiteY5-164" fmla="*/ 441434 h 1418896"/>
                          <a:gd name="connsiteX6-165" fmla="*/ 2596055 w 3731172"/>
                          <a:gd name="connsiteY6-166" fmla="*/ 914400 h 1418896"/>
                          <a:gd name="connsiteX7-167" fmla="*/ 3731172 w 3731172"/>
                          <a:gd name="connsiteY7-168" fmla="*/ 1345324 h 1418896"/>
                          <a:gd name="connsiteX8-169" fmla="*/ 3447393 w 3731172"/>
                          <a:gd name="connsiteY8-170" fmla="*/ 1408386 h 1418896"/>
                          <a:gd name="connsiteX9-171" fmla="*/ 1870841 w 3731172"/>
                          <a:gd name="connsiteY9-172" fmla="*/ 746234 h 1418896"/>
                          <a:gd name="connsiteX10-173" fmla="*/ 262758 w 3731172"/>
                          <a:gd name="connsiteY10-174" fmla="*/ 1418896 h 1418896"/>
                          <a:gd name="connsiteX11-175" fmla="*/ 0 w 3731172"/>
                          <a:gd name="connsiteY11-176" fmla="*/ 1324303 h 1418896"/>
                          <a:gd name="connsiteX12-177" fmla="*/ 1145627 w 3731172"/>
                          <a:gd name="connsiteY12-178" fmla="*/ 882869 h 1418896"/>
                          <a:gd name="connsiteX13-179" fmla="*/ 1114096 w 3731172"/>
                          <a:gd name="connsiteY13-180" fmla="*/ 420413 h 1418896"/>
                          <a:gd name="connsiteX14-181" fmla="*/ 189185 w 3731172"/>
                          <a:gd name="connsiteY14-182" fmla="*/ 84081 h 1418896"/>
                          <a:gd name="connsiteX0-183" fmla="*/ 168165 w 3731172"/>
                          <a:gd name="connsiteY0-184" fmla="*/ 73572 h 1418896"/>
                          <a:gd name="connsiteX1-185" fmla="*/ 451945 w 3731172"/>
                          <a:gd name="connsiteY1-186" fmla="*/ 0 h 1418896"/>
                          <a:gd name="connsiteX2-187" fmla="*/ 1881352 w 3731172"/>
                          <a:gd name="connsiteY2-188" fmla="*/ 599089 h 1418896"/>
                          <a:gd name="connsiteX3-189" fmla="*/ 3363310 w 3731172"/>
                          <a:gd name="connsiteY3-190" fmla="*/ 0 h 1418896"/>
                          <a:gd name="connsiteX4-191" fmla="*/ 3584027 w 3731172"/>
                          <a:gd name="connsiteY4-192" fmla="*/ 73572 h 1418896"/>
                          <a:gd name="connsiteX5-193" fmla="*/ 2627586 w 3731172"/>
                          <a:gd name="connsiteY5-194" fmla="*/ 441434 h 1418896"/>
                          <a:gd name="connsiteX6-195" fmla="*/ 2596055 w 3731172"/>
                          <a:gd name="connsiteY6-196" fmla="*/ 914400 h 1418896"/>
                          <a:gd name="connsiteX7-197" fmla="*/ 3731172 w 3731172"/>
                          <a:gd name="connsiteY7-198" fmla="*/ 1345324 h 1418896"/>
                          <a:gd name="connsiteX8-199" fmla="*/ 3447393 w 3731172"/>
                          <a:gd name="connsiteY8-200" fmla="*/ 1408386 h 1418896"/>
                          <a:gd name="connsiteX9-201" fmla="*/ 1870841 w 3731172"/>
                          <a:gd name="connsiteY9-202" fmla="*/ 746234 h 1418896"/>
                          <a:gd name="connsiteX10-203" fmla="*/ 262758 w 3731172"/>
                          <a:gd name="connsiteY10-204" fmla="*/ 1418896 h 1418896"/>
                          <a:gd name="connsiteX11-205" fmla="*/ 0 w 3731172"/>
                          <a:gd name="connsiteY11-206" fmla="*/ 1324303 h 1418896"/>
                          <a:gd name="connsiteX12-207" fmla="*/ 1145627 w 3731172"/>
                          <a:gd name="connsiteY12-208" fmla="*/ 882869 h 1418896"/>
                          <a:gd name="connsiteX13-209" fmla="*/ 1114096 w 3731172"/>
                          <a:gd name="connsiteY13-210" fmla="*/ 420413 h 1418896"/>
                          <a:gd name="connsiteX14-211" fmla="*/ 189185 w 3731172"/>
                          <a:gd name="connsiteY14-212" fmla="*/ 84081 h 1418896"/>
                          <a:gd name="connsiteX15-213" fmla="*/ 168165 w 3731172"/>
                          <a:gd name="connsiteY15-214" fmla="*/ 73572 h 1418896"/>
                          <a:gd name="connsiteX0-215" fmla="*/ 168165 w 3731172"/>
                          <a:gd name="connsiteY0-216" fmla="*/ 73572 h 1418896"/>
                          <a:gd name="connsiteX1-217" fmla="*/ 451945 w 3731172"/>
                          <a:gd name="connsiteY1-218" fmla="*/ 0 h 1418896"/>
                          <a:gd name="connsiteX2-219" fmla="*/ 1881352 w 3731172"/>
                          <a:gd name="connsiteY2-220" fmla="*/ 599089 h 1418896"/>
                          <a:gd name="connsiteX3-221" fmla="*/ 3363310 w 3731172"/>
                          <a:gd name="connsiteY3-222" fmla="*/ 0 h 1418896"/>
                          <a:gd name="connsiteX4-223" fmla="*/ 3584027 w 3731172"/>
                          <a:gd name="connsiteY4-224" fmla="*/ 73572 h 1418896"/>
                          <a:gd name="connsiteX5-225" fmla="*/ 2627586 w 3731172"/>
                          <a:gd name="connsiteY5-226" fmla="*/ 441434 h 1418896"/>
                          <a:gd name="connsiteX6-227" fmla="*/ 2596055 w 3731172"/>
                          <a:gd name="connsiteY6-228" fmla="*/ 914400 h 1418896"/>
                          <a:gd name="connsiteX7-229" fmla="*/ 3731172 w 3731172"/>
                          <a:gd name="connsiteY7-230" fmla="*/ 1345324 h 1418896"/>
                          <a:gd name="connsiteX8-231" fmla="*/ 3447393 w 3731172"/>
                          <a:gd name="connsiteY8-232" fmla="*/ 1408386 h 1418896"/>
                          <a:gd name="connsiteX9-233" fmla="*/ 1870841 w 3731172"/>
                          <a:gd name="connsiteY9-234" fmla="*/ 746234 h 1418896"/>
                          <a:gd name="connsiteX10-235" fmla="*/ 262758 w 3731172"/>
                          <a:gd name="connsiteY10-236" fmla="*/ 1418896 h 1418896"/>
                          <a:gd name="connsiteX11-237" fmla="*/ 0 w 3731172"/>
                          <a:gd name="connsiteY11-238" fmla="*/ 1324303 h 1418896"/>
                          <a:gd name="connsiteX12-239" fmla="*/ 1145627 w 3731172"/>
                          <a:gd name="connsiteY12-240" fmla="*/ 882869 h 1418896"/>
                          <a:gd name="connsiteX13-241" fmla="*/ 1156137 w 3731172"/>
                          <a:gd name="connsiteY13-242" fmla="*/ 441434 h 1418896"/>
                          <a:gd name="connsiteX14-243" fmla="*/ 189185 w 3731172"/>
                          <a:gd name="connsiteY14-244" fmla="*/ 84081 h 1418896"/>
                          <a:gd name="connsiteX15-245" fmla="*/ 168165 w 3731172"/>
                          <a:gd name="connsiteY15-246" fmla="*/ 73572 h 1418896"/>
                          <a:gd name="connsiteX0-247" fmla="*/ 168165 w 3731172"/>
                          <a:gd name="connsiteY0-248" fmla="*/ 73572 h 1418896"/>
                          <a:gd name="connsiteX1-249" fmla="*/ 451945 w 3731172"/>
                          <a:gd name="connsiteY1-250" fmla="*/ 0 h 1418896"/>
                          <a:gd name="connsiteX2-251" fmla="*/ 1881352 w 3731172"/>
                          <a:gd name="connsiteY2-252" fmla="*/ 599089 h 1418896"/>
                          <a:gd name="connsiteX3-253" fmla="*/ 3363310 w 3731172"/>
                          <a:gd name="connsiteY3-254" fmla="*/ 0 h 1418896"/>
                          <a:gd name="connsiteX4-255" fmla="*/ 3584027 w 3731172"/>
                          <a:gd name="connsiteY4-256" fmla="*/ 73572 h 1418896"/>
                          <a:gd name="connsiteX5-257" fmla="*/ 2627586 w 3731172"/>
                          <a:gd name="connsiteY5-258" fmla="*/ 441434 h 1418896"/>
                          <a:gd name="connsiteX6-259" fmla="*/ 2596055 w 3731172"/>
                          <a:gd name="connsiteY6-260" fmla="*/ 914400 h 1418896"/>
                          <a:gd name="connsiteX7-261" fmla="*/ 3731172 w 3731172"/>
                          <a:gd name="connsiteY7-262" fmla="*/ 1345324 h 1418896"/>
                          <a:gd name="connsiteX8-263" fmla="*/ 3447393 w 3731172"/>
                          <a:gd name="connsiteY8-264" fmla="*/ 1408386 h 1418896"/>
                          <a:gd name="connsiteX9-265" fmla="*/ 1870841 w 3731172"/>
                          <a:gd name="connsiteY9-266" fmla="*/ 746234 h 1418896"/>
                          <a:gd name="connsiteX10-267" fmla="*/ 262758 w 3731172"/>
                          <a:gd name="connsiteY10-268" fmla="*/ 1418896 h 1418896"/>
                          <a:gd name="connsiteX11-269" fmla="*/ 0 w 3731172"/>
                          <a:gd name="connsiteY11-270" fmla="*/ 1324303 h 1418896"/>
                          <a:gd name="connsiteX12-271" fmla="*/ 1145627 w 3731172"/>
                          <a:gd name="connsiteY12-272" fmla="*/ 882869 h 1418896"/>
                          <a:gd name="connsiteX13-273" fmla="*/ 1145626 w 3731172"/>
                          <a:gd name="connsiteY13-274" fmla="*/ 451945 h 1418896"/>
                          <a:gd name="connsiteX14-275" fmla="*/ 189185 w 3731172"/>
                          <a:gd name="connsiteY14-276" fmla="*/ 84081 h 1418896"/>
                          <a:gd name="connsiteX15-277" fmla="*/ 168165 w 3731172"/>
                          <a:gd name="connsiteY15-278" fmla="*/ 73572 h 1418896"/>
                          <a:gd name="connsiteX0-279" fmla="*/ 168165 w 3731172"/>
                          <a:gd name="connsiteY0-280" fmla="*/ 73572 h 1418896"/>
                          <a:gd name="connsiteX1-281" fmla="*/ 451945 w 3731172"/>
                          <a:gd name="connsiteY1-282" fmla="*/ 0 h 1418896"/>
                          <a:gd name="connsiteX2-283" fmla="*/ 1881352 w 3731172"/>
                          <a:gd name="connsiteY2-284" fmla="*/ 599089 h 1418896"/>
                          <a:gd name="connsiteX3-285" fmla="*/ 3363310 w 3731172"/>
                          <a:gd name="connsiteY3-286" fmla="*/ 0 h 1418896"/>
                          <a:gd name="connsiteX4-287" fmla="*/ 3584027 w 3731172"/>
                          <a:gd name="connsiteY4-288" fmla="*/ 73572 h 1418896"/>
                          <a:gd name="connsiteX5-289" fmla="*/ 2627586 w 3731172"/>
                          <a:gd name="connsiteY5-290" fmla="*/ 441434 h 1418896"/>
                          <a:gd name="connsiteX6-291" fmla="*/ 2596055 w 3731172"/>
                          <a:gd name="connsiteY6-292" fmla="*/ 914400 h 1418896"/>
                          <a:gd name="connsiteX7-293" fmla="*/ 3731172 w 3731172"/>
                          <a:gd name="connsiteY7-294" fmla="*/ 1345324 h 1418896"/>
                          <a:gd name="connsiteX8-295" fmla="*/ 3447393 w 3731172"/>
                          <a:gd name="connsiteY8-296" fmla="*/ 1408386 h 1418896"/>
                          <a:gd name="connsiteX9-297" fmla="*/ 1870841 w 3731172"/>
                          <a:gd name="connsiteY9-298" fmla="*/ 746234 h 1418896"/>
                          <a:gd name="connsiteX10-299" fmla="*/ 262758 w 3731172"/>
                          <a:gd name="connsiteY10-300" fmla="*/ 1418896 h 1418896"/>
                          <a:gd name="connsiteX11-301" fmla="*/ 0 w 3731172"/>
                          <a:gd name="connsiteY11-302" fmla="*/ 1324303 h 1418896"/>
                          <a:gd name="connsiteX12-303" fmla="*/ 1145627 w 3731172"/>
                          <a:gd name="connsiteY12-304" fmla="*/ 903890 h 1418896"/>
                          <a:gd name="connsiteX13-305" fmla="*/ 1145626 w 3731172"/>
                          <a:gd name="connsiteY13-306" fmla="*/ 451945 h 1418896"/>
                          <a:gd name="connsiteX14-307" fmla="*/ 189185 w 3731172"/>
                          <a:gd name="connsiteY14-308" fmla="*/ 84081 h 1418896"/>
                          <a:gd name="connsiteX15-309" fmla="*/ 168165 w 3731172"/>
                          <a:gd name="connsiteY15-310" fmla="*/ 73572 h 1418896"/>
                          <a:gd name="connsiteX0-311" fmla="*/ 147144 w 3710151"/>
                          <a:gd name="connsiteY0-312" fmla="*/ 73572 h 1418896"/>
                          <a:gd name="connsiteX1-313" fmla="*/ 430924 w 3710151"/>
                          <a:gd name="connsiteY1-314" fmla="*/ 0 h 1418896"/>
                          <a:gd name="connsiteX2-315" fmla="*/ 1860331 w 3710151"/>
                          <a:gd name="connsiteY2-316" fmla="*/ 599089 h 1418896"/>
                          <a:gd name="connsiteX3-317" fmla="*/ 3342289 w 3710151"/>
                          <a:gd name="connsiteY3-318" fmla="*/ 0 h 1418896"/>
                          <a:gd name="connsiteX4-319" fmla="*/ 3563006 w 3710151"/>
                          <a:gd name="connsiteY4-320" fmla="*/ 73572 h 1418896"/>
                          <a:gd name="connsiteX5-321" fmla="*/ 2606565 w 3710151"/>
                          <a:gd name="connsiteY5-322" fmla="*/ 441434 h 1418896"/>
                          <a:gd name="connsiteX6-323" fmla="*/ 2575034 w 3710151"/>
                          <a:gd name="connsiteY6-324" fmla="*/ 914400 h 1418896"/>
                          <a:gd name="connsiteX7-325" fmla="*/ 3710151 w 3710151"/>
                          <a:gd name="connsiteY7-326" fmla="*/ 1345324 h 1418896"/>
                          <a:gd name="connsiteX8-327" fmla="*/ 3426372 w 3710151"/>
                          <a:gd name="connsiteY8-328" fmla="*/ 1408386 h 1418896"/>
                          <a:gd name="connsiteX9-329" fmla="*/ 1849820 w 3710151"/>
                          <a:gd name="connsiteY9-330" fmla="*/ 746234 h 1418896"/>
                          <a:gd name="connsiteX10-331" fmla="*/ 241737 w 3710151"/>
                          <a:gd name="connsiteY10-332" fmla="*/ 1418896 h 1418896"/>
                          <a:gd name="connsiteX11-333" fmla="*/ 0 w 3710151"/>
                          <a:gd name="connsiteY11-334" fmla="*/ 1334814 h 1418896"/>
                          <a:gd name="connsiteX12-335" fmla="*/ 1124606 w 3710151"/>
                          <a:gd name="connsiteY12-336" fmla="*/ 903890 h 1418896"/>
                          <a:gd name="connsiteX13-337" fmla="*/ 1124605 w 3710151"/>
                          <a:gd name="connsiteY13-338" fmla="*/ 451945 h 1418896"/>
                          <a:gd name="connsiteX14-339" fmla="*/ 168164 w 3710151"/>
                          <a:gd name="connsiteY14-340" fmla="*/ 84081 h 1418896"/>
                          <a:gd name="connsiteX15-341" fmla="*/ 147144 w 3710151"/>
                          <a:gd name="connsiteY15-342" fmla="*/ 73572 h 1418896"/>
                          <a:gd name="connsiteX0-343" fmla="*/ 147144 w 3710151"/>
                          <a:gd name="connsiteY0-344" fmla="*/ 73572 h 1418896"/>
                          <a:gd name="connsiteX1-345" fmla="*/ 430924 w 3710151"/>
                          <a:gd name="connsiteY1-346" fmla="*/ 0 h 1418896"/>
                          <a:gd name="connsiteX2-347" fmla="*/ 1860331 w 3710151"/>
                          <a:gd name="connsiteY2-348" fmla="*/ 599089 h 1418896"/>
                          <a:gd name="connsiteX3-349" fmla="*/ 3342289 w 3710151"/>
                          <a:gd name="connsiteY3-350" fmla="*/ 0 h 1418896"/>
                          <a:gd name="connsiteX4-351" fmla="*/ 3563006 w 3710151"/>
                          <a:gd name="connsiteY4-352" fmla="*/ 73572 h 1418896"/>
                          <a:gd name="connsiteX5-353" fmla="*/ 2606565 w 3710151"/>
                          <a:gd name="connsiteY5-354" fmla="*/ 441434 h 1418896"/>
                          <a:gd name="connsiteX6-355" fmla="*/ 2606565 w 3710151"/>
                          <a:gd name="connsiteY6-356" fmla="*/ 924910 h 1418896"/>
                          <a:gd name="connsiteX7-357" fmla="*/ 3710151 w 3710151"/>
                          <a:gd name="connsiteY7-358" fmla="*/ 1345324 h 1418896"/>
                          <a:gd name="connsiteX8-359" fmla="*/ 3426372 w 3710151"/>
                          <a:gd name="connsiteY8-360" fmla="*/ 1408386 h 1418896"/>
                          <a:gd name="connsiteX9-361" fmla="*/ 1849820 w 3710151"/>
                          <a:gd name="connsiteY9-362" fmla="*/ 746234 h 1418896"/>
                          <a:gd name="connsiteX10-363" fmla="*/ 241737 w 3710151"/>
                          <a:gd name="connsiteY10-364" fmla="*/ 1418896 h 1418896"/>
                          <a:gd name="connsiteX11-365" fmla="*/ 0 w 3710151"/>
                          <a:gd name="connsiteY11-366" fmla="*/ 1334814 h 1418896"/>
                          <a:gd name="connsiteX12-367" fmla="*/ 1124606 w 3710151"/>
                          <a:gd name="connsiteY12-368" fmla="*/ 903890 h 1418896"/>
                          <a:gd name="connsiteX13-369" fmla="*/ 1124605 w 3710151"/>
                          <a:gd name="connsiteY13-370" fmla="*/ 451945 h 1418896"/>
                          <a:gd name="connsiteX14-371" fmla="*/ 168164 w 3710151"/>
                          <a:gd name="connsiteY14-372" fmla="*/ 84081 h 1418896"/>
                          <a:gd name="connsiteX15-373" fmla="*/ 147144 w 3710151"/>
                          <a:gd name="connsiteY15-374" fmla="*/ 73572 h 1418896"/>
                          <a:gd name="connsiteX0-375" fmla="*/ 147144 w 3710151"/>
                          <a:gd name="connsiteY0-376" fmla="*/ 73572 h 1418896"/>
                          <a:gd name="connsiteX1-377" fmla="*/ 430924 w 3710151"/>
                          <a:gd name="connsiteY1-378" fmla="*/ 0 h 1418896"/>
                          <a:gd name="connsiteX2-379" fmla="*/ 1860331 w 3710151"/>
                          <a:gd name="connsiteY2-380" fmla="*/ 599089 h 1418896"/>
                          <a:gd name="connsiteX3-381" fmla="*/ 3342289 w 3710151"/>
                          <a:gd name="connsiteY3-382" fmla="*/ 0 h 1418896"/>
                          <a:gd name="connsiteX4-383" fmla="*/ 3563006 w 3710151"/>
                          <a:gd name="connsiteY4-384" fmla="*/ 73572 h 1418896"/>
                          <a:gd name="connsiteX5-385" fmla="*/ 2606565 w 3710151"/>
                          <a:gd name="connsiteY5-386" fmla="*/ 441434 h 1418896"/>
                          <a:gd name="connsiteX6-387" fmla="*/ 2610282 w 3710151"/>
                          <a:gd name="connsiteY6-388" fmla="*/ 902607 h 1418896"/>
                          <a:gd name="connsiteX7-389" fmla="*/ 3710151 w 3710151"/>
                          <a:gd name="connsiteY7-390" fmla="*/ 1345324 h 1418896"/>
                          <a:gd name="connsiteX8-391" fmla="*/ 3426372 w 3710151"/>
                          <a:gd name="connsiteY8-392" fmla="*/ 1408386 h 1418896"/>
                          <a:gd name="connsiteX9-393" fmla="*/ 1849820 w 3710151"/>
                          <a:gd name="connsiteY9-394" fmla="*/ 746234 h 1418896"/>
                          <a:gd name="connsiteX10-395" fmla="*/ 241737 w 3710151"/>
                          <a:gd name="connsiteY10-396" fmla="*/ 1418896 h 1418896"/>
                          <a:gd name="connsiteX11-397" fmla="*/ 0 w 3710151"/>
                          <a:gd name="connsiteY11-398" fmla="*/ 1334814 h 1418896"/>
                          <a:gd name="connsiteX12-399" fmla="*/ 1124606 w 3710151"/>
                          <a:gd name="connsiteY12-400" fmla="*/ 903890 h 1418896"/>
                          <a:gd name="connsiteX13-401" fmla="*/ 1124605 w 3710151"/>
                          <a:gd name="connsiteY13-402" fmla="*/ 451945 h 1418896"/>
                          <a:gd name="connsiteX14-403" fmla="*/ 168164 w 3710151"/>
                          <a:gd name="connsiteY14-404" fmla="*/ 84081 h 1418896"/>
                          <a:gd name="connsiteX15-405" fmla="*/ 147144 w 3710151"/>
                          <a:gd name="connsiteY15-406" fmla="*/ 73572 h 1418896"/>
                          <a:gd name="connsiteX0-407" fmla="*/ 147144 w 3710151"/>
                          <a:gd name="connsiteY0-408" fmla="*/ 73572 h 1418896"/>
                          <a:gd name="connsiteX1-409" fmla="*/ 430924 w 3710151"/>
                          <a:gd name="connsiteY1-410" fmla="*/ 0 h 1418896"/>
                          <a:gd name="connsiteX2-411" fmla="*/ 1860331 w 3710151"/>
                          <a:gd name="connsiteY2-412" fmla="*/ 599089 h 1418896"/>
                          <a:gd name="connsiteX3-413" fmla="*/ 3342289 w 3710151"/>
                          <a:gd name="connsiteY3-414" fmla="*/ 0 h 1418896"/>
                          <a:gd name="connsiteX4-415" fmla="*/ 3563006 w 3710151"/>
                          <a:gd name="connsiteY4-416" fmla="*/ 73572 h 1418896"/>
                          <a:gd name="connsiteX5-417" fmla="*/ 2617717 w 3710151"/>
                          <a:gd name="connsiteY5-418" fmla="*/ 445151 h 1418896"/>
                          <a:gd name="connsiteX6-419" fmla="*/ 2610282 w 3710151"/>
                          <a:gd name="connsiteY6-420" fmla="*/ 902607 h 1418896"/>
                          <a:gd name="connsiteX7-421" fmla="*/ 3710151 w 3710151"/>
                          <a:gd name="connsiteY7-422" fmla="*/ 1345324 h 1418896"/>
                          <a:gd name="connsiteX8-423" fmla="*/ 3426372 w 3710151"/>
                          <a:gd name="connsiteY8-424" fmla="*/ 1408386 h 1418896"/>
                          <a:gd name="connsiteX9-425" fmla="*/ 1849820 w 3710151"/>
                          <a:gd name="connsiteY9-426" fmla="*/ 746234 h 1418896"/>
                          <a:gd name="connsiteX10-427" fmla="*/ 241737 w 3710151"/>
                          <a:gd name="connsiteY10-428" fmla="*/ 1418896 h 1418896"/>
                          <a:gd name="connsiteX11-429" fmla="*/ 0 w 3710151"/>
                          <a:gd name="connsiteY11-430" fmla="*/ 1334814 h 1418896"/>
                          <a:gd name="connsiteX12-431" fmla="*/ 1124606 w 3710151"/>
                          <a:gd name="connsiteY12-432" fmla="*/ 903890 h 1418896"/>
                          <a:gd name="connsiteX13-433" fmla="*/ 1124605 w 3710151"/>
                          <a:gd name="connsiteY13-434" fmla="*/ 451945 h 1418896"/>
                          <a:gd name="connsiteX14-435" fmla="*/ 168164 w 3710151"/>
                          <a:gd name="connsiteY14-436" fmla="*/ 84081 h 1418896"/>
                          <a:gd name="connsiteX15-437" fmla="*/ 147144 w 3710151"/>
                          <a:gd name="connsiteY15-438" fmla="*/ 73572 h 1418896"/>
                          <a:gd name="connsiteX0-439" fmla="*/ 147144 w 3710151"/>
                          <a:gd name="connsiteY0-440" fmla="*/ 73572 h 1418896"/>
                          <a:gd name="connsiteX1-441" fmla="*/ 430924 w 3710151"/>
                          <a:gd name="connsiteY1-442" fmla="*/ 0 h 1418896"/>
                          <a:gd name="connsiteX2-443" fmla="*/ 1860331 w 3710151"/>
                          <a:gd name="connsiteY2-444" fmla="*/ 599089 h 1418896"/>
                          <a:gd name="connsiteX3-445" fmla="*/ 3342289 w 3710151"/>
                          <a:gd name="connsiteY3-446" fmla="*/ 0 h 1418896"/>
                          <a:gd name="connsiteX4-447" fmla="*/ 3563006 w 3710151"/>
                          <a:gd name="connsiteY4-448" fmla="*/ 73572 h 1418896"/>
                          <a:gd name="connsiteX5-449" fmla="*/ 2617717 w 3710151"/>
                          <a:gd name="connsiteY5-450" fmla="*/ 448868 h 1418896"/>
                          <a:gd name="connsiteX6-451" fmla="*/ 2610282 w 3710151"/>
                          <a:gd name="connsiteY6-452" fmla="*/ 902607 h 1418896"/>
                          <a:gd name="connsiteX7-453" fmla="*/ 3710151 w 3710151"/>
                          <a:gd name="connsiteY7-454" fmla="*/ 1345324 h 1418896"/>
                          <a:gd name="connsiteX8-455" fmla="*/ 3426372 w 3710151"/>
                          <a:gd name="connsiteY8-456" fmla="*/ 1408386 h 1418896"/>
                          <a:gd name="connsiteX9-457" fmla="*/ 1849820 w 3710151"/>
                          <a:gd name="connsiteY9-458" fmla="*/ 746234 h 1418896"/>
                          <a:gd name="connsiteX10-459" fmla="*/ 241737 w 3710151"/>
                          <a:gd name="connsiteY10-460" fmla="*/ 1418896 h 1418896"/>
                          <a:gd name="connsiteX11-461" fmla="*/ 0 w 3710151"/>
                          <a:gd name="connsiteY11-462" fmla="*/ 1334814 h 1418896"/>
                          <a:gd name="connsiteX12-463" fmla="*/ 1124606 w 3710151"/>
                          <a:gd name="connsiteY12-464" fmla="*/ 903890 h 1418896"/>
                          <a:gd name="connsiteX13-465" fmla="*/ 1124605 w 3710151"/>
                          <a:gd name="connsiteY13-466" fmla="*/ 451945 h 1418896"/>
                          <a:gd name="connsiteX14-467" fmla="*/ 168164 w 3710151"/>
                          <a:gd name="connsiteY14-468" fmla="*/ 84081 h 1418896"/>
                          <a:gd name="connsiteX15-469" fmla="*/ 147144 w 3710151"/>
                          <a:gd name="connsiteY15-470" fmla="*/ 73572 h 1418896"/>
                          <a:gd name="connsiteX0-471" fmla="*/ 147144 w 3710151"/>
                          <a:gd name="connsiteY0-472" fmla="*/ 73572 h 1418896"/>
                          <a:gd name="connsiteX1-473" fmla="*/ 430924 w 3710151"/>
                          <a:gd name="connsiteY1-474" fmla="*/ 0 h 1418896"/>
                          <a:gd name="connsiteX2-475" fmla="*/ 1838028 w 3710151"/>
                          <a:gd name="connsiteY2-476" fmla="*/ 591655 h 1418896"/>
                          <a:gd name="connsiteX3-477" fmla="*/ 3342289 w 3710151"/>
                          <a:gd name="connsiteY3-478" fmla="*/ 0 h 1418896"/>
                          <a:gd name="connsiteX4-479" fmla="*/ 3563006 w 3710151"/>
                          <a:gd name="connsiteY4-480" fmla="*/ 73572 h 1418896"/>
                          <a:gd name="connsiteX5-481" fmla="*/ 2617717 w 3710151"/>
                          <a:gd name="connsiteY5-482" fmla="*/ 448868 h 1418896"/>
                          <a:gd name="connsiteX6-483" fmla="*/ 2610282 w 3710151"/>
                          <a:gd name="connsiteY6-484" fmla="*/ 902607 h 1418896"/>
                          <a:gd name="connsiteX7-485" fmla="*/ 3710151 w 3710151"/>
                          <a:gd name="connsiteY7-486" fmla="*/ 1345324 h 1418896"/>
                          <a:gd name="connsiteX8-487" fmla="*/ 3426372 w 3710151"/>
                          <a:gd name="connsiteY8-488" fmla="*/ 1408386 h 1418896"/>
                          <a:gd name="connsiteX9-489" fmla="*/ 1849820 w 3710151"/>
                          <a:gd name="connsiteY9-490" fmla="*/ 746234 h 1418896"/>
                          <a:gd name="connsiteX10-491" fmla="*/ 241737 w 3710151"/>
                          <a:gd name="connsiteY10-492" fmla="*/ 1418896 h 1418896"/>
                          <a:gd name="connsiteX11-493" fmla="*/ 0 w 3710151"/>
                          <a:gd name="connsiteY11-494" fmla="*/ 1334814 h 1418896"/>
                          <a:gd name="connsiteX12-495" fmla="*/ 1124606 w 3710151"/>
                          <a:gd name="connsiteY12-496" fmla="*/ 903890 h 1418896"/>
                          <a:gd name="connsiteX13-497" fmla="*/ 1124605 w 3710151"/>
                          <a:gd name="connsiteY13-498" fmla="*/ 451945 h 1418896"/>
                          <a:gd name="connsiteX14-499" fmla="*/ 168164 w 3710151"/>
                          <a:gd name="connsiteY14-500" fmla="*/ 84081 h 1418896"/>
                          <a:gd name="connsiteX15-501" fmla="*/ 147144 w 3710151"/>
                          <a:gd name="connsiteY15-502" fmla="*/ 73572 h 1418896"/>
                          <a:gd name="connsiteX0-503" fmla="*/ 147144 w 3710151"/>
                          <a:gd name="connsiteY0-504" fmla="*/ 73572 h 1418896"/>
                          <a:gd name="connsiteX1-505" fmla="*/ 430924 w 3710151"/>
                          <a:gd name="connsiteY1-506" fmla="*/ 0 h 1418896"/>
                          <a:gd name="connsiteX2-507" fmla="*/ 1838028 w 3710151"/>
                          <a:gd name="connsiteY2-508" fmla="*/ 591655 h 1418896"/>
                          <a:gd name="connsiteX3-509" fmla="*/ 3342289 w 3710151"/>
                          <a:gd name="connsiteY3-510" fmla="*/ 0 h 1418896"/>
                          <a:gd name="connsiteX4-511" fmla="*/ 3563006 w 3710151"/>
                          <a:gd name="connsiteY4-512" fmla="*/ 73572 h 1418896"/>
                          <a:gd name="connsiteX5-513" fmla="*/ 2617717 w 3710151"/>
                          <a:gd name="connsiteY5-514" fmla="*/ 448868 h 1418896"/>
                          <a:gd name="connsiteX6-515" fmla="*/ 2610282 w 3710151"/>
                          <a:gd name="connsiteY6-516" fmla="*/ 902607 h 1418896"/>
                          <a:gd name="connsiteX7-517" fmla="*/ 3710151 w 3710151"/>
                          <a:gd name="connsiteY7-518" fmla="*/ 1345324 h 1418896"/>
                          <a:gd name="connsiteX8-519" fmla="*/ 3426372 w 3710151"/>
                          <a:gd name="connsiteY8-520" fmla="*/ 1408386 h 1418896"/>
                          <a:gd name="connsiteX9-521" fmla="*/ 1849820 w 3710151"/>
                          <a:gd name="connsiteY9-522" fmla="*/ 746234 h 1418896"/>
                          <a:gd name="connsiteX10-523" fmla="*/ 241737 w 3710151"/>
                          <a:gd name="connsiteY10-524" fmla="*/ 1418896 h 1418896"/>
                          <a:gd name="connsiteX11-525" fmla="*/ 0 w 3710151"/>
                          <a:gd name="connsiteY11-526" fmla="*/ 1334814 h 1418896"/>
                          <a:gd name="connsiteX12-527" fmla="*/ 1124606 w 3710151"/>
                          <a:gd name="connsiteY12-528" fmla="*/ 903890 h 1418896"/>
                          <a:gd name="connsiteX13-529" fmla="*/ 1087434 w 3710151"/>
                          <a:gd name="connsiteY13-530" fmla="*/ 451945 h 1418896"/>
                          <a:gd name="connsiteX14-531" fmla="*/ 168164 w 3710151"/>
                          <a:gd name="connsiteY14-532" fmla="*/ 84081 h 1418896"/>
                          <a:gd name="connsiteX15-533" fmla="*/ 147144 w 3710151"/>
                          <a:gd name="connsiteY15-534" fmla="*/ 73572 h 1418896"/>
                          <a:gd name="connsiteX0-535" fmla="*/ 147144 w 3710151"/>
                          <a:gd name="connsiteY0-536" fmla="*/ 73572 h 1418896"/>
                          <a:gd name="connsiteX1-537" fmla="*/ 430924 w 3710151"/>
                          <a:gd name="connsiteY1-538" fmla="*/ 0 h 1418896"/>
                          <a:gd name="connsiteX2-539" fmla="*/ 1838028 w 3710151"/>
                          <a:gd name="connsiteY2-540" fmla="*/ 591655 h 1418896"/>
                          <a:gd name="connsiteX3-541" fmla="*/ 3342289 w 3710151"/>
                          <a:gd name="connsiteY3-542" fmla="*/ 0 h 1418896"/>
                          <a:gd name="connsiteX4-543" fmla="*/ 3563006 w 3710151"/>
                          <a:gd name="connsiteY4-544" fmla="*/ 73572 h 1418896"/>
                          <a:gd name="connsiteX5-545" fmla="*/ 2617717 w 3710151"/>
                          <a:gd name="connsiteY5-546" fmla="*/ 448868 h 1418896"/>
                          <a:gd name="connsiteX6-547" fmla="*/ 2610282 w 3710151"/>
                          <a:gd name="connsiteY6-548" fmla="*/ 902607 h 1418896"/>
                          <a:gd name="connsiteX7-549" fmla="*/ 3710151 w 3710151"/>
                          <a:gd name="connsiteY7-550" fmla="*/ 1345324 h 1418896"/>
                          <a:gd name="connsiteX8-551" fmla="*/ 3426372 w 3710151"/>
                          <a:gd name="connsiteY8-552" fmla="*/ 1408386 h 1418896"/>
                          <a:gd name="connsiteX9-553" fmla="*/ 1849820 w 3710151"/>
                          <a:gd name="connsiteY9-554" fmla="*/ 746234 h 1418896"/>
                          <a:gd name="connsiteX10-555" fmla="*/ 241737 w 3710151"/>
                          <a:gd name="connsiteY10-556" fmla="*/ 1418896 h 1418896"/>
                          <a:gd name="connsiteX11-557" fmla="*/ 0 w 3710151"/>
                          <a:gd name="connsiteY11-558" fmla="*/ 1334814 h 1418896"/>
                          <a:gd name="connsiteX12-559" fmla="*/ 1098586 w 3710151"/>
                          <a:gd name="connsiteY12-560" fmla="*/ 903890 h 1418896"/>
                          <a:gd name="connsiteX13-561" fmla="*/ 1087434 w 3710151"/>
                          <a:gd name="connsiteY13-562" fmla="*/ 451945 h 1418896"/>
                          <a:gd name="connsiteX14-563" fmla="*/ 168164 w 3710151"/>
                          <a:gd name="connsiteY14-564" fmla="*/ 84081 h 1418896"/>
                          <a:gd name="connsiteX15-565" fmla="*/ 147144 w 3710151"/>
                          <a:gd name="connsiteY15-566" fmla="*/ 73572 h 1418896"/>
                          <a:gd name="connsiteX0-567" fmla="*/ 162012 w 3725019"/>
                          <a:gd name="connsiteY0-568" fmla="*/ 73572 h 1418896"/>
                          <a:gd name="connsiteX1-569" fmla="*/ 445792 w 3725019"/>
                          <a:gd name="connsiteY1-570" fmla="*/ 0 h 1418896"/>
                          <a:gd name="connsiteX2-571" fmla="*/ 1852896 w 3725019"/>
                          <a:gd name="connsiteY2-572" fmla="*/ 591655 h 1418896"/>
                          <a:gd name="connsiteX3-573" fmla="*/ 3357157 w 3725019"/>
                          <a:gd name="connsiteY3-574" fmla="*/ 0 h 1418896"/>
                          <a:gd name="connsiteX4-575" fmla="*/ 3577874 w 3725019"/>
                          <a:gd name="connsiteY4-576" fmla="*/ 73572 h 1418896"/>
                          <a:gd name="connsiteX5-577" fmla="*/ 2632585 w 3725019"/>
                          <a:gd name="connsiteY5-578" fmla="*/ 448868 h 1418896"/>
                          <a:gd name="connsiteX6-579" fmla="*/ 2625150 w 3725019"/>
                          <a:gd name="connsiteY6-580" fmla="*/ 902607 h 1418896"/>
                          <a:gd name="connsiteX7-581" fmla="*/ 3725019 w 3725019"/>
                          <a:gd name="connsiteY7-582" fmla="*/ 1345324 h 1418896"/>
                          <a:gd name="connsiteX8-583" fmla="*/ 3441240 w 3725019"/>
                          <a:gd name="connsiteY8-584" fmla="*/ 1408386 h 1418896"/>
                          <a:gd name="connsiteX9-585" fmla="*/ 1864688 w 3725019"/>
                          <a:gd name="connsiteY9-586" fmla="*/ 746234 h 1418896"/>
                          <a:gd name="connsiteX10-587" fmla="*/ 256605 w 3725019"/>
                          <a:gd name="connsiteY10-588" fmla="*/ 1418896 h 1418896"/>
                          <a:gd name="connsiteX11-589" fmla="*/ 0 w 3725019"/>
                          <a:gd name="connsiteY11-590" fmla="*/ 1331097 h 1418896"/>
                          <a:gd name="connsiteX12-591" fmla="*/ 1113454 w 3725019"/>
                          <a:gd name="connsiteY12-592" fmla="*/ 903890 h 1418896"/>
                          <a:gd name="connsiteX13-593" fmla="*/ 1102302 w 3725019"/>
                          <a:gd name="connsiteY13-594" fmla="*/ 451945 h 1418896"/>
                          <a:gd name="connsiteX14-595" fmla="*/ 183032 w 3725019"/>
                          <a:gd name="connsiteY14-596" fmla="*/ 84081 h 1418896"/>
                          <a:gd name="connsiteX15-597" fmla="*/ 162012 w 3725019"/>
                          <a:gd name="connsiteY15-598" fmla="*/ 73572 h 1418896"/>
                        </a:gdLst>
                        <a:ahLst/>
                        <a:cxnLst>
                          <a:cxn ang="0">
                            <a:pos x="connsiteX0-1" y="connsiteY0-2"/>
                          </a:cxn>
                          <a:cxn ang="0">
                            <a:pos x="connsiteX1-3" y="connsiteY1-4"/>
                          </a:cxn>
                          <a:cxn ang="0">
                            <a:pos x="connsiteX2-5" y="connsiteY2-6"/>
                          </a:cxn>
                          <a:cxn ang="0">
                            <a:pos x="connsiteX3-7" y="connsiteY3-8"/>
                          </a:cxn>
                          <a:cxn ang="0">
                            <a:pos x="connsiteX4-9" y="connsiteY4-10"/>
                          </a:cxn>
                          <a:cxn ang="0">
                            <a:pos x="connsiteX5-11" y="connsiteY5-12"/>
                          </a:cxn>
                          <a:cxn ang="0">
                            <a:pos x="connsiteX6-13" y="connsiteY6-14"/>
                          </a:cxn>
                          <a:cxn ang="0">
                            <a:pos x="connsiteX7-15" y="connsiteY7-16"/>
                          </a:cxn>
                          <a:cxn ang="0">
                            <a:pos x="connsiteX8-17" y="connsiteY8-18"/>
                          </a:cxn>
                          <a:cxn ang="0">
                            <a:pos x="connsiteX9-19" y="connsiteY9-20"/>
                          </a:cxn>
                          <a:cxn ang="0">
                            <a:pos x="connsiteX10-21" y="connsiteY10-22"/>
                          </a:cxn>
                          <a:cxn ang="0">
                            <a:pos x="connsiteX11-23" y="connsiteY11-24"/>
                          </a:cxn>
                          <a:cxn ang="0">
                            <a:pos x="connsiteX12-25" y="connsiteY12-26"/>
                          </a:cxn>
                          <a:cxn ang="0">
                            <a:pos x="connsiteX13-27" y="connsiteY13-28"/>
                          </a:cxn>
                          <a:cxn ang="0">
                            <a:pos x="connsiteX14-29" y="connsiteY14-30"/>
                          </a:cxn>
                          <a:cxn ang="0">
                            <a:pos x="connsiteX15-31" y="connsiteY15-32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  <p:grpSp>
                <p:nvGrpSpPr>
                  <p:cNvPr id="343" name="Group 342"/>
                  <p:cNvGrpSpPr/>
                  <p:nvPr/>
                </p:nvGrpSpPr>
                <p:grpSpPr>
                  <a:xfrm>
                    <a:off x="8676619" y="4967420"/>
                    <a:ext cx="393760" cy="218578"/>
                    <a:chOff x="7493876" y="2774731"/>
                    <a:chExt cx="1481958" cy="894622"/>
                  </a:xfrm>
                </p:grpSpPr>
                <p:sp>
                  <p:nvSpPr>
                    <p:cNvPr id="362" name="Freeform 361"/>
                    <p:cNvSpPr/>
                    <p:nvPr/>
                  </p:nvSpPr>
                  <p:spPr>
                    <a:xfrm>
                      <a:off x="7493876" y="3084399"/>
                      <a:ext cx="1481958" cy="584954"/>
                    </a:xfrm>
                    <a:custGeom>
                      <a:avLst/>
                      <a:gdLst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-1" fmla="*/ 8187558 w 8187558"/>
                        <a:gd name="connsiteY0-2" fmla="*/ 0 h 2617076"/>
                        <a:gd name="connsiteX1-3" fmla="*/ 8187558 w 8187558"/>
                        <a:gd name="connsiteY1-4" fmla="*/ 1271752 h 2617076"/>
                        <a:gd name="connsiteX2-5" fmla="*/ 4025462 w 8187558"/>
                        <a:gd name="connsiteY2-6" fmla="*/ 2617076 h 2617076"/>
                        <a:gd name="connsiteX3-7" fmla="*/ 0 w 8187558"/>
                        <a:gd name="connsiteY3-8" fmla="*/ 1229711 h 2617076"/>
                        <a:gd name="connsiteX4-9" fmla="*/ 31531 w 8187558"/>
                        <a:gd name="connsiteY4-10" fmla="*/ 147145 h 2617076"/>
                        <a:gd name="connsiteX5-11" fmla="*/ 4046482 w 8187558"/>
                        <a:gd name="connsiteY5-12" fmla="*/ 1576552 h 2617076"/>
                        <a:gd name="connsiteX6-13" fmla="*/ 8187558 w 8187558"/>
                        <a:gd name="connsiteY6-14" fmla="*/ 0 h 2617076"/>
                        <a:gd name="connsiteX0-15" fmla="*/ 8187558 w 8187558"/>
                        <a:gd name="connsiteY0-16" fmla="*/ 0 h 2617076"/>
                        <a:gd name="connsiteX1-17" fmla="*/ 8187558 w 8187558"/>
                        <a:gd name="connsiteY1-18" fmla="*/ 1271752 h 2617076"/>
                        <a:gd name="connsiteX2-19" fmla="*/ 4025462 w 8187558"/>
                        <a:gd name="connsiteY2-20" fmla="*/ 2617076 h 2617076"/>
                        <a:gd name="connsiteX3-21" fmla="*/ 0 w 8187558"/>
                        <a:gd name="connsiteY3-22" fmla="*/ 1229711 h 2617076"/>
                        <a:gd name="connsiteX4-23" fmla="*/ 31531 w 8187558"/>
                        <a:gd name="connsiteY4-24" fmla="*/ 147145 h 2617076"/>
                        <a:gd name="connsiteX5-25" fmla="*/ 4046482 w 8187558"/>
                        <a:gd name="connsiteY5-26" fmla="*/ 1576552 h 2617076"/>
                        <a:gd name="connsiteX6-27" fmla="*/ 8187558 w 8187558"/>
                        <a:gd name="connsiteY6-28" fmla="*/ 0 h 2617076"/>
                        <a:gd name="connsiteX0-29" fmla="*/ 8187558 w 8187558"/>
                        <a:gd name="connsiteY0-30" fmla="*/ 0 h 2617076"/>
                        <a:gd name="connsiteX1-31" fmla="*/ 8187558 w 8187558"/>
                        <a:gd name="connsiteY1-32" fmla="*/ 1271752 h 2617076"/>
                        <a:gd name="connsiteX2-33" fmla="*/ 4025462 w 8187558"/>
                        <a:gd name="connsiteY2-34" fmla="*/ 2617076 h 2617076"/>
                        <a:gd name="connsiteX3-35" fmla="*/ 0 w 8187558"/>
                        <a:gd name="connsiteY3-36" fmla="*/ 1229711 h 2617076"/>
                        <a:gd name="connsiteX4-37" fmla="*/ 31531 w 8187558"/>
                        <a:gd name="connsiteY4-38" fmla="*/ 147145 h 2617076"/>
                        <a:gd name="connsiteX5-39" fmla="*/ 4046482 w 8187558"/>
                        <a:gd name="connsiteY5-40" fmla="*/ 1576552 h 2617076"/>
                        <a:gd name="connsiteX6-41" fmla="*/ 8187558 w 8187558"/>
                        <a:gd name="connsiteY6-42" fmla="*/ 0 h 2617076"/>
                        <a:gd name="connsiteX0-43" fmla="*/ 8187558 w 8187558"/>
                        <a:gd name="connsiteY0-44" fmla="*/ 0 h 2617076"/>
                        <a:gd name="connsiteX1-45" fmla="*/ 8187558 w 8187558"/>
                        <a:gd name="connsiteY1-46" fmla="*/ 1271752 h 2617076"/>
                        <a:gd name="connsiteX2-47" fmla="*/ 4025462 w 8187558"/>
                        <a:gd name="connsiteY2-48" fmla="*/ 2617076 h 2617076"/>
                        <a:gd name="connsiteX3-49" fmla="*/ 0 w 8187558"/>
                        <a:gd name="connsiteY3-50" fmla="*/ 1229711 h 2617076"/>
                        <a:gd name="connsiteX4-51" fmla="*/ 31531 w 8187558"/>
                        <a:gd name="connsiteY4-52" fmla="*/ 147145 h 2617076"/>
                        <a:gd name="connsiteX5-53" fmla="*/ 4046482 w 8187558"/>
                        <a:gd name="connsiteY5-54" fmla="*/ 1576552 h 2617076"/>
                        <a:gd name="connsiteX6-55" fmla="*/ 8187558 w 8187558"/>
                        <a:gd name="connsiteY6-56" fmla="*/ 0 h 2617076"/>
                        <a:gd name="connsiteX0-57" fmla="*/ 8187558 w 8187558"/>
                        <a:gd name="connsiteY0-58" fmla="*/ 0 h 2617076"/>
                        <a:gd name="connsiteX1-59" fmla="*/ 8187558 w 8187558"/>
                        <a:gd name="connsiteY1-60" fmla="*/ 1271752 h 2617076"/>
                        <a:gd name="connsiteX2-61" fmla="*/ 4025462 w 8187558"/>
                        <a:gd name="connsiteY2-62" fmla="*/ 2617076 h 2617076"/>
                        <a:gd name="connsiteX3-63" fmla="*/ 0 w 8187558"/>
                        <a:gd name="connsiteY3-64" fmla="*/ 1229711 h 2617076"/>
                        <a:gd name="connsiteX4-65" fmla="*/ 31531 w 8187558"/>
                        <a:gd name="connsiteY4-66" fmla="*/ 147145 h 2617076"/>
                        <a:gd name="connsiteX5-67" fmla="*/ 4046482 w 8187558"/>
                        <a:gd name="connsiteY5-68" fmla="*/ 1576552 h 2617076"/>
                        <a:gd name="connsiteX6-69" fmla="*/ 8187558 w 8187558"/>
                        <a:gd name="connsiteY6-70" fmla="*/ 0 h 2617076"/>
                        <a:gd name="connsiteX0-71" fmla="*/ 8187558 w 8187558"/>
                        <a:gd name="connsiteY0-72" fmla="*/ 0 h 2617076"/>
                        <a:gd name="connsiteX1-73" fmla="*/ 8187558 w 8187558"/>
                        <a:gd name="connsiteY1-74" fmla="*/ 1271752 h 2617076"/>
                        <a:gd name="connsiteX2-75" fmla="*/ 4025462 w 8187558"/>
                        <a:gd name="connsiteY2-76" fmla="*/ 2617076 h 2617076"/>
                        <a:gd name="connsiteX3-77" fmla="*/ 0 w 8187558"/>
                        <a:gd name="connsiteY3-78" fmla="*/ 1229711 h 2617076"/>
                        <a:gd name="connsiteX4-79" fmla="*/ 31531 w 8187558"/>
                        <a:gd name="connsiteY4-80" fmla="*/ 147145 h 2617076"/>
                        <a:gd name="connsiteX5-81" fmla="*/ 4046482 w 8187558"/>
                        <a:gd name="connsiteY5-82" fmla="*/ 1576552 h 2617076"/>
                        <a:gd name="connsiteX6-83" fmla="*/ 8187558 w 8187558"/>
                        <a:gd name="connsiteY6-84" fmla="*/ 0 h 2617076"/>
                        <a:gd name="connsiteX0-85" fmla="*/ 8187558 w 8187558"/>
                        <a:gd name="connsiteY0-86" fmla="*/ 0 h 2638097"/>
                        <a:gd name="connsiteX1-87" fmla="*/ 8187558 w 8187558"/>
                        <a:gd name="connsiteY1-88" fmla="*/ 1271752 h 2638097"/>
                        <a:gd name="connsiteX2-89" fmla="*/ 4099035 w 8187558"/>
                        <a:gd name="connsiteY2-90" fmla="*/ 2638097 h 2638097"/>
                        <a:gd name="connsiteX3-91" fmla="*/ 0 w 8187558"/>
                        <a:gd name="connsiteY3-92" fmla="*/ 1229711 h 2638097"/>
                        <a:gd name="connsiteX4-93" fmla="*/ 31531 w 8187558"/>
                        <a:gd name="connsiteY4-94" fmla="*/ 147145 h 2638097"/>
                        <a:gd name="connsiteX5-95" fmla="*/ 4046482 w 8187558"/>
                        <a:gd name="connsiteY5-96" fmla="*/ 1576552 h 2638097"/>
                        <a:gd name="connsiteX6-97" fmla="*/ 8187558 w 8187558"/>
                        <a:gd name="connsiteY6-98" fmla="*/ 0 h 2638097"/>
                        <a:gd name="connsiteX0-99" fmla="*/ 8187558 w 8187558"/>
                        <a:gd name="connsiteY0-100" fmla="*/ 0 h 2638097"/>
                        <a:gd name="connsiteX1-101" fmla="*/ 8187558 w 8187558"/>
                        <a:gd name="connsiteY1-102" fmla="*/ 1271752 h 2638097"/>
                        <a:gd name="connsiteX2-103" fmla="*/ 4099035 w 8187558"/>
                        <a:gd name="connsiteY2-104" fmla="*/ 2638097 h 2638097"/>
                        <a:gd name="connsiteX3-105" fmla="*/ 0 w 8187558"/>
                        <a:gd name="connsiteY3-106" fmla="*/ 1229711 h 2638097"/>
                        <a:gd name="connsiteX4-107" fmla="*/ 31531 w 8187558"/>
                        <a:gd name="connsiteY4-108" fmla="*/ 147145 h 2638097"/>
                        <a:gd name="connsiteX5-109" fmla="*/ 4046482 w 8187558"/>
                        <a:gd name="connsiteY5-110" fmla="*/ 1576552 h 2638097"/>
                        <a:gd name="connsiteX6-111" fmla="*/ 8187558 w 8187558"/>
                        <a:gd name="connsiteY6-112" fmla="*/ 0 h 2638097"/>
                        <a:gd name="connsiteX0-113" fmla="*/ 8187558 w 8187558"/>
                        <a:gd name="connsiteY0-114" fmla="*/ 0 h 2638097"/>
                        <a:gd name="connsiteX1-115" fmla="*/ 8187558 w 8187558"/>
                        <a:gd name="connsiteY1-116" fmla="*/ 1271752 h 2638097"/>
                        <a:gd name="connsiteX2-117" fmla="*/ 4099035 w 8187558"/>
                        <a:gd name="connsiteY2-118" fmla="*/ 2638097 h 2638097"/>
                        <a:gd name="connsiteX3-119" fmla="*/ 0 w 8187558"/>
                        <a:gd name="connsiteY3-120" fmla="*/ 1229711 h 2638097"/>
                        <a:gd name="connsiteX4-121" fmla="*/ 31531 w 8187558"/>
                        <a:gd name="connsiteY4-122" fmla="*/ 147145 h 2638097"/>
                        <a:gd name="connsiteX5-123" fmla="*/ 4046482 w 8187558"/>
                        <a:gd name="connsiteY5-124" fmla="*/ 1576552 h 2638097"/>
                        <a:gd name="connsiteX6-125" fmla="*/ 8187558 w 8187558"/>
                        <a:gd name="connsiteY6-126" fmla="*/ 0 h 2638097"/>
                        <a:gd name="connsiteX0-127" fmla="*/ 8187558 w 8187558"/>
                        <a:gd name="connsiteY0-128" fmla="*/ 0 h 2638097"/>
                        <a:gd name="connsiteX1-129" fmla="*/ 8187558 w 8187558"/>
                        <a:gd name="connsiteY1-130" fmla="*/ 1271752 h 2638097"/>
                        <a:gd name="connsiteX2-131" fmla="*/ 4099035 w 8187558"/>
                        <a:gd name="connsiteY2-132" fmla="*/ 2638097 h 2638097"/>
                        <a:gd name="connsiteX3-133" fmla="*/ 0 w 8187558"/>
                        <a:gd name="connsiteY3-134" fmla="*/ 1229711 h 2638097"/>
                        <a:gd name="connsiteX4-135" fmla="*/ 31531 w 8187558"/>
                        <a:gd name="connsiteY4-136" fmla="*/ 147145 h 2638097"/>
                        <a:gd name="connsiteX5-137" fmla="*/ 4046482 w 8187558"/>
                        <a:gd name="connsiteY5-138" fmla="*/ 1576552 h 2638097"/>
                        <a:gd name="connsiteX6-139" fmla="*/ 8187558 w 8187558"/>
                        <a:gd name="connsiteY6-140" fmla="*/ 0 h 2638097"/>
                        <a:gd name="connsiteX0-141" fmla="*/ 8187558 w 8187558"/>
                        <a:gd name="connsiteY0-142" fmla="*/ 0 h 2638097"/>
                        <a:gd name="connsiteX1-143" fmla="*/ 8187558 w 8187558"/>
                        <a:gd name="connsiteY1-144" fmla="*/ 1271752 h 2638097"/>
                        <a:gd name="connsiteX2-145" fmla="*/ 4099035 w 8187558"/>
                        <a:gd name="connsiteY2-146" fmla="*/ 2638097 h 2638097"/>
                        <a:gd name="connsiteX3-147" fmla="*/ 0 w 8187558"/>
                        <a:gd name="connsiteY3-148" fmla="*/ 1229711 h 2638097"/>
                        <a:gd name="connsiteX4-149" fmla="*/ 31531 w 8187558"/>
                        <a:gd name="connsiteY4-150" fmla="*/ 147145 h 2638097"/>
                        <a:gd name="connsiteX5-151" fmla="*/ 4088524 w 8187558"/>
                        <a:gd name="connsiteY5-152" fmla="*/ 1597573 h 2638097"/>
                        <a:gd name="connsiteX6-153" fmla="*/ 8187558 w 8187558"/>
                        <a:gd name="connsiteY6-154" fmla="*/ 0 h 2638097"/>
                        <a:gd name="connsiteX0-155" fmla="*/ 8187558 w 8187558"/>
                        <a:gd name="connsiteY0-156" fmla="*/ 0 h 2638097"/>
                        <a:gd name="connsiteX1-157" fmla="*/ 8187558 w 8187558"/>
                        <a:gd name="connsiteY1-158" fmla="*/ 1271752 h 2638097"/>
                        <a:gd name="connsiteX2-159" fmla="*/ 4099035 w 8187558"/>
                        <a:gd name="connsiteY2-160" fmla="*/ 2638097 h 2638097"/>
                        <a:gd name="connsiteX3-161" fmla="*/ 0 w 8187558"/>
                        <a:gd name="connsiteY3-162" fmla="*/ 1229711 h 2638097"/>
                        <a:gd name="connsiteX4-163" fmla="*/ 31531 w 8187558"/>
                        <a:gd name="connsiteY4-164" fmla="*/ 147145 h 2638097"/>
                        <a:gd name="connsiteX5-165" fmla="*/ 4088524 w 8187558"/>
                        <a:gd name="connsiteY5-166" fmla="*/ 1597573 h 2638097"/>
                        <a:gd name="connsiteX6-167" fmla="*/ 8187558 w 8187558"/>
                        <a:gd name="connsiteY6-168" fmla="*/ 0 h 2638097"/>
                        <a:gd name="connsiteX0-169" fmla="*/ 8187558 w 8187558"/>
                        <a:gd name="connsiteY0-170" fmla="*/ 0 h 2638097"/>
                        <a:gd name="connsiteX1-171" fmla="*/ 8187558 w 8187558"/>
                        <a:gd name="connsiteY1-172" fmla="*/ 1271752 h 2638097"/>
                        <a:gd name="connsiteX2-173" fmla="*/ 4099035 w 8187558"/>
                        <a:gd name="connsiteY2-174" fmla="*/ 2638097 h 2638097"/>
                        <a:gd name="connsiteX3-175" fmla="*/ 0 w 8187558"/>
                        <a:gd name="connsiteY3-176" fmla="*/ 1229711 h 2638097"/>
                        <a:gd name="connsiteX4-177" fmla="*/ 31531 w 8187558"/>
                        <a:gd name="connsiteY4-178" fmla="*/ 147145 h 2638097"/>
                        <a:gd name="connsiteX5-179" fmla="*/ 4099035 w 8187558"/>
                        <a:gd name="connsiteY5-180" fmla="*/ 1566042 h 2638097"/>
                        <a:gd name="connsiteX6-181" fmla="*/ 8187558 w 8187558"/>
                        <a:gd name="connsiteY6-182" fmla="*/ 0 h 2638097"/>
                        <a:gd name="connsiteX0-183" fmla="*/ 8187558 w 8187558"/>
                        <a:gd name="connsiteY0-184" fmla="*/ 0 h 2638097"/>
                        <a:gd name="connsiteX1-185" fmla="*/ 8187558 w 8187558"/>
                        <a:gd name="connsiteY1-186" fmla="*/ 1271752 h 2638097"/>
                        <a:gd name="connsiteX2-187" fmla="*/ 4099035 w 8187558"/>
                        <a:gd name="connsiteY2-188" fmla="*/ 2638097 h 2638097"/>
                        <a:gd name="connsiteX3-189" fmla="*/ 0 w 8187558"/>
                        <a:gd name="connsiteY3-190" fmla="*/ 1229711 h 2638097"/>
                        <a:gd name="connsiteX4-191" fmla="*/ 31531 w 8187558"/>
                        <a:gd name="connsiteY4-192" fmla="*/ 147145 h 2638097"/>
                        <a:gd name="connsiteX5-193" fmla="*/ 4099035 w 8187558"/>
                        <a:gd name="connsiteY5-194" fmla="*/ 1566042 h 2638097"/>
                        <a:gd name="connsiteX6-195" fmla="*/ 8187558 w 8187558"/>
                        <a:gd name="connsiteY6-196" fmla="*/ 0 h 2638097"/>
                        <a:gd name="connsiteX0-197" fmla="*/ 8187558 w 8187558"/>
                        <a:gd name="connsiteY0-198" fmla="*/ 0 h 2638097"/>
                        <a:gd name="connsiteX1-199" fmla="*/ 8187558 w 8187558"/>
                        <a:gd name="connsiteY1-200" fmla="*/ 1271752 h 2638097"/>
                        <a:gd name="connsiteX2-201" fmla="*/ 4099035 w 8187558"/>
                        <a:gd name="connsiteY2-202" fmla="*/ 2638097 h 2638097"/>
                        <a:gd name="connsiteX3-203" fmla="*/ 0 w 8187558"/>
                        <a:gd name="connsiteY3-204" fmla="*/ 1229711 h 2638097"/>
                        <a:gd name="connsiteX4-205" fmla="*/ 31531 w 8187558"/>
                        <a:gd name="connsiteY4-206" fmla="*/ 147145 h 2638097"/>
                        <a:gd name="connsiteX5-207" fmla="*/ 4099035 w 8187558"/>
                        <a:gd name="connsiteY5-208" fmla="*/ 1566042 h 2638097"/>
                        <a:gd name="connsiteX6-209" fmla="*/ 8187558 w 8187558"/>
                        <a:gd name="connsiteY6-210" fmla="*/ 0 h 2638097"/>
                        <a:gd name="connsiteX0-211" fmla="*/ 8187558 w 8187558"/>
                        <a:gd name="connsiteY0-212" fmla="*/ 0 h 2638097"/>
                        <a:gd name="connsiteX1-213" fmla="*/ 8187558 w 8187558"/>
                        <a:gd name="connsiteY1-214" fmla="*/ 1271752 h 2638097"/>
                        <a:gd name="connsiteX2-215" fmla="*/ 4099035 w 8187558"/>
                        <a:gd name="connsiteY2-216" fmla="*/ 2638097 h 2638097"/>
                        <a:gd name="connsiteX3-217" fmla="*/ 0 w 8187558"/>
                        <a:gd name="connsiteY3-218" fmla="*/ 1229711 h 2638097"/>
                        <a:gd name="connsiteX4-219" fmla="*/ 31531 w 8187558"/>
                        <a:gd name="connsiteY4-220" fmla="*/ 147145 h 2638097"/>
                        <a:gd name="connsiteX5-221" fmla="*/ 4099035 w 8187558"/>
                        <a:gd name="connsiteY5-222" fmla="*/ 1566042 h 2638097"/>
                        <a:gd name="connsiteX6-223" fmla="*/ 8187558 w 8187558"/>
                        <a:gd name="connsiteY6-224" fmla="*/ 0 h 2638097"/>
                        <a:gd name="connsiteX0-225" fmla="*/ 8187558 w 8187558"/>
                        <a:gd name="connsiteY0-226" fmla="*/ 0 h 2638097"/>
                        <a:gd name="connsiteX1-227" fmla="*/ 8187558 w 8187558"/>
                        <a:gd name="connsiteY1-228" fmla="*/ 1271752 h 2638097"/>
                        <a:gd name="connsiteX2-229" fmla="*/ 4099035 w 8187558"/>
                        <a:gd name="connsiteY2-230" fmla="*/ 2638097 h 2638097"/>
                        <a:gd name="connsiteX3-231" fmla="*/ 0 w 8187558"/>
                        <a:gd name="connsiteY3-232" fmla="*/ 1229711 h 2638097"/>
                        <a:gd name="connsiteX4-233" fmla="*/ 31531 w 8187558"/>
                        <a:gd name="connsiteY4-234" fmla="*/ 147145 h 2638097"/>
                        <a:gd name="connsiteX5-235" fmla="*/ 4099035 w 8187558"/>
                        <a:gd name="connsiteY5-236" fmla="*/ 1566042 h 2638097"/>
                        <a:gd name="connsiteX6-237" fmla="*/ 8187558 w 8187558"/>
                        <a:gd name="connsiteY6-238" fmla="*/ 0 h 2638097"/>
                        <a:gd name="connsiteX0-239" fmla="*/ 8187558 w 8187558"/>
                        <a:gd name="connsiteY0-240" fmla="*/ 0 h 2638097"/>
                        <a:gd name="connsiteX1-241" fmla="*/ 8187558 w 8187558"/>
                        <a:gd name="connsiteY1-242" fmla="*/ 1271752 h 2638097"/>
                        <a:gd name="connsiteX2-243" fmla="*/ 4099035 w 8187558"/>
                        <a:gd name="connsiteY2-244" fmla="*/ 2638097 h 2638097"/>
                        <a:gd name="connsiteX3-245" fmla="*/ 0 w 8187558"/>
                        <a:gd name="connsiteY3-246" fmla="*/ 1229711 h 2638097"/>
                        <a:gd name="connsiteX4-247" fmla="*/ 31531 w 8187558"/>
                        <a:gd name="connsiteY4-248" fmla="*/ 147145 h 2638097"/>
                        <a:gd name="connsiteX5-249" fmla="*/ 4099035 w 8187558"/>
                        <a:gd name="connsiteY5-250" fmla="*/ 1566042 h 2638097"/>
                        <a:gd name="connsiteX6-251" fmla="*/ 8187558 w 8187558"/>
                        <a:gd name="connsiteY6-252" fmla="*/ 0 h 2638097"/>
                        <a:gd name="connsiteX0-253" fmla="*/ 8187558 w 8187558"/>
                        <a:gd name="connsiteY0-254" fmla="*/ 0 h 2638097"/>
                        <a:gd name="connsiteX1-255" fmla="*/ 8187558 w 8187558"/>
                        <a:gd name="connsiteY1-256" fmla="*/ 1271752 h 2638097"/>
                        <a:gd name="connsiteX2-257" fmla="*/ 4099035 w 8187558"/>
                        <a:gd name="connsiteY2-258" fmla="*/ 2638097 h 2638097"/>
                        <a:gd name="connsiteX3-259" fmla="*/ 0 w 8187558"/>
                        <a:gd name="connsiteY3-260" fmla="*/ 1229711 h 2638097"/>
                        <a:gd name="connsiteX4-261" fmla="*/ 31531 w 8187558"/>
                        <a:gd name="connsiteY4-262" fmla="*/ 147145 h 2638097"/>
                        <a:gd name="connsiteX5-263" fmla="*/ 4099035 w 8187558"/>
                        <a:gd name="connsiteY5-264" fmla="*/ 1566042 h 2638097"/>
                        <a:gd name="connsiteX6-265" fmla="*/ 8187558 w 8187558"/>
                        <a:gd name="connsiteY6-266" fmla="*/ 0 h 2638097"/>
                        <a:gd name="connsiteX0-267" fmla="*/ 8187558 w 8187558"/>
                        <a:gd name="connsiteY0-268" fmla="*/ 0 h 2638097"/>
                        <a:gd name="connsiteX1-269" fmla="*/ 8187558 w 8187558"/>
                        <a:gd name="connsiteY1-270" fmla="*/ 1271752 h 2638097"/>
                        <a:gd name="connsiteX2-271" fmla="*/ 4099035 w 8187558"/>
                        <a:gd name="connsiteY2-272" fmla="*/ 2638097 h 2638097"/>
                        <a:gd name="connsiteX3-273" fmla="*/ 0 w 8187558"/>
                        <a:gd name="connsiteY3-274" fmla="*/ 1229711 h 2638097"/>
                        <a:gd name="connsiteX4-275" fmla="*/ 31531 w 8187558"/>
                        <a:gd name="connsiteY4-276" fmla="*/ 147145 h 2638097"/>
                        <a:gd name="connsiteX5-277" fmla="*/ 4099035 w 8187558"/>
                        <a:gd name="connsiteY5-278" fmla="*/ 1566042 h 2638097"/>
                        <a:gd name="connsiteX6-279" fmla="*/ 8187558 w 8187558"/>
                        <a:gd name="connsiteY6-280" fmla="*/ 0 h 2638097"/>
                        <a:gd name="connsiteX0-281" fmla="*/ 8187558 w 8187558"/>
                        <a:gd name="connsiteY0-282" fmla="*/ 0 h 2638097"/>
                        <a:gd name="connsiteX1-283" fmla="*/ 8187558 w 8187558"/>
                        <a:gd name="connsiteY1-284" fmla="*/ 1271752 h 2638097"/>
                        <a:gd name="connsiteX2-285" fmla="*/ 4099035 w 8187558"/>
                        <a:gd name="connsiteY2-286" fmla="*/ 2638097 h 2638097"/>
                        <a:gd name="connsiteX3-287" fmla="*/ 0 w 8187558"/>
                        <a:gd name="connsiteY3-288" fmla="*/ 1229711 h 2638097"/>
                        <a:gd name="connsiteX4-289" fmla="*/ 31531 w 8187558"/>
                        <a:gd name="connsiteY4-290" fmla="*/ 147145 h 2638097"/>
                        <a:gd name="connsiteX5-291" fmla="*/ 4099035 w 8187558"/>
                        <a:gd name="connsiteY5-292" fmla="*/ 1566042 h 2638097"/>
                        <a:gd name="connsiteX6-293" fmla="*/ 8187558 w 8187558"/>
                        <a:gd name="connsiteY6-294" fmla="*/ 0 h 2638097"/>
                        <a:gd name="connsiteX0-295" fmla="*/ 8176538 w 8176538"/>
                        <a:gd name="connsiteY0-296" fmla="*/ 0 h 2638097"/>
                        <a:gd name="connsiteX1-297" fmla="*/ 8176538 w 8176538"/>
                        <a:gd name="connsiteY1-298" fmla="*/ 1271752 h 2638097"/>
                        <a:gd name="connsiteX2-299" fmla="*/ 4088015 w 8176538"/>
                        <a:gd name="connsiteY2-300" fmla="*/ 2638097 h 2638097"/>
                        <a:gd name="connsiteX3-301" fmla="*/ 0 w 8176538"/>
                        <a:gd name="connsiteY3-302" fmla="*/ 1269888 h 2638097"/>
                        <a:gd name="connsiteX4-303" fmla="*/ 20511 w 8176538"/>
                        <a:gd name="connsiteY4-304" fmla="*/ 147145 h 2638097"/>
                        <a:gd name="connsiteX5-305" fmla="*/ 4088015 w 8176538"/>
                        <a:gd name="connsiteY5-306" fmla="*/ 1566042 h 2638097"/>
                        <a:gd name="connsiteX6-307" fmla="*/ 8176538 w 8176538"/>
                        <a:gd name="connsiteY6-308" fmla="*/ 0 h 2638097"/>
                        <a:gd name="connsiteX0-309" fmla="*/ 8176538 w 8176538"/>
                        <a:gd name="connsiteY0-310" fmla="*/ 0 h 2772020"/>
                        <a:gd name="connsiteX1-311" fmla="*/ 8176538 w 8176538"/>
                        <a:gd name="connsiteY1-312" fmla="*/ 1271752 h 2772020"/>
                        <a:gd name="connsiteX2-313" fmla="*/ 4099034 w 8176538"/>
                        <a:gd name="connsiteY2-314" fmla="*/ 2772020 h 2772020"/>
                        <a:gd name="connsiteX3-315" fmla="*/ 0 w 8176538"/>
                        <a:gd name="connsiteY3-316" fmla="*/ 1269888 h 2772020"/>
                        <a:gd name="connsiteX4-317" fmla="*/ 20511 w 8176538"/>
                        <a:gd name="connsiteY4-318" fmla="*/ 147145 h 2772020"/>
                        <a:gd name="connsiteX5-319" fmla="*/ 4088015 w 8176538"/>
                        <a:gd name="connsiteY5-320" fmla="*/ 1566042 h 2772020"/>
                        <a:gd name="connsiteX6-321" fmla="*/ 8176538 w 8176538"/>
                        <a:gd name="connsiteY6-322" fmla="*/ 0 h 2772020"/>
                        <a:gd name="connsiteX0-323" fmla="*/ 8176538 w 8176538"/>
                        <a:gd name="connsiteY0-324" fmla="*/ 0 h 2772339"/>
                        <a:gd name="connsiteX1-325" fmla="*/ 8176538 w 8176538"/>
                        <a:gd name="connsiteY1-326" fmla="*/ 1378890 h 2772339"/>
                        <a:gd name="connsiteX2-327" fmla="*/ 4099034 w 8176538"/>
                        <a:gd name="connsiteY2-328" fmla="*/ 2772020 h 2772339"/>
                        <a:gd name="connsiteX3-329" fmla="*/ 0 w 8176538"/>
                        <a:gd name="connsiteY3-330" fmla="*/ 1269888 h 2772339"/>
                        <a:gd name="connsiteX4-331" fmla="*/ 20511 w 8176538"/>
                        <a:gd name="connsiteY4-332" fmla="*/ 147145 h 2772339"/>
                        <a:gd name="connsiteX5-333" fmla="*/ 4088015 w 8176538"/>
                        <a:gd name="connsiteY5-334" fmla="*/ 1566042 h 2772339"/>
                        <a:gd name="connsiteX6-335" fmla="*/ 8176538 w 8176538"/>
                        <a:gd name="connsiteY6-336" fmla="*/ 0 h 2772339"/>
                        <a:gd name="connsiteX0-337" fmla="*/ 8176538 w 8176538"/>
                        <a:gd name="connsiteY0-338" fmla="*/ 0 h 2825888"/>
                        <a:gd name="connsiteX1-339" fmla="*/ 8176538 w 8176538"/>
                        <a:gd name="connsiteY1-340" fmla="*/ 1378890 h 2825888"/>
                        <a:gd name="connsiteX2-341" fmla="*/ 4099034 w 8176538"/>
                        <a:gd name="connsiteY2-342" fmla="*/ 2825590 h 2825888"/>
                        <a:gd name="connsiteX3-343" fmla="*/ 0 w 8176538"/>
                        <a:gd name="connsiteY3-344" fmla="*/ 1269888 h 2825888"/>
                        <a:gd name="connsiteX4-345" fmla="*/ 20511 w 8176538"/>
                        <a:gd name="connsiteY4-346" fmla="*/ 147145 h 2825888"/>
                        <a:gd name="connsiteX5-347" fmla="*/ 4088015 w 8176538"/>
                        <a:gd name="connsiteY5-348" fmla="*/ 1566042 h 2825888"/>
                        <a:gd name="connsiteX6-349" fmla="*/ 8176538 w 8176538"/>
                        <a:gd name="connsiteY6-350" fmla="*/ 0 h 2825888"/>
                        <a:gd name="connsiteX0-351" fmla="*/ 8165518 w 8165518"/>
                        <a:gd name="connsiteY0-352" fmla="*/ 0 h 2825606"/>
                        <a:gd name="connsiteX1-353" fmla="*/ 8165518 w 8165518"/>
                        <a:gd name="connsiteY1-354" fmla="*/ 1378890 h 2825606"/>
                        <a:gd name="connsiteX2-355" fmla="*/ 4088014 w 8165518"/>
                        <a:gd name="connsiteY2-356" fmla="*/ 2825590 h 2825606"/>
                        <a:gd name="connsiteX3-357" fmla="*/ 0 w 8165518"/>
                        <a:gd name="connsiteY3-358" fmla="*/ 1403811 h 2825606"/>
                        <a:gd name="connsiteX4-359" fmla="*/ 9491 w 8165518"/>
                        <a:gd name="connsiteY4-360" fmla="*/ 147145 h 2825606"/>
                        <a:gd name="connsiteX5-361" fmla="*/ 4076995 w 8165518"/>
                        <a:gd name="connsiteY5-362" fmla="*/ 1566042 h 2825606"/>
                        <a:gd name="connsiteX6-363" fmla="*/ 8165518 w 8165518"/>
                        <a:gd name="connsiteY6-364" fmla="*/ 0 h 2825606"/>
                        <a:gd name="connsiteX0-365" fmla="*/ 8165518 w 8165518"/>
                        <a:gd name="connsiteY0-366" fmla="*/ 0 h 2879174"/>
                        <a:gd name="connsiteX1-367" fmla="*/ 8165518 w 8165518"/>
                        <a:gd name="connsiteY1-368" fmla="*/ 1378890 h 2879174"/>
                        <a:gd name="connsiteX2-369" fmla="*/ 4132092 w 8165518"/>
                        <a:gd name="connsiteY2-370" fmla="*/ 2879159 h 2879174"/>
                        <a:gd name="connsiteX3-371" fmla="*/ 0 w 8165518"/>
                        <a:gd name="connsiteY3-372" fmla="*/ 1403811 h 2879174"/>
                        <a:gd name="connsiteX4-373" fmla="*/ 9491 w 8165518"/>
                        <a:gd name="connsiteY4-374" fmla="*/ 147145 h 2879174"/>
                        <a:gd name="connsiteX5-375" fmla="*/ 4076995 w 8165518"/>
                        <a:gd name="connsiteY5-376" fmla="*/ 1566042 h 2879174"/>
                        <a:gd name="connsiteX6-377" fmla="*/ 8165518 w 8165518"/>
                        <a:gd name="connsiteY6-378" fmla="*/ 0 h 2879174"/>
                        <a:gd name="connsiteX0-379" fmla="*/ 8165518 w 8176537"/>
                        <a:gd name="connsiteY0-380" fmla="*/ 0 h 2879410"/>
                        <a:gd name="connsiteX1-381" fmla="*/ 8176537 w 8176537"/>
                        <a:gd name="connsiteY1-382" fmla="*/ 1499420 h 2879410"/>
                        <a:gd name="connsiteX2-383" fmla="*/ 4132092 w 8176537"/>
                        <a:gd name="connsiteY2-384" fmla="*/ 2879159 h 2879410"/>
                        <a:gd name="connsiteX3-385" fmla="*/ 0 w 8176537"/>
                        <a:gd name="connsiteY3-386" fmla="*/ 1403811 h 2879410"/>
                        <a:gd name="connsiteX4-387" fmla="*/ 9491 w 8176537"/>
                        <a:gd name="connsiteY4-388" fmla="*/ 147145 h 2879410"/>
                        <a:gd name="connsiteX5-389" fmla="*/ 4076995 w 8176537"/>
                        <a:gd name="connsiteY5-390" fmla="*/ 1566042 h 2879410"/>
                        <a:gd name="connsiteX6-391" fmla="*/ 8165518 w 8176537"/>
                        <a:gd name="connsiteY6-392" fmla="*/ 0 h 2879410"/>
                        <a:gd name="connsiteX0-393" fmla="*/ 8165518 w 8176537"/>
                        <a:gd name="connsiteY0-394" fmla="*/ 0 h 2879262"/>
                        <a:gd name="connsiteX1-395" fmla="*/ 8176537 w 8176537"/>
                        <a:gd name="connsiteY1-396" fmla="*/ 1499420 h 2879262"/>
                        <a:gd name="connsiteX2-397" fmla="*/ 4132092 w 8176537"/>
                        <a:gd name="connsiteY2-398" fmla="*/ 2879159 h 2879262"/>
                        <a:gd name="connsiteX3-399" fmla="*/ 0 w 8176537"/>
                        <a:gd name="connsiteY3-400" fmla="*/ 1403811 h 2879262"/>
                        <a:gd name="connsiteX4-401" fmla="*/ 9491 w 8176537"/>
                        <a:gd name="connsiteY4-402" fmla="*/ 147145 h 2879262"/>
                        <a:gd name="connsiteX5-403" fmla="*/ 4076995 w 8176537"/>
                        <a:gd name="connsiteY5-404" fmla="*/ 1566042 h 2879262"/>
                        <a:gd name="connsiteX6-405" fmla="*/ 8165518 w 8176537"/>
                        <a:gd name="connsiteY6-406" fmla="*/ 0 h 2879262"/>
                        <a:gd name="connsiteX0-407" fmla="*/ 8165518 w 8176537"/>
                        <a:gd name="connsiteY0-408" fmla="*/ 0 h 2879163"/>
                        <a:gd name="connsiteX1-409" fmla="*/ 8176537 w 8176537"/>
                        <a:gd name="connsiteY1-410" fmla="*/ 1499420 h 2879163"/>
                        <a:gd name="connsiteX2-411" fmla="*/ 4132092 w 8176537"/>
                        <a:gd name="connsiteY2-412" fmla="*/ 2879159 h 2879163"/>
                        <a:gd name="connsiteX3-413" fmla="*/ 0 w 8176537"/>
                        <a:gd name="connsiteY3-414" fmla="*/ 1510948 h 2879163"/>
                        <a:gd name="connsiteX4-415" fmla="*/ 9491 w 8176537"/>
                        <a:gd name="connsiteY4-416" fmla="*/ 147145 h 2879163"/>
                        <a:gd name="connsiteX5-417" fmla="*/ 4076995 w 8176537"/>
                        <a:gd name="connsiteY5-418" fmla="*/ 1566042 h 2879163"/>
                        <a:gd name="connsiteX6-419" fmla="*/ 8165518 w 8176537"/>
                        <a:gd name="connsiteY6-420" fmla="*/ 0 h 2879163"/>
                        <a:gd name="connsiteX0-421" fmla="*/ 8165518 w 8198577"/>
                        <a:gd name="connsiteY0-422" fmla="*/ 0 h 2879451"/>
                        <a:gd name="connsiteX1-423" fmla="*/ 8198577 w 8198577"/>
                        <a:gd name="connsiteY1-424" fmla="*/ 1606558 h 2879451"/>
                        <a:gd name="connsiteX2-425" fmla="*/ 4132092 w 8198577"/>
                        <a:gd name="connsiteY2-426" fmla="*/ 2879159 h 2879451"/>
                        <a:gd name="connsiteX3-427" fmla="*/ 0 w 8198577"/>
                        <a:gd name="connsiteY3-428" fmla="*/ 1510948 h 2879451"/>
                        <a:gd name="connsiteX4-429" fmla="*/ 9491 w 8198577"/>
                        <a:gd name="connsiteY4-430" fmla="*/ 147145 h 2879451"/>
                        <a:gd name="connsiteX5-431" fmla="*/ 4076995 w 8198577"/>
                        <a:gd name="connsiteY5-432" fmla="*/ 1566042 h 2879451"/>
                        <a:gd name="connsiteX6-433" fmla="*/ 8165518 w 8198577"/>
                        <a:gd name="connsiteY6-434" fmla="*/ 0 h 2879451"/>
                        <a:gd name="connsiteX0-435" fmla="*/ 8165518 w 8165518"/>
                        <a:gd name="connsiteY0-436" fmla="*/ 0 h 2880066"/>
                        <a:gd name="connsiteX1-437" fmla="*/ 8165518 w 8165518"/>
                        <a:gd name="connsiteY1-438" fmla="*/ 1673520 h 2880066"/>
                        <a:gd name="connsiteX2-439" fmla="*/ 4132092 w 8165518"/>
                        <a:gd name="connsiteY2-440" fmla="*/ 2879159 h 2880066"/>
                        <a:gd name="connsiteX3-441" fmla="*/ 0 w 8165518"/>
                        <a:gd name="connsiteY3-442" fmla="*/ 1510948 h 2880066"/>
                        <a:gd name="connsiteX4-443" fmla="*/ 9491 w 8165518"/>
                        <a:gd name="connsiteY4-444" fmla="*/ 147145 h 2880066"/>
                        <a:gd name="connsiteX5-445" fmla="*/ 4076995 w 8165518"/>
                        <a:gd name="connsiteY5-446" fmla="*/ 1566042 h 2880066"/>
                        <a:gd name="connsiteX6-447" fmla="*/ 8165518 w 8165518"/>
                        <a:gd name="connsiteY6-448" fmla="*/ 0 h 2880066"/>
                        <a:gd name="connsiteX0-449" fmla="*/ 8156794 w 8156794"/>
                        <a:gd name="connsiteY0-450" fmla="*/ 0 h 2879270"/>
                        <a:gd name="connsiteX1-451" fmla="*/ 8156794 w 8156794"/>
                        <a:gd name="connsiteY1-452" fmla="*/ 1673520 h 2879270"/>
                        <a:gd name="connsiteX2-453" fmla="*/ 4123368 w 8156794"/>
                        <a:gd name="connsiteY2-454" fmla="*/ 2879159 h 2879270"/>
                        <a:gd name="connsiteX3-455" fmla="*/ 2295 w 8156794"/>
                        <a:gd name="connsiteY3-456" fmla="*/ 1618086 h 2879270"/>
                        <a:gd name="connsiteX4-457" fmla="*/ 767 w 8156794"/>
                        <a:gd name="connsiteY4-458" fmla="*/ 147145 h 2879270"/>
                        <a:gd name="connsiteX5-459" fmla="*/ 4068271 w 8156794"/>
                        <a:gd name="connsiteY5-460" fmla="*/ 1566042 h 2879270"/>
                        <a:gd name="connsiteX6-461" fmla="*/ 8156794 w 8156794"/>
                        <a:gd name="connsiteY6-462" fmla="*/ 0 h 2879270"/>
                        <a:gd name="connsiteX0-463" fmla="*/ 8156794 w 8156794"/>
                        <a:gd name="connsiteY0-464" fmla="*/ 0 h 2973000"/>
                        <a:gd name="connsiteX1-465" fmla="*/ 8156794 w 8156794"/>
                        <a:gd name="connsiteY1-466" fmla="*/ 1673520 h 2973000"/>
                        <a:gd name="connsiteX2-467" fmla="*/ 4134388 w 8156794"/>
                        <a:gd name="connsiteY2-468" fmla="*/ 2972904 h 2973000"/>
                        <a:gd name="connsiteX3-469" fmla="*/ 2295 w 8156794"/>
                        <a:gd name="connsiteY3-470" fmla="*/ 1618086 h 2973000"/>
                        <a:gd name="connsiteX4-471" fmla="*/ 767 w 8156794"/>
                        <a:gd name="connsiteY4-472" fmla="*/ 147145 h 2973000"/>
                        <a:gd name="connsiteX5-473" fmla="*/ 4068271 w 8156794"/>
                        <a:gd name="connsiteY5-474" fmla="*/ 1566042 h 2973000"/>
                        <a:gd name="connsiteX6-475" fmla="*/ 8156794 w 8156794"/>
                        <a:gd name="connsiteY6-476" fmla="*/ 0 h 2973000"/>
                        <a:gd name="connsiteX0-477" fmla="*/ 8156794 w 8156794"/>
                        <a:gd name="connsiteY0-478" fmla="*/ 0 h 2973000"/>
                        <a:gd name="connsiteX1-479" fmla="*/ 8156794 w 8156794"/>
                        <a:gd name="connsiteY1-480" fmla="*/ 1673520 h 2973000"/>
                        <a:gd name="connsiteX2-481" fmla="*/ 4134388 w 8156794"/>
                        <a:gd name="connsiteY2-482" fmla="*/ 2972904 h 2973000"/>
                        <a:gd name="connsiteX3-483" fmla="*/ 2295 w 8156794"/>
                        <a:gd name="connsiteY3-484" fmla="*/ 1618086 h 2973000"/>
                        <a:gd name="connsiteX4-485" fmla="*/ 767 w 8156794"/>
                        <a:gd name="connsiteY4-486" fmla="*/ 147145 h 2973000"/>
                        <a:gd name="connsiteX5-487" fmla="*/ 4068271 w 8156794"/>
                        <a:gd name="connsiteY5-488" fmla="*/ 1566042 h 2973000"/>
                        <a:gd name="connsiteX6-489" fmla="*/ 8156794 w 8156794"/>
                        <a:gd name="connsiteY6-490" fmla="*/ 0 h 2973000"/>
                        <a:gd name="connsiteX0-491" fmla="*/ 8156794 w 8156794"/>
                        <a:gd name="connsiteY0-492" fmla="*/ 0 h 2973000"/>
                        <a:gd name="connsiteX1-493" fmla="*/ 8156794 w 8156794"/>
                        <a:gd name="connsiteY1-494" fmla="*/ 1673520 h 2973000"/>
                        <a:gd name="connsiteX2-495" fmla="*/ 4134388 w 8156794"/>
                        <a:gd name="connsiteY2-496" fmla="*/ 2972904 h 2973000"/>
                        <a:gd name="connsiteX3-497" fmla="*/ 2295 w 8156794"/>
                        <a:gd name="connsiteY3-498" fmla="*/ 1618086 h 2973000"/>
                        <a:gd name="connsiteX4-499" fmla="*/ 767 w 8156794"/>
                        <a:gd name="connsiteY4-500" fmla="*/ 147145 h 2973000"/>
                        <a:gd name="connsiteX5-501" fmla="*/ 4068271 w 8156794"/>
                        <a:gd name="connsiteY5-502" fmla="*/ 1566042 h 2973000"/>
                        <a:gd name="connsiteX6-503" fmla="*/ 8156794 w 8156794"/>
                        <a:gd name="connsiteY6-504" fmla="*/ 0 h 2973000"/>
                        <a:gd name="connsiteX0-505" fmla="*/ 8156794 w 8156794"/>
                        <a:gd name="connsiteY0-506" fmla="*/ 0 h 2973020"/>
                        <a:gd name="connsiteX1-507" fmla="*/ 8156794 w 8156794"/>
                        <a:gd name="connsiteY1-508" fmla="*/ 1673520 h 2973020"/>
                        <a:gd name="connsiteX2-509" fmla="*/ 4134388 w 8156794"/>
                        <a:gd name="connsiteY2-510" fmla="*/ 2972904 h 2973020"/>
                        <a:gd name="connsiteX3-511" fmla="*/ 2295 w 8156794"/>
                        <a:gd name="connsiteY3-512" fmla="*/ 1618086 h 2973020"/>
                        <a:gd name="connsiteX4-513" fmla="*/ 767 w 8156794"/>
                        <a:gd name="connsiteY4-514" fmla="*/ 147145 h 2973020"/>
                        <a:gd name="connsiteX5-515" fmla="*/ 4068271 w 8156794"/>
                        <a:gd name="connsiteY5-516" fmla="*/ 1566042 h 2973020"/>
                        <a:gd name="connsiteX6-517" fmla="*/ 8156794 w 8156794"/>
                        <a:gd name="connsiteY6-518" fmla="*/ 0 h 2973020"/>
                        <a:gd name="connsiteX0-519" fmla="*/ 8156794 w 8156794"/>
                        <a:gd name="connsiteY0-520" fmla="*/ 0 h 2973021"/>
                        <a:gd name="connsiteX1-521" fmla="*/ 8156794 w 8156794"/>
                        <a:gd name="connsiteY1-522" fmla="*/ 1673520 h 2973021"/>
                        <a:gd name="connsiteX2-523" fmla="*/ 4134388 w 8156794"/>
                        <a:gd name="connsiteY2-524" fmla="*/ 2972904 h 2973021"/>
                        <a:gd name="connsiteX3-525" fmla="*/ 2295 w 8156794"/>
                        <a:gd name="connsiteY3-526" fmla="*/ 1618086 h 2973021"/>
                        <a:gd name="connsiteX4-527" fmla="*/ 767 w 8156794"/>
                        <a:gd name="connsiteY4-528" fmla="*/ 147145 h 2973021"/>
                        <a:gd name="connsiteX5-529" fmla="*/ 4068271 w 8156794"/>
                        <a:gd name="connsiteY5-530" fmla="*/ 1566042 h 2973021"/>
                        <a:gd name="connsiteX6-531" fmla="*/ 8156794 w 8156794"/>
                        <a:gd name="connsiteY6-532" fmla="*/ 0 h 2973021"/>
                        <a:gd name="connsiteX0-533" fmla="*/ 8156794 w 8156794"/>
                        <a:gd name="connsiteY0-534" fmla="*/ 0 h 2973021"/>
                        <a:gd name="connsiteX1-535" fmla="*/ 8156794 w 8156794"/>
                        <a:gd name="connsiteY1-536" fmla="*/ 1673520 h 2973021"/>
                        <a:gd name="connsiteX2-537" fmla="*/ 4134388 w 8156794"/>
                        <a:gd name="connsiteY2-538" fmla="*/ 2972904 h 2973021"/>
                        <a:gd name="connsiteX3-539" fmla="*/ 2295 w 8156794"/>
                        <a:gd name="connsiteY3-540" fmla="*/ 1618086 h 2973021"/>
                        <a:gd name="connsiteX4-541" fmla="*/ 767 w 8156794"/>
                        <a:gd name="connsiteY4-542" fmla="*/ 147145 h 2973021"/>
                        <a:gd name="connsiteX5-543" fmla="*/ 4068271 w 8156794"/>
                        <a:gd name="connsiteY5-544" fmla="*/ 1566042 h 2973021"/>
                        <a:gd name="connsiteX6-545" fmla="*/ 8156794 w 8156794"/>
                        <a:gd name="connsiteY6-546" fmla="*/ 0 h 2973021"/>
                        <a:gd name="connsiteX0-547" fmla="*/ 8156794 w 8156794"/>
                        <a:gd name="connsiteY0-548" fmla="*/ 0 h 2973021"/>
                        <a:gd name="connsiteX1-549" fmla="*/ 8156794 w 8156794"/>
                        <a:gd name="connsiteY1-550" fmla="*/ 1673520 h 2973021"/>
                        <a:gd name="connsiteX2-551" fmla="*/ 4134388 w 8156794"/>
                        <a:gd name="connsiteY2-552" fmla="*/ 2972904 h 2973021"/>
                        <a:gd name="connsiteX3-553" fmla="*/ 2295 w 8156794"/>
                        <a:gd name="connsiteY3-554" fmla="*/ 1618086 h 2973021"/>
                        <a:gd name="connsiteX4-555" fmla="*/ 767 w 8156794"/>
                        <a:gd name="connsiteY4-556" fmla="*/ 147145 h 2973021"/>
                        <a:gd name="connsiteX5-557" fmla="*/ 4068271 w 8156794"/>
                        <a:gd name="connsiteY5-558" fmla="*/ 1566042 h 2973021"/>
                        <a:gd name="connsiteX6-559" fmla="*/ 8156794 w 8156794"/>
                        <a:gd name="connsiteY6-560" fmla="*/ 0 h 2973021"/>
                        <a:gd name="connsiteX0-561" fmla="*/ 8156794 w 8156794"/>
                        <a:gd name="connsiteY0-562" fmla="*/ 0 h 2973021"/>
                        <a:gd name="connsiteX1-563" fmla="*/ 8156794 w 8156794"/>
                        <a:gd name="connsiteY1-564" fmla="*/ 1673520 h 2973021"/>
                        <a:gd name="connsiteX2-565" fmla="*/ 4134388 w 8156794"/>
                        <a:gd name="connsiteY2-566" fmla="*/ 2972904 h 2973021"/>
                        <a:gd name="connsiteX3-567" fmla="*/ 2295 w 8156794"/>
                        <a:gd name="connsiteY3-568" fmla="*/ 1618086 h 2973021"/>
                        <a:gd name="connsiteX4-569" fmla="*/ 767 w 8156794"/>
                        <a:gd name="connsiteY4-570" fmla="*/ 147145 h 2973021"/>
                        <a:gd name="connsiteX5-571" fmla="*/ 4068271 w 8156794"/>
                        <a:gd name="connsiteY5-572" fmla="*/ 1566042 h 2973021"/>
                        <a:gd name="connsiteX6-573" fmla="*/ 8156794 w 8156794"/>
                        <a:gd name="connsiteY6-574" fmla="*/ 0 h 2973021"/>
                        <a:gd name="connsiteX0-575" fmla="*/ 8156794 w 8156794"/>
                        <a:gd name="connsiteY0-576" fmla="*/ 0 h 2973141"/>
                        <a:gd name="connsiteX1-577" fmla="*/ 8156794 w 8156794"/>
                        <a:gd name="connsiteY1-578" fmla="*/ 1673520 h 2973141"/>
                        <a:gd name="connsiteX2-579" fmla="*/ 4134388 w 8156794"/>
                        <a:gd name="connsiteY2-580" fmla="*/ 2972904 h 2973141"/>
                        <a:gd name="connsiteX3-581" fmla="*/ 2295 w 8156794"/>
                        <a:gd name="connsiteY3-582" fmla="*/ 1618086 h 2973141"/>
                        <a:gd name="connsiteX4-583" fmla="*/ 767 w 8156794"/>
                        <a:gd name="connsiteY4-584" fmla="*/ 147145 h 2973141"/>
                        <a:gd name="connsiteX5-585" fmla="*/ 4068271 w 8156794"/>
                        <a:gd name="connsiteY5-586" fmla="*/ 1566042 h 2973141"/>
                        <a:gd name="connsiteX6-587" fmla="*/ 8156794 w 8156794"/>
                        <a:gd name="connsiteY6-588" fmla="*/ 0 h 2973141"/>
                        <a:gd name="connsiteX0-589" fmla="*/ 8156794 w 8156794"/>
                        <a:gd name="connsiteY0-590" fmla="*/ 0 h 3066827"/>
                        <a:gd name="connsiteX1-591" fmla="*/ 8156794 w 8156794"/>
                        <a:gd name="connsiteY1-592" fmla="*/ 1673520 h 3066827"/>
                        <a:gd name="connsiteX2-593" fmla="*/ 4123353 w 8156794"/>
                        <a:gd name="connsiteY2-594" fmla="*/ 3066650 h 3066827"/>
                        <a:gd name="connsiteX3-595" fmla="*/ 2295 w 8156794"/>
                        <a:gd name="connsiteY3-596" fmla="*/ 1618086 h 3066827"/>
                        <a:gd name="connsiteX4-597" fmla="*/ 767 w 8156794"/>
                        <a:gd name="connsiteY4-598" fmla="*/ 147145 h 3066827"/>
                        <a:gd name="connsiteX5-599" fmla="*/ 4068271 w 8156794"/>
                        <a:gd name="connsiteY5-600" fmla="*/ 1566042 h 3066827"/>
                        <a:gd name="connsiteX6-601" fmla="*/ 8156794 w 8156794"/>
                        <a:gd name="connsiteY6-602" fmla="*/ 0 h 3066827"/>
                        <a:gd name="connsiteX0-603" fmla="*/ 8123689 w 8156794"/>
                        <a:gd name="connsiteY0-604" fmla="*/ 0 h 2999866"/>
                        <a:gd name="connsiteX1-605" fmla="*/ 8156794 w 8156794"/>
                        <a:gd name="connsiteY1-606" fmla="*/ 1606559 h 2999866"/>
                        <a:gd name="connsiteX2-607" fmla="*/ 4123353 w 8156794"/>
                        <a:gd name="connsiteY2-608" fmla="*/ 2999689 h 2999866"/>
                        <a:gd name="connsiteX3-609" fmla="*/ 2295 w 8156794"/>
                        <a:gd name="connsiteY3-610" fmla="*/ 1551125 h 2999866"/>
                        <a:gd name="connsiteX4-611" fmla="*/ 767 w 8156794"/>
                        <a:gd name="connsiteY4-612" fmla="*/ 80184 h 2999866"/>
                        <a:gd name="connsiteX5-613" fmla="*/ 4068271 w 8156794"/>
                        <a:gd name="connsiteY5-614" fmla="*/ 1499081 h 2999866"/>
                        <a:gd name="connsiteX6-615" fmla="*/ 8123689 w 8156794"/>
                        <a:gd name="connsiteY6-616" fmla="*/ 0 h 2999866"/>
                        <a:gd name="connsiteX0-617" fmla="*/ 8167828 w 8167828"/>
                        <a:gd name="connsiteY0-618" fmla="*/ 0 h 3026651"/>
                        <a:gd name="connsiteX1-619" fmla="*/ 8156794 w 8167828"/>
                        <a:gd name="connsiteY1-620" fmla="*/ 1633344 h 3026651"/>
                        <a:gd name="connsiteX2-621" fmla="*/ 4123353 w 8167828"/>
                        <a:gd name="connsiteY2-622" fmla="*/ 3026474 h 3026651"/>
                        <a:gd name="connsiteX3-623" fmla="*/ 2295 w 8167828"/>
                        <a:gd name="connsiteY3-624" fmla="*/ 1577910 h 3026651"/>
                        <a:gd name="connsiteX4-625" fmla="*/ 767 w 8167828"/>
                        <a:gd name="connsiteY4-626" fmla="*/ 106969 h 3026651"/>
                        <a:gd name="connsiteX5-627" fmla="*/ 4068271 w 8167828"/>
                        <a:gd name="connsiteY5-628" fmla="*/ 1525866 h 3026651"/>
                        <a:gd name="connsiteX6-629" fmla="*/ 8167828 w 8167828"/>
                        <a:gd name="connsiteY6-630" fmla="*/ 0 h 3026651"/>
                        <a:gd name="connsiteX0-631" fmla="*/ 8167828 w 8167828"/>
                        <a:gd name="connsiteY0-632" fmla="*/ 0 h 3027228"/>
                        <a:gd name="connsiteX1-633" fmla="*/ 8145760 w 8167828"/>
                        <a:gd name="connsiteY1-634" fmla="*/ 1686913 h 3027228"/>
                        <a:gd name="connsiteX2-635" fmla="*/ 4123353 w 8167828"/>
                        <a:gd name="connsiteY2-636" fmla="*/ 3026474 h 3027228"/>
                        <a:gd name="connsiteX3-637" fmla="*/ 2295 w 8167828"/>
                        <a:gd name="connsiteY3-638" fmla="*/ 1577910 h 3027228"/>
                        <a:gd name="connsiteX4-639" fmla="*/ 767 w 8167828"/>
                        <a:gd name="connsiteY4-640" fmla="*/ 106969 h 3027228"/>
                        <a:gd name="connsiteX5-641" fmla="*/ 4068271 w 8167828"/>
                        <a:gd name="connsiteY5-642" fmla="*/ 1525866 h 3027228"/>
                        <a:gd name="connsiteX6-643" fmla="*/ 8167828 w 8167828"/>
                        <a:gd name="connsiteY6-644" fmla="*/ 0 h 3027228"/>
                        <a:gd name="connsiteX0-645" fmla="*/ 8156794 w 8156794"/>
                        <a:gd name="connsiteY0-646" fmla="*/ 0 h 2933483"/>
                        <a:gd name="connsiteX1-647" fmla="*/ 8145760 w 8156794"/>
                        <a:gd name="connsiteY1-648" fmla="*/ 1593168 h 2933483"/>
                        <a:gd name="connsiteX2-649" fmla="*/ 4123353 w 8156794"/>
                        <a:gd name="connsiteY2-650" fmla="*/ 2932729 h 2933483"/>
                        <a:gd name="connsiteX3-651" fmla="*/ 2295 w 8156794"/>
                        <a:gd name="connsiteY3-652" fmla="*/ 1484165 h 2933483"/>
                        <a:gd name="connsiteX4-653" fmla="*/ 767 w 8156794"/>
                        <a:gd name="connsiteY4-654" fmla="*/ 13224 h 2933483"/>
                        <a:gd name="connsiteX5-655" fmla="*/ 4068271 w 8156794"/>
                        <a:gd name="connsiteY5-656" fmla="*/ 1432121 h 2933483"/>
                        <a:gd name="connsiteX6-657" fmla="*/ 8156794 w 8156794"/>
                        <a:gd name="connsiteY6-658" fmla="*/ 0 h 2933483"/>
                        <a:gd name="connsiteX0-659" fmla="*/ 8156794 w 8156794"/>
                        <a:gd name="connsiteY0-660" fmla="*/ 0 h 2933483"/>
                        <a:gd name="connsiteX1-661" fmla="*/ 8145760 w 8156794"/>
                        <a:gd name="connsiteY1-662" fmla="*/ 1593168 h 2933483"/>
                        <a:gd name="connsiteX2-663" fmla="*/ 4123353 w 8156794"/>
                        <a:gd name="connsiteY2-664" fmla="*/ 2932729 h 2933483"/>
                        <a:gd name="connsiteX3-665" fmla="*/ 2295 w 8156794"/>
                        <a:gd name="connsiteY3-666" fmla="*/ 1484165 h 2933483"/>
                        <a:gd name="connsiteX4-667" fmla="*/ 767 w 8156794"/>
                        <a:gd name="connsiteY4-668" fmla="*/ 13224 h 2933483"/>
                        <a:gd name="connsiteX5-669" fmla="*/ 4068271 w 8156794"/>
                        <a:gd name="connsiteY5-670" fmla="*/ 1432121 h 2933483"/>
                        <a:gd name="connsiteX6-671" fmla="*/ 8156794 w 8156794"/>
                        <a:gd name="connsiteY6-672" fmla="*/ 0 h 2933483"/>
                        <a:gd name="connsiteX0-673" fmla="*/ 8123689 w 8145760"/>
                        <a:gd name="connsiteY0-674" fmla="*/ 13560 h 2920259"/>
                        <a:gd name="connsiteX1-675" fmla="*/ 8145760 w 8145760"/>
                        <a:gd name="connsiteY1-676" fmla="*/ 1579944 h 2920259"/>
                        <a:gd name="connsiteX2-677" fmla="*/ 4123353 w 8145760"/>
                        <a:gd name="connsiteY2-678" fmla="*/ 2919505 h 2920259"/>
                        <a:gd name="connsiteX3-679" fmla="*/ 2295 w 8145760"/>
                        <a:gd name="connsiteY3-680" fmla="*/ 1470941 h 2920259"/>
                        <a:gd name="connsiteX4-681" fmla="*/ 767 w 8145760"/>
                        <a:gd name="connsiteY4-682" fmla="*/ 0 h 2920259"/>
                        <a:gd name="connsiteX5-683" fmla="*/ 4068271 w 8145760"/>
                        <a:gd name="connsiteY5-684" fmla="*/ 1418897 h 2920259"/>
                        <a:gd name="connsiteX6-685" fmla="*/ 8123689 w 8145760"/>
                        <a:gd name="connsiteY6-686" fmla="*/ 13560 h 2920259"/>
                        <a:gd name="connsiteX0-687" fmla="*/ 8178863 w 8178863"/>
                        <a:gd name="connsiteY0-688" fmla="*/ 26952 h 2920259"/>
                        <a:gd name="connsiteX1-689" fmla="*/ 8145760 w 8178863"/>
                        <a:gd name="connsiteY1-690" fmla="*/ 1579944 h 2920259"/>
                        <a:gd name="connsiteX2-691" fmla="*/ 4123353 w 8178863"/>
                        <a:gd name="connsiteY2-692" fmla="*/ 2919505 h 2920259"/>
                        <a:gd name="connsiteX3-693" fmla="*/ 2295 w 8178863"/>
                        <a:gd name="connsiteY3-694" fmla="*/ 1470941 h 2920259"/>
                        <a:gd name="connsiteX4-695" fmla="*/ 767 w 8178863"/>
                        <a:gd name="connsiteY4-696" fmla="*/ 0 h 2920259"/>
                        <a:gd name="connsiteX5-697" fmla="*/ 4068271 w 8178863"/>
                        <a:gd name="connsiteY5-698" fmla="*/ 1418897 h 2920259"/>
                        <a:gd name="connsiteX6-699" fmla="*/ 8178863 w 8178863"/>
                        <a:gd name="connsiteY6-700" fmla="*/ 26952 h 2920259"/>
                        <a:gd name="connsiteX0-701" fmla="*/ 8167827 w 8167827"/>
                        <a:gd name="connsiteY0-702" fmla="*/ 40343 h 2920259"/>
                        <a:gd name="connsiteX1-703" fmla="*/ 8145760 w 8167827"/>
                        <a:gd name="connsiteY1-704" fmla="*/ 1579944 h 2920259"/>
                        <a:gd name="connsiteX2-705" fmla="*/ 4123353 w 8167827"/>
                        <a:gd name="connsiteY2-706" fmla="*/ 2919505 h 2920259"/>
                        <a:gd name="connsiteX3-707" fmla="*/ 2295 w 8167827"/>
                        <a:gd name="connsiteY3-708" fmla="*/ 1470941 h 2920259"/>
                        <a:gd name="connsiteX4-709" fmla="*/ 767 w 8167827"/>
                        <a:gd name="connsiteY4-710" fmla="*/ 0 h 2920259"/>
                        <a:gd name="connsiteX5-711" fmla="*/ 4068271 w 8167827"/>
                        <a:gd name="connsiteY5-712" fmla="*/ 1418897 h 2920259"/>
                        <a:gd name="connsiteX6-713" fmla="*/ 8167827 w 8167827"/>
                        <a:gd name="connsiteY6-714" fmla="*/ 40343 h 2920259"/>
                        <a:gd name="connsiteX0-715" fmla="*/ 8123687 w 8145760"/>
                        <a:gd name="connsiteY0-716" fmla="*/ 53735 h 2920259"/>
                        <a:gd name="connsiteX1-717" fmla="*/ 8145760 w 8145760"/>
                        <a:gd name="connsiteY1-718" fmla="*/ 1579944 h 2920259"/>
                        <a:gd name="connsiteX2-719" fmla="*/ 4123353 w 8145760"/>
                        <a:gd name="connsiteY2-720" fmla="*/ 2919505 h 2920259"/>
                        <a:gd name="connsiteX3-721" fmla="*/ 2295 w 8145760"/>
                        <a:gd name="connsiteY3-722" fmla="*/ 1470941 h 2920259"/>
                        <a:gd name="connsiteX4-723" fmla="*/ 767 w 8145760"/>
                        <a:gd name="connsiteY4-724" fmla="*/ 0 h 2920259"/>
                        <a:gd name="connsiteX5-725" fmla="*/ 4068271 w 8145760"/>
                        <a:gd name="connsiteY5-726" fmla="*/ 1418897 h 2920259"/>
                        <a:gd name="connsiteX6-727" fmla="*/ 8123687 w 8145760"/>
                        <a:gd name="connsiteY6-728" fmla="*/ 53735 h 2920259"/>
                        <a:gd name="connsiteX0-729" fmla="*/ 8161918 w 8161918"/>
                        <a:gd name="connsiteY0-730" fmla="*/ 0 h 2943855"/>
                        <a:gd name="connsiteX1-731" fmla="*/ 8145760 w 8161918"/>
                        <a:gd name="connsiteY1-732" fmla="*/ 1603540 h 2943855"/>
                        <a:gd name="connsiteX2-733" fmla="*/ 4123353 w 8161918"/>
                        <a:gd name="connsiteY2-734" fmla="*/ 2943101 h 2943855"/>
                        <a:gd name="connsiteX3-735" fmla="*/ 2295 w 8161918"/>
                        <a:gd name="connsiteY3-736" fmla="*/ 1494537 h 2943855"/>
                        <a:gd name="connsiteX4-737" fmla="*/ 767 w 8161918"/>
                        <a:gd name="connsiteY4-738" fmla="*/ 23596 h 2943855"/>
                        <a:gd name="connsiteX5-739" fmla="*/ 4068271 w 8161918"/>
                        <a:gd name="connsiteY5-740" fmla="*/ 1442493 h 2943855"/>
                        <a:gd name="connsiteX6-741" fmla="*/ 8161918 w 8161918"/>
                        <a:gd name="connsiteY6-742" fmla="*/ 0 h 2943855"/>
                        <a:gd name="connsiteX0-743" fmla="*/ 8144926 w 8145760"/>
                        <a:gd name="connsiteY0-744" fmla="*/ 43424 h 2920259"/>
                        <a:gd name="connsiteX1-745" fmla="*/ 8145760 w 8145760"/>
                        <a:gd name="connsiteY1-746" fmla="*/ 1579944 h 2920259"/>
                        <a:gd name="connsiteX2-747" fmla="*/ 4123353 w 8145760"/>
                        <a:gd name="connsiteY2-748" fmla="*/ 2919505 h 2920259"/>
                        <a:gd name="connsiteX3-749" fmla="*/ 2295 w 8145760"/>
                        <a:gd name="connsiteY3-750" fmla="*/ 1470941 h 2920259"/>
                        <a:gd name="connsiteX4-751" fmla="*/ 767 w 8145760"/>
                        <a:gd name="connsiteY4-752" fmla="*/ 0 h 2920259"/>
                        <a:gd name="connsiteX5-753" fmla="*/ 4068271 w 8145760"/>
                        <a:gd name="connsiteY5-754" fmla="*/ 1418897 h 2920259"/>
                        <a:gd name="connsiteX6-755" fmla="*/ 8144926 w 8145760"/>
                        <a:gd name="connsiteY6-756" fmla="*/ 43424 h 2920259"/>
                        <a:gd name="connsiteX0-757" fmla="*/ 8161918 w 8161918"/>
                        <a:gd name="connsiteY0-758" fmla="*/ 0 h 2959321"/>
                        <a:gd name="connsiteX1-759" fmla="*/ 8145760 w 8161918"/>
                        <a:gd name="connsiteY1-760" fmla="*/ 1619006 h 2959321"/>
                        <a:gd name="connsiteX2-761" fmla="*/ 4123353 w 8161918"/>
                        <a:gd name="connsiteY2-762" fmla="*/ 2958567 h 2959321"/>
                        <a:gd name="connsiteX3-763" fmla="*/ 2295 w 8161918"/>
                        <a:gd name="connsiteY3-764" fmla="*/ 1510003 h 2959321"/>
                        <a:gd name="connsiteX4-765" fmla="*/ 767 w 8161918"/>
                        <a:gd name="connsiteY4-766" fmla="*/ 39062 h 2959321"/>
                        <a:gd name="connsiteX5-767" fmla="*/ 4068271 w 8161918"/>
                        <a:gd name="connsiteY5-768" fmla="*/ 1457959 h 2959321"/>
                        <a:gd name="connsiteX6-769" fmla="*/ 8161918 w 8161918"/>
                        <a:gd name="connsiteY6-770" fmla="*/ 0 h 2959321"/>
                        <a:gd name="connsiteX0-771" fmla="*/ 8161918 w 8162752"/>
                        <a:gd name="connsiteY0-772" fmla="*/ 0 h 2959488"/>
                        <a:gd name="connsiteX1-773" fmla="*/ 8162752 w 8162752"/>
                        <a:gd name="connsiteY1-774" fmla="*/ 1629317 h 2959488"/>
                        <a:gd name="connsiteX2-775" fmla="*/ 4123353 w 8162752"/>
                        <a:gd name="connsiteY2-776" fmla="*/ 2958567 h 2959488"/>
                        <a:gd name="connsiteX3-777" fmla="*/ 2295 w 8162752"/>
                        <a:gd name="connsiteY3-778" fmla="*/ 1510003 h 2959488"/>
                        <a:gd name="connsiteX4-779" fmla="*/ 767 w 8162752"/>
                        <a:gd name="connsiteY4-780" fmla="*/ 39062 h 2959488"/>
                        <a:gd name="connsiteX5-781" fmla="*/ 4068271 w 8162752"/>
                        <a:gd name="connsiteY5-782" fmla="*/ 1457959 h 2959488"/>
                        <a:gd name="connsiteX6-783" fmla="*/ 8161918 w 8162752"/>
                        <a:gd name="connsiteY6-784" fmla="*/ 0 h 2959488"/>
                        <a:gd name="connsiteX0-785" fmla="*/ 8165930 w 8166764"/>
                        <a:gd name="connsiteY0-786" fmla="*/ 7337 h 2966825"/>
                        <a:gd name="connsiteX1-787" fmla="*/ 8166764 w 8166764"/>
                        <a:gd name="connsiteY1-788" fmla="*/ 1636654 h 2966825"/>
                        <a:gd name="connsiteX2-789" fmla="*/ 4127365 w 8166764"/>
                        <a:gd name="connsiteY2-790" fmla="*/ 2965904 h 2966825"/>
                        <a:gd name="connsiteX3-791" fmla="*/ 6307 w 8166764"/>
                        <a:gd name="connsiteY3-792" fmla="*/ 1517340 h 2966825"/>
                        <a:gd name="connsiteX4-793" fmla="*/ 532 w 8166764"/>
                        <a:gd name="connsiteY4-794" fmla="*/ 0 h 2966825"/>
                        <a:gd name="connsiteX5-795" fmla="*/ 4072283 w 8166764"/>
                        <a:gd name="connsiteY5-796" fmla="*/ 1465296 h 2966825"/>
                        <a:gd name="connsiteX6-797" fmla="*/ 8165930 w 8166764"/>
                        <a:gd name="connsiteY6-798" fmla="*/ 7337 h 2966825"/>
                        <a:gd name="connsiteX0-799" fmla="*/ 8168119 w 8168953"/>
                        <a:gd name="connsiteY0-800" fmla="*/ 7337 h 2966682"/>
                        <a:gd name="connsiteX1-801" fmla="*/ 8168953 w 8168953"/>
                        <a:gd name="connsiteY1-802" fmla="*/ 1636654 h 2966682"/>
                        <a:gd name="connsiteX2-803" fmla="*/ 4129554 w 8168953"/>
                        <a:gd name="connsiteY2-804" fmla="*/ 2965904 h 2966682"/>
                        <a:gd name="connsiteX3-805" fmla="*/ 0 w 8168953"/>
                        <a:gd name="connsiteY3-806" fmla="*/ 1527651 h 2966682"/>
                        <a:gd name="connsiteX4-807" fmla="*/ 2721 w 8168953"/>
                        <a:gd name="connsiteY4-808" fmla="*/ 0 h 2966682"/>
                        <a:gd name="connsiteX5-809" fmla="*/ 4074472 w 8168953"/>
                        <a:gd name="connsiteY5-810" fmla="*/ 1465296 h 2966682"/>
                        <a:gd name="connsiteX6-811" fmla="*/ 8168119 w 8168953"/>
                        <a:gd name="connsiteY6-812" fmla="*/ 7337 h 2966682"/>
                        <a:gd name="connsiteX0-813" fmla="*/ 8168119 w 8168953"/>
                        <a:gd name="connsiteY0-814" fmla="*/ 7337 h 3100377"/>
                        <a:gd name="connsiteX1-815" fmla="*/ 8168953 w 8168953"/>
                        <a:gd name="connsiteY1-816" fmla="*/ 1636654 h 3100377"/>
                        <a:gd name="connsiteX2-817" fmla="*/ 4118520 w 8168953"/>
                        <a:gd name="connsiteY2-818" fmla="*/ 3099826 h 3100377"/>
                        <a:gd name="connsiteX3-819" fmla="*/ 0 w 8168953"/>
                        <a:gd name="connsiteY3-820" fmla="*/ 1527651 h 3100377"/>
                        <a:gd name="connsiteX4-821" fmla="*/ 2721 w 8168953"/>
                        <a:gd name="connsiteY4-822" fmla="*/ 0 h 3100377"/>
                        <a:gd name="connsiteX5-823" fmla="*/ 4074472 w 8168953"/>
                        <a:gd name="connsiteY5-824" fmla="*/ 1465296 h 3100377"/>
                        <a:gd name="connsiteX6-825" fmla="*/ 8168119 w 8168953"/>
                        <a:gd name="connsiteY6-826" fmla="*/ 7337 h 3100377"/>
                        <a:gd name="connsiteX0-827" fmla="*/ 8168119 w 8168953"/>
                        <a:gd name="connsiteY0-828" fmla="*/ 7337 h 3100429"/>
                        <a:gd name="connsiteX1-829" fmla="*/ 8168953 w 8168953"/>
                        <a:gd name="connsiteY1-830" fmla="*/ 1636654 h 3100429"/>
                        <a:gd name="connsiteX2-831" fmla="*/ 4118520 w 8168953"/>
                        <a:gd name="connsiteY2-832" fmla="*/ 3099826 h 3100429"/>
                        <a:gd name="connsiteX3-833" fmla="*/ 0 w 8168953"/>
                        <a:gd name="connsiteY3-834" fmla="*/ 1527651 h 3100429"/>
                        <a:gd name="connsiteX4-835" fmla="*/ 2721 w 8168953"/>
                        <a:gd name="connsiteY4-836" fmla="*/ 0 h 3100429"/>
                        <a:gd name="connsiteX5-837" fmla="*/ 4074472 w 8168953"/>
                        <a:gd name="connsiteY5-838" fmla="*/ 1465296 h 3100429"/>
                        <a:gd name="connsiteX6-839" fmla="*/ 8168119 w 8168953"/>
                        <a:gd name="connsiteY6-840" fmla="*/ 7337 h 3100429"/>
                        <a:gd name="connsiteX0-841" fmla="*/ 8165849 w 8166683"/>
                        <a:gd name="connsiteY0-842" fmla="*/ 7337 h 3099826"/>
                        <a:gd name="connsiteX1-843" fmla="*/ 8166683 w 8166683"/>
                        <a:gd name="connsiteY1-844" fmla="*/ 1636654 h 3099826"/>
                        <a:gd name="connsiteX2-845" fmla="*/ 4116250 w 8166683"/>
                        <a:gd name="connsiteY2-846" fmla="*/ 3099826 h 3099826"/>
                        <a:gd name="connsiteX3-847" fmla="*/ 8764 w 8166683"/>
                        <a:gd name="connsiteY3-848" fmla="*/ 1634789 h 3099826"/>
                        <a:gd name="connsiteX4-849" fmla="*/ 451 w 8166683"/>
                        <a:gd name="connsiteY4-850" fmla="*/ 0 h 3099826"/>
                        <a:gd name="connsiteX5-851" fmla="*/ 4072202 w 8166683"/>
                        <a:gd name="connsiteY5-852" fmla="*/ 1465296 h 3099826"/>
                        <a:gd name="connsiteX6-853" fmla="*/ 8165849 w 8166683"/>
                        <a:gd name="connsiteY6-854" fmla="*/ 7337 h 3099826"/>
                        <a:gd name="connsiteX0-855" fmla="*/ 8165849 w 8166683"/>
                        <a:gd name="connsiteY0-856" fmla="*/ 7337 h 3099826"/>
                        <a:gd name="connsiteX1-857" fmla="*/ 8166683 w 8166683"/>
                        <a:gd name="connsiteY1-858" fmla="*/ 1636654 h 3099826"/>
                        <a:gd name="connsiteX2-859" fmla="*/ 4116250 w 8166683"/>
                        <a:gd name="connsiteY2-860" fmla="*/ 3099826 h 3099826"/>
                        <a:gd name="connsiteX3-861" fmla="*/ 8764 w 8166683"/>
                        <a:gd name="connsiteY3-862" fmla="*/ 1634789 h 3099826"/>
                        <a:gd name="connsiteX4-863" fmla="*/ 451 w 8166683"/>
                        <a:gd name="connsiteY4-864" fmla="*/ 0 h 3099826"/>
                        <a:gd name="connsiteX5-865" fmla="*/ 4072202 w 8166683"/>
                        <a:gd name="connsiteY5-866" fmla="*/ 1465296 h 3099826"/>
                        <a:gd name="connsiteX6-867" fmla="*/ 8165849 w 8166683"/>
                        <a:gd name="connsiteY6-868" fmla="*/ 7337 h 3099826"/>
                        <a:gd name="connsiteX0-869" fmla="*/ 8165849 w 8166683"/>
                        <a:gd name="connsiteY0-870" fmla="*/ 7337 h 3099826"/>
                        <a:gd name="connsiteX1-871" fmla="*/ 8166683 w 8166683"/>
                        <a:gd name="connsiteY1-872" fmla="*/ 1636654 h 3099826"/>
                        <a:gd name="connsiteX2-873" fmla="*/ 4116250 w 8166683"/>
                        <a:gd name="connsiteY2-874" fmla="*/ 3099826 h 3099826"/>
                        <a:gd name="connsiteX3-875" fmla="*/ 8764 w 8166683"/>
                        <a:gd name="connsiteY3-876" fmla="*/ 1634789 h 3099826"/>
                        <a:gd name="connsiteX4-877" fmla="*/ 451 w 8166683"/>
                        <a:gd name="connsiteY4-878" fmla="*/ 0 h 3099826"/>
                        <a:gd name="connsiteX5-879" fmla="*/ 4061168 w 8166683"/>
                        <a:gd name="connsiteY5-880" fmla="*/ 1438511 h 3099826"/>
                        <a:gd name="connsiteX6-881" fmla="*/ 8165849 w 8166683"/>
                        <a:gd name="connsiteY6-882" fmla="*/ 7337 h 3099826"/>
                        <a:gd name="connsiteX0-883" fmla="*/ 8165849 w 8166683"/>
                        <a:gd name="connsiteY0-884" fmla="*/ 7337 h 3099826"/>
                        <a:gd name="connsiteX1-885" fmla="*/ 8166683 w 8166683"/>
                        <a:gd name="connsiteY1-886" fmla="*/ 1636654 h 3099826"/>
                        <a:gd name="connsiteX2-887" fmla="*/ 4116250 w 8166683"/>
                        <a:gd name="connsiteY2-888" fmla="*/ 3099826 h 3099826"/>
                        <a:gd name="connsiteX3-889" fmla="*/ 8764 w 8166683"/>
                        <a:gd name="connsiteY3-890" fmla="*/ 1634789 h 3099826"/>
                        <a:gd name="connsiteX4-891" fmla="*/ 451 w 8166683"/>
                        <a:gd name="connsiteY4-892" fmla="*/ 0 h 3099826"/>
                        <a:gd name="connsiteX5-893" fmla="*/ 4061168 w 8166683"/>
                        <a:gd name="connsiteY5-894" fmla="*/ 1438511 h 3099826"/>
                        <a:gd name="connsiteX6-895" fmla="*/ 8165849 w 8166683"/>
                        <a:gd name="connsiteY6-896" fmla="*/ 7337 h 309982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</a:cxnLst>
                      <a:rect l="l" t="t" r="r" b="b"/>
                      <a:pathLst>
                        <a:path w="8166683" h="3099826">
                          <a:moveTo>
                            <a:pt x="8165849" y="7337"/>
                          </a:moveTo>
                          <a:lnTo>
                            <a:pt x="8166683" y="1636654"/>
                          </a:lnTo>
                          <a:cubicBezTo>
                            <a:pt x="7917761" y="2728489"/>
                            <a:pt x="5475903" y="3100137"/>
                            <a:pt x="4116250" y="3099826"/>
                          </a:cubicBezTo>
                          <a:cubicBezTo>
                            <a:pt x="2756597" y="3099515"/>
                            <a:pt x="245424" y="2744647"/>
                            <a:pt x="8764" y="1634789"/>
                          </a:cubicBezTo>
                          <a:cubicBezTo>
                            <a:pt x="11928" y="1215900"/>
                            <a:pt x="-2713" y="418889"/>
                            <a:pt x="451" y="0"/>
                          </a:cubicBezTo>
                          <a:cubicBezTo>
                            <a:pt x="385485" y="953840"/>
                            <a:pt x="2700268" y="1437288"/>
                            <a:pt x="4061168" y="1438511"/>
                          </a:cubicBezTo>
                          <a:cubicBezTo>
                            <a:pt x="5422068" y="1439734"/>
                            <a:pt x="7793228" y="1089449"/>
                            <a:pt x="8165849" y="7337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     </a:t>
                      </a: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63" name="Oval 362"/>
                    <p:cNvSpPr/>
                    <p:nvPr/>
                  </p:nvSpPr>
                  <p:spPr>
                    <a:xfrm>
                      <a:off x="7494729" y="2774731"/>
                      <a:ext cx="1480163" cy="579140"/>
                    </a:xfrm>
                    <a:prstGeom prst="ellipse">
                      <a:avLst/>
                    </a:pr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</a:t>
                      </a: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grpSp>
                  <p:nvGrpSpPr>
                    <p:cNvPr id="364" name="Group 363"/>
                    <p:cNvGrpSpPr/>
                    <p:nvPr/>
                  </p:nvGrpSpPr>
                  <p:grpSpPr>
                    <a:xfrm>
                      <a:off x="7713663" y="2848339"/>
                      <a:ext cx="1042107" cy="425543"/>
                      <a:chOff x="7786941" y="2884917"/>
                      <a:chExt cx="897649" cy="353919"/>
                    </a:xfrm>
                  </p:grpSpPr>
                  <p:sp>
                    <p:nvSpPr>
                      <p:cNvPr id="365" name="Freeform 364"/>
                      <p:cNvSpPr/>
                      <p:nvPr/>
                    </p:nvSpPr>
                    <p:spPr>
                      <a:xfrm>
                        <a:off x="7811770" y="28849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-1" fmla="*/ 3725333 w 4641485"/>
                          <a:gd name="connsiteY0-2" fmla="*/ 0 h 1049866"/>
                          <a:gd name="connsiteX1-3" fmla="*/ 4641485 w 4641485"/>
                          <a:gd name="connsiteY1-4" fmla="*/ 239402 h 1049866"/>
                          <a:gd name="connsiteX2-5" fmla="*/ 3962400 w 4641485"/>
                          <a:gd name="connsiteY2-6" fmla="*/ 541866 h 1049866"/>
                          <a:gd name="connsiteX3-7" fmla="*/ 3742267 w 4641485"/>
                          <a:gd name="connsiteY3-8" fmla="*/ 457200 h 1049866"/>
                          <a:gd name="connsiteX4-9" fmla="*/ 2269067 w 4641485"/>
                          <a:gd name="connsiteY4-10" fmla="*/ 1049866 h 1049866"/>
                          <a:gd name="connsiteX5-11" fmla="*/ 880533 w 4641485"/>
                          <a:gd name="connsiteY5-12" fmla="*/ 457200 h 1049866"/>
                          <a:gd name="connsiteX6-13" fmla="*/ 592667 w 4641485"/>
                          <a:gd name="connsiteY6-14" fmla="*/ 541866 h 1049866"/>
                          <a:gd name="connsiteX7-15" fmla="*/ 0 w 4641485"/>
                          <a:gd name="connsiteY7-16" fmla="*/ 254000 h 1049866"/>
                          <a:gd name="connsiteX8-17" fmla="*/ 880533 w 4641485"/>
                          <a:gd name="connsiteY8-18" fmla="*/ 16933 h 1049866"/>
                          <a:gd name="connsiteX9-19" fmla="*/ 2302933 w 4641485"/>
                          <a:gd name="connsiteY9-20" fmla="*/ 626533 h 1049866"/>
                          <a:gd name="connsiteX10-21" fmla="*/ 3725333 w 4641485"/>
                          <a:gd name="connsiteY10-22" fmla="*/ 0 h 1049866"/>
                          <a:gd name="connsiteX0-23" fmla="*/ 3756864 w 4673016"/>
                          <a:gd name="connsiteY0-24" fmla="*/ 0 h 1049866"/>
                          <a:gd name="connsiteX1-25" fmla="*/ 4673016 w 4673016"/>
                          <a:gd name="connsiteY1-26" fmla="*/ 239402 h 1049866"/>
                          <a:gd name="connsiteX2-27" fmla="*/ 3993931 w 4673016"/>
                          <a:gd name="connsiteY2-28" fmla="*/ 541866 h 1049866"/>
                          <a:gd name="connsiteX3-29" fmla="*/ 3773798 w 4673016"/>
                          <a:gd name="connsiteY3-30" fmla="*/ 457200 h 1049866"/>
                          <a:gd name="connsiteX4-31" fmla="*/ 2300598 w 4673016"/>
                          <a:gd name="connsiteY4-32" fmla="*/ 1049866 h 1049866"/>
                          <a:gd name="connsiteX5-33" fmla="*/ 912064 w 4673016"/>
                          <a:gd name="connsiteY5-34" fmla="*/ 457200 h 1049866"/>
                          <a:gd name="connsiteX6-35" fmla="*/ 624198 w 4673016"/>
                          <a:gd name="connsiteY6-36" fmla="*/ 541866 h 1049866"/>
                          <a:gd name="connsiteX7-37" fmla="*/ 0 w 4673016"/>
                          <a:gd name="connsiteY7-38" fmla="*/ 232979 h 1049866"/>
                          <a:gd name="connsiteX8-39" fmla="*/ 912064 w 4673016"/>
                          <a:gd name="connsiteY8-40" fmla="*/ 16933 h 1049866"/>
                          <a:gd name="connsiteX9-41" fmla="*/ 2334464 w 4673016"/>
                          <a:gd name="connsiteY9-42" fmla="*/ 626533 h 1049866"/>
                          <a:gd name="connsiteX10-43" fmla="*/ 3756864 w 4673016"/>
                          <a:gd name="connsiteY10-44" fmla="*/ 0 h 1049866"/>
                          <a:gd name="connsiteX0-45" fmla="*/ 3756864 w 4673016"/>
                          <a:gd name="connsiteY0-46" fmla="*/ 0 h 1049866"/>
                          <a:gd name="connsiteX1-47" fmla="*/ 4673016 w 4673016"/>
                          <a:gd name="connsiteY1-48" fmla="*/ 239402 h 1049866"/>
                          <a:gd name="connsiteX2-49" fmla="*/ 3993931 w 4673016"/>
                          <a:gd name="connsiteY2-50" fmla="*/ 541866 h 1049866"/>
                          <a:gd name="connsiteX3-51" fmla="*/ 3784308 w 4673016"/>
                          <a:gd name="connsiteY3-52" fmla="*/ 404648 h 1049866"/>
                          <a:gd name="connsiteX4-53" fmla="*/ 2300598 w 4673016"/>
                          <a:gd name="connsiteY4-54" fmla="*/ 1049866 h 1049866"/>
                          <a:gd name="connsiteX5-55" fmla="*/ 912064 w 4673016"/>
                          <a:gd name="connsiteY5-56" fmla="*/ 457200 h 1049866"/>
                          <a:gd name="connsiteX6-57" fmla="*/ 624198 w 4673016"/>
                          <a:gd name="connsiteY6-58" fmla="*/ 541866 h 1049866"/>
                          <a:gd name="connsiteX7-59" fmla="*/ 0 w 4673016"/>
                          <a:gd name="connsiteY7-60" fmla="*/ 232979 h 1049866"/>
                          <a:gd name="connsiteX8-61" fmla="*/ 912064 w 4673016"/>
                          <a:gd name="connsiteY8-62" fmla="*/ 16933 h 1049866"/>
                          <a:gd name="connsiteX9-63" fmla="*/ 2334464 w 4673016"/>
                          <a:gd name="connsiteY9-64" fmla="*/ 626533 h 1049866"/>
                          <a:gd name="connsiteX10-65" fmla="*/ 3756864 w 4673016"/>
                          <a:gd name="connsiteY10-66" fmla="*/ 0 h 1049866"/>
                          <a:gd name="connsiteX0-67" fmla="*/ 3756864 w 4673016"/>
                          <a:gd name="connsiteY0-68" fmla="*/ 0 h 1049866"/>
                          <a:gd name="connsiteX1-69" fmla="*/ 4673016 w 4673016"/>
                          <a:gd name="connsiteY1-70" fmla="*/ 239402 h 1049866"/>
                          <a:gd name="connsiteX2-71" fmla="*/ 3993931 w 4673016"/>
                          <a:gd name="connsiteY2-72" fmla="*/ 541866 h 1049866"/>
                          <a:gd name="connsiteX3-73" fmla="*/ 3794818 w 4673016"/>
                          <a:gd name="connsiteY3-74" fmla="*/ 436179 h 1049866"/>
                          <a:gd name="connsiteX4-75" fmla="*/ 2300598 w 4673016"/>
                          <a:gd name="connsiteY4-76" fmla="*/ 1049866 h 1049866"/>
                          <a:gd name="connsiteX5-77" fmla="*/ 912064 w 4673016"/>
                          <a:gd name="connsiteY5-78" fmla="*/ 457200 h 1049866"/>
                          <a:gd name="connsiteX6-79" fmla="*/ 624198 w 4673016"/>
                          <a:gd name="connsiteY6-80" fmla="*/ 541866 h 1049866"/>
                          <a:gd name="connsiteX7-81" fmla="*/ 0 w 4673016"/>
                          <a:gd name="connsiteY7-82" fmla="*/ 232979 h 1049866"/>
                          <a:gd name="connsiteX8-83" fmla="*/ 912064 w 4673016"/>
                          <a:gd name="connsiteY8-84" fmla="*/ 16933 h 1049866"/>
                          <a:gd name="connsiteX9-85" fmla="*/ 2334464 w 4673016"/>
                          <a:gd name="connsiteY9-86" fmla="*/ 626533 h 1049866"/>
                          <a:gd name="connsiteX10-87" fmla="*/ 3756864 w 4673016"/>
                          <a:gd name="connsiteY10-88" fmla="*/ 0 h 1049866"/>
                          <a:gd name="connsiteX0-89" fmla="*/ 3756864 w 4673016"/>
                          <a:gd name="connsiteY0-90" fmla="*/ 0 h 1049866"/>
                          <a:gd name="connsiteX1-91" fmla="*/ 4673016 w 4673016"/>
                          <a:gd name="connsiteY1-92" fmla="*/ 239402 h 1049866"/>
                          <a:gd name="connsiteX2-93" fmla="*/ 3993931 w 4673016"/>
                          <a:gd name="connsiteY2-94" fmla="*/ 541866 h 1049866"/>
                          <a:gd name="connsiteX3-95" fmla="*/ 3794818 w 4673016"/>
                          <a:gd name="connsiteY3-96" fmla="*/ 436179 h 1049866"/>
                          <a:gd name="connsiteX4-97" fmla="*/ 2300598 w 4673016"/>
                          <a:gd name="connsiteY4-98" fmla="*/ 1049866 h 1049866"/>
                          <a:gd name="connsiteX5-99" fmla="*/ 912064 w 4673016"/>
                          <a:gd name="connsiteY5-100" fmla="*/ 457200 h 1049866"/>
                          <a:gd name="connsiteX6-101" fmla="*/ 624198 w 4673016"/>
                          <a:gd name="connsiteY6-102" fmla="*/ 541866 h 1049866"/>
                          <a:gd name="connsiteX7-103" fmla="*/ 0 w 4673016"/>
                          <a:gd name="connsiteY7-104" fmla="*/ 232979 h 1049866"/>
                          <a:gd name="connsiteX8-105" fmla="*/ 912064 w 4673016"/>
                          <a:gd name="connsiteY8-106" fmla="*/ 16933 h 1049866"/>
                          <a:gd name="connsiteX9-107" fmla="*/ 2323954 w 4673016"/>
                          <a:gd name="connsiteY9-108" fmla="*/ 616023 h 1049866"/>
                          <a:gd name="connsiteX10-109" fmla="*/ 3756864 w 4673016"/>
                          <a:gd name="connsiteY10-110" fmla="*/ 0 h 1049866"/>
                          <a:gd name="connsiteX0-111" fmla="*/ 3756864 w 4673016"/>
                          <a:gd name="connsiteY0-112" fmla="*/ 0 h 1049866"/>
                          <a:gd name="connsiteX1-113" fmla="*/ 4673016 w 4673016"/>
                          <a:gd name="connsiteY1-114" fmla="*/ 239402 h 1049866"/>
                          <a:gd name="connsiteX2-115" fmla="*/ 3993931 w 4673016"/>
                          <a:gd name="connsiteY2-116" fmla="*/ 541866 h 1049866"/>
                          <a:gd name="connsiteX3-117" fmla="*/ 3794818 w 4673016"/>
                          <a:gd name="connsiteY3-118" fmla="*/ 436179 h 1049866"/>
                          <a:gd name="connsiteX4-119" fmla="*/ 2300598 w 4673016"/>
                          <a:gd name="connsiteY4-120" fmla="*/ 1049866 h 1049866"/>
                          <a:gd name="connsiteX5-121" fmla="*/ 912064 w 4673016"/>
                          <a:gd name="connsiteY5-122" fmla="*/ 457200 h 1049866"/>
                          <a:gd name="connsiteX6-123" fmla="*/ 624198 w 4673016"/>
                          <a:gd name="connsiteY6-124" fmla="*/ 541866 h 1049866"/>
                          <a:gd name="connsiteX7-125" fmla="*/ 0 w 4673016"/>
                          <a:gd name="connsiteY7-126" fmla="*/ 275021 h 1049866"/>
                          <a:gd name="connsiteX8-127" fmla="*/ 912064 w 4673016"/>
                          <a:gd name="connsiteY8-128" fmla="*/ 16933 h 1049866"/>
                          <a:gd name="connsiteX9-129" fmla="*/ 2323954 w 4673016"/>
                          <a:gd name="connsiteY9-130" fmla="*/ 616023 h 1049866"/>
                          <a:gd name="connsiteX10-131" fmla="*/ 3756864 w 4673016"/>
                          <a:gd name="connsiteY10-132" fmla="*/ 0 h 1049866"/>
                          <a:gd name="connsiteX0-133" fmla="*/ 3756864 w 4673016"/>
                          <a:gd name="connsiteY0-134" fmla="*/ 0 h 1049866"/>
                          <a:gd name="connsiteX1-135" fmla="*/ 4673016 w 4673016"/>
                          <a:gd name="connsiteY1-136" fmla="*/ 239402 h 1049866"/>
                          <a:gd name="connsiteX2-137" fmla="*/ 3993931 w 4673016"/>
                          <a:gd name="connsiteY2-138" fmla="*/ 541866 h 1049866"/>
                          <a:gd name="connsiteX3-139" fmla="*/ 3815839 w 4673016"/>
                          <a:gd name="connsiteY3-140" fmla="*/ 467710 h 1049866"/>
                          <a:gd name="connsiteX4-141" fmla="*/ 2300598 w 4673016"/>
                          <a:gd name="connsiteY4-142" fmla="*/ 1049866 h 1049866"/>
                          <a:gd name="connsiteX5-143" fmla="*/ 912064 w 4673016"/>
                          <a:gd name="connsiteY5-144" fmla="*/ 457200 h 1049866"/>
                          <a:gd name="connsiteX6-145" fmla="*/ 624198 w 4673016"/>
                          <a:gd name="connsiteY6-146" fmla="*/ 541866 h 1049866"/>
                          <a:gd name="connsiteX7-147" fmla="*/ 0 w 4673016"/>
                          <a:gd name="connsiteY7-148" fmla="*/ 275021 h 1049866"/>
                          <a:gd name="connsiteX8-149" fmla="*/ 912064 w 4673016"/>
                          <a:gd name="connsiteY8-150" fmla="*/ 16933 h 1049866"/>
                          <a:gd name="connsiteX9-151" fmla="*/ 2323954 w 4673016"/>
                          <a:gd name="connsiteY9-152" fmla="*/ 616023 h 1049866"/>
                          <a:gd name="connsiteX10-153" fmla="*/ 3756864 w 4673016"/>
                          <a:gd name="connsiteY10-154" fmla="*/ 0 h 1049866"/>
                        </a:gdLst>
                        <a:ahLst/>
                        <a:cxnLst>
                          <a:cxn ang="0">
                            <a:pos x="connsiteX0-1" y="connsiteY0-2"/>
                          </a:cxn>
                          <a:cxn ang="0">
                            <a:pos x="connsiteX1-3" y="connsiteY1-4"/>
                          </a:cxn>
                          <a:cxn ang="0">
                            <a:pos x="connsiteX2-5" y="connsiteY2-6"/>
                          </a:cxn>
                          <a:cxn ang="0">
                            <a:pos x="connsiteX3-7" y="connsiteY3-8"/>
                          </a:cxn>
                          <a:cxn ang="0">
                            <a:pos x="connsiteX4-9" y="connsiteY4-10"/>
                          </a:cxn>
                          <a:cxn ang="0">
                            <a:pos x="connsiteX5-11" y="connsiteY5-12"/>
                          </a:cxn>
                          <a:cxn ang="0">
                            <a:pos x="connsiteX6-13" y="connsiteY6-14"/>
                          </a:cxn>
                          <a:cxn ang="0">
                            <a:pos x="connsiteX7-15" y="connsiteY7-16"/>
                          </a:cxn>
                          <a:cxn ang="0">
                            <a:pos x="connsiteX8-17" y="connsiteY8-18"/>
                          </a:cxn>
                          <a:cxn ang="0">
                            <a:pos x="connsiteX9-19" y="connsiteY9-20"/>
                          </a:cxn>
                          <a:cxn ang="0">
                            <a:pos x="connsiteX10-21" y="connsiteY10-22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66" name="Freeform 365"/>
                      <p:cNvSpPr/>
                      <p:nvPr/>
                    </p:nvSpPr>
                    <p:spPr>
                      <a:xfrm>
                        <a:off x="8367548" y="30543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67" name="Freeform 366"/>
                      <p:cNvSpPr/>
                      <p:nvPr/>
                    </p:nvSpPr>
                    <p:spPr>
                      <a:xfrm>
                        <a:off x="7786941" y="30543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68" name="Freeform 367"/>
                      <p:cNvSpPr/>
                      <p:nvPr/>
                    </p:nvSpPr>
                    <p:spPr>
                      <a:xfrm>
                        <a:off x="7895013" y="29710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-1" fmla="*/ 168165 w 3731172"/>
                          <a:gd name="connsiteY0-2" fmla="*/ 73572 h 1418896"/>
                          <a:gd name="connsiteX1-3" fmla="*/ 451945 w 3731172"/>
                          <a:gd name="connsiteY1-4" fmla="*/ 0 h 1418896"/>
                          <a:gd name="connsiteX2-5" fmla="*/ 1881352 w 3731172"/>
                          <a:gd name="connsiteY2-6" fmla="*/ 599089 h 1418896"/>
                          <a:gd name="connsiteX3-7" fmla="*/ 3363310 w 3731172"/>
                          <a:gd name="connsiteY3-8" fmla="*/ 0 h 1418896"/>
                          <a:gd name="connsiteX4-9" fmla="*/ 3584027 w 3731172"/>
                          <a:gd name="connsiteY4-10" fmla="*/ 73572 h 1418896"/>
                          <a:gd name="connsiteX5-11" fmla="*/ 2627586 w 3731172"/>
                          <a:gd name="connsiteY5-12" fmla="*/ 441434 h 1418896"/>
                          <a:gd name="connsiteX6-13" fmla="*/ 2596055 w 3731172"/>
                          <a:gd name="connsiteY6-14" fmla="*/ 914400 h 1418896"/>
                          <a:gd name="connsiteX7-15" fmla="*/ 3731172 w 3731172"/>
                          <a:gd name="connsiteY7-16" fmla="*/ 1345324 h 1418896"/>
                          <a:gd name="connsiteX8-17" fmla="*/ 3447393 w 3731172"/>
                          <a:gd name="connsiteY8-18" fmla="*/ 1408386 h 1418896"/>
                          <a:gd name="connsiteX9-19" fmla="*/ 1870841 w 3731172"/>
                          <a:gd name="connsiteY9-20" fmla="*/ 746234 h 1418896"/>
                          <a:gd name="connsiteX10-21" fmla="*/ 262758 w 3731172"/>
                          <a:gd name="connsiteY10-22" fmla="*/ 1418896 h 1418896"/>
                          <a:gd name="connsiteX11-23" fmla="*/ 0 w 3731172"/>
                          <a:gd name="connsiteY11-24" fmla="*/ 1324303 h 1418896"/>
                          <a:gd name="connsiteX12-25" fmla="*/ 1145627 w 3731172"/>
                          <a:gd name="connsiteY12-26" fmla="*/ 882869 h 1418896"/>
                          <a:gd name="connsiteX13-27" fmla="*/ 1114096 w 3731172"/>
                          <a:gd name="connsiteY13-28" fmla="*/ 409903 h 1418896"/>
                          <a:gd name="connsiteX14-29" fmla="*/ 441434 w 3731172"/>
                          <a:gd name="connsiteY14-30" fmla="*/ 10510 h 1418896"/>
                          <a:gd name="connsiteX15-31" fmla="*/ 441434 w 3731172"/>
                          <a:gd name="connsiteY15-32" fmla="*/ 10510 h 1418896"/>
                          <a:gd name="connsiteX0-33" fmla="*/ 168165 w 3731172"/>
                          <a:gd name="connsiteY0-34" fmla="*/ 73572 h 1418896"/>
                          <a:gd name="connsiteX1-35" fmla="*/ 451945 w 3731172"/>
                          <a:gd name="connsiteY1-36" fmla="*/ 0 h 1418896"/>
                          <a:gd name="connsiteX2-37" fmla="*/ 1881352 w 3731172"/>
                          <a:gd name="connsiteY2-38" fmla="*/ 599089 h 1418896"/>
                          <a:gd name="connsiteX3-39" fmla="*/ 3363310 w 3731172"/>
                          <a:gd name="connsiteY3-40" fmla="*/ 0 h 1418896"/>
                          <a:gd name="connsiteX4-41" fmla="*/ 3584027 w 3731172"/>
                          <a:gd name="connsiteY4-42" fmla="*/ 73572 h 1418896"/>
                          <a:gd name="connsiteX5-43" fmla="*/ 2627586 w 3731172"/>
                          <a:gd name="connsiteY5-44" fmla="*/ 441434 h 1418896"/>
                          <a:gd name="connsiteX6-45" fmla="*/ 2596055 w 3731172"/>
                          <a:gd name="connsiteY6-46" fmla="*/ 914400 h 1418896"/>
                          <a:gd name="connsiteX7-47" fmla="*/ 3731172 w 3731172"/>
                          <a:gd name="connsiteY7-48" fmla="*/ 1345324 h 1418896"/>
                          <a:gd name="connsiteX8-49" fmla="*/ 3447393 w 3731172"/>
                          <a:gd name="connsiteY8-50" fmla="*/ 1408386 h 1418896"/>
                          <a:gd name="connsiteX9-51" fmla="*/ 1870841 w 3731172"/>
                          <a:gd name="connsiteY9-52" fmla="*/ 746234 h 1418896"/>
                          <a:gd name="connsiteX10-53" fmla="*/ 262758 w 3731172"/>
                          <a:gd name="connsiteY10-54" fmla="*/ 1418896 h 1418896"/>
                          <a:gd name="connsiteX11-55" fmla="*/ 0 w 3731172"/>
                          <a:gd name="connsiteY11-56" fmla="*/ 1324303 h 1418896"/>
                          <a:gd name="connsiteX12-57" fmla="*/ 1145627 w 3731172"/>
                          <a:gd name="connsiteY12-58" fmla="*/ 882869 h 1418896"/>
                          <a:gd name="connsiteX13-59" fmla="*/ 1114096 w 3731172"/>
                          <a:gd name="connsiteY13-60" fmla="*/ 409903 h 1418896"/>
                          <a:gd name="connsiteX14-61" fmla="*/ 441434 w 3731172"/>
                          <a:gd name="connsiteY14-62" fmla="*/ 10510 h 1418896"/>
                          <a:gd name="connsiteX0-63" fmla="*/ 168165 w 3731172"/>
                          <a:gd name="connsiteY0-64" fmla="*/ 73572 h 1418896"/>
                          <a:gd name="connsiteX1-65" fmla="*/ 451945 w 3731172"/>
                          <a:gd name="connsiteY1-66" fmla="*/ 0 h 1418896"/>
                          <a:gd name="connsiteX2-67" fmla="*/ 1881352 w 3731172"/>
                          <a:gd name="connsiteY2-68" fmla="*/ 599089 h 1418896"/>
                          <a:gd name="connsiteX3-69" fmla="*/ 3363310 w 3731172"/>
                          <a:gd name="connsiteY3-70" fmla="*/ 0 h 1418896"/>
                          <a:gd name="connsiteX4-71" fmla="*/ 3584027 w 3731172"/>
                          <a:gd name="connsiteY4-72" fmla="*/ 73572 h 1418896"/>
                          <a:gd name="connsiteX5-73" fmla="*/ 2627586 w 3731172"/>
                          <a:gd name="connsiteY5-74" fmla="*/ 441434 h 1418896"/>
                          <a:gd name="connsiteX6-75" fmla="*/ 2596055 w 3731172"/>
                          <a:gd name="connsiteY6-76" fmla="*/ 914400 h 1418896"/>
                          <a:gd name="connsiteX7-77" fmla="*/ 3731172 w 3731172"/>
                          <a:gd name="connsiteY7-78" fmla="*/ 1345324 h 1418896"/>
                          <a:gd name="connsiteX8-79" fmla="*/ 3447393 w 3731172"/>
                          <a:gd name="connsiteY8-80" fmla="*/ 1408386 h 1418896"/>
                          <a:gd name="connsiteX9-81" fmla="*/ 1870841 w 3731172"/>
                          <a:gd name="connsiteY9-82" fmla="*/ 746234 h 1418896"/>
                          <a:gd name="connsiteX10-83" fmla="*/ 262758 w 3731172"/>
                          <a:gd name="connsiteY10-84" fmla="*/ 1418896 h 1418896"/>
                          <a:gd name="connsiteX11-85" fmla="*/ 0 w 3731172"/>
                          <a:gd name="connsiteY11-86" fmla="*/ 1324303 h 1418896"/>
                          <a:gd name="connsiteX12-87" fmla="*/ 1145627 w 3731172"/>
                          <a:gd name="connsiteY12-88" fmla="*/ 882869 h 1418896"/>
                          <a:gd name="connsiteX13-89" fmla="*/ 1114096 w 3731172"/>
                          <a:gd name="connsiteY13-90" fmla="*/ 409903 h 1418896"/>
                          <a:gd name="connsiteX14-91" fmla="*/ 357351 w 3731172"/>
                          <a:gd name="connsiteY14-92" fmla="*/ 115613 h 1418896"/>
                          <a:gd name="connsiteX0-93" fmla="*/ 168165 w 3731172"/>
                          <a:gd name="connsiteY0-94" fmla="*/ 73572 h 1418896"/>
                          <a:gd name="connsiteX1-95" fmla="*/ 451945 w 3731172"/>
                          <a:gd name="connsiteY1-96" fmla="*/ 0 h 1418896"/>
                          <a:gd name="connsiteX2-97" fmla="*/ 1881352 w 3731172"/>
                          <a:gd name="connsiteY2-98" fmla="*/ 599089 h 1418896"/>
                          <a:gd name="connsiteX3-99" fmla="*/ 3363310 w 3731172"/>
                          <a:gd name="connsiteY3-100" fmla="*/ 0 h 1418896"/>
                          <a:gd name="connsiteX4-101" fmla="*/ 3584027 w 3731172"/>
                          <a:gd name="connsiteY4-102" fmla="*/ 73572 h 1418896"/>
                          <a:gd name="connsiteX5-103" fmla="*/ 2627586 w 3731172"/>
                          <a:gd name="connsiteY5-104" fmla="*/ 441434 h 1418896"/>
                          <a:gd name="connsiteX6-105" fmla="*/ 2596055 w 3731172"/>
                          <a:gd name="connsiteY6-106" fmla="*/ 914400 h 1418896"/>
                          <a:gd name="connsiteX7-107" fmla="*/ 3731172 w 3731172"/>
                          <a:gd name="connsiteY7-108" fmla="*/ 1345324 h 1418896"/>
                          <a:gd name="connsiteX8-109" fmla="*/ 3447393 w 3731172"/>
                          <a:gd name="connsiteY8-110" fmla="*/ 1408386 h 1418896"/>
                          <a:gd name="connsiteX9-111" fmla="*/ 1870841 w 3731172"/>
                          <a:gd name="connsiteY9-112" fmla="*/ 746234 h 1418896"/>
                          <a:gd name="connsiteX10-113" fmla="*/ 262758 w 3731172"/>
                          <a:gd name="connsiteY10-114" fmla="*/ 1418896 h 1418896"/>
                          <a:gd name="connsiteX11-115" fmla="*/ 0 w 3731172"/>
                          <a:gd name="connsiteY11-116" fmla="*/ 1324303 h 1418896"/>
                          <a:gd name="connsiteX12-117" fmla="*/ 1145627 w 3731172"/>
                          <a:gd name="connsiteY12-118" fmla="*/ 882869 h 1418896"/>
                          <a:gd name="connsiteX13-119" fmla="*/ 1114096 w 3731172"/>
                          <a:gd name="connsiteY13-120" fmla="*/ 409903 h 1418896"/>
                          <a:gd name="connsiteX14-121" fmla="*/ 147144 w 3731172"/>
                          <a:gd name="connsiteY14-122" fmla="*/ 63061 h 1418896"/>
                          <a:gd name="connsiteX0-123" fmla="*/ 168165 w 3731172"/>
                          <a:gd name="connsiteY0-124" fmla="*/ 73572 h 1418896"/>
                          <a:gd name="connsiteX1-125" fmla="*/ 451945 w 3731172"/>
                          <a:gd name="connsiteY1-126" fmla="*/ 0 h 1418896"/>
                          <a:gd name="connsiteX2-127" fmla="*/ 1881352 w 3731172"/>
                          <a:gd name="connsiteY2-128" fmla="*/ 599089 h 1418896"/>
                          <a:gd name="connsiteX3-129" fmla="*/ 3363310 w 3731172"/>
                          <a:gd name="connsiteY3-130" fmla="*/ 0 h 1418896"/>
                          <a:gd name="connsiteX4-131" fmla="*/ 3584027 w 3731172"/>
                          <a:gd name="connsiteY4-132" fmla="*/ 73572 h 1418896"/>
                          <a:gd name="connsiteX5-133" fmla="*/ 2627586 w 3731172"/>
                          <a:gd name="connsiteY5-134" fmla="*/ 441434 h 1418896"/>
                          <a:gd name="connsiteX6-135" fmla="*/ 2596055 w 3731172"/>
                          <a:gd name="connsiteY6-136" fmla="*/ 914400 h 1418896"/>
                          <a:gd name="connsiteX7-137" fmla="*/ 3731172 w 3731172"/>
                          <a:gd name="connsiteY7-138" fmla="*/ 1345324 h 1418896"/>
                          <a:gd name="connsiteX8-139" fmla="*/ 3447393 w 3731172"/>
                          <a:gd name="connsiteY8-140" fmla="*/ 1408386 h 1418896"/>
                          <a:gd name="connsiteX9-141" fmla="*/ 1870841 w 3731172"/>
                          <a:gd name="connsiteY9-142" fmla="*/ 746234 h 1418896"/>
                          <a:gd name="connsiteX10-143" fmla="*/ 262758 w 3731172"/>
                          <a:gd name="connsiteY10-144" fmla="*/ 1418896 h 1418896"/>
                          <a:gd name="connsiteX11-145" fmla="*/ 0 w 3731172"/>
                          <a:gd name="connsiteY11-146" fmla="*/ 1324303 h 1418896"/>
                          <a:gd name="connsiteX12-147" fmla="*/ 1145627 w 3731172"/>
                          <a:gd name="connsiteY12-148" fmla="*/ 882869 h 1418896"/>
                          <a:gd name="connsiteX13-149" fmla="*/ 1114096 w 3731172"/>
                          <a:gd name="connsiteY13-150" fmla="*/ 420413 h 1418896"/>
                          <a:gd name="connsiteX14-151" fmla="*/ 147144 w 3731172"/>
                          <a:gd name="connsiteY14-152" fmla="*/ 63061 h 1418896"/>
                          <a:gd name="connsiteX0-153" fmla="*/ 168165 w 3731172"/>
                          <a:gd name="connsiteY0-154" fmla="*/ 73572 h 1418896"/>
                          <a:gd name="connsiteX1-155" fmla="*/ 451945 w 3731172"/>
                          <a:gd name="connsiteY1-156" fmla="*/ 0 h 1418896"/>
                          <a:gd name="connsiteX2-157" fmla="*/ 1881352 w 3731172"/>
                          <a:gd name="connsiteY2-158" fmla="*/ 599089 h 1418896"/>
                          <a:gd name="connsiteX3-159" fmla="*/ 3363310 w 3731172"/>
                          <a:gd name="connsiteY3-160" fmla="*/ 0 h 1418896"/>
                          <a:gd name="connsiteX4-161" fmla="*/ 3584027 w 3731172"/>
                          <a:gd name="connsiteY4-162" fmla="*/ 73572 h 1418896"/>
                          <a:gd name="connsiteX5-163" fmla="*/ 2627586 w 3731172"/>
                          <a:gd name="connsiteY5-164" fmla="*/ 441434 h 1418896"/>
                          <a:gd name="connsiteX6-165" fmla="*/ 2596055 w 3731172"/>
                          <a:gd name="connsiteY6-166" fmla="*/ 914400 h 1418896"/>
                          <a:gd name="connsiteX7-167" fmla="*/ 3731172 w 3731172"/>
                          <a:gd name="connsiteY7-168" fmla="*/ 1345324 h 1418896"/>
                          <a:gd name="connsiteX8-169" fmla="*/ 3447393 w 3731172"/>
                          <a:gd name="connsiteY8-170" fmla="*/ 1408386 h 1418896"/>
                          <a:gd name="connsiteX9-171" fmla="*/ 1870841 w 3731172"/>
                          <a:gd name="connsiteY9-172" fmla="*/ 746234 h 1418896"/>
                          <a:gd name="connsiteX10-173" fmla="*/ 262758 w 3731172"/>
                          <a:gd name="connsiteY10-174" fmla="*/ 1418896 h 1418896"/>
                          <a:gd name="connsiteX11-175" fmla="*/ 0 w 3731172"/>
                          <a:gd name="connsiteY11-176" fmla="*/ 1324303 h 1418896"/>
                          <a:gd name="connsiteX12-177" fmla="*/ 1145627 w 3731172"/>
                          <a:gd name="connsiteY12-178" fmla="*/ 882869 h 1418896"/>
                          <a:gd name="connsiteX13-179" fmla="*/ 1114096 w 3731172"/>
                          <a:gd name="connsiteY13-180" fmla="*/ 420413 h 1418896"/>
                          <a:gd name="connsiteX14-181" fmla="*/ 189185 w 3731172"/>
                          <a:gd name="connsiteY14-182" fmla="*/ 84081 h 1418896"/>
                          <a:gd name="connsiteX0-183" fmla="*/ 168165 w 3731172"/>
                          <a:gd name="connsiteY0-184" fmla="*/ 73572 h 1418896"/>
                          <a:gd name="connsiteX1-185" fmla="*/ 451945 w 3731172"/>
                          <a:gd name="connsiteY1-186" fmla="*/ 0 h 1418896"/>
                          <a:gd name="connsiteX2-187" fmla="*/ 1881352 w 3731172"/>
                          <a:gd name="connsiteY2-188" fmla="*/ 599089 h 1418896"/>
                          <a:gd name="connsiteX3-189" fmla="*/ 3363310 w 3731172"/>
                          <a:gd name="connsiteY3-190" fmla="*/ 0 h 1418896"/>
                          <a:gd name="connsiteX4-191" fmla="*/ 3584027 w 3731172"/>
                          <a:gd name="connsiteY4-192" fmla="*/ 73572 h 1418896"/>
                          <a:gd name="connsiteX5-193" fmla="*/ 2627586 w 3731172"/>
                          <a:gd name="connsiteY5-194" fmla="*/ 441434 h 1418896"/>
                          <a:gd name="connsiteX6-195" fmla="*/ 2596055 w 3731172"/>
                          <a:gd name="connsiteY6-196" fmla="*/ 914400 h 1418896"/>
                          <a:gd name="connsiteX7-197" fmla="*/ 3731172 w 3731172"/>
                          <a:gd name="connsiteY7-198" fmla="*/ 1345324 h 1418896"/>
                          <a:gd name="connsiteX8-199" fmla="*/ 3447393 w 3731172"/>
                          <a:gd name="connsiteY8-200" fmla="*/ 1408386 h 1418896"/>
                          <a:gd name="connsiteX9-201" fmla="*/ 1870841 w 3731172"/>
                          <a:gd name="connsiteY9-202" fmla="*/ 746234 h 1418896"/>
                          <a:gd name="connsiteX10-203" fmla="*/ 262758 w 3731172"/>
                          <a:gd name="connsiteY10-204" fmla="*/ 1418896 h 1418896"/>
                          <a:gd name="connsiteX11-205" fmla="*/ 0 w 3731172"/>
                          <a:gd name="connsiteY11-206" fmla="*/ 1324303 h 1418896"/>
                          <a:gd name="connsiteX12-207" fmla="*/ 1145627 w 3731172"/>
                          <a:gd name="connsiteY12-208" fmla="*/ 882869 h 1418896"/>
                          <a:gd name="connsiteX13-209" fmla="*/ 1114096 w 3731172"/>
                          <a:gd name="connsiteY13-210" fmla="*/ 420413 h 1418896"/>
                          <a:gd name="connsiteX14-211" fmla="*/ 189185 w 3731172"/>
                          <a:gd name="connsiteY14-212" fmla="*/ 84081 h 1418896"/>
                          <a:gd name="connsiteX15-213" fmla="*/ 168165 w 3731172"/>
                          <a:gd name="connsiteY15-214" fmla="*/ 73572 h 1418896"/>
                          <a:gd name="connsiteX0-215" fmla="*/ 168165 w 3731172"/>
                          <a:gd name="connsiteY0-216" fmla="*/ 73572 h 1418896"/>
                          <a:gd name="connsiteX1-217" fmla="*/ 451945 w 3731172"/>
                          <a:gd name="connsiteY1-218" fmla="*/ 0 h 1418896"/>
                          <a:gd name="connsiteX2-219" fmla="*/ 1881352 w 3731172"/>
                          <a:gd name="connsiteY2-220" fmla="*/ 599089 h 1418896"/>
                          <a:gd name="connsiteX3-221" fmla="*/ 3363310 w 3731172"/>
                          <a:gd name="connsiteY3-222" fmla="*/ 0 h 1418896"/>
                          <a:gd name="connsiteX4-223" fmla="*/ 3584027 w 3731172"/>
                          <a:gd name="connsiteY4-224" fmla="*/ 73572 h 1418896"/>
                          <a:gd name="connsiteX5-225" fmla="*/ 2627586 w 3731172"/>
                          <a:gd name="connsiteY5-226" fmla="*/ 441434 h 1418896"/>
                          <a:gd name="connsiteX6-227" fmla="*/ 2596055 w 3731172"/>
                          <a:gd name="connsiteY6-228" fmla="*/ 914400 h 1418896"/>
                          <a:gd name="connsiteX7-229" fmla="*/ 3731172 w 3731172"/>
                          <a:gd name="connsiteY7-230" fmla="*/ 1345324 h 1418896"/>
                          <a:gd name="connsiteX8-231" fmla="*/ 3447393 w 3731172"/>
                          <a:gd name="connsiteY8-232" fmla="*/ 1408386 h 1418896"/>
                          <a:gd name="connsiteX9-233" fmla="*/ 1870841 w 3731172"/>
                          <a:gd name="connsiteY9-234" fmla="*/ 746234 h 1418896"/>
                          <a:gd name="connsiteX10-235" fmla="*/ 262758 w 3731172"/>
                          <a:gd name="connsiteY10-236" fmla="*/ 1418896 h 1418896"/>
                          <a:gd name="connsiteX11-237" fmla="*/ 0 w 3731172"/>
                          <a:gd name="connsiteY11-238" fmla="*/ 1324303 h 1418896"/>
                          <a:gd name="connsiteX12-239" fmla="*/ 1145627 w 3731172"/>
                          <a:gd name="connsiteY12-240" fmla="*/ 882869 h 1418896"/>
                          <a:gd name="connsiteX13-241" fmla="*/ 1156137 w 3731172"/>
                          <a:gd name="connsiteY13-242" fmla="*/ 441434 h 1418896"/>
                          <a:gd name="connsiteX14-243" fmla="*/ 189185 w 3731172"/>
                          <a:gd name="connsiteY14-244" fmla="*/ 84081 h 1418896"/>
                          <a:gd name="connsiteX15-245" fmla="*/ 168165 w 3731172"/>
                          <a:gd name="connsiteY15-246" fmla="*/ 73572 h 1418896"/>
                          <a:gd name="connsiteX0-247" fmla="*/ 168165 w 3731172"/>
                          <a:gd name="connsiteY0-248" fmla="*/ 73572 h 1418896"/>
                          <a:gd name="connsiteX1-249" fmla="*/ 451945 w 3731172"/>
                          <a:gd name="connsiteY1-250" fmla="*/ 0 h 1418896"/>
                          <a:gd name="connsiteX2-251" fmla="*/ 1881352 w 3731172"/>
                          <a:gd name="connsiteY2-252" fmla="*/ 599089 h 1418896"/>
                          <a:gd name="connsiteX3-253" fmla="*/ 3363310 w 3731172"/>
                          <a:gd name="connsiteY3-254" fmla="*/ 0 h 1418896"/>
                          <a:gd name="connsiteX4-255" fmla="*/ 3584027 w 3731172"/>
                          <a:gd name="connsiteY4-256" fmla="*/ 73572 h 1418896"/>
                          <a:gd name="connsiteX5-257" fmla="*/ 2627586 w 3731172"/>
                          <a:gd name="connsiteY5-258" fmla="*/ 441434 h 1418896"/>
                          <a:gd name="connsiteX6-259" fmla="*/ 2596055 w 3731172"/>
                          <a:gd name="connsiteY6-260" fmla="*/ 914400 h 1418896"/>
                          <a:gd name="connsiteX7-261" fmla="*/ 3731172 w 3731172"/>
                          <a:gd name="connsiteY7-262" fmla="*/ 1345324 h 1418896"/>
                          <a:gd name="connsiteX8-263" fmla="*/ 3447393 w 3731172"/>
                          <a:gd name="connsiteY8-264" fmla="*/ 1408386 h 1418896"/>
                          <a:gd name="connsiteX9-265" fmla="*/ 1870841 w 3731172"/>
                          <a:gd name="connsiteY9-266" fmla="*/ 746234 h 1418896"/>
                          <a:gd name="connsiteX10-267" fmla="*/ 262758 w 3731172"/>
                          <a:gd name="connsiteY10-268" fmla="*/ 1418896 h 1418896"/>
                          <a:gd name="connsiteX11-269" fmla="*/ 0 w 3731172"/>
                          <a:gd name="connsiteY11-270" fmla="*/ 1324303 h 1418896"/>
                          <a:gd name="connsiteX12-271" fmla="*/ 1145627 w 3731172"/>
                          <a:gd name="connsiteY12-272" fmla="*/ 882869 h 1418896"/>
                          <a:gd name="connsiteX13-273" fmla="*/ 1145626 w 3731172"/>
                          <a:gd name="connsiteY13-274" fmla="*/ 451945 h 1418896"/>
                          <a:gd name="connsiteX14-275" fmla="*/ 189185 w 3731172"/>
                          <a:gd name="connsiteY14-276" fmla="*/ 84081 h 1418896"/>
                          <a:gd name="connsiteX15-277" fmla="*/ 168165 w 3731172"/>
                          <a:gd name="connsiteY15-278" fmla="*/ 73572 h 1418896"/>
                          <a:gd name="connsiteX0-279" fmla="*/ 168165 w 3731172"/>
                          <a:gd name="connsiteY0-280" fmla="*/ 73572 h 1418896"/>
                          <a:gd name="connsiteX1-281" fmla="*/ 451945 w 3731172"/>
                          <a:gd name="connsiteY1-282" fmla="*/ 0 h 1418896"/>
                          <a:gd name="connsiteX2-283" fmla="*/ 1881352 w 3731172"/>
                          <a:gd name="connsiteY2-284" fmla="*/ 599089 h 1418896"/>
                          <a:gd name="connsiteX3-285" fmla="*/ 3363310 w 3731172"/>
                          <a:gd name="connsiteY3-286" fmla="*/ 0 h 1418896"/>
                          <a:gd name="connsiteX4-287" fmla="*/ 3584027 w 3731172"/>
                          <a:gd name="connsiteY4-288" fmla="*/ 73572 h 1418896"/>
                          <a:gd name="connsiteX5-289" fmla="*/ 2627586 w 3731172"/>
                          <a:gd name="connsiteY5-290" fmla="*/ 441434 h 1418896"/>
                          <a:gd name="connsiteX6-291" fmla="*/ 2596055 w 3731172"/>
                          <a:gd name="connsiteY6-292" fmla="*/ 914400 h 1418896"/>
                          <a:gd name="connsiteX7-293" fmla="*/ 3731172 w 3731172"/>
                          <a:gd name="connsiteY7-294" fmla="*/ 1345324 h 1418896"/>
                          <a:gd name="connsiteX8-295" fmla="*/ 3447393 w 3731172"/>
                          <a:gd name="connsiteY8-296" fmla="*/ 1408386 h 1418896"/>
                          <a:gd name="connsiteX9-297" fmla="*/ 1870841 w 3731172"/>
                          <a:gd name="connsiteY9-298" fmla="*/ 746234 h 1418896"/>
                          <a:gd name="connsiteX10-299" fmla="*/ 262758 w 3731172"/>
                          <a:gd name="connsiteY10-300" fmla="*/ 1418896 h 1418896"/>
                          <a:gd name="connsiteX11-301" fmla="*/ 0 w 3731172"/>
                          <a:gd name="connsiteY11-302" fmla="*/ 1324303 h 1418896"/>
                          <a:gd name="connsiteX12-303" fmla="*/ 1145627 w 3731172"/>
                          <a:gd name="connsiteY12-304" fmla="*/ 903890 h 1418896"/>
                          <a:gd name="connsiteX13-305" fmla="*/ 1145626 w 3731172"/>
                          <a:gd name="connsiteY13-306" fmla="*/ 451945 h 1418896"/>
                          <a:gd name="connsiteX14-307" fmla="*/ 189185 w 3731172"/>
                          <a:gd name="connsiteY14-308" fmla="*/ 84081 h 1418896"/>
                          <a:gd name="connsiteX15-309" fmla="*/ 168165 w 3731172"/>
                          <a:gd name="connsiteY15-310" fmla="*/ 73572 h 1418896"/>
                          <a:gd name="connsiteX0-311" fmla="*/ 147144 w 3710151"/>
                          <a:gd name="connsiteY0-312" fmla="*/ 73572 h 1418896"/>
                          <a:gd name="connsiteX1-313" fmla="*/ 430924 w 3710151"/>
                          <a:gd name="connsiteY1-314" fmla="*/ 0 h 1418896"/>
                          <a:gd name="connsiteX2-315" fmla="*/ 1860331 w 3710151"/>
                          <a:gd name="connsiteY2-316" fmla="*/ 599089 h 1418896"/>
                          <a:gd name="connsiteX3-317" fmla="*/ 3342289 w 3710151"/>
                          <a:gd name="connsiteY3-318" fmla="*/ 0 h 1418896"/>
                          <a:gd name="connsiteX4-319" fmla="*/ 3563006 w 3710151"/>
                          <a:gd name="connsiteY4-320" fmla="*/ 73572 h 1418896"/>
                          <a:gd name="connsiteX5-321" fmla="*/ 2606565 w 3710151"/>
                          <a:gd name="connsiteY5-322" fmla="*/ 441434 h 1418896"/>
                          <a:gd name="connsiteX6-323" fmla="*/ 2575034 w 3710151"/>
                          <a:gd name="connsiteY6-324" fmla="*/ 914400 h 1418896"/>
                          <a:gd name="connsiteX7-325" fmla="*/ 3710151 w 3710151"/>
                          <a:gd name="connsiteY7-326" fmla="*/ 1345324 h 1418896"/>
                          <a:gd name="connsiteX8-327" fmla="*/ 3426372 w 3710151"/>
                          <a:gd name="connsiteY8-328" fmla="*/ 1408386 h 1418896"/>
                          <a:gd name="connsiteX9-329" fmla="*/ 1849820 w 3710151"/>
                          <a:gd name="connsiteY9-330" fmla="*/ 746234 h 1418896"/>
                          <a:gd name="connsiteX10-331" fmla="*/ 241737 w 3710151"/>
                          <a:gd name="connsiteY10-332" fmla="*/ 1418896 h 1418896"/>
                          <a:gd name="connsiteX11-333" fmla="*/ 0 w 3710151"/>
                          <a:gd name="connsiteY11-334" fmla="*/ 1334814 h 1418896"/>
                          <a:gd name="connsiteX12-335" fmla="*/ 1124606 w 3710151"/>
                          <a:gd name="connsiteY12-336" fmla="*/ 903890 h 1418896"/>
                          <a:gd name="connsiteX13-337" fmla="*/ 1124605 w 3710151"/>
                          <a:gd name="connsiteY13-338" fmla="*/ 451945 h 1418896"/>
                          <a:gd name="connsiteX14-339" fmla="*/ 168164 w 3710151"/>
                          <a:gd name="connsiteY14-340" fmla="*/ 84081 h 1418896"/>
                          <a:gd name="connsiteX15-341" fmla="*/ 147144 w 3710151"/>
                          <a:gd name="connsiteY15-342" fmla="*/ 73572 h 1418896"/>
                          <a:gd name="connsiteX0-343" fmla="*/ 147144 w 3710151"/>
                          <a:gd name="connsiteY0-344" fmla="*/ 73572 h 1418896"/>
                          <a:gd name="connsiteX1-345" fmla="*/ 430924 w 3710151"/>
                          <a:gd name="connsiteY1-346" fmla="*/ 0 h 1418896"/>
                          <a:gd name="connsiteX2-347" fmla="*/ 1860331 w 3710151"/>
                          <a:gd name="connsiteY2-348" fmla="*/ 599089 h 1418896"/>
                          <a:gd name="connsiteX3-349" fmla="*/ 3342289 w 3710151"/>
                          <a:gd name="connsiteY3-350" fmla="*/ 0 h 1418896"/>
                          <a:gd name="connsiteX4-351" fmla="*/ 3563006 w 3710151"/>
                          <a:gd name="connsiteY4-352" fmla="*/ 73572 h 1418896"/>
                          <a:gd name="connsiteX5-353" fmla="*/ 2606565 w 3710151"/>
                          <a:gd name="connsiteY5-354" fmla="*/ 441434 h 1418896"/>
                          <a:gd name="connsiteX6-355" fmla="*/ 2606565 w 3710151"/>
                          <a:gd name="connsiteY6-356" fmla="*/ 924910 h 1418896"/>
                          <a:gd name="connsiteX7-357" fmla="*/ 3710151 w 3710151"/>
                          <a:gd name="connsiteY7-358" fmla="*/ 1345324 h 1418896"/>
                          <a:gd name="connsiteX8-359" fmla="*/ 3426372 w 3710151"/>
                          <a:gd name="connsiteY8-360" fmla="*/ 1408386 h 1418896"/>
                          <a:gd name="connsiteX9-361" fmla="*/ 1849820 w 3710151"/>
                          <a:gd name="connsiteY9-362" fmla="*/ 746234 h 1418896"/>
                          <a:gd name="connsiteX10-363" fmla="*/ 241737 w 3710151"/>
                          <a:gd name="connsiteY10-364" fmla="*/ 1418896 h 1418896"/>
                          <a:gd name="connsiteX11-365" fmla="*/ 0 w 3710151"/>
                          <a:gd name="connsiteY11-366" fmla="*/ 1334814 h 1418896"/>
                          <a:gd name="connsiteX12-367" fmla="*/ 1124606 w 3710151"/>
                          <a:gd name="connsiteY12-368" fmla="*/ 903890 h 1418896"/>
                          <a:gd name="connsiteX13-369" fmla="*/ 1124605 w 3710151"/>
                          <a:gd name="connsiteY13-370" fmla="*/ 451945 h 1418896"/>
                          <a:gd name="connsiteX14-371" fmla="*/ 168164 w 3710151"/>
                          <a:gd name="connsiteY14-372" fmla="*/ 84081 h 1418896"/>
                          <a:gd name="connsiteX15-373" fmla="*/ 147144 w 3710151"/>
                          <a:gd name="connsiteY15-374" fmla="*/ 73572 h 1418896"/>
                          <a:gd name="connsiteX0-375" fmla="*/ 147144 w 3710151"/>
                          <a:gd name="connsiteY0-376" fmla="*/ 73572 h 1418896"/>
                          <a:gd name="connsiteX1-377" fmla="*/ 430924 w 3710151"/>
                          <a:gd name="connsiteY1-378" fmla="*/ 0 h 1418896"/>
                          <a:gd name="connsiteX2-379" fmla="*/ 1860331 w 3710151"/>
                          <a:gd name="connsiteY2-380" fmla="*/ 599089 h 1418896"/>
                          <a:gd name="connsiteX3-381" fmla="*/ 3342289 w 3710151"/>
                          <a:gd name="connsiteY3-382" fmla="*/ 0 h 1418896"/>
                          <a:gd name="connsiteX4-383" fmla="*/ 3563006 w 3710151"/>
                          <a:gd name="connsiteY4-384" fmla="*/ 73572 h 1418896"/>
                          <a:gd name="connsiteX5-385" fmla="*/ 2606565 w 3710151"/>
                          <a:gd name="connsiteY5-386" fmla="*/ 441434 h 1418896"/>
                          <a:gd name="connsiteX6-387" fmla="*/ 2610282 w 3710151"/>
                          <a:gd name="connsiteY6-388" fmla="*/ 902607 h 1418896"/>
                          <a:gd name="connsiteX7-389" fmla="*/ 3710151 w 3710151"/>
                          <a:gd name="connsiteY7-390" fmla="*/ 1345324 h 1418896"/>
                          <a:gd name="connsiteX8-391" fmla="*/ 3426372 w 3710151"/>
                          <a:gd name="connsiteY8-392" fmla="*/ 1408386 h 1418896"/>
                          <a:gd name="connsiteX9-393" fmla="*/ 1849820 w 3710151"/>
                          <a:gd name="connsiteY9-394" fmla="*/ 746234 h 1418896"/>
                          <a:gd name="connsiteX10-395" fmla="*/ 241737 w 3710151"/>
                          <a:gd name="connsiteY10-396" fmla="*/ 1418896 h 1418896"/>
                          <a:gd name="connsiteX11-397" fmla="*/ 0 w 3710151"/>
                          <a:gd name="connsiteY11-398" fmla="*/ 1334814 h 1418896"/>
                          <a:gd name="connsiteX12-399" fmla="*/ 1124606 w 3710151"/>
                          <a:gd name="connsiteY12-400" fmla="*/ 903890 h 1418896"/>
                          <a:gd name="connsiteX13-401" fmla="*/ 1124605 w 3710151"/>
                          <a:gd name="connsiteY13-402" fmla="*/ 451945 h 1418896"/>
                          <a:gd name="connsiteX14-403" fmla="*/ 168164 w 3710151"/>
                          <a:gd name="connsiteY14-404" fmla="*/ 84081 h 1418896"/>
                          <a:gd name="connsiteX15-405" fmla="*/ 147144 w 3710151"/>
                          <a:gd name="connsiteY15-406" fmla="*/ 73572 h 1418896"/>
                          <a:gd name="connsiteX0-407" fmla="*/ 147144 w 3710151"/>
                          <a:gd name="connsiteY0-408" fmla="*/ 73572 h 1418896"/>
                          <a:gd name="connsiteX1-409" fmla="*/ 430924 w 3710151"/>
                          <a:gd name="connsiteY1-410" fmla="*/ 0 h 1418896"/>
                          <a:gd name="connsiteX2-411" fmla="*/ 1860331 w 3710151"/>
                          <a:gd name="connsiteY2-412" fmla="*/ 599089 h 1418896"/>
                          <a:gd name="connsiteX3-413" fmla="*/ 3342289 w 3710151"/>
                          <a:gd name="connsiteY3-414" fmla="*/ 0 h 1418896"/>
                          <a:gd name="connsiteX4-415" fmla="*/ 3563006 w 3710151"/>
                          <a:gd name="connsiteY4-416" fmla="*/ 73572 h 1418896"/>
                          <a:gd name="connsiteX5-417" fmla="*/ 2617717 w 3710151"/>
                          <a:gd name="connsiteY5-418" fmla="*/ 445151 h 1418896"/>
                          <a:gd name="connsiteX6-419" fmla="*/ 2610282 w 3710151"/>
                          <a:gd name="connsiteY6-420" fmla="*/ 902607 h 1418896"/>
                          <a:gd name="connsiteX7-421" fmla="*/ 3710151 w 3710151"/>
                          <a:gd name="connsiteY7-422" fmla="*/ 1345324 h 1418896"/>
                          <a:gd name="connsiteX8-423" fmla="*/ 3426372 w 3710151"/>
                          <a:gd name="connsiteY8-424" fmla="*/ 1408386 h 1418896"/>
                          <a:gd name="connsiteX9-425" fmla="*/ 1849820 w 3710151"/>
                          <a:gd name="connsiteY9-426" fmla="*/ 746234 h 1418896"/>
                          <a:gd name="connsiteX10-427" fmla="*/ 241737 w 3710151"/>
                          <a:gd name="connsiteY10-428" fmla="*/ 1418896 h 1418896"/>
                          <a:gd name="connsiteX11-429" fmla="*/ 0 w 3710151"/>
                          <a:gd name="connsiteY11-430" fmla="*/ 1334814 h 1418896"/>
                          <a:gd name="connsiteX12-431" fmla="*/ 1124606 w 3710151"/>
                          <a:gd name="connsiteY12-432" fmla="*/ 903890 h 1418896"/>
                          <a:gd name="connsiteX13-433" fmla="*/ 1124605 w 3710151"/>
                          <a:gd name="connsiteY13-434" fmla="*/ 451945 h 1418896"/>
                          <a:gd name="connsiteX14-435" fmla="*/ 168164 w 3710151"/>
                          <a:gd name="connsiteY14-436" fmla="*/ 84081 h 1418896"/>
                          <a:gd name="connsiteX15-437" fmla="*/ 147144 w 3710151"/>
                          <a:gd name="connsiteY15-438" fmla="*/ 73572 h 1418896"/>
                          <a:gd name="connsiteX0-439" fmla="*/ 147144 w 3710151"/>
                          <a:gd name="connsiteY0-440" fmla="*/ 73572 h 1418896"/>
                          <a:gd name="connsiteX1-441" fmla="*/ 430924 w 3710151"/>
                          <a:gd name="connsiteY1-442" fmla="*/ 0 h 1418896"/>
                          <a:gd name="connsiteX2-443" fmla="*/ 1860331 w 3710151"/>
                          <a:gd name="connsiteY2-444" fmla="*/ 599089 h 1418896"/>
                          <a:gd name="connsiteX3-445" fmla="*/ 3342289 w 3710151"/>
                          <a:gd name="connsiteY3-446" fmla="*/ 0 h 1418896"/>
                          <a:gd name="connsiteX4-447" fmla="*/ 3563006 w 3710151"/>
                          <a:gd name="connsiteY4-448" fmla="*/ 73572 h 1418896"/>
                          <a:gd name="connsiteX5-449" fmla="*/ 2617717 w 3710151"/>
                          <a:gd name="connsiteY5-450" fmla="*/ 448868 h 1418896"/>
                          <a:gd name="connsiteX6-451" fmla="*/ 2610282 w 3710151"/>
                          <a:gd name="connsiteY6-452" fmla="*/ 902607 h 1418896"/>
                          <a:gd name="connsiteX7-453" fmla="*/ 3710151 w 3710151"/>
                          <a:gd name="connsiteY7-454" fmla="*/ 1345324 h 1418896"/>
                          <a:gd name="connsiteX8-455" fmla="*/ 3426372 w 3710151"/>
                          <a:gd name="connsiteY8-456" fmla="*/ 1408386 h 1418896"/>
                          <a:gd name="connsiteX9-457" fmla="*/ 1849820 w 3710151"/>
                          <a:gd name="connsiteY9-458" fmla="*/ 746234 h 1418896"/>
                          <a:gd name="connsiteX10-459" fmla="*/ 241737 w 3710151"/>
                          <a:gd name="connsiteY10-460" fmla="*/ 1418896 h 1418896"/>
                          <a:gd name="connsiteX11-461" fmla="*/ 0 w 3710151"/>
                          <a:gd name="connsiteY11-462" fmla="*/ 1334814 h 1418896"/>
                          <a:gd name="connsiteX12-463" fmla="*/ 1124606 w 3710151"/>
                          <a:gd name="connsiteY12-464" fmla="*/ 903890 h 1418896"/>
                          <a:gd name="connsiteX13-465" fmla="*/ 1124605 w 3710151"/>
                          <a:gd name="connsiteY13-466" fmla="*/ 451945 h 1418896"/>
                          <a:gd name="connsiteX14-467" fmla="*/ 168164 w 3710151"/>
                          <a:gd name="connsiteY14-468" fmla="*/ 84081 h 1418896"/>
                          <a:gd name="connsiteX15-469" fmla="*/ 147144 w 3710151"/>
                          <a:gd name="connsiteY15-470" fmla="*/ 73572 h 1418896"/>
                          <a:gd name="connsiteX0-471" fmla="*/ 147144 w 3710151"/>
                          <a:gd name="connsiteY0-472" fmla="*/ 73572 h 1418896"/>
                          <a:gd name="connsiteX1-473" fmla="*/ 430924 w 3710151"/>
                          <a:gd name="connsiteY1-474" fmla="*/ 0 h 1418896"/>
                          <a:gd name="connsiteX2-475" fmla="*/ 1838028 w 3710151"/>
                          <a:gd name="connsiteY2-476" fmla="*/ 591655 h 1418896"/>
                          <a:gd name="connsiteX3-477" fmla="*/ 3342289 w 3710151"/>
                          <a:gd name="connsiteY3-478" fmla="*/ 0 h 1418896"/>
                          <a:gd name="connsiteX4-479" fmla="*/ 3563006 w 3710151"/>
                          <a:gd name="connsiteY4-480" fmla="*/ 73572 h 1418896"/>
                          <a:gd name="connsiteX5-481" fmla="*/ 2617717 w 3710151"/>
                          <a:gd name="connsiteY5-482" fmla="*/ 448868 h 1418896"/>
                          <a:gd name="connsiteX6-483" fmla="*/ 2610282 w 3710151"/>
                          <a:gd name="connsiteY6-484" fmla="*/ 902607 h 1418896"/>
                          <a:gd name="connsiteX7-485" fmla="*/ 3710151 w 3710151"/>
                          <a:gd name="connsiteY7-486" fmla="*/ 1345324 h 1418896"/>
                          <a:gd name="connsiteX8-487" fmla="*/ 3426372 w 3710151"/>
                          <a:gd name="connsiteY8-488" fmla="*/ 1408386 h 1418896"/>
                          <a:gd name="connsiteX9-489" fmla="*/ 1849820 w 3710151"/>
                          <a:gd name="connsiteY9-490" fmla="*/ 746234 h 1418896"/>
                          <a:gd name="connsiteX10-491" fmla="*/ 241737 w 3710151"/>
                          <a:gd name="connsiteY10-492" fmla="*/ 1418896 h 1418896"/>
                          <a:gd name="connsiteX11-493" fmla="*/ 0 w 3710151"/>
                          <a:gd name="connsiteY11-494" fmla="*/ 1334814 h 1418896"/>
                          <a:gd name="connsiteX12-495" fmla="*/ 1124606 w 3710151"/>
                          <a:gd name="connsiteY12-496" fmla="*/ 903890 h 1418896"/>
                          <a:gd name="connsiteX13-497" fmla="*/ 1124605 w 3710151"/>
                          <a:gd name="connsiteY13-498" fmla="*/ 451945 h 1418896"/>
                          <a:gd name="connsiteX14-499" fmla="*/ 168164 w 3710151"/>
                          <a:gd name="connsiteY14-500" fmla="*/ 84081 h 1418896"/>
                          <a:gd name="connsiteX15-501" fmla="*/ 147144 w 3710151"/>
                          <a:gd name="connsiteY15-502" fmla="*/ 73572 h 1418896"/>
                          <a:gd name="connsiteX0-503" fmla="*/ 147144 w 3710151"/>
                          <a:gd name="connsiteY0-504" fmla="*/ 73572 h 1418896"/>
                          <a:gd name="connsiteX1-505" fmla="*/ 430924 w 3710151"/>
                          <a:gd name="connsiteY1-506" fmla="*/ 0 h 1418896"/>
                          <a:gd name="connsiteX2-507" fmla="*/ 1838028 w 3710151"/>
                          <a:gd name="connsiteY2-508" fmla="*/ 591655 h 1418896"/>
                          <a:gd name="connsiteX3-509" fmla="*/ 3342289 w 3710151"/>
                          <a:gd name="connsiteY3-510" fmla="*/ 0 h 1418896"/>
                          <a:gd name="connsiteX4-511" fmla="*/ 3563006 w 3710151"/>
                          <a:gd name="connsiteY4-512" fmla="*/ 73572 h 1418896"/>
                          <a:gd name="connsiteX5-513" fmla="*/ 2617717 w 3710151"/>
                          <a:gd name="connsiteY5-514" fmla="*/ 448868 h 1418896"/>
                          <a:gd name="connsiteX6-515" fmla="*/ 2610282 w 3710151"/>
                          <a:gd name="connsiteY6-516" fmla="*/ 902607 h 1418896"/>
                          <a:gd name="connsiteX7-517" fmla="*/ 3710151 w 3710151"/>
                          <a:gd name="connsiteY7-518" fmla="*/ 1345324 h 1418896"/>
                          <a:gd name="connsiteX8-519" fmla="*/ 3426372 w 3710151"/>
                          <a:gd name="connsiteY8-520" fmla="*/ 1408386 h 1418896"/>
                          <a:gd name="connsiteX9-521" fmla="*/ 1849820 w 3710151"/>
                          <a:gd name="connsiteY9-522" fmla="*/ 746234 h 1418896"/>
                          <a:gd name="connsiteX10-523" fmla="*/ 241737 w 3710151"/>
                          <a:gd name="connsiteY10-524" fmla="*/ 1418896 h 1418896"/>
                          <a:gd name="connsiteX11-525" fmla="*/ 0 w 3710151"/>
                          <a:gd name="connsiteY11-526" fmla="*/ 1334814 h 1418896"/>
                          <a:gd name="connsiteX12-527" fmla="*/ 1124606 w 3710151"/>
                          <a:gd name="connsiteY12-528" fmla="*/ 903890 h 1418896"/>
                          <a:gd name="connsiteX13-529" fmla="*/ 1087434 w 3710151"/>
                          <a:gd name="connsiteY13-530" fmla="*/ 451945 h 1418896"/>
                          <a:gd name="connsiteX14-531" fmla="*/ 168164 w 3710151"/>
                          <a:gd name="connsiteY14-532" fmla="*/ 84081 h 1418896"/>
                          <a:gd name="connsiteX15-533" fmla="*/ 147144 w 3710151"/>
                          <a:gd name="connsiteY15-534" fmla="*/ 73572 h 1418896"/>
                          <a:gd name="connsiteX0-535" fmla="*/ 147144 w 3710151"/>
                          <a:gd name="connsiteY0-536" fmla="*/ 73572 h 1418896"/>
                          <a:gd name="connsiteX1-537" fmla="*/ 430924 w 3710151"/>
                          <a:gd name="connsiteY1-538" fmla="*/ 0 h 1418896"/>
                          <a:gd name="connsiteX2-539" fmla="*/ 1838028 w 3710151"/>
                          <a:gd name="connsiteY2-540" fmla="*/ 591655 h 1418896"/>
                          <a:gd name="connsiteX3-541" fmla="*/ 3342289 w 3710151"/>
                          <a:gd name="connsiteY3-542" fmla="*/ 0 h 1418896"/>
                          <a:gd name="connsiteX4-543" fmla="*/ 3563006 w 3710151"/>
                          <a:gd name="connsiteY4-544" fmla="*/ 73572 h 1418896"/>
                          <a:gd name="connsiteX5-545" fmla="*/ 2617717 w 3710151"/>
                          <a:gd name="connsiteY5-546" fmla="*/ 448868 h 1418896"/>
                          <a:gd name="connsiteX6-547" fmla="*/ 2610282 w 3710151"/>
                          <a:gd name="connsiteY6-548" fmla="*/ 902607 h 1418896"/>
                          <a:gd name="connsiteX7-549" fmla="*/ 3710151 w 3710151"/>
                          <a:gd name="connsiteY7-550" fmla="*/ 1345324 h 1418896"/>
                          <a:gd name="connsiteX8-551" fmla="*/ 3426372 w 3710151"/>
                          <a:gd name="connsiteY8-552" fmla="*/ 1408386 h 1418896"/>
                          <a:gd name="connsiteX9-553" fmla="*/ 1849820 w 3710151"/>
                          <a:gd name="connsiteY9-554" fmla="*/ 746234 h 1418896"/>
                          <a:gd name="connsiteX10-555" fmla="*/ 241737 w 3710151"/>
                          <a:gd name="connsiteY10-556" fmla="*/ 1418896 h 1418896"/>
                          <a:gd name="connsiteX11-557" fmla="*/ 0 w 3710151"/>
                          <a:gd name="connsiteY11-558" fmla="*/ 1334814 h 1418896"/>
                          <a:gd name="connsiteX12-559" fmla="*/ 1098586 w 3710151"/>
                          <a:gd name="connsiteY12-560" fmla="*/ 903890 h 1418896"/>
                          <a:gd name="connsiteX13-561" fmla="*/ 1087434 w 3710151"/>
                          <a:gd name="connsiteY13-562" fmla="*/ 451945 h 1418896"/>
                          <a:gd name="connsiteX14-563" fmla="*/ 168164 w 3710151"/>
                          <a:gd name="connsiteY14-564" fmla="*/ 84081 h 1418896"/>
                          <a:gd name="connsiteX15-565" fmla="*/ 147144 w 3710151"/>
                          <a:gd name="connsiteY15-566" fmla="*/ 73572 h 1418896"/>
                          <a:gd name="connsiteX0-567" fmla="*/ 162012 w 3725019"/>
                          <a:gd name="connsiteY0-568" fmla="*/ 73572 h 1418896"/>
                          <a:gd name="connsiteX1-569" fmla="*/ 445792 w 3725019"/>
                          <a:gd name="connsiteY1-570" fmla="*/ 0 h 1418896"/>
                          <a:gd name="connsiteX2-571" fmla="*/ 1852896 w 3725019"/>
                          <a:gd name="connsiteY2-572" fmla="*/ 591655 h 1418896"/>
                          <a:gd name="connsiteX3-573" fmla="*/ 3357157 w 3725019"/>
                          <a:gd name="connsiteY3-574" fmla="*/ 0 h 1418896"/>
                          <a:gd name="connsiteX4-575" fmla="*/ 3577874 w 3725019"/>
                          <a:gd name="connsiteY4-576" fmla="*/ 73572 h 1418896"/>
                          <a:gd name="connsiteX5-577" fmla="*/ 2632585 w 3725019"/>
                          <a:gd name="connsiteY5-578" fmla="*/ 448868 h 1418896"/>
                          <a:gd name="connsiteX6-579" fmla="*/ 2625150 w 3725019"/>
                          <a:gd name="connsiteY6-580" fmla="*/ 902607 h 1418896"/>
                          <a:gd name="connsiteX7-581" fmla="*/ 3725019 w 3725019"/>
                          <a:gd name="connsiteY7-582" fmla="*/ 1345324 h 1418896"/>
                          <a:gd name="connsiteX8-583" fmla="*/ 3441240 w 3725019"/>
                          <a:gd name="connsiteY8-584" fmla="*/ 1408386 h 1418896"/>
                          <a:gd name="connsiteX9-585" fmla="*/ 1864688 w 3725019"/>
                          <a:gd name="connsiteY9-586" fmla="*/ 746234 h 1418896"/>
                          <a:gd name="connsiteX10-587" fmla="*/ 256605 w 3725019"/>
                          <a:gd name="connsiteY10-588" fmla="*/ 1418896 h 1418896"/>
                          <a:gd name="connsiteX11-589" fmla="*/ 0 w 3725019"/>
                          <a:gd name="connsiteY11-590" fmla="*/ 1331097 h 1418896"/>
                          <a:gd name="connsiteX12-591" fmla="*/ 1113454 w 3725019"/>
                          <a:gd name="connsiteY12-592" fmla="*/ 903890 h 1418896"/>
                          <a:gd name="connsiteX13-593" fmla="*/ 1102302 w 3725019"/>
                          <a:gd name="connsiteY13-594" fmla="*/ 451945 h 1418896"/>
                          <a:gd name="connsiteX14-595" fmla="*/ 183032 w 3725019"/>
                          <a:gd name="connsiteY14-596" fmla="*/ 84081 h 1418896"/>
                          <a:gd name="connsiteX15-597" fmla="*/ 162012 w 3725019"/>
                          <a:gd name="connsiteY15-598" fmla="*/ 73572 h 1418896"/>
                        </a:gdLst>
                        <a:ahLst/>
                        <a:cxnLst>
                          <a:cxn ang="0">
                            <a:pos x="connsiteX0-1" y="connsiteY0-2"/>
                          </a:cxn>
                          <a:cxn ang="0">
                            <a:pos x="connsiteX1-3" y="connsiteY1-4"/>
                          </a:cxn>
                          <a:cxn ang="0">
                            <a:pos x="connsiteX2-5" y="connsiteY2-6"/>
                          </a:cxn>
                          <a:cxn ang="0">
                            <a:pos x="connsiteX3-7" y="connsiteY3-8"/>
                          </a:cxn>
                          <a:cxn ang="0">
                            <a:pos x="connsiteX4-9" y="connsiteY4-10"/>
                          </a:cxn>
                          <a:cxn ang="0">
                            <a:pos x="connsiteX5-11" y="connsiteY5-12"/>
                          </a:cxn>
                          <a:cxn ang="0">
                            <a:pos x="connsiteX6-13" y="connsiteY6-14"/>
                          </a:cxn>
                          <a:cxn ang="0">
                            <a:pos x="connsiteX7-15" y="connsiteY7-16"/>
                          </a:cxn>
                          <a:cxn ang="0">
                            <a:pos x="connsiteX8-17" y="connsiteY8-18"/>
                          </a:cxn>
                          <a:cxn ang="0">
                            <a:pos x="connsiteX9-19" y="connsiteY9-20"/>
                          </a:cxn>
                          <a:cxn ang="0">
                            <a:pos x="connsiteX10-21" y="connsiteY10-22"/>
                          </a:cxn>
                          <a:cxn ang="0">
                            <a:pos x="connsiteX11-23" y="connsiteY11-24"/>
                          </a:cxn>
                          <a:cxn ang="0">
                            <a:pos x="connsiteX12-25" y="connsiteY12-26"/>
                          </a:cxn>
                          <a:cxn ang="0">
                            <a:pos x="connsiteX13-27" y="connsiteY13-28"/>
                          </a:cxn>
                          <a:cxn ang="0">
                            <a:pos x="connsiteX14-29" y="connsiteY14-30"/>
                          </a:cxn>
                          <a:cxn ang="0">
                            <a:pos x="connsiteX15-31" y="connsiteY15-32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  <p:grpSp>
                <p:nvGrpSpPr>
                  <p:cNvPr id="344" name="Group 343"/>
                  <p:cNvGrpSpPr/>
                  <p:nvPr/>
                </p:nvGrpSpPr>
                <p:grpSpPr>
                  <a:xfrm>
                    <a:off x="8311520" y="5194433"/>
                    <a:ext cx="309740" cy="190838"/>
                    <a:chOff x="3668110" y="2448910"/>
                    <a:chExt cx="3794234" cy="2165130"/>
                  </a:xfrm>
                </p:grpSpPr>
                <p:sp>
                  <p:nvSpPr>
                    <p:cNvPr id="355" name="Rectangle 354"/>
                    <p:cNvSpPr/>
                    <p:nvPr/>
                  </p:nvSpPr>
                  <p:spPr>
                    <a:xfrm>
                      <a:off x="3668110" y="3741409"/>
                      <a:ext cx="3780587" cy="872631"/>
                    </a:xfrm>
                    <a:prstGeom prst="rect">
                      <a:avLst/>
                    </a:pr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56" name="Freeform 355"/>
                    <p:cNvSpPr/>
                    <p:nvPr/>
                  </p:nvSpPr>
                  <p:spPr>
                    <a:xfrm>
                      <a:off x="3678620" y="2448910"/>
                      <a:ext cx="3783724" cy="1324303"/>
                    </a:xfrm>
                    <a:custGeom>
                      <a:avLst/>
                      <a:gdLst>
                        <a:gd name="connsiteX0" fmla="*/ 0 w 3783724"/>
                        <a:gd name="connsiteY0" fmla="*/ 1313793 h 1324303"/>
                        <a:gd name="connsiteX1" fmla="*/ 0 w 3783724"/>
                        <a:gd name="connsiteY1" fmla="*/ 1313793 h 1324303"/>
                        <a:gd name="connsiteX2" fmla="*/ 252248 w 3783724"/>
                        <a:gd name="connsiteY2" fmla="*/ 0 h 1324303"/>
                        <a:gd name="connsiteX3" fmla="*/ 3415862 w 3783724"/>
                        <a:gd name="connsiteY3" fmla="*/ 21020 h 1324303"/>
                        <a:gd name="connsiteX4" fmla="*/ 3783724 w 3783724"/>
                        <a:gd name="connsiteY4" fmla="*/ 1324303 h 1324303"/>
                        <a:gd name="connsiteX5" fmla="*/ 0 w 3783724"/>
                        <a:gd name="connsiteY5" fmla="*/ 1313793 h 13243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783724" h="1324303">
                          <a:moveTo>
                            <a:pt x="0" y="1313793"/>
                          </a:moveTo>
                          <a:lnTo>
                            <a:pt x="0" y="1313793"/>
                          </a:lnTo>
                          <a:lnTo>
                            <a:pt x="252248" y="0"/>
                          </a:lnTo>
                          <a:lnTo>
                            <a:pt x="3415862" y="21020"/>
                          </a:lnTo>
                          <a:lnTo>
                            <a:pt x="3783724" y="1324303"/>
                          </a:lnTo>
                          <a:lnTo>
                            <a:pt x="0" y="1313793"/>
                          </a:lnTo>
                          <a:close/>
                        </a:path>
                      </a:pathLst>
                    </a:cu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grpSp>
                  <p:nvGrpSpPr>
                    <p:cNvPr id="357" name="Group 356"/>
                    <p:cNvGrpSpPr/>
                    <p:nvPr/>
                  </p:nvGrpSpPr>
                  <p:grpSpPr>
                    <a:xfrm>
                      <a:off x="3941378" y="2603243"/>
                      <a:ext cx="3202061" cy="1066110"/>
                      <a:chOff x="7939341" y="3037317"/>
                      <a:chExt cx="897649" cy="353919"/>
                    </a:xfrm>
                  </p:grpSpPr>
                  <p:sp>
                    <p:nvSpPr>
                      <p:cNvPr id="358" name="Freeform 357"/>
                      <p:cNvSpPr/>
                      <p:nvPr/>
                    </p:nvSpPr>
                    <p:spPr>
                      <a:xfrm>
                        <a:off x="7964170" y="30373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-1" fmla="*/ 3725333 w 4641485"/>
                          <a:gd name="connsiteY0-2" fmla="*/ 0 h 1049866"/>
                          <a:gd name="connsiteX1-3" fmla="*/ 4641485 w 4641485"/>
                          <a:gd name="connsiteY1-4" fmla="*/ 239402 h 1049866"/>
                          <a:gd name="connsiteX2-5" fmla="*/ 3962400 w 4641485"/>
                          <a:gd name="connsiteY2-6" fmla="*/ 541866 h 1049866"/>
                          <a:gd name="connsiteX3-7" fmla="*/ 3742267 w 4641485"/>
                          <a:gd name="connsiteY3-8" fmla="*/ 457200 h 1049866"/>
                          <a:gd name="connsiteX4-9" fmla="*/ 2269067 w 4641485"/>
                          <a:gd name="connsiteY4-10" fmla="*/ 1049866 h 1049866"/>
                          <a:gd name="connsiteX5-11" fmla="*/ 880533 w 4641485"/>
                          <a:gd name="connsiteY5-12" fmla="*/ 457200 h 1049866"/>
                          <a:gd name="connsiteX6-13" fmla="*/ 592667 w 4641485"/>
                          <a:gd name="connsiteY6-14" fmla="*/ 541866 h 1049866"/>
                          <a:gd name="connsiteX7-15" fmla="*/ 0 w 4641485"/>
                          <a:gd name="connsiteY7-16" fmla="*/ 254000 h 1049866"/>
                          <a:gd name="connsiteX8-17" fmla="*/ 880533 w 4641485"/>
                          <a:gd name="connsiteY8-18" fmla="*/ 16933 h 1049866"/>
                          <a:gd name="connsiteX9-19" fmla="*/ 2302933 w 4641485"/>
                          <a:gd name="connsiteY9-20" fmla="*/ 626533 h 1049866"/>
                          <a:gd name="connsiteX10-21" fmla="*/ 3725333 w 4641485"/>
                          <a:gd name="connsiteY10-22" fmla="*/ 0 h 1049866"/>
                          <a:gd name="connsiteX0-23" fmla="*/ 3756864 w 4673016"/>
                          <a:gd name="connsiteY0-24" fmla="*/ 0 h 1049866"/>
                          <a:gd name="connsiteX1-25" fmla="*/ 4673016 w 4673016"/>
                          <a:gd name="connsiteY1-26" fmla="*/ 239402 h 1049866"/>
                          <a:gd name="connsiteX2-27" fmla="*/ 3993931 w 4673016"/>
                          <a:gd name="connsiteY2-28" fmla="*/ 541866 h 1049866"/>
                          <a:gd name="connsiteX3-29" fmla="*/ 3773798 w 4673016"/>
                          <a:gd name="connsiteY3-30" fmla="*/ 457200 h 1049866"/>
                          <a:gd name="connsiteX4-31" fmla="*/ 2300598 w 4673016"/>
                          <a:gd name="connsiteY4-32" fmla="*/ 1049866 h 1049866"/>
                          <a:gd name="connsiteX5-33" fmla="*/ 912064 w 4673016"/>
                          <a:gd name="connsiteY5-34" fmla="*/ 457200 h 1049866"/>
                          <a:gd name="connsiteX6-35" fmla="*/ 624198 w 4673016"/>
                          <a:gd name="connsiteY6-36" fmla="*/ 541866 h 1049866"/>
                          <a:gd name="connsiteX7-37" fmla="*/ 0 w 4673016"/>
                          <a:gd name="connsiteY7-38" fmla="*/ 232979 h 1049866"/>
                          <a:gd name="connsiteX8-39" fmla="*/ 912064 w 4673016"/>
                          <a:gd name="connsiteY8-40" fmla="*/ 16933 h 1049866"/>
                          <a:gd name="connsiteX9-41" fmla="*/ 2334464 w 4673016"/>
                          <a:gd name="connsiteY9-42" fmla="*/ 626533 h 1049866"/>
                          <a:gd name="connsiteX10-43" fmla="*/ 3756864 w 4673016"/>
                          <a:gd name="connsiteY10-44" fmla="*/ 0 h 1049866"/>
                          <a:gd name="connsiteX0-45" fmla="*/ 3756864 w 4673016"/>
                          <a:gd name="connsiteY0-46" fmla="*/ 0 h 1049866"/>
                          <a:gd name="connsiteX1-47" fmla="*/ 4673016 w 4673016"/>
                          <a:gd name="connsiteY1-48" fmla="*/ 239402 h 1049866"/>
                          <a:gd name="connsiteX2-49" fmla="*/ 3993931 w 4673016"/>
                          <a:gd name="connsiteY2-50" fmla="*/ 541866 h 1049866"/>
                          <a:gd name="connsiteX3-51" fmla="*/ 3784308 w 4673016"/>
                          <a:gd name="connsiteY3-52" fmla="*/ 404648 h 1049866"/>
                          <a:gd name="connsiteX4-53" fmla="*/ 2300598 w 4673016"/>
                          <a:gd name="connsiteY4-54" fmla="*/ 1049866 h 1049866"/>
                          <a:gd name="connsiteX5-55" fmla="*/ 912064 w 4673016"/>
                          <a:gd name="connsiteY5-56" fmla="*/ 457200 h 1049866"/>
                          <a:gd name="connsiteX6-57" fmla="*/ 624198 w 4673016"/>
                          <a:gd name="connsiteY6-58" fmla="*/ 541866 h 1049866"/>
                          <a:gd name="connsiteX7-59" fmla="*/ 0 w 4673016"/>
                          <a:gd name="connsiteY7-60" fmla="*/ 232979 h 1049866"/>
                          <a:gd name="connsiteX8-61" fmla="*/ 912064 w 4673016"/>
                          <a:gd name="connsiteY8-62" fmla="*/ 16933 h 1049866"/>
                          <a:gd name="connsiteX9-63" fmla="*/ 2334464 w 4673016"/>
                          <a:gd name="connsiteY9-64" fmla="*/ 626533 h 1049866"/>
                          <a:gd name="connsiteX10-65" fmla="*/ 3756864 w 4673016"/>
                          <a:gd name="connsiteY10-66" fmla="*/ 0 h 1049866"/>
                          <a:gd name="connsiteX0-67" fmla="*/ 3756864 w 4673016"/>
                          <a:gd name="connsiteY0-68" fmla="*/ 0 h 1049866"/>
                          <a:gd name="connsiteX1-69" fmla="*/ 4673016 w 4673016"/>
                          <a:gd name="connsiteY1-70" fmla="*/ 239402 h 1049866"/>
                          <a:gd name="connsiteX2-71" fmla="*/ 3993931 w 4673016"/>
                          <a:gd name="connsiteY2-72" fmla="*/ 541866 h 1049866"/>
                          <a:gd name="connsiteX3-73" fmla="*/ 3794818 w 4673016"/>
                          <a:gd name="connsiteY3-74" fmla="*/ 436179 h 1049866"/>
                          <a:gd name="connsiteX4-75" fmla="*/ 2300598 w 4673016"/>
                          <a:gd name="connsiteY4-76" fmla="*/ 1049866 h 1049866"/>
                          <a:gd name="connsiteX5-77" fmla="*/ 912064 w 4673016"/>
                          <a:gd name="connsiteY5-78" fmla="*/ 457200 h 1049866"/>
                          <a:gd name="connsiteX6-79" fmla="*/ 624198 w 4673016"/>
                          <a:gd name="connsiteY6-80" fmla="*/ 541866 h 1049866"/>
                          <a:gd name="connsiteX7-81" fmla="*/ 0 w 4673016"/>
                          <a:gd name="connsiteY7-82" fmla="*/ 232979 h 1049866"/>
                          <a:gd name="connsiteX8-83" fmla="*/ 912064 w 4673016"/>
                          <a:gd name="connsiteY8-84" fmla="*/ 16933 h 1049866"/>
                          <a:gd name="connsiteX9-85" fmla="*/ 2334464 w 4673016"/>
                          <a:gd name="connsiteY9-86" fmla="*/ 626533 h 1049866"/>
                          <a:gd name="connsiteX10-87" fmla="*/ 3756864 w 4673016"/>
                          <a:gd name="connsiteY10-88" fmla="*/ 0 h 1049866"/>
                          <a:gd name="connsiteX0-89" fmla="*/ 3756864 w 4673016"/>
                          <a:gd name="connsiteY0-90" fmla="*/ 0 h 1049866"/>
                          <a:gd name="connsiteX1-91" fmla="*/ 4673016 w 4673016"/>
                          <a:gd name="connsiteY1-92" fmla="*/ 239402 h 1049866"/>
                          <a:gd name="connsiteX2-93" fmla="*/ 3993931 w 4673016"/>
                          <a:gd name="connsiteY2-94" fmla="*/ 541866 h 1049866"/>
                          <a:gd name="connsiteX3-95" fmla="*/ 3794818 w 4673016"/>
                          <a:gd name="connsiteY3-96" fmla="*/ 436179 h 1049866"/>
                          <a:gd name="connsiteX4-97" fmla="*/ 2300598 w 4673016"/>
                          <a:gd name="connsiteY4-98" fmla="*/ 1049866 h 1049866"/>
                          <a:gd name="connsiteX5-99" fmla="*/ 912064 w 4673016"/>
                          <a:gd name="connsiteY5-100" fmla="*/ 457200 h 1049866"/>
                          <a:gd name="connsiteX6-101" fmla="*/ 624198 w 4673016"/>
                          <a:gd name="connsiteY6-102" fmla="*/ 541866 h 1049866"/>
                          <a:gd name="connsiteX7-103" fmla="*/ 0 w 4673016"/>
                          <a:gd name="connsiteY7-104" fmla="*/ 232979 h 1049866"/>
                          <a:gd name="connsiteX8-105" fmla="*/ 912064 w 4673016"/>
                          <a:gd name="connsiteY8-106" fmla="*/ 16933 h 1049866"/>
                          <a:gd name="connsiteX9-107" fmla="*/ 2323954 w 4673016"/>
                          <a:gd name="connsiteY9-108" fmla="*/ 616023 h 1049866"/>
                          <a:gd name="connsiteX10-109" fmla="*/ 3756864 w 4673016"/>
                          <a:gd name="connsiteY10-110" fmla="*/ 0 h 1049866"/>
                          <a:gd name="connsiteX0-111" fmla="*/ 3756864 w 4673016"/>
                          <a:gd name="connsiteY0-112" fmla="*/ 0 h 1049866"/>
                          <a:gd name="connsiteX1-113" fmla="*/ 4673016 w 4673016"/>
                          <a:gd name="connsiteY1-114" fmla="*/ 239402 h 1049866"/>
                          <a:gd name="connsiteX2-115" fmla="*/ 3993931 w 4673016"/>
                          <a:gd name="connsiteY2-116" fmla="*/ 541866 h 1049866"/>
                          <a:gd name="connsiteX3-117" fmla="*/ 3794818 w 4673016"/>
                          <a:gd name="connsiteY3-118" fmla="*/ 436179 h 1049866"/>
                          <a:gd name="connsiteX4-119" fmla="*/ 2300598 w 4673016"/>
                          <a:gd name="connsiteY4-120" fmla="*/ 1049866 h 1049866"/>
                          <a:gd name="connsiteX5-121" fmla="*/ 912064 w 4673016"/>
                          <a:gd name="connsiteY5-122" fmla="*/ 457200 h 1049866"/>
                          <a:gd name="connsiteX6-123" fmla="*/ 624198 w 4673016"/>
                          <a:gd name="connsiteY6-124" fmla="*/ 541866 h 1049866"/>
                          <a:gd name="connsiteX7-125" fmla="*/ 0 w 4673016"/>
                          <a:gd name="connsiteY7-126" fmla="*/ 275021 h 1049866"/>
                          <a:gd name="connsiteX8-127" fmla="*/ 912064 w 4673016"/>
                          <a:gd name="connsiteY8-128" fmla="*/ 16933 h 1049866"/>
                          <a:gd name="connsiteX9-129" fmla="*/ 2323954 w 4673016"/>
                          <a:gd name="connsiteY9-130" fmla="*/ 616023 h 1049866"/>
                          <a:gd name="connsiteX10-131" fmla="*/ 3756864 w 4673016"/>
                          <a:gd name="connsiteY10-132" fmla="*/ 0 h 1049866"/>
                          <a:gd name="connsiteX0-133" fmla="*/ 3756864 w 4673016"/>
                          <a:gd name="connsiteY0-134" fmla="*/ 0 h 1049866"/>
                          <a:gd name="connsiteX1-135" fmla="*/ 4673016 w 4673016"/>
                          <a:gd name="connsiteY1-136" fmla="*/ 239402 h 1049866"/>
                          <a:gd name="connsiteX2-137" fmla="*/ 3993931 w 4673016"/>
                          <a:gd name="connsiteY2-138" fmla="*/ 541866 h 1049866"/>
                          <a:gd name="connsiteX3-139" fmla="*/ 3815839 w 4673016"/>
                          <a:gd name="connsiteY3-140" fmla="*/ 467710 h 1049866"/>
                          <a:gd name="connsiteX4-141" fmla="*/ 2300598 w 4673016"/>
                          <a:gd name="connsiteY4-142" fmla="*/ 1049866 h 1049866"/>
                          <a:gd name="connsiteX5-143" fmla="*/ 912064 w 4673016"/>
                          <a:gd name="connsiteY5-144" fmla="*/ 457200 h 1049866"/>
                          <a:gd name="connsiteX6-145" fmla="*/ 624198 w 4673016"/>
                          <a:gd name="connsiteY6-146" fmla="*/ 541866 h 1049866"/>
                          <a:gd name="connsiteX7-147" fmla="*/ 0 w 4673016"/>
                          <a:gd name="connsiteY7-148" fmla="*/ 275021 h 1049866"/>
                          <a:gd name="connsiteX8-149" fmla="*/ 912064 w 4673016"/>
                          <a:gd name="connsiteY8-150" fmla="*/ 16933 h 1049866"/>
                          <a:gd name="connsiteX9-151" fmla="*/ 2323954 w 4673016"/>
                          <a:gd name="connsiteY9-152" fmla="*/ 616023 h 1049866"/>
                          <a:gd name="connsiteX10-153" fmla="*/ 3756864 w 4673016"/>
                          <a:gd name="connsiteY10-154" fmla="*/ 0 h 1049866"/>
                        </a:gdLst>
                        <a:ahLst/>
                        <a:cxnLst>
                          <a:cxn ang="0">
                            <a:pos x="connsiteX0-1" y="connsiteY0-2"/>
                          </a:cxn>
                          <a:cxn ang="0">
                            <a:pos x="connsiteX1-3" y="connsiteY1-4"/>
                          </a:cxn>
                          <a:cxn ang="0">
                            <a:pos x="connsiteX2-5" y="connsiteY2-6"/>
                          </a:cxn>
                          <a:cxn ang="0">
                            <a:pos x="connsiteX3-7" y="connsiteY3-8"/>
                          </a:cxn>
                          <a:cxn ang="0">
                            <a:pos x="connsiteX4-9" y="connsiteY4-10"/>
                          </a:cxn>
                          <a:cxn ang="0">
                            <a:pos x="connsiteX5-11" y="connsiteY5-12"/>
                          </a:cxn>
                          <a:cxn ang="0">
                            <a:pos x="connsiteX6-13" y="connsiteY6-14"/>
                          </a:cxn>
                          <a:cxn ang="0">
                            <a:pos x="connsiteX7-15" y="connsiteY7-16"/>
                          </a:cxn>
                          <a:cxn ang="0">
                            <a:pos x="connsiteX8-17" y="connsiteY8-18"/>
                          </a:cxn>
                          <a:cxn ang="0">
                            <a:pos x="connsiteX9-19" y="connsiteY9-20"/>
                          </a:cxn>
                          <a:cxn ang="0">
                            <a:pos x="connsiteX10-21" y="connsiteY10-22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59" name="Freeform 358"/>
                      <p:cNvSpPr/>
                      <p:nvPr/>
                    </p:nvSpPr>
                    <p:spPr>
                      <a:xfrm>
                        <a:off x="8519948" y="32067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60" name="Freeform 359"/>
                      <p:cNvSpPr/>
                      <p:nvPr/>
                    </p:nvSpPr>
                    <p:spPr>
                      <a:xfrm>
                        <a:off x="7939341" y="32067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61" name="Freeform 360"/>
                      <p:cNvSpPr/>
                      <p:nvPr/>
                    </p:nvSpPr>
                    <p:spPr>
                      <a:xfrm>
                        <a:off x="8047413" y="31234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-1" fmla="*/ 168165 w 3731172"/>
                          <a:gd name="connsiteY0-2" fmla="*/ 73572 h 1418896"/>
                          <a:gd name="connsiteX1-3" fmla="*/ 451945 w 3731172"/>
                          <a:gd name="connsiteY1-4" fmla="*/ 0 h 1418896"/>
                          <a:gd name="connsiteX2-5" fmla="*/ 1881352 w 3731172"/>
                          <a:gd name="connsiteY2-6" fmla="*/ 599089 h 1418896"/>
                          <a:gd name="connsiteX3-7" fmla="*/ 3363310 w 3731172"/>
                          <a:gd name="connsiteY3-8" fmla="*/ 0 h 1418896"/>
                          <a:gd name="connsiteX4-9" fmla="*/ 3584027 w 3731172"/>
                          <a:gd name="connsiteY4-10" fmla="*/ 73572 h 1418896"/>
                          <a:gd name="connsiteX5-11" fmla="*/ 2627586 w 3731172"/>
                          <a:gd name="connsiteY5-12" fmla="*/ 441434 h 1418896"/>
                          <a:gd name="connsiteX6-13" fmla="*/ 2596055 w 3731172"/>
                          <a:gd name="connsiteY6-14" fmla="*/ 914400 h 1418896"/>
                          <a:gd name="connsiteX7-15" fmla="*/ 3731172 w 3731172"/>
                          <a:gd name="connsiteY7-16" fmla="*/ 1345324 h 1418896"/>
                          <a:gd name="connsiteX8-17" fmla="*/ 3447393 w 3731172"/>
                          <a:gd name="connsiteY8-18" fmla="*/ 1408386 h 1418896"/>
                          <a:gd name="connsiteX9-19" fmla="*/ 1870841 w 3731172"/>
                          <a:gd name="connsiteY9-20" fmla="*/ 746234 h 1418896"/>
                          <a:gd name="connsiteX10-21" fmla="*/ 262758 w 3731172"/>
                          <a:gd name="connsiteY10-22" fmla="*/ 1418896 h 1418896"/>
                          <a:gd name="connsiteX11-23" fmla="*/ 0 w 3731172"/>
                          <a:gd name="connsiteY11-24" fmla="*/ 1324303 h 1418896"/>
                          <a:gd name="connsiteX12-25" fmla="*/ 1145627 w 3731172"/>
                          <a:gd name="connsiteY12-26" fmla="*/ 882869 h 1418896"/>
                          <a:gd name="connsiteX13-27" fmla="*/ 1114096 w 3731172"/>
                          <a:gd name="connsiteY13-28" fmla="*/ 409903 h 1418896"/>
                          <a:gd name="connsiteX14-29" fmla="*/ 441434 w 3731172"/>
                          <a:gd name="connsiteY14-30" fmla="*/ 10510 h 1418896"/>
                          <a:gd name="connsiteX15-31" fmla="*/ 441434 w 3731172"/>
                          <a:gd name="connsiteY15-32" fmla="*/ 10510 h 1418896"/>
                          <a:gd name="connsiteX0-33" fmla="*/ 168165 w 3731172"/>
                          <a:gd name="connsiteY0-34" fmla="*/ 73572 h 1418896"/>
                          <a:gd name="connsiteX1-35" fmla="*/ 451945 w 3731172"/>
                          <a:gd name="connsiteY1-36" fmla="*/ 0 h 1418896"/>
                          <a:gd name="connsiteX2-37" fmla="*/ 1881352 w 3731172"/>
                          <a:gd name="connsiteY2-38" fmla="*/ 599089 h 1418896"/>
                          <a:gd name="connsiteX3-39" fmla="*/ 3363310 w 3731172"/>
                          <a:gd name="connsiteY3-40" fmla="*/ 0 h 1418896"/>
                          <a:gd name="connsiteX4-41" fmla="*/ 3584027 w 3731172"/>
                          <a:gd name="connsiteY4-42" fmla="*/ 73572 h 1418896"/>
                          <a:gd name="connsiteX5-43" fmla="*/ 2627586 w 3731172"/>
                          <a:gd name="connsiteY5-44" fmla="*/ 441434 h 1418896"/>
                          <a:gd name="connsiteX6-45" fmla="*/ 2596055 w 3731172"/>
                          <a:gd name="connsiteY6-46" fmla="*/ 914400 h 1418896"/>
                          <a:gd name="connsiteX7-47" fmla="*/ 3731172 w 3731172"/>
                          <a:gd name="connsiteY7-48" fmla="*/ 1345324 h 1418896"/>
                          <a:gd name="connsiteX8-49" fmla="*/ 3447393 w 3731172"/>
                          <a:gd name="connsiteY8-50" fmla="*/ 1408386 h 1418896"/>
                          <a:gd name="connsiteX9-51" fmla="*/ 1870841 w 3731172"/>
                          <a:gd name="connsiteY9-52" fmla="*/ 746234 h 1418896"/>
                          <a:gd name="connsiteX10-53" fmla="*/ 262758 w 3731172"/>
                          <a:gd name="connsiteY10-54" fmla="*/ 1418896 h 1418896"/>
                          <a:gd name="connsiteX11-55" fmla="*/ 0 w 3731172"/>
                          <a:gd name="connsiteY11-56" fmla="*/ 1324303 h 1418896"/>
                          <a:gd name="connsiteX12-57" fmla="*/ 1145627 w 3731172"/>
                          <a:gd name="connsiteY12-58" fmla="*/ 882869 h 1418896"/>
                          <a:gd name="connsiteX13-59" fmla="*/ 1114096 w 3731172"/>
                          <a:gd name="connsiteY13-60" fmla="*/ 409903 h 1418896"/>
                          <a:gd name="connsiteX14-61" fmla="*/ 441434 w 3731172"/>
                          <a:gd name="connsiteY14-62" fmla="*/ 10510 h 1418896"/>
                          <a:gd name="connsiteX0-63" fmla="*/ 168165 w 3731172"/>
                          <a:gd name="connsiteY0-64" fmla="*/ 73572 h 1418896"/>
                          <a:gd name="connsiteX1-65" fmla="*/ 451945 w 3731172"/>
                          <a:gd name="connsiteY1-66" fmla="*/ 0 h 1418896"/>
                          <a:gd name="connsiteX2-67" fmla="*/ 1881352 w 3731172"/>
                          <a:gd name="connsiteY2-68" fmla="*/ 599089 h 1418896"/>
                          <a:gd name="connsiteX3-69" fmla="*/ 3363310 w 3731172"/>
                          <a:gd name="connsiteY3-70" fmla="*/ 0 h 1418896"/>
                          <a:gd name="connsiteX4-71" fmla="*/ 3584027 w 3731172"/>
                          <a:gd name="connsiteY4-72" fmla="*/ 73572 h 1418896"/>
                          <a:gd name="connsiteX5-73" fmla="*/ 2627586 w 3731172"/>
                          <a:gd name="connsiteY5-74" fmla="*/ 441434 h 1418896"/>
                          <a:gd name="connsiteX6-75" fmla="*/ 2596055 w 3731172"/>
                          <a:gd name="connsiteY6-76" fmla="*/ 914400 h 1418896"/>
                          <a:gd name="connsiteX7-77" fmla="*/ 3731172 w 3731172"/>
                          <a:gd name="connsiteY7-78" fmla="*/ 1345324 h 1418896"/>
                          <a:gd name="connsiteX8-79" fmla="*/ 3447393 w 3731172"/>
                          <a:gd name="connsiteY8-80" fmla="*/ 1408386 h 1418896"/>
                          <a:gd name="connsiteX9-81" fmla="*/ 1870841 w 3731172"/>
                          <a:gd name="connsiteY9-82" fmla="*/ 746234 h 1418896"/>
                          <a:gd name="connsiteX10-83" fmla="*/ 262758 w 3731172"/>
                          <a:gd name="connsiteY10-84" fmla="*/ 1418896 h 1418896"/>
                          <a:gd name="connsiteX11-85" fmla="*/ 0 w 3731172"/>
                          <a:gd name="connsiteY11-86" fmla="*/ 1324303 h 1418896"/>
                          <a:gd name="connsiteX12-87" fmla="*/ 1145627 w 3731172"/>
                          <a:gd name="connsiteY12-88" fmla="*/ 882869 h 1418896"/>
                          <a:gd name="connsiteX13-89" fmla="*/ 1114096 w 3731172"/>
                          <a:gd name="connsiteY13-90" fmla="*/ 409903 h 1418896"/>
                          <a:gd name="connsiteX14-91" fmla="*/ 357351 w 3731172"/>
                          <a:gd name="connsiteY14-92" fmla="*/ 115613 h 1418896"/>
                          <a:gd name="connsiteX0-93" fmla="*/ 168165 w 3731172"/>
                          <a:gd name="connsiteY0-94" fmla="*/ 73572 h 1418896"/>
                          <a:gd name="connsiteX1-95" fmla="*/ 451945 w 3731172"/>
                          <a:gd name="connsiteY1-96" fmla="*/ 0 h 1418896"/>
                          <a:gd name="connsiteX2-97" fmla="*/ 1881352 w 3731172"/>
                          <a:gd name="connsiteY2-98" fmla="*/ 599089 h 1418896"/>
                          <a:gd name="connsiteX3-99" fmla="*/ 3363310 w 3731172"/>
                          <a:gd name="connsiteY3-100" fmla="*/ 0 h 1418896"/>
                          <a:gd name="connsiteX4-101" fmla="*/ 3584027 w 3731172"/>
                          <a:gd name="connsiteY4-102" fmla="*/ 73572 h 1418896"/>
                          <a:gd name="connsiteX5-103" fmla="*/ 2627586 w 3731172"/>
                          <a:gd name="connsiteY5-104" fmla="*/ 441434 h 1418896"/>
                          <a:gd name="connsiteX6-105" fmla="*/ 2596055 w 3731172"/>
                          <a:gd name="connsiteY6-106" fmla="*/ 914400 h 1418896"/>
                          <a:gd name="connsiteX7-107" fmla="*/ 3731172 w 3731172"/>
                          <a:gd name="connsiteY7-108" fmla="*/ 1345324 h 1418896"/>
                          <a:gd name="connsiteX8-109" fmla="*/ 3447393 w 3731172"/>
                          <a:gd name="connsiteY8-110" fmla="*/ 1408386 h 1418896"/>
                          <a:gd name="connsiteX9-111" fmla="*/ 1870841 w 3731172"/>
                          <a:gd name="connsiteY9-112" fmla="*/ 746234 h 1418896"/>
                          <a:gd name="connsiteX10-113" fmla="*/ 262758 w 3731172"/>
                          <a:gd name="connsiteY10-114" fmla="*/ 1418896 h 1418896"/>
                          <a:gd name="connsiteX11-115" fmla="*/ 0 w 3731172"/>
                          <a:gd name="connsiteY11-116" fmla="*/ 1324303 h 1418896"/>
                          <a:gd name="connsiteX12-117" fmla="*/ 1145627 w 3731172"/>
                          <a:gd name="connsiteY12-118" fmla="*/ 882869 h 1418896"/>
                          <a:gd name="connsiteX13-119" fmla="*/ 1114096 w 3731172"/>
                          <a:gd name="connsiteY13-120" fmla="*/ 409903 h 1418896"/>
                          <a:gd name="connsiteX14-121" fmla="*/ 147144 w 3731172"/>
                          <a:gd name="connsiteY14-122" fmla="*/ 63061 h 1418896"/>
                          <a:gd name="connsiteX0-123" fmla="*/ 168165 w 3731172"/>
                          <a:gd name="connsiteY0-124" fmla="*/ 73572 h 1418896"/>
                          <a:gd name="connsiteX1-125" fmla="*/ 451945 w 3731172"/>
                          <a:gd name="connsiteY1-126" fmla="*/ 0 h 1418896"/>
                          <a:gd name="connsiteX2-127" fmla="*/ 1881352 w 3731172"/>
                          <a:gd name="connsiteY2-128" fmla="*/ 599089 h 1418896"/>
                          <a:gd name="connsiteX3-129" fmla="*/ 3363310 w 3731172"/>
                          <a:gd name="connsiteY3-130" fmla="*/ 0 h 1418896"/>
                          <a:gd name="connsiteX4-131" fmla="*/ 3584027 w 3731172"/>
                          <a:gd name="connsiteY4-132" fmla="*/ 73572 h 1418896"/>
                          <a:gd name="connsiteX5-133" fmla="*/ 2627586 w 3731172"/>
                          <a:gd name="connsiteY5-134" fmla="*/ 441434 h 1418896"/>
                          <a:gd name="connsiteX6-135" fmla="*/ 2596055 w 3731172"/>
                          <a:gd name="connsiteY6-136" fmla="*/ 914400 h 1418896"/>
                          <a:gd name="connsiteX7-137" fmla="*/ 3731172 w 3731172"/>
                          <a:gd name="connsiteY7-138" fmla="*/ 1345324 h 1418896"/>
                          <a:gd name="connsiteX8-139" fmla="*/ 3447393 w 3731172"/>
                          <a:gd name="connsiteY8-140" fmla="*/ 1408386 h 1418896"/>
                          <a:gd name="connsiteX9-141" fmla="*/ 1870841 w 3731172"/>
                          <a:gd name="connsiteY9-142" fmla="*/ 746234 h 1418896"/>
                          <a:gd name="connsiteX10-143" fmla="*/ 262758 w 3731172"/>
                          <a:gd name="connsiteY10-144" fmla="*/ 1418896 h 1418896"/>
                          <a:gd name="connsiteX11-145" fmla="*/ 0 w 3731172"/>
                          <a:gd name="connsiteY11-146" fmla="*/ 1324303 h 1418896"/>
                          <a:gd name="connsiteX12-147" fmla="*/ 1145627 w 3731172"/>
                          <a:gd name="connsiteY12-148" fmla="*/ 882869 h 1418896"/>
                          <a:gd name="connsiteX13-149" fmla="*/ 1114096 w 3731172"/>
                          <a:gd name="connsiteY13-150" fmla="*/ 420413 h 1418896"/>
                          <a:gd name="connsiteX14-151" fmla="*/ 147144 w 3731172"/>
                          <a:gd name="connsiteY14-152" fmla="*/ 63061 h 1418896"/>
                          <a:gd name="connsiteX0-153" fmla="*/ 168165 w 3731172"/>
                          <a:gd name="connsiteY0-154" fmla="*/ 73572 h 1418896"/>
                          <a:gd name="connsiteX1-155" fmla="*/ 451945 w 3731172"/>
                          <a:gd name="connsiteY1-156" fmla="*/ 0 h 1418896"/>
                          <a:gd name="connsiteX2-157" fmla="*/ 1881352 w 3731172"/>
                          <a:gd name="connsiteY2-158" fmla="*/ 599089 h 1418896"/>
                          <a:gd name="connsiteX3-159" fmla="*/ 3363310 w 3731172"/>
                          <a:gd name="connsiteY3-160" fmla="*/ 0 h 1418896"/>
                          <a:gd name="connsiteX4-161" fmla="*/ 3584027 w 3731172"/>
                          <a:gd name="connsiteY4-162" fmla="*/ 73572 h 1418896"/>
                          <a:gd name="connsiteX5-163" fmla="*/ 2627586 w 3731172"/>
                          <a:gd name="connsiteY5-164" fmla="*/ 441434 h 1418896"/>
                          <a:gd name="connsiteX6-165" fmla="*/ 2596055 w 3731172"/>
                          <a:gd name="connsiteY6-166" fmla="*/ 914400 h 1418896"/>
                          <a:gd name="connsiteX7-167" fmla="*/ 3731172 w 3731172"/>
                          <a:gd name="connsiteY7-168" fmla="*/ 1345324 h 1418896"/>
                          <a:gd name="connsiteX8-169" fmla="*/ 3447393 w 3731172"/>
                          <a:gd name="connsiteY8-170" fmla="*/ 1408386 h 1418896"/>
                          <a:gd name="connsiteX9-171" fmla="*/ 1870841 w 3731172"/>
                          <a:gd name="connsiteY9-172" fmla="*/ 746234 h 1418896"/>
                          <a:gd name="connsiteX10-173" fmla="*/ 262758 w 3731172"/>
                          <a:gd name="connsiteY10-174" fmla="*/ 1418896 h 1418896"/>
                          <a:gd name="connsiteX11-175" fmla="*/ 0 w 3731172"/>
                          <a:gd name="connsiteY11-176" fmla="*/ 1324303 h 1418896"/>
                          <a:gd name="connsiteX12-177" fmla="*/ 1145627 w 3731172"/>
                          <a:gd name="connsiteY12-178" fmla="*/ 882869 h 1418896"/>
                          <a:gd name="connsiteX13-179" fmla="*/ 1114096 w 3731172"/>
                          <a:gd name="connsiteY13-180" fmla="*/ 420413 h 1418896"/>
                          <a:gd name="connsiteX14-181" fmla="*/ 189185 w 3731172"/>
                          <a:gd name="connsiteY14-182" fmla="*/ 84081 h 1418896"/>
                          <a:gd name="connsiteX0-183" fmla="*/ 168165 w 3731172"/>
                          <a:gd name="connsiteY0-184" fmla="*/ 73572 h 1418896"/>
                          <a:gd name="connsiteX1-185" fmla="*/ 451945 w 3731172"/>
                          <a:gd name="connsiteY1-186" fmla="*/ 0 h 1418896"/>
                          <a:gd name="connsiteX2-187" fmla="*/ 1881352 w 3731172"/>
                          <a:gd name="connsiteY2-188" fmla="*/ 599089 h 1418896"/>
                          <a:gd name="connsiteX3-189" fmla="*/ 3363310 w 3731172"/>
                          <a:gd name="connsiteY3-190" fmla="*/ 0 h 1418896"/>
                          <a:gd name="connsiteX4-191" fmla="*/ 3584027 w 3731172"/>
                          <a:gd name="connsiteY4-192" fmla="*/ 73572 h 1418896"/>
                          <a:gd name="connsiteX5-193" fmla="*/ 2627586 w 3731172"/>
                          <a:gd name="connsiteY5-194" fmla="*/ 441434 h 1418896"/>
                          <a:gd name="connsiteX6-195" fmla="*/ 2596055 w 3731172"/>
                          <a:gd name="connsiteY6-196" fmla="*/ 914400 h 1418896"/>
                          <a:gd name="connsiteX7-197" fmla="*/ 3731172 w 3731172"/>
                          <a:gd name="connsiteY7-198" fmla="*/ 1345324 h 1418896"/>
                          <a:gd name="connsiteX8-199" fmla="*/ 3447393 w 3731172"/>
                          <a:gd name="connsiteY8-200" fmla="*/ 1408386 h 1418896"/>
                          <a:gd name="connsiteX9-201" fmla="*/ 1870841 w 3731172"/>
                          <a:gd name="connsiteY9-202" fmla="*/ 746234 h 1418896"/>
                          <a:gd name="connsiteX10-203" fmla="*/ 262758 w 3731172"/>
                          <a:gd name="connsiteY10-204" fmla="*/ 1418896 h 1418896"/>
                          <a:gd name="connsiteX11-205" fmla="*/ 0 w 3731172"/>
                          <a:gd name="connsiteY11-206" fmla="*/ 1324303 h 1418896"/>
                          <a:gd name="connsiteX12-207" fmla="*/ 1145627 w 3731172"/>
                          <a:gd name="connsiteY12-208" fmla="*/ 882869 h 1418896"/>
                          <a:gd name="connsiteX13-209" fmla="*/ 1114096 w 3731172"/>
                          <a:gd name="connsiteY13-210" fmla="*/ 420413 h 1418896"/>
                          <a:gd name="connsiteX14-211" fmla="*/ 189185 w 3731172"/>
                          <a:gd name="connsiteY14-212" fmla="*/ 84081 h 1418896"/>
                          <a:gd name="connsiteX15-213" fmla="*/ 168165 w 3731172"/>
                          <a:gd name="connsiteY15-214" fmla="*/ 73572 h 1418896"/>
                          <a:gd name="connsiteX0-215" fmla="*/ 168165 w 3731172"/>
                          <a:gd name="connsiteY0-216" fmla="*/ 73572 h 1418896"/>
                          <a:gd name="connsiteX1-217" fmla="*/ 451945 w 3731172"/>
                          <a:gd name="connsiteY1-218" fmla="*/ 0 h 1418896"/>
                          <a:gd name="connsiteX2-219" fmla="*/ 1881352 w 3731172"/>
                          <a:gd name="connsiteY2-220" fmla="*/ 599089 h 1418896"/>
                          <a:gd name="connsiteX3-221" fmla="*/ 3363310 w 3731172"/>
                          <a:gd name="connsiteY3-222" fmla="*/ 0 h 1418896"/>
                          <a:gd name="connsiteX4-223" fmla="*/ 3584027 w 3731172"/>
                          <a:gd name="connsiteY4-224" fmla="*/ 73572 h 1418896"/>
                          <a:gd name="connsiteX5-225" fmla="*/ 2627586 w 3731172"/>
                          <a:gd name="connsiteY5-226" fmla="*/ 441434 h 1418896"/>
                          <a:gd name="connsiteX6-227" fmla="*/ 2596055 w 3731172"/>
                          <a:gd name="connsiteY6-228" fmla="*/ 914400 h 1418896"/>
                          <a:gd name="connsiteX7-229" fmla="*/ 3731172 w 3731172"/>
                          <a:gd name="connsiteY7-230" fmla="*/ 1345324 h 1418896"/>
                          <a:gd name="connsiteX8-231" fmla="*/ 3447393 w 3731172"/>
                          <a:gd name="connsiteY8-232" fmla="*/ 1408386 h 1418896"/>
                          <a:gd name="connsiteX9-233" fmla="*/ 1870841 w 3731172"/>
                          <a:gd name="connsiteY9-234" fmla="*/ 746234 h 1418896"/>
                          <a:gd name="connsiteX10-235" fmla="*/ 262758 w 3731172"/>
                          <a:gd name="connsiteY10-236" fmla="*/ 1418896 h 1418896"/>
                          <a:gd name="connsiteX11-237" fmla="*/ 0 w 3731172"/>
                          <a:gd name="connsiteY11-238" fmla="*/ 1324303 h 1418896"/>
                          <a:gd name="connsiteX12-239" fmla="*/ 1145627 w 3731172"/>
                          <a:gd name="connsiteY12-240" fmla="*/ 882869 h 1418896"/>
                          <a:gd name="connsiteX13-241" fmla="*/ 1156137 w 3731172"/>
                          <a:gd name="connsiteY13-242" fmla="*/ 441434 h 1418896"/>
                          <a:gd name="connsiteX14-243" fmla="*/ 189185 w 3731172"/>
                          <a:gd name="connsiteY14-244" fmla="*/ 84081 h 1418896"/>
                          <a:gd name="connsiteX15-245" fmla="*/ 168165 w 3731172"/>
                          <a:gd name="connsiteY15-246" fmla="*/ 73572 h 1418896"/>
                          <a:gd name="connsiteX0-247" fmla="*/ 168165 w 3731172"/>
                          <a:gd name="connsiteY0-248" fmla="*/ 73572 h 1418896"/>
                          <a:gd name="connsiteX1-249" fmla="*/ 451945 w 3731172"/>
                          <a:gd name="connsiteY1-250" fmla="*/ 0 h 1418896"/>
                          <a:gd name="connsiteX2-251" fmla="*/ 1881352 w 3731172"/>
                          <a:gd name="connsiteY2-252" fmla="*/ 599089 h 1418896"/>
                          <a:gd name="connsiteX3-253" fmla="*/ 3363310 w 3731172"/>
                          <a:gd name="connsiteY3-254" fmla="*/ 0 h 1418896"/>
                          <a:gd name="connsiteX4-255" fmla="*/ 3584027 w 3731172"/>
                          <a:gd name="connsiteY4-256" fmla="*/ 73572 h 1418896"/>
                          <a:gd name="connsiteX5-257" fmla="*/ 2627586 w 3731172"/>
                          <a:gd name="connsiteY5-258" fmla="*/ 441434 h 1418896"/>
                          <a:gd name="connsiteX6-259" fmla="*/ 2596055 w 3731172"/>
                          <a:gd name="connsiteY6-260" fmla="*/ 914400 h 1418896"/>
                          <a:gd name="connsiteX7-261" fmla="*/ 3731172 w 3731172"/>
                          <a:gd name="connsiteY7-262" fmla="*/ 1345324 h 1418896"/>
                          <a:gd name="connsiteX8-263" fmla="*/ 3447393 w 3731172"/>
                          <a:gd name="connsiteY8-264" fmla="*/ 1408386 h 1418896"/>
                          <a:gd name="connsiteX9-265" fmla="*/ 1870841 w 3731172"/>
                          <a:gd name="connsiteY9-266" fmla="*/ 746234 h 1418896"/>
                          <a:gd name="connsiteX10-267" fmla="*/ 262758 w 3731172"/>
                          <a:gd name="connsiteY10-268" fmla="*/ 1418896 h 1418896"/>
                          <a:gd name="connsiteX11-269" fmla="*/ 0 w 3731172"/>
                          <a:gd name="connsiteY11-270" fmla="*/ 1324303 h 1418896"/>
                          <a:gd name="connsiteX12-271" fmla="*/ 1145627 w 3731172"/>
                          <a:gd name="connsiteY12-272" fmla="*/ 882869 h 1418896"/>
                          <a:gd name="connsiteX13-273" fmla="*/ 1145626 w 3731172"/>
                          <a:gd name="connsiteY13-274" fmla="*/ 451945 h 1418896"/>
                          <a:gd name="connsiteX14-275" fmla="*/ 189185 w 3731172"/>
                          <a:gd name="connsiteY14-276" fmla="*/ 84081 h 1418896"/>
                          <a:gd name="connsiteX15-277" fmla="*/ 168165 w 3731172"/>
                          <a:gd name="connsiteY15-278" fmla="*/ 73572 h 1418896"/>
                          <a:gd name="connsiteX0-279" fmla="*/ 168165 w 3731172"/>
                          <a:gd name="connsiteY0-280" fmla="*/ 73572 h 1418896"/>
                          <a:gd name="connsiteX1-281" fmla="*/ 451945 w 3731172"/>
                          <a:gd name="connsiteY1-282" fmla="*/ 0 h 1418896"/>
                          <a:gd name="connsiteX2-283" fmla="*/ 1881352 w 3731172"/>
                          <a:gd name="connsiteY2-284" fmla="*/ 599089 h 1418896"/>
                          <a:gd name="connsiteX3-285" fmla="*/ 3363310 w 3731172"/>
                          <a:gd name="connsiteY3-286" fmla="*/ 0 h 1418896"/>
                          <a:gd name="connsiteX4-287" fmla="*/ 3584027 w 3731172"/>
                          <a:gd name="connsiteY4-288" fmla="*/ 73572 h 1418896"/>
                          <a:gd name="connsiteX5-289" fmla="*/ 2627586 w 3731172"/>
                          <a:gd name="connsiteY5-290" fmla="*/ 441434 h 1418896"/>
                          <a:gd name="connsiteX6-291" fmla="*/ 2596055 w 3731172"/>
                          <a:gd name="connsiteY6-292" fmla="*/ 914400 h 1418896"/>
                          <a:gd name="connsiteX7-293" fmla="*/ 3731172 w 3731172"/>
                          <a:gd name="connsiteY7-294" fmla="*/ 1345324 h 1418896"/>
                          <a:gd name="connsiteX8-295" fmla="*/ 3447393 w 3731172"/>
                          <a:gd name="connsiteY8-296" fmla="*/ 1408386 h 1418896"/>
                          <a:gd name="connsiteX9-297" fmla="*/ 1870841 w 3731172"/>
                          <a:gd name="connsiteY9-298" fmla="*/ 746234 h 1418896"/>
                          <a:gd name="connsiteX10-299" fmla="*/ 262758 w 3731172"/>
                          <a:gd name="connsiteY10-300" fmla="*/ 1418896 h 1418896"/>
                          <a:gd name="connsiteX11-301" fmla="*/ 0 w 3731172"/>
                          <a:gd name="connsiteY11-302" fmla="*/ 1324303 h 1418896"/>
                          <a:gd name="connsiteX12-303" fmla="*/ 1145627 w 3731172"/>
                          <a:gd name="connsiteY12-304" fmla="*/ 903890 h 1418896"/>
                          <a:gd name="connsiteX13-305" fmla="*/ 1145626 w 3731172"/>
                          <a:gd name="connsiteY13-306" fmla="*/ 451945 h 1418896"/>
                          <a:gd name="connsiteX14-307" fmla="*/ 189185 w 3731172"/>
                          <a:gd name="connsiteY14-308" fmla="*/ 84081 h 1418896"/>
                          <a:gd name="connsiteX15-309" fmla="*/ 168165 w 3731172"/>
                          <a:gd name="connsiteY15-310" fmla="*/ 73572 h 1418896"/>
                          <a:gd name="connsiteX0-311" fmla="*/ 147144 w 3710151"/>
                          <a:gd name="connsiteY0-312" fmla="*/ 73572 h 1418896"/>
                          <a:gd name="connsiteX1-313" fmla="*/ 430924 w 3710151"/>
                          <a:gd name="connsiteY1-314" fmla="*/ 0 h 1418896"/>
                          <a:gd name="connsiteX2-315" fmla="*/ 1860331 w 3710151"/>
                          <a:gd name="connsiteY2-316" fmla="*/ 599089 h 1418896"/>
                          <a:gd name="connsiteX3-317" fmla="*/ 3342289 w 3710151"/>
                          <a:gd name="connsiteY3-318" fmla="*/ 0 h 1418896"/>
                          <a:gd name="connsiteX4-319" fmla="*/ 3563006 w 3710151"/>
                          <a:gd name="connsiteY4-320" fmla="*/ 73572 h 1418896"/>
                          <a:gd name="connsiteX5-321" fmla="*/ 2606565 w 3710151"/>
                          <a:gd name="connsiteY5-322" fmla="*/ 441434 h 1418896"/>
                          <a:gd name="connsiteX6-323" fmla="*/ 2575034 w 3710151"/>
                          <a:gd name="connsiteY6-324" fmla="*/ 914400 h 1418896"/>
                          <a:gd name="connsiteX7-325" fmla="*/ 3710151 w 3710151"/>
                          <a:gd name="connsiteY7-326" fmla="*/ 1345324 h 1418896"/>
                          <a:gd name="connsiteX8-327" fmla="*/ 3426372 w 3710151"/>
                          <a:gd name="connsiteY8-328" fmla="*/ 1408386 h 1418896"/>
                          <a:gd name="connsiteX9-329" fmla="*/ 1849820 w 3710151"/>
                          <a:gd name="connsiteY9-330" fmla="*/ 746234 h 1418896"/>
                          <a:gd name="connsiteX10-331" fmla="*/ 241737 w 3710151"/>
                          <a:gd name="connsiteY10-332" fmla="*/ 1418896 h 1418896"/>
                          <a:gd name="connsiteX11-333" fmla="*/ 0 w 3710151"/>
                          <a:gd name="connsiteY11-334" fmla="*/ 1334814 h 1418896"/>
                          <a:gd name="connsiteX12-335" fmla="*/ 1124606 w 3710151"/>
                          <a:gd name="connsiteY12-336" fmla="*/ 903890 h 1418896"/>
                          <a:gd name="connsiteX13-337" fmla="*/ 1124605 w 3710151"/>
                          <a:gd name="connsiteY13-338" fmla="*/ 451945 h 1418896"/>
                          <a:gd name="connsiteX14-339" fmla="*/ 168164 w 3710151"/>
                          <a:gd name="connsiteY14-340" fmla="*/ 84081 h 1418896"/>
                          <a:gd name="connsiteX15-341" fmla="*/ 147144 w 3710151"/>
                          <a:gd name="connsiteY15-342" fmla="*/ 73572 h 1418896"/>
                          <a:gd name="connsiteX0-343" fmla="*/ 147144 w 3710151"/>
                          <a:gd name="connsiteY0-344" fmla="*/ 73572 h 1418896"/>
                          <a:gd name="connsiteX1-345" fmla="*/ 430924 w 3710151"/>
                          <a:gd name="connsiteY1-346" fmla="*/ 0 h 1418896"/>
                          <a:gd name="connsiteX2-347" fmla="*/ 1860331 w 3710151"/>
                          <a:gd name="connsiteY2-348" fmla="*/ 599089 h 1418896"/>
                          <a:gd name="connsiteX3-349" fmla="*/ 3342289 w 3710151"/>
                          <a:gd name="connsiteY3-350" fmla="*/ 0 h 1418896"/>
                          <a:gd name="connsiteX4-351" fmla="*/ 3563006 w 3710151"/>
                          <a:gd name="connsiteY4-352" fmla="*/ 73572 h 1418896"/>
                          <a:gd name="connsiteX5-353" fmla="*/ 2606565 w 3710151"/>
                          <a:gd name="connsiteY5-354" fmla="*/ 441434 h 1418896"/>
                          <a:gd name="connsiteX6-355" fmla="*/ 2606565 w 3710151"/>
                          <a:gd name="connsiteY6-356" fmla="*/ 924910 h 1418896"/>
                          <a:gd name="connsiteX7-357" fmla="*/ 3710151 w 3710151"/>
                          <a:gd name="connsiteY7-358" fmla="*/ 1345324 h 1418896"/>
                          <a:gd name="connsiteX8-359" fmla="*/ 3426372 w 3710151"/>
                          <a:gd name="connsiteY8-360" fmla="*/ 1408386 h 1418896"/>
                          <a:gd name="connsiteX9-361" fmla="*/ 1849820 w 3710151"/>
                          <a:gd name="connsiteY9-362" fmla="*/ 746234 h 1418896"/>
                          <a:gd name="connsiteX10-363" fmla="*/ 241737 w 3710151"/>
                          <a:gd name="connsiteY10-364" fmla="*/ 1418896 h 1418896"/>
                          <a:gd name="connsiteX11-365" fmla="*/ 0 w 3710151"/>
                          <a:gd name="connsiteY11-366" fmla="*/ 1334814 h 1418896"/>
                          <a:gd name="connsiteX12-367" fmla="*/ 1124606 w 3710151"/>
                          <a:gd name="connsiteY12-368" fmla="*/ 903890 h 1418896"/>
                          <a:gd name="connsiteX13-369" fmla="*/ 1124605 w 3710151"/>
                          <a:gd name="connsiteY13-370" fmla="*/ 451945 h 1418896"/>
                          <a:gd name="connsiteX14-371" fmla="*/ 168164 w 3710151"/>
                          <a:gd name="connsiteY14-372" fmla="*/ 84081 h 1418896"/>
                          <a:gd name="connsiteX15-373" fmla="*/ 147144 w 3710151"/>
                          <a:gd name="connsiteY15-374" fmla="*/ 73572 h 1418896"/>
                          <a:gd name="connsiteX0-375" fmla="*/ 147144 w 3710151"/>
                          <a:gd name="connsiteY0-376" fmla="*/ 73572 h 1418896"/>
                          <a:gd name="connsiteX1-377" fmla="*/ 430924 w 3710151"/>
                          <a:gd name="connsiteY1-378" fmla="*/ 0 h 1418896"/>
                          <a:gd name="connsiteX2-379" fmla="*/ 1860331 w 3710151"/>
                          <a:gd name="connsiteY2-380" fmla="*/ 599089 h 1418896"/>
                          <a:gd name="connsiteX3-381" fmla="*/ 3342289 w 3710151"/>
                          <a:gd name="connsiteY3-382" fmla="*/ 0 h 1418896"/>
                          <a:gd name="connsiteX4-383" fmla="*/ 3563006 w 3710151"/>
                          <a:gd name="connsiteY4-384" fmla="*/ 73572 h 1418896"/>
                          <a:gd name="connsiteX5-385" fmla="*/ 2606565 w 3710151"/>
                          <a:gd name="connsiteY5-386" fmla="*/ 441434 h 1418896"/>
                          <a:gd name="connsiteX6-387" fmla="*/ 2610282 w 3710151"/>
                          <a:gd name="connsiteY6-388" fmla="*/ 902607 h 1418896"/>
                          <a:gd name="connsiteX7-389" fmla="*/ 3710151 w 3710151"/>
                          <a:gd name="connsiteY7-390" fmla="*/ 1345324 h 1418896"/>
                          <a:gd name="connsiteX8-391" fmla="*/ 3426372 w 3710151"/>
                          <a:gd name="connsiteY8-392" fmla="*/ 1408386 h 1418896"/>
                          <a:gd name="connsiteX9-393" fmla="*/ 1849820 w 3710151"/>
                          <a:gd name="connsiteY9-394" fmla="*/ 746234 h 1418896"/>
                          <a:gd name="connsiteX10-395" fmla="*/ 241737 w 3710151"/>
                          <a:gd name="connsiteY10-396" fmla="*/ 1418896 h 1418896"/>
                          <a:gd name="connsiteX11-397" fmla="*/ 0 w 3710151"/>
                          <a:gd name="connsiteY11-398" fmla="*/ 1334814 h 1418896"/>
                          <a:gd name="connsiteX12-399" fmla="*/ 1124606 w 3710151"/>
                          <a:gd name="connsiteY12-400" fmla="*/ 903890 h 1418896"/>
                          <a:gd name="connsiteX13-401" fmla="*/ 1124605 w 3710151"/>
                          <a:gd name="connsiteY13-402" fmla="*/ 451945 h 1418896"/>
                          <a:gd name="connsiteX14-403" fmla="*/ 168164 w 3710151"/>
                          <a:gd name="connsiteY14-404" fmla="*/ 84081 h 1418896"/>
                          <a:gd name="connsiteX15-405" fmla="*/ 147144 w 3710151"/>
                          <a:gd name="connsiteY15-406" fmla="*/ 73572 h 1418896"/>
                          <a:gd name="connsiteX0-407" fmla="*/ 147144 w 3710151"/>
                          <a:gd name="connsiteY0-408" fmla="*/ 73572 h 1418896"/>
                          <a:gd name="connsiteX1-409" fmla="*/ 430924 w 3710151"/>
                          <a:gd name="connsiteY1-410" fmla="*/ 0 h 1418896"/>
                          <a:gd name="connsiteX2-411" fmla="*/ 1860331 w 3710151"/>
                          <a:gd name="connsiteY2-412" fmla="*/ 599089 h 1418896"/>
                          <a:gd name="connsiteX3-413" fmla="*/ 3342289 w 3710151"/>
                          <a:gd name="connsiteY3-414" fmla="*/ 0 h 1418896"/>
                          <a:gd name="connsiteX4-415" fmla="*/ 3563006 w 3710151"/>
                          <a:gd name="connsiteY4-416" fmla="*/ 73572 h 1418896"/>
                          <a:gd name="connsiteX5-417" fmla="*/ 2617717 w 3710151"/>
                          <a:gd name="connsiteY5-418" fmla="*/ 445151 h 1418896"/>
                          <a:gd name="connsiteX6-419" fmla="*/ 2610282 w 3710151"/>
                          <a:gd name="connsiteY6-420" fmla="*/ 902607 h 1418896"/>
                          <a:gd name="connsiteX7-421" fmla="*/ 3710151 w 3710151"/>
                          <a:gd name="connsiteY7-422" fmla="*/ 1345324 h 1418896"/>
                          <a:gd name="connsiteX8-423" fmla="*/ 3426372 w 3710151"/>
                          <a:gd name="connsiteY8-424" fmla="*/ 1408386 h 1418896"/>
                          <a:gd name="connsiteX9-425" fmla="*/ 1849820 w 3710151"/>
                          <a:gd name="connsiteY9-426" fmla="*/ 746234 h 1418896"/>
                          <a:gd name="connsiteX10-427" fmla="*/ 241737 w 3710151"/>
                          <a:gd name="connsiteY10-428" fmla="*/ 1418896 h 1418896"/>
                          <a:gd name="connsiteX11-429" fmla="*/ 0 w 3710151"/>
                          <a:gd name="connsiteY11-430" fmla="*/ 1334814 h 1418896"/>
                          <a:gd name="connsiteX12-431" fmla="*/ 1124606 w 3710151"/>
                          <a:gd name="connsiteY12-432" fmla="*/ 903890 h 1418896"/>
                          <a:gd name="connsiteX13-433" fmla="*/ 1124605 w 3710151"/>
                          <a:gd name="connsiteY13-434" fmla="*/ 451945 h 1418896"/>
                          <a:gd name="connsiteX14-435" fmla="*/ 168164 w 3710151"/>
                          <a:gd name="connsiteY14-436" fmla="*/ 84081 h 1418896"/>
                          <a:gd name="connsiteX15-437" fmla="*/ 147144 w 3710151"/>
                          <a:gd name="connsiteY15-438" fmla="*/ 73572 h 1418896"/>
                          <a:gd name="connsiteX0-439" fmla="*/ 147144 w 3710151"/>
                          <a:gd name="connsiteY0-440" fmla="*/ 73572 h 1418896"/>
                          <a:gd name="connsiteX1-441" fmla="*/ 430924 w 3710151"/>
                          <a:gd name="connsiteY1-442" fmla="*/ 0 h 1418896"/>
                          <a:gd name="connsiteX2-443" fmla="*/ 1860331 w 3710151"/>
                          <a:gd name="connsiteY2-444" fmla="*/ 599089 h 1418896"/>
                          <a:gd name="connsiteX3-445" fmla="*/ 3342289 w 3710151"/>
                          <a:gd name="connsiteY3-446" fmla="*/ 0 h 1418896"/>
                          <a:gd name="connsiteX4-447" fmla="*/ 3563006 w 3710151"/>
                          <a:gd name="connsiteY4-448" fmla="*/ 73572 h 1418896"/>
                          <a:gd name="connsiteX5-449" fmla="*/ 2617717 w 3710151"/>
                          <a:gd name="connsiteY5-450" fmla="*/ 448868 h 1418896"/>
                          <a:gd name="connsiteX6-451" fmla="*/ 2610282 w 3710151"/>
                          <a:gd name="connsiteY6-452" fmla="*/ 902607 h 1418896"/>
                          <a:gd name="connsiteX7-453" fmla="*/ 3710151 w 3710151"/>
                          <a:gd name="connsiteY7-454" fmla="*/ 1345324 h 1418896"/>
                          <a:gd name="connsiteX8-455" fmla="*/ 3426372 w 3710151"/>
                          <a:gd name="connsiteY8-456" fmla="*/ 1408386 h 1418896"/>
                          <a:gd name="connsiteX9-457" fmla="*/ 1849820 w 3710151"/>
                          <a:gd name="connsiteY9-458" fmla="*/ 746234 h 1418896"/>
                          <a:gd name="connsiteX10-459" fmla="*/ 241737 w 3710151"/>
                          <a:gd name="connsiteY10-460" fmla="*/ 1418896 h 1418896"/>
                          <a:gd name="connsiteX11-461" fmla="*/ 0 w 3710151"/>
                          <a:gd name="connsiteY11-462" fmla="*/ 1334814 h 1418896"/>
                          <a:gd name="connsiteX12-463" fmla="*/ 1124606 w 3710151"/>
                          <a:gd name="connsiteY12-464" fmla="*/ 903890 h 1418896"/>
                          <a:gd name="connsiteX13-465" fmla="*/ 1124605 w 3710151"/>
                          <a:gd name="connsiteY13-466" fmla="*/ 451945 h 1418896"/>
                          <a:gd name="connsiteX14-467" fmla="*/ 168164 w 3710151"/>
                          <a:gd name="connsiteY14-468" fmla="*/ 84081 h 1418896"/>
                          <a:gd name="connsiteX15-469" fmla="*/ 147144 w 3710151"/>
                          <a:gd name="connsiteY15-470" fmla="*/ 73572 h 1418896"/>
                          <a:gd name="connsiteX0-471" fmla="*/ 147144 w 3710151"/>
                          <a:gd name="connsiteY0-472" fmla="*/ 73572 h 1418896"/>
                          <a:gd name="connsiteX1-473" fmla="*/ 430924 w 3710151"/>
                          <a:gd name="connsiteY1-474" fmla="*/ 0 h 1418896"/>
                          <a:gd name="connsiteX2-475" fmla="*/ 1838028 w 3710151"/>
                          <a:gd name="connsiteY2-476" fmla="*/ 591655 h 1418896"/>
                          <a:gd name="connsiteX3-477" fmla="*/ 3342289 w 3710151"/>
                          <a:gd name="connsiteY3-478" fmla="*/ 0 h 1418896"/>
                          <a:gd name="connsiteX4-479" fmla="*/ 3563006 w 3710151"/>
                          <a:gd name="connsiteY4-480" fmla="*/ 73572 h 1418896"/>
                          <a:gd name="connsiteX5-481" fmla="*/ 2617717 w 3710151"/>
                          <a:gd name="connsiteY5-482" fmla="*/ 448868 h 1418896"/>
                          <a:gd name="connsiteX6-483" fmla="*/ 2610282 w 3710151"/>
                          <a:gd name="connsiteY6-484" fmla="*/ 902607 h 1418896"/>
                          <a:gd name="connsiteX7-485" fmla="*/ 3710151 w 3710151"/>
                          <a:gd name="connsiteY7-486" fmla="*/ 1345324 h 1418896"/>
                          <a:gd name="connsiteX8-487" fmla="*/ 3426372 w 3710151"/>
                          <a:gd name="connsiteY8-488" fmla="*/ 1408386 h 1418896"/>
                          <a:gd name="connsiteX9-489" fmla="*/ 1849820 w 3710151"/>
                          <a:gd name="connsiteY9-490" fmla="*/ 746234 h 1418896"/>
                          <a:gd name="connsiteX10-491" fmla="*/ 241737 w 3710151"/>
                          <a:gd name="connsiteY10-492" fmla="*/ 1418896 h 1418896"/>
                          <a:gd name="connsiteX11-493" fmla="*/ 0 w 3710151"/>
                          <a:gd name="connsiteY11-494" fmla="*/ 1334814 h 1418896"/>
                          <a:gd name="connsiteX12-495" fmla="*/ 1124606 w 3710151"/>
                          <a:gd name="connsiteY12-496" fmla="*/ 903890 h 1418896"/>
                          <a:gd name="connsiteX13-497" fmla="*/ 1124605 w 3710151"/>
                          <a:gd name="connsiteY13-498" fmla="*/ 451945 h 1418896"/>
                          <a:gd name="connsiteX14-499" fmla="*/ 168164 w 3710151"/>
                          <a:gd name="connsiteY14-500" fmla="*/ 84081 h 1418896"/>
                          <a:gd name="connsiteX15-501" fmla="*/ 147144 w 3710151"/>
                          <a:gd name="connsiteY15-502" fmla="*/ 73572 h 1418896"/>
                          <a:gd name="connsiteX0-503" fmla="*/ 147144 w 3710151"/>
                          <a:gd name="connsiteY0-504" fmla="*/ 73572 h 1418896"/>
                          <a:gd name="connsiteX1-505" fmla="*/ 430924 w 3710151"/>
                          <a:gd name="connsiteY1-506" fmla="*/ 0 h 1418896"/>
                          <a:gd name="connsiteX2-507" fmla="*/ 1838028 w 3710151"/>
                          <a:gd name="connsiteY2-508" fmla="*/ 591655 h 1418896"/>
                          <a:gd name="connsiteX3-509" fmla="*/ 3342289 w 3710151"/>
                          <a:gd name="connsiteY3-510" fmla="*/ 0 h 1418896"/>
                          <a:gd name="connsiteX4-511" fmla="*/ 3563006 w 3710151"/>
                          <a:gd name="connsiteY4-512" fmla="*/ 73572 h 1418896"/>
                          <a:gd name="connsiteX5-513" fmla="*/ 2617717 w 3710151"/>
                          <a:gd name="connsiteY5-514" fmla="*/ 448868 h 1418896"/>
                          <a:gd name="connsiteX6-515" fmla="*/ 2610282 w 3710151"/>
                          <a:gd name="connsiteY6-516" fmla="*/ 902607 h 1418896"/>
                          <a:gd name="connsiteX7-517" fmla="*/ 3710151 w 3710151"/>
                          <a:gd name="connsiteY7-518" fmla="*/ 1345324 h 1418896"/>
                          <a:gd name="connsiteX8-519" fmla="*/ 3426372 w 3710151"/>
                          <a:gd name="connsiteY8-520" fmla="*/ 1408386 h 1418896"/>
                          <a:gd name="connsiteX9-521" fmla="*/ 1849820 w 3710151"/>
                          <a:gd name="connsiteY9-522" fmla="*/ 746234 h 1418896"/>
                          <a:gd name="connsiteX10-523" fmla="*/ 241737 w 3710151"/>
                          <a:gd name="connsiteY10-524" fmla="*/ 1418896 h 1418896"/>
                          <a:gd name="connsiteX11-525" fmla="*/ 0 w 3710151"/>
                          <a:gd name="connsiteY11-526" fmla="*/ 1334814 h 1418896"/>
                          <a:gd name="connsiteX12-527" fmla="*/ 1124606 w 3710151"/>
                          <a:gd name="connsiteY12-528" fmla="*/ 903890 h 1418896"/>
                          <a:gd name="connsiteX13-529" fmla="*/ 1087434 w 3710151"/>
                          <a:gd name="connsiteY13-530" fmla="*/ 451945 h 1418896"/>
                          <a:gd name="connsiteX14-531" fmla="*/ 168164 w 3710151"/>
                          <a:gd name="connsiteY14-532" fmla="*/ 84081 h 1418896"/>
                          <a:gd name="connsiteX15-533" fmla="*/ 147144 w 3710151"/>
                          <a:gd name="connsiteY15-534" fmla="*/ 73572 h 1418896"/>
                          <a:gd name="connsiteX0-535" fmla="*/ 147144 w 3710151"/>
                          <a:gd name="connsiteY0-536" fmla="*/ 73572 h 1418896"/>
                          <a:gd name="connsiteX1-537" fmla="*/ 430924 w 3710151"/>
                          <a:gd name="connsiteY1-538" fmla="*/ 0 h 1418896"/>
                          <a:gd name="connsiteX2-539" fmla="*/ 1838028 w 3710151"/>
                          <a:gd name="connsiteY2-540" fmla="*/ 591655 h 1418896"/>
                          <a:gd name="connsiteX3-541" fmla="*/ 3342289 w 3710151"/>
                          <a:gd name="connsiteY3-542" fmla="*/ 0 h 1418896"/>
                          <a:gd name="connsiteX4-543" fmla="*/ 3563006 w 3710151"/>
                          <a:gd name="connsiteY4-544" fmla="*/ 73572 h 1418896"/>
                          <a:gd name="connsiteX5-545" fmla="*/ 2617717 w 3710151"/>
                          <a:gd name="connsiteY5-546" fmla="*/ 448868 h 1418896"/>
                          <a:gd name="connsiteX6-547" fmla="*/ 2610282 w 3710151"/>
                          <a:gd name="connsiteY6-548" fmla="*/ 902607 h 1418896"/>
                          <a:gd name="connsiteX7-549" fmla="*/ 3710151 w 3710151"/>
                          <a:gd name="connsiteY7-550" fmla="*/ 1345324 h 1418896"/>
                          <a:gd name="connsiteX8-551" fmla="*/ 3426372 w 3710151"/>
                          <a:gd name="connsiteY8-552" fmla="*/ 1408386 h 1418896"/>
                          <a:gd name="connsiteX9-553" fmla="*/ 1849820 w 3710151"/>
                          <a:gd name="connsiteY9-554" fmla="*/ 746234 h 1418896"/>
                          <a:gd name="connsiteX10-555" fmla="*/ 241737 w 3710151"/>
                          <a:gd name="connsiteY10-556" fmla="*/ 1418896 h 1418896"/>
                          <a:gd name="connsiteX11-557" fmla="*/ 0 w 3710151"/>
                          <a:gd name="connsiteY11-558" fmla="*/ 1334814 h 1418896"/>
                          <a:gd name="connsiteX12-559" fmla="*/ 1098586 w 3710151"/>
                          <a:gd name="connsiteY12-560" fmla="*/ 903890 h 1418896"/>
                          <a:gd name="connsiteX13-561" fmla="*/ 1087434 w 3710151"/>
                          <a:gd name="connsiteY13-562" fmla="*/ 451945 h 1418896"/>
                          <a:gd name="connsiteX14-563" fmla="*/ 168164 w 3710151"/>
                          <a:gd name="connsiteY14-564" fmla="*/ 84081 h 1418896"/>
                          <a:gd name="connsiteX15-565" fmla="*/ 147144 w 3710151"/>
                          <a:gd name="connsiteY15-566" fmla="*/ 73572 h 1418896"/>
                          <a:gd name="connsiteX0-567" fmla="*/ 162012 w 3725019"/>
                          <a:gd name="connsiteY0-568" fmla="*/ 73572 h 1418896"/>
                          <a:gd name="connsiteX1-569" fmla="*/ 445792 w 3725019"/>
                          <a:gd name="connsiteY1-570" fmla="*/ 0 h 1418896"/>
                          <a:gd name="connsiteX2-571" fmla="*/ 1852896 w 3725019"/>
                          <a:gd name="connsiteY2-572" fmla="*/ 591655 h 1418896"/>
                          <a:gd name="connsiteX3-573" fmla="*/ 3357157 w 3725019"/>
                          <a:gd name="connsiteY3-574" fmla="*/ 0 h 1418896"/>
                          <a:gd name="connsiteX4-575" fmla="*/ 3577874 w 3725019"/>
                          <a:gd name="connsiteY4-576" fmla="*/ 73572 h 1418896"/>
                          <a:gd name="connsiteX5-577" fmla="*/ 2632585 w 3725019"/>
                          <a:gd name="connsiteY5-578" fmla="*/ 448868 h 1418896"/>
                          <a:gd name="connsiteX6-579" fmla="*/ 2625150 w 3725019"/>
                          <a:gd name="connsiteY6-580" fmla="*/ 902607 h 1418896"/>
                          <a:gd name="connsiteX7-581" fmla="*/ 3725019 w 3725019"/>
                          <a:gd name="connsiteY7-582" fmla="*/ 1345324 h 1418896"/>
                          <a:gd name="connsiteX8-583" fmla="*/ 3441240 w 3725019"/>
                          <a:gd name="connsiteY8-584" fmla="*/ 1408386 h 1418896"/>
                          <a:gd name="connsiteX9-585" fmla="*/ 1864688 w 3725019"/>
                          <a:gd name="connsiteY9-586" fmla="*/ 746234 h 1418896"/>
                          <a:gd name="connsiteX10-587" fmla="*/ 256605 w 3725019"/>
                          <a:gd name="connsiteY10-588" fmla="*/ 1418896 h 1418896"/>
                          <a:gd name="connsiteX11-589" fmla="*/ 0 w 3725019"/>
                          <a:gd name="connsiteY11-590" fmla="*/ 1331097 h 1418896"/>
                          <a:gd name="connsiteX12-591" fmla="*/ 1113454 w 3725019"/>
                          <a:gd name="connsiteY12-592" fmla="*/ 903890 h 1418896"/>
                          <a:gd name="connsiteX13-593" fmla="*/ 1102302 w 3725019"/>
                          <a:gd name="connsiteY13-594" fmla="*/ 451945 h 1418896"/>
                          <a:gd name="connsiteX14-595" fmla="*/ 183032 w 3725019"/>
                          <a:gd name="connsiteY14-596" fmla="*/ 84081 h 1418896"/>
                          <a:gd name="connsiteX15-597" fmla="*/ 162012 w 3725019"/>
                          <a:gd name="connsiteY15-598" fmla="*/ 73572 h 1418896"/>
                        </a:gdLst>
                        <a:ahLst/>
                        <a:cxnLst>
                          <a:cxn ang="0">
                            <a:pos x="connsiteX0-1" y="connsiteY0-2"/>
                          </a:cxn>
                          <a:cxn ang="0">
                            <a:pos x="connsiteX1-3" y="connsiteY1-4"/>
                          </a:cxn>
                          <a:cxn ang="0">
                            <a:pos x="connsiteX2-5" y="connsiteY2-6"/>
                          </a:cxn>
                          <a:cxn ang="0">
                            <a:pos x="connsiteX3-7" y="connsiteY3-8"/>
                          </a:cxn>
                          <a:cxn ang="0">
                            <a:pos x="connsiteX4-9" y="connsiteY4-10"/>
                          </a:cxn>
                          <a:cxn ang="0">
                            <a:pos x="connsiteX5-11" y="connsiteY5-12"/>
                          </a:cxn>
                          <a:cxn ang="0">
                            <a:pos x="connsiteX6-13" y="connsiteY6-14"/>
                          </a:cxn>
                          <a:cxn ang="0">
                            <a:pos x="connsiteX7-15" y="connsiteY7-16"/>
                          </a:cxn>
                          <a:cxn ang="0">
                            <a:pos x="connsiteX8-17" y="connsiteY8-18"/>
                          </a:cxn>
                          <a:cxn ang="0">
                            <a:pos x="connsiteX9-19" y="connsiteY9-20"/>
                          </a:cxn>
                          <a:cxn ang="0">
                            <a:pos x="connsiteX10-21" y="connsiteY10-22"/>
                          </a:cxn>
                          <a:cxn ang="0">
                            <a:pos x="connsiteX11-23" y="connsiteY11-24"/>
                          </a:cxn>
                          <a:cxn ang="0">
                            <a:pos x="connsiteX12-25" y="connsiteY12-26"/>
                          </a:cxn>
                          <a:cxn ang="0">
                            <a:pos x="connsiteX13-27" y="connsiteY13-28"/>
                          </a:cxn>
                          <a:cxn ang="0">
                            <a:pos x="connsiteX14-29" y="connsiteY14-30"/>
                          </a:cxn>
                          <a:cxn ang="0">
                            <a:pos x="connsiteX15-31" y="connsiteY15-32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  <p:grpSp>
                <p:nvGrpSpPr>
                  <p:cNvPr id="345" name="Group 344"/>
                  <p:cNvGrpSpPr/>
                  <p:nvPr/>
                </p:nvGrpSpPr>
                <p:grpSpPr>
                  <a:xfrm>
                    <a:off x="9247893" y="4775686"/>
                    <a:ext cx="393760" cy="218578"/>
                    <a:chOff x="7493876" y="2774731"/>
                    <a:chExt cx="1481958" cy="894622"/>
                  </a:xfrm>
                </p:grpSpPr>
                <p:sp>
                  <p:nvSpPr>
                    <p:cNvPr id="348" name="Freeform 347"/>
                    <p:cNvSpPr/>
                    <p:nvPr/>
                  </p:nvSpPr>
                  <p:spPr>
                    <a:xfrm>
                      <a:off x="7493876" y="3084399"/>
                      <a:ext cx="1481958" cy="584954"/>
                    </a:xfrm>
                    <a:custGeom>
                      <a:avLst/>
                      <a:gdLst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-1" fmla="*/ 8187558 w 8187558"/>
                        <a:gd name="connsiteY0-2" fmla="*/ 0 h 2617076"/>
                        <a:gd name="connsiteX1-3" fmla="*/ 8187558 w 8187558"/>
                        <a:gd name="connsiteY1-4" fmla="*/ 1271752 h 2617076"/>
                        <a:gd name="connsiteX2-5" fmla="*/ 4025462 w 8187558"/>
                        <a:gd name="connsiteY2-6" fmla="*/ 2617076 h 2617076"/>
                        <a:gd name="connsiteX3-7" fmla="*/ 0 w 8187558"/>
                        <a:gd name="connsiteY3-8" fmla="*/ 1229711 h 2617076"/>
                        <a:gd name="connsiteX4-9" fmla="*/ 31531 w 8187558"/>
                        <a:gd name="connsiteY4-10" fmla="*/ 147145 h 2617076"/>
                        <a:gd name="connsiteX5-11" fmla="*/ 4046482 w 8187558"/>
                        <a:gd name="connsiteY5-12" fmla="*/ 1576552 h 2617076"/>
                        <a:gd name="connsiteX6-13" fmla="*/ 8187558 w 8187558"/>
                        <a:gd name="connsiteY6-14" fmla="*/ 0 h 2617076"/>
                        <a:gd name="connsiteX0-15" fmla="*/ 8187558 w 8187558"/>
                        <a:gd name="connsiteY0-16" fmla="*/ 0 h 2617076"/>
                        <a:gd name="connsiteX1-17" fmla="*/ 8187558 w 8187558"/>
                        <a:gd name="connsiteY1-18" fmla="*/ 1271752 h 2617076"/>
                        <a:gd name="connsiteX2-19" fmla="*/ 4025462 w 8187558"/>
                        <a:gd name="connsiteY2-20" fmla="*/ 2617076 h 2617076"/>
                        <a:gd name="connsiteX3-21" fmla="*/ 0 w 8187558"/>
                        <a:gd name="connsiteY3-22" fmla="*/ 1229711 h 2617076"/>
                        <a:gd name="connsiteX4-23" fmla="*/ 31531 w 8187558"/>
                        <a:gd name="connsiteY4-24" fmla="*/ 147145 h 2617076"/>
                        <a:gd name="connsiteX5-25" fmla="*/ 4046482 w 8187558"/>
                        <a:gd name="connsiteY5-26" fmla="*/ 1576552 h 2617076"/>
                        <a:gd name="connsiteX6-27" fmla="*/ 8187558 w 8187558"/>
                        <a:gd name="connsiteY6-28" fmla="*/ 0 h 2617076"/>
                        <a:gd name="connsiteX0-29" fmla="*/ 8187558 w 8187558"/>
                        <a:gd name="connsiteY0-30" fmla="*/ 0 h 2617076"/>
                        <a:gd name="connsiteX1-31" fmla="*/ 8187558 w 8187558"/>
                        <a:gd name="connsiteY1-32" fmla="*/ 1271752 h 2617076"/>
                        <a:gd name="connsiteX2-33" fmla="*/ 4025462 w 8187558"/>
                        <a:gd name="connsiteY2-34" fmla="*/ 2617076 h 2617076"/>
                        <a:gd name="connsiteX3-35" fmla="*/ 0 w 8187558"/>
                        <a:gd name="connsiteY3-36" fmla="*/ 1229711 h 2617076"/>
                        <a:gd name="connsiteX4-37" fmla="*/ 31531 w 8187558"/>
                        <a:gd name="connsiteY4-38" fmla="*/ 147145 h 2617076"/>
                        <a:gd name="connsiteX5-39" fmla="*/ 4046482 w 8187558"/>
                        <a:gd name="connsiteY5-40" fmla="*/ 1576552 h 2617076"/>
                        <a:gd name="connsiteX6-41" fmla="*/ 8187558 w 8187558"/>
                        <a:gd name="connsiteY6-42" fmla="*/ 0 h 2617076"/>
                        <a:gd name="connsiteX0-43" fmla="*/ 8187558 w 8187558"/>
                        <a:gd name="connsiteY0-44" fmla="*/ 0 h 2617076"/>
                        <a:gd name="connsiteX1-45" fmla="*/ 8187558 w 8187558"/>
                        <a:gd name="connsiteY1-46" fmla="*/ 1271752 h 2617076"/>
                        <a:gd name="connsiteX2-47" fmla="*/ 4025462 w 8187558"/>
                        <a:gd name="connsiteY2-48" fmla="*/ 2617076 h 2617076"/>
                        <a:gd name="connsiteX3-49" fmla="*/ 0 w 8187558"/>
                        <a:gd name="connsiteY3-50" fmla="*/ 1229711 h 2617076"/>
                        <a:gd name="connsiteX4-51" fmla="*/ 31531 w 8187558"/>
                        <a:gd name="connsiteY4-52" fmla="*/ 147145 h 2617076"/>
                        <a:gd name="connsiteX5-53" fmla="*/ 4046482 w 8187558"/>
                        <a:gd name="connsiteY5-54" fmla="*/ 1576552 h 2617076"/>
                        <a:gd name="connsiteX6-55" fmla="*/ 8187558 w 8187558"/>
                        <a:gd name="connsiteY6-56" fmla="*/ 0 h 2617076"/>
                        <a:gd name="connsiteX0-57" fmla="*/ 8187558 w 8187558"/>
                        <a:gd name="connsiteY0-58" fmla="*/ 0 h 2617076"/>
                        <a:gd name="connsiteX1-59" fmla="*/ 8187558 w 8187558"/>
                        <a:gd name="connsiteY1-60" fmla="*/ 1271752 h 2617076"/>
                        <a:gd name="connsiteX2-61" fmla="*/ 4025462 w 8187558"/>
                        <a:gd name="connsiteY2-62" fmla="*/ 2617076 h 2617076"/>
                        <a:gd name="connsiteX3-63" fmla="*/ 0 w 8187558"/>
                        <a:gd name="connsiteY3-64" fmla="*/ 1229711 h 2617076"/>
                        <a:gd name="connsiteX4-65" fmla="*/ 31531 w 8187558"/>
                        <a:gd name="connsiteY4-66" fmla="*/ 147145 h 2617076"/>
                        <a:gd name="connsiteX5-67" fmla="*/ 4046482 w 8187558"/>
                        <a:gd name="connsiteY5-68" fmla="*/ 1576552 h 2617076"/>
                        <a:gd name="connsiteX6-69" fmla="*/ 8187558 w 8187558"/>
                        <a:gd name="connsiteY6-70" fmla="*/ 0 h 2617076"/>
                        <a:gd name="connsiteX0-71" fmla="*/ 8187558 w 8187558"/>
                        <a:gd name="connsiteY0-72" fmla="*/ 0 h 2617076"/>
                        <a:gd name="connsiteX1-73" fmla="*/ 8187558 w 8187558"/>
                        <a:gd name="connsiteY1-74" fmla="*/ 1271752 h 2617076"/>
                        <a:gd name="connsiteX2-75" fmla="*/ 4025462 w 8187558"/>
                        <a:gd name="connsiteY2-76" fmla="*/ 2617076 h 2617076"/>
                        <a:gd name="connsiteX3-77" fmla="*/ 0 w 8187558"/>
                        <a:gd name="connsiteY3-78" fmla="*/ 1229711 h 2617076"/>
                        <a:gd name="connsiteX4-79" fmla="*/ 31531 w 8187558"/>
                        <a:gd name="connsiteY4-80" fmla="*/ 147145 h 2617076"/>
                        <a:gd name="connsiteX5-81" fmla="*/ 4046482 w 8187558"/>
                        <a:gd name="connsiteY5-82" fmla="*/ 1576552 h 2617076"/>
                        <a:gd name="connsiteX6-83" fmla="*/ 8187558 w 8187558"/>
                        <a:gd name="connsiteY6-84" fmla="*/ 0 h 2617076"/>
                        <a:gd name="connsiteX0-85" fmla="*/ 8187558 w 8187558"/>
                        <a:gd name="connsiteY0-86" fmla="*/ 0 h 2638097"/>
                        <a:gd name="connsiteX1-87" fmla="*/ 8187558 w 8187558"/>
                        <a:gd name="connsiteY1-88" fmla="*/ 1271752 h 2638097"/>
                        <a:gd name="connsiteX2-89" fmla="*/ 4099035 w 8187558"/>
                        <a:gd name="connsiteY2-90" fmla="*/ 2638097 h 2638097"/>
                        <a:gd name="connsiteX3-91" fmla="*/ 0 w 8187558"/>
                        <a:gd name="connsiteY3-92" fmla="*/ 1229711 h 2638097"/>
                        <a:gd name="connsiteX4-93" fmla="*/ 31531 w 8187558"/>
                        <a:gd name="connsiteY4-94" fmla="*/ 147145 h 2638097"/>
                        <a:gd name="connsiteX5-95" fmla="*/ 4046482 w 8187558"/>
                        <a:gd name="connsiteY5-96" fmla="*/ 1576552 h 2638097"/>
                        <a:gd name="connsiteX6-97" fmla="*/ 8187558 w 8187558"/>
                        <a:gd name="connsiteY6-98" fmla="*/ 0 h 2638097"/>
                        <a:gd name="connsiteX0-99" fmla="*/ 8187558 w 8187558"/>
                        <a:gd name="connsiteY0-100" fmla="*/ 0 h 2638097"/>
                        <a:gd name="connsiteX1-101" fmla="*/ 8187558 w 8187558"/>
                        <a:gd name="connsiteY1-102" fmla="*/ 1271752 h 2638097"/>
                        <a:gd name="connsiteX2-103" fmla="*/ 4099035 w 8187558"/>
                        <a:gd name="connsiteY2-104" fmla="*/ 2638097 h 2638097"/>
                        <a:gd name="connsiteX3-105" fmla="*/ 0 w 8187558"/>
                        <a:gd name="connsiteY3-106" fmla="*/ 1229711 h 2638097"/>
                        <a:gd name="connsiteX4-107" fmla="*/ 31531 w 8187558"/>
                        <a:gd name="connsiteY4-108" fmla="*/ 147145 h 2638097"/>
                        <a:gd name="connsiteX5-109" fmla="*/ 4046482 w 8187558"/>
                        <a:gd name="connsiteY5-110" fmla="*/ 1576552 h 2638097"/>
                        <a:gd name="connsiteX6-111" fmla="*/ 8187558 w 8187558"/>
                        <a:gd name="connsiteY6-112" fmla="*/ 0 h 2638097"/>
                        <a:gd name="connsiteX0-113" fmla="*/ 8187558 w 8187558"/>
                        <a:gd name="connsiteY0-114" fmla="*/ 0 h 2638097"/>
                        <a:gd name="connsiteX1-115" fmla="*/ 8187558 w 8187558"/>
                        <a:gd name="connsiteY1-116" fmla="*/ 1271752 h 2638097"/>
                        <a:gd name="connsiteX2-117" fmla="*/ 4099035 w 8187558"/>
                        <a:gd name="connsiteY2-118" fmla="*/ 2638097 h 2638097"/>
                        <a:gd name="connsiteX3-119" fmla="*/ 0 w 8187558"/>
                        <a:gd name="connsiteY3-120" fmla="*/ 1229711 h 2638097"/>
                        <a:gd name="connsiteX4-121" fmla="*/ 31531 w 8187558"/>
                        <a:gd name="connsiteY4-122" fmla="*/ 147145 h 2638097"/>
                        <a:gd name="connsiteX5-123" fmla="*/ 4046482 w 8187558"/>
                        <a:gd name="connsiteY5-124" fmla="*/ 1576552 h 2638097"/>
                        <a:gd name="connsiteX6-125" fmla="*/ 8187558 w 8187558"/>
                        <a:gd name="connsiteY6-126" fmla="*/ 0 h 2638097"/>
                        <a:gd name="connsiteX0-127" fmla="*/ 8187558 w 8187558"/>
                        <a:gd name="connsiteY0-128" fmla="*/ 0 h 2638097"/>
                        <a:gd name="connsiteX1-129" fmla="*/ 8187558 w 8187558"/>
                        <a:gd name="connsiteY1-130" fmla="*/ 1271752 h 2638097"/>
                        <a:gd name="connsiteX2-131" fmla="*/ 4099035 w 8187558"/>
                        <a:gd name="connsiteY2-132" fmla="*/ 2638097 h 2638097"/>
                        <a:gd name="connsiteX3-133" fmla="*/ 0 w 8187558"/>
                        <a:gd name="connsiteY3-134" fmla="*/ 1229711 h 2638097"/>
                        <a:gd name="connsiteX4-135" fmla="*/ 31531 w 8187558"/>
                        <a:gd name="connsiteY4-136" fmla="*/ 147145 h 2638097"/>
                        <a:gd name="connsiteX5-137" fmla="*/ 4046482 w 8187558"/>
                        <a:gd name="connsiteY5-138" fmla="*/ 1576552 h 2638097"/>
                        <a:gd name="connsiteX6-139" fmla="*/ 8187558 w 8187558"/>
                        <a:gd name="connsiteY6-140" fmla="*/ 0 h 2638097"/>
                        <a:gd name="connsiteX0-141" fmla="*/ 8187558 w 8187558"/>
                        <a:gd name="connsiteY0-142" fmla="*/ 0 h 2638097"/>
                        <a:gd name="connsiteX1-143" fmla="*/ 8187558 w 8187558"/>
                        <a:gd name="connsiteY1-144" fmla="*/ 1271752 h 2638097"/>
                        <a:gd name="connsiteX2-145" fmla="*/ 4099035 w 8187558"/>
                        <a:gd name="connsiteY2-146" fmla="*/ 2638097 h 2638097"/>
                        <a:gd name="connsiteX3-147" fmla="*/ 0 w 8187558"/>
                        <a:gd name="connsiteY3-148" fmla="*/ 1229711 h 2638097"/>
                        <a:gd name="connsiteX4-149" fmla="*/ 31531 w 8187558"/>
                        <a:gd name="connsiteY4-150" fmla="*/ 147145 h 2638097"/>
                        <a:gd name="connsiteX5-151" fmla="*/ 4088524 w 8187558"/>
                        <a:gd name="connsiteY5-152" fmla="*/ 1597573 h 2638097"/>
                        <a:gd name="connsiteX6-153" fmla="*/ 8187558 w 8187558"/>
                        <a:gd name="connsiteY6-154" fmla="*/ 0 h 2638097"/>
                        <a:gd name="connsiteX0-155" fmla="*/ 8187558 w 8187558"/>
                        <a:gd name="connsiteY0-156" fmla="*/ 0 h 2638097"/>
                        <a:gd name="connsiteX1-157" fmla="*/ 8187558 w 8187558"/>
                        <a:gd name="connsiteY1-158" fmla="*/ 1271752 h 2638097"/>
                        <a:gd name="connsiteX2-159" fmla="*/ 4099035 w 8187558"/>
                        <a:gd name="connsiteY2-160" fmla="*/ 2638097 h 2638097"/>
                        <a:gd name="connsiteX3-161" fmla="*/ 0 w 8187558"/>
                        <a:gd name="connsiteY3-162" fmla="*/ 1229711 h 2638097"/>
                        <a:gd name="connsiteX4-163" fmla="*/ 31531 w 8187558"/>
                        <a:gd name="connsiteY4-164" fmla="*/ 147145 h 2638097"/>
                        <a:gd name="connsiteX5-165" fmla="*/ 4088524 w 8187558"/>
                        <a:gd name="connsiteY5-166" fmla="*/ 1597573 h 2638097"/>
                        <a:gd name="connsiteX6-167" fmla="*/ 8187558 w 8187558"/>
                        <a:gd name="connsiteY6-168" fmla="*/ 0 h 2638097"/>
                        <a:gd name="connsiteX0-169" fmla="*/ 8187558 w 8187558"/>
                        <a:gd name="connsiteY0-170" fmla="*/ 0 h 2638097"/>
                        <a:gd name="connsiteX1-171" fmla="*/ 8187558 w 8187558"/>
                        <a:gd name="connsiteY1-172" fmla="*/ 1271752 h 2638097"/>
                        <a:gd name="connsiteX2-173" fmla="*/ 4099035 w 8187558"/>
                        <a:gd name="connsiteY2-174" fmla="*/ 2638097 h 2638097"/>
                        <a:gd name="connsiteX3-175" fmla="*/ 0 w 8187558"/>
                        <a:gd name="connsiteY3-176" fmla="*/ 1229711 h 2638097"/>
                        <a:gd name="connsiteX4-177" fmla="*/ 31531 w 8187558"/>
                        <a:gd name="connsiteY4-178" fmla="*/ 147145 h 2638097"/>
                        <a:gd name="connsiteX5-179" fmla="*/ 4099035 w 8187558"/>
                        <a:gd name="connsiteY5-180" fmla="*/ 1566042 h 2638097"/>
                        <a:gd name="connsiteX6-181" fmla="*/ 8187558 w 8187558"/>
                        <a:gd name="connsiteY6-182" fmla="*/ 0 h 2638097"/>
                        <a:gd name="connsiteX0-183" fmla="*/ 8187558 w 8187558"/>
                        <a:gd name="connsiteY0-184" fmla="*/ 0 h 2638097"/>
                        <a:gd name="connsiteX1-185" fmla="*/ 8187558 w 8187558"/>
                        <a:gd name="connsiteY1-186" fmla="*/ 1271752 h 2638097"/>
                        <a:gd name="connsiteX2-187" fmla="*/ 4099035 w 8187558"/>
                        <a:gd name="connsiteY2-188" fmla="*/ 2638097 h 2638097"/>
                        <a:gd name="connsiteX3-189" fmla="*/ 0 w 8187558"/>
                        <a:gd name="connsiteY3-190" fmla="*/ 1229711 h 2638097"/>
                        <a:gd name="connsiteX4-191" fmla="*/ 31531 w 8187558"/>
                        <a:gd name="connsiteY4-192" fmla="*/ 147145 h 2638097"/>
                        <a:gd name="connsiteX5-193" fmla="*/ 4099035 w 8187558"/>
                        <a:gd name="connsiteY5-194" fmla="*/ 1566042 h 2638097"/>
                        <a:gd name="connsiteX6-195" fmla="*/ 8187558 w 8187558"/>
                        <a:gd name="connsiteY6-196" fmla="*/ 0 h 2638097"/>
                        <a:gd name="connsiteX0-197" fmla="*/ 8187558 w 8187558"/>
                        <a:gd name="connsiteY0-198" fmla="*/ 0 h 2638097"/>
                        <a:gd name="connsiteX1-199" fmla="*/ 8187558 w 8187558"/>
                        <a:gd name="connsiteY1-200" fmla="*/ 1271752 h 2638097"/>
                        <a:gd name="connsiteX2-201" fmla="*/ 4099035 w 8187558"/>
                        <a:gd name="connsiteY2-202" fmla="*/ 2638097 h 2638097"/>
                        <a:gd name="connsiteX3-203" fmla="*/ 0 w 8187558"/>
                        <a:gd name="connsiteY3-204" fmla="*/ 1229711 h 2638097"/>
                        <a:gd name="connsiteX4-205" fmla="*/ 31531 w 8187558"/>
                        <a:gd name="connsiteY4-206" fmla="*/ 147145 h 2638097"/>
                        <a:gd name="connsiteX5-207" fmla="*/ 4099035 w 8187558"/>
                        <a:gd name="connsiteY5-208" fmla="*/ 1566042 h 2638097"/>
                        <a:gd name="connsiteX6-209" fmla="*/ 8187558 w 8187558"/>
                        <a:gd name="connsiteY6-210" fmla="*/ 0 h 2638097"/>
                        <a:gd name="connsiteX0-211" fmla="*/ 8187558 w 8187558"/>
                        <a:gd name="connsiteY0-212" fmla="*/ 0 h 2638097"/>
                        <a:gd name="connsiteX1-213" fmla="*/ 8187558 w 8187558"/>
                        <a:gd name="connsiteY1-214" fmla="*/ 1271752 h 2638097"/>
                        <a:gd name="connsiteX2-215" fmla="*/ 4099035 w 8187558"/>
                        <a:gd name="connsiteY2-216" fmla="*/ 2638097 h 2638097"/>
                        <a:gd name="connsiteX3-217" fmla="*/ 0 w 8187558"/>
                        <a:gd name="connsiteY3-218" fmla="*/ 1229711 h 2638097"/>
                        <a:gd name="connsiteX4-219" fmla="*/ 31531 w 8187558"/>
                        <a:gd name="connsiteY4-220" fmla="*/ 147145 h 2638097"/>
                        <a:gd name="connsiteX5-221" fmla="*/ 4099035 w 8187558"/>
                        <a:gd name="connsiteY5-222" fmla="*/ 1566042 h 2638097"/>
                        <a:gd name="connsiteX6-223" fmla="*/ 8187558 w 8187558"/>
                        <a:gd name="connsiteY6-224" fmla="*/ 0 h 2638097"/>
                        <a:gd name="connsiteX0-225" fmla="*/ 8187558 w 8187558"/>
                        <a:gd name="connsiteY0-226" fmla="*/ 0 h 2638097"/>
                        <a:gd name="connsiteX1-227" fmla="*/ 8187558 w 8187558"/>
                        <a:gd name="connsiteY1-228" fmla="*/ 1271752 h 2638097"/>
                        <a:gd name="connsiteX2-229" fmla="*/ 4099035 w 8187558"/>
                        <a:gd name="connsiteY2-230" fmla="*/ 2638097 h 2638097"/>
                        <a:gd name="connsiteX3-231" fmla="*/ 0 w 8187558"/>
                        <a:gd name="connsiteY3-232" fmla="*/ 1229711 h 2638097"/>
                        <a:gd name="connsiteX4-233" fmla="*/ 31531 w 8187558"/>
                        <a:gd name="connsiteY4-234" fmla="*/ 147145 h 2638097"/>
                        <a:gd name="connsiteX5-235" fmla="*/ 4099035 w 8187558"/>
                        <a:gd name="connsiteY5-236" fmla="*/ 1566042 h 2638097"/>
                        <a:gd name="connsiteX6-237" fmla="*/ 8187558 w 8187558"/>
                        <a:gd name="connsiteY6-238" fmla="*/ 0 h 2638097"/>
                        <a:gd name="connsiteX0-239" fmla="*/ 8187558 w 8187558"/>
                        <a:gd name="connsiteY0-240" fmla="*/ 0 h 2638097"/>
                        <a:gd name="connsiteX1-241" fmla="*/ 8187558 w 8187558"/>
                        <a:gd name="connsiteY1-242" fmla="*/ 1271752 h 2638097"/>
                        <a:gd name="connsiteX2-243" fmla="*/ 4099035 w 8187558"/>
                        <a:gd name="connsiteY2-244" fmla="*/ 2638097 h 2638097"/>
                        <a:gd name="connsiteX3-245" fmla="*/ 0 w 8187558"/>
                        <a:gd name="connsiteY3-246" fmla="*/ 1229711 h 2638097"/>
                        <a:gd name="connsiteX4-247" fmla="*/ 31531 w 8187558"/>
                        <a:gd name="connsiteY4-248" fmla="*/ 147145 h 2638097"/>
                        <a:gd name="connsiteX5-249" fmla="*/ 4099035 w 8187558"/>
                        <a:gd name="connsiteY5-250" fmla="*/ 1566042 h 2638097"/>
                        <a:gd name="connsiteX6-251" fmla="*/ 8187558 w 8187558"/>
                        <a:gd name="connsiteY6-252" fmla="*/ 0 h 2638097"/>
                        <a:gd name="connsiteX0-253" fmla="*/ 8187558 w 8187558"/>
                        <a:gd name="connsiteY0-254" fmla="*/ 0 h 2638097"/>
                        <a:gd name="connsiteX1-255" fmla="*/ 8187558 w 8187558"/>
                        <a:gd name="connsiteY1-256" fmla="*/ 1271752 h 2638097"/>
                        <a:gd name="connsiteX2-257" fmla="*/ 4099035 w 8187558"/>
                        <a:gd name="connsiteY2-258" fmla="*/ 2638097 h 2638097"/>
                        <a:gd name="connsiteX3-259" fmla="*/ 0 w 8187558"/>
                        <a:gd name="connsiteY3-260" fmla="*/ 1229711 h 2638097"/>
                        <a:gd name="connsiteX4-261" fmla="*/ 31531 w 8187558"/>
                        <a:gd name="connsiteY4-262" fmla="*/ 147145 h 2638097"/>
                        <a:gd name="connsiteX5-263" fmla="*/ 4099035 w 8187558"/>
                        <a:gd name="connsiteY5-264" fmla="*/ 1566042 h 2638097"/>
                        <a:gd name="connsiteX6-265" fmla="*/ 8187558 w 8187558"/>
                        <a:gd name="connsiteY6-266" fmla="*/ 0 h 2638097"/>
                        <a:gd name="connsiteX0-267" fmla="*/ 8187558 w 8187558"/>
                        <a:gd name="connsiteY0-268" fmla="*/ 0 h 2638097"/>
                        <a:gd name="connsiteX1-269" fmla="*/ 8187558 w 8187558"/>
                        <a:gd name="connsiteY1-270" fmla="*/ 1271752 h 2638097"/>
                        <a:gd name="connsiteX2-271" fmla="*/ 4099035 w 8187558"/>
                        <a:gd name="connsiteY2-272" fmla="*/ 2638097 h 2638097"/>
                        <a:gd name="connsiteX3-273" fmla="*/ 0 w 8187558"/>
                        <a:gd name="connsiteY3-274" fmla="*/ 1229711 h 2638097"/>
                        <a:gd name="connsiteX4-275" fmla="*/ 31531 w 8187558"/>
                        <a:gd name="connsiteY4-276" fmla="*/ 147145 h 2638097"/>
                        <a:gd name="connsiteX5-277" fmla="*/ 4099035 w 8187558"/>
                        <a:gd name="connsiteY5-278" fmla="*/ 1566042 h 2638097"/>
                        <a:gd name="connsiteX6-279" fmla="*/ 8187558 w 8187558"/>
                        <a:gd name="connsiteY6-280" fmla="*/ 0 h 2638097"/>
                        <a:gd name="connsiteX0-281" fmla="*/ 8187558 w 8187558"/>
                        <a:gd name="connsiteY0-282" fmla="*/ 0 h 2638097"/>
                        <a:gd name="connsiteX1-283" fmla="*/ 8187558 w 8187558"/>
                        <a:gd name="connsiteY1-284" fmla="*/ 1271752 h 2638097"/>
                        <a:gd name="connsiteX2-285" fmla="*/ 4099035 w 8187558"/>
                        <a:gd name="connsiteY2-286" fmla="*/ 2638097 h 2638097"/>
                        <a:gd name="connsiteX3-287" fmla="*/ 0 w 8187558"/>
                        <a:gd name="connsiteY3-288" fmla="*/ 1229711 h 2638097"/>
                        <a:gd name="connsiteX4-289" fmla="*/ 31531 w 8187558"/>
                        <a:gd name="connsiteY4-290" fmla="*/ 147145 h 2638097"/>
                        <a:gd name="connsiteX5-291" fmla="*/ 4099035 w 8187558"/>
                        <a:gd name="connsiteY5-292" fmla="*/ 1566042 h 2638097"/>
                        <a:gd name="connsiteX6-293" fmla="*/ 8187558 w 8187558"/>
                        <a:gd name="connsiteY6-294" fmla="*/ 0 h 2638097"/>
                        <a:gd name="connsiteX0-295" fmla="*/ 8176538 w 8176538"/>
                        <a:gd name="connsiteY0-296" fmla="*/ 0 h 2638097"/>
                        <a:gd name="connsiteX1-297" fmla="*/ 8176538 w 8176538"/>
                        <a:gd name="connsiteY1-298" fmla="*/ 1271752 h 2638097"/>
                        <a:gd name="connsiteX2-299" fmla="*/ 4088015 w 8176538"/>
                        <a:gd name="connsiteY2-300" fmla="*/ 2638097 h 2638097"/>
                        <a:gd name="connsiteX3-301" fmla="*/ 0 w 8176538"/>
                        <a:gd name="connsiteY3-302" fmla="*/ 1269888 h 2638097"/>
                        <a:gd name="connsiteX4-303" fmla="*/ 20511 w 8176538"/>
                        <a:gd name="connsiteY4-304" fmla="*/ 147145 h 2638097"/>
                        <a:gd name="connsiteX5-305" fmla="*/ 4088015 w 8176538"/>
                        <a:gd name="connsiteY5-306" fmla="*/ 1566042 h 2638097"/>
                        <a:gd name="connsiteX6-307" fmla="*/ 8176538 w 8176538"/>
                        <a:gd name="connsiteY6-308" fmla="*/ 0 h 2638097"/>
                        <a:gd name="connsiteX0-309" fmla="*/ 8176538 w 8176538"/>
                        <a:gd name="connsiteY0-310" fmla="*/ 0 h 2772020"/>
                        <a:gd name="connsiteX1-311" fmla="*/ 8176538 w 8176538"/>
                        <a:gd name="connsiteY1-312" fmla="*/ 1271752 h 2772020"/>
                        <a:gd name="connsiteX2-313" fmla="*/ 4099034 w 8176538"/>
                        <a:gd name="connsiteY2-314" fmla="*/ 2772020 h 2772020"/>
                        <a:gd name="connsiteX3-315" fmla="*/ 0 w 8176538"/>
                        <a:gd name="connsiteY3-316" fmla="*/ 1269888 h 2772020"/>
                        <a:gd name="connsiteX4-317" fmla="*/ 20511 w 8176538"/>
                        <a:gd name="connsiteY4-318" fmla="*/ 147145 h 2772020"/>
                        <a:gd name="connsiteX5-319" fmla="*/ 4088015 w 8176538"/>
                        <a:gd name="connsiteY5-320" fmla="*/ 1566042 h 2772020"/>
                        <a:gd name="connsiteX6-321" fmla="*/ 8176538 w 8176538"/>
                        <a:gd name="connsiteY6-322" fmla="*/ 0 h 2772020"/>
                        <a:gd name="connsiteX0-323" fmla="*/ 8176538 w 8176538"/>
                        <a:gd name="connsiteY0-324" fmla="*/ 0 h 2772339"/>
                        <a:gd name="connsiteX1-325" fmla="*/ 8176538 w 8176538"/>
                        <a:gd name="connsiteY1-326" fmla="*/ 1378890 h 2772339"/>
                        <a:gd name="connsiteX2-327" fmla="*/ 4099034 w 8176538"/>
                        <a:gd name="connsiteY2-328" fmla="*/ 2772020 h 2772339"/>
                        <a:gd name="connsiteX3-329" fmla="*/ 0 w 8176538"/>
                        <a:gd name="connsiteY3-330" fmla="*/ 1269888 h 2772339"/>
                        <a:gd name="connsiteX4-331" fmla="*/ 20511 w 8176538"/>
                        <a:gd name="connsiteY4-332" fmla="*/ 147145 h 2772339"/>
                        <a:gd name="connsiteX5-333" fmla="*/ 4088015 w 8176538"/>
                        <a:gd name="connsiteY5-334" fmla="*/ 1566042 h 2772339"/>
                        <a:gd name="connsiteX6-335" fmla="*/ 8176538 w 8176538"/>
                        <a:gd name="connsiteY6-336" fmla="*/ 0 h 2772339"/>
                        <a:gd name="connsiteX0-337" fmla="*/ 8176538 w 8176538"/>
                        <a:gd name="connsiteY0-338" fmla="*/ 0 h 2825888"/>
                        <a:gd name="connsiteX1-339" fmla="*/ 8176538 w 8176538"/>
                        <a:gd name="connsiteY1-340" fmla="*/ 1378890 h 2825888"/>
                        <a:gd name="connsiteX2-341" fmla="*/ 4099034 w 8176538"/>
                        <a:gd name="connsiteY2-342" fmla="*/ 2825590 h 2825888"/>
                        <a:gd name="connsiteX3-343" fmla="*/ 0 w 8176538"/>
                        <a:gd name="connsiteY3-344" fmla="*/ 1269888 h 2825888"/>
                        <a:gd name="connsiteX4-345" fmla="*/ 20511 w 8176538"/>
                        <a:gd name="connsiteY4-346" fmla="*/ 147145 h 2825888"/>
                        <a:gd name="connsiteX5-347" fmla="*/ 4088015 w 8176538"/>
                        <a:gd name="connsiteY5-348" fmla="*/ 1566042 h 2825888"/>
                        <a:gd name="connsiteX6-349" fmla="*/ 8176538 w 8176538"/>
                        <a:gd name="connsiteY6-350" fmla="*/ 0 h 2825888"/>
                        <a:gd name="connsiteX0-351" fmla="*/ 8165518 w 8165518"/>
                        <a:gd name="connsiteY0-352" fmla="*/ 0 h 2825606"/>
                        <a:gd name="connsiteX1-353" fmla="*/ 8165518 w 8165518"/>
                        <a:gd name="connsiteY1-354" fmla="*/ 1378890 h 2825606"/>
                        <a:gd name="connsiteX2-355" fmla="*/ 4088014 w 8165518"/>
                        <a:gd name="connsiteY2-356" fmla="*/ 2825590 h 2825606"/>
                        <a:gd name="connsiteX3-357" fmla="*/ 0 w 8165518"/>
                        <a:gd name="connsiteY3-358" fmla="*/ 1403811 h 2825606"/>
                        <a:gd name="connsiteX4-359" fmla="*/ 9491 w 8165518"/>
                        <a:gd name="connsiteY4-360" fmla="*/ 147145 h 2825606"/>
                        <a:gd name="connsiteX5-361" fmla="*/ 4076995 w 8165518"/>
                        <a:gd name="connsiteY5-362" fmla="*/ 1566042 h 2825606"/>
                        <a:gd name="connsiteX6-363" fmla="*/ 8165518 w 8165518"/>
                        <a:gd name="connsiteY6-364" fmla="*/ 0 h 2825606"/>
                        <a:gd name="connsiteX0-365" fmla="*/ 8165518 w 8165518"/>
                        <a:gd name="connsiteY0-366" fmla="*/ 0 h 2879174"/>
                        <a:gd name="connsiteX1-367" fmla="*/ 8165518 w 8165518"/>
                        <a:gd name="connsiteY1-368" fmla="*/ 1378890 h 2879174"/>
                        <a:gd name="connsiteX2-369" fmla="*/ 4132092 w 8165518"/>
                        <a:gd name="connsiteY2-370" fmla="*/ 2879159 h 2879174"/>
                        <a:gd name="connsiteX3-371" fmla="*/ 0 w 8165518"/>
                        <a:gd name="connsiteY3-372" fmla="*/ 1403811 h 2879174"/>
                        <a:gd name="connsiteX4-373" fmla="*/ 9491 w 8165518"/>
                        <a:gd name="connsiteY4-374" fmla="*/ 147145 h 2879174"/>
                        <a:gd name="connsiteX5-375" fmla="*/ 4076995 w 8165518"/>
                        <a:gd name="connsiteY5-376" fmla="*/ 1566042 h 2879174"/>
                        <a:gd name="connsiteX6-377" fmla="*/ 8165518 w 8165518"/>
                        <a:gd name="connsiteY6-378" fmla="*/ 0 h 2879174"/>
                        <a:gd name="connsiteX0-379" fmla="*/ 8165518 w 8176537"/>
                        <a:gd name="connsiteY0-380" fmla="*/ 0 h 2879410"/>
                        <a:gd name="connsiteX1-381" fmla="*/ 8176537 w 8176537"/>
                        <a:gd name="connsiteY1-382" fmla="*/ 1499420 h 2879410"/>
                        <a:gd name="connsiteX2-383" fmla="*/ 4132092 w 8176537"/>
                        <a:gd name="connsiteY2-384" fmla="*/ 2879159 h 2879410"/>
                        <a:gd name="connsiteX3-385" fmla="*/ 0 w 8176537"/>
                        <a:gd name="connsiteY3-386" fmla="*/ 1403811 h 2879410"/>
                        <a:gd name="connsiteX4-387" fmla="*/ 9491 w 8176537"/>
                        <a:gd name="connsiteY4-388" fmla="*/ 147145 h 2879410"/>
                        <a:gd name="connsiteX5-389" fmla="*/ 4076995 w 8176537"/>
                        <a:gd name="connsiteY5-390" fmla="*/ 1566042 h 2879410"/>
                        <a:gd name="connsiteX6-391" fmla="*/ 8165518 w 8176537"/>
                        <a:gd name="connsiteY6-392" fmla="*/ 0 h 2879410"/>
                        <a:gd name="connsiteX0-393" fmla="*/ 8165518 w 8176537"/>
                        <a:gd name="connsiteY0-394" fmla="*/ 0 h 2879262"/>
                        <a:gd name="connsiteX1-395" fmla="*/ 8176537 w 8176537"/>
                        <a:gd name="connsiteY1-396" fmla="*/ 1499420 h 2879262"/>
                        <a:gd name="connsiteX2-397" fmla="*/ 4132092 w 8176537"/>
                        <a:gd name="connsiteY2-398" fmla="*/ 2879159 h 2879262"/>
                        <a:gd name="connsiteX3-399" fmla="*/ 0 w 8176537"/>
                        <a:gd name="connsiteY3-400" fmla="*/ 1403811 h 2879262"/>
                        <a:gd name="connsiteX4-401" fmla="*/ 9491 w 8176537"/>
                        <a:gd name="connsiteY4-402" fmla="*/ 147145 h 2879262"/>
                        <a:gd name="connsiteX5-403" fmla="*/ 4076995 w 8176537"/>
                        <a:gd name="connsiteY5-404" fmla="*/ 1566042 h 2879262"/>
                        <a:gd name="connsiteX6-405" fmla="*/ 8165518 w 8176537"/>
                        <a:gd name="connsiteY6-406" fmla="*/ 0 h 2879262"/>
                        <a:gd name="connsiteX0-407" fmla="*/ 8165518 w 8176537"/>
                        <a:gd name="connsiteY0-408" fmla="*/ 0 h 2879163"/>
                        <a:gd name="connsiteX1-409" fmla="*/ 8176537 w 8176537"/>
                        <a:gd name="connsiteY1-410" fmla="*/ 1499420 h 2879163"/>
                        <a:gd name="connsiteX2-411" fmla="*/ 4132092 w 8176537"/>
                        <a:gd name="connsiteY2-412" fmla="*/ 2879159 h 2879163"/>
                        <a:gd name="connsiteX3-413" fmla="*/ 0 w 8176537"/>
                        <a:gd name="connsiteY3-414" fmla="*/ 1510948 h 2879163"/>
                        <a:gd name="connsiteX4-415" fmla="*/ 9491 w 8176537"/>
                        <a:gd name="connsiteY4-416" fmla="*/ 147145 h 2879163"/>
                        <a:gd name="connsiteX5-417" fmla="*/ 4076995 w 8176537"/>
                        <a:gd name="connsiteY5-418" fmla="*/ 1566042 h 2879163"/>
                        <a:gd name="connsiteX6-419" fmla="*/ 8165518 w 8176537"/>
                        <a:gd name="connsiteY6-420" fmla="*/ 0 h 2879163"/>
                        <a:gd name="connsiteX0-421" fmla="*/ 8165518 w 8198577"/>
                        <a:gd name="connsiteY0-422" fmla="*/ 0 h 2879451"/>
                        <a:gd name="connsiteX1-423" fmla="*/ 8198577 w 8198577"/>
                        <a:gd name="connsiteY1-424" fmla="*/ 1606558 h 2879451"/>
                        <a:gd name="connsiteX2-425" fmla="*/ 4132092 w 8198577"/>
                        <a:gd name="connsiteY2-426" fmla="*/ 2879159 h 2879451"/>
                        <a:gd name="connsiteX3-427" fmla="*/ 0 w 8198577"/>
                        <a:gd name="connsiteY3-428" fmla="*/ 1510948 h 2879451"/>
                        <a:gd name="connsiteX4-429" fmla="*/ 9491 w 8198577"/>
                        <a:gd name="connsiteY4-430" fmla="*/ 147145 h 2879451"/>
                        <a:gd name="connsiteX5-431" fmla="*/ 4076995 w 8198577"/>
                        <a:gd name="connsiteY5-432" fmla="*/ 1566042 h 2879451"/>
                        <a:gd name="connsiteX6-433" fmla="*/ 8165518 w 8198577"/>
                        <a:gd name="connsiteY6-434" fmla="*/ 0 h 2879451"/>
                        <a:gd name="connsiteX0-435" fmla="*/ 8165518 w 8165518"/>
                        <a:gd name="connsiteY0-436" fmla="*/ 0 h 2880066"/>
                        <a:gd name="connsiteX1-437" fmla="*/ 8165518 w 8165518"/>
                        <a:gd name="connsiteY1-438" fmla="*/ 1673520 h 2880066"/>
                        <a:gd name="connsiteX2-439" fmla="*/ 4132092 w 8165518"/>
                        <a:gd name="connsiteY2-440" fmla="*/ 2879159 h 2880066"/>
                        <a:gd name="connsiteX3-441" fmla="*/ 0 w 8165518"/>
                        <a:gd name="connsiteY3-442" fmla="*/ 1510948 h 2880066"/>
                        <a:gd name="connsiteX4-443" fmla="*/ 9491 w 8165518"/>
                        <a:gd name="connsiteY4-444" fmla="*/ 147145 h 2880066"/>
                        <a:gd name="connsiteX5-445" fmla="*/ 4076995 w 8165518"/>
                        <a:gd name="connsiteY5-446" fmla="*/ 1566042 h 2880066"/>
                        <a:gd name="connsiteX6-447" fmla="*/ 8165518 w 8165518"/>
                        <a:gd name="connsiteY6-448" fmla="*/ 0 h 2880066"/>
                        <a:gd name="connsiteX0-449" fmla="*/ 8156794 w 8156794"/>
                        <a:gd name="connsiteY0-450" fmla="*/ 0 h 2879270"/>
                        <a:gd name="connsiteX1-451" fmla="*/ 8156794 w 8156794"/>
                        <a:gd name="connsiteY1-452" fmla="*/ 1673520 h 2879270"/>
                        <a:gd name="connsiteX2-453" fmla="*/ 4123368 w 8156794"/>
                        <a:gd name="connsiteY2-454" fmla="*/ 2879159 h 2879270"/>
                        <a:gd name="connsiteX3-455" fmla="*/ 2295 w 8156794"/>
                        <a:gd name="connsiteY3-456" fmla="*/ 1618086 h 2879270"/>
                        <a:gd name="connsiteX4-457" fmla="*/ 767 w 8156794"/>
                        <a:gd name="connsiteY4-458" fmla="*/ 147145 h 2879270"/>
                        <a:gd name="connsiteX5-459" fmla="*/ 4068271 w 8156794"/>
                        <a:gd name="connsiteY5-460" fmla="*/ 1566042 h 2879270"/>
                        <a:gd name="connsiteX6-461" fmla="*/ 8156794 w 8156794"/>
                        <a:gd name="connsiteY6-462" fmla="*/ 0 h 2879270"/>
                        <a:gd name="connsiteX0-463" fmla="*/ 8156794 w 8156794"/>
                        <a:gd name="connsiteY0-464" fmla="*/ 0 h 2973000"/>
                        <a:gd name="connsiteX1-465" fmla="*/ 8156794 w 8156794"/>
                        <a:gd name="connsiteY1-466" fmla="*/ 1673520 h 2973000"/>
                        <a:gd name="connsiteX2-467" fmla="*/ 4134388 w 8156794"/>
                        <a:gd name="connsiteY2-468" fmla="*/ 2972904 h 2973000"/>
                        <a:gd name="connsiteX3-469" fmla="*/ 2295 w 8156794"/>
                        <a:gd name="connsiteY3-470" fmla="*/ 1618086 h 2973000"/>
                        <a:gd name="connsiteX4-471" fmla="*/ 767 w 8156794"/>
                        <a:gd name="connsiteY4-472" fmla="*/ 147145 h 2973000"/>
                        <a:gd name="connsiteX5-473" fmla="*/ 4068271 w 8156794"/>
                        <a:gd name="connsiteY5-474" fmla="*/ 1566042 h 2973000"/>
                        <a:gd name="connsiteX6-475" fmla="*/ 8156794 w 8156794"/>
                        <a:gd name="connsiteY6-476" fmla="*/ 0 h 2973000"/>
                        <a:gd name="connsiteX0-477" fmla="*/ 8156794 w 8156794"/>
                        <a:gd name="connsiteY0-478" fmla="*/ 0 h 2973000"/>
                        <a:gd name="connsiteX1-479" fmla="*/ 8156794 w 8156794"/>
                        <a:gd name="connsiteY1-480" fmla="*/ 1673520 h 2973000"/>
                        <a:gd name="connsiteX2-481" fmla="*/ 4134388 w 8156794"/>
                        <a:gd name="connsiteY2-482" fmla="*/ 2972904 h 2973000"/>
                        <a:gd name="connsiteX3-483" fmla="*/ 2295 w 8156794"/>
                        <a:gd name="connsiteY3-484" fmla="*/ 1618086 h 2973000"/>
                        <a:gd name="connsiteX4-485" fmla="*/ 767 w 8156794"/>
                        <a:gd name="connsiteY4-486" fmla="*/ 147145 h 2973000"/>
                        <a:gd name="connsiteX5-487" fmla="*/ 4068271 w 8156794"/>
                        <a:gd name="connsiteY5-488" fmla="*/ 1566042 h 2973000"/>
                        <a:gd name="connsiteX6-489" fmla="*/ 8156794 w 8156794"/>
                        <a:gd name="connsiteY6-490" fmla="*/ 0 h 2973000"/>
                        <a:gd name="connsiteX0-491" fmla="*/ 8156794 w 8156794"/>
                        <a:gd name="connsiteY0-492" fmla="*/ 0 h 2973000"/>
                        <a:gd name="connsiteX1-493" fmla="*/ 8156794 w 8156794"/>
                        <a:gd name="connsiteY1-494" fmla="*/ 1673520 h 2973000"/>
                        <a:gd name="connsiteX2-495" fmla="*/ 4134388 w 8156794"/>
                        <a:gd name="connsiteY2-496" fmla="*/ 2972904 h 2973000"/>
                        <a:gd name="connsiteX3-497" fmla="*/ 2295 w 8156794"/>
                        <a:gd name="connsiteY3-498" fmla="*/ 1618086 h 2973000"/>
                        <a:gd name="connsiteX4-499" fmla="*/ 767 w 8156794"/>
                        <a:gd name="connsiteY4-500" fmla="*/ 147145 h 2973000"/>
                        <a:gd name="connsiteX5-501" fmla="*/ 4068271 w 8156794"/>
                        <a:gd name="connsiteY5-502" fmla="*/ 1566042 h 2973000"/>
                        <a:gd name="connsiteX6-503" fmla="*/ 8156794 w 8156794"/>
                        <a:gd name="connsiteY6-504" fmla="*/ 0 h 2973000"/>
                        <a:gd name="connsiteX0-505" fmla="*/ 8156794 w 8156794"/>
                        <a:gd name="connsiteY0-506" fmla="*/ 0 h 2973020"/>
                        <a:gd name="connsiteX1-507" fmla="*/ 8156794 w 8156794"/>
                        <a:gd name="connsiteY1-508" fmla="*/ 1673520 h 2973020"/>
                        <a:gd name="connsiteX2-509" fmla="*/ 4134388 w 8156794"/>
                        <a:gd name="connsiteY2-510" fmla="*/ 2972904 h 2973020"/>
                        <a:gd name="connsiteX3-511" fmla="*/ 2295 w 8156794"/>
                        <a:gd name="connsiteY3-512" fmla="*/ 1618086 h 2973020"/>
                        <a:gd name="connsiteX4-513" fmla="*/ 767 w 8156794"/>
                        <a:gd name="connsiteY4-514" fmla="*/ 147145 h 2973020"/>
                        <a:gd name="connsiteX5-515" fmla="*/ 4068271 w 8156794"/>
                        <a:gd name="connsiteY5-516" fmla="*/ 1566042 h 2973020"/>
                        <a:gd name="connsiteX6-517" fmla="*/ 8156794 w 8156794"/>
                        <a:gd name="connsiteY6-518" fmla="*/ 0 h 2973020"/>
                        <a:gd name="connsiteX0-519" fmla="*/ 8156794 w 8156794"/>
                        <a:gd name="connsiteY0-520" fmla="*/ 0 h 2973021"/>
                        <a:gd name="connsiteX1-521" fmla="*/ 8156794 w 8156794"/>
                        <a:gd name="connsiteY1-522" fmla="*/ 1673520 h 2973021"/>
                        <a:gd name="connsiteX2-523" fmla="*/ 4134388 w 8156794"/>
                        <a:gd name="connsiteY2-524" fmla="*/ 2972904 h 2973021"/>
                        <a:gd name="connsiteX3-525" fmla="*/ 2295 w 8156794"/>
                        <a:gd name="connsiteY3-526" fmla="*/ 1618086 h 2973021"/>
                        <a:gd name="connsiteX4-527" fmla="*/ 767 w 8156794"/>
                        <a:gd name="connsiteY4-528" fmla="*/ 147145 h 2973021"/>
                        <a:gd name="connsiteX5-529" fmla="*/ 4068271 w 8156794"/>
                        <a:gd name="connsiteY5-530" fmla="*/ 1566042 h 2973021"/>
                        <a:gd name="connsiteX6-531" fmla="*/ 8156794 w 8156794"/>
                        <a:gd name="connsiteY6-532" fmla="*/ 0 h 2973021"/>
                        <a:gd name="connsiteX0-533" fmla="*/ 8156794 w 8156794"/>
                        <a:gd name="connsiteY0-534" fmla="*/ 0 h 2973021"/>
                        <a:gd name="connsiteX1-535" fmla="*/ 8156794 w 8156794"/>
                        <a:gd name="connsiteY1-536" fmla="*/ 1673520 h 2973021"/>
                        <a:gd name="connsiteX2-537" fmla="*/ 4134388 w 8156794"/>
                        <a:gd name="connsiteY2-538" fmla="*/ 2972904 h 2973021"/>
                        <a:gd name="connsiteX3-539" fmla="*/ 2295 w 8156794"/>
                        <a:gd name="connsiteY3-540" fmla="*/ 1618086 h 2973021"/>
                        <a:gd name="connsiteX4-541" fmla="*/ 767 w 8156794"/>
                        <a:gd name="connsiteY4-542" fmla="*/ 147145 h 2973021"/>
                        <a:gd name="connsiteX5-543" fmla="*/ 4068271 w 8156794"/>
                        <a:gd name="connsiteY5-544" fmla="*/ 1566042 h 2973021"/>
                        <a:gd name="connsiteX6-545" fmla="*/ 8156794 w 8156794"/>
                        <a:gd name="connsiteY6-546" fmla="*/ 0 h 2973021"/>
                        <a:gd name="connsiteX0-547" fmla="*/ 8156794 w 8156794"/>
                        <a:gd name="connsiteY0-548" fmla="*/ 0 h 2973021"/>
                        <a:gd name="connsiteX1-549" fmla="*/ 8156794 w 8156794"/>
                        <a:gd name="connsiteY1-550" fmla="*/ 1673520 h 2973021"/>
                        <a:gd name="connsiteX2-551" fmla="*/ 4134388 w 8156794"/>
                        <a:gd name="connsiteY2-552" fmla="*/ 2972904 h 2973021"/>
                        <a:gd name="connsiteX3-553" fmla="*/ 2295 w 8156794"/>
                        <a:gd name="connsiteY3-554" fmla="*/ 1618086 h 2973021"/>
                        <a:gd name="connsiteX4-555" fmla="*/ 767 w 8156794"/>
                        <a:gd name="connsiteY4-556" fmla="*/ 147145 h 2973021"/>
                        <a:gd name="connsiteX5-557" fmla="*/ 4068271 w 8156794"/>
                        <a:gd name="connsiteY5-558" fmla="*/ 1566042 h 2973021"/>
                        <a:gd name="connsiteX6-559" fmla="*/ 8156794 w 8156794"/>
                        <a:gd name="connsiteY6-560" fmla="*/ 0 h 2973021"/>
                        <a:gd name="connsiteX0-561" fmla="*/ 8156794 w 8156794"/>
                        <a:gd name="connsiteY0-562" fmla="*/ 0 h 2973021"/>
                        <a:gd name="connsiteX1-563" fmla="*/ 8156794 w 8156794"/>
                        <a:gd name="connsiteY1-564" fmla="*/ 1673520 h 2973021"/>
                        <a:gd name="connsiteX2-565" fmla="*/ 4134388 w 8156794"/>
                        <a:gd name="connsiteY2-566" fmla="*/ 2972904 h 2973021"/>
                        <a:gd name="connsiteX3-567" fmla="*/ 2295 w 8156794"/>
                        <a:gd name="connsiteY3-568" fmla="*/ 1618086 h 2973021"/>
                        <a:gd name="connsiteX4-569" fmla="*/ 767 w 8156794"/>
                        <a:gd name="connsiteY4-570" fmla="*/ 147145 h 2973021"/>
                        <a:gd name="connsiteX5-571" fmla="*/ 4068271 w 8156794"/>
                        <a:gd name="connsiteY5-572" fmla="*/ 1566042 h 2973021"/>
                        <a:gd name="connsiteX6-573" fmla="*/ 8156794 w 8156794"/>
                        <a:gd name="connsiteY6-574" fmla="*/ 0 h 2973021"/>
                        <a:gd name="connsiteX0-575" fmla="*/ 8156794 w 8156794"/>
                        <a:gd name="connsiteY0-576" fmla="*/ 0 h 2973141"/>
                        <a:gd name="connsiteX1-577" fmla="*/ 8156794 w 8156794"/>
                        <a:gd name="connsiteY1-578" fmla="*/ 1673520 h 2973141"/>
                        <a:gd name="connsiteX2-579" fmla="*/ 4134388 w 8156794"/>
                        <a:gd name="connsiteY2-580" fmla="*/ 2972904 h 2973141"/>
                        <a:gd name="connsiteX3-581" fmla="*/ 2295 w 8156794"/>
                        <a:gd name="connsiteY3-582" fmla="*/ 1618086 h 2973141"/>
                        <a:gd name="connsiteX4-583" fmla="*/ 767 w 8156794"/>
                        <a:gd name="connsiteY4-584" fmla="*/ 147145 h 2973141"/>
                        <a:gd name="connsiteX5-585" fmla="*/ 4068271 w 8156794"/>
                        <a:gd name="connsiteY5-586" fmla="*/ 1566042 h 2973141"/>
                        <a:gd name="connsiteX6-587" fmla="*/ 8156794 w 8156794"/>
                        <a:gd name="connsiteY6-588" fmla="*/ 0 h 2973141"/>
                        <a:gd name="connsiteX0-589" fmla="*/ 8156794 w 8156794"/>
                        <a:gd name="connsiteY0-590" fmla="*/ 0 h 3066827"/>
                        <a:gd name="connsiteX1-591" fmla="*/ 8156794 w 8156794"/>
                        <a:gd name="connsiteY1-592" fmla="*/ 1673520 h 3066827"/>
                        <a:gd name="connsiteX2-593" fmla="*/ 4123353 w 8156794"/>
                        <a:gd name="connsiteY2-594" fmla="*/ 3066650 h 3066827"/>
                        <a:gd name="connsiteX3-595" fmla="*/ 2295 w 8156794"/>
                        <a:gd name="connsiteY3-596" fmla="*/ 1618086 h 3066827"/>
                        <a:gd name="connsiteX4-597" fmla="*/ 767 w 8156794"/>
                        <a:gd name="connsiteY4-598" fmla="*/ 147145 h 3066827"/>
                        <a:gd name="connsiteX5-599" fmla="*/ 4068271 w 8156794"/>
                        <a:gd name="connsiteY5-600" fmla="*/ 1566042 h 3066827"/>
                        <a:gd name="connsiteX6-601" fmla="*/ 8156794 w 8156794"/>
                        <a:gd name="connsiteY6-602" fmla="*/ 0 h 3066827"/>
                        <a:gd name="connsiteX0-603" fmla="*/ 8123689 w 8156794"/>
                        <a:gd name="connsiteY0-604" fmla="*/ 0 h 2999866"/>
                        <a:gd name="connsiteX1-605" fmla="*/ 8156794 w 8156794"/>
                        <a:gd name="connsiteY1-606" fmla="*/ 1606559 h 2999866"/>
                        <a:gd name="connsiteX2-607" fmla="*/ 4123353 w 8156794"/>
                        <a:gd name="connsiteY2-608" fmla="*/ 2999689 h 2999866"/>
                        <a:gd name="connsiteX3-609" fmla="*/ 2295 w 8156794"/>
                        <a:gd name="connsiteY3-610" fmla="*/ 1551125 h 2999866"/>
                        <a:gd name="connsiteX4-611" fmla="*/ 767 w 8156794"/>
                        <a:gd name="connsiteY4-612" fmla="*/ 80184 h 2999866"/>
                        <a:gd name="connsiteX5-613" fmla="*/ 4068271 w 8156794"/>
                        <a:gd name="connsiteY5-614" fmla="*/ 1499081 h 2999866"/>
                        <a:gd name="connsiteX6-615" fmla="*/ 8123689 w 8156794"/>
                        <a:gd name="connsiteY6-616" fmla="*/ 0 h 2999866"/>
                        <a:gd name="connsiteX0-617" fmla="*/ 8167828 w 8167828"/>
                        <a:gd name="connsiteY0-618" fmla="*/ 0 h 3026651"/>
                        <a:gd name="connsiteX1-619" fmla="*/ 8156794 w 8167828"/>
                        <a:gd name="connsiteY1-620" fmla="*/ 1633344 h 3026651"/>
                        <a:gd name="connsiteX2-621" fmla="*/ 4123353 w 8167828"/>
                        <a:gd name="connsiteY2-622" fmla="*/ 3026474 h 3026651"/>
                        <a:gd name="connsiteX3-623" fmla="*/ 2295 w 8167828"/>
                        <a:gd name="connsiteY3-624" fmla="*/ 1577910 h 3026651"/>
                        <a:gd name="connsiteX4-625" fmla="*/ 767 w 8167828"/>
                        <a:gd name="connsiteY4-626" fmla="*/ 106969 h 3026651"/>
                        <a:gd name="connsiteX5-627" fmla="*/ 4068271 w 8167828"/>
                        <a:gd name="connsiteY5-628" fmla="*/ 1525866 h 3026651"/>
                        <a:gd name="connsiteX6-629" fmla="*/ 8167828 w 8167828"/>
                        <a:gd name="connsiteY6-630" fmla="*/ 0 h 3026651"/>
                        <a:gd name="connsiteX0-631" fmla="*/ 8167828 w 8167828"/>
                        <a:gd name="connsiteY0-632" fmla="*/ 0 h 3027228"/>
                        <a:gd name="connsiteX1-633" fmla="*/ 8145760 w 8167828"/>
                        <a:gd name="connsiteY1-634" fmla="*/ 1686913 h 3027228"/>
                        <a:gd name="connsiteX2-635" fmla="*/ 4123353 w 8167828"/>
                        <a:gd name="connsiteY2-636" fmla="*/ 3026474 h 3027228"/>
                        <a:gd name="connsiteX3-637" fmla="*/ 2295 w 8167828"/>
                        <a:gd name="connsiteY3-638" fmla="*/ 1577910 h 3027228"/>
                        <a:gd name="connsiteX4-639" fmla="*/ 767 w 8167828"/>
                        <a:gd name="connsiteY4-640" fmla="*/ 106969 h 3027228"/>
                        <a:gd name="connsiteX5-641" fmla="*/ 4068271 w 8167828"/>
                        <a:gd name="connsiteY5-642" fmla="*/ 1525866 h 3027228"/>
                        <a:gd name="connsiteX6-643" fmla="*/ 8167828 w 8167828"/>
                        <a:gd name="connsiteY6-644" fmla="*/ 0 h 3027228"/>
                        <a:gd name="connsiteX0-645" fmla="*/ 8156794 w 8156794"/>
                        <a:gd name="connsiteY0-646" fmla="*/ 0 h 2933483"/>
                        <a:gd name="connsiteX1-647" fmla="*/ 8145760 w 8156794"/>
                        <a:gd name="connsiteY1-648" fmla="*/ 1593168 h 2933483"/>
                        <a:gd name="connsiteX2-649" fmla="*/ 4123353 w 8156794"/>
                        <a:gd name="connsiteY2-650" fmla="*/ 2932729 h 2933483"/>
                        <a:gd name="connsiteX3-651" fmla="*/ 2295 w 8156794"/>
                        <a:gd name="connsiteY3-652" fmla="*/ 1484165 h 2933483"/>
                        <a:gd name="connsiteX4-653" fmla="*/ 767 w 8156794"/>
                        <a:gd name="connsiteY4-654" fmla="*/ 13224 h 2933483"/>
                        <a:gd name="connsiteX5-655" fmla="*/ 4068271 w 8156794"/>
                        <a:gd name="connsiteY5-656" fmla="*/ 1432121 h 2933483"/>
                        <a:gd name="connsiteX6-657" fmla="*/ 8156794 w 8156794"/>
                        <a:gd name="connsiteY6-658" fmla="*/ 0 h 2933483"/>
                        <a:gd name="connsiteX0-659" fmla="*/ 8156794 w 8156794"/>
                        <a:gd name="connsiteY0-660" fmla="*/ 0 h 2933483"/>
                        <a:gd name="connsiteX1-661" fmla="*/ 8145760 w 8156794"/>
                        <a:gd name="connsiteY1-662" fmla="*/ 1593168 h 2933483"/>
                        <a:gd name="connsiteX2-663" fmla="*/ 4123353 w 8156794"/>
                        <a:gd name="connsiteY2-664" fmla="*/ 2932729 h 2933483"/>
                        <a:gd name="connsiteX3-665" fmla="*/ 2295 w 8156794"/>
                        <a:gd name="connsiteY3-666" fmla="*/ 1484165 h 2933483"/>
                        <a:gd name="connsiteX4-667" fmla="*/ 767 w 8156794"/>
                        <a:gd name="connsiteY4-668" fmla="*/ 13224 h 2933483"/>
                        <a:gd name="connsiteX5-669" fmla="*/ 4068271 w 8156794"/>
                        <a:gd name="connsiteY5-670" fmla="*/ 1432121 h 2933483"/>
                        <a:gd name="connsiteX6-671" fmla="*/ 8156794 w 8156794"/>
                        <a:gd name="connsiteY6-672" fmla="*/ 0 h 2933483"/>
                        <a:gd name="connsiteX0-673" fmla="*/ 8123689 w 8145760"/>
                        <a:gd name="connsiteY0-674" fmla="*/ 13560 h 2920259"/>
                        <a:gd name="connsiteX1-675" fmla="*/ 8145760 w 8145760"/>
                        <a:gd name="connsiteY1-676" fmla="*/ 1579944 h 2920259"/>
                        <a:gd name="connsiteX2-677" fmla="*/ 4123353 w 8145760"/>
                        <a:gd name="connsiteY2-678" fmla="*/ 2919505 h 2920259"/>
                        <a:gd name="connsiteX3-679" fmla="*/ 2295 w 8145760"/>
                        <a:gd name="connsiteY3-680" fmla="*/ 1470941 h 2920259"/>
                        <a:gd name="connsiteX4-681" fmla="*/ 767 w 8145760"/>
                        <a:gd name="connsiteY4-682" fmla="*/ 0 h 2920259"/>
                        <a:gd name="connsiteX5-683" fmla="*/ 4068271 w 8145760"/>
                        <a:gd name="connsiteY5-684" fmla="*/ 1418897 h 2920259"/>
                        <a:gd name="connsiteX6-685" fmla="*/ 8123689 w 8145760"/>
                        <a:gd name="connsiteY6-686" fmla="*/ 13560 h 2920259"/>
                        <a:gd name="connsiteX0-687" fmla="*/ 8178863 w 8178863"/>
                        <a:gd name="connsiteY0-688" fmla="*/ 26952 h 2920259"/>
                        <a:gd name="connsiteX1-689" fmla="*/ 8145760 w 8178863"/>
                        <a:gd name="connsiteY1-690" fmla="*/ 1579944 h 2920259"/>
                        <a:gd name="connsiteX2-691" fmla="*/ 4123353 w 8178863"/>
                        <a:gd name="connsiteY2-692" fmla="*/ 2919505 h 2920259"/>
                        <a:gd name="connsiteX3-693" fmla="*/ 2295 w 8178863"/>
                        <a:gd name="connsiteY3-694" fmla="*/ 1470941 h 2920259"/>
                        <a:gd name="connsiteX4-695" fmla="*/ 767 w 8178863"/>
                        <a:gd name="connsiteY4-696" fmla="*/ 0 h 2920259"/>
                        <a:gd name="connsiteX5-697" fmla="*/ 4068271 w 8178863"/>
                        <a:gd name="connsiteY5-698" fmla="*/ 1418897 h 2920259"/>
                        <a:gd name="connsiteX6-699" fmla="*/ 8178863 w 8178863"/>
                        <a:gd name="connsiteY6-700" fmla="*/ 26952 h 2920259"/>
                        <a:gd name="connsiteX0-701" fmla="*/ 8167827 w 8167827"/>
                        <a:gd name="connsiteY0-702" fmla="*/ 40343 h 2920259"/>
                        <a:gd name="connsiteX1-703" fmla="*/ 8145760 w 8167827"/>
                        <a:gd name="connsiteY1-704" fmla="*/ 1579944 h 2920259"/>
                        <a:gd name="connsiteX2-705" fmla="*/ 4123353 w 8167827"/>
                        <a:gd name="connsiteY2-706" fmla="*/ 2919505 h 2920259"/>
                        <a:gd name="connsiteX3-707" fmla="*/ 2295 w 8167827"/>
                        <a:gd name="connsiteY3-708" fmla="*/ 1470941 h 2920259"/>
                        <a:gd name="connsiteX4-709" fmla="*/ 767 w 8167827"/>
                        <a:gd name="connsiteY4-710" fmla="*/ 0 h 2920259"/>
                        <a:gd name="connsiteX5-711" fmla="*/ 4068271 w 8167827"/>
                        <a:gd name="connsiteY5-712" fmla="*/ 1418897 h 2920259"/>
                        <a:gd name="connsiteX6-713" fmla="*/ 8167827 w 8167827"/>
                        <a:gd name="connsiteY6-714" fmla="*/ 40343 h 2920259"/>
                        <a:gd name="connsiteX0-715" fmla="*/ 8123687 w 8145760"/>
                        <a:gd name="connsiteY0-716" fmla="*/ 53735 h 2920259"/>
                        <a:gd name="connsiteX1-717" fmla="*/ 8145760 w 8145760"/>
                        <a:gd name="connsiteY1-718" fmla="*/ 1579944 h 2920259"/>
                        <a:gd name="connsiteX2-719" fmla="*/ 4123353 w 8145760"/>
                        <a:gd name="connsiteY2-720" fmla="*/ 2919505 h 2920259"/>
                        <a:gd name="connsiteX3-721" fmla="*/ 2295 w 8145760"/>
                        <a:gd name="connsiteY3-722" fmla="*/ 1470941 h 2920259"/>
                        <a:gd name="connsiteX4-723" fmla="*/ 767 w 8145760"/>
                        <a:gd name="connsiteY4-724" fmla="*/ 0 h 2920259"/>
                        <a:gd name="connsiteX5-725" fmla="*/ 4068271 w 8145760"/>
                        <a:gd name="connsiteY5-726" fmla="*/ 1418897 h 2920259"/>
                        <a:gd name="connsiteX6-727" fmla="*/ 8123687 w 8145760"/>
                        <a:gd name="connsiteY6-728" fmla="*/ 53735 h 2920259"/>
                        <a:gd name="connsiteX0-729" fmla="*/ 8161918 w 8161918"/>
                        <a:gd name="connsiteY0-730" fmla="*/ 0 h 2943855"/>
                        <a:gd name="connsiteX1-731" fmla="*/ 8145760 w 8161918"/>
                        <a:gd name="connsiteY1-732" fmla="*/ 1603540 h 2943855"/>
                        <a:gd name="connsiteX2-733" fmla="*/ 4123353 w 8161918"/>
                        <a:gd name="connsiteY2-734" fmla="*/ 2943101 h 2943855"/>
                        <a:gd name="connsiteX3-735" fmla="*/ 2295 w 8161918"/>
                        <a:gd name="connsiteY3-736" fmla="*/ 1494537 h 2943855"/>
                        <a:gd name="connsiteX4-737" fmla="*/ 767 w 8161918"/>
                        <a:gd name="connsiteY4-738" fmla="*/ 23596 h 2943855"/>
                        <a:gd name="connsiteX5-739" fmla="*/ 4068271 w 8161918"/>
                        <a:gd name="connsiteY5-740" fmla="*/ 1442493 h 2943855"/>
                        <a:gd name="connsiteX6-741" fmla="*/ 8161918 w 8161918"/>
                        <a:gd name="connsiteY6-742" fmla="*/ 0 h 2943855"/>
                        <a:gd name="connsiteX0-743" fmla="*/ 8144926 w 8145760"/>
                        <a:gd name="connsiteY0-744" fmla="*/ 43424 h 2920259"/>
                        <a:gd name="connsiteX1-745" fmla="*/ 8145760 w 8145760"/>
                        <a:gd name="connsiteY1-746" fmla="*/ 1579944 h 2920259"/>
                        <a:gd name="connsiteX2-747" fmla="*/ 4123353 w 8145760"/>
                        <a:gd name="connsiteY2-748" fmla="*/ 2919505 h 2920259"/>
                        <a:gd name="connsiteX3-749" fmla="*/ 2295 w 8145760"/>
                        <a:gd name="connsiteY3-750" fmla="*/ 1470941 h 2920259"/>
                        <a:gd name="connsiteX4-751" fmla="*/ 767 w 8145760"/>
                        <a:gd name="connsiteY4-752" fmla="*/ 0 h 2920259"/>
                        <a:gd name="connsiteX5-753" fmla="*/ 4068271 w 8145760"/>
                        <a:gd name="connsiteY5-754" fmla="*/ 1418897 h 2920259"/>
                        <a:gd name="connsiteX6-755" fmla="*/ 8144926 w 8145760"/>
                        <a:gd name="connsiteY6-756" fmla="*/ 43424 h 2920259"/>
                        <a:gd name="connsiteX0-757" fmla="*/ 8161918 w 8161918"/>
                        <a:gd name="connsiteY0-758" fmla="*/ 0 h 2959321"/>
                        <a:gd name="connsiteX1-759" fmla="*/ 8145760 w 8161918"/>
                        <a:gd name="connsiteY1-760" fmla="*/ 1619006 h 2959321"/>
                        <a:gd name="connsiteX2-761" fmla="*/ 4123353 w 8161918"/>
                        <a:gd name="connsiteY2-762" fmla="*/ 2958567 h 2959321"/>
                        <a:gd name="connsiteX3-763" fmla="*/ 2295 w 8161918"/>
                        <a:gd name="connsiteY3-764" fmla="*/ 1510003 h 2959321"/>
                        <a:gd name="connsiteX4-765" fmla="*/ 767 w 8161918"/>
                        <a:gd name="connsiteY4-766" fmla="*/ 39062 h 2959321"/>
                        <a:gd name="connsiteX5-767" fmla="*/ 4068271 w 8161918"/>
                        <a:gd name="connsiteY5-768" fmla="*/ 1457959 h 2959321"/>
                        <a:gd name="connsiteX6-769" fmla="*/ 8161918 w 8161918"/>
                        <a:gd name="connsiteY6-770" fmla="*/ 0 h 2959321"/>
                        <a:gd name="connsiteX0-771" fmla="*/ 8161918 w 8162752"/>
                        <a:gd name="connsiteY0-772" fmla="*/ 0 h 2959488"/>
                        <a:gd name="connsiteX1-773" fmla="*/ 8162752 w 8162752"/>
                        <a:gd name="connsiteY1-774" fmla="*/ 1629317 h 2959488"/>
                        <a:gd name="connsiteX2-775" fmla="*/ 4123353 w 8162752"/>
                        <a:gd name="connsiteY2-776" fmla="*/ 2958567 h 2959488"/>
                        <a:gd name="connsiteX3-777" fmla="*/ 2295 w 8162752"/>
                        <a:gd name="connsiteY3-778" fmla="*/ 1510003 h 2959488"/>
                        <a:gd name="connsiteX4-779" fmla="*/ 767 w 8162752"/>
                        <a:gd name="connsiteY4-780" fmla="*/ 39062 h 2959488"/>
                        <a:gd name="connsiteX5-781" fmla="*/ 4068271 w 8162752"/>
                        <a:gd name="connsiteY5-782" fmla="*/ 1457959 h 2959488"/>
                        <a:gd name="connsiteX6-783" fmla="*/ 8161918 w 8162752"/>
                        <a:gd name="connsiteY6-784" fmla="*/ 0 h 2959488"/>
                        <a:gd name="connsiteX0-785" fmla="*/ 8165930 w 8166764"/>
                        <a:gd name="connsiteY0-786" fmla="*/ 7337 h 2966825"/>
                        <a:gd name="connsiteX1-787" fmla="*/ 8166764 w 8166764"/>
                        <a:gd name="connsiteY1-788" fmla="*/ 1636654 h 2966825"/>
                        <a:gd name="connsiteX2-789" fmla="*/ 4127365 w 8166764"/>
                        <a:gd name="connsiteY2-790" fmla="*/ 2965904 h 2966825"/>
                        <a:gd name="connsiteX3-791" fmla="*/ 6307 w 8166764"/>
                        <a:gd name="connsiteY3-792" fmla="*/ 1517340 h 2966825"/>
                        <a:gd name="connsiteX4-793" fmla="*/ 532 w 8166764"/>
                        <a:gd name="connsiteY4-794" fmla="*/ 0 h 2966825"/>
                        <a:gd name="connsiteX5-795" fmla="*/ 4072283 w 8166764"/>
                        <a:gd name="connsiteY5-796" fmla="*/ 1465296 h 2966825"/>
                        <a:gd name="connsiteX6-797" fmla="*/ 8165930 w 8166764"/>
                        <a:gd name="connsiteY6-798" fmla="*/ 7337 h 2966825"/>
                        <a:gd name="connsiteX0-799" fmla="*/ 8168119 w 8168953"/>
                        <a:gd name="connsiteY0-800" fmla="*/ 7337 h 2966682"/>
                        <a:gd name="connsiteX1-801" fmla="*/ 8168953 w 8168953"/>
                        <a:gd name="connsiteY1-802" fmla="*/ 1636654 h 2966682"/>
                        <a:gd name="connsiteX2-803" fmla="*/ 4129554 w 8168953"/>
                        <a:gd name="connsiteY2-804" fmla="*/ 2965904 h 2966682"/>
                        <a:gd name="connsiteX3-805" fmla="*/ 0 w 8168953"/>
                        <a:gd name="connsiteY3-806" fmla="*/ 1527651 h 2966682"/>
                        <a:gd name="connsiteX4-807" fmla="*/ 2721 w 8168953"/>
                        <a:gd name="connsiteY4-808" fmla="*/ 0 h 2966682"/>
                        <a:gd name="connsiteX5-809" fmla="*/ 4074472 w 8168953"/>
                        <a:gd name="connsiteY5-810" fmla="*/ 1465296 h 2966682"/>
                        <a:gd name="connsiteX6-811" fmla="*/ 8168119 w 8168953"/>
                        <a:gd name="connsiteY6-812" fmla="*/ 7337 h 2966682"/>
                        <a:gd name="connsiteX0-813" fmla="*/ 8168119 w 8168953"/>
                        <a:gd name="connsiteY0-814" fmla="*/ 7337 h 3100377"/>
                        <a:gd name="connsiteX1-815" fmla="*/ 8168953 w 8168953"/>
                        <a:gd name="connsiteY1-816" fmla="*/ 1636654 h 3100377"/>
                        <a:gd name="connsiteX2-817" fmla="*/ 4118520 w 8168953"/>
                        <a:gd name="connsiteY2-818" fmla="*/ 3099826 h 3100377"/>
                        <a:gd name="connsiteX3-819" fmla="*/ 0 w 8168953"/>
                        <a:gd name="connsiteY3-820" fmla="*/ 1527651 h 3100377"/>
                        <a:gd name="connsiteX4-821" fmla="*/ 2721 w 8168953"/>
                        <a:gd name="connsiteY4-822" fmla="*/ 0 h 3100377"/>
                        <a:gd name="connsiteX5-823" fmla="*/ 4074472 w 8168953"/>
                        <a:gd name="connsiteY5-824" fmla="*/ 1465296 h 3100377"/>
                        <a:gd name="connsiteX6-825" fmla="*/ 8168119 w 8168953"/>
                        <a:gd name="connsiteY6-826" fmla="*/ 7337 h 3100377"/>
                        <a:gd name="connsiteX0-827" fmla="*/ 8168119 w 8168953"/>
                        <a:gd name="connsiteY0-828" fmla="*/ 7337 h 3100429"/>
                        <a:gd name="connsiteX1-829" fmla="*/ 8168953 w 8168953"/>
                        <a:gd name="connsiteY1-830" fmla="*/ 1636654 h 3100429"/>
                        <a:gd name="connsiteX2-831" fmla="*/ 4118520 w 8168953"/>
                        <a:gd name="connsiteY2-832" fmla="*/ 3099826 h 3100429"/>
                        <a:gd name="connsiteX3-833" fmla="*/ 0 w 8168953"/>
                        <a:gd name="connsiteY3-834" fmla="*/ 1527651 h 3100429"/>
                        <a:gd name="connsiteX4-835" fmla="*/ 2721 w 8168953"/>
                        <a:gd name="connsiteY4-836" fmla="*/ 0 h 3100429"/>
                        <a:gd name="connsiteX5-837" fmla="*/ 4074472 w 8168953"/>
                        <a:gd name="connsiteY5-838" fmla="*/ 1465296 h 3100429"/>
                        <a:gd name="connsiteX6-839" fmla="*/ 8168119 w 8168953"/>
                        <a:gd name="connsiteY6-840" fmla="*/ 7337 h 3100429"/>
                        <a:gd name="connsiteX0-841" fmla="*/ 8165849 w 8166683"/>
                        <a:gd name="connsiteY0-842" fmla="*/ 7337 h 3099826"/>
                        <a:gd name="connsiteX1-843" fmla="*/ 8166683 w 8166683"/>
                        <a:gd name="connsiteY1-844" fmla="*/ 1636654 h 3099826"/>
                        <a:gd name="connsiteX2-845" fmla="*/ 4116250 w 8166683"/>
                        <a:gd name="connsiteY2-846" fmla="*/ 3099826 h 3099826"/>
                        <a:gd name="connsiteX3-847" fmla="*/ 8764 w 8166683"/>
                        <a:gd name="connsiteY3-848" fmla="*/ 1634789 h 3099826"/>
                        <a:gd name="connsiteX4-849" fmla="*/ 451 w 8166683"/>
                        <a:gd name="connsiteY4-850" fmla="*/ 0 h 3099826"/>
                        <a:gd name="connsiteX5-851" fmla="*/ 4072202 w 8166683"/>
                        <a:gd name="connsiteY5-852" fmla="*/ 1465296 h 3099826"/>
                        <a:gd name="connsiteX6-853" fmla="*/ 8165849 w 8166683"/>
                        <a:gd name="connsiteY6-854" fmla="*/ 7337 h 3099826"/>
                        <a:gd name="connsiteX0-855" fmla="*/ 8165849 w 8166683"/>
                        <a:gd name="connsiteY0-856" fmla="*/ 7337 h 3099826"/>
                        <a:gd name="connsiteX1-857" fmla="*/ 8166683 w 8166683"/>
                        <a:gd name="connsiteY1-858" fmla="*/ 1636654 h 3099826"/>
                        <a:gd name="connsiteX2-859" fmla="*/ 4116250 w 8166683"/>
                        <a:gd name="connsiteY2-860" fmla="*/ 3099826 h 3099826"/>
                        <a:gd name="connsiteX3-861" fmla="*/ 8764 w 8166683"/>
                        <a:gd name="connsiteY3-862" fmla="*/ 1634789 h 3099826"/>
                        <a:gd name="connsiteX4-863" fmla="*/ 451 w 8166683"/>
                        <a:gd name="connsiteY4-864" fmla="*/ 0 h 3099826"/>
                        <a:gd name="connsiteX5-865" fmla="*/ 4072202 w 8166683"/>
                        <a:gd name="connsiteY5-866" fmla="*/ 1465296 h 3099826"/>
                        <a:gd name="connsiteX6-867" fmla="*/ 8165849 w 8166683"/>
                        <a:gd name="connsiteY6-868" fmla="*/ 7337 h 3099826"/>
                        <a:gd name="connsiteX0-869" fmla="*/ 8165849 w 8166683"/>
                        <a:gd name="connsiteY0-870" fmla="*/ 7337 h 3099826"/>
                        <a:gd name="connsiteX1-871" fmla="*/ 8166683 w 8166683"/>
                        <a:gd name="connsiteY1-872" fmla="*/ 1636654 h 3099826"/>
                        <a:gd name="connsiteX2-873" fmla="*/ 4116250 w 8166683"/>
                        <a:gd name="connsiteY2-874" fmla="*/ 3099826 h 3099826"/>
                        <a:gd name="connsiteX3-875" fmla="*/ 8764 w 8166683"/>
                        <a:gd name="connsiteY3-876" fmla="*/ 1634789 h 3099826"/>
                        <a:gd name="connsiteX4-877" fmla="*/ 451 w 8166683"/>
                        <a:gd name="connsiteY4-878" fmla="*/ 0 h 3099826"/>
                        <a:gd name="connsiteX5-879" fmla="*/ 4061168 w 8166683"/>
                        <a:gd name="connsiteY5-880" fmla="*/ 1438511 h 3099826"/>
                        <a:gd name="connsiteX6-881" fmla="*/ 8165849 w 8166683"/>
                        <a:gd name="connsiteY6-882" fmla="*/ 7337 h 3099826"/>
                        <a:gd name="connsiteX0-883" fmla="*/ 8165849 w 8166683"/>
                        <a:gd name="connsiteY0-884" fmla="*/ 7337 h 3099826"/>
                        <a:gd name="connsiteX1-885" fmla="*/ 8166683 w 8166683"/>
                        <a:gd name="connsiteY1-886" fmla="*/ 1636654 h 3099826"/>
                        <a:gd name="connsiteX2-887" fmla="*/ 4116250 w 8166683"/>
                        <a:gd name="connsiteY2-888" fmla="*/ 3099826 h 3099826"/>
                        <a:gd name="connsiteX3-889" fmla="*/ 8764 w 8166683"/>
                        <a:gd name="connsiteY3-890" fmla="*/ 1634789 h 3099826"/>
                        <a:gd name="connsiteX4-891" fmla="*/ 451 w 8166683"/>
                        <a:gd name="connsiteY4-892" fmla="*/ 0 h 3099826"/>
                        <a:gd name="connsiteX5-893" fmla="*/ 4061168 w 8166683"/>
                        <a:gd name="connsiteY5-894" fmla="*/ 1438511 h 3099826"/>
                        <a:gd name="connsiteX6-895" fmla="*/ 8165849 w 8166683"/>
                        <a:gd name="connsiteY6-896" fmla="*/ 7337 h 309982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</a:cxnLst>
                      <a:rect l="l" t="t" r="r" b="b"/>
                      <a:pathLst>
                        <a:path w="8166683" h="3099826">
                          <a:moveTo>
                            <a:pt x="8165849" y="7337"/>
                          </a:moveTo>
                          <a:lnTo>
                            <a:pt x="8166683" y="1636654"/>
                          </a:lnTo>
                          <a:cubicBezTo>
                            <a:pt x="7917761" y="2728489"/>
                            <a:pt x="5475903" y="3100137"/>
                            <a:pt x="4116250" y="3099826"/>
                          </a:cubicBezTo>
                          <a:cubicBezTo>
                            <a:pt x="2756597" y="3099515"/>
                            <a:pt x="245424" y="2744647"/>
                            <a:pt x="8764" y="1634789"/>
                          </a:cubicBezTo>
                          <a:cubicBezTo>
                            <a:pt x="11928" y="1215900"/>
                            <a:pt x="-2713" y="418889"/>
                            <a:pt x="451" y="0"/>
                          </a:cubicBezTo>
                          <a:cubicBezTo>
                            <a:pt x="385485" y="953840"/>
                            <a:pt x="2700268" y="1437288"/>
                            <a:pt x="4061168" y="1438511"/>
                          </a:cubicBezTo>
                          <a:cubicBezTo>
                            <a:pt x="5422068" y="1439734"/>
                            <a:pt x="7793228" y="1089449"/>
                            <a:pt x="8165849" y="7337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     </a:t>
                      </a: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49" name="Oval 348"/>
                    <p:cNvSpPr/>
                    <p:nvPr/>
                  </p:nvSpPr>
                  <p:spPr>
                    <a:xfrm>
                      <a:off x="7494729" y="2774731"/>
                      <a:ext cx="1480163" cy="579140"/>
                    </a:xfrm>
                    <a:prstGeom prst="ellipse">
                      <a:avLst/>
                    </a:pr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</a:t>
                      </a: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grpSp>
                  <p:nvGrpSpPr>
                    <p:cNvPr id="350" name="Group 349"/>
                    <p:cNvGrpSpPr/>
                    <p:nvPr/>
                  </p:nvGrpSpPr>
                  <p:grpSpPr>
                    <a:xfrm>
                      <a:off x="7713663" y="2848339"/>
                      <a:ext cx="1042107" cy="425543"/>
                      <a:chOff x="7786941" y="2884917"/>
                      <a:chExt cx="897649" cy="353919"/>
                    </a:xfrm>
                  </p:grpSpPr>
                  <p:sp>
                    <p:nvSpPr>
                      <p:cNvPr id="351" name="Freeform 350"/>
                      <p:cNvSpPr/>
                      <p:nvPr/>
                    </p:nvSpPr>
                    <p:spPr>
                      <a:xfrm>
                        <a:off x="7811770" y="28849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-1" fmla="*/ 3725333 w 4641485"/>
                          <a:gd name="connsiteY0-2" fmla="*/ 0 h 1049866"/>
                          <a:gd name="connsiteX1-3" fmla="*/ 4641485 w 4641485"/>
                          <a:gd name="connsiteY1-4" fmla="*/ 239402 h 1049866"/>
                          <a:gd name="connsiteX2-5" fmla="*/ 3962400 w 4641485"/>
                          <a:gd name="connsiteY2-6" fmla="*/ 541866 h 1049866"/>
                          <a:gd name="connsiteX3-7" fmla="*/ 3742267 w 4641485"/>
                          <a:gd name="connsiteY3-8" fmla="*/ 457200 h 1049866"/>
                          <a:gd name="connsiteX4-9" fmla="*/ 2269067 w 4641485"/>
                          <a:gd name="connsiteY4-10" fmla="*/ 1049866 h 1049866"/>
                          <a:gd name="connsiteX5-11" fmla="*/ 880533 w 4641485"/>
                          <a:gd name="connsiteY5-12" fmla="*/ 457200 h 1049866"/>
                          <a:gd name="connsiteX6-13" fmla="*/ 592667 w 4641485"/>
                          <a:gd name="connsiteY6-14" fmla="*/ 541866 h 1049866"/>
                          <a:gd name="connsiteX7-15" fmla="*/ 0 w 4641485"/>
                          <a:gd name="connsiteY7-16" fmla="*/ 254000 h 1049866"/>
                          <a:gd name="connsiteX8-17" fmla="*/ 880533 w 4641485"/>
                          <a:gd name="connsiteY8-18" fmla="*/ 16933 h 1049866"/>
                          <a:gd name="connsiteX9-19" fmla="*/ 2302933 w 4641485"/>
                          <a:gd name="connsiteY9-20" fmla="*/ 626533 h 1049866"/>
                          <a:gd name="connsiteX10-21" fmla="*/ 3725333 w 4641485"/>
                          <a:gd name="connsiteY10-22" fmla="*/ 0 h 1049866"/>
                          <a:gd name="connsiteX0-23" fmla="*/ 3756864 w 4673016"/>
                          <a:gd name="connsiteY0-24" fmla="*/ 0 h 1049866"/>
                          <a:gd name="connsiteX1-25" fmla="*/ 4673016 w 4673016"/>
                          <a:gd name="connsiteY1-26" fmla="*/ 239402 h 1049866"/>
                          <a:gd name="connsiteX2-27" fmla="*/ 3993931 w 4673016"/>
                          <a:gd name="connsiteY2-28" fmla="*/ 541866 h 1049866"/>
                          <a:gd name="connsiteX3-29" fmla="*/ 3773798 w 4673016"/>
                          <a:gd name="connsiteY3-30" fmla="*/ 457200 h 1049866"/>
                          <a:gd name="connsiteX4-31" fmla="*/ 2300598 w 4673016"/>
                          <a:gd name="connsiteY4-32" fmla="*/ 1049866 h 1049866"/>
                          <a:gd name="connsiteX5-33" fmla="*/ 912064 w 4673016"/>
                          <a:gd name="connsiteY5-34" fmla="*/ 457200 h 1049866"/>
                          <a:gd name="connsiteX6-35" fmla="*/ 624198 w 4673016"/>
                          <a:gd name="connsiteY6-36" fmla="*/ 541866 h 1049866"/>
                          <a:gd name="connsiteX7-37" fmla="*/ 0 w 4673016"/>
                          <a:gd name="connsiteY7-38" fmla="*/ 232979 h 1049866"/>
                          <a:gd name="connsiteX8-39" fmla="*/ 912064 w 4673016"/>
                          <a:gd name="connsiteY8-40" fmla="*/ 16933 h 1049866"/>
                          <a:gd name="connsiteX9-41" fmla="*/ 2334464 w 4673016"/>
                          <a:gd name="connsiteY9-42" fmla="*/ 626533 h 1049866"/>
                          <a:gd name="connsiteX10-43" fmla="*/ 3756864 w 4673016"/>
                          <a:gd name="connsiteY10-44" fmla="*/ 0 h 1049866"/>
                          <a:gd name="connsiteX0-45" fmla="*/ 3756864 w 4673016"/>
                          <a:gd name="connsiteY0-46" fmla="*/ 0 h 1049866"/>
                          <a:gd name="connsiteX1-47" fmla="*/ 4673016 w 4673016"/>
                          <a:gd name="connsiteY1-48" fmla="*/ 239402 h 1049866"/>
                          <a:gd name="connsiteX2-49" fmla="*/ 3993931 w 4673016"/>
                          <a:gd name="connsiteY2-50" fmla="*/ 541866 h 1049866"/>
                          <a:gd name="connsiteX3-51" fmla="*/ 3784308 w 4673016"/>
                          <a:gd name="connsiteY3-52" fmla="*/ 404648 h 1049866"/>
                          <a:gd name="connsiteX4-53" fmla="*/ 2300598 w 4673016"/>
                          <a:gd name="connsiteY4-54" fmla="*/ 1049866 h 1049866"/>
                          <a:gd name="connsiteX5-55" fmla="*/ 912064 w 4673016"/>
                          <a:gd name="connsiteY5-56" fmla="*/ 457200 h 1049866"/>
                          <a:gd name="connsiteX6-57" fmla="*/ 624198 w 4673016"/>
                          <a:gd name="connsiteY6-58" fmla="*/ 541866 h 1049866"/>
                          <a:gd name="connsiteX7-59" fmla="*/ 0 w 4673016"/>
                          <a:gd name="connsiteY7-60" fmla="*/ 232979 h 1049866"/>
                          <a:gd name="connsiteX8-61" fmla="*/ 912064 w 4673016"/>
                          <a:gd name="connsiteY8-62" fmla="*/ 16933 h 1049866"/>
                          <a:gd name="connsiteX9-63" fmla="*/ 2334464 w 4673016"/>
                          <a:gd name="connsiteY9-64" fmla="*/ 626533 h 1049866"/>
                          <a:gd name="connsiteX10-65" fmla="*/ 3756864 w 4673016"/>
                          <a:gd name="connsiteY10-66" fmla="*/ 0 h 1049866"/>
                          <a:gd name="connsiteX0-67" fmla="*/ 3756864 w 4673016"/>
                          <a:gd name="connsiteY0-68" fmla="*/ 0 h 1049866"/>
                          <a:gd name="connsiteX1-69" fmla="*/ 4673016 w 4673016"/>
                          <a:gd name="connsiteY1-70" fmla="*/ 239402 h 1049866"/>
                          <a:gd name="connsiteX2-71" fmla="*/ 3993931 w 4673016"/>
                          <a:gd name="connsiteY2-72" fmla="*/ 541866 h 1049866"/>
                          <a:gd name="connsiteX3-73" fmla="*/ 3794818 w 4673016"/>
                          <a:gd name="connsiteY3-74" fmla="*/ 436179 h 1049866"/>
                          <a:gd name="connsiteX4-75" fmla="*/ 2300598 w 4673016"/>
                          <a:gd name="connsiteY4-76" fmla="*/ 1049866 h 1049866"/>
                          <a:gd name="connsiteX5-77" fmla="*/ 912064 w 4673016"/>
                          <a:gd name="connsiteY5-78" fmla="*/ 457200 h 1049866"/>
                          <a:gd name="connsiteX6-79" fmla="*/ 624198 w 4673016"/>
                          <a:gd name="connsiteY6-80" fmla="*/ 541866 h 1049866"/>
                          <a:gd name="connsiteX7-81" fmla="*/ 0 w 4673016"/>
                          <a:gd name="connsiteY7-82" fmla="*/ 232979 h 1049866"/>
                          <a:gd name="connsiteX8-83" fmla="*/ 912064 w 4673016"/>
                          <a:gd name="connsiteY8-84" fmla="*/ 16933 h 1049866"/>
                          <a:gd name="connsiteX9-85" fmla="*/ 2334464 w 4673016"/>
                          <a:gd name="connsiteY9-86" fmla="*/ 626533 h 1049866"/>
                          <a:gd name="connsiteX10-87" fmla="*/ 3756864 w 4673016"/>
                          <a:gd name="connsiteY10-88" fmla="*/ 0 h 1049866"/>
                          <a:gd name="connsiteX0-89" fmla="*/ 3756864 w 4673016"/>
                          <a:gd name="connsiteY0-90" fmla="*/ 0 h 1049866"/>
                          <a:gd name="connsiteX1-91" fmla="*/ 4673016 w 4673016"/>
                          <a:gd name="connsiteY1-92" fmla="*/ 239402 h 1049866"/>
                          <a:gd name="connsiteX2-93" fmla="*/ 3993931 w 4673016"/>
                          <a:gd name="connsiteY2-94" fmla="*/ 541866 h 1049866"/>
                          <a:gd name="connsiteX3-95" fmla="*/ 3794818 w 4673016"/>
                          <a:gd name="connsiteY3-96" fmla="*/ 436179 h 1049866"/>
                          <a:gd name="connsiteX4-97" fmla="*/ 2300598 w 4673016"/>
                          <a:gd name="connsiteY4-98" fmla="*/ 1049866 h 1049866"/>
                          <a:gd name="connsiteX5-99" fmla="*/ 912064 w 4673016"/>
                          <a:gd name="connsiteY5-100" fmla="*/ 457200 h 1049866"/>
                          <a:gd name="connsiteX6-101" fmla="*/ 624198 w 4673016"/>
                          <a:gd name="connsiteY6-102" fmla="*/ 541866 h 1049866"/>
                          <a:gd name="connsiteX7-103" fmla="*/ 0 w 4673016"/>
                          <a:gd name="connsiteY7-104" fmla="*/ 232979 h 1049866"/>
                          <a:gd name="connsiteX8-105" fmla="*/ 912064 w 4673016"/>
                          <a:gd name="connsiteY8-106" fmla="*/ 16933 h 1049866"/>
                          <a:gd name="connsiteX9-107" fmla="*/ 2323954 w 4673016"/>
                          <a:gd name="connsiteY9-108" fmla="*/ 616023 h 1049866"/>
                          <a:gd name="connsiteX10-109" fmla="*/ 3756864 w 4673016"/>
                          <a:gd name="connsiteY10-110" fmla="*/ 0 h 1049866"/>
                          <a:gd name="connsiteX0-111" fmla="*/ 3756864 w 4673016"/>
                          <a:gd name="connsiteY0-112" fmla="*/ 0 h 1049866"/>
                          <a:gd name="connsiteX1-113" fmla="*/ 4673016 w 4673016"/>
                          <a:gd name="connsiteY1-114" fmla="*/ 239402 h 1049866"/>
                          <a:gd name="connsiteX2-115" fmla="*/ 3993931 w 4673016"/>
                          <a:gd name="connsiteY2-116" fmla="*/ 541866 h 1049866"/>
                          <a:gd name="connsiteX3-117" fmla="*/ 3794818 w 4673016"/>
                          <a:gd name="connsiteY3-118" fmla="*/ 436179 h 1049866"/>
                          <a:gd name="connsiteX4-119" fmla="*/ 2300598 w 4673016"/>
                          <a:gd name="connsiteY4-120" fmla="*/ 1049866 h 1049866"/>
                          <a:gd name="connsiteX5-121" fmla="*/ 912064 w 4673016"/>
                          <a:gd name="connsiteY5-122" fmla="*/ 457200 h 1049866"/>
                          <a:gd name="connsiteX6-123" fmla="*/ 624198 w 4673016"/>
                          <a:gd name="connsiteY6-124" fmla="*/ 541866 h 1049866"/>
                          <a:gd name="connsiteX7-125" fmla="*/ 0 w 4673016"/>
                          <a:gd name="connsiteY7-126" fmla="*/ 275021 h 1049866"/>
                          <a:gd name="connsiteX8-127" fmla="*/ 912064 w 4673016"/>
                          <a:gd name="connsiteY8-128" fmla="*/ 16933 h 1049866"/>
                          <a:gd name="connsiteX9-129" fmla="*/ 2323954 w 4673016"/>
                          <a:gd name="connsiteY9-130" fmla="*/ 616023 h 1049866"/>
                          <a:gd name="connsiteX10-131" fmla="*/ 3756864 w 4673016"/>
                          <a:gd name="connsiteY10-132" fmla="*/ 0 h 1049866"/>
                          <a:gd name="connsiteX0-133" fmla="*/ 3756864 w 4673016"/>
                          <a:gd name="connsiteY0-134" fmla="*/ 0 h 1049866"/>
                          <a:gd name="connsiteX1-135" fmla="*/ 4673016 w 4673016"/>
                          <a:gd name="connsiteY1-136" fmla="*/ 239402 h 1049866"/>
                          <a:gd name="connsiteX2-137" fmla="*/ 3993931 w 4673016"/>
                          <a:gd name="connsiteY2-138" fmla="*/ 541866 h 1049866"/>
                          <a:gd name="connsiteX3-139" fmla="*/ 3815839 w 4673016"/>
                          <a:gd name="connsiteY3-140" fmla="*/ 467710 h 1049866"/>
                          <a:gd name="connsiteX4-141" fmla="*/ 2300598 w 4673016"/>
                          <a:gd name="connsiteY4-142" fmla="*/ 1049866 h 1049866"/>
                          <a:gd name="connsiteX5-143" fmla="*/ 912064 w 4673016"/>
                          <a:gd name="connsiteY5-144" fmla="*/ 457200 h 1049866"/>
                          <a:gd name="connsiteX6-145" fmla="*/ 624198 w 4673016"/>
                          <a:gd name="connsiteY6-146" fmla="*/ 541866 h 1049866"/>
                          <a:gd name="connsiteX7-147" fmla="*/ 0 w 4673016"/>
                          <a:gd name="connsiteY7-148" fmla="*/ 275021 h 1049866"/>
                          <a:gd name="connsiteX8-149" fmla="*/ 912064 w 4673016"/>
                          <a:gd name="connsiteY8-150" fmla="*/ 16933 h 1049866"/>
                          <a:gd name="connsiteX9-151" fmla="*/ 2323954 w 4673016"/>
                          <a:gd name="connsiteY9-152" fmla="*/ 616023 h 1049866"/>
                          <a:gd name="connsiteX10-153" fmla="*/ 3756864 w 4673016"/>
                          <a:gd name="connsiteY10-154" fmla="*/ 0 h 1049866"/>
                        </a:gdLst>
                        <a:ahLst/>
                        <a:cxnLst>
                          <a:cxn ang="0">
                            <a:pos x="connsiteX0-1" y="connsiteY0-2"/>
                          </a:cxn>
                          <a:cxn ang="0">
                            <a:pos x="connsiteX1-3" y="connsiteY1-4"/>
                          </a:cxn>
                          <a:cxn ang="0">
                            <a:pos x="connsiteX2-5" y="connsiteY2-6"/>
                          </a:cxn>
                          <a:cxn ang="0">
                            <a:pos x="connsiteX3-7" y="connsiteY3-8"/>
                          </a:cxn>
                          <a:cxn ang="0">
                            <a:pos x="connsiteX4-9" y="connsiteY4-10"/>
                          </a:cxn>
                          <a:cxn ang="0">
                            <a:pos x="connsiteX5-11" y="connsiteY5-12"/>
                          </a:cxn>
                          <a:cxn ang="0">
                            <a:pos x="connsiteX6-13" y="connsiteY6-14"/>
                          </a:cxn>
                          <a:cxn ang="0">
                            <a:pos x="connsiteX7-15" y="connsiteY7-16"/>
                          </a:cxn>
                          <a:cxn ang="0">
                            <a:pos x="connsiteX8-17" y="connsiteY8-18"/>
                          </a:cxn>
                          <a:cxn ang="0">
                            <a:pos x="connsiteX9-19" y="connsiteY9-20"/>
                          </a:cxn>
                          <a:cxn ang="0">
                            <a:pos x="connsiteX10-21" y="connsiteY10-22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52" name="Freeform 351"/>
                      <p:cNvSpPr/>
                      <p:nvPr/>
                    </p:nvSpPr>
                    <p:spPr>
                      <a:xfrm>
                        <a:off x="8367548" y="30543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53" name="Freeform 352"/>
                      <p:cNvSpPr/>
                      <p:nvPr/>
                    </p:nvSpPr>
                    <p:spPr>
                      <a:xfrm>
                        <a:off x="7786941" y="30543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54" name="Freeform 353"/>
                      <p:cNvSpPr/>
                      <p:nvPr/>
                    </p:nvSpPr>
                    <p:spPr>
                      <a:xfrm>
                        <a:off x="7895013" y="29710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-1" fmla="*/ 168165 w 3731172"/>
                          <a:gd name="connsiteY0-2" fmla="*/ 73572 h 1418896"/>
                          <a:gd name="connsiteX1-3" fmla="*/ 451945 w 3731172"/>
                          <a:gd name="connsiteY1-4" fmla="*/ 0 h 1418896"/>
                          <a:gd name="connsiteX2-5" fmla="*/ 1881352 w 3731172"/>
                          <a:gd name="connsiteY2-6" fmla="*/ 599089 h 1418896"/>
                          <a:gd name="connsiteX3-7" fmla="*/ 3363310 w 3731172"/>
                          <a:gd name="connsiteY3-8" fmla="*/ 0 h 1418896"/>
                          <a:gd name="connsiteX4-9" fmla="*/ 3584027 w 3731172"/>
                          <a:gd name="connsiteY4-10" fmla="*/ 73572 h 1418896"/>
                          <a:gd name="connsiteX5-11" fmla="*/ 2627586 w 3731172"/>
                          <a:gd name="connsiteY5-12" fmla="*/ 441434 h 1418896"/>
                          <a:gd name="connsiteX6-13" fmla="*/ 2596055 w 3731172"/>
                          <a:gd name="connsiteY6-14" fmla="*/ 914400 h 1418896"/>
                          <a:gd name="connsiteX7-15" fmla="*/ 3731172 w 3731172"/>
                          <a:gd name="connsiteY7-16" fmla="*/ 1345324 h 1418896"/>
                          <a:gd name="connsiteX8-17" fmla="*/ 3447393 w 3731172"/>
                          <a:gd name="connsiteY8-18" fmla="*/ 1408386 h 1418896"/>
                          <a:gd name="connsiteX9-19" fmla="*/ 1870841 w 3731172"/>
                          <a:gd name="connsiteY9-20" fmla="*/ 746234 h 1418896"/>
                          <a:gd name="connsiteX10-21" fmla="*/ 262758 w 3731172"/>
                          <a:gd name="connsiteY10-22" fmla="*/ 1418896 h 1418896"/>
                          <a:gd name="connsiteX11-23" fmla="*/ 0 w 3731172"/>
                          <a:gd name="connsiteY11-24" fmla="*/ 1324303 h 1418896"/>
                          <a:gd name="connsiteX12-25" fmla="*/ 1145627 w 3731172"/>
                          <a:gd name="connsiteY12-26" fmla="*/ 882869 h 1418896"/>
                          <a:gd name="connsiteX13-27" fmla="*/ 1114096 w 3731172"/>
                          <a:gd name="connsiteY13-28" fmla="*/ 409903 h 1418896"/>
                          <a:gd name="connsiteX14-29" fmla="*/ 441434 w 3731172"/>
                          <a:gd name="connsiteY14-30" fmla="*/ 10510 h 1418896"/>
                          <a:gd name="connsiteX15-31" fmla="*/ 441434 w 3731172"/>
                          <a:gd name="connsiteY15-32" fmla="*/ 10510 h 1418896"/>
                          <a:gd name="connsiteX0-33" fmla="*/ 168165 w 3731172"/>
                          <a:gd name="connsiteY0-34" fmla="*/ 73572 h 1418896"/>
                          <a:gd name="connsiteX1-35" fmla="*/ 451945 w 3731172"/>
                          <a:gd name="connsiteY1-36" fmla="*/ 0 h 1418896"/>
                          <a:gd name="connsiteX2-37" fmla="*/ 1881352 w 3731172"/>
                          <a:gd name="connsiteY2-38" fmla="*/ 599089 h 1418896"/>
                          <a:gd name="connsiteX3-39" fmla="*/ 3363310 w 3731172"/>
                          <a:gd name="connsiteY3-40" fmla="*/ 0 h 1418896"/>
                          <a:gd name="connsiteX4-41" fmla="*/ 3584027 w 3731172"/>
                          <a:gd name="connsiteY4-42" fmla="*/ 73572 h 1418896"/>
                          <a:gd name="connsiteX5-43" fmla="*/ 2627586 w 3731172"/>
                          <a:gd name="connsiteY5-44" fmla="*/ 441434 h 1418896"/>
                          <a:gd name="connsiteX6-45" fmla="*/ 2596055 w 3731172"/>
                          <a:gd name="connsiteY6-46" fmla="*/ 914400 h 1418896"/>
                          <a:gd name="connsiteX7-47" fmla="*/ 3731172 w 3731172"/>
                          <a:gd name="connsiteY7-48" fmla="*/ 1345324 h 1418896"/>
                          <a:gd name="connsiteX8-49" fmla="*/ 3447393 w 3731172"/>
                          <a:gd name="connsiteY8-50" fmla="*/ 1408386 h 1418896"/>
                          <a:gd name="connsiteX9-51" fmla="*/ 1870841 w 3731172"/>
                          <a:gd name="connsiteY9-52" fmla="*/ 746234 h 1418896"/>
                          <a:gd name="connsiteX10-53" fmla="*/ 262758 w 3731172"/>
                          <a:gd name="connsiteY10-54" fmla="*/ 1418896 h 1418896"/>
                          <a:gd name="connsiteX11-55" fmla="*/ 0 w 3731172"/>
                          <a:gd name="connsiteY11-56" fmla="*/ 1324303 h 1418896"/>
                          <a:gd name="connsiteX12-57" fmla="*/ 1145627 w 3731172"/>
                          <a:gd name="connsiteY12-58" fmla="*/ 882869 h 1418896"/>
                          <a:gd name="connsiteX13-59" fmla="*/ 1114096 w 3731172"/>
                          <a:gd name="connsiteY13-60" fmla="*/ 409903 h 1418896"/>
                          <a:gd name="connsiteX14-61" fmla="*/ 441434 w 3731172"/>
                          <a:gd name="connsiteY14-62" fmla="*/ 10510 h 1418896"/>
                          <a:gd name="connsiteX0-63" fmla="*/ 168165 w 3731172"/>
                          <a:gd name="connsiteY0-64" fmla="*/ 73572 h 1418896"/>
                          <a:gd name="connsiteX1-65" fmla="*/ 451945 w 3731172"/>
                          <a:gd name="connsiteY1-66" fmla="*/ 0 h 1418896"/>
                          <a:gd name="connsiteX2-67" fmla="*/ 1881352 w 3731172"/>
                          <a:gd name="connsiteY2-68" fmla="*/ 599089 h 1418896"/>
                          <a:gd name="connsiteX3-69" fmla="*/ 3363310 w 3731172"/>
                          <a:gd name="connsiteY3-70" fmla="*/ 0 h 1418896"/>
                          <a:gd name="connsiteX4-71" fmla="*/ 3584027 w 3731172"/>
                          <a:gd name="connsiteY4-72" fmla="*/ 73572 h 1418896"/>
                          <a:gd name="connsiteX5-73" fmla="*/ 2627586 w 3731172"/>
                          <a:gd name="connsiteY5-74" fmla="*/ 441434 h 1418896"/>
                          <a:gd name="connsiteX6-75" fmla="*/ 2596055 w 3731172"/>
                          <a:gd name="connsiteY6-76" fmla="*/ 914400 h 1418896"/>
                          <a:gd name="connsiteX7-77" fmla="*/ 3731172 w 3731172"/>
                          <a:gd name="connsiteY7-78" fmla="*/ 1345324 h 1418896"/>
                          <a:gd name="connsiteX8-79" fmla="*/ 3447393 w 3731172"/>
                          <a:gd name="connsiteY8-80" fmla="*/ 1408386 h 1418896"/>
                          <a:gd name="connsiteX9-81" fmla="*/ 1870841 w 3731172"/>
                          <a:gd name="connsiteY9-82" fmla="*/ 746234 h 1418896"/>
                          <a:gd name="connsiteX10-83" fmla="*/ 262758 w 3731172"/>
                          <a:gd name="connsiteY10-84" fmla="*/ 1418896 h 1418896"/>
                          <a:gd name="connsiteX11-85" fmla="*/ 0 w 3731172"/>
                          <a:gd name="connsiteY11-86" fmla="*/ 1324303 h 1418896"/>
                          <a:gd name="connsiteX12-87" fmla="*/ 1145627 w 3731172"/>
                          <a:gd name="connsiteY12-88" fmla="*/ 882869 h 1418896"/>
                          <a:gd name="connsiteX13-89" fmla="*/ 1114096 w 3731172"/>
                          <a:gd name="connsiteY13-90" fmla="*/ 409903 h 1418896"/>
                          <a:gd name="connsiteX14-91" fmla="*/ 357351 w 3731172"/>
                          <a:gd name="connsiteY14-92" fmla="*/ 115613 h 1418896"/>
                          <a:gd name="connsiteX0-93" fmla="*/ 168165 w 3731172"/>
                          <a:gd name="connsiteY0-94" fmla="*/ 73572 h 1418896"/>
                          <a:gd name="connsiteX1-95" fmla="*/ 451945 w 3731172"/>
                          <a:gd name="connsiteY1-96" fmla="*/ 0 h 1418896"/>
                          <a:gd name="connsiteX2-97" fmla="*/ 1881352 w 3731172"/>
                          <a:gd name="connsiteY2-98" fmla="*/ 599089 h 1418896"/>
                          <a:gd name="connsiteX3-99" fmla="*/ 3363310 w 3731172"/>
                          <a:gd name="connsiteY3-100" fmla="*/ 0 h 1418896"/>
                          <a:gd name="connsiteX4-101" fmla="*/ 3584027 w 3731172"/>
                          <a:gd name="connsiteY4-102" fmla="*/ 73572 h 1418896"/>
                          <a:gd name="connsiteX5-103" fmla="*/ 2627586 w 3731172"/>
                          <a:gd name="connsiteY5-104" fmla="*/ 441434 h 1418896"/>
                          <a:gd name="connsiteX6-105" fmla="*/ 2596055 w 3731172"/>
                          <a:gd name="connsiteY6-106" fmla="*/ 914400 h 1418896"/>
                          <a:gd name="connsiteX7-107" fmla="*/ 3731172 w 3731172"/>
                          <a:gd name="connsiteY7-108" fmla="*/ 1345324 h 1418896"/>
                          <a:gd name="connsiteX8-109" fmla="*/ 3447393 w 3731172"/>
                          <a:gd name="connsiteY8-110" fmla="*/ 1408386 h 1418896"/>
                          <a:gd name="connsiteX9-111" fmla="*/ 1870841 w 3731172"/>
                          <a:gd name="connsiteY9-112" fmla="*/ 746234 h 1418896"/>
                          <a:gd name="connsiteX10-113" fmla="*/ 262758 w 3731172"/>
                          <a:gd name="connsiteY10-114" fmla="*/ 1418896 h 1418896"/>
                          <a:gd name="connsiteX11-115" fmla="*/ 0 w 3731172"/>
                          <a:gd name="connsiteY11-116" fmla="*/ 1324303 h 1418896"/>
                          <a:gd name="connsiteX12-117" fmla="*/ 1145627 w 3731172"/>
                          <a:gd name="connsiteY12-118" fmla="*/ 882869 h 1418896"/>
                          <a:gd name="connsiteX13-119" fmla="*/ 1114096 w 3731172"/>
                          <a:gd name="connsiteY13-120" fmla="*/ 409903 h 1418896"/>
                          <a:gd name="connsiteX14-121" fmla="*/ 147144 w 3731172"/>
                          <a:gd name="connsiteY14-122" fmla="*/ 63061 h 1418896"/>
                          <a:gd name="connsiteX0-123" fmla="*/ 168165 w 3731172"/>
                          <a:gd name="connsiteY0-124" fmla="*/ 73572 h 1418896"/>
                          <a:gd name="connsiteX1-125" fmla="*/ 451945 w 3731172"/>
                          <a:gd name="connsiteY1-126" fmla="*/ 0 h 1418896"/>
                          <a:gd name="connsiteX2-127" fmla="*/ 1881352 w 3731172"/>
                          <a:gd name="connsiteY2-128" fmla="*/ 599089 h 1418896"/>
                          <a:gd name="connsiteX3-129" fmla="*/ 3363310 w 3731172"/>
                          <a:gd name="connsiteY3-130" fmla="*/ 0 h 1418896"/>
                          <a:gd name="connsiteX4-131" fmla="*/ 3584027 w 3731172"/>
                          <a:gd name="connsiteY4-132" fmla="*/ 73572 h 1418896"/>
                          <a:gd name="connsiteX5-133" fmla="*/ 2627586 w 3731172"/>
                          <a:gd name="connsiteY5-134" fmla="*/ 441434 h 1418896"/>
                          <a:gd name="connsiteX6-135" fmla="*/ 2596055 w 3731172"/>
                          <a:gd name="connsiteY6-136" fmla="*/ 914400 h 1418896"/>
                          <a:gd name="connsiteX7-137" fmla="*/ 3731172 w 3731172"/>
                          <a:gd name="connsiteY7-138" fmla="*/ 1345324 h 1418896"/>
                          <a:gd name="connsiteX8-139" fmla="*/ 3447393 w 3731172"/>
                          <a:gd name="connsiteY8-140" fmla="*/ 1408386 h 1418896"/>
                          <a:gd name="connsiteX9-141" fmla="*/ 1870841 w 3731172"/>
                          <a:gd name="connsiteY9-142" fmla="*/ 746234 h 1418896"/>
                          <a:gd name="connsiteX10-143" fmla="*/ 262758 w 3731172"/>
                          <a:gd name="connsiteY10-144" fmla="*/ 1418896 h 1418896"/>
                          <a:gd name="connsiteX11-145" fmla="*/ 0 w 3731172"/>
                          <a:gd name="connsiteY11-146" fmla="*/ 1324303 h 1418896"/>
                          <a:gd name="connsiteX12-147" fmla="*/ 1145627 w 3731172"/>
                          <a:gd name="connsiteY12-148" fmla="*/ 882869 h 1418896"/>
                          <a:gd name="connsiteX13-149" fmla="*/ 1114096 w 3731172"/>
                          <a:gd name="connsiteY13-150" fmla="*/ 420413 h 1418896"/>
                          <a:gd name="connsiteX14-151" fmla="*/ 147144 w 3731172"/>
                          <a:gd name="connsiteY14-152" fmla="*/ 63061 h 1418896"/>
                          <a:gd name="connsiteX0-153" fmla="*/ 168165 w 3731172"/>
                          <a:gd name="connsiteY0-154" fmla="*/ 73572 h 1418896"/>
                          <a:gd name="connsiteX1-155" fmla="*/ 451945 w 3731172"/>
                          <a:gd name="connsiteY1-156" fmla="*/ 0 h 1418896"/>
                          <a:gd name="connsiteX2-157" fmla="*/ 1881352 w 3731172"/>
                          <a:gd name="connsiteY2-158" fmla="*/ 599089 h 1418896"/>
                          <a:gd name="connsiteX3-159" fmla="*/ 3363310 w 3731172"/>
                          <a:gd name="connsiteY3-160" fmla="*/ 0 h 1418896"/>
                          <a:gd name="connsiteX4-161" fmla="*/ 3584027 w 3731172"/>
                          <a:gd name="connsiteY4-162" fmla="*/ 73572 h 1418896"/>
                          <a:gd name="connsiteX5-163" fmla="*/ 2627586 w 3731172"/>
                          <a:gd name="connsiteY5-164" fmla="*/ 441434 h 1418896"/>
                          <a:gd name="connsiteX6-165" fmla="*/ 2596055 w 3731172"/>
                          <a:gd name="connsiteY6-166" fmla="*/ 914400 h 1418896"/>
                          <a:gd name="connsiteX7-167" fmla="*/ 3731172 w 3731172"/>
                          <a:gd name="connsiteY7-168" fmla="*/ 1345324 h 1418896"/>
                          <a:gd name="connsiteX8-169" fmla="*/ 3447393 w 3731172"/>
                          <a:gd name="connsiteY8-170" fmla="*/ 1408386 h 1418896"/>
                          <a:gd name="connsiteX9-171" fmla="*/ 1870841 w 3731172"/>
                          <a:gd name="connsiteY9-172" fmla="*/ 746234 h 1418896"/>
                          <a:gd name="connsiteX10-173" fmla="*/ 262758 w 3731172"/>
                          <a:gd name="connsiteY10-174" fmla="*/ 1418896 h 1418896"/>
                          <a:gd name="connsiteX11-175" fmla="*/ 0 w 3731172"/>
                          <a:gd name="connsiteY11-176" fmla="*/ 1324303 h 1418896"/>
                          <a:gd name="connsiteX12-177" fmla="*/ 1145627 w 3731172"/>
                          <a:gd name="connsiteY12-178" fmla="*/ 882869 h 1418896"/>
                          <a:gd name="connsiteX13-179" fmla="*/ 1114096 w 3731172"/>
                          <a:gd name="connsiteY13-180" fmla="*/ 420413 h 1418896"/>
                          <a:gd name="connsiteX14-181" fmla="*/ 189185 w 3731172"/>
                          <a:gd name="connsiteY14-182" fmla="*/ 84081 h 1418896"/>
                          <a:gd name="connsiteX0-183" fmla="*/ 168165 w 3731172"/>
                          <a:gd name="connsiteY0-184" fmla="*/ 73572 h 1418896"/>
                          <a:gd name="connsiteX1-185" fmla="*/ 451945 w 3731172"/>
                          <a:gd name="connsiteY1-186" fmla="*/ 0 h 1418896"/>
                          <a:gd name="connsiteX2-187" fmla="*/ 1881352 w 3731172"/>
                          <a:gd name="connsiteY2-188" fmla="*/ 599089 h 1418896"/>
                          <a:gd name="connsiteX3-189" fmla="*/ 3363310 w 3731172"/>
                          <a:gd name="connsiteY3-190" fmla="*/ 0 h 1418896"/>
                          <a:gd name="connsiteX4-191" fmla="*/ 3584027 w 3731172"/>
                          <a:gd name="connsiteY4-192" fmla="*/ 73572 h 1418896"/>
                          <a:gd name="connsiteX5-193" fmla="*/ 2627586 w 3731172"/>
                          <a:gd name="connsiteY5-194" fmla="*/ 441434 h 1418896"/>
                          <a:gd name="connsiteX6-195" fmla="*/ 2596055 w 3731172"/>
                          <a:gd name="connsiteY6-196" fmla="*/ 914400 h 1418896"/>
                          <a:gd name="connsiteX7-197" fmla="*/ 3731172 w 3731172"/>
                          <a:gd name="connsiteY7-198" fmla="*/ 1345324 h 1418896"/>
                          <a:gd name="connsiteX8-199" fmla="*/ 3447393 w 3731172"/>
                          <a:gd name="connsiteY8-200" fmla="*/ 1408386 h 1418896"/>
                          <a:gd name="connsiteX9-201" fmla="*/ 1870841 w 3731172"/>
                          <a:gd name="connsiteY9-202" fmla="*/ 746234 h 1418896"/>
                          <a:gd name="connsiteX10-203" fmla="*/ 262758 w 3731172"/>
                          <a:gd name="connsiteY10-204" fmla="*/ 1418896 h 1418896"/>
                          <a:gd name="connsiteX11-205" fmla="*/ 0 w 3731172"/>
                          <a:gd name="connsiteY11-206" fmla="*/ 1324303 h 1418896"/>
                          <a:gd name="connsiteX12-207" fmla="*/ 1145627 w 3731172"/>
                          <a:gd name="connsiteY12-208" fmla="*/ 882869 h 1418896"/>
                          <a:gd name="connsiteX13-209" fmla="*/ 1114096 w 3731172"/>
                          <a:gd name="connsiteY13-210" fmla="*/ 420413 h 1418896"/>
                          <a:gd name="connsiteX14-211" fmla="*/ 189185 w 3731172"/>
                          <a:gd name="connsiteY14-212" fmla="*/ 84081 h 1418896"/>
                          <a:gd name="connsiteX15-213" fmla="*/ 168165 w 3731172"/>
                          <a:gd name="connsiteY15-214" fmla="*/ 73572 h 1418896"/>
                          <a:gd name="connsiteX0-215" fmla="*/ 168165 w 3731172"/>
                          <a:gd name="connsiteY0-216" fmla="*/ 73572 h 1418896"/>
                          <a:gd name="connsiteX1-217" fmla="*/ 451945 w 3731172"/>
                          <a:gd name="connsiteY1-218" fmla="*/ 0 h 1418896"/>
                          <a:gd name="connsiteX2-219" fmla="*/ 1881352 w 3731172"/>
                          <a:gd name="connsiteY2-220" fmla="*/ 599089 h 1418896"/>
                          <a:gd name="connsiteX3-221" fmla="*/ 3363310 w 3731172"/>
                          <a:gd name="connsiteY3-222" fmla="*/ 0 h 1418896"/>
                          <a:gd name="connsiteX4-223" fmla="*/ 3584027 w 3731172"/>
                          <a:gd name="connsiteY4-224" fmla="*/ 73572 h 1418896"/>
                          <a:gd name="connsiteX5-225" fmla="*/ 2627586 w 3731172"/>
                          <a:gd name="connsiteY5-226" fmla="*/ 441434 h 1418896"/>
                          <a:gd name="connsiteX6-227" fmla="*/ 2596055 w 3731172"/>
                          <a:gd name="connsiteY6-228" fmla="*/ 914400 h 1418896"/>
                          <a:gd name="connsiteX7-229" fmla="*/ 3731172 w 3731172"/>
                          <a:gd name="connsiteY7-230" fmla="*/ 1345324 h 1418896"/>
                          <a:gd name="connsiteX8-231" fmla="*/ 3447393 w 3731172"/>
                          <a:gd name="connsiteY8-232" fmla="*/ 1408386 h 1418896"/>
                          <a:gd name="connsiteX9-233" fmla="*/ 1870841 w 3731172"/>
                          <a:gd name="connsiteY9-234" fmla="*/ 746234 h 1418896"/>
                          <a:gd name="connsiteX10-235" fmla="*/ 262758 w 3731172"/>
                          <a:gd name="connsiteY10-236" fmla="*/ 1418896 h 1418896"/>
                          <a:gd name="connsiteX11-237" fmla="*/ 0 w 3731172"/>
                          <a:gd name="connsiteY11-238" fmla="*/ 1324303 h 1418896"/>
                          <a:gd name="connsiteX12-239" fmla="*/ 1145627 w 3731172"/>
                          <a:gd name="connsiteY12-240" fmla="*/ 882869 h 1418896"/>
                          <a:gd name="connsiteX13-241" fmla="*/ 1156137 w 3731172"/>
                          <a:gd name="connsiteY13-242" fmla="*/ 441434 h 1418896"/>
                          <a:gd name="connsiteX14-243" fmla="*/ 189185 w 3731172"/>
                          <a:gd name="connsiteY14-244" fmla="*/ 84081 h 1418896"/>
                          <a:gd name="connsiteX15-245" fmla="*/ 168165 w 3731172"/>
                          <a:gd name="connsiteY15-246" fmla="*/ 73572 h 1418896"/>
                          <a:gd name="connsiteX0-247" fmla="*/ 168165 w 3731172"/>
                          <a:gd name="connsiteY0-248" fmla="*/ 73572 h 1418896"/>
                          <a:gd name="connsiteX1-249" fmla="*/ 451945 w 3731172"/>
                          <a:gd name="connsiteY1-250" fmla="*/ 0 h 1418896"/>
                          <a:gd name="connsiteX2-251" fmla="*/ 1881352 w 3731172"/>
                          <a:gd name="connsiteY2-252" fmla="*/ 599089 h 1418896"/>
                          <a:gd name="connsiteX3-253" fmla="*/ 3363310 w 3731172"/>
                          <a:gd name="connsiteY3-254" fmla="*/ 0 h 1418896"/>
                          <a:gd name="connsiteX4-255" fmla="*/ 3584027 w 3731172"/>
                          <a:gd name="connsiteY4-256" fmla="*/ 73572 h 1418896"/>
                          <a:gd name="connsiteX5-257" fmla="*/ 2627586 w 3731172"/>
                          <a:gd name="connsiteY5-258" fmla="*/ 441434 h 1418896"/>
                          <a:gd name="connsiteX6-259" fmla="*/ 2596055 w 3731172"/>
                          <a:gd name="connsiteY6-260" fmla="*/ 914400 h 1418896"/>
                          <a:gd name="connsiteX7-261" fmla="*/ 3731172 w 3731172"/>
                          <a:gd name="connsiteY7-262" fmla="*/ 1345324 h 1418896"/>
                          <a:gd name="connsiteX8-263" fmla="*/ 3447393 w 3731172"/>
                          <a:gd name="connsiteY8-264" fmla="*/ 1408386 h 1418896"/>
                          <a:gd name="connsiteX9-265" fmla="*/ 1870841 w 3731172"/>
                          <a:gd name="connsiteY9-266" fmla="*/ 746234 h 1418896"/>
                          <a:gd name="connsiteX10-267" fmla="*/ 262758 w 3731172"/>
                          <a:gd name="connsiteY10-268" fmla="*/ 1418896 h 1418896"/>
                          <a:gd name="connsiteX11-269" fmla="*/ 0 w 3731172"/>
                          <a:gd name="connsiteY11-270" fmla="*/ 1324303 h 1418896"/>
                          <a:gd name="connsiteX12-271" fmla="*/ 1145627 w 3731172"/>
                          <a:gd name="connsiteY12-272" fmla="*/ 882869 h 1418896"/>
                          <a:gd name="connsiteX13-273" fmla="*/ 1145626 w 3731172"/>
                          <a:gd name="connsiteY13-274" fmla="*/ 451945 h 1418896"/>
                          <a:gd name="connsiteX14-275" fmla="*/ 189185 w 3731172"/>
                          <a:gd name="connsiteY14-276" fmla="*/ 84081 h 1418896"/>
                          <a:gd name="connsiteX15-277" fmla="*/ 168165 w 3731172"/>
                          <a:gd name="connsiteY15-278" fmla="*/ 73572 h 1418896"/>
                          <a:gd name="connsiteX0-279" fmla="*/ 168165 w 3731172"/>
                          <a:gd name="connsiteY0-280" fmla="*/ 73572 h 1418896"/>
                          <a:gd name="connsiteX1-281" fmla="*/ 451945 w 3731172"/>
                          <a:gd name="connsiteY1-282" fmla="*/ 0 h 1418896"/>
                          <a:gd name="connsiteX2-283" fmla="*/ 1881352 w 3731172"/>
                          <a:gd name="connsiteY2-284" fmla="*/ 599089 h 1418896"/>
                          <a:gd name="connsiteX3-285" fmla="*/ 3363310 w 3731172"/>
                          <a:gd name="connsiteY3-286" fmla="*/ 0 h 1418896"/>
                          <a:gd name="connsiteX4-287" fmla="*/ 3584027 w 3731172"/>
                          <a:gd name="connsiteY4-288" fmla="*/ 73572 h 1418896"/>
                          <a:gd name="connsiteX5-289" fmla="*/ 2627586 w 3731172"/>
                          <a:gd name="connsiteY5-290" fmla="*/ 441434 h 1418896"/>
                          <a:gd name="connsiteX6-291" fmla="*/ 2596055 w 3731172"/>
                          <a:gd name="connsiteY6-292" fmla="*/ 914400 h 1418896"/>
                          <a:gd name="connsiteX7-293" fmla="*/ 3731172 w 3731172"/>
                          <a:gd name="connsiteY7-294" fmla="*/ 1345324 h 1418896"/>
                          <a:gd name="connsiteX8-295" fmla="*/ 3447393 w 3731172"/>
                          <a:gd name="connsiteY8-296" fmla="*/ 1408386 h 1418896"/>
                          <a:gd name="connsiteX9-297" fmla="*/ 1870841 w 3731172"/>
                          <a:gd name="connsiteY9-298" fmla="*/ 746234 h 1418896"/>
                          <a:gd name="connsiteX10-299" fmla="*/ 262758 w 3731172"/>
                          <a:gd name="connsiteY10-300" fmla="*/ 1418896 h 1418896"/>
                          <a:gd name="connsiteX11-301" fmla="*/ 0 w 3731172"/>
                          <a:gd name="connsiteY11-302" fmla="*/ 1324303 h 1418896"/>
                          <a:gd name="connsiteX12-303" fmla="*/ 1145627 w 3731172"/>
                          <a:gd name="connsiteY12-304" fmla="*/ 903890 h 1418896"/>
                          <a:gd name="connsiteX13-305" fmla="*/ 1145626 w 3731172"/>
                          <a:gd name="connsiteY13-306" fmla="*/ 451945 h 1418896"/>
                          <a:gd name="connsiteX14-307" fmla="*/ 189185 w 3731172"/>
                          <a:gd name="connsiteY14-308" fmla="*/ 84081 h 1418896"/>
                          <a:gd name="connsiteX15-309" fmla="*/ 168165 w 3731172"/>
                          <a:gd name="connsiteY15-310" fmla="*/ 73572 h 1418896"/>
                          <a:gd name="connsiteX0-311" fmla="*/ 147144 w 3710151"/>
                          <a:gd name="connsiteY0-312" fmla="*/ 73572 h 1418896"/>
                          <a:gd name="connsiteX1-313" fmla="*/ 430924 w 3710151"/>
                          <a:gd name="connsiteY1-314" fmla="*/ 0 h 1418896"/>
                          <a:gd name="connsiteX2-315" fmla="*/ 1860331 w 3710151"/>
                          <a:gd name="connsiteY2-316" fmla="*/ 599089 h 1418896"/>
                          <a:gd name="connsiteX3-317" fmla="*/ 3342289 w 3710151"/>
                          <a:gd name="connsiteY3-318" fmla="*/ 0 h 1418896"/>
                          <a:gd name="connsiteX4-319" fmla="*/ 3563006 w 3710151"/>
                          <a:gd name="connsiteY4-320" fmla="*/ 73572 h 1418896"/>
                          <a:gd name="connsiteX5-321" fmla="*/ 2606565 w 3710151"/>
                          <a:gd name="connsiteY5-322" fmla="*/ 441434 h 1418896"/>
                          <a:gd name="connsiteX6-323" fmla="*/ 2575034 w 3710151"/>
                          <a:gd name="connsiteY6-324" fmla="*/ 914400 h 1418896"/>
                          <a:gd name="connsiteX7-325" fmla="*/ 3710151 w 3710151"/>
                          <a:gd name="connsiteY7-326" fmla="*/ 1345324 h 1418896"/>
                          <a:gd name="connsiteX8-327" fmla="*/ 3426372 w 3710151"/>
                          <a:gd name="connsiteY8-328" fmla="*/ 1408386 h 1418896"/>
                          <a:gd name="connsiteX9-329" fmla="*/ 1849820 w 3710151"/>
                          <a:gd name="connsiteY9-330" fmla="*/ 746234 h 1418896"/>
                          <a:gd name="connsiteX10-331" fmla="*/ 241737 w 3710151"/>
                          <a:gd name="connsiteY10-332" fmla="*/ 1418896 h 1418896"/>
                          <a:gd name="connsiteX11-333" fmla="*/ 0 w 3710151"/>
                          <a:gd name="connsiteY11-334" fmla="*/ 1334814 h 1418896"/>
                          <a:gd name="connsiteX12-335" fmla="*/ 1124606 w 3710151"/>
                          <a:gd name="connsiteY12-336" fmla="*/ 903890 h 1418896"/>
                          <a:gd name="connsiteX13-337" fmla="*/ 1124605 w 3710151"/>
                          <a:gd name="connsiteY13-338" fmla="*/ 451945 h 1418896"/>
                          <a:gd name="connsiteX14-339" fmla="*/ 168164 w 3710151"/>
                          <a:gd name="connsiteY14-340" fmla="*/ 84081 h 1418896"/>
                          <a:gd name="connsiteX15-341" fmla="*/ 147144 w 3710151"/>
                          <a:gd name="connsiteY15-342" fmla="*/ 73572 h 1418896"/>
                          <a:gd name="connsiteX0-343" fmla="*/ 147144 w 3710151"/>
                          <a:gd name="connsiteY0-344" fmla="*/ 73572 h 1418896"/>
                          <a:gd name="connsiteX1-345" fmla="*/ 430924 w 3710151"/>
                          <a:gd name="connsiteY1-346" fmla="*/ 0 h 1418896"/>
                          <a:gd name="connsiteX2-347" fmla="*/ 1860331 w 3710151"/>
                          <a:gd name="connsiteY2-348" fmla="*/ 599089 h 1418896"/>
                          <a:gd name="connsiteX3-349" fmla="*/ 3342289 w 3710151"/>
                          <a:gd name="connsiteY3-350" fmla="*/ 0 h 1418896"/>
                          <a:gd name="connsiteX4-351" fmla="*/ 3563006 w 3710151"/>
                          <a:gd name="connsiteY4-352" fmla="*/ 73572 h 1418896"/>
                          <a:gd name="connsiteX5-353" fmla="*/ 2606565 w 3710151"/>
                          <a:gd name="connsiteY5-354" fmla="*/ 441434 h 1418896"/>
                          <a:gd name="connsiteX6-355" fmla="*/ 2606565 w 3710151"/>
                          <a:gd name="connsiteY6-356" fmla="*/ 924910 h 1418896"/>
                          <a:gd name="connsiteX7-357" fmla="*/ 3710151 w 3710151"/>
                          <a:gd name="connsiteY7-358" fmla="*/ 1345324 h 1418896"/>
                          <a:gd name="connsiteX8-359" fmla="*/ 3426372 w 3710151"/>
                          <a:gd name="connsiteY8-360" fmla="*/ 1408386 h 1418896"/>
                          <a:gd name="connsiteX9-361" fmla="*/ 1849820 w 3710151"/>
                          <a:gd name="connsiteY9-362" fmla="*/ 746234 h 1418896"/>
                          <a:gd name="connsiteX10-363" fmla="*/ 241737 w 3710151"/>
                          <a:gd name="connsiteY10-364" fmla="*/ 1418896 h 1418896"/>
                          <a:gd name="connsiteX11-365" fmla="*/ 0 w 3710151"/>
                          <a:gd name="connsiteY11-366" fmla="*/ 1334814 h 1418896"/>
                          <a:gd name="connsiteX12-367" fmla="*/ 1124606 w 3710151"/>
                          <a:gd name="connsiteY12-368" fmla="*/ 903890 h 1418896"/>
                          <a:gd name="connsiteX13-369" fmla="*/ 1124605 w 3710151"/>
                          <a:gd name="connsiteY13-370" fmla="*/ 451945 h 1418896"/>
                          <a:gd name="connsiteX14-371" fmla="*/ 168164 w 3710151"/>
                          <a:gd name="connsiteY14-372" fmla="*/ 84081 h 1418896"/>
                          <a:gd name="connsiteX15-373" fmla="*/ 147144 w 3710151"/>
                          <a:gd name="connsiteY15-374" fmla="*/ 73572 h 1418896"/>
                          <a:gd name="connsiteX0-375" fmla="*/ 147144 w 3710151"/>
                          <a:gd name="connsiteY0-376" fmla="*/ 73572 h 1418896"/>
                          <a:gd name="connsiteX1-377" fmla="*/ 430924 w 3710151"/>
                          <a:gd name="connsiteY1-378" fmla="*/ 0 h 1418896"/>
                          <a:gd name="connsiteX2-379" fmla="*/ 1860331 w 3710151"/>
                          <a:gd name="connsiteY2-380" fmla="*/ 599089 h 1418896"/>
                          <a:gd name="connsiteX3-381" fmla="*/ 3342289 w 3710151"/>
                          <a:gd name="connsiteY3-382" fmla="*/ 0 h 1418896"/>
                          <a:gd name="connsiteX4-383" fmla="*/ 3563006 w 3710151"/>
                          <a:gd name="connsiteY4-384" fmla="*/ 73572 h 1418896"/>
                          <a:gd name="connsiteX5-385" fmla="*/ 2606565 w 3710151"/>
                          <a:gd name="connsiteY5-386" fmla="*/ 441434 h 1418896"/>
                          <a:gd name="connsiteX6-387" fmla="*/ 2610282 w 3710151"/>
                          <a:gd name="connsiteY6-388" fmla="*/ 902607 h 1418896"/>
                          <a:gd name="connsiteX7-389" fmla="*/ 3710151 w 3710151"/>
                          <a:gd name="connsiteY7-390" fmla="*/ 1345324 h 1418896"/>
                          <a:gd name="connsiteX8-391" fmla="*/ 3426372 w 3710151"/>
                          <a:gd name="connsiteY8-392" fmla="*/ 1408386 h 1418896"/>
                          <a:gd name="connsiteX9-393" fmla="*/ 1849820 w 3710151"/>
                          <a:gd name="connsiteY9-394" fmla="*/ 746234 h 1418896"/>
                          <a:gd name="connsiteX10-395" fmla="*/ 241737 w 3710151"/>
                          <a:gd name="connsiteY10-396" fmla="*/ 1418896 h 1418896"/>
                          <a:gd name="connsiteX11-397" fmla="*/ 0 w 3710151"/>
                          <a:gd name="connsiteY11-398" fmla="*/ 1334814 h 1418896"/>
                          <a:gd name="connsiteX12-399" fmla="*/ 1124606 w 3710151"/>
                          <a:gd name="connsiteY12-400" fmla="*/ 903890 h 1418896"/>
                          <a:gd name="connsiteX13-401" fmla="*/ 1124605 w 3710151"/>
                          <a:gd name="connsiteY13-402" fmla="*/ 451945 h 1418896"/>
                          <a:gd name="connsiteX14-403" fmla="*/ 168164 w 3710151"/>
                          <a:gd name="connsiteY14-404" fmla="*/ 84081 h 1418896"/>
                          <a:gd name="connsiteX15-405" fmla="*/ 147144 w 3710151"/>
                          <a:gd name="connsiteY15-406" fmla="*/ 73572 h 1418896"/>
                          <a:gd name="connsiteX0-407" fmla="*/ 147144 w 3710151"/>
                          <a:gd name="connsiteY0-408" fmla="*/ 73572 h 1418896"/>
                          <a:gd name="connsiteX1-409" fmla="*/ 430924 w 3710151"/>
                          <a:gd name="connsiteY1-410" fmla="*/ 0 h 1418896"/>
                          <a:gd name="connsiteX2-411" fmla="*/ 1860331 w 3710151"/>
                          <a:gd name="connsiteY2-412" fmla="*/ 599089 h 1418896"/>
                          <a:gd name="connsiteX3-413" fmla="*/ 3342289 w 3710151"/>
                          <a:gd name="connsiteY3-414" fmla="*/ 0 h 1418896"/>
                          <a:gd name="connsiteX4-415" fmla="*/ 3563006 w 3710151"/>
                          <a:gd name="connsiteY4-416" fmla="*/ 73572 h 1418896"/>
                          <a:gd name="connsiteX5-417" fmla="*/ 2617717 w 3710151"/>
                          <a:gd name="connsiteY5-418" fmla="*/ 445151 h 1418896"/>
                          <a:gd name="connsiteX6-419" fmla="*/ 2610282 w 3710151"/>
                          <a:gd name="connsiteY6-420" fmla="*/ 902607 h 1418896"/>
                          <a:gd name="connsiteX7-421" fmla="*/ 3710151 w 3710151"/>
                          <a:gd name="connsiteY7-422" fmla="*/ 1345324 h 1418896"/>
                          <a:gd name="connsiteX8-423" fmla="*/ 3426372 w 3710151"/>
                          <a:gd name="connsiteY8-424" fmla="*/ 1408386 h 1418896"/>
                          <a:gd name="connsiteX9-425" fmla="*/ 1849820 w 3710151"/>
                          <a:gd name="connsiteY9-426" fmla="*/ 746234 h 1418896"/>
                          <a:gd name="connsiteX10-427" fmla="*/ 241737 w 3710151"/>
                          <a:gd name="connsiteY10-428" fmla="*/ 1418896 h 1418896"/>
                          <a:gd name="connsiteX11-429" fmla="*/ 0 w 3710151"/>
                          <a:gd name="connsiteY11-430" fmla="*/ 1334814 h 1418896"/>
                          <a:gd name="connsiteX12-431" fmla="*/ 1124606 w 3710151"/>
                          <a:gd name="connsiteY12-432" fmla="*/ 903890 h 1418896"/>
                          <a:gd name="connsiteX13-433" fmla="*/ 1124605 w 3710151"/>
                          <a:gd name="connsiteY13-434" fmla="*/ 451945 h 1418896"/>
                          <a:gd name="connsiteX14-435" fmla="*/ 168164 w 3710151"/>
                          <a:gd name="connsiteY14-436" fmla="*/ 84081 h 1418896"/>
                          <a:gd name="connsiteX15-437" fmla="*/ 147144 w 3710151"/>
                          <a:gd name="connsiteY15-438" fmla="*/ 73572 h 1418896"/>
                          <a:gd name="connsiteX0-439" fmla="*/ 147144 w 3710151"/>
                          <a:gd name="connsiteY0-440" fmla="*/ 73572 h 1418896"/>
                          <a:gd name="connsiteX1-441" fmla="*/ 430924 w 3710151"/>
                          <a:gd name="connsiteY1-442" fmla="*/ 0 h 1418896"/>
                          <a:gd name="connsiteX2-443" fmla="*/ 1860331 w 3710151"/>
                          <a:gd name="connsiteY2-444" fmla="*/ 599089 h 1418896"/>
                          <a:gd name="connsiteX3-445" fmla="*/ 3342289 w 3710151"/>
                          <a:gd name="connsiteY3-446" fmla="*/ 0 h 1418896"/>
                          <a:gd name="connsiteX4-447" fmla="*/ 3563006 w 3710151"/>
                          <a:gd name="connsiteY4-448" fmla="*/ 73572 h 1418896"/>
                          <a:gd name="connsiteX5-449" fmla="*/ 2617717 w 3710151"/>
                          <a:gd name="connsiteY5-450" fmla="*/ 448868 h 1418896"/>
                          <a:gd name="connsiteX6-451" fmla="*/ 2610282 w 3710151"/>
                          <a:gd name="connsiteY6-452" fmla="*/ 902607 h 1418896"/>
                          <a:gd name="connsiteX7-453" fmla="*/ 3710151 w 3710151"/>
                          <a:gd name="connsiteY7-454" fmla="*/ 1345324 h 1418896"/>
                          <a:gd name="connsiteX8-455" fmla="*/ 3426372 w 3710151"/>
                          <a:gd name="connsiteY8-456" fmla="*/ 1408386 h 1418896"/>
                          <a:gd name="connsiteX9-457" fmla="*/ 1849820 w 3710151"/>
                          <a:gd name="connsiteY9-458" fmla="*/ 746234 h 1418896"/>
                          <a:gd name="connsiteX10-459" fmla="*/ 241737 w 3710151"/>
                          <a:gd name="connsiteY10-460" fmla="*/ 1418896 h 1418896"/>
                          <a:gd name="connsiteX11-461" fmla="*/ 0 w 3710151"/>
                          <a:gd name="connsiteY11-462" fmla="*/ 1334814 h 1418896"/>
                          <a:gd name="connsiteX12-463" fmla="*/ 1124606 w 3710151"/>
                          <a:gd name="connsiteY12-464" fmla="*/ 903890 h 1418896"/>
                          <a:gd name="connsiteX13-465" fmla="*/ 1124605 w 3710151"/>
                          <a:gd name="connsiteY13-466" fmla="*/ 451945 h 1418896"/>
                          <a:gd name="connsiteX14-467" fmla="*/ 168164 w 3710151"/>
                          <a:gd name="connsiteY14-468" fmla="*/ 84081 h 1418896"/>
                          <a:gd name="connsiteX15-469" fmla="*/ 147144 w 3710151"/>
                          <a:gd name="connsiteY15-470" fmla="*/ 73572 h 1418896"/>
                          <a:gd name="connsiteX0-471" fmla="*/ 147144 w 3710151"/>
                          <a:gd name="connsiteY0-472" fmla="*/ 73572 h 1418896"/>
                          <a:gd name="connsiteX1-473" fmla="*/ 430924 w 3710151"/>
                          <a:gd name="connsiteY1-474" fmla="*/ 0 h 1418896"/>
                          <a:gd name="connsiteX2-475" fmla="*/ 1838028 w 3710151"/>
                          <a:gd name="connsiteY2-476" fmla="*/ 591655 h 1418896"/>
                          <a:gd name="connsiteX3-477" fmla="*/ 3342289 w 3710151"/>
                          <a:gd name="connsiteY3-478" fmla="*/ 0 h 1418896"/>
                          <a:gd name="connsiteX4-479" fmla="*/ 3563006 w 3710151"/>
                          <a:gd name="connsiteY4-480" fmla="*/ 73572 h 1418896"/>
                          <a:gd name="connsiteX5-481" fmla="*/ 2617717 w 3710151"/>
                          <a:gd name="connsiteY5-482" fmla="*/ 448868 h 1418896"/>
                          <a:gd name="connsiteX6-483" fmla="*/ 2610282 w 3710151"/>
                          <a:gd name="connsiteY6-484" fmla="*/ 902607 h 1418896"/>
                          <a:gd name="connsiteX7-485" fmla="*/ 3710151 w 3710151"/>
                          <a:gd name="connsiteY7-486" fmla="*/ 1345324 h 1418896"/>
                          <a:gd name="connsiteX8-487" fmla="*/ 3426372 w 3710151"/>
                          <a:gd name="connsiteY8-488" fmla="*/ 1408386 h 1418896"/>
                          <a:gd name="connsiteX9-489" fmla="*/ 1849820 w 3710151"/>
                          <a:gd name="connsiteY9-490" fmla="*/ 746234 h 1418896"/>
                          <a:gd name="connsiteX10-491" fmla="*/ 241737 w 3710151"/>
                          <a:gd name="connsiteY10-492" fmla="*/ 1418896 h 1418896"/>
                          <a:gd name="connsiteX11-493" fmla="*/ 0 w 3710151"/>
                          <a:gd name="connsiteY11-494" fmla="*/ 1334814 h 1418896"/>
                          <a:gd name="connsiteX12-495" fmla="*/ 1124606 w 3710151"/>
                          <a:gd name="connsiteY12-496" fmla="*/ 903890 h 1418896"/>
                          <a:gd name="connsiteX13-497" fmla="*/ 1124605 w 3710151"/>
                          <a:gd name="connsiteY13-498" fmla="*/ 451945 h 1418896"/>
                          <a:gd name="connsiteX14-499" fmla="*/ 168164 w 3710151"/>
                          <a:gd name="connsiteY14-500" fmla="*/ 84081 h 1418896"/>
                          <a:gd name="connsiteX15-501" fmla="*/ 147144 w 3710151"/>
                          <a:gd name="connsiteY15-502" fmla="*/ 73572 h 1418896"/>
                          <a:gd name="connsiteX0-503" fmla="*/ 147144 w 3710151"/>
                          <a:gd name="connsiteY0-504" fmla="*/ 73572 h 1418896"/>
                          <a:gd name="connsiteX1-505" fmla="*/ 430924 w 3710151"/>
                          <a:gd name="connsiteY1-506" fmla="*/ 0 h 1418896"/>
                          <a:gd name="connsiteX2-507" fmla="*/ 1838028 w 3710151"/>
                          <a:gd name="connsiteY2-508" fmla="*/ 591655 h 1418896"/>
                          <a:gd name="connsiteX3-509" fmla="*/ 3342289 w 3710151"/>
                          <a:gd name="connsiteY3-510" fmla="*/ 0 h 1418896"/>
                          <a:gd name="connsiteX4-511" fmla="*/ 3563006 w 3710151"/>
                          <a:gd name="connsiteY4-512" fmla="*/ 73572 h 1418896"/>
                          <a:gd name="connsiteX5-513" fmla="*/ 2617717 w 3710151"/>
                          <a:gd name="connsiteY5-514" fmla="*/ 448868 h 1418896"/>
                          <a:gd name="connsiteX6-515" fmla="*/ 2610282 w 3710151"/>
                          <a:gd name="connsiteY6-516" fmla="*/ 902607 h 1418896"/>
                          <a:gd name="connsiteX7-517" fmla="*/ 3710151 w 3710151"/>
                          <a:gd name="connsiteY7-518" fmla="*/ 1345324 h 1418896"/>
                          <a:gd name="connsiteX8-519" fmla="*/ 3426372 w 3710151"/>
                          <a:gd name="connsiteY8-520" fmla="*/ 1408386 h 1418896"/>
                          <a:gd name="connsiteX9-521" fmla="*/ 1849820 w 3710151"/>
                          <a:gd name="connsiteY9-522" fmla="*/ 746234 h 1418896"/>
                          <a:gd name="connsiteX10-523" fmla="*/ 241737 w 3710151"/>
                          <a:gd name="connsiteY10-524" fmla="*/ 1418896 h 1418896"/>
                          <a:gd name="connsiteX11-525" fmla="*/ 0 w 3710151"/>
                          <a:gd name="connsiteY11-526" fmla="*/ 1334814 h 1418896"/>
                          <a:gd name="connsiteX12-527" fmla="*/ 1124606 w 3710151"/>
                          <a:gd name="connsiteY12-528" fmla="*/ 903890 h 1418896"/>
                          <a:gd name="connsiteX13-529" fmla="*/ 1087434 w 3710151"/>
                          <a:gd name="connsiteY13-530" fmla="*/ 451945 h 1418896"/>
                          <a:gd name="connsiteX14-531" fmla="*/ 168164 w 3710151"/>
                          <a:gd name="connsiteY14-532" fmla="*/ 84081 h 1418896"/>
                          <a:gd name="connsiteX15-533" fmla="*/ 147144 w 3710151"/>
                          <a:gd name="connsiteY15-534" fmla="*/ 73572 h 1418896"/>
                          <a:gd name="connsiteX0-535" fmla="*/ 147144 w 3710151"/>
                          <a:gd name="connsiteY0-536" fmla="*/ 73572 h 1418896"/>
                          <a:gd name="connsiteX1-537" fmla="*/ 430924 w 3710151"/>
                          <a:gd name="connsiteY1-538" fmla="*/ 0 h 1418896"/>
                          <a:gd name="connsiteX2-539" fmla="*/ 1838028 w 3710151"/>
                          <a:gd name="connsiteY2-540" fmla="*/ 591655 h 1418896"/>
                          <a:gd name="connsiteX3-541" fmla="*/ 3342289 w 3710151"/>
                          <a:gd name="connsiteY3-542" fmla="*/ 0 h 1418896"/>
                          <a:gd name="connsiteX4-543" fmla="*/ 3563006 w 3710151"/>
                          <a:gd name="connsiteY4-544" fmla="*/ 73572 h 1418896"/>
                          <a:gd name="connsiteX5-545" fmla="*/ 2617717 w 3710151"/>
                          <a:gd name="connsiteY5-546" fmla="*/ 448868 h 1418896"/>
                          <a:gd name="connsiteX6-547" fmla="*/ 2610282 w 3710151"/>
                          <a:gd name="connsiteY6-548" fmla="*/ 902607 h 1418896"/>
                          <a:gd name="connsiteX7-549" fmla="*/ 3710151 w 3710151"/>
                          <a:gd name="connsiteY7-550" fmla="*/ 1345324 h 1418896"/>
                          <a:gd name="connsiteX8-551" fmla="*/ 3426372 w 3710151"/>
                          <a:gd name="connsiteY8-552" fmla="*/ 1408386 h 1418896"/>
                          <a:gd name="connsiteX9-553" fmla="*/ 1849820 w 3710151"/>
                          <a:gd name="connsiteY9-554" fmla="*/ 746234 h 1418896"/>
                          <a:gd name="connsiteX10-555" fmla="*/ 241737 w 3710151"/>
                          <a:gd name="connsiteY10-556" fmla="*/ 1418896 h 1418896"/>
                          <a:gd name="connsiteX11-557" fmla="*/ 0 w 3710151"/>
                          <a:gd name="connsiteY11-558" fmla="*/ 1334814 h 1418896"/>
                          <a:gd name="connsiteX12-559" fmla="*/ 1098586 w 3710151"/>
                          <a:gd name="connsiteY12-560" fmla="*/ 903890 h 1418896"/>
                          <a:gd name="connsiteX13-561" fmla="*/ 1087434 w 3710151"/>
                          <a:gd name="connsiteY13-562" fmla="*/ 451945 h 1418896"/>
                          <a:gd name="connsiteX14-563" fmla="*/ 168164 w 3710151"/>
                          <a:gd name="connsiteY14-564" fmla="*/ 84081 h 1418896"/>
                          <a:gd name="connsiteX15-565" fmla="*/ 147144 w 3710151"/>
                          <a:gd name="connsiteY15-566" fmla="*/ 73572 h 1418896"/>
                          <a:gd name="connsiteX0-567" fmla="*/ 162012 w 3725019"/>
                          <a:gd name="connsiteY0-568" fmla="*/ 73572 h 1418896"/>
                          <a:gd name="connsiteX1-569" fmla="*/ 445792 w 3725019"/>
                          <a:gd name="connsiteY1-570" fmla="*/ 0 h 1418896"/>
                          <a:gd name="connsiteX2-571" fmla="*/ 1852896 w 3725019"/>
                          <a:gd name="connsiteY2-572" fmla="*/ 591655 h 1418896"/>
                          <a:gd name="connsiteX3-573" fmla="*/ 3357157 w 3725019"/>
                          <a:gd name="connsiteY3-574" fmla="*/ 0 h 1418896"/>
                          <a:gd name="connsiteX4-575" fmla="*/ 3577874 w 3725019"/>
                          <a:gd name="connsiteY4-576" fmla="*/ 73572 h 1418896"/>
                          <a:gd name="connsiteX5-577" fmla="*/ 2632585 w 3725019"/>
                          <a:gd name="connsiteY5-578" fmla="*/ 448868 h 1418896"/>
                          <a:gd name="connsiteX6-579" fmla="*/ 2625150 w 3725019"/>
                          <a:gd name="connsiteY6-580" fmla="*/ 902607 h 1418896"/>
                          <a:gd name="connsiteX7-581" fmla="*/ 3725019 w 3725019"/>
                          <a:gd name="connsiteY7-582" fmla="*/ 1345324 h 1418896"/>
                          <a:gd name="connsiteX8-583" fmla="*/ 3441240 w 3725019"/>
                          <a:gd name="connsiteY8-584" fmla="*/ 1408386 h 1418896"/>
                          <a:gd name="connsiteX9-585" fmla="*/ 1864688 w 3725019"/>
                          <a:gd name="connsiteY9-586" fmla="*/ 746234 h 1418896"/>
                          <a:gd name="connsiteX10-587" fmla="*/ 256605 w 3725019"/>
                          <a:gd name="connsiteY10-588" fmla="*/ 1418896 h 1418896"/>
                          <a:gd name="connsiteX11-589" fmla="*/ 0 w 3725019"/>
                          <a:gd name="connsiteY11-590" fmla="*/ 1331097 h 1418896"/>
                          <a:gd name="connsiteX12-591" fmla="*/ 1113454 w 3725019"/>
                          <a:gd name="connsiteY12-592" fmla="*/ 903890 h 1418896"/>
                          <a:gd name="connsiteX13-593" fmla="*/ 1102302 w 3725019"/>
                          <a:gd name="connsiteY13-594" fmla="*/ 451945 h 1418896"/>
                          <a:gd name="connsiteX14-595" fmla="*/ 183032 w 3725019"/>
                          <a:gd name="connsiteY14-596" fmla="*/ 84081 h 1418896"/>
                          <a:gd name="connsiteX15-597" fmla="*/ 162012 w 3725019"/>
                          <a:gd name="connsiteY15-598" fmla="*/ 73572 h 1418896"/>
                        </a:gdLst>
                        <a:ahLst/>
                        <a:cxnLst>
                          <a:cxn ang="0">
                            <a:pos x="connsiteX0-1" y="connsiteY0-2"/>
                          </a:cxn>
                          <a:cxn ang="0">
                            <a:pos x="connsiteX1-3" y="connsiteY1-4"/>
                          </a:cxn>
                          <a:cxn ang="0">
                            <a:pos x="connsiteX2-5" y="connsiteY2-6"/>
                          </a:cxn>
                          <a:cxn ang="0">
                            <a:pos x="connsiteX3-7" y="connsiteY3-8"/>
                          </a:cxn>
                          <a:cxn ang="0">
                            <a:pos x="connsiteX4-9" y="connsiteY4-10"/>
                          </a:cxn>
                          <a:cxn ang="0">
                            <a:pos x="connsiteX5-11" y="connsiteY5-12"/>
                          </a:cxn>
                          <a:cxn ang="0">
                            <a:pos x="connsiteX6-13" y="connsiteY6-14"/>
                          </a:cxn>
                          <a:cxn ang="0">
                            <a:pos x="connsiteX7-15" y="connsiteY7-16"/>
                          </a:cxn>
                          <a:cxn ang="0">
                            <a:pos x="connsiteX8-17" y="connsiteY8-18"/>
                          </a:cxn>
                          <a:cxn ang="0">
                            <a:pos x="connsiteX9-19" y="connsiteY9-20"/>
                          </a:cxn>
                          <a:cxn ang="0">
                            <a:pos x="connsiteX10-21" y="connsiteY10-22"/>
                          </a:cxn>
                          <a:cxn ang="0">
                            <a:pos x="connsiteX11-23" y="connsiteY11-24"/>
                          </a:cxn>
                          <a:cxn ang="0">
                            <a:pos x="connsiteX12-25" y="connsiteY12-26"/>
                          </a:cxn>
                          <a:cxn ang="0">
                            <a:pos x="connsiteX13-27" y="connsiteY13-28"/>
                          </a:cxn>
                          <a:cxn ang="0">
                            <a:pos x="connsiteX14-29" y="connsiteY14-30"/>
                          </a:cxn>
                          <a:cxn ang="0">
                            <a:pos x="connsiteX15-31" y="connsiteY15-32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  <p:pic>
                <p:nvPicPr>
                  <p:cNvPr id="347" name="Picture 1065" descr="antenna_stylized"/>
                  <p:cNvPicPr>
                    <a:picLocks noChangeAspect="1" noChangeArrowheads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570652" y="5742696"/>
                    <a:ext cx="374931" cy="164509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</p:grpSp>
          <p:grpSp>
            <p:nvGrpSpPr>
              <p:cNvPr id="311" name="Group 310"/>
              <p:cNvGrpSpPr/>
              <p:nvPr/>
            </p:nvGrpSpPr>
            <p:grpSpPr>
              <a:xfrm>
                <a:off x="10925982" y="4188911"/>
                <a:ext cx="657413" cy="451816"/>
                <a:chOff x="10925982" y="4188911"/>
                <a:chExt cx="657413" cy="451816"/>
              </a:xfrm>
            </p:grpSpPr>
            <p:grpSp>
              <p:nvGrpSpPr>
                <p:cNvPr id="312" name="Group 311"/>
                <p:cNvGrpSpPr/>
                <p:nvPr/>
              </p:nvGrpSpPr>
              <p:grpSpPr>
                <a:xfrm>
                  <a:off x="11093556" y="4188911"/>
                  <a:ext cx="489839" cy="451816"/>
                  <a:chOff x="5103720" y="2693365"/>
                  <a:chExt cx="611650" cy="414788"/>
                </a:xfrm>
              </p:grpSpPr>
              <p:cxnSp>
                <p:nvCxnSpPr>
                  <p:cNvPr id="321" name="Straight Connector 320"/>
                  <p:cNvCxnSpPr/>
                  <p:nvPr/>
                </p:nvCxnSpPr>
                <p:spPr>
                  <a:xfrm>
                    <a:off x="5103720" y="2914214"/>
                    <a:ext cx="232559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322" name="Group 321"/>
                  <p:cNvGrpSpPr/>
                  <p:nvPr/>
                </p:nvGrpSpPr>
                <p:grpSpPr>
                  <a:xfrm>
                    <a:off x="5275406" y="2693365"/>
                    <a:ext cx="439964" cy="414788"/>
                    <a:chOff x="5275406" y="2711455"/>
                    <a:chExt cx="452949" cy="405518"/>
                  </a:xfrm>
                </p:grpSpPr>
                <p:pic>
                  <p:nvPicPr>
                    <p:cNvPr id="323" name="Picture 322" descr="server_rack.png"/>
                    <p:cNvPicPr>
                      <a:picLocks noChangeAspect="1"/>
                    </p:cNvPicPr>
                    <p:nvPr/>
                  </p:nvPicPr>
                  <p:blipFill>
                    <a:blip r:embed="rId19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537367" y="2770786"/>
                      <a:ext cx="190988" cy="313366"/>
                    </a:xfrm>
                    <a:prstGeom prst="rect">
                      <a:avLst/>
                    </a:prstGeom>
                  </p:spPr>
                </p:pic>
                <p:pic>
                  <p:nvPicPr>
                    <p:cNvPr id="324" name="Picture 323" descr="server_rack.png"/>
                    <p:cNvPicPr>
                      <a:picLocks noChangeAspect="1"/>
                    </p:cNvPicPr>
                    <p:nvPr/>
                  </p:nvPicPr>
                  <p:blipFill>
                    <a:blip r:embed="rId19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275406" y="2764002"/>
                      <a:ext cx="190988" cy="313366"/>
                    </a:xfrm>
                    <a:prstGeom prst="rect">
                      <a:avLst/>
                    </a:prstGeom>
                  </p:spPr>
                </p:pic>
                <p:pic>
                  <p:nvPicPr>
                    <p:cNvPr id="325" name="Picture 324" descr="server_rack.png"/>
                    <p:cNvPicPr>
                      <a:picLocks noChangeAspect="1"/>
                    </p:cNvPicPr>
                    <p:nvPr/>
                  </p:nvPicPr>
                  <p:blipFill>
                    <a:blip r:embed="rId19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385676" y="2711455"/>
                      <a:ext cx="247152" cy="405518"/>
                    </a:xfrm>
                    <a:prstGeom prst="rect">
                      <a:avLst/>
                    </a:prstGeom>
                  </p:spPr>
                </p:pic>
              </p:grpSp>
            </p:grpSp>
            <p:grpSp>
              <p:nvGrpSpPr>
                <p:cNvPr id="313" name="Group 312"/>
                <p:cNvGrpSpPr/>
                <p:nvPr/>
              </p:nvGrpSpPr>
              <p:grpSpPr>
                <a:xfrm>
                  <a:off x="10925982" y="4369125"/>
                  <a:ext cx="228295" cy="120400"/>
                  <a:chOff x="7493876" y="2774731"/>
                  <a:chExt cx="1481958" cy="894622"/>
                </a:xfrm>
              </p:grpSpPr>
              <p:sp>
                <p:nvSpPr>
                  <p:cNvPr id="314" name="Freeform 313"/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-1" fmla="*/ 8187558 w 8187558"/>
                      <a:gd name="connsiteY0-2" fmla="*/ 0 h 2617076"/>
                      <a:gd name="connsiteX1-3" fmla="*/ 8187558 w 8187558"/>
                      <a:gd name="connsiteY1-4" fmla="*/ 1271752 h 2617076"/>
                      <a:gd name="connsiteX2-5" fmla="*/ 4025462 w 8187558"/>
                      <a:gd name="connsiteY2-6" fmla="*/ 2617076 h 2617076"/>
                      <a:gd name="connsiteX3-7" fmla="*/ 0 w 8187558"/>
                      <a:gd name="connsiteY3-8" fmla="*/ 1229711 h 2617076"/>
                      <a:gd name="connsiteX4-9" fmla="*/ 31531 w 8187558"/>
                      <a:gd name="connsiteY4-10" fmla="*/ 147145 h 2617076"/>
                      <a:gd name="connsiteX5-11" fmla="*/ 4046482 w 8187558"/>
                      <a:gd name="connsiteY5-12" fmla="*/ 1576552 h 2617076"/>
                      <a:gd name="connsiteX6-13" fmla="*/ 8187558 w 8187558"/>
                      <a:gd name="connsiteY6-14" fmla="*/ 0 h 2617076"/>
                      <a:gd name="connsiteX0-15" fmla="*/ 8187558 w 8187558"/>
                      <a:gd name="connsiteY0-16" fmla="*/ 0 h 2617076"/>
                      <a:gd name="connsiteX1-17" fmla="*/ 8187558 w 8187558"/>
                      <a:gd name="connsiteY1-18" fmla="*/ 1271752 h 2617076"/>
                      <a:gd name="connsiteX2-19" fmla="*/ 4025462 w 8187558"/>
                      <a:gd name="connsiteY2-20" fmla="*/ 2617076 h 2617076"/>
                      <a:gd name="connsiteX3-21" fmla="*/ 0 w 8187558"/>
                      <a:gd name="connsiteY3-22" fmla="*/ 1229711 h 2617076"/>
                      <a:gd name="connsiteX4-23" fmla="*/ 31531 w 8187558"/>
                      <a:gd name="connsiteY4-24" fmla="*/ 147145 h 2617076"/>
                      <a:gd name="connsiteX5-25" fmla="*/ 4046482 w 8187558"/>
                      <a:gd name="connsiteY5-26" fmla="*/ 1576552 h 2617076"/>
                      <a:gd name="connsiteX6-27" fmla="*/ 8187558 w 8187558"/>
                      <a:gd name="connsiteY6-28" fmla="*/ 0 h 2617076"/>
                      <a:gd name="connsiteX0-29" fmla="*/ 8187558 w 8187558"/>
                      <a:gd name="connsiteY0-30" fmla="*/ 0 h 2617076"/>
                      <a:gd name="connsiteX1-31" fmla="*/ 8187558 w 8187558"/>
                      <a:gd name="connsiteY1-32" fmla="*/ 1271752 h 2617076"/>
                      <a:gd name="connsiteX2-33" fmla="*/ 4025462 w 8187558"/>
                      <a:gd name="connsiteY2-34" fmla="*/ 2617076 h 2617076"/>
                      <a:gd name="connsiteX3-35" fmla="*/ 0 w 8187558"/>
                      <a:gd name="connsiteY3-36" fmla="*/ 1229711 h 2617076"/>
                      <a:gd name="connsiteX4-37" fmla="*/ 31531 w 8187558"/>
                      <a:gd name="connsiteY4-38" fmla="*/ 147145 h 2617076"/>
                      <a:gd name="connsiteX5-39" fmla="*/ 4046482 w 8187558"/>
                      <a:gd name="connsiteY5-40" fmla="*/ 1576552 h 2617076"/>
                      <a:gd name="connsiteX6-41" fmla="*/ 8187558 w 8187558"/>
                      <a:gd name="connsiteY6-42" fmla="*/ 0 h 2617076"/>
                      <a:gd name="connsiteX0-43" fmla="*/ 8187558 w 8187558"/>
                      <a:gd name="connsiteY0-44" fmla="*/ 0 h 2617076"/>
                      <a:gd name="connsiteX1-45" fmla="*/ 8187558 w 8187558"/>
                      <a:gd name="connsiteY1-46" fmla="*/ 1271752 h 2617076"/>
                      <a:gd name="connsiteX2-47" fmla="*/ 4025462 w 8187558"/>
                      <a:gd name="connsiteY2-48" fmla="*/ 2617076 h 2617076"/>
                      <a:gd name="connsiteX3-49" fmla="*/ 0 w 8187558"/>
                      <a:gd name="connsiteY3-50" fmla="*/ 1229711 h 2617076"/>
                      <a:gd name="connsiteX4-51" fmla="*/ 31531 w 8187558"/>
                      <a:gd name="connsiteY4-52" fmla="*/ 147145 h 2617076"/>
                      <a:gd name="connsiteX5-53" fmla="*/ 4046482 w 8187558"/>
                      <a:gd name="connsiteY5-54" fmla="*/ 1576552 h 2617076"/>
                      <a:gd name="connsiteX6-55" fmla="*/ 8187558 w 8187558"/>
                      <a:gd name="connsiteY6-56" fmla="*/ 0 h 2617076"/>
                      <a:gd name="connsiteX0-57" fmla="*/ 8187558 w 8187558"/>
                      <a:gd name="connsiteY0-58" fmla="*/ 0 h 2617076"/>
                      <a:gd name="connsiteX1-59" fmla="*/ 8187558 w 8187558"/>
                      <a:gd name="connsiteY1-60" fmla="*/ 1271752 h 2617076"/>
                      <a:gd name="connsiteX2-61" fmla="*/ 4025462 w 8187558"/>
                      <a:gd name="connsiteY2-62" fmla="*/ 2617076 h 2617076"/>
                      <a:gd name="connsiteX3-63" fmla="*/ 0 w 8187558"/>
                      <a:gd name="connsiteY3-64" fmla="*/ 1229711 h 2617076"/>
                      <a:gd name="connsiteX4-65" fmla="*/ 31531 w 8187558"/>
                      <a:gd name="connsiteY4-66" fmla="*/ 147145 h 2617076"/>
                      <a:gd name="connsiteX5-67" fmla="*/ 4046482 w 8187558"/>
                      <a:gd name="connsiteY5-68" fmla="*/ 1576552 h 2617076"/>
                      <a:gd name="connsiteX6-69" fmla="*/ 8187558 w 8187558"/>
                      <a:gd name="connsiteY6-70" fmla="*/ 0 h 2617076"/>
                      <a:gd name="connsiteX0-71" fmla="*/ 8187558 w 8187558"/>
                      <a:gd name="connsiteY0-72" fmla="*/ 0 h 2617076"/>
                      <a:gd name="connsiteX1-73" fmla="*/ 8187558 w 8187558"/>
                      <a:gd name="connsiteY1-74" fmla="*/ 1271752 h 2617076"/>
                      <a:gd name="connsiteX2-75" fmla="*/ 4025462 w 8187558"/>
                      <a:gd name="connsiteY2-76" fmla="*/ 2617076 h 2617076"/>
                      <a:gd name="connsiteX3-77" fmla="*/ 0 w 8187558"/>
                      <a:gd name="connsiteY3-78" fmla="*/ 1229711 h 2617076"/>
                      <a:gd name="connsiteX4-79" fmla="*/ 31531 w 8187558"/>
                      <a:gd name="connsiteY4-80" fmla="*/ 147145 h 2617076"/>
                      <a:gd name="connsiteX5-81" fmla="*/ 4046482 w 8187558"/>
                      <a:gd name="connsiteY5-82" fmla="*/ 1576552 h 2617076"/>
                      <a:gd name="connsiteX6-83" fmla="*/ 8187558 w 8187558"/>
                      <a:gd name="connsiteY6-84" fmla="*/ 0 h 2617076"/>
                      <a:gd name="connsiteX0-85" fmla="*/ 8187558 w 8187558"/>
                      <a:gd name="connsiteY0-86" fmla="*/ 0 h 2638097"/>
                      <a:gd name="connsiteX1-87" fmla="*/ 8187558 w 8187558"/>
                      <a:gd name="connsiteY1-88" fmla="*/ 1271752 h 2638097"/>
                      <a:gd name="connsiteX2-89" fmla="*/ 4099035 w 8187558"/>
                      <a:gd name="connsiteY2-90" fmla="*/ 2638097 h 2638097"/>
                      <a:gd name="connsiteX3-91" fmla="*/ 0 w 8187558"/>
                      <a:gd name="connsiteY3-92" fmla="*/ 1229711 h 2638097"/>
                      <a:gd name="connsiteX4-93" fmla="*/ 31531 w 8187558"/>
                      <a:gd name="connsiteY4-94" fmla="*/ 147145 h 2638097"/>
                      <a:gd name="connsiteX5-95" fmla="*/ 4046482 w 8187558"/>
                      <a:gd name="connsiteY5-96" fmla="*/ 1576552 h 2638097"/>
                      <a:gd name="connsiteX6-97" fmla="*/ 8187558 w 8187558"/>
                      <a:gd name="connsiteY6-98" fmla="*/ 0 h 2638097"/>
                      <a:gd name="connsiteX0-99" fmla="*/ 8187558 w 8187558"/>
                      <a:gd name="connsiteY0-100" fmla="*/ 0 h 2638097"/>
                      <a:gd name="connsiteX1-101" fmla="*/ 8187558 w 8187558"/>
                      <a:gd name="connsiteY1-102" fmla="*/ 1271752 h 2638097"/>
                      <a:gd name="connsiteX2-103" fmla="*/ 4099035 w 8187558"/>
                      <a:gd name="connsiteY2-104" fmla="*/ 2638097 h 2638097"/>
                      <a:gd name="connsiteX3-105" fmla="*/ 0 w 8187558"/>
                      <a:gd name="connsiteY3-106" fmla="*/ 1229711 h 2638097"/>
                      <a:gd name="connsiteX4-107" fmla="*/ 31531 w 8187558"/>
                      <a:gd name="connsiteY4-108" fmla="*/ 147145 h 2638097"/>
                      <a:gd name="connsiteX5-109" fmla="*/ 4046482 w 8187558"/>
                      <a:gd name="connsiteY5-110" fmla="*/ 1576552 h 2638097"/>
                      <a:gd name="connsiteX6-111" fmla="*/ 8187558 w 8187558"/>
                      <a:gd name="connsiteY6-112" fmla="*/ 0 h 2638097"/>
                      <a:gd name="connsiteX0-113" fmla="*/ 8187558 w 8187558"/>
                      <a:gd name="connsiteY0-114" fmla="*/ 0 h 2638097"/>
                      <a:gd name="connsiteX1-115" fmla="*/ 8187558 w 8187558"/>
                      <a:gd name="connsiteY1-116" fmla="*/ 1271752 h 2638097"/>
                      <a:gd name="connsiteX2-117" fmla="*/ 4099035 w 8187558"/>
                      <a:gd name="connsiteY2-118" fmla="*/ 2638097 h 2638097"/>
                      <a:gd name="connsiteX3-119" fmla="*/ 0 w 8187558"/>
                      <a:gd name="connsiteY3-120" fmla="*/ 1229711 h 2638097"/>
                      <a:gd name="connsiteX4-121" fmla="*/ 31531 w 8187558"/>
                      <a:gd name="connsiteY4-122" fmla="*/ 147145 h 2638097"/>
                      <a:gd name="connsiteX5-123" fmla="*/ 4046482 w 8187558"/>
                      <a:gd name="connsiteY5-124" fmla="*/ 1576552 h 2638097"/>
                      <a:gd name="connsiteX6-125" fmla="*/ 8187558 w 8187558"/>
                      <a:gd name="connsiteY6-126" fmla="*/ 0 h 2638097"/>
                      <a:gd name="connsiteX0-127" fmla="*/ 8187558 w 8187558"/>
                      <a:gd name="connsiteY0-128" fmla="*/ 0 h 2638097"/>
                      <a:gd name="connsiteX1-129" fmla="*/ 8187558 w 8187558"/>
                      <a:gd name="connsiteY1-130" fmla="*/ 1271752 h 2638097"/>
                      <a:gd name="connsiteX2-131" fmla="*/ 4099035 w 8187558"/>
                      <a:gd name="connsiteY2-132" fmla="*/ 2638097 h 2638097"/>
                      <a:gd name="connsiteX3-133" fmla="*/ 0 w 8187558"/>
                      <a:gd name="connsiteY3-134" fmla="*/ 1229711 h 2638097"/>
                      <a:gd name="connsiteX4-135" fmla="*/ 31531 w 8187558"/>
                      <a:gd name="connsiteY4-136" fmla="*/ 147145 h 2638097"/>
                      <a:gd name="connsiteX5-137" fmla="*/ 4046482 w 8187558"/>
                      <a:gd name="connsiteY5-138" fmla="*/ 1576552 h 2638097"/>
                      <a:gd name="connsiteX6-139" fmla="*/ 8187558 w 8187558"/>
                      <a:gd name="connsiteY6-140" fmla="*/ 0 h 2638097"/>
                      <a:gd name="connsiteX0-141" fmla="*/ 8187558 w 8187558"/>
                      <a:gd name="connsiteY0-142" fmla="*/ 0 h 2638097"/>
                      <a:gd name="connsiteX1-143" fmla="*/ 8187558 w 8187558"/>
                      <a:gd name="connsiteY1-144" fmla="*/ 1271752 h 2638097"/>
                      <a:gd name="connsiteX2-145" fmla="*/ 4099035 w 8187558"/>
                      <a:gd name="connsiteY2-146" fmla="*/ 2638097 h 2638097"/>
                      <a:gd name="connsiteX3-147" fmla="*/ 0 w 8187558"/>
                      <a:gd name="connsiteY3-148" fmla="*/ 1229711 h 2638097"/>
                      <a:gd name="connsiteX4-149" fmla="*/ 31531 w 8187558"/>
                      <a:gd name="connsiteY4-150" fmla="*/ 147145 h 2638097"/>
                      <a:gd name="connsiteX5-151" fmla="*/ 4088524 w 8187558"/>
                      <a:gd name="connsiteY5-152" fmla="*/ 1597573 h 2638097"/>
                      <a:gd name="connsiteX6-153" fmla="*/ 8187558 w 8187558"/>
                      <a:gd name="connsiteY6-154" fmla="*/ 0 h 2638097"/>
                      <a:gd name="connsiteX0-155" fmla="*/ 8187558 w 8187558"/>
                      <a:gd name="connsiteY0-156" fmla="*/ 0 h 2638097"/>
                      <a:gd name="connsiteX1-157" fmla="*/ 8187558 w 8187558"/>
                      <a:gd name="connsiteY1-158" fmla="*/ 1271752 h 2638097"/>
                      <a:gd name="connsiteX2-159" fmla="*/ 4099035 w 8187558"/>
                      <a:gd name="connsiteY2-160" fmla="*/ 2638097 h 2638097"/>
                      <a:gd name="connsiteX3-161" fmla="*/ 0 w 8187558"/>
                      <a:gd name="connsiteY3-162" fmla="*/ 1229711 h 2638097"/>
                      <a:gd name="connsiteX4-163" fmla="*/ 31531 w 8187558"/>
                      <a:gd name="connsiteY4-164" fmla="*/ 147145 h 2638097"/>
                      <a:gd name="connsiteX5-165" fmla="*/ 4088524 w 8187558"/>
                      <a:gd name="connsiteY5-166" fmla="*/ 1597573 h 2638097"/>
                      <a:gd name="connsiteX6-167" fmla="*/ 8187558 w 8187558"/>
                      <a:gd name="connsiteY6-168" fmla="*/ 0 h 2638097"/>
                      <a:gd name="connsiteX0-169" fmla="*/ 8187558 w 8187558"/>
                      <a:gd name="connsiteY0-170" fmla="*/ 0 h 2638097"/>
                      <a:gd name="connsiteX1-171" fmla="*/ 8187558 w 8187558"/>
                      <a:gd name="connsiteY1-172" fmla="*/ 1271752 h 2638097"/>
                      <a:gd name="connsiteX2-173" fmla="*/ 4099035 w 8187558"/>
                      <a:gd name="connsiteY2-174" fmla="*/ 2638097 h 2638097"/>
                      <a:gd name="connsiteX3-175" fmla="*/ 0 w 8187558"/>
                      <a:gd name="connsiteY3-176" fmla="*/ 1229711 h 2638097"/>
                      <a:gd name="connsiteX4-177" fmla="*/ 31531 w 8187558"/>
                      <a:gd name="connsiteY4-178" fmla="*/ 147145 h 2638097"/>
                      <a:gd name="connsiteX5-179" fmla="*/ 4099035 w 8187558"/>
                      <a:gd name="connsiteY5-180" fmla="*/ 1566042 h 2638097"/>
                      <a:gd name="connsiteX6-181" fmla="*/ 8187558 w 8187558"/>
                      <a:gd name="connsiteY6-182" fmla="*/ 0 h 2638097"/>
                      <a:gd name="connsiteX0-183" fmla="*/ 8187558 w 8187558"/>
                      <a:gd name="connsiteY0-184" fmla="*/ 0 h 2638097"/>
                      <a:gd name="connsiteX1-185" fmla="*/ 8187558 w 8187558"/>
                      <a:gd name="connsiteY1-186" fmla="*/ 1271752 h 2638097"/>
                      <a:gd name="connsiteX2-187" fmla="*/ 4099035 w 8187558"/>
                      <a:gd name="connsiteY2-188" fmla="*/ 2638097 h 2638097"/>
                      <a:gd name="connsiteX3-189" fmla="*/ 0 w 8187558"/>
                      <a:gd name="connsiteY3-190" fmla="*/ 1229711 h 2638097"/>
                      <a:gd name="connsiteX4-191" fmla="*/ 31531 w 8187558"/>
                      <a:gd name="connsiteY4-192" fmla="*/ 147145 h 2638097"/>
                      <a:gd name="connsiteX5-193" fmla="*/ 4099035 w 8187558"/>
                      <a:gd name="connsiteY5-194" fmla="*/ 1566042 h 2638097"/>
                      <a:gd name="connsiteX6-195" fmla="*/ 8187558 w 8187558"/>
                      <a:gd name="connsiteY6-196" fmla="*/ 0 h 2638097"/>
                      <a:gd name="connsiteX0-197" fmla="*/ 8187558 w 8187558"/>
                      <a:gd name="connsiteY0-198" fmla="*/ 0 h 2638097"/>
                      <a:gd name="connsiteX1-199" fmla="*/ 8187558 w 8187558"/>
                      <a:gd name="connsiteY1-200" fmla="*/ 1271752 h 2638097"/>
                      <a:gd name="connsiteX2-201" fmla="*/ 4099035 w 8187558"/>
                      <a:gd name="connsiteY2-202" fmla="*/ 2638097 h 2638097"/>
                      <a:gd name="connsiteX3-203" fmla="*/ 0 w 8187558"/>
                      <a:gd name="connsiteY3-204" fmla="*/ 1229711 h 2638097"/>
                      <a:gd name="connsiteX4-205" fmla="*/ 31531 w 8187558"/>
                      <a:gd name="connsiteY4-206" fmla="*/ 147145 h 2638097"/>
                      <a:gd name="connsiteX5-207" fmla="*/ 4099035 w 8187558"/>
                      <a:gd name="connsiteY5-208" fmla="*/ 1566042 h 2638097"/>
                      <a:gd name="connsiteX6-209" fmla="*/ 8187558 w 8187558"/>
                      <a:gd name="connsiteY6-210" fmla="*/ 0 h 2638097"/>
                      <a:gd name="connsiteX0-211" fmla="*/ 8187558 w 8187558"/>
                      <a:gd name="connsiteY0-212" fmla="*/ 0 h 2638097"/>
                      <a:gd name="connsiteX1-213" fmla="*/ 8187558 w 8187558"/>
                      <a:gd name="connsiteY1-214" fmla="*/ 1271752 h 2638097"/>
                      <a:gd name="connsiteX2-215" fmla="*/ 4099035 w 8187558"/>
                      <a:gd name="connsiteY2-216" fmla="*/ 2638097 h 2638097"/>
                      <a:gd name="connsiteX3-217" fmla="*/ 0 w 8187558"/>
                      <a:gd name="connsiteY3-218" fmla="*/ 1229711 h 2638097"/>
                      <a:gd name="connsiteX4-219" fmla="*/ 31531 w 8187558"/>
                      <a:gd name="connsiteY4-220" fmla="*/ 147145 h 2638097"/>
                      <a:gd name="connsiteX5-221" fmla="*/ 4099035 w 8187558"/>
                      <a:gd name="connsiteY5-222" fmla="*/ 1566042 h 2638097"/>
                      <a:gd name="connsiteX6-223" fmla="*/ 8187558 w 8187558"/>
                      <a:gd name="connsiteY6-224" fmla="*/ 0 h 2638097"/>
                      <a:gd name="connsiteX0-225" fmla="*/ 8187558 w 8187558"/>
                      <a:gd name="connsiteY0-226" fmla="*/ 0 h 2638097"/>
                      <a:gd name="connsiteX1-227" fmla="*/ 8187558 w 8187558"/>
                      <a:gd name="connsiteY1-228" fmla="*/ 1271752 h 2638097"/>
                      <a:gd name="connsiteX2-229" fmla="*/ 4099035 w 8187558"/>
                      <a:gd name="connsiteY2-230" fmla="*/ 2638097 h 2638097"/>
                      <a:gd name="connsiteX3-231" fmla="*/ 0 w 8187558"/>
                      <a:gd name="connsiteY3-232" fmla="*/ 1229711 h 2638097"/>
                      <a:gd name="connsiteX4-233" fmla="*/ 31531 w 8187558"/>
                      <a:gd name="connsiteY4-234" fmla="*/ 147145 h 2638097"/>
                      <a:gd name="connsiteX5-235" fmla="*/ 4099035 w 8187558"/>
                      <a:gd name="connsiteY5-236" fmla="*/ 1566042 h 2638097"/>
                      <a:gd name="connsiteX6-237" fmla="*/ 8187558 w 8187558"/>
                      <a:gd name="connsiteY6-238" fmla="*/ 0 h 2638097"/>
                      <a:gd name="connsiteX0-239" fmla="*/ 8187558 w 8187558"/>
                      <a:gd name="connsiteY0-240" fmla="*/ 0 h 2638097"/>
                      <a:gd name="connsiteX1-241" fmla="*/ 8187558 w 8187558"/>
                      <a:gd name="connsiteY1-242" fmla="*/ 1271752 h 2638097"/>
                      <a:gd name="connsiteX2-243" fmla="*/ 4099035 w 8187558"/>
                      <a:gd name="connsiteY2-244" fmla="*/ 2638097 h 2638097"/>
                      <a:gd name="connsiteX3-245" fmla="*/ 0 w 8187558"/>
                      <a:gd name="connsiteY3-246" fmla="*/ 1229711 h 2638097"/>
                      <a:gd name="connsiteX4-247" fmla="*/ 31531 w 8187558"/>
                      <a:gd name="connsiteY4-248" fmla="*/ 147145 h 2638097"/>
                      <a:gd name="connsiteX5-249" fmla="*/ 4099035 w 8187558"/>
                      <a:gd name="connsiteY5-250" fmla="*/ 1566042 h 2638097"/>
                      <a:gd name="connsiteX6-251" fmla="*/ 8187558 w 8187558"/>
                      <a:gd name="connsiteY6-252" fmla="*/ 0 h 2638097"/>
                      <a:gd name="connsiteX0-253" fmla="*/ 8187558 w 8187558"/>
                      <a:gd name="connsiteY0-254" fmla="*/ 0 h 2638097"/>
                      <a:gd name="connsiteX1-255" fmla="*/ 8187558 w 8187558"/>
                      <a:gd name="connsiteY1-256" fmla="*/ 1271752 h 2638097"/>
                      <a:gd name="connsiteX2-257" fmla="*/ 4099035 w 8187558"/>
                      <a:gd name="connsiteY2-258" fmla="*/ 2638097 h 2638097"/>
                      <a:gd name="connsiteX3-259" fmla="*/ 0 w 8187558"/>
                      <a:gd name="connsiteY3-260" fmla="*/ 1229711 h 2638097"/>
                      <a:gd name="connsiteX4-261" fmla="*/ 31531 w 8187558"/>
                      <a:gd name="connsiteY4-262" fmla="*/ 147145 h 2638097"/>
                      <a:gd name="connsiteX5-263" fmla="*/ 4099035 w 8187558"/>
                      <a:gd name="connsiteY5-264" fmla="*/ 1566042 h 2638097"/>
                      <a:gd name="connsiteX6-265" fmla="*/ 8187558 w 8187558"/>
                      <a:gd name="connsiteY6-266" fmla="*/ 0 h 2638097"/>
                      <a:gd name="connsiteX0-267" fmla="*/ 8187558 w 8187558"/>
                      <a:gd name="connsiteY0-268" fmla="*/ 0 h 2638097"/>
                      <a:gd name="connsiteX1-269" fmla="*/ 8187558 w 8187558"/>
                      <a:gd name="connsiteY1-270" fmla="*/ 1271752 h 2638097"/>
                      <a:gd name="connsiteX2-271" fmla="*/ 4099035 w 8187558"/>
                      <a:gd name="connsiteY2-272" fmla="*/ 2638097 h 2638097"/>
                      <a:gd name="connsiteX3-273" fmla="*/ 0 w 8187558"/>
                      <a:gd name="connsiteY3-274" fmla="*/ 1229711 h 2638097"/>
                      <a:gd name="connsiteX4-275" fmla="*/ 31531 w 8187558"/>
                      <a:gd name="connsiteY4-276" fmla="*/ 147145 h 2638097"/>
                      <a:gd name="connsiteX5-277" fmla="*/ 4099035 w 8187558"/>
                      <a:gd name="connsiteY5-278" fmla="*/ 1566042 h 2638097"/>
                      <a:gd name="connsiteX6-279" fmla="*/ 8187558 w 8187558"/>
                      <a:gd name="connsiteY6-280" fmla="*/ 0 h 2638097"/>
                      <a:gd name="connsiteX0-281" fmla="*/ 8187558 w 8187558"/>
                      <a:gd name="connsiteY0-282" fmla="*/ 0 h 2638097"/>
                      <a:gd name="connsiteX1-283" fmla="*/ 8187558 w 8187558"/>
                      <a:gd name="connsiteY1-284" fmla="*/ 1271752 h 2638097"/>
                      <a:gd name="connsiteX2-285" fmla="*/ 4099035 w 8187558"/>
                      <a:gd name="connsiteY2-286" fmla="*/ 2638097 h 2638097"/>
                      <a:gd name="connsiteX3-287" fmla="*/ 0 w 8187558"/>
                      <a:gd name="connsiteY3-288" fmla="*/ 1229711 h 2638097"/>
                      <a:gd name="connsiteX4-289" fmla="*/ 31531 w 8187558"/>
                      <a:gd name="connsiteY4-290" fmla="*/ 147145 h 2638097"/>
                      <a:gd name="connsiteX5-291" fmla="*/ 4099035 w 8187558"/>
                      <a:gd name="connsiteY5-292" fmla="*/ 1566042 h 2638097"/>
                      <a:gd name="connsiteX6-293" fmla="*/ 8187558 w 8187558"/>
                      <a:gd name="connsiteY6-294" fmla="*/ 0 h 2638097"/>
                      <a:gd name="connsiteX0-295" fmla="*/ 8176538 w 8176538"/>
                      <a:gd name="connsiteY0-296" fmla="*/ 0 h 2638097"/>
                      <a:gd name="connsiteX1-297" fmla="*/ 8176538 w 8176538"/>
                      <a:gd name="connsiteY1-298" fmla="*/ 1271752 h 2638097"/>
                      <a:gd name="connsiteX2-299" fmla="*/ 4088015 w 8176538"/>
                      <a:gd name="connsiteY2-300" fmla="*/ 2638097 h 2638097"/>
                      <a:gd name="connsiteX3-301" fmla="*/ 0 w 8176538"/>
                      <a:gd name="connsiteY3-302" fmla="*/ 1269888 h 2638097"/>
                      <a:gd name="connsiteX4-303" fmla="*/ 20511 w 8176538"/>
                      <a:gd name="connsiteY4-304" fmla="*/ 147145 h 2638097"/>
                      <a:gd name="connsiteX5-305" fmla="*/ 4088015 w 8176538"/>
                      <a:gd name="connsiteY5-306" fmla="*/ 1566042 h 2638097"/>
                      <a:gd name="connsiteX6-307" fmla="*/ 8176538 w 8176538"/>
                      <a:gd name="connsiteY6-308" fmla="*/ 0 h 2638097"/>
                      <a:gd name="connsiteX0-309" fmla="*/ 8176538 w 8176538"/>
                      <a:gd name="connsiteY0-310" fmla="*/ 0 h 2772020"/>
                      <a:gd name="connsiteX1-311" fmla="*/ 8176538 w 8176538"/>
                      <a:gd name="connsiteY1-312" fmla="*/ 1271752 h 2772020"/>
                      <a:gd name="connsiteX2-313" fmla="*/ 4099034 w 8176538"/>
                      <a:gd name="connsiteY2-314" fmla="*/ 2772020 h 2772020"/>
                      <a:gd name="connsiteX3-315" fmla="*/ 0 w 8176538"/>
                      <a:gd name="connsiteY3-316" fmla="*/ 1269888 h 2772020"/>
                      <a:gd name="connsiteX4-317" fmla="*/ 20511 w 8176538"/>
                      <a:gd name="connsiteY4-318" fmla="*/ 147145 h 2772020"/>
                      <a:gd name="connsiteX5-319" fmla="*/ 4088015 w 8176538"/>
                      <a:gd name="connsiteY5-320" fmla="*/ 1566042 h 2772020"/>
                      <a:gd name="connsiteX6-321" fmla="*/ 8176538 w 8176538"/>
                      <a:gd name="connsiteY6-322" fmla="*/ 0 h 2772020"/>
                      <a:gd name="connsiteX0-323" fmla="*/ 8176538 w 8176538"/>
                      <a:gd name="connsiteY0-324" fmla="*/ 0 h 2772339"/>
                      <a:gd name="connsiteX1-325" fmla="*/ 8176538 w 8176538"/>
                      <a:gd name="connsiteY1-326" fmla="*/ 1378890 h 2772339"/>
                      <a:gd name="connsiteX2-327" fmla="*/ 4099034 w 8176538"/>
                      <a:gd name="connsiteY2-328" fmla="*/ 2772020 h 2772339"/>
                      <a:gd name="connsiteX3-329" fmla="*/ 0 w 8176538"/>
                      <a:gd name="connsiteY3-330" fmla="*/ 1269888 h 2772339"/>
                      <a:gd name="connsiteX4-331" fmla="*/ 20511 w 8176538"/>
                      <a:gd name="connsiteY4-332" fmla="*/ 147145 h 2772339"/>
                      <a:gd name="connsiteX5-333" fmla="*/ 4088015 w 8176538"/>
                      <a:gd name="connsiteY5-334" fmla="*/ 1566042 h 2772339"/>
                      <a:gd name="connsiteX6-335" fmla="*/ 8176538 w 8176538"/>
                      <a:gd name="connsiteY6-336" fmla="*/ 0 h 2772339"/>
                      <a:gd name="connsiteX0-337" fmla="*/ 8176538 w 8176538"/>
                      <a:gd name="connsiteY0-338" fmla="*/ 0 h 2825888"/>
                      <a:gd name="connsiteX1-339" fmla="*/ 8176538 w 8176538"/>
                      <a:gd name="connsiteY1-340" fmla="*/ 1378890 h 2825888"/>
                      <a:gd name="connsiteX2-341" fmla="*/ 4099034 w 8176538"/>
                      <a:gd name="connsiteY2-342" fmla="*/ 2825590 h 2825888"/>
                      <a:gd name="connsiteX3-343" fmla="*/ 0 w 8176538"/>
                      <a:gd name="connsiteY3-344" fmla="*/ 1269888 h 2825888"/>
                      <a:gd name="connsiteX4-345" fmla="*/ 20511 w 8176538"/>
                      <a:gd name="connsiteY4-346" fmla="*/ 147145 h 2825888"/>
                      <a:gd name="connsiteX5-347" fmla="*/ 4088015 w 8176538"/>
                      <a:gd name="connsiteY5-348" fmla="*/ 1566042 h 2825888"/>
                      <a:gd name="connsiteX6-349" fmla="*/ 8176538 w 8176538"/>
                      <a:gd name="connsiteY6-350" fmla="*/ 0 h 2825888"/>
                      <a:gd name="connsiteX0-351" fmla="*/ 8165518 w 8165518"/>
                      <a:gd name="connsiteY0-352" fmla="*/ 0 h 2825606"/>
                      <a:gd name="connsiteX1-353" fmla="*/ 8165518 w 8165518"/>
                      <a:gd name="connsiteY1-354" fmla="*/ 1378890 h 2825606"/>
                      <a:gd name="connsiteX2-355" fmla="*/ 4088014 w 8165518"/>
                      <a:gd name="connsiteY2-356" fmla="*/ 2825590 h 2825606"/>
                      <a:gd name="connsiteX3-357" fmla="*/ 0 w 8165518"/>
                      <a:gd name="connsiteY3-358" fmla="*/ 1403811 h 2825606"/>
                      <a:gd name="connsiteX4-359" fmla="*/ 9491 w 8165518"/>
                      <a:gd name="connsiteY4-360" fmla="*/ 147145 h 2825606"/>
                      <a:gd name="connsiteX5-361" fmla="*/ 4076995 w 8165518"/>
                      <a:gd name="connsiteY5-362" fmla="*/ 1566042 h 2825606"/>
                      <a:gd name="connsiteX6-363" fmla="*/ 8165518 w 8165518"/>
                      <a:gd name="connsiteY6-364" fmla="*/ 0 h 2825606"/>
                      <a:gd name="connsiteX0-365" fmla="*/ 8165518 w 8165518"/>
                      <a:gd name="connsiteY0-366" fmla="*/ 0 h 2879174"/>
                      <a:gd name="connsiteX1-367" fmla="*/ 8165518 w 8165518"/>
                      <a:gd name="connsiteY1-368" fmla="*/ 1378890 h 2879174"/>
                      <a:gd name="connsiteX2-369" fmla="*/ 4132092 w 8165518"/>
                      <a:gd name="connsiteY2-370" fmla="*/ 2879159 h 2879174"/>
                      <a:gd name="connsiteX3-371" fmla="*/ 0 w 8165518"/>
                      <a:gd name="connsiteY3-372" fmla="*/ 1403811 h 2879174"/>
                      <a:gd name="connsiteX4-373" fmla="*/ 9491 w 8165518"/>
                      <a:gd name="connsiteY4-374" fmla="*/ 147145 h 2879174"/>
                      <a:gd name="connsiteX5-375" fmla="*/ 4076995 w 8165518"/>
                      <a:gd name="connsiteY5-376" fmla="*/ 1566042 h 2879174"/>
                      <a:gd name="connsiteX6-377" fmla="*/ 8165518 w 8165518"/>
                      <a:gd name="connsiteY6-378" fmla="*/ 0 h 2879174"/>
                      <a:gd name="connsiteX0-379" fmla="*/ 8165518 w 8176537"/>
                      <a:gd name="connsiteY0-380" fmla="*/ 0 h 2879410"/>
                      <a:gd name="connsiteX1-381" fmla="*/ 8176537 w 8176537"/>
                      <a:gd name="connsiteY1-382" fmla="*/ 1499420 h 2879410"/>
                      <a:gd name="connsiteX2-383" fmla="*/ 4132092 w 8176537"/>
                      <a:gd name="connsiteY2-384" fmla="*/ 2879159 h 2879410"/>
                      <a:gd name="connsiteX3-385" fmla="*/ 0 w 8176537"/>
                      <a:gd name="connsiteY3-386" fmla="*/ 1403811 h 2879410"/>
                      <a:gd name="connsiteX4-387" fmla="*/ 9491 w 8176537"/>
                      <a:gd name="connsiteY4-388" fmla="*/ 147145 h 2879410"/>
                      <a:gd name="connsiteX5-389" fmla="*/ 4076995 w 8176537"/>
                      <a:gd name="connsiteY5-390" fmla="*/ 1566042 h 2879410"/>
                      <a:gd name="connsiteX6-391" fmla="*/ 8165518 w 8176537"/>
                      <a:gd name="connsiteY6-392" fmla="*/ 0 h 2879410"/>
                      <a:gd name="connsiteX0-393" fmla="*/ 8165518 w 8176537"/>
                      <a:gd name="connsiteY0-394" fmla="*/ 0 h 2879262"/>
                      <a:gd name="connsiteX1-395" fmla="*/ 8176537 w 8176537"/>
                      <a:gd name="connsiteY1-396" fmla="*/ 1499420 h 2879262"/>
                      <a:gd name="connsiteX2-397" fmla="*/ 4132092 w 8176537"/>
                      <a:gd name="connsiteY2-398" fmla="*/ 2879159 h 2879262"/>
                      <a:gd name="connsiteX3-399" fmla="*/ 0 w 8176537"/>
                      <a:gd name="connsiteY3-400" fmla="*/ 1403811 h 2879262"/>
                      <a:gd name="connsiteX4-401" fmla="*/ 9491 w 8176537"/>
                      <a:gd name="connsiteY4-402" fmla="*/ 147145 h 2879262"/>
                      <a:gd name="connsiteX5-403" fmla="*/ 4076995 w 8176537"/>
                      <a:gd name="connsiteY5-404" fmla="*/ 1566042 h 2879262"/>
                      <a:gd name="connsiteX6-405" fmla="*/ 8165518 w 8176537"/>
                      <a:gd name="connsiteY6-406" fmla="*/ 0 h 2879262"/>
                      <a:gd name="connsiteX0-407" fmla="*/ 8165518 w 8176537"/>
                      <a:gd name="connsiteY0-408" fmla="*/ 0 h 2879163"/>
                      <a:gd name="connsiteX1-409" fmla="*/ 8176537 w 8176537"/>
                      <a:gd name="connsiteY1-410" fmla="*/ 1499420 h 2879163"/>
                      <a:gd name="connsiteX2-411" fmla="*/ 4132092 w 8176537"/>
                      <a:gd name="connsiteY2-412" fmla="*/ 2879159 h 2879163"/>
                      <a:gd name="connsiteX3-413" fmla="*/ 0 w 8176537"/>
                      <a:gd name="connsiteY3-414" fmla="*/ 1510948 h 2879163"/>
                      <a:gd name="connsiteX4-415" fmla="*/ 9491 w 8176537"/>
                      <a:gd name="connsiteY4-416" fmla="*/ 147145 h 2879163"/>
                      <a:gd name="connsiteX5-417" fmla="*/ 4076995 w 8176537"/>
                      <a:gd name="connsiteY5-418" fmla="*/ 1566042 h 2879163"/>
                      <a:gd name="connsiteX6-419" fmla="*/ 8165518 w 8176537"/>
                      <a:gd name="connsiteY6-420" fmla="*/ 0 h 2879163"/>
                      <a:gd name="connsiteX0-421" fmla="*/ 8165518 w 8198577"/>
                      <a:gd name="connsiteY0-422" fmla="*/ 0 h 2879451"/>
                      <a:gd name="connsiteX1-423" fmla="*/ 8198577 w 8198577"/>
                      <a:gd name="connsiteY1-424" fmla="*/ 1606558 h 2879451"/>
                      <a:gd name="connsiteX2-425" fmla="*/ 4132092 w 8198577"/>
                      <a:gd name="connsiteY2-426" fmla="*/ 2879159 h 2879451"/>
                      <a:gd name="connsiteX3-427" fmla="*/ 0 w 8198577"/>
                      <a:gd name="connsiteY3-428" fmla="*/ 1510948 h 2879451"/>
                      <a:gd name="connsiteX4-429" fmla="*/ 9491 w 8198577"/>
                      <a:gd name="connsiteY4-430" fmla="*/ 147145 h 2879451"/>
                      <a:gd name="connsiteX5-431" fmla="*/ 4076995 w 8198577"/>
                      <a:gd name="connsiteY5-432" fmla="*/ 1566042 h 2879451"/>
                      <a:gd name="connsiteX6-433" fmla="*/ 8165518 w 8198577"/>
                      <a:gd name="connsiteY6-434" fmla="*/ 0 h 2879451"/>
                      <a:gd name="connsiteX0-435" fmla="*/ 8165518 w 8165518"/>
                      <a:gd name="connsiteY0-436" fmla="*/ 0 h 2880066"/>
                      <a:gd name="connsiteX1-437" fmla="*/ 8165518 w 8165518"/>
                      <a:gd name="connsiteY1-438" fmla="*/ 1673520 h 2880066"/>
                      <a:gd name="connsiteX2-439" fmla="*/ 4132092 w 8165518"/>
                      <a:gd name="connsiteY2-440" fmla="*/ 2879159 h 2880066"/>
                      <a:gd name="connsiteX3-441" fmla="*/ 0 w 8165518"/>
                      <a:gd name="connsiteY3-442" fmla="*/ 1510948 h 2880066"/>
                      <a:gd name="connsiteX4-443" fmla="*/ 9491 w 8165518"/>
                      <a:gd name="connsiteY4-444" fmla="*/ 147145 h 2880066"/>
                      <a:gd name="connsiteX5-445" fmla="*/ 4076995 w 8165518"/>
                      <a:gd name="connsiteY5-446" fmla="*/ 1566042 h 2880066"/>
                      <a:gd name="connsiteX6-447" fmla="*/ 8165518 w 8165518"/>
                      <a:gd name="connsiteY6-448" fmla="*/ 0 h 2880066"/>
                      <a:gd name="connsiteX0-449" fmla="*/ 8156794 w 8156794"/>
                      <a:gd name="connsiteY0-450" fmla="*/ 0 h 2879270"/>
                      <a:gd name="connsiteX1-451" fmla="*/ 8156794 w 8156794"/>
                      <a:gd name="connsiteY1-452" fmla="*/ 1673520 h 2879270"/>
                      <a:gd name="connsiteX2-453" fmla="*/ 4123368 w 8156794"/>
                      <a:gd name="connsiteY2-454" fmla="*/ 2879159 h 2879270"/>
                      <a:gd name="connsiteX3-455" fmla="*/ 2295 w 8156794"/>
                      <a:gd name="connsiteY3-456" fmla="*/ 1618086 h 2879270"/>
                      <a:gd name="connsiteX4-457" fmla="*/ 767 w 8156794"/>
                      <a:gd name="connsiteY4-458" fmla="*/ 147145 h 2879270"/>
                      <a:gd name="connsiteX5-459" fmla="*/ 4068271 w 8156794"/>
                      <a:gd name="connsiteY5-460" fmla="*/ 1566042 h 2879270"/>
                      <a:gd name="connsiteX6-461" fmla="*/ 8156794 w 8156794"/>
                      <a:gd name="connsiteY6-462" fmla="*/ 0 h 2879270"/>
                      <a:gd name="connsiteX0-463" fmla="*/ 8156794 w 8156794"/>
                      <a:gd name="connsiteY0-464" fmla="*/ 0 h 2973000"/>
                      <a:gd name="connsiteX1-465" fmla="*/ 8156794 w 8156794"/>
                      <a:gd name="connsiteY1-466" fmla="*/ 1673520 h 2973000"/>
                      <a:gd name="connsiteX2-467" fmla="*/ 4134388 w 8156794"/>
                      <a:gd name="connsiteY2-468" fmla="*/ 2972904 h 2973000"/>
                      <a:gd name="connsiteX3-469" fmla="*/ 2295 w 8156794"/>
                      <a:gd name="connsiteY3-470" fmla="*/ 1618086 h 2973000"/>
                      <a:gd name="connsiteX4-471" fmla="*/ 767 w 8156794"/>
                      <a:gd name="connsiteY4-472" fmla="*/ 147145 h 2973000"/>
                      <a:gd name="connsiteX5-473" fmla="*/ 4068271 w 8156794"/>
                      <a:gd name="connsiteY5-474" fmla="*/ 1566042 h 2973000"/>
                      <a:gd name="connsiteX6-475" fmla="*/ 8156794 w 8156794"/>
                      <a:gd name="connsiteY6-476" fmla="*/ 0 h 2973000"/>
                      <a:gd name="connsiteX0-477" fmla="*/ 8156794 w 8156794"/>
                      <a:gd name="connsiteY0-478" fmla="*/ 0 h 2973000"/>
                      <a:gd name="connsiteX1-479" fmla="*/ 8156794 w 8156794"/>
                      <a:gd name="connsiteY1-480" fmla="*/ 1673520 h 2973000"/>
                      <a:gd name="connsiteX2-481" fmla="*/ 4134388 w 8156794"/>
                      <a:gd name="connsiteY2-482" fmla="*/ 2972904 h 2973000"/>
                      <a:gd name="connsiteX3-483" fmla="*/ 2295 w 8156794"/>
                      <a:gd name="connsiteY3-484" fmla="*/ 1618086 h 2973000"/>
                      <a:gd name="connsiteX4-485" fmla="*/ 767 w 8156794"/>
                      <a:gd name="connsiteY4-486" fmla="*/ 147145 h 2973000"/>
                      <a:gd name="connsiteX5-487" fmla="*/ 4068271 w 8156794"/>
                      <a:gd name="connsiteY5-488" fmla="*/ 1566042 h 2973000"/>
                      <a:gd name="connsiteX6-489" fmla="*/ 8156794 w 8156794"/>
                      <a:gd name="connsiteY6-490" fmla="*/ 0 h 2973000"/>
                      <a:gd name="connsiteX0-491" fmla="*/ 8156794 w 8156794"/>
                      <a:gd name="connsiteY0-492" fmla="*/ 0 h 2973000"/>
                      <a:gd name="connsiteX1-493" fmla="*/ 8156794 w 8156794"/>
                      <a:gd name="connsiteY1-494" fmla="*/ 1673520 h 2973000"/>
                      <a:gd name="connsiteX2-495" fmla="*/ 4134388 w 8156794"/>
                      <a:gd name="connsiteY2-496" fmla="*/ 2972904 h 2973000"/>
                      <a:gd name="connsiteX3-497" fmla="*/ 2295 w 8156794"/>
                      <a:gd name="connsiteY3-498" fmla="*/ 1618086 h 2973000"/>
                      <a:gd name="connsiteX4-499" fmla="*/ 767 w 8156794"/>
                      <a:gd name="connsiteY4-500" fmla="*/ 147145 h 2973000"/>
                      <a:gd name="connsiteX5-501" fmla="*/ 4068271 w 8156794"/>
                      <a:gd name="connsiteY5-502" fmla="*/ 1566042 h 2973000"/>
                      <a:gd name="connsiteX6-503" fmla="*/ 8156794 w 8156794"/>
                      <a:gd name="connsiteY6-504" fmla="*/ 0 h 2973000"/>
                      <a:gd name="connsiteX0-505" fmla="*/ 8156794 w 8156794"/>
                      <a:gd name="connsiteY0-506" fmla="*/ 0 h 2973020"/>
                      <a:gd name="connsiteX1-507" fmla="*/ 8156794 w 8156794"/>
                      <a:gd name="connsiteY1-508" fmla="*/ 1673520 h 2973020"/>
                      <a:gd name="connsiteX2-509" fmla="*/ 4134388 w 8156794"/>
                      <a:gd name="connsiteY2-510" fmla="*/ 2972904 h 2973020"/>
                      <a:gd name="connsiteX3-511" fmla="*/ 2295 w 8156794"/>
                      <a:gd name="connsiteY3-512" fmla="*/ 1618086 h 2973020"/>
                      <a:gd name="connsiteX4-513" fmla="*/ 767 w 8156794"/>
                      <a:gd name="connsiteY4-514" fmla="*/ 147145 h 2973020"/>
                      <a:gd name="connsiteX5-515" fmla="*/ 4068271 w 8156794"/>
                      <a:gd name="connsiteY5-516" fmla="*/ 1566042 h 2973020"/>
                      <a:gd name="connsiteX6-517" fmla="*/ 8156794 w 8156794"/>
                      <a:gd name="connsiteY6-518" fmla="*/ 0 h 2973020"/>
                      <a:gd name="connsiteX0-519" fmla="*/ 8156794 w 8156794"/>
                      <a:gd name="connsiteY0-520" fmla="*/ 0 h 2973021"/>
                      <a:gd name="connsiteX1-521" fmla="*/ 8156794 w 8156794"/>
                      <a:gd name="connsiteY1-522" fmla="*/ 1673520 h 2973021"/>
                      <a:gd name="connsiteX2-523" fmla="*/ 4134388 w 8156794"/>
                      <a:gd name="connsiteY2-524" fmla="*/ 2972904 h 2973021"/>
                      <a:gd name="connsiteX3-525" fmla="*/ 2295 w 8156794"/>
                      <a:gd name="connsiteY3-526" fmla="*/ 1618086 h 2973021"/>
                      <a:gd name="connsiteX4-527" fmla="*/ 767 w 8156794"/>
                      <a:gd name="connsiteY4-528" fmla="*/ 147145 h 2973021"/>
                      <a:gd name="connsiteX5-529" fmla="*/ 4068271 w 8156794"/>
                      <a:gd name="connsiteY5-530" fmla="*/ 1566042 h 2973021"/>
                      <a:gd name="connsiteX6-531" fmla="*/ 8156794 w 8156794"/>
                      <a:gd name="connsiteY6-532" fmla="*/ 0 h 2973021"/>
                      <a:gd name="connsiteX0-533" fmla="*/ 8156794 w 8156794"/>
                      <a:gd name="connsiteY0-534" fmla="*/ 0 h 2973021"/>
                      <a:gd name="connsiteX1-535" fmla="*/ 8156794 w 8156794"/>
                      <a:gd name="connsiteY1-536" fmla="*/ 1673520 h 2973021"/>
                      <a:gd name="connsiteX2-537" fmla="*/ 4134388 w 8156794"/>
                      <a:gd name="connsiteY2-538" fmla="*/ 2972904 h 2973021"/>
                      <a:gd name="connsiteX3-539" fmla="*/ 2295 w 8156794"/>
                      <a:gd name="connsiteY3-540" fmla="*/ 1618086 h 2973021"/>
                      <a:gd name="connsiteX4-541" fmla="*/ 767 w 8156794"/>
                      <a:gd name="connsiteY4-542" fmla="*/ 147145 h 2973021"/>
                      <a:gd name="connsiteX5-543" fmla="*/ 4068271 w 8156794"/>
                      <a:gd name="connsiteY5-544" fmla="*/ 1566042 h 2973021"/>
                      <a:gd name="connsiteX6-545" fmla="*/ 8156794 w 8156794"/>
                      <a:gd name="connsiteY6-546" fmla="*/ 0 h 2973021"/>
                      <a:gd name="connsiteX0-547" fmla="*/ 8156794 w 8156794"/>
                      <a:gd name="connsiteY0-548" fmla="*/ 0 h 2973021"/>
                      <a:gd name="connsiteX1-549" fmla="*/ 8156794 w 8156794"/>
                      <a:gd name="connsiteY1-550" fmla="*/ 1673520 h 2973021"/>
                      <a:gd name="connsiteX2-551" fmla="*/ 4134388 w 8156794"/>
                      <a:gd name="connsiteY2-552" fmla="*/ 2972904 h 2973021"/>
                      <a:gd name="connsiteX3-553" fmla="*/ 2295 w 8156794"/>
                      <a:gd name="connsiteY3-554" fmla="*/ 1618086 h 2973021"/>
                      <a:gd name="connsiteX4-555" fmla="*/ 767 w 8156794"/>
                      <a:gd name="connsiteY4-556" fmla="*/ 147145 h 2973021"/>
                      <a:gd name="connsiteX5-557" fmla="*/ 4068271 w 8156794"/>
                      <a:gd name="connsiteY5-558" fmla="*/ 1566042 h 2973021"/>
                      <a:gd name="connsiteX6-559" fmla="*/ 8156794 w 8156794"/>
                      <a:gd name="connsiteY6-560" fmla="*/ 0 h 2973021"/>
                      <a:gd name="connsiteX0-561" fmla="*/ 8156794 w 8156794"/>
                      <a:gd name="connsiteY0-562" fmla="*/ 0 h 2973021"/>
                      <a:gd name="connsiteX1-563" fmla="*/ 8156794 w 8156794"/>
                      <a:gd name="connsiteY1-564" fmla="*/ 1673520 h 2973021"/>
                      <a:gd name="connsiteX2-565" fmla="*/ 4134388 w 8156794"/>
                      <a:gd name="connsiteY2-566" fmla="*/ 2972904 h 2973021"/>
                      <a:gd name="connsiteX3-567" fmla="*/ 2295 w 8156794"/>
                      <a:gd name="connsiteY3-568" fmla="*/ 1618086 h 2973021"/>
                      <a:gd name="connsiteX4-569" fmla="*/ 767 w 8156794"/>
                      <a:gd name="connsiteY4-570" fmla="*/ 147145 h 2973021"/>
                      <a:gd name="connsiteX5-571" fmla="*/ 4068271 w 8156794"/>
                      <a:gd name="connsiteY5-572" fmla="*/ 1566042 h 2973021"/>
                      <a:gd name="connsiteX6-573" fmla="*/ 8156794 w 8156794"/>
                      <a:gd name="connsiteY6-574" fmla="*/ 0 h 2973021"/>
                      <a:gd name="connsiteX0-575" fmla="*/ 8156794 w 8156794"/>
                      <a:gd name="connsiteY0-576" fmla="*/ 0 h 2973141"/>
                      <a:gd name="connsiteX1-577" fmla="*/ 8156794 w 8156794"/>
                      <a:gd name="connsiteY1-578" fmla="*/ 1673520 h 2973141"/>
                      <a:gd name="connsiteX2-579" fmla="*/ 4134388 w 8156794"/>
                      <a:gd name="connsiteY2-580" fmla="*/ 2972904 h 2973141"/>
                      <a:gd name="connsiteX3-581" fmla="*/ 2295 w 8156794"/>
                      <a:gd name="connsiteY3-582" fmla="*/ 1618086 h 2973141"/>
                      <a:gd name="connsiteX4-583" fmla="*/ 767 w 8156794"/>
                      <a:gd name="connsiteY4-584" fmla="*/ 147145 h 2973141"/>
                      <a:gd name="connsiteX5-585" fmla="*/ 4068271 w 8156794"/>
                      <a:gd name="connsiteY5-586" fmla="*/ 1566042 h 2973141"/>
                      <a:gd name="connsiteX6-587" fmla="*/ 8156794 w 8156794"/>
                      <a:gd name="connsiteY6-588" fmla="*/ 0 h 2973141"/>
                      <a:gd name="connsiteX0-589" fmla="*/ 8156794 w 8156794"/>
                      <a:gd name="connsiteY0-590" fmla="*/ 0 h 3066827"/>
                      <a:gd name="connsiteX1-591" fmla="*/ 8156794 w 8156794"/>
                      <a:gd name="connsiteY1-592" fmla="*/ 1673520 h 3066827"/>
                      <a:gd name="connsiteX2-593" fmla="*/ 4123353 w 8156794"/>
                      <a:gd name="connsiteY2-594" fmla="*/ 3066650 h 3066827"/>
                      <a:gd name="connsiteX3-595" fmla="*/ 2295 w 8156794"/>
                      <a:gd name="connsiteY3-596" fmla="*/ 1618086 h 3066827"/>
                      <a:gd name="connsiteX4-597" fmla="*/ 767 w 8156794"/>
                      <a:gd name="connsiteY4-598" fmla="*/ 147145 h 3066827"/>
                      <a:gd name="connsiteX5-599" fmla="*/ 4068271 w 8156794"/>
                      <a:gd name="connsiteY5-600" fmla="*/ 1566042 h 3066827"/>
                      <a:gd name="connsiteX6-601" fmla="*/ 8156794 w 8156794"/>
                      <a:gd name="connsiteY6-602" fmla="*/ 0 h 3066827"/>
                      <a:gd name="connsiteX0-603" fmla="*/ 8123689 w 8156794"/>
                      <a:gd name="connsiteY0-604" fmla="*/ 0 h 2999866"/>
                      <a:gd name="connsiteX1-605" fmla="*/ 8156794 w 8156794"/>
                      <a:gd name="connsiteY1-606" fmla="*/ 1606559 h 2999866"/>
                      <a:gd name="connsiteX2-607" fmla="*/ 4123353 w 8156794"/>
                      <a:gd name="connsiteY2-608" fmla="*/ 2999689 h 2999866"/>
                      <a:gd name="connsiteX3-609" fmla="*/ 2295 w 8156794"/>
                      <a:gd name="connsiteY3-610" fmla="*/ 1551125 h 2999866"/>
                      <a:gd name="connsiteX4-611" fmla="*/ 767 w 8156794"/>
                      <a:gd name="connsiteY4-612" fmla="*/ 80184 h 2999866"/>
                      <a:gd name="connsiteX5-613" fmla="*/ 4068271 w 8156794"/>
                      <a:gd name="connsiteY5-614" fmla="*/ 1499081 h 2999866"/>
                      <a:gd name="connsiteX6-615" fmla="*/ 8123689 w 8156794"/>
                      <a:gd name="connsiteY6-616" fmla="*/ 0 h 2999866"/>
                      <a:gd name="connsiteX0-617" fmla="*/ 8167828 w 8167828"/>
                      <a:gd name="connsiteY0-618" fmla="*/ 0 h 3026651"/>
                      <a:gd name="connsiteX1-619" fmla="*/ 8156794 w 8167828"/>
                      <a:gd name="connsiteY1-620" fmla="*/ 1633344 h 3026651"/>
                      <a:gd name="connsiteX2-621" fmla="*/ 4123353 w 8167828"/>
                      <a:gd name="connsiteY2-622" fmla="*/ 3026474 h 3026651"/>
                      <a:gd name="connsiteX3-623" fmla="*/ 2295 w 8167828"/>
                      <a:gd name="connsiteY3-624" fmla="*/ 1577910 h 3026651"/>
                      <a:gd name="connsiteX4-625" fmla="*/ 767 w 8167828"/>
                      <a:gd name="connsiteY4-626" fmla="*/ 106969 h 3026651"/>
                      <a:gd name="connsiteX5-627" fmla="*/ 4068271 w 8167828"/>
                      <a:gd name="connsiteY5-628" fmla="*/ 1525866 h 3026651"/>
                      <a:gd name="connsiteX6-629" fmla="*/ 8167828 w 8167828"/>
                      <a:gd name="connsiteY6-630" fmla="*/ 0 h 3026651"/>
                      <a:gd name="connsiteX0-631" fmla="*/ 8167828 w 8167828"/>
                      <a:gd name="connsiteY0-632" fmla="*/ 0 h 3027228"/>
                      <a:gd name="connsiteX1-633" fmla="*/ 8145760 w 8167828"/>
                      <a:gd name="connsiteY1-634" fmla="*/ 1686913 h 3027228"/>
                      <a:gd name="connsiteX2-635" fmla="*/ 4123353 w 8167828"/>
                      <a:gd name="connsiteY2-636" fmla="*/ 3026474 h 3027228"/>
                      <a:gd name="connsiteX3-637" fmla="*/ 2295 w 8167828"/>
                      <a:gd name="connsiteY3-638" fmla="*/ 1577910 h 3027228"/>
                      <a:gd name="connsiteX4-639" fmla="*/ 767 w 8167828"/>
                      <a:gd name="connsiteY4-640" fmla="*/ 106969 h 3027228"/>
                      <a:gd name="connsiteX5-641" fmla="*/ 4068271 w 8167828"/>
                      <a:gd name="connsiteY5-642" fmla="*/ 1525866 h 3027228"/>
                      <a:gd name="connsiteX6-643" fmla="*/ 8167828 w 8167828"/>
                      <a:gd name="connsiteY6-644" fmla="*/ 0 h 3027228"/>
                      <a:gd name="connsiteX0-645" fmla="*/ 8156794 w 8156794"/>
                      <a:gd name="connsiteY0-646" fmla="*/ 0 h 2933483"/>
                      <a:gd name="connsiteX1-647" fmla="*/ 8145760 w 8156794"/>
                      <a:gd name="connsiteY1-648" fmla="*/ 1593168 h 2933483"/>
                      <a:gd name="connsiteX2-649" fmla="*/ 4123353 w 8156794"/>
                      <a:gd name="connsiteY2-650" fmla="*/ 2932729 h 2933483"/>
                      <a:gd name="connsiteX3-651" fmla="*/ 2295 w 8156794"/>
                      <a:gd name="connsiteY3-652" fmla="*/ 1484165 h 2933483"/>
                      <a:gd name="connsiteX4-653" fmla="*/ 767 w 8156794"/>
                      <a:gd name="connsiteY4-654" fmla="*/ 13224 h 2933483"/>
                      <a:gd name="connsiteX5-655" fmla="*/ 4068271 w 8156794"/>
                      <a:gd name="connsiteY5-656" fmla="*/ 1432121 h 2933483"/>
                      <a:gd name="connsiteX6-657" fmla="*/ 8156794 w 8156794"/>
                      <a:gd name="connsiteY6-658" fmla="*/ 0 h 2933483"/>
                      <a:gd name="connsiteX0-659" fmla="*/ 8156794 w 8156794"/>
                      <a:gd name="connsiteY0-660" fmla="*/ 0 h 2933483"/>
                      <a:gd name="connsiteX1-661" fmla="*/ 8145760 w 8156794"/>
                      <a:gd name="connsiteY1-662" fmla="*/ 1593168 h 2933483"/>
                      <a:gd name="connsiteX2-663" fmla="*/ 4123353 w 8156794"/>
                      <a:gd name="connsiteY2-664" fmla="*/ 2932729 h 2933483"/>
                      <a:gd name="connsiteX3-665" fmla="*/ 2295 w 8156794"/>
                      <a:gd name="connsiteY3-666" fmla="*/ 1484165 h 2933483"/>
                      <a:gd name="connsiteX4-667" fmla="*/ 767 w 8156794"/>
                      <a:gd name="connsiteY4-668" fmla="*/ 13224 h 2933483"/>
                      <a:gd name="connsiteX5-669" fmla="*/ 4068271 w 8156794"/>
                      <a:gd name="connsiteY5-670" fmla="*/ 1432121 h 2933483"/>
                      <a:gd name="connsiteX6-671" fmla="*/ 8156794 w 8156794"/>
                      <a:gd name="connsiteY6-672" fmla="*/ 0 h 2933483"/>
                      <a:gd name="connsiteX0-673" fmla="*/ 8123689 w 8145760"/>
                      <a:gd name="connsiteY0-674" fmla="*/ 13560 h 2920259"/>
                      <a:gd name="connsiteX1-675" fmla="*/ 8145760 w 8145760"/>
                      <a:gd name="connsiteY1-676" fmla="*/ 1579944 h 2920259"/>
                      <a:gd name="connsiteX2-677" fmla="*/ 4123353 w 8145760"/>
                      <a:gd name="connsiteY2-678" fmla="*/ 2919505 h 2920259"/>
                      <a:gd name="connsiteX3-679" fmla="*/ 2295 w 8145760"/>
                      <a:gd name="connsiteY3-680" fmla="*/ 1470941 h 2920259"/>
                      <a:gd name="connsiteX4-681" fmla="*/ 767 w 8145760"/>
                      <a:gd name="connsiteY4-682" fmla="*/ 0 h 2920259"/>
                      <a:gd name="connsiteX5-683" fmla="*/ 4068271 w 8145760"/>
                      <a:gd name="connsiteY5-684" fmla="*/ 1418897 h 2920259"/>
                      <a:gd name="connsiteX6-685" fmla="*/ 8123689 w 8145760"/>
                      <a:gd name="connsiteY6-686" fmla="*/ 13560 h 2920259"/>
                      <a:gd name="connsiteX0-687" fmla="*/ 8178863 w 8178863"/>
                      <a:gd name="connsiteY0-688" fmla="*/ 26952 h 2920259"/>
                      <a:gd name="connsiteX1-689" fmla="*/ 8145760 w 8178863"/>
                      <a:gd name="connsiteY1-690" fmla="*/ 1579944 h 2920259"/>
                      <a:gd name="connsiteX2-691" fmla="*/ 4123353 w 8178863"/>
                      <a:gd name="connsiteY2-692" fmla="*/ 2919505 h 2920259"/>
                      <a:gd name="connsiteX3-693" fmla="*/ 2295 w 8178863"/>
                      <a:gd name="connsiteY3-694" fmla="*/ 1470941 h 2920259"/>
                      <a:gd name="connsiteX4-695" fmla="*/ 767 w 8178863"/>
                      <a:gd name="connsiteY4-696" fmla="*/ 0 h 2920259"/>
                      <a:gd name="connsiteX5-697" fmla="*/ 4068271 w 8178863"/>
                      <a:gd name="connsiteY5-698" fmla="*/ 1418897 h 2920259"/>
                      <a:gd name="connsiteX6-699" fmla="*/ 8178863 w 8178863"/>
                      <a:gd name="connsiteY6-700" fmla="*/ 26952 h 2920259"/>
                      <a:gd name="connsiteX0-701" fmla="*/ 8167827 w 8167827"/>
                      <a:gd name="connsiteY0-702" fmla="*/ 40343 h 2920259"/>
                      <a:gd name="connsiteX1-703" fmla="*/ 8145760 w 8167827"/>
                      <a:gd name="connsiteY1-704" fmla="*/ 1579944 h 2920259"/>
                      <a:gd name="connsiteX2-705" fmla="*/ 4123353 w 8167827"/>
                      <a:gd name="connsiteY2-706" fmla="*/ 2919505 h 2920259"/>
                      <a:gd name="connsiteX3-707" fmla="*/ 2295 w 8167827"/>
                      <a:gd name="connsiteY3-708" fmla="*/ 1470941 h 2920259"/>
                      <a:gd name="connsiteX4-709" fmla="*/ 767 w 8167827"/>
                      <a:gd name="connsiteY4-710" fmla="*/ 0 h 2920259"/>
                      <a:gd name="connsiteX5-711" fmla="*/ 4068271 w 8167827"/>
                      <a:gd name="connsiteY5-712" fmla="*/ 1418897 h 2920259"/>
                      <a:gd name="connsiteX6-713" fmla="*/ 8167827 w 8167827"/>
                      <a:gd name="connsiteY6-714" fmla="*/ 40343 h 2920259"/>
                      <a:gd name="connsiteX0-715" fmla="*/ 8123687 w 8145760"/>
                      <a:gd name="connsiteY0-716" fmla="*/ 53735 h 2920259"/>
                      <a:gd name="connsiteX1-717" fmla="*/ 8145760 w 8145760"/>
                      <a:gd name="connsiteY1-718" fmla="*/ 1579944 h 2920259"/>
                      <a:gd name="connsiteX2-719" fmla="*/ 4123353 w 8145760"/>
                      <a:gd name="connsiteY2-720" fmla="*/ 2919505 h 2920259"/>
                      <a:gd name="connsiteX3-721" fmla="*/ 2295 w 8145760"/>
                      <a:gd name="connsiteY3-722" fmla="*/ 1470941 h 2920259"/>
                      <a:gd name="connsiteX4-723" fmla="*/ 767 w 8145760"/>
                      <a:gd name="connsiteY4-724" fmla="*/ 0 h 2920259"/>
                      <a:gd name="connsiteX5-725" fmla="*/ 4068271 w 8145760"/>
                      <a:gd name="connsiteY5-726" fmla="*/ 1418897 h 2920259"/>
                      <a:gd name="connsiteX6-727" fmla="*/ 8123687 w 8145760"/>
                      <a:gd name="connsiteY6-728" fmla="*/ 53735 h 2920259"/>
                      <a:gd name="connsiteX0-729" fmla="*/ 8161918 w 8161918"/>
                      <a:gd name="connsiteY0-730" fmla="*/ 0 h 2943855"/>
                      <a:gd name="connsiteX1-731" fmla="*/ 8145760 w 8161918"/>
                      <a:gd name="connsiteY1-732" fmla="*/ 1603540 h 2943855"/>
                      <a:gd name="connsiteX2-733" fmla="*/ 4123353 w 8161918"/>
                      <a:gd name="connsiteY2-734" fmla="*/ 2943101 h 2943855"/>
                      <a:gd name="connsiteX3-735" fmla="*/ 2295 w 8161918"/>
                      <a:gd name="connsiteY3-736" fmla="*/ 1494537 h 2943855"/>
                      <a:gd name="connsiteX4-737" fmla="*/ 767 w 8161918"/>
                      <a:gd name="connsiteY4-738" fmla="*/ 23596 h 2943855"/>
                      <a:gd name="connsiteX5-739" fmla="*/ 4068271 w 8161918"/>
                      <a:gd name="connsiteY5-740" fmla="*/ 1442493 h 2943855"/>
                      <a:gd name="connsiteX6-741" fmla="*/ 8161918 w 8161918"/>
                      <a:gd name="connsiteY6-742" fmla="*/ 0 h 2943855"/>
                      <a:gd name="connsiteX0-743" fmla="*/ 8144926 w 8145760"/>
                      <a:gd name="connsiteY0-744" fmla="*/ 43424 h 2920259"/>
                      <a:gd name="connsiteX1-745" fmla="*/ 8145760 w 8145760"/>
                      <a:gd name="connsiteY1-746" fmla="*/ 1579944 h 2920259"/>
                      <a:gd name="connsiteX2-747" fmla="*/ 4123353 w 8145760"/>
                      <a:gd name="connsiteY2-748" fmla="*/ 2919505 h 2920259"/>
                      <a:gd name="connsiteX3-749" fmla="*/ 2295 w 8145760"/>
                      <a:gd name="connsiteY3-750" fmla="*/ 1470941 h 2920259"/>
                      <a:gd name="connsiteX4-751" fmla="*/ 767 w 8145760"/>
                      <a:gd name="connsiteY4-752" fmla="*/ 0 h 2920259"/>
                      <a:gd name="connsiteX5-753" fmla="*/ 4068271 w 8145760"/>
                      <a:gd name="connsiteY5-754" fmla="*/ 1418897 h 2920259"/>
                      <a:gd name="connsiteX6-755" fmla="*/ 8144926 w 8145760"/>
                      <a:gd name="connsiteY6-756" fmla="*/ 43424 h 2920259"/>
                      <a:gd name="connsiteX0-757" fmla="*/ 8161918 w 8161918"/>
                      <a:gd name="connsiteY0-758" fmla="*/ 0 h 2959321"/>
                      <a:gd name="connsiteX1-759" fmla="*/ 8145760 w 8161918"/>
                      <a:gd name="connsiteY1-760" fmla="*/ 1619006 h 2959321"/>
                      <a:gd name="connsiteX2-761" fmla="*/ 4123353 w 8161918"/>
                      <a:gd name="connsiteY2-762" fmla="*/ 2958567 h 2959321"/>
                      <a:gd name="connsiteX3-763" fmla="*/ 2295 w 8161918"/>
                      <a:gd name="connsiteY3-764" fmla="*/ 1510003 h 2959321"/>
                      <a:gd name="connsiteX4-765" fmla="*/ 767 w 8161918"/>
                      <a:gd name="connsiteY4-766" fmla="*/ 39062 h 2959321"/>
                      <a:gd name="connsiteX5-767" fmla="*/ 4068271 w 8161918"/>
                      <a:gd name="connsiteY5-768" fmla="*/ 1457959 h 2959321"/>
                      <a:gd name="connsiteX6-769" fmla="*/ 8161918 w 8161918"/>
                      <a:gd name="connsiteY6-770" fmla="*/ 0 h 2959321"/>
                      <a:gd name="connsiteX0-771" fmla="*/ 8161918 w 8162752"/>
                      <a:gd name="connsiteY0-772" fmla="*/ 0 h 2959488"/>
                      <a:gd name="connsiteX1-773" fmla="*/ 8162752 w 8162752"/>
                      <a:gd name="connsiteY1-774" fmla="*/ 1629317 h 2959488"/>
                      <a:gd name="connsiteX2-775" fmla="*/ 4123353 w 8162752"/>
                      <a:gd name="connsiteY2-776" fmla="*/ 2958567 h 2959488"/>
                      <a:gd name="connsiteX3-777" fmla="*/ 2295 w 8162752"/>
                      <a:gd name="connsiteY3-778" fmla="*/ 1510003 h 2959488"/>
                      <a:gd name="connsiteX4-779" fmla="*/ 767 w 8162752"/>
                      <a:gd name="connsiteY4-780" fmla="*/ 39062 h 2959488"/>
                      <a:gd name="connsiteX5-781" fmla="*/ 4068271 w 8162752"/>
                      <a:gd name="connsiteY5-782" fmla="*/ 1457959 h 2959488"/>
                      <a:gd name="connsiteX6-783" fmla="*/ 8161918 w 8162752"/>
                      <a:gd name="connsiteY6-784" fmla="*/ 0 h 2959488"/>
                      <a:gd name="connsiteX0-785" fmla="*/ 8165930 w 8166764"/>
                      <a:gd name="connsiteY0-786" fmla="*/ 7337 h 2966825"/>
                      <a:gd name="connsiteX1-787" fmla="*/ 8166764 w 8166764"/>
                      <a:gd name="connsiteY1-788" fmla="*/ 1636654 h 2966825"/>
                      <a:gd name="connsiteX2-789" fmla="*/ 4127365 w 8166764"/>
                      <a:gd name="connsiteY2-790" fmla="*/ 2965904 h 2966825"/>
                      <a:gd name="connsiteX3-791" fmla="*/ 6307 w 8166764"/>
                      <a:gd name="connsiteY3-792" fmla="*/ 1517340 h 2966825"/>
                      <a:gd name="connsiteX4-793" fmla="*/ 532 w 8166764"/>
                      <a:gd name="connsiteY4-794" fmla="*/ 0 h 2966825"/>
                      <a:gd name="connsiteX5-795" fmla="*/ 4072283 w 8166764"/>
                      <a:gd name="connsiteY5-796" fmla="*/ 1465296 h 2966825"/>
                      <a:gd name="connsiteX6-797" fmla="*/ 8165930 w 8166764"/>
                      <a:gd name="connsiteY6-798" fmla="*/ 7337 h 2966825"/>
                      <a:gd name="connsiteX0-799" fmla="*/ 8168119 w 8168953"/>
                      <a:gd name="connsiteY0-800" fmla="*/ 7337 h 2966682"/>
                      <a:gd name="connsiteX1-801" fmla="*/ 8168953 w 8168953"/>
                      <a:gd name="connsiteY1-802" fmla="*/ 1636654 h 2966682"/>
                      <a:gd name="connsiteX2-803" fmla="*/ 4129554 w 8168953"/>
                      <a:gd name="connsiteY2-804" fmla="*/ 2965904 h 2966682"/>
                      <a:gd name="connsiteX3-805" fmla="*/ 0 w 8168953"/>
                      <a:gd name="connsiteY3-806" fmla="*/ 1527651 h 2966682"/>
                      <a:gd name="connsiteX4-807" fmla="*/ 2721 w 8168953"/>
                      <a:gd name="connsiteY4-808" fmla="*/ 0 h 2966682"/>
                      <a:gd name="connsiteX5-809" fmla="*/ 4074472 w 8168953"/>
                      <a:gd name="connsiteY5-810" fmla="*/ 1465296 h 2966682"/>
                      <a:gd name="connsiteX6-811" fmla="*/ 8168119 w 8168953"/>
                      <a:gd name="connsiteY6-812" fmla="*/ 7337 h 2966682"/>
                      <a:gd name="connsiteX0-813" fmla="*/ 8168119 w 8168953"/>
                      <a:gd name="connsiteY0-814" fmla="*/ 7337 h 3100377"/>
                      <a:gd name="connsiteX1-815" fmla="*/ 8168953 w 8168953"/>
                      <a:gd name="connsiteY1-816" fmla="*/ 1636654 h 3100377"/>
                      <a:gd name="connsiteX2-817" fmla="*/ 4118520 w 8168953"/>
                      <a:gd name="connsiteY2-818" fmla="*/ 3099826 h 3100377"/>
                      <a:gd name="connsiteX3-819" fmla="*/ 0 w 8168953"/>
                      <a:gd name="connsiteY3-820" fmla="*/ 1527651 h 3100377"/>
                      <a:gd name="connsiteX4-821" fmla="*/ 2721 w 8168953"/>
                      <a:gd name="connsiteY4-822" fmla="*/ 0 h 3100377"/>
                      <a:gd name="connsiteX5-823" fmla="*/ 4074472 w 8168953"/>
                      <a:gd name="connsiteY5-824" fmla="*/ 1465296 h 3100377"/>
                      <a:gd name="connsiteX6-825" fmla="*/ 8168119 w 8168953"/>
                      <a:gd name="connsiteY6-826" fmla="*/ 7337 h 3100377"/>
                      <a:gd name="connsiteX0-827" fmla="*/ 8168119 w 8168953"/>
                      <a:gd name="connsiteY0-828" fmla="*/ 7337 h 3100429"/>
                      <a:gd name="connsiteX1-829" fmla="*/ 8168953 w 8168953"/>
                      <a:gd name="connsiteY1-830" fmla="*/ 1636654 h 3100429"/>
                      <a:gd name="connsiteX2-831" fmla="*/ 4118520 w 8168953"/>
                      <a:gd name="connsiteY2-832" fmla="*/ 3099826 h 3100429"/>
                      <a:gd name="connsiteX3-833" fmla="*/ 0 w 8168953"/>
                      <a:gd name="connsiteY3-834" fmla="*/ 1527651 h 3100429"/>
                      <a:gd name="connsiteX4-835" fmla="*/ 2721 w 8168953"/>
                      <a:gd name="connsiteY4-836" fmla="*/ 0 h 3100429"/>
                      <a:gd name="connsiteX5-837" fmla="*/ 4074472 w 8168953"/>
                      <a:gd name="connsiteY5-838" fmla="*/ 1465296 h 3100429"/>
                      <a:gd name="connsiteX6-839" fmla="*/ 8168119 w 8168953"/>
                      <a:gd name="connsiteY6-840" fmla="*/ 7337 h 3100429"/>
                      <a:gd name="connsiteX0-841" fmla="*/ 8165849 w 8166683"/>
                      <a:gd name="connsiteY0-842" fmla="*/ 7337 h 3099826"/>
                      <a:gd name="connsiteX1-843" fmla="*/ 8166683 w 8166683"/>
                      <a:gd name="connsiteY1-844" fmla="*/ 1636654 h 3099826"/>
                      <a:gd name="connsiteX2-845" fmla="*/ 4116250 w 8166683"/>
                      <a:gd name="connsiteY2-846" fmla="*/ 3099826 h 3099826"/>
                      <a:gd name="connsiteX3-847" fmla="*/ 8764 w 8166683"/>
                      <a:gd name="connsiteY3-848" fmla="*/ 1634789 h 3099826"/>
                      <a:gd name="connsiteX4-849" fmla="*/ 451 w 8166683"/>
                      <a:gd name="connsiteY4-850" fmla="*/ 0 h 3099826"/>
                      <a:gd name="connsiteX5-851" fmla="*/ 4072202 w 8166683"/>
                      <a:gd name="connsiteY5-852" fmla="*/ 1465296 h 3099826"/>
                      <a:gd name="connsiteX6-853" fmla="*/ 8165849 w 8166683"/>
                      <a:gd name="connsiteY6-854" fmla="*/ 7337 h 3099826"/>
                      <a:gd name="connsiteX0-855" fmla="*/ 8165849 w 8166683"/>
                      <a:gd name="connsiteY0-856" fmla="*/ 7337 h 3099826"/>
                      <a:gd name="connsiteX1-857" fmla="*/ 8166683 w 8166683"/>
                      <a:gd name="connsiteY1-858" fmla="*/ 1636654 h 3099826"/>
                      <a:gd name="connsiteX2-859" fmla="*/ 4116250 w 8166683"/>
                      <a:gd name="connsiteY2-860" fmla="*/ 3099826 h 3099826"/>
                      <a:gd name="connsiteX3-861" fmla="*/ 8764 w 8166683"/>
                      <a:gd name="connsiteY3-862" fmla="*/ 1634789 h 3099826"/>
                      <a:gd name="connsiteX4-863" fmla="*/ 451 w 8166683"/>
                      <a:gd name="connsiteY4-864" fmla="*/ 0 h 3099826"/>
                      <a:gd name="connsiteX5-865" fmla="*/ 4072202 w 8166683"/>
                      <a:gd name="connsiteY5-866" fmla="*/ 1465296 h 3099826"/>
                      <a:gd name="connsiteX6-867" fmla="*/ 8165849 w 8166683"/>
                      <a:gd name="connsiteY6-868" fmla="*/ 7337 h 3099826"/>
                      <a:gd name="connsiteX0-869" fmla="*/ 8165849 w 8166683"/>
                      <a:gd name="connsiteY0-870" fmla="*/ 7337 h 3099826"/>
                      <a:gd name="connsiteX1-871" fmla="*/ 8166683 w 8166683"/>
                      <a:gd name="connsiteY1-872" fmla="*/ 1636654 h 3099826"/>
                      <a:gd name="connsiteX2-873" fmla="*/ 4116250 w 8166683"/>
                      <a:gd name="connsiteY2-874" fmla="*/ 3099826 h 3099826"/>
                      <a:gd name="connsiteX3-875" fmla="*/ 8764 w 8166683"/>
                      <a:gd name="connsiteY3-876" fmla="*/ 1634789 h 3099826"/>
                      <a:gd name="connsiteX4-877" fmla="*/ 451 w 8166683"/>
                      <a:gd name="connsiteY4-878" fmla="*/ 0 h 3099826"/>
                      <a:gd name="connsiteX5-879" fmla="*/ 4061168 w 8166683"/>
                      <a:gd name="connsiteY5-880" fmla="*/ 1438511 h 3099826"/>
                      <a:gd name="connsiteX6-881" fmla="*/ 8165849 w 8166683"/>
                      <a:gd name="connsiteY6-882" fmla="*/ 7337 h 3099826"/>
                      <a:gd name="connsiteX0-883" fmla="*/ 8165849 w 8166683"/>
                      <a:gd name="connsiteY0-884" fmla="*/ 7337 h 3099826"/>
                      <a:gd name="connsiteX1-885" fmla="*/ 8166683 w 8166683"/>
                      <a:gd name="connsiteY1-886" fmla="*/ 1636654 h 3099826"/>
                      <a:gd name="connsiteX2-887" fmla="*/ 4116250 w 8166683"/>
                      <a:gd name="connsiteY2-888" fmla="*/ 3099826 h 3099826"/>
                      <a:gd name="connsiteX3-889" fmla="*/ 8764 w 8166683"/>
                      <a:gd name="connsiteY3-890" fmla="*/ 1634789 h 3099826"/>
                      <a:gd name="connsiteX4-891" fmla="*/ 451 w 8166683"/>
                      <a:gd name="connsiteY4-892" fmla="*/ 0 h 3099826"/>
                      <a:gd name="connsiteX5-893" fmla="*/ 4061168 w 8166683"/>
                      <a:gd name="connsiteY5-894" fmla="*/ 1438511 h 3099826"/>
                      <a:gd name="connsiteX6-895" fmla="*/ 8165849 w 8166683"/>
                      <a:gd name="connsiteY6-896" fmla="*/ 7337 h 3099826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31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15" name="Oval 314"/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31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316" name="Group 315"/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317" name="Freeform 316"/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-1" fmla="*/ 3725333 w 4641485"/>
                        <a:gd name="connsiteY0-2" fmla="*/ 0 h 1049866"/>
                        <a:gd name="connsiteX1-3" fmla="*/ 4641485 w 4641485"/>
                        <a:gd name="connsiteY1-4" fmla="*/ 239402 h 1049866"/>
                        <a:gd name="connsiteX2-5" fmla="*/ 3962400 w 4641485"/>
                        <a:gd name="connsiteY2-6" fmla="*/ 541866 h 1049866"/>
                        <a:gd name="connsiteX3-7" fmla="*/ 3742267 w 4641485"/>
                        <a:gd name="connsiteY3-8" fmla="*/ 457200 h 1049866"/>
                        <a:gd name="connsiteX4-9" fmla="*/ 2269067 w 4641485"/>
                        <a:gd name="connsiteY4-10" fmla="*/ 1049866 h 1049866"/>
                        <a:gd name="connsiteX5-11" fmla="*/ 880533 w 4641485"/>
                        <a:gd name="connsiteY5-12" fmla="*/ 457200 h 1049866"/>
                        <a:gd name="connsiteX6-13" fmla="*/ 592667 w 4641485"/>
                        <a:gd name="connsiteY6-14" fmla="*/ 541866 h 1049866"/>
                        <a:gd name="connsiteX7-15" fmla="*/ 0 w 4641485"/>
                        <a:gd name="connsiteY7-16" fmla="*/ 254000 h 1049866"/>
                        <a:gd name="connsiteX8-17" fmla="*/ 880533 w 4641485"/>
                        <a:gd name="connsiteY8-18" fmla="*/ 16933 h 1049866"/>
                        <a:gd name="connsiteX9-19" fmla="*/ 2302933 w 4641485"/>
                        <a:gd name="connsiteY9-20" fmla="*/ 626533 h 1049866"/>
                        <a:gd name="connsiteX10-21" fmla="*/ 3725333 w 4641485"/>
                        <a:gd name="connsiteY10-22" fmla="*/ 0 h 1049866"/>
                        <a:gd name="connsiteX0-23" fmla="*/ 3756864 w 4673016"/>
                        <a:gd name="connsiteY0-24" fmla="*/ 0 h 1049866"/>
                        <a:gd name="connsiteX1-25" fmla="*/ 4673016 w 4673016"/>
                        <a:gd name="connsiteY1-26" fmla="*/ 239402 h 1049866"/>
                        <a:gd name="connsiteX2-27" fmla="*/ 3993931 w 4673016"/>
                        <a:gd name="connsiteY2-28" fmla="*/ 541866 h 1049866"/>
                        <a:gd name="connsiteX3-29" fmla="*/ 3773798 w 4673016"/>
                        <a:gd name="connsiteY3-30" fmla="*/ 457200 h 1049866"/>
                        <a:gd name="connsiteX4-31" fmla="*/ 2300598 w 4673016"/>
                        <a:gd name="connsiteY4-32" fmla="*/ 1049866 h 1049866"/>
                        <a:gd name="connsiteX5-33" fmla="*/ 912064 w 4673016"/>
                        <a:gd name="connsiteY5-34" fmla="*/ 457200 h 1049866"/>
                        <a:gd name="connsiteX6-35" fmla="*/ 624198 w 4673016"/>
                        <a:gd name="connsiteY6-36" fmla="*/ 541866 h 1049866"/>
                        <a:gd name="connsiteX7-37" fmla="*/ 0 w 4673016"/>
                        <a:gd name="connsiteY7-38" fmla="*/ 232979 h 1049866"/>
                        <a:gd name="connsiteX8-39" fmla="*/ 912064 w 4673016"/>
                        <a:gd name="connsiteY8-40" fmla="*/ 16933 h 1049866"/>
                        <a:gd name="connsiteX9-41" fmla="*/ 2334464 w 4673016"/>
                        <a:gd name="connsiteY9-42" fmla="*/ 626533 h 1049866"/>
                        <a:gd name="connsiteX10-43" fmla="*/ 3756864 w 4673016"/>
                        <a:gd name="connsiteY10-44" fmla="*/ 0 h 1049866"/>
                        <a:gd name="connsiteX0-45" fmla="*/ 3756864 w 4673016"/>
                        <a:gd name="connsiteY0-46" fmla="*/ 0 h 1049866"/>
                        <a:gd name="connsiteX1-47" fmla="*/ 4673016 w 4673016"/>
                        <a:gd name="connsiteY1-48" fmla="*/ 239402 h 1049866"/>
                        <a:gd name="connsiteX2-49" fmla="*/ 3993931 w 4673016"/>
                        <a:gd name="connsiteY2-50" fmla="*/ 541866 h 1049866"/>
                        <a:gd name="connsiteX3-51" fmla="*/ 3784308 w 4673016"/>
                        <a:gd name="connsiteY3-52" fmla="*/ 404648 h 1049866"/>
                        <a:gd name="connsiteX4-53" fmla="*/ 2300598 w 4673016"/>
                        <a:gd name="connsiteY4-54" fmla="*/ 1049866 h 1049866"/>
                        <a:gd name="connsiteX5-55" fmla="*/ 912064 w 4673016"/>
                        <a:gd name="connsiteY5-56" fmla="*/ 457200 h 1049866"/>
                        <a:gd name="connsiteX6-57" fmla="*/ 624198 w 4673016"/>
                        <a:gd name="connsiteY6-58" fmla="*/ 541866 h 1049866"/>
                        <a:gd name="connsiteX7-59" fmla="*/ 0 w 4673016"/>
                        <a:gd name="connsiteY7-60" fmla="*/ 232979 h 1049866"/>
                        <a:gd name="connsiteX8-61" fmla="*/ 912064 w 4673016"/>
                        <a:gd name="connsiteY8-62" fmla="*/ 16933 h 1049866"/>
                        <a:gd name="connsiteX9-63" fmla="*/ 2334464 w 4673016"/>
                        <a:gd name="connsiteY9-64" fmla="*/ 626533 h 1049866"/>
                        <a:gd name="connsiteX10-65" fmla="*/ 3756864 w 4673016"/>
                        <a:gd name="connsiteY10-66" fmla="*/ 0 h 1049866"/>
                        <a:gd name="connsiteX0-67" fmla="*/ 3756864 w 4673016"/>
                        <a:gd name="connsiteY0-68" fmla="*/ 0 h 1049866"/>
                        <a:gd name="connsiteX1-69" fmla="*/ 4673016 w 4673016"/>
                        <a:gd name="connsiteY1-70" fmla="*/ 239402 h 1049866"/>
                        <a:gd name="connsiteX2-71" fmla="*/ 3993931 w 4673016"/>
                        <a:gd name="connsiteY2-72" fmla="*/ 541866 h 1049866"/>
                        <a:gd name="connsiteX3-73" fmla="*/ 3794818 w 4673016"/>
                        <a:gd name="connsiteY3-74" fmla="*/ 436179 h 1049866"/>
                        <a:gd name="connsiteX4-75" fmla="*/ 2300598 w 4673016"/>
                        <a:gd name="connsiteY4-76" fmla="*/ 1049866 h 1049866"/>
                        <a:gd name="connsiteX5-77" fmla="*/ 912064 w 4673016"/>
                        <a:gd name="connsiteY5-78" fmla="*/ 457200 h 1049866"/>
                        <a:gd name="connsiteX6-79" fmla="*/ 624198 w 4673016"/>
                        <a:gd name="connsiteY6-80" fmla="*/ 541866 h 1049866"/>
                        <a:gd name="connsiteX7-81" fmla="*/ 0 w 4673016"/>
                        <a:gd name="connsiteY7-82" fmla="*/ 232979 h 1049866"/>
                        <a:gd name="connsiteX8-83" fmla="*/ 912064 w 4673016"/>
                        <a:gd name="connsiteY8-84" fmla="*/ 16933 h 1049866"/>
                        <a:gd name="connsiteX9-85" fmla="*/ 2334464 w 4673016"/>
                        <a:gd name="connsiteY9-86" fmla="*/ 626533 h 1049866"/>
                        <a:gd name="connsiteX10-87" fmla="*/ 3756864 w 4673016"/>
                        <a:gd name="connsiteY10-88" fmla="*/ 0 h 1049866"/>
                        <a:gd name="connsiteX0-89" fmla="*/ 3756864 w 4673016"/>
                        <a:gd name="connsiteY0-90" fmla="*/ 0 h 1049866"/>
                        <a:gd name="connsiteX1-91" fmla="*/ 4673016 w 4673016"/>
                        <a:gd name="connsiteY1-92" fmla="*/ 239402 h 1049866"/>
                        <a:gd name="connsiteX2-93" fmla="*/ 3993931 w 4673016"/>
                        <a:gd name="connsiteY2-94" fmla="*/ 541866 h 1049866"/>
                        <a:gd name="connsiteX3-95" fmla="*/ 3794818 w 4673016"/>
                        <a:gd name="connsiteY3-96" fmla="*/ 436179 h 1049866"/>
                        <a:gd name="connsiteX4-97" fmla="*/ 2300598 w 4673016"/>
                        <a:gd name="connsiteY4-98" fmla="*/ 1049866 h 1049866"/>
                        <a:gd name="connsiteX5-99" fmla="*/ 912064 w 4673016"/>
                        <a:gd name="connsiteY5-100" fmla="*/ 457200 h 1049866"/>
                        <a:gd name="connsiteX6-101" fmla="*/ 624198 w 4673016"/>
                        <a:gd name="connsiteY6-102" fmla="*/ 541866 h 1049866"/>
                        <a:gd name="connsiteX7-103" fmla="*/ 0 w 4673016"/>
                        <a:gd name="connsiteY7-104" fmla="*/ 232979 h 1049866"/>
                        <a:gd name="connsiteX8-105" fmla="*/ 912064 w 4673016"/>
                        <a:gd name="connsiteY8-106" fmla="*/ 16933 h 1049866"/>
                        <a:gd name="connsiteX9-107" fmla="*/ 2323954 w 4673016"/>
                        <a:gd name="connsiteY9-108" fmla="*/ 616023 h 1049866"/>
                        <a:gd name="connsiteX10-109" fmla="*/ 3756864 w 4673016"/>
                        <a:gd name="connsiteY10-110" fmla="*/ 0 h 1049866"/>
                        <a:gd name="connsiteX0-111" fmla="*/ 3756864 w 4673016"/>
                        <a:gd name="connsiteY0-112" fmla="*/ 0 h 1049866"/>
                        <a:gd name="connsiteX1-113" fmla="*/ 4673016 w 4673016"/>
                        <a:gd name="connsiteY1-114" fmla="*/ 239402 h 1049866"/>
                        <a:gd name="connsiteX2-115" fmla="*/ 3993931 w 4673016"/>
                        <a:gd name="connsiteY2-116" fmla="*/ 541866 h 1049866"/>
                        <a:gd name="connsiteX3-117" fmla="*/ 3794818 w 4673016"/>
                        <a:gd name="connsiteY3-118" fmla="*/ 436179 h 1049866"/>
                        <a:gd name="connsiteX4-119" fmla="*/ 2300598 w 4673016"/>
                        <a:gd name="connsiteY4-120" fmla="*/ 1049866 h 1049866"/>
                        <a:gd name="connsiteX5-121" fmla="*/ 912064 w 4673016"/>
                        <a:gd name="connsiteY5-122" fmla="*/ 457200 h 1049866"/>
                        <a:gd name="connsiteX6-123" fmla="*/ 624198 w 4673016"/>
                        <a:gd name="connsiteY6-124" fmla="*/ 541866 h 1049866"/>
                        <a:gd name="connsiteX7-125" fmla="*/ 0 w 4673016"/>
                        <a:gd name="connsiteY7-126" fmla="*/ 275021 h 1049866"/>
                        <a:gd name="connsiteX8-127" fmla="*/ 912064 w 4673016"/>
                        <a:gd name="connsiteY8-128" fmla="*/ 16933 h 1049866"/>
                        <a:gd name="connsiteX9-129" fmla="*/ 2323954 w 4673016"/>
                        <a:gd name="connsiteY9-130" fmla="*/ 616023 h 1049866"/>
                        <a:gd name="connsiteX10-131" fmla="*/ 3756864 w 4673016"/>
                        <a:gd name="connsiteY10-132" fmla="*/ 0 h 1049866"/>
                        <a:gd name="connsiteX0-133" fmla="*/ 3756864 w 4673016"/>
                        <a:gd name="connsiteY0-134" fmla="*/ 0 h 1049866"/>
                        <a:gd name="connsiteX1-135" fmla="*/ 4673016 w 4673016"/>
                        <a:gd name="connsiteY1-136" fmla="*/ 239402 h 1049866"/>
                        <a:gd name="connsiteX2-137" fmla="*/ 3993931 w 4673016"/>
                        <a:gd name="connsiteY2-138" fmla="*/ 541866 h 1049866"/>
                        <a:gd name="connsiteX3-139" fmla="*/ 3815839 w 4673016"/>
                        <a:gd name="connsiteY3-140" fmla="*/ 467710 h 1049866"/>
                        <a:gd name="connsiteX4-141" fmla="*/ 2300598 w 4673016"/>
                        <a:gd name="connsiteY4-142" fmla="*/ 1049866 h 1049866"/>
                        <a:gd name="connsiteX5-143" fmla="*/ 912064 w 4673016"/>
                        <a:gd name="connsiteY5-144" fmla="*/ 457200 h 1049866"/>
                        <a:gd name="connsiteX6-145" fmla="*/ 624198 w 4673016"/>
                        <a:gd name="connsiteY6-146" fmla="*/ 541866 h 1049866"/>
                        <a:gd name="connsiteX7-147" fmla="*/ 0 w 4673016"/>
                        <a:gd name="connsiteY7-148" fmla="*/ 275021 h 1049866"/>
                        <a:gd name="connsiteX8-149" fmla="*/ 912064 w 4673016"/>
                        <a:gd name="connsiteY8-150" fmla="*/ 16933 h 1049866"/>
                        <a:gd name="connsiteX9-151" fmla="*/ 2323954 w 4673016"/>
                        <a:gd name="connsiteY9-152" fmla="*/ 616023 h 1049866"/>
                        <a:gd name="connsiteX10-153" fmla="*/ 3756864 w 4673016"/>
                        <a:gd name="connsiteY10-154" fmla="*/ 0 h 104986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18" name="Freeform 317"/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19" name="Freeform 318"/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20" name="Freeform 319"/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-1" fmla="*/ 168165 w 3731172"/>
                        <a:gd name="connsiteY0-2" fmla="*/ 73572 h 1418896"/>
                        <a:gd name="connsiteX1-3" fmla="*/ 451945 w 3731172"/>
                        <a:gd name="connsiteY1-4" fmla="*/ 0 h 1418896"/>
                        <a:gd name="connsiteX2-5" fmla="*/ 1881352 w 3731172"/>
                        <a:gd name="connsiteY2-6" fmla="*/ 599089 h 1418896"/>
                        <a:gd name="connsiteX3-7" fmla="*/ 3363310 w 3731172"/>
                        <a:gd name="connsiteY3-8" fmla="*/ 0 h 1418896"/>
                        <a:gd name="connsiteX4-9" fmla="*/ 3584027 w 3731172"/>
                        <a:gd name="connsiteY4-10" fmla="*/ 73572 h 1418896"/>
                        <a:gd name="connsiteX5-11" fmla="*/ 2627586 w 3731172"/>
                        <a:gd name="connsiteY5-12" fmla="*/ 441434 h 1418896"/>
                        <a:gd name="connsiteX6-13" fmla="*/ 2596055 w 3731172"/>
                        <a:gd name="connsiteY6-14" fmla="*/ 914400 h 1418896"/>
                        <a:gd name="connsiteX7-15" fmla="*/ 3731172 w 3731172"/>
                        <a:gd name="connsiteY7-16" fmla="*/ 1345324 h 1418896"/>
                        <a:gd name="connsiteX8-17" fmla="*/ 3447393 w 3731172"/>
                        <a:gd name="connsiteY8-18" fmla="*/ 1408386 h 1418896"/>
                        <a:gd name="connsiteX9-19" fmla="*/ 1870841 w 3731172"/>
                        <a:gd name="connsiteY9-20" fmla="*/ 746234 h 1418896"/>
                        <a:gd name="connsiteX10-21" fmla="*/ 262758 w 3731172"/>
                        <a:gd name="connsiteY10-22" fmla="*/ 1418896 h 1418896"/>
                        <a:gd name="connsiteX11-23" fmla="*/ 0 w 3731172"/>
                        <a:gd name="connsiteY11-24" fmla="*/ 1324303 h 1418896"/>
                        <a:gd name="connsiteX12-25" fmla="*/ 1145627 w 3731172"/>
                        <a:gd name="connsiteY12-26" fmla="*/ 882869 h 1418896"/>
                        <a:gd name="connsiteX13-27" fmla="*/ 1114096 w 3731172"/>
                        <a:gd name="connsiteY13-28" fmla="*/ 409903 h 1418896"/>
                        <a:gd name="connsiteX14-29" fmla="*/ 441434 w 3731172"/>
                        <a:gd name="connsiteY14-30" fmla="*/ 10510 h 1418896"/>
                        <a:gd name="connsiteX15-31" fmla="*/ 441434 w 3731172"/>
                        <a:gd name="connsiteY15-32" fmla="*/ 10510 h 1418896"/>
                        <a:gd name="connsiteX0-33" fmla="*/ 168165 w 3731172"/>
                        <a:gd name="connsiteY0-34" fmla="*/ 73572 h 1418896"/>
                        <a:gd name="connsiteX1-35" fmla="*/ 451945 w 3731172"/>
                        <a:gd name="connsiteY1-36" fmla="*/ 0 h 1418896"/>
                        <a:gd name="connsiteX2-37" fmla="*/ 1881352 w 3731172"/>
                        <a:gd name="connsiteY2-38" fmla="*/ 599089 h 1418896"/>
                        <a:gd name="connsiteX3-39" fmla="*/ 3363310 w 3731172"/>
                        <a:gd name="connsiteY3-40" fmla="*/ 0 h 1418896"/>
                        <a:gd name="connsiteX4-41" fmla="*/ 3584027 w 3731172"/>
                        <a:gd name="connsiteY4-42" fmla="*/ 73572 h 1418896"/>
                        <a:gd name="connsiteX5-43" fmla="*/ 2627586 w 3731172"/>
                        <a:gd name="connsiteY5-44" fmla="*/ 441434 h 1418896"/>
                        <a:gd name="connsiteX6-45" fmla="*/ 2596055 w 3731172"/>
                        <a:gd name="connsiteY6-46" fmla="*/ 914400 h 1418896"/>
                        <a:gd name="connsiteX7-47" fmla="*/ 3731172 w 3731172"/>
                        <a:gd name="connsiteY7-48" fmla="*/ 1345324 h 1418896"/>
                        <a:gd name="connsiteX8-49" fmla="*/ 3447393 w 3731172"/>
                        <a:gd name="connsiteY8-50" fmla="*/ 1408386 h 1418896"/>
                        <a:gd name="connsiteX9-51" fmla="*/ 1870841 w 3731172"/>
                        <a:gd name="connsiteY9-52" fmla="*/ 746234 h 1418896"/>
                        <a:gd name="connsiteX10-53" fmla="*/ 262758 w 3731172"/>
                        <a:gd name="connsiteY10-54" fmla="*/ 1418896 h 1418896"/>
                        <a:gd name="connsiteX11-55" fmla="*/ 0 w 3731172"/>
                        <a:gd name="connsiteY11-56" fmla="*/ 1324303 h 1418896"/>
                        <a:gd name="connsiteX12-57" fmla="*/ 1145627 w 3731172"/>
                        <a:gd name="connsiteY12-58" fmla="*/ 882869 h 1418896"/>
                        <a:gd name="connsiteX13-59" fmla="*/ 1114096 w 3731172"/>
                        <a:gd name="connsiteY13-60" fmla="*/ 409903 h 1418896"/>
                        <a:gd name="connsiteX14-61" fmla="*/ 441434 w 3731172"/>
                        <a:gd name="connsiteY14-62" fmla="*/ 10510 h 1418896"/>
                        <a:gd name="connsiteX0-63" fmla="*/ 168165 w 3731172"/>
                        <a:gd name="connsiteY0-64" fmla="*/ 73572 h 1418896"/>
                        <a:gd name="connsiteX1-65" fmla="*/ 451945 w 3731172"/>
                        <a:gd name="connsiteY1-66" fmla="*/ 0 h 1418896"/>
                        <a:gd name="connsiteX2-67" fmla="*/ 1881352 w 3731172"/>
                        <a:gd name="connsiteY2-68" fmla="*/ 599089 h 1418896"/>
                        <a:gd name="connsiteX3-69" fmla="*/ 3363310 w 3731172"/>
                        <a:gd name="connsiteY3-70" fmla="*/ 0 h 1418896"/>
                        <a:gd name="connsiteX4-71" fmla="*/ 3584027 w 3731172"/>
                        <a:gd name="connsiteY4-72" fmla="*/ 73572 h 1418896"/>
                        <a:gd name="connsiteX5-73" fmla="*/ 2627586 w 3731172"/>
                        <a:gd name="connsiteY5-74" fmla="*/ 441434 h 1418896"/>
                        <a:gd name="connsiteX6-75" fmla="*/ 2596055 w 3731172"/>
                        <a:gd name="connsiteY6-76" fmla="*/ 914400 h 1418896"/>
                        <a:gd name="connsiteX7-77" fmla="*/ 3731172 w 3731172"/>
                        <a:gd name="connsiteY7-78" fmla="*/ 1345324 h 1418896"/>
                        <a:gd name="connsiteX8-79" fmla="*/ 3447393 w 3731172"/>
                        <a:gd name="connsiteY8-80" fmla="*/ 1408386 h 1418896"/>
                        <a:gd name="connsiteX9-81" fmla="*/ 1870841 w 3731172"/>
                        <a:gd name="connsiteY9-82" fmla="*/ 746234 h 1418896"/>
                        <a:gd name="connsiteX10-83" fmla="*/ 262758 w 3731172"/>
                        <a:gd name="connsiteY10-84" fmla="*/ 1418896 h 1418896"/>
                        <a:gd name="connsiteX11-85" fmla="*/ 0 w 3731172"/>
                        <a:gd name="connsiteY11-86" fmla="*/ 1324303 h 1418896"/>
                        <a:gd name="connsiteX12-87" fmla="*/ 1145627 w 3731172"/>
                        <a:gd name="connsiteY12-88" fmla="*/ 882869 h 1418896"/>
                        <a:gd name="connsiteX13-89" fmla="*/ 1114096 w 3731172"/>
                        <a:gd name="connsiteY13-90" fmla="*/ 409903 h 1418896"/>
                        <a:gd name="connsiteX14-91" fmla="*/ 357351 w 3731172"/>
                        <a:gd name="connsiteY14-92" fmla="*/ 115613 h 1418896"/>
                        <a:gd name="connsiteX0-93" fmla="*/ 168165 w 3731172"/>
                        <a:gd name="connsiteY0-94" fmla="*/ 73572 h 1418896"/>
                        <a:gd name="connsiteX1-95" fmla="*/ 451945 w 3731172"/>
                        <a:gd name="connsiteY1-96" fmla="*/ 0 h 1418896"/>
                        <a:gd name="connsiteX2-97" fmla="*/ 1881352 w 3731172"/>
                        <a:gd name="connsiteY2-98" fmla="*/ 599089 h 1418896"/>
                        <a:gd name="connsiteX3-99" fmla="*/ 3363310 w 3731172"/>
                        <a:gd name="connsiteY3-100" fmla="*/ 0 h 1418896"/>
                        <a:gd name="connsiteX4-101" fmla="*/ 3584027 w 3731172"/>
                        <a:gd name="connsiteY4-102" fmla="*/ 73572 h 1418896"/>
                        <a:gd name="connsiteX5-103" fmla="*/ 2627586 w 3731172"/>
                        <a:gd name="connsiteY5-104" fmla="*/ 441434 h 1418896"/>
                        <a:gd name="connsiteX6-105" fmla="*/ 2596055 w 3731172"/>
                        <a:gd name="connsiteY6-106" fmla="*/ 914400 h 1418896"/>
                        <a:gd name="connsiteX7-107" fmla="*/ 3731172 w 3731172"/>
                        <a:gd name="connsiteY7-108" fmla="*/ 1345324 h 1418896"/>
                        <a:gd name="connsiteX8-109" fmla="*/ 3447393 w 3731172"/>
                        <a:gd name="connsiteY8-110" fmla="*/ 1408386 h 1418896"/>
                        <a:gd name="connsiteX9-111" fmla="*/ 1870841 w 3731172"/>
                        <a:gd name="connsiteY9-112" fmla="*/ 746234 h 1418896"/>
                        <a:gd name="connsiteX10-113" fmla="*/ 262758 w 3731172"/>
                        <a:gd name="connsiteY10-114" fmla="*/ 1418896 h 1418896"/>
                        <a:gd name="connsiteX11-115" fmla="*/ 0 w 3731172"/>
                        <a:gd name="connsiteY11-116" fmla="*/ 1324303 h 1418896"/>
                        <a:gd name="connsiteX12-117" fmla="*/ 1145627 w 3731172"/>
                        <a:gd name="connsiteY12-118" fmla="*/ 882869 h 1418896"/>
                        <a:gd name="connsiteX13-119" fmla="*/ 1114096 w 3731172"/>
                        <a:gd name="connsiteY13-120" fmla="*/ 409903 h 1418896"/>
                        <a:gd name="connsiteX14-121" fmla="*/ 147144 w 3731172"/>
                        <a:gd name="connsiteY14-122" fmla="*/ 63061 h 1418896"/>
                        <a:gd name="connsiteX0-123" fmla="*/ 168165 w 3731172"/>
                        <a:gd name="connsiteY0-124" fmla="*/ 73572 h 1418896"/>
                        <a:gd name="connsiteX1-125" fmla="*/ 451945 w 3731172"/>
                        <a:gd name="connsiteY1-126" fmla="*/ 0 h 1418896"/>
                        <a:gd name="connsiteX2-127" fmla="*/ 1881352 w 3731172"/>
                        <a:gd name="connsiteY2-128" fmla="*/ 599089 h 1418896"/>
                        <a:gd name="connsiteX3-129" fmla="*/ 3363310 w 3731172"/>
                        <a:gd name="connsiteY3-130" fmla="*/ 0 h 1418896"/>
                        <a:gd name="connsiteX4-131" fmla="*/ 3584027 w 3731172"/>
                        <a:gd name="connsiteY4-132" fmla="*/ 73572 h 1418896"/>
                        <a:gd name="connsiteX5-133" fmla="*/ 2627586 w 3731172"/>
                        <a:gd name="connsiteY5-134" fmla="*/ 441434 h 1418896"/>
                        <a:gd name="connsiteX6-135" fmla="*/ 2596055 w 3731172"/>
                        <a:gd name="connsiteY6-136" fmla="*/ 914400 h 1418896"/>
                        <a:gd name="connsiteX7-137" fmla="*/ 3731172 w 3731172"/>
                        <a:gd name="connsiteY7-138" fmla="*/ 1345324 h 1418896"/>
                        <a:gd name="connsiteX8-139" fmla="*/ 3447393 w 3731172"/>
                        <a:gd name="connsiteY8-140" fmla="*/ 1408386 h 1418896"/>
                        <a:gd name="connsiteX9-141" fmla="*/ 1870841 w 3731172"/>
                        <a:gd name="connsiteY9-142" fmla="*/ 746234 h 1418896"/>
                        <a:gd name="connsiteX10-143" fmla="*/ 262758 w 3731172"/>
                        <a:gd name="connsiteY10-144" fmla="*/ 1418896 h 1418896"/>
                        <a:gd name="connsiteX11-145" fmla="*/ 0 w 3731172"/>
                        <a:gd name="connsiteY11-146" fmla="*/ 1324303 h 1418896"/>
                        <a:gd name="connsiteX12-147" fmla="*/ 1145627 w 3731172"/>
                        <a:gd name="connsiteY12-148" fmla="*/ 882869 h 1418896"/>
                        <a:gd name="connsiteX13-149" fmla="*/ 1114096 w 3731172"/>
                        <a:gd name="connsiteY13-150" fmla="*/ 420413 h 1418896"/>
                        <a:gd name="connsiteX14-151" fmla="*/ 147144 w 3731172"/>
                        <a:gd name="connsiteY14-152" fmla="*/ 63061 h 1418896"/>
                        <a:gd name="connsiteX0-153" fmla="*/ 168165 w 3731172"/>
                        <a:gd name="connsiteY0-154" fmla="*/ 73572 h 1418896"/>
                        <a:gd name="connsiteX1-155" fmla="*/ 451945 w 3731172"/>
                        <a:gd name="connsiteY1-156" fmla="*/ 0 h 1418896"/>
                        <a:gd name="connsiteX2-157" fmla="*/ 1881352 w 3731172"/>
                        <a:gd name="connsiteY2-158" fmla="*/ 599089 h 1418896"/>
                        <a:gd name="connsiteX3-159" fmla="*/ 3363310 w 3731172"/>
                        <a:gd name="connsiteY3-160" fmla="*/ 0 h 1418896"/>
                        <a:gd name="connsiteX4-161" fmla="*/ 3584027 w 3731172"/>
                        <a:gd name="connsiteY4-162" fmla="*/ 73572 h 1418896"/>
                        <a:gd name="connsiteX5-163" fmla="*/ 2627586 w 3731172"/>
                        <a:gd name="connsiteY5-164" fmla="*/ 441434 h 1418896"/>
                        <a:gd name="connsiteX6-165" fmla="*/ 2596055 w 3731172"/>
                        <a:gd name="connsiteY6-166" fmla="*/ 914400 h 1418896"/>
                        <a:gd name="connsiteX7-167" fmla="*/ 3731172 w 3731172"/>
                        <a:gd name="connsiteY7-168" fmla="*/ 1345324 h 1418896"/>
                        <a:gd name="connsiteX8-169" fmla="*/ 3447393 w 3731172"/>
                        <a:gd name="connsiteY8-170" fmla="*/ 1408386 h 1418896"/>
                        <a:gd name="connsiteX9-171" fmla="*/ 1870841 w 3731172"/>
                        <a:gd name="connsiteY9-172" fmla="*/ 746234 h 1418896"/>
                        <a:gd name="connsiteX10-173" fmla="*/ 262758 w 3731172"/>
                        <a:gd name="connsiteY10-174" fmla="*/ 1418896 h 1418896"/>
                        <a:gd name="connsiteX11-175" fmla="*/ 0 w 3731172"/>
                        <a:gd name="connsiteY11-176" fmla="*/ 1324303 h 1418896"/>
                        <a:gd name="connsiteX12-177" fmla="*/ 1145627 w 3731172"/>
                        <a:gd name="connsiteY12-178" fmla="*/ 882869 h 1418896"/>
                        <a:gd name="connsiteX13-179" fmla="*/ 1114096 w 3731172"/>
                        <a:gd name="connsiteY13-180" fmla="*/ 420413 h 1418896"/>
                        <a:gd name="connsiteX14-181" fmla="*/ 189185 w 3731172"/>
                        <a:gd name="connsiteY14-182" fmla="*/ 84081 h 1418896"/>
                        <a:gd name="connsiteX0-183" fmla="*/ 168165 w 3731172"/>
                        <a:gd name="connsiteY0-184" fmla="*/ 73572 h 1418896"/>
                        <a:gd name="connsiteX1-185" fmla="*/ 451945 w 3731172"/>
                        <a:gd name="connsiteY1-186" fmla="*/ 0 h 1418896"/>
                        <a:gd name="connsiteX2-187" fmla="*/ 1881352 w 3731172"/>
                        <a:gd name="connsiteY2-188" fmla="*/ 599089 h 1418896"/>
                        <a:gd name="connsiteX3-189" fmla="*/ 3363310 w 3731172"/>
                        <a:gd name="connsiteY3-190" fmla="*/ 0 h 1418896"/>
                        <a:gd name="connsiteX4-191" fmla="*/ 3584027 w 3731172"/>
                        <a:gd name="connsiteY4-192" fmla="*/ 73572 h 1418896"/>
                        <a:gd name="connsiteX5-193" fmla="*/ 2627586 w 3731172"/>
                        <a:gd name="connsiteY5-194" fmla="*/ 441434 h 1418896"/>
                        <a:gd name="connsiteX6-195" fmla="*/ 2596055 w 3731172"/>
                        <a:gd name="connsiteY6-196" fmla="*/ 914400 h 1418896"/>
                        <a:gd name="connsiteX7-197" fmla="*/ 3731172 w 3731172"/>
                        <a:gd name="connsiteY7-198" fmla="*/ 1345324 h 1418896"/>
                        <a:gd name="connsiteX8-199" fmla="*/ 3447393 w 3731172"/>
                        <a:gd name="connsiteY8-200" fmla="*/ 1408386 h 1418896"/>
                        <a:gd name="connsiteX9-201" fmla="*/ 1870841 w 3731172"/>
                        <a:gd name="connsiteY9-202" fmla="*/ 746234 h 1418896"/>
                        <a:gd name="connsiteX10-203" fmla="*/ 262758 w 3731172"/>
                        <a:gd name="connsiteY10-204" fmla="*/ 1418896 h 1418896"/>
                        <a:gd name="connsiteX11-205" fmla="*/ 0 w 3731172"/>
                        <a:gd name="connsiteY11-206" fmla="*/ 1324303 h 1418896"/>
                        <a:gd name="connsiteX12-207" fmla="*/ 1145627 w 3731172"/>
                        <a:gd name="connsiteY12-208" fmla="*/ 882869 h 1418896"/>
                        <a:gd name="connsiteX13-209" fmla="*/ 1114096 w 3731172"/>
                        <a:gd name="connsiteY13-210" fmla="*/ 420413 h 1418896"/>
                        <a:gd name="connsiteX14-211" fmla="*/ 189185 w 3731172"/>
                        <a:gd name="connsiteY14-212" fmla="*/ 84081 h 1418896"/>
                        <a:gd name="connsiteX15-213" fmla="*/ 168165 w 3731172"/>
                        <a:gd name="connsiteY15-214" fmla="*/ 73572 h 1418896"/>
                        <a:gd name="connsiteX0-215" fmla="*/ 168165 w 3731172"/>
                        <a:gd name="connsiteY0-216" fmla="*/ 73572 h 1418896"/>
                        <a:gd name="connsiteX1-217" fmla="*/ 451945 w 3731172"/>
                        <a:gd name="connsiteY1-218" fmla="*/ 0 h 1418896"/>
                        <a:gd name="connsiteX2-219" fmla="*/ 1881352 w 3731172"/>
                        <a:gd name="connsiteY2-220" fmla="*/ 599089 h 1418896"/>
                        <a:gd name="connsiteX3-221" fmla="*/ 3363310 w 3731172"/>
                        <a:gd name="connsiteY3-222" fmla="*/ 0 h 1418896"/>
                        <a:gd name="connsiteX4-223" fmla="*/ 3584027 w 3731172"/>
                        <a:gd name="connsiteY4-224" fmla="*/ 73572 h 1418896"/>
                        <a:gd name="connsiteX5-225" fmla="*/ 2627586 w 3731172"/>
                        <a:gd name="connsiteY5-226" fmla="*/ 441434 h 1418896"/>
                        <a:gd name="connsiteX6-227" fmla="*/ 2596055 w 3731172"/>
                        <a:gd name="connsiteY6-228" fmla="*/ 914400 h 1418896"/>
                        <a:gd name="connsiteX7-229" fmla="*/ 3731172 w 3731172"/>
                        <a:gd name="connsiteY7-230" fmla="*/ 1345324 h 1418896"/>
                        <a:gd name="connsiteX8-231" fmla="*/ 3447393 w 3731172"/>
                        <a:gd name="connsiteY8-232" fmla="*/ 1408386 h 1418896"/>
                        <a:gd name="connsiteX9-233" fmla="*/ 1870841 w 3731172"/>
                        <a:gd name="connsiteY9-234" fmla="*/ 746234 h 1418896"/>
                        <a:gd name="connsiteX10-235" fmla="*/ 262758 w 3731172"/>
                        <a:gd name="connsiteY10-236" fmla="*/ 1418896 h 1418896"/>
                        <a:gd name="connsiteX11-237" fmla="*/ 0 w 3731172"/>
                        <a:gd name="connsiteY11-238" fmla="*/ 1324303 h 1418896"/>
                        <a:gd name="connsiteX12-239" fmla="*/ 1145627 w 3731172"/>
                        <a:gd name="connsiteY12-240" fmla="*/ 882869 h 1418896"/>
                        <a:gd name="connsiteX13-241" fmla="*/ 1156137 w 3731172"/>
                        <a:gd name="connsiteY13-242" fmla="*/ 441434 h 1418896"/>
                        <a:gd name="connsiteX14-243" fmla="*/ 189185 w 3731172"/>
                        <a:gd name="connsiteY14-244" fmla="*/ 84081 h 1418896"/>
                        <a:gd name="connsiteX15-245" fmla="*/ 168165 w 3731172"/>
                        <a:gd name="connsiteY15-246" fmla="*/ 73572 h 1418896"/>
                        <a:gd name="connsiteX0-247" fmla="*/ 168165 w 3731172"/>
                        <a:gd name="connsiteY0-248" fmla="*/ 73572 h 1418896"/>
                        <a:gd name="connsiteX1-249" fmla="*/ 451945 w 3731172"/>
                        <a:gd name="connsiteY1-250" fmla="*/ 0 h 1418896"/>
                        <a:gd name="connsiteX2-251" fmla="*/ 1881352 w 3731172"/>
                        <a:gd name="connsiteY2-252" fmla="*/ 599089 h 1418896"/>
                        <a:gd name="connsiteX3-253" fmla="*/ 3363310 w 3731172"/>
                        <a:gd name="connsiteY3-254" fmla="*/ 0 h 1418896"/>
                        <a:gd name="connsiteX4-255" fmla="*/ 3584027 w 3731172"/>
                        <a:gd name="connsiteY4-256" fmla="*/ 73572 h 1418896"/>
                        <a:gd name="connsiteX5-257" fmla="*/ 2627586 w 3731172"/>
                        <a:gd name="connsiteY5-258" fmla="*/ 441434 h 1418896"/>
                        <a:gd name="connsiteX6-259" fmla="*/ 2596055 w 3731172"/>
                        <a:gd name="connsiteY6-260" fmla="*/ 914400 h 1418896"/>
                        <a:gd name="connsiteX7-261" fmla="*/ 3731172 w 3731172"/>
                        <a:gd name="connsiteY7-262" fmla="*/ 1345324 h 1418896"/>
                        <a:gd name="connsiteX8-263" fmla="*/ 3447393 w 3731172"/>
                        <a:gd name="connsiteY8-264" fmla="*/ 1408386 h 1418896"/>
                        <a:gd name="connsiteX9-265" fmla="*/ 1870841 w 3731172"/>
                        <a:gd name="connsiteY9-266" fmla="*/ 746234 h 1418896"/>
                        <a:gd name="connsiteX10-267" fmla="*/ 262758 w 3731172"/>
                        <a:gd name="connsiteY10-268" fmla="*/ 1418896 h 1418896"/>
                        <a:gd name="connsiteX11-269" fmla="*/ 0 w 3731172"/>
                        <a:gd name="connsiteY11-270" fmla="*/ 1324303 h 1418896"/>
                        <a:gd name="connsiteX12-271" fmla="*/ 1145627 w 3731172"/>
                        <a:gd name="connsiteY12-272" fmla="*/ 882869 h 1418896"/>
                        <a:gd name="connsiteX13-273" fmla="*/ 1145626 w 3731172"/>
                        <a:gd name="connsiteY13-274" fmla="*/ 451945 h 1418896"/>
                        <a:gd name="connsiteX14-275" fmla="*/ 189185 w 3731172"/>
                        <a:gd name="connsiteY14-276" fmla="*/ 84081 h 1418896"/>
                        <a:gd name="connsiteX15-277" fmla="*/ 168165 w 3731172"/>
                        <a:gd name="connsiteY15-278" fmla="*/ 73572 h 1418896"/>
                        <a:gd name="connsiteX0-279" fmla="*/ 168165 w 3731172"/>
                        <a:gd name="connsiteY0-280" fmla="*/ 73572 h 1418896"/>
                        <a:gd name="connsiteX1-281" fmla="*/ 451945 w 3731172"/>
                        <a:gd name="connsiteY1-282" fmla="*/ 0 h 1418896"/>
                        <a:gd name="connsiteX2-283" fmla="*/ 1881352 w 3731172"/>
                        <a:gd name="connsiteY2-284" fmla="*/ 599089 h 1418896"/>
                        <a:gd name="connsiteX3-285" fmla="*/ 3363310 w 3731172"/>
                        <a:gd name="connsiteY3-286" fmla="*/ 0 h 1418896"/>
                        <a:gd name="connsiteX4-287" fmla="*/ 3584027 w 3731172"/>
                        <a:gd name="connsiteY4-288" fmla="*/ 73572 h 1418896"/>
                        <a:gd name="connsiteX5-289" fmla="*/ 2627586 w 3731172"/>
                        <a:gd name="connsiteY5-290" fmla="*/ 441434 h 1418896"/>
                        <a:gd name="connsiteX6-291" fmla="*/ 2596055 w 3731172"/>
                        <a:gd name="connsiteY6-292" fmla="*/ 914400 h 1418896"/>
                        <a:gd name="connsiteX7-293" fmla="*/ 3731172 w 3731172"/>
                        <a:gd name="connsiteY7-294" fmla="*/ 1345324 h 1418896"/>
                        <a:gd name="connsiteX8-295" fmla="*/ 3447393 w 3731172"/>
                        <a:gd name="connsiteY8-296" fmla="*/ 1408386 h 1418896"/>
                        <a:gd name="connsiteX9-297" fmla="*/ 1870841 w 3731172"/>
                        <a:gd name="connsiteY9-298" fmla="*/ 746234 h 1418896"/>
                        <a:gd name="connsiteX10-299" fmla="*/ 262758 w 3731172"/>
                        <a:gd name="connsiteY10-300" fmla="*/ 1418896 h 1418896"/>
                        <a:gd name="connsiteX11-301" fmla="*/ 0 w 3731172"/>
                        <a:gd name="connsiteY11-302" fmla="*/ 1324303 h 1418896"/>
                        <a:gd name="connsiteX12-303" fmla="*/ 1145627 w 3731172"/>
                        <a:gd name="connsiteY12-304" fmla="*/ 903890 h 1418896"/>
                        <a:gd name="connsiteX13-305" fmla="*/ 1145626 w 3731172"/>
                        <a:gd name="connsiteY13-306" fmla="*/ 451945 h 1418896"/>
                        <a:gd name="connsiteX14-307" fmla="*/ 189185 w 3731172"/>
                        <a:gd name="connsiteY14-308" fmla="*/ 84081 h 1418896"/>
                        <a:gd name="connsiteX15-309" fmla="*/ 168165 w 3731172"/>
                        <a:gd name="connsiteY15-310" fmla="*/ 73572 h 1418896"/>
                        <a:gd name="connsiteX0-311" fmla="*/ 147144 w 3710151"/>
                        <a:gd name="connsiteY0-312" fmla="*/ 73572 h 1418896"/>
                        <a:gd name="connsiteX1-313" fmla="*/ 430924 w 3710151"/>
                        <a:gd name="connsiteY1-314" fmla="*/ 0 h 1418896"/>
                        <a:gd name="connsiteX2-315" fmla="*/ 1860331 w 3710151"/>
                        <a:gd name="connsiteY2-316" fmla="*/ 599089 h 1418896"/>
                        <a:gd name="connsiteX3-317" fmla="*/ 3342289 w 3710151"/>
                        <a:gd name="connsiteY3-318" fmla="*/ 0 h 1418896"/>
                        <a:gd name="connsiteX4-319" fmla="*/ 3563006 w 3710151"/>
                        <a:gd name="connsiteY4-320" fmla="*/ 73572 h 1418896"/>
                        <a:gd name="connsiteX5-321" fmla="*/ 2606565 w 3710151"/>
                        <a:gd name="connsiteY5-322" fmla="*/ 441434 h 1418896"/>
                        <a:gd name="connsiteX6-323" fmla="*/ 2575034 w 3710151"/>
                        <a:gd name="connsiteY6-324" fmla="*/ 914400 h 1418896"/>
                        <a:gd name="connsiteX7-325" fmla="*/ 3710151 w 3710151"/>
                        <a:gd name="connsiteY7-326" fmla="*/ 1345324 h 1418896"/>
                        <a:gd name="connsiteX8-327" fmla="*/ 3426372 w 3710151"/>
                        <a:gd name="connsiteY8-328" fmla="*/ 1408386 h 1418896"/>
                        <a:gd name="connsiteX9-329" fmla="*/ 1849820 w 3710151"/>
                        <a:gd name="connsiteY9-330" fmla="*/ 746234 h 1418896"/>
                        <a:gd name="connsiteX10-331" fmla="*/ 241737 w 3710151"/>
                        <a:gd name="connsiteY10-332" fmla="*/ 1418896 h 1418896"/>
                        <a:gd name="connsiteX11-333" fmla="*/ 0 w 3710151"/>
                        <a:gd name="connsiteY11-334" fmla="*/ 1334814 h 1418896"/>
                        <a:gd name="connsiteX12-335" fmla="*/ 1124606 w 3710151"/>
                        <a:gd name="connsiteY12-336" fmla="*/ 903890 h 1418896"/>
                        <a:gd name="connsiteX13-337" fmla="*/ 1124605 w 3710151"/>
                        <a:gd name="connsiteY13-338" fmla="*/ 451945 h 1418896"/>
                        <a:gd name="connsiteX14-339" fmla="*/ 168164 w 3710151"/>
                        <a:gd name="connsiteY14-340" fmla="*/ 84081 h 1418896"/>
                        <a:gd name="connsiteX15-341" fmla="*/ 147144 w 3710151"/>
                        <a:gd name="connsiteY15-342" fmla="*/ 73572 h 1418896"/>
                        <a:gd name="connsiteX0-343" fmla="*/ 147144 w 3710151"/>
                        <a:gd name="connsiteY0-344" fmla="*/ 73572 h 1418896"/>
                        <a:gd name="connsiteX1-345" fmla="*/ 430924 w 3710151"/>
                        <a:gd name="connsiteY1-346" fmla="*/ 0 h 1418896"/>
                        <a:gd name="connsiteX2-347" fmla="*/ 1860331 w 3710151"/>
                        <a:gd name="connsiteY2-348" fmla="*/ 599089 h 1418896"/>
                        <a:gd name="connsiteX3-349" fmla="*/ 3342289 w 3710151"/>
                        <a:gd name="connsiteY3-350" fmla="*/ 0 h 1418896"/>
                        <a:gd name="connsiteX4-351" fmla="*/ 3563006 w 3710151"/>
                        <a:gd name="connsiteY4-352" fmla="*/ 73572 h 1418896"/>
                        <a:gd name="connsiteX5-353" fmla="*/ 2606565 w 3710151"/>
                        <a:gd name="connsiteY5-354" fmla="*/ 441434 h 1418896"/>
                        <a:gd name="connsiteX6-355" fmla="*/ 2606565 w 3710151"/>
                        <a:gd name="connsiteY6-356" fmla="*/ 924910 h 1418896"/>
                        <a:gd name="connsiteX7-357" fmla="*/ 3710151 w 3710151"/>
                        <a:gd name="connsiteY7-358" fmla="*/ 1345324 h 1418896"/>
                        <a:gd name="connsiteX8-359" fmla="*/ 3426372 w 3710151"/>
                        <a:gd name="connsiteY8-360" fmla="*/ 1408386 h 1418896"/>
                        <a:gd name="connsiteX9-361" fmla="*/ 1849820 w 3710151"/>
                        <a:gd name="connsiteY9-362" fmla="*/ 746234 h 1418896"/>
                        <a:gd name="connsiteX10-363" fmla="*/ 241737 w 3710151"/>
                        <a:gd name="connsiteY10-364" fmla="*/ 1418896 h 1418896"/>
                        <a:gd name="connsiteX11-365" fmla="*/ 0 w 3710151"/>
                        <a:gd name="connsiteY11-366" fmla="*/ 1334814 h 1418896"/>
                        <a:gd name="connsiteX12-367" fmla="*/ 1124606 w 3710151"/>
                        <a:gd name="connsiteY12-368" fmla="*/ 903890 h 1418896"/>
                        <a:gd name="connsiteX13-369" fmla="*/ 1124605 w 3710151"/>
                        <a:gd name="connsiteY13-370" fmla="*/ 451945 h 1418896"/>
                        <a:gd name="connsiteX14-371" fmla="*/ 168164 w 3710151"/>
                        <a:gd name="connsiteY14-372" fmla="*/ 84081 h 1418896"/>
                        <a:gd name="connsiteX15-373" fmla="*/ 147144 w 3710151"/>
                        <a:gd name="connsiteY15-374" fmla="*/ 73572 h 1418896"/>
                        <a:gd name="connsiteX0-375" fmla="*/ 147144 w 3710151"/>
                        <a:gd name="connsiteY0-376" fmla="*/ 73572 h 1418896"/>
                        <a:gd name="connsiteX1-377" fmla="*/ 430924 w 3710151"/>
                        <a:gd name="connsiteY1-378" fmla="*/ 0 h 1418896"/>
                        <a:gd name="connsiteX2-379" fmla="*/ 1860331 w 3710151"/>
                        <a:gd name="connsiteY2-380" fmla="*/ 599089 h 1418896"/>
                        <a:gd name="connsiteX3-381" fmla="*/ 3342289 w 3710151"/>
                        <a:gd name="connsiteY3-382" fmla="*/ 0 h 1418896"/>
                        <a:gd name="connsiteX4-383" fmla="*/ 3563006 w 3710151"/>
                        <a:gd name="connsiteY4-384" fmla="*/ 73572 h 1418896"/>
                        <a:gd name="connsiteX5-385" fmla="*/ 2606565 w 3710151"/>
                        <a:gd name="connsiteY5-386" fmla="*/ 441434 h 1418896"/>
                        <a:gd name="connsiteX6-387" fmla="*/ 2610282 w 3710151"/>
                        <a:gd name="connsiteY6-388" fmla="*/ 902607 h 1418896"/>
                        <a:gd name="connsiteX7-389" fmla="*/ 3710151 w 3710151"/>
                        <a:gd name="connsiteY7-390" fmla="*/ 1345324 h 1418896"/>
                        <a:gd name="connsiteX8-391" fmla="*/ 3426372 w 3710151"/>
                        <a:gd name="connsiteY8-392" fmla="*/ 1408386 h 1418896"/>
                        <a:gd name="connsiteX9-393" fmla="*/ 1849820 w 3710151"/>
                        <a:gd name="connsiteY9-394" fmla="*/ 746234 h 1418896"/>
                        <a:gd name="connsiteX10-395" fmla="*/ 241737 w 3710151"/>
                        <a:gd name="connsiteY10-396" fmla="*/ 1418896 h 1418896"/>
                        <a:gd name="connsiteX11-397" fmla="*/ 0 w 3710151"/>
                        <a:gd name="connsiteY11-398" fmla="*/ 1334814 h 1418896"/>
                        <a:gd name="connsiteX12-399" fmla="*/ 1124606 w 3710151"/>
                        <a:gd name="connsiteY12-400" fmla="*/ 903890 h 1418896"/>
                        <a:gd name="connsiteX13-401" fmla="*/ 1124605 w 3710151"/>
                        <a:gd name="connsiteY13-402" fmla="*/ 451945 h 1418896"/>
                        <a:gd name="connsiteX14-403" fmla="*/ 168164 w 3710151"/>
                        <a:gd name="connsiteY14-404" fmla="*/ 84081 h 1418896"/>
                        <a:gd name="connsiteX15-405" fmla="*/ 147144 w 3710151"/>
                        <a:gd name="connsiteY15-406" fmla="*/ 73572 h 1418896"/>
                        <a:gd name="connsiteX0-407" fmla="*/ 147144 w 3710151"/>
                        <a:gd name="connsiteY0-408" fmla="*/ 73572 h 1418896"/>
                        <a:gd name="connsiteX1-409" fmla="*/ 430924 w 3710151"/>
                        <a:gd name="connsiteY1-410" fmla="*/ 0 h 1418896"/>
                        <a:gd name="connsiteX2-411" fmla="*/ 1860331 w 3710151"/>
                        <a:gd name="connsiteY2-412" fmla="*/ 599089 h 1418896"/>
                        <a:gd name="connsiteX3-413" fmla="*/ 3342289 w 3710151"/>
                        <a:gd name="connsiteY3-414" fmla="*/ 0 h 1418896"/>
                        <a:gd name="connsiteX4-415" fmla="*/ 3563006 w 3710151"/>
                        <a:gd name="connsiteY4-416" fmla="*/ 73572 h 1418896"/>
                        <a:gd name="connsiteX5-417" fmla="*/ 2617717 w 3710151"/>
                        <a:gd name="connsiteY5-418" fmla="*/ 445151 h 1418896"/>
                        <a:gd name="connsiteX6-419" fmla="*/ 2610282 w 3710151"/>
                        <a:gd name="connsiteY6-420" fmla="*/ 902607 h 1418896"/>
                        <a:gd name="connsiteX7-421" fmla="*/ 3710151 w 3710151"/>
                        <a:gd name="connsiteY7-422" fmla="*/ 1345324 h 1418896"/>
                        <a:gd name="connsiteX8-423" fmla="*/ 3426372 w 3710151"/>
                        <a:gd name="connsiteY8-424" fmla="*/ 1408386 h 1418896"/>
                        <a:gd name="connsiteX9-425" fmla="*/ 1849820 w 3710151"/>
                        <a:gd name="connsiteY9-426" fmla="*/ 746234 h 1418896"/>
                        <a:gd name="connsiteX10-427" fmla="*/ 241737 w 3710151"/>
                        <a:gd name="connsiteY10-428" fmla="*/ 1418896 h 1418896"/>
                        <a:gd name="connsiteX11-429" fmla="*/ 0 w 3710151"/>
                        <a:gd name="connsiteY11-430" fmla="*/ 1334814 h 1418896"/>
                        <a:gd name="connsiteX12-431" fmla="*/ 1124606 w 3710151"/>
                        <a:gd name="connsiteY12-432" fmla="*/ 903890 h 1418896"/>
                        <a:gd name="connsiteX13-433" fmla="*/ 1124605 w 3710151"/>
                        <a:gd name="connsiteY13-434" fmla="*/ 451945 h 1418896"/>
                        <a:gd name="connsiteX14-435" fmla="*/ 168164 w 3710151"/>
                        <a:gd name="connsiteY14-436" fmla="*/ 84081 h 1418896"/>
                        <a:gd name="connsiteX15-437" fmla="*/ 147144 w 3710151"/>
                        <a:gd name="connsiteY15-438" fmla="*/ 73572 h 1418896"/>
                        <a:gd name="connsiteX0-439" fmla="*/ 147144 w 3710151"/>
                        <a:gd name="connsiteY0-440" fmla="*/ 73572 h 1418896"/>
                        <a:gd name="connsiteX1-441" fmla="*/ 430924 w 3710151"/>
                        <a:gd name="connsiteY1-442" fmla="*/ 0 h 1418896"/>
                        <a:gd name="connsiteX2-443" fmla="*/ 1860331 w 3710151"/>
                        <a:gd name="connsiteY2-444" fmla="*/ 599089 h 1418896"/>
                        <a:gd name="connsiteX3-445" fmla="*/ 3342289 w 3710151"/>
                        <a:gd name="connsiteY3-446" fmla="*/ 0 h 1418896"/>
                        <a:gd name="connsiteX4-447" fmla="*/ 3563006 w 3710151"/>
                        <a:gd name="connsiteY4-448" fmla="*/ 73572 h 1418896"/>
                        <a:gd name="connsiteX5-449" fmla="*/ 2617717 w 3710151"/>
                        <a:gd name="connsiteY5-450" fmla="*/ 448868 h 1418896"/>
                        <a:gd name="connsiteX6-451" fmla="*/ 2610282 w 3710151"/>
                        <a:gd name="connsiteY6-452" fmla="*/ 902607 h 1418896"/>
                        <a:gd name="connsiteX7-453" fmla="*/ 3710151 w 3710151"/>
                        <a:gd name="connsiteY7-454" fmla="*/ 1345324 h 1418896"/>
                        <a:gd name="connsiteX8-455" fmla="*/ 3426372 w 3710151"/>
                        <a:gd name="connsiteY8-456" fmla="*/ 1408386 h 1418896"/>
                        <a:gd name="connsiteX9-457" fmla="*/ 1849820 w 3710151"/>
                        <a:gd name="connsiteY9-458" fmla="*/ 746234 h 1418896"/>
                        <a:gd name="connsiteX10-459" fmla="*/ 241737 w 3710151"/>
                        <a:gd name="connsiteY10-460" fmla="*/ 1418896 h 1418896"/>
                        <a:gd name="connsiteX11-461" fmla="*/ 0 w 3710151"/>
                        <a:gd name="connsiteY11-462" fmla="*/ 1334814 h 1418896"/>
                        <a:gd name="connsiteX12-463" fmla="*/ 1124606 w 3710151"/>
                        <a:gd name="connsiteY12-464" fmla="*/ 903890 h 1418896"/>
                        <a:gd name="connsiteX13-465" fmla="*/ 1124605 w 3710151"/>
                        <a:gd name="connsiteY13-466" fmla="*/ 451945 h 1418896"/>
                        <a:gd name="connsiteX14-467" fmla="*/ 168164 w 3710151"/>
                        <a:gd name="connsiteY14-468" fmla="*/ 84081 h 1418896"/>
                        <a:gd name="connsiteX15-469" fmla="*/ 147144 w 3710151"/>
                        <a:gd name="connsiteY15-470" fmla="*/ 73572 h 1418896"/>
                        <a:gd name="connsiteX0-471" fmla="*/ 147144 w 3710151"/>
                        <a:gd name="connsiteY0-472" fmla="*/ 73572 h 1418896"/>
                        <a:gd name="connsiteX1-473" fmla="*/ 430924 w 3710151"/>
                        <a:gd name="connsiteY1-474" fmla="*/ 0 h 1418896"/>
                        <a:gd name="connsiteX2-475" fmla="*/ 1838028 w 3710151"/>
                        <a:gd name="connsiteY2-476" fmla="*/ 591655 h 1418896"/>
                        <a:gd name="connsiteX3-477" fmla="*/ 3342289 w 3710151"/>
                        <a:gd name="connsiteY3-478" fmla="*/ 0 h 1418896"/>
                        <a:gd name="connsiteX4-479" fmla="*/ 3563006 w 3710151"/>
                        <a:gd name="connsiteY4-480" fmla="*/ 73572 h 1418896"/>
                        <a:gd name="connsiteX5-481" fmla="*/ 2617717 w 3710151"/>
                        <a:gd name="connsiteY5-482" fmla="*/ 448868 h 1418896"/>
                        <a:gd name="connsiteX6-483" fmla="*/ 2610282 w 3710151"/>
                        <a:gd name="connsiteY6-484" fmla="*/ 902607 h 1418896"/>
                        <a:gd name="connsiteX7-485" fmla="*/ 3710151 w 3710151"/>
                        <a:gd name="connsiteY7-486" fmla="*/ 1345324 h 1418896"/>
                        <a:gd name="connsiteX8-487" fmla="*/ 3426372 w 3710151"/>
                        <a:gd name="connsiteY8-488" fmla="*/ 1408386 h 1418896"/>
                        <a:gd name="connsiteX9-489" fmla="*/ 1849820 w 3710151"/>
                        <a:gd name="connsiteY9-490" fmla="*/ 746234 h 1418896"/>
                        <a:gd name="connsiteX10-491" fmla="*/ 241737 w 3710151"/>
                        <a:gd name="connsiteY10-492" fmla="*/ 1418896 h 1418896"/>
                        <a:gd name="connsiteX11-493" fmla="*/ 0 w 3710151"/>
                        <a:gd name="connsiteY11-494" fmla="*/ 1334814 h 1418896"/>
                        <a:gd name="connsiteX12-495" fmla="*/ 1124606 w 3710151"/>
                        <a:gd name="connsiteY12-496" fmla="*/ 903890 h 1418896"/>
                        <a:gd name="connsiteX13-497" fmla="*/ 1124605 w 3710151"/>
                        <a:gd name="connsiteY13-498" fmla="*/ 451945 h 1418896"/>
                        <a:gd name="connsiteX14-499" fmla="*/ 168164 w 3710151"/>
                        <a:gd name="connsiteY14-500" fmla="*/ 84081 h 1418896"/>
                        <a:gd name="connsiteX15-501" fmla="*/ 147144 w 3710151"/>
                        <a:gd name="connsiteY15-502" fmla="*/ 73572 h 1418896"/>
                        <a:gd name="connsiteX0-503" fmla="*/ 147144 w 3710151"/>
                        <a:gd name="connsiteY0-504" fmla="*/ 73572 h 1418896"/>
                        <a:gd name="connsiteX1-505" fmla="*/ 430924 w 3710151"/>
                        <a:gd name="connsiteY1-506" fmla="*/ 0 h 1418896"/>
                        <a:gd name="connsiteX2-507" fmla="*/ 1838028 w 3710151"/>
                        <a:gd name="connsiteY2-508" fmla="*/ 591655 h 1418896"/>
                        <a:gd name="connsiteX3-509" fmla="*/ 3342289 w 3710151"/>
                        <a:gd name="connsiteY3-510" fmla="*/ 0 h 1418896"/>
                        <a:gd name="connsiteX4-511" fmla="*/ 3563006 w 3710151"/>
                        <a:gd name="connsiteY4-512" fmla="*/ 73572 h 1418896"/>
                        <a:gd name="connsiteX5-513" fmla="*/ 2617717 w 3710151"/>
                        <a:gd name="connsiteY5-514" fmla="*/ 448868 h 1418896"/>
                        <a:gd name="connsiteX6-515" fmla="*/ 2610282 w 3710151"/>
                        <a:gd name="connsiteY6-516" fmla="*/ 902607 h 1418896"/>
                        <a:gd name="connsiteX7-517" fmla="*/ 3710151 w 3710151"/>
                        <a:gd name="connsiteY7-518" fmla="*/ 1345324 h 1418896"/>
                        <a:gd name="connsiteX8-519" fmla="*/ 3426372 w 3710151"/>
                        <a:gd name="connsiteY8-520" fmla="*/ 1408386 h 1418896"/>
                        <a:gd name="connsiteX9-521" fmla="*/ 1849820 w 3710151"/>
                        <a:gd name="connsiteY9-522" fmla="*/ 746234 h 1418896"/>
                        <a:gd name="connsiteX10-523" fmla="*/ 241737 w 3710151"/>
                        <a:gd name="connsiteY10-524" fmla="*/ 1418896 h 1418896"/>
                        <a:gd name="connsiteX11-525" fmla="*/ 0 w 3710151"/>
                        <a:gd name="connsiteY11-526" fmla="*/ 1334814 h 1418896"/>
                        <a:gd name="connsiteX12-527" fmla="*/ 1124606 w 3710151"/>
                        <a:gd name="connsiteY12-528" fmla="*/ 903890 h 1418896"/>
                        <a:gd name="connsiteX13-529" fmla="*/ 1087434 w 3710151"/>
                        <a:gd name="connsiteY13-530" fmla="*/ 451945 h 1418896"/>
                        <a:gd name="connsiteX14-531" fmla="*/ 168164 w 3710151"/>
                        <a:gd name="connsiteY14-532" fmla="*/ 84081 h 1418896"/>
                        <a:gd name="connsiteX15-533" fmla="*/ 147144 w 3710151"/>
                        <a:gd name="connsiteY15-534" fmla="*/ 73572 h 1418896"/>
                        <a:gd name="connsiteX0-535" fmla="*/ 147144 w 3710151"/>
                        <a:gd name="connsiteY0-536" fmla="*/ 73572 h 1418896"/>
                        <a:gd name="connsiteX1-537" fmla="*/ 430924 w 3710151"/>
                        <a:gd name="connsiteY1-538" fmla="*/ 0 h 1418896"/>
                        <a:gd name="connsiteX2-539" fmla="*/ 1838028 w 3710151"/>
                        <a:gd name="connsiteY2-540" fmla="*/ 591655 h 1418896"/>
                        <a:gd name="connsiteX3-541" fmla="*/ 3342289 w 3710151"/>
                        <a:gd name="connsiteY3-542" fmla="*/ 0 h 1418896"/>
                        <a:gd name="connsiteX4-543" fmla="*/ 3563006 w 3710151"/>
                        <a:gd name="connsiteY4-544" fmla="*/ 73572 h 1418896"/>
                        <a:gd name="connsiteX5-545" fmla="*/ 2617717 w 3710151"/>
                        <a:gd name="connsiteY5-546" fmla="*/ 448868 h 1418896"/>
                        <a:gd name="connsiteX6-547" fmla="*/ 2610282 w 3710151"/>
                        <a:gd name="connsiteY6-548" fmla="*/ 902607 h 1418896"/>
                        <a:gd name="connsiteX7-549" fmla="*/ 3710151 w 3710151"/>
                        <a:gd name="connsiteY7-550" fmla="*/ 1345324 h 1418896"/>
                        <a:gd name="connsiteX8-551" fmla="*/ 3426372 w 3710151"/>
                        <a:gd name="connsiteY8-552" fmla="*/ 1408386 h 1418896"/>
                        <a:gd name="connsiteX9-553" fmla="*/ 1849820 w 3710151"/>
                        <a:gd name="connsiteY9-554" fmla="*/ 746234 h 1418896"/>
                        <a:gd name="connsiteX10-555" fmla="*/ 241737 w 3710151"/>
                        <a:gd name="connsiteY10-556" fmla="*/ 1418896 h 1418896"/>
                        <a:gd name="connsiteX11-557" fmla="*/ 0 w 3710151"/>
                        <a:gd name="connsiteY11-558" fmla="*/ 1334814 h 1418896"/>
                        <a:gd name="connsiteX12-559" fmla="*/ 1098586 w 3710151"/>
                        <a:gd name="connsiteY12-560" fmla="*/ 903890 h 1418896"/>
                        <a:gd name="connsiteX13-561" fmla="*/ 1087434 w 3710151"/>
                        <a:gd name="connsiteY13-562" fmla="*/ 451945 h 1418896"/>
                        <a:gd name="connsiteX14-563" fmla="*/ 168164 w 3710151"/>
                        <a:gd name="connsiteY14-564" fmla="*/ 84081 h 1418896"/>
                        <a:gd name="connsiteX15-565" fmla="*/ 147144 w 3710151"/>
                        <a:gd name="connsiteY15-566" fmla="*/ 73572 h 1418896"/>
                        <a:gd name="connsiteX0-567" fmla="*/ 162012 w 3725019"/>
                        <a:gd name="connsiteY0-568" fmla="*/ 73572 h 1418896"/>
                        <a:gd name="connsiteX1-569" fmla="*/ 445792 w 3725019"/>
                        <a:gd name="connsiteY1-570" fmla="*/ 0 h 1418896"/>
                        <a:gd name="connsiteX2-571" fmla="*/ 1852896 w 3725019"/>
                        <a:gd name="connsiteY2-572" fmla="*/ 591655 h 1418896"/>
                        <a:gd name="connsiteX3-573" fmla="*/ 3357157 w 3725019"/>
                        <a:gd name="connsiteY3-574" fmla="*/ 0 h 1418896"/>
                        <a:gd name="connsiteX4-575" fmla="*/ 3577874 w 3725019"/>
                        <a:gd name="connsiteY4-576" fmla="*/ 73572 h 1418896"/>
                        <a:gd name="connsiteX5-577" fmla="*/ 2632585 w 3725019"/>
                        <a:gd name="connsiteY5-578" fmla="*/ 448868 h 1418896"/>
                        <a:gd name="connsiteX6-579" fmla="*/ 2625150 w 3725019"/>
                        <a:gd name="connsiteY6-580" fmla="*/ 902607 h 1418896"/>
                        <a:gd name="connsiteX7-581" fmla="*/ 3725019 w 3725019"/>
                        <a:gd name="connsiteY7-582" fmla="*/ 1345324 h 1418896"/>
                        <a:gd name="connsiteX8-583" fmla="*/ 3441240 w 3725019"/>
                        <a:gd name="connsiteY8-584" fmla="*/ 1408386 h 1418896"/>
                        <a:gd name="connsiteX9-585" fmla="*/ 1864688 w 3725019"/>
                        <a:gd name="connsiteY9-586" fmla="*/ 746234 h 1418896"/>
                        <a:gd name="connsiteX10-587" fmla="*/ 256605 w 3725019"/>
                        <a:gd name="connsiteY10-588" fmla="*/ 1418896 h 1418896"/>
                        <a:gd name="connsiteX11-589" fmla="*/ 0 w 3725019"/>
                        <a:gd name="connsiteY11-590" fmla="*/ 1331097 h 1418896"/>
                        <a:gd name="connsiteX12-591" fmla="*/ 1113454 w 3725019"/>
                        <a:gd name="connsiteY12-592" fmla="*/ 903890 h 1418896"/>
                        <a:gd name="connsiteX13-593" fmla="*/ 1102302 w 3725019"/>
                        <a:gd name="connsiteY13-594" fmla="*/ 451945 h 1418896"/>
                        <a:gd name="connsiteX14-595" fmla="*/ 183032 w 3725019"/>
                        <a:gd name="connsiteY14-596" fmla="*/ 84081 h 1418896"/>
                        <a:gd name="connsiteX15-597" fmla="*/ 162012 w 3725019"/>
                        <a:gd name="connsiteY15-598" fmla="*/ 73572 h 1418896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  <a:cxn ang="0">
                          <a:pos x="connsiteX11-23" y="connsiteY11-24"/>
                        </a:cxn>
                        <a:cxn ang="0">
                          <a:pos x="connsiteX12-25" y="connsiteY12-26"/>
                        </a:cxn>
                        <a:cxn ang="0">
                          <a:pos x="connsiteX13-27" y="connsiteY13-28"/>
                        </a:cxn>
                        <a:cxn ang="0">
                          <a:pos x="connsiteX14-29" y="connsiteY14-30"/>
                        </a:cxn>
                        <a:cxn ang="0">
                          <a:pos x="connsiteX15-31" y="connsiteY15-32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</p:grpSp>
        </p:grpSp>
        <p:grpSp>
          <p:nvGrpSpPr>
            <p:cNvPr id="242" name="Group 590"/>
            <p:cNvGrpSpPr/>
            <p:nvPr/>
          </p:nvGrpSpPr>
          <p:grpSpPr bwMode="auto">
            <a:xfrm flipH="1">
              <a:off x="8241315" y="5290645"/>
              <a:ext cx="345630" cy="320302"/>
              <a:chOff x="2839" y="3501"/>
              <a:chExt cx="755" cy="803"/>
            </a:xfrm>
          </p:grpSpPr>
          <p:pic>
            <p:nvPicPr>
              <p:cNvPr id="243" name="Picture 591" descr="desktop_computer_stylized_medium"/>
              <p:cNvPicPr>
                <a:picLocks noChangeAspect="1" noChangeArrowheads="1"/>
              </p:cNvPicPr>
              <p:nvPr/>
            </p:nvPicPr>
            <p:blipFill>
              <a:blip r:embed="rId10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4" name="Freeform 592"/>
              <p:cNvSpPr/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prstDash val="solid"/>
                    <a:rou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303" name="Group 590"/>
            <p:cNvGrpSpPr/>
            <p:nvPr/>
          </p:nvGrpSpPr>
          <p:grpSpPr bwMode="auto">
            <a:xfrm flipH="1">
              <a:off x="7807599" y="5100666"/>
              <a:ext cx="345630" cy="320302"/>
              <a:chOff x="2839" y="3501"/>
              <a:chExt cx="755" cy="803"/>
            </a:xfrm>
          </p:grpSpPr>
          <p:pic>
            <p:nvPicPr>
              <p:cNvPr id="304" name="Picture 591" descr="desktop_computer_stylized_medium"/>
              <p:cNvPicPr>
                <a:picLocks noChangeAspect="1" noChangeArrowheads="1"/>
              </p:cNvPicPr>
              <p:nvPr/>
            </p:nvPicPr>
            <p:blipFill>
              <a:blip r:embed="rId10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05" name="Freeform 592"/>
              <p:cNvSpPr/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prstDash val="solid"/>
                    <a:rou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70" name="Group 983"/>
            <p:cNvGrpSpPr/>
            <p:nvPr/>
          </p:nvGrpSpPr>
          <p:grpSpPr bwMode="auto">
            <a:xfrm>
              <a:off x="10024601" y="5489612"/>
              <a:ext cx="141376" cy="246700"/>
              <a:chOff x="4140" y="429"/>
              <a:chExt cx="1425" cy="2396"/>
            </a:xfrm>
          </p:grpSpPr>
          <p:sp>
            <p:nvSpPr>
              <p:cNvPr id="271" name="Freeform 984"/>
              <p:cNvSpPr/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2" name="Rectangle 985"/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986"/>
              <p:cNvSpPr/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4" name="Freeform 987"/>
              <p:cNvSpPr/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5" name="Rectangle 988"/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grpSp>
            <p:nvGrpSpPr>
              <p:cNvPr id="276" name="Group 989"/>
              <p:cNvGrpSpPr/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301" name="AutoShape 990"/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02" name="AutoShape 991"/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277" name="Rectangle 992"/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grpSp>
            <p:nvGrpSpPr>
              <p:cNvPr id="278" name="Group 993"/>
              <p:cNvGrpSpPr/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99" name="AutoShape 994"/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00" name="AutoShape 995"/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279" name="Rectangle 996"/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80" name="Rectangle 997"/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grpSp>
            <p:nvGrpSpPr>
              <p:cNvPr id="281" name="Group 998"/>
              <p:cNvGrpSpPr/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97" name="AutoShape 999"/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98" name="AutoShape 1000"/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282" name="Freeform 1001"/>
              <p:cNvSpPr/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283" name="Group 1002"/>
              <p:cNvGrpSpPr/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95" name="AutoShape 1003"/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96" name="AutoShape 1004"/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284" name="Rectangle 1005"/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1006"/>
              <p:cNvSpPr/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6" name="Freeform 1007"/>
              <p:cNvSpPr/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7" name="Oval 1008"/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1009"/>
              <p:cNvSpPr/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9" name="AutoShape 1010"/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90" name="AutoShape 1011"/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91" name="Oval 1012"/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92" name="Oval 1013"/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93" name="Oval 1014"/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94" name="Rectangle 1015"/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uiExpand="1" build="p"/>
      <p:bldP spid="5" grpId="0"/>
    </p:bld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MS PGothic" panose="020B0600070205080204" pitchFamily="34" charset="-128"/>
              </a:rPr>
              <a:t>互联网结构：“网络的网络”</a:t>
            </a:r>
            <a:endParaRPr lang="en-US" dirty="0"/>
          </a:p>
        </p:txBody>
      </p:sp>
      <p:sp>
        <p:nvSpPr>
          <p:cNvPr id="7" name="Rectangle 3"/>
          <p:cNvSpPr txBox="1">
            <a:spLocks noChangeArrowheads="1"/>
          </p:cNvSpPr>
          <p:nvPr/>
        </p:nvSpPr>
        <p:spPr>
          <a:xfrm>
            <a:off x="968218" y="1257581"/>
            <a:ext cx="10326105" cy="514434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Pct val="75000"/>
              <a:buFont typeface="Wingdings" panose="05000000000000000000" pitchFamily="2" charset="2"/>
              <a:buNone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问题：面对数百万个接入 ISP，如何把它们连接起来？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grpSp>
        <p:nvGrpSpPr>
          <p:cNvPr id="8" name="Group 5"/>
          <p:cNvGrpSpPr/>
          <p:nvPr/>
        </p:nvGrpSpPr>
        <p:grpSpPr bwMode="auto">
          <a:xfrm>
            <a:off x="1619894" y="1918514"/>
            <a:ext cx="8437563" cy="4559300"/>
            <a:chOff x="154891" y="1905681"/>
            <a:chExt cx="8436427" cy="4559651"/>
          </a:xfrm>
        </p:grpSpPr>
        <p:grpSp>
          <p:nvGrpSpPr>
            <p:cNvPr id="9" name="Group 2"/>
            <p:cNvGrpSpPr/>
            <p:nvPr/>
          </p:nvGrpSpPr>
          <p:grpSpPr bwMode="auto">
            <a:xfrm>
              <a:off x="1529396" y="2297655"/>
              <a:ext cx="648422" cy="418253"/>
              <a:chOff x="3053396" y="4304255"/>
              <a:chExt cx="648422" cy="418253"/>
            </a:xfrm>
          </p:grpSpPr>
          <p:sp>
            <p:nvSpPr>
              <p:cNvPr id="61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" name="TextBox 1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接入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网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0" name="Group 131"/>
            <p:cNvGrpSpPr/>
            <p:nvPr/>
          </p:nvGrpSpPr>
          <p:grpSpPr bwMode="auto">
            <a:xfrm>
              <a:off x="373696" y="3097755"/>
              <a:ext cx="648422" cy="418253"/>
              <a:chOff x="3053396" y="4304255"/>
              <a:chExt cx="648422" cy="418253"/>
            </a:xfrm>
          </p:grpSpPr>
          <p:sp>
            <p:nvSpPr>
              <p:cNvPr id="59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" name="TextBox 133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接入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网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1" name="Group 135"/>
            <p:cNvGrpSpPr/>
            <p:nvPr/>
          </p:nvGrpSpPr>
          <p:grpSpPr bwMode="auto">
            <a:xfrm>
              <a:off x="6037896" y="2551655"/>
              <a:ext cx="648422" cy="418253"/>
              <a:chOff x="3053396" y="4304255"/>
              <a:chExt cx="648422" cy="418253"/>
            </a:xfrm>
          </p:grpSpPr>
          <p:sp>
            <p:nvSpPr>
              <p:cNvPr id="57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" name="TextBox 137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接入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网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2" name="Group 138"/>
            <p:cNvGrpSpPr/>
            <p:nvPr/>
          </p:nvGrpSpPr>
          <p:grpSpPr bwMode="auto">
            <a:xfrm>
              <a:off x="945196" y="5409155"/>
              <a:ext cx="648422" cy="418253"/>
              <a:chOff x="3053396" y="4304255"/>
              <a:chExt cx="648422" cy="418253"/>
            </a:xfrm>
          </p:grpSpPr>
          <p:sp>
            <p:nvSpPr>
              <p:cNvPr id="55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" name="TextBox 140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接入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网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3" name="Group 141"/>
            <p:cNvGrpSpPr/>
            <p:nvPr/>
          </p:nvGrpSpPr>
          <p:grpSpPr bwMode="auto">
            <a:xfrm>
              <a:off x="526096" y="4786855"/>
              <a:ext cx="648422" cy="418253"/>
              <a:chOff x="3053396" y="4304255"/>
              <a:chExt cx="648422" cy="418253"/>
            </a:xfrm>
          </p:grpSpPr>
          <p:sp>
            <p:nvSpPr>
              <p:cNvPr id="53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" name="TextBox 143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接入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网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4" name="Group 144"/>
            <p:cNvGrpSpPr/>
            <p:nvPr/>
          </p:nvGrpSpPr>
          <p:grpSpPr bwMode="auto">
            <a:xfrm>
              <a:off x="297496" y="4126455"/>
              <a:ext cx="648422" cy="418253"/>
              <a:chOff x="3053396" y="4304255"/>
              <a:chExt cx="648422" cy="418253"/>
            </a:xfrm>
          </p:grpSpPr>
          <p:sp>
            <p:nvSpPr>
              <p:cNvPr id="51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2" name="TextBox 146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接入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网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5" name="Group 147"/>
            <p:cNvGrpSpPr/>
            <p:nvPr/>
          </p:nvGrpSpPr>
          <p:grpSpPr bwMode="auto">
            <a:xfrm>
              <a:off x="6787196" y="2983455"/>
              <a:ext cx="648422" cy="418253"/>
              <a:chOff x="3053396" y="4304255"/>
              <a:chExt cx="648422" cy="418253"/>
            </a:xfrm>
          </p:grpSpPr>
          <p:sp>
            <p:nvSpPr>
              <p:cNvPr id="49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" name="TextBox 149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接入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网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6" name="Group 150"/>
            <p:cNvGrpSpPr/>
            <p:nvPr/>
          </p:nvGrpSpPr>
          <p:grpSpPr bwMode="auto">
            <a:xfrm>
              <a:off x="3129596" y="2056355"/>
              <a:ext cx="648422" cy="418253"/>
              <a:chOff x="3053396" y="4304255"/>
              <a:chExt cx="648422" cy="418253"/>
            </a:xfrm>
          </p:grpSpPr>
          <p:sp>
            <p:nvSpPr>
              <p:cNvPr id="47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" name="TextBox 152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接入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网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7" name="Group 153"/>
            <p:cNvGrpSpPr/>
            <p:nvPr/>
          </p:nvGrpSpPr>
          <p:grpSpPr bwMode="auto">
            <a:xfrm>
              <a:off x="754696" y="2704055"/>
              <a:ext cx="648422" cy="418253"/>
              <a:chOff x="3053396" y="4304255"/>
              <a:chExt cx="648422" cy="418253"/>
            </a:xfrm>
          </p:grpSpPr>
          <p:sp>
            <p:nvSpPr>
              <p:cNvPr id="45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" name="TextBox 155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接入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网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8" name="Group 156"/>
            <p:cNvGrpSpPr/>
            <p:nvPr/>
          </p:nvGrpSpPr>
          <p:grpSpPr bwMode="auto">
            <a:xfrm>
              <a:off x="4043996" y="2030955"/>
              <a:ext cx="648422" cy="418253"/>
              <a:chOff x="3053396" y="4304255"/>
              <a:chExt cx="648422" cy="418253"/>
            </a:xfrm>
          </p:grpSpPr>
          <p:sp>
            <p:nvSpPr>
              <p:cNvPr id="43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4" name="TextBox 158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接入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网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9" name="Group 160"/>
            <p:cNvGrpSpPr/>
            <p:nvPr/>
          </p:nvGrpSpPr>
          <p:grpSpPr bwMode="auto">
            <a:xfrm>
              <a:off x="7104696" y="5663155"/>
              <a:ext cx="648422" cy="418253"/>
              <a:chOff x="3053396" y="4304255"/>
              <a:chExt cx="648422" cy="418253"/>
            </a:xfrm>
          </p:grpSpPr>
          <p:sp>
            <p:nvSpPr>
              <p:cNvPr id="41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" name="TextBox 162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接入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网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20" name="Group 163"/>
            <p:cNvGrpSpPr/>
            <p:nvPr/>
          </p:nvGrpSpPr>
          <p:grpSpPr bwMode="auto">
            <a:xfrm>
              <a:off x="7942896" y="5015455"/>
              <a:ext cx="648422" cy="418253"/>
              <a:chOff x="3053396" y="4304255"/>
              <a:chExt cx="648422" cy="418253"/>
            </a:xfrm>
          </p:grpSpPr>
          <p:sp>
            <p:nvSpPr>
              <p:cNvPr id="39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" name="TextBox 165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接入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网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21" name="Group 166"/>
            <p:cNvGrpSpPr/>
            <p:nvPr/>
          </p:nvGrpSpPr>
          <p:grpSpPr bwMode="auto">
            <a:xfrm>
              <a:off x="7714296" y="4101055"/>
              <a:ext cx="648422" cy="418253"/>
              <a:chOff x="3053396" y="4304255"/>
              <a:chExt cx="648422" cy="418253"/>
            </a:xfrm>
          </p:grpSpPr>
          <p:sp>
            <p:nvSpPr>
              <p:cNvPr id="37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" name="TextBox 168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接入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网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22" name="Group 169"/>
            <p:cNvGrpSpPr/>
            <p:nvPr/>
          </p:nvGrpSpPr>
          <p:grpSpPr bwMode="auto">
            <a:xfrm>
              <a:off x="4869496" y="5904455"/>
              <a:ext cx="648422" cy="418253"/>
              <a:chOff x="3053396" y="4304255"/>
              <a:chExt cx="648422" cy="418253"/>
            </a:xfrm>
          </p:grpSpPr>
          <p:sp>
            <p:nvSpPr>
              <p:cNvPr id="35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" name="TextBox 171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接入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网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23" name="Group 172"/>
            <p:cNvGrpSpPr/>
            <p:nvPr/>
          </p:nvGrpSpPr>
          <p:grpSpPr bwMode="auto">
            <a:xfrm>
              <a:off x="3955096" y="6044155"/>
              <a:ext cx="648422" cy="418253"/>
              <a:chOff x="3053396" y="4304255"/>
              <a:chExt cx="648422" cy="418253"/>
            </a:xfrm>
          </p:grpSpPr>
          <p:sp>
            <p:nvSpPr>
              <p:cNvPr id="33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4" name="TextBox 174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接入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网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24" name="Group 175"/>
            <p:cNvGrpSpPr/>
            <p:nvPr/>
          </p:nvGrpSpPr>
          <p:grpSpPr bwMode="auto">
            <a:xfrm>
              <a:off x="2735896" y="5891755"/>
              <a:ext cx="648422" cy="418253"/>
              <a:chOff x="3053396" y="4304255"/>
              <a:chExt cx="648422" cy="418253"/>
            </a:xfrm>
          </p:grpSpPr>
          <p:sp>
            <p:nvSpPr>
              <p:cNvPr id="31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2" name="TextBox 177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接入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网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5" name="TextBox 4"/>
            <p:cNvSpPr txBox="1">
              <a:spLocks noChangeArrowheads="1"/>
            </p:cNvSpPr>
            <p:nvPr/>
          </p:nvSpPr>
          <p:spPr bwMode="auto">
            <a:xfrm rot="1053502">
              <a:off x="5143500" y="19558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…</a:t>
              </a: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6" name="TextBox 179"/>
            <p:cNvSpPr txBox="1">
              <a:spLocks noChangeArrowheads="1"/>
            </p:cNvSpPr>
            <p:nvPr/>
          </p:nvSpPr>
          <p:spPr bwMode="auto">
            <a:xfrm rot="2829263">
              <a:off x="7429500" y="34290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…</a:t>
              </a: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7" name="TextBox 180"/>
            <p:cNvSpPr txBox="1">
              <a:spLocks noChangeArrowheads="1"/>
            </p:cNvSpPr>
            <p:nvPr/>
          </p:nvSpPr>
          <p:spPr bwMode="auto">
            <a:xfrm rot="9845918">
              <a:off x="6098241" y="5942112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…</a:t>
              </a: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8" name="TextBox 181"/>
            <p:cNvSpPr txBox="1">
              <a:spLocks noChangeArrowheads="1"/>
            </p:cNvSpPr>
            <p:nvPr/>
          </p:nvSpPr>
          <p:spPr bwMode="auto">
            <a:xfrm rot="-9948738">
              <a:off x="1730786" y="5845469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…</a:t>
              </a: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9" name="TextBox 182"/>
            <p:cNvSpPr txBox="1">
              <a:spLocks noChangeArrowheads="1"/>
            </p:cNvSpPr>
            <p:nvPr/>
          </p:nvSpPr>
          <p:spPr bwMode="auto">
            <a:xfrm rot="-4992697">
              <a:off x="144631" y="3539025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…</a:t>
              </a: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" name="TextBox 183"/>
            <p:cNvSpPr txBox="1">
              <a:spLocks noChangeArrowheads="1"/>
            </p:cNvSpPr>
            <p:nvPr/>
          </p:nvSpPr>
          <p:spPr bwMode="auto">
            <a:xfrm rot="-1017263">
              <a:off x="2330376" y="1905681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…</a:t>
              </a: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63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引言：1-</a:t>
            </a:r>
            <a:fld id="{C4204591-24BD-A542-B9D5-F8D8A88D2FEE}" type="slidenum">
              <a:rPr lang="en-US" smtClean="0"/>
            </a:fld>
            <a:endParaRPr lang="en-US" dirty="0"/>
          </a:p>
        </p:txBody>
      </p: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5" name="Group 25"/>
          <p:cNvGrpSpPr/>
          <p:nvPr/>
        </p:nvGrpSpPr>
        <p:grpSpPr bwMode="auto">
          <a:xfrm>
            <a:off x="2182850" y="2360613"/>
            <a:ext cx="7361238" cy="3768725"/>
            <a:chOff x="888125" y="2295063"/>
            <a:chExt cx="7361771" cy="3769689"/>
          </a:xfrm>
        </p:grpSpPr>
        <p:cxnSp>
          <p:nvCxnSpPr>
            <p:cNvPr id="96" name="Straight Connector 7"/>
            <p:cNvCxnSpPr>
              <a:cxnSpLocks noChangeShapeType="1"/>
            </p:cNvCxnSpPr>
            <p:nvPr/>
          </p:nvCxnSpPr>
          <p:spPr bwMode="auto">
            <a:xfrm flipV="1">
              <a:off x="1661409" y="2570969"/>
              <a:ext cx="577293" cy="280266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7" name="Straight Connector 188"/>
            <p:cNvCxnSpPr>
              <a:cxnSpLocks noChangeShapeType="1"/>
            </p:cNvCxnSpPr>
            <p:nvPr/>
          </p:nvCxnSpPr>
          <p:spPr bwMode="auto">
            <a:xfrm flipH="1" flipV="1">
              <a:off x="1509155" y="3032403"/>
              <a:ext cx="171469" cy="23271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8" name="Straight Connector 190"/>
            <p:cNvCxnSpPr>
              <a:cxnSpLocks noChangeShapeType="1"/>
            </p:cNvCxnSpPr>
            <p:nvPr/>
          </p:nvCxnSpPr>
          <p:spPr bwMode="auto">
            <a:xfrm flipH="1" flipV="1">
              <a:off x="1185287" y="3451504"/>
              <a:ext cx="495337" cy="19080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9" name="Straight Connector 192"/>
            <p:cNvCxnSpPr>
              <a:cxnSpLocks noChangeShapeType="1"/>
            </p:cNvCxnSpPr>
            <p:nvPr/>
          </p:nvCxnSpPr>
          <p:spPr bwMode="auto">
            <a:xfrm flipH="1" flipV="1">
              <a:off x="1181567" y="4298698"/>
              <a:ext cx="499057" cy="106082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0" name="Straight Connector 195"/>
            <p:cNvCxnSpPr>
              <a:cxnSpLocks noChangeShapeType="1"/>
            </p:cNvCxnSpPr>
            <p:nvPr/>
          </p:nvCxnSpPr>
          <p:spPr bwMode="auto">
            <a:xfrm flipH="1" flipV="1">
              <a:off x="1386886" y="4980292"/>
              <a:ext cx="293738" cy="37923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1" name="Straight Connector 197"/>
            <p:cNvCxnSpPr>
              <a:cxnSpLocks noChangeShapeType="1"/>
            </p:cNvCxnSpPr>
            <p:nvPr/>
          </p:nvCxnSpPr>
          <p:spPr bwMode="auto">
            <a:xfrm flipH="1" flipV="1">
              <a:off x="1661409" y="5373637"/>
              <a:ext cx="1526432" cy="59300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2" name="Straight Connector 199"/>
            <p:cNvCxnSpPr>
              <a:cxnSpLocks noChangeShapeType="1"/>
            </p:cNvCxnSpPr>
            <p:nvPr/>
          </p:nvCxnSpPr>
          <p:spPr bwMode="auto">
            <a:xfrm flipH="1" flipV="1">
              <a:off x="1680624" y="5359527"/>
              <a:ext cx="2723702" cy="70307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3" name="Straight Connector 201"/>
            <p:cNvCxnSpPr>
              <a:cxnSpLocks noChangeShapeType="1"/>
            </p:cNvCxnSpPr>
            <p:nvPr/>
          </p:nvCxnSpPr>
          <p:spPr bwMode="auto">
            <a:xfrm flipH="1" flipV="1">
              <a:off x="1680624" y="5359527"/>
              <a:ext cx="3605885" cy="61900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4" name="Straight Connector 203"/>
            <p:cNvCxnSpPr>
              <a:cxnSpLocks noChangeShapeType="1"/>
            </p:cNvCxnSpPr>
            <p:nvPr/>
          </p:nvCxnSpPr>
          <p:spPr bwMode="auto">
            <a:xfrm flipH="1">
              <a:off x="1680624" y="5184745"/>
              <a:ext cx="6569272" cy="17478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5" name="Straight Connector 204"/>
            <p:cNvCxnSpPr>
              <a:cxnSpLocks noChangeShapeType="1"/>
            </p:cNvCxnSpPr>
            <p:nvPr/>
          </p:nvCxnSpPr>
          <p:spPr bwMode="auto">
            <a:xfrm flipH="1" flipV="1">
              <a:off x="1680624" y="5359527"/>
              <a:ext cx="5742435" cy="48670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6" name="Straight Connector 207"/>
            <p:cNvCxnSpPr>
              <a:cxnSpLocks noChangeShapeType="1"/>
            </p:cNvCxnSpPr>
            <p:nvPr/>
          </p:nvCxnSpPr>
          <p:spPr bwMode="auto">
            <a:xfrm flipH="1">
              <a:off x="1680624" y="4311835"/>
              <a:ext cx="6338019" cy="104769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7" name="Straight Connector 209"/>
            <p:cNvCxnSpPr>
              <a:cxnSpLocks noChangeShapeType="1"/>
            </p:cNvCxnSpPr>
            <p:nvPr/>
          </p:nvCxnSpPr>
          <p:spPr bwMode="auto">
            <a:xfrm flipH="1">
              <a:off x="1680624" y="3273553"/>
              <a:ext cx="5749312" cy="208597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8" name="Straight Connector 211"/>
            <p:cNvCxnSpPr>
              <a:cxnSpLocks noChangeShapeType="1"/>
            </p:cNvCxnSpPr>
            <p:nvPr/>
          </p:nvCxnSpPr>
          <p:spPr bwMode="auto">
            <a:xfrm flipH="1">
              <a:off x="1680624" y="2784308"/>
              <a:ext cx="4942318" cy="257521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9" name="Straight Connector 213"/>
            <p:cNvCxnSpPr>
              <a:cxnSpLocks noChangeShapeType="1"/>
            </p:cNvCxnSpPr>
            <p:nvPr/>
          </p:nvCxnSpPr>
          <p:spPr bwMode="auto">
            <a:xfrm flipH="1">
              <a:off x="1680624" y="2295063"/>
              <a:ext cx="2971398" cy="306446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0" name="Straight Connector 215"/>
            <p:cNvCxnSpPr>
              <a:cxnSpLocks noChangeShapeType="1"/>
            </p:cNvCxnSpPr>
            <p:nvPr/>
          </p:nvCxnSpPr>
          <p:spPr bwMode="auto">
            <a:xfrm flipH="1">
              <a:off x="1680624" y="2295321"/>
              <a:ext cx="2025496" cy="306420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11" name="TextBox 24"/>
            <p:cNvSpPr txBox="1">
              <a:spLocks noChangeArrowheads="1"/>
            </p:cNvSpPr>
            <p:nvPr/>
          </p:nvSpPr>
          <p:spPr bwMode="auto">
            <a:xfrm rot="5710989">
              <a:off x="859913" y="4114468"/>
              <a:ext cx="36420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…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2" name="TextBox 218"/>
            <p:cNvSpPr txBox="1">
              <a:spLocks noChangeArrowheads="1"/>
            </p:cNvSpPr>
            <p:nvPr/>
          </p:nvSpPr>
          <p:spPr bwMode="auto">
            <a:xfrm rot="7515077">
              <a:off x="4511491" y="5728762"/>
              <a:ext cx="36420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…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3" name="TextBox 219"/>
            <p:cNvSpPr txBox="1">
              <a:spLocks noChangeArrowheads="1"/>
            </p:cNvSpPr>
            <p:nvPr/>
          </p:nvSpPr>
          <p:spPr bwMode="auto">
            <a:xfrm rot="3940343">
              <a:off x="6392354" y="3846211"/>
              <a:ext cx="4924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…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4" name="TextBox 220"/>
            <p:cNvSpPr txBox="1">
              <a:spLocks noChangeArrowheads="1"/>
            </p:cNvSpPr>
            <p:nvPr/>
          </p:nvSpPr>
          <p:spPr bwMode="auto">
            <a:xfrm rot="2048420">
              <a:off x="4482993" y="2684685"/>
              <a:ext cx="4924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…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5" name="TextBox 221"/>
            <p:cNvSpPr txBox="1">
              <a:spLocks noChangeArrowheads="1"/>
            </p:cNvSpPr>
            <p:nvPr/>
          </p:nvSpPr>
          <p:spPr bwMode="auto">
            <a:xfrm rot="-316136">
              <a:off x="2189980" y="2687381"/>
              <a:ext cx="4924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…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79" name="Group 223"/>
          <p:cNvGrpSpPr/>
          <p:nvPr/>
        </p:nvGrpSpPr>
        <p:grpSpPr bwMode="auto">
          <a:xfrm>
            <a:off x="2375578" y="2337843"/>
            <a:ext cx="7094538" cy="3695700"/>
            <a:chOff x="862570" y="2361120"/>
            <a:chExt cx="7094553" cy="3695520"/>
          </a:xfrm>
        </p:grpSpPr>
        <p:cxnSp>
          <p:nvCxnSpPr>
            <p:cNvPr id="80" name="Straight Connector 224"/>
            <p:cNvCxnSpPr>
              <a:cxnSpLocks noChangeShapeType="1"/>
            </p:cNvCxnSpPr>
            <p:nvPr/>
          </p:nvCxnSpPr>
          <p:spPr bwMode="auto">
            <a:xfrm flipH="1">
              <a:off x="1446332" y="2897188"/>
              <a:ext cx="4736982" cy="25351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1" name="Straight Connector 225"/>
            <p:cNvCxnSpPr>
              <a:cxnSpLocks noChangeShapeType="1"/>
            </p:cNvCxnSpPr>
            <p:nvPr/>
          </p:nvCxnSpPr>
          <p:spPr bwMode="auto">
            <a:xfrm flipH="1">
              <a:off x="2972043" y="2885760"/>
              <a:ext cx="3213953" cy="30412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2" name="Straight Connector 226"/>
            <p:cNvCxnSpPr>
              <a:cxnSpLocks noChangeShapeType="1"/>
            </p:cNvCxnSpPr>
            <p:nvPr/>
          </p:nvCxnSpPr>
          <p:spPr bwMode="auto">
            <a:xfrm flipH="1">
              <a:off x="4328465" y="2877120"/>
              <a:ext cx="1866171" cy="317952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3" name="Straight Connector 227"/>
            <p:cNvCxnSpPr>
              <a:cxnSpLocks noChangeShapeType="1"/>
            </p:cNvCxnSpPr>
            <p:nvPr/>
          </p:nvCxnSpPr>
          <p:spPr bwMode="auto">
            <a:xfrm flipH="1">
              <a:off x="5270184" y="2877120"/>
              <a:ext cx="915812" cy="305856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4" name="Straight Connector 228"/>
            <p:cNvCxnSpPr>
              <a:cxnSpLocks noChangeShapeType="1"/>
            </p:cNvCxnSpPr>
            <p:nvPr/>
          </p:nvCxnSpPr>
          <p:spPr bwMode="auto">
            <a:xfrm>
              <a:off x="6167438" y="2901156"/>
              <a:ext cx="1141702" cy="28012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5" name="Straight Connector 229"/>
            <p:cNvCxnSpPr>
              <a:cxnSpLocks noChangeShapeType="1"/>
            </p:cNvCxnSpPr>
            <p:nvPr/>
          </p:nvCxnSpPr>
          <p:spPr bwMode="auto">
            <a:xfrm>
              <a:off x="6171406" y="2889250"/>
              <a:ext cx="1785717" cy="235523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6" name="Straight Connector 230"/>
            <p:cNvCxnSpPr>
              <a:cxnSpLocks noChangeShapeType="1"/>
            </p:cNvCxnSpPr>
            <p:nvPr/>
          </p:nvCxnSpPr>
          <p:spPr bwMode="auto">
            <a:xfrm>
              <a:off x="6179344" y="2881313"/>
              <a:ext cx="1587707" cy="138684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7" name="Straight Connector 231"/>
            <p:cNvCxnSpPr>
              <a:cxnSpLocks noChangeShapeType="1"/>
            </p:cNvCxnSpPr>
            <p:nvPr/>
          </p:nvCxnSpPr>
          <p:spPr bwMode="auto">
            <a:xfrm>
              <a:off x="6179344" y="2897188"/>
              <a:ext cx="602786" cy="29097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8" name="Straight Connector 232"/>
            <p:cNvCxnSpPr>
              <a:cxnSpLocks noChangeShapeType="1"/>
            </p:cNvCxnSpPr>
            <p:nvPr/>
          </p:nvCxnSpPr>
          <p:spPr bwMode="auto">
            <a:xfrm>
              <a:off x="4584546" y="2364240"/>
              <a:ext cx="1558252" cy="5128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9" name="Straight Connector 233"/>
            <p:cNvCxnSpPr>
              <a:cxnSpLocks noChangeShapeType="1"/>
            </p:cNvCxnSpPr>
            <p:nvPr/>
          </p:nvCxnSpPr>
          <p:spPr bwMode="auto">
            <a:xfrm>
              <a:off x="3691549" y="2361120"/>
              <a:ext cx="2485808" cy="5332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0" name="Straight Connector 234"/>
            <p:cNvCxnSpPr>
              <a:cxnSpLocks noChangeShapeType="1"/>
            </p:cNvCxnSpPr>
            <p:nvPr/>
          </p:nvCxnSpPr>
          <p:spPr bwMode="auto">
            <a:xfrm>
              <a:off x="2081460" y="2548080"/>
              <a:ext cx="4078617" cy="337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1" name="Straight Connector 235"/>
            <p:cNvCxnSpPr>
              <a:cxnSpLocks noChangeShapeType="1"/>
            </p:cNvCxnSpPr>
            <p:nvPr/>
          </p:nvCxnSpPr>
          <p:spPr bwMode="auto">
            <a:xfrm flipV="1">
              <a:off x="1309418" y="2903040"/>
              <a:ext cx="4842020" cy="3072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2" name="Straight Connector 236"/>
            <p:cNvCxnSpPr>
              <a:cxnSpLocks noChangeShapeType="1"/>
            </p:cNvCxnSpPr>
            <p:nvPr/>
          </p:nvCxnSpPr>
          <p:spPr bwMode="auto">
            <a:xfrm flipV="1">
              <a:off x="934801" y="2894400"/>
              <a:ext cx="5242556" cy="37704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3" name="Straight Connector 237"/>
            <p:cNvCxnSpPr>
              <a:cxnSpLocks noChangeShapeType="1"/>
            </p:cNvCxnSpPr>
            <p:nvPr/>
          </p:nvCxnSpPr>
          <p:spPr bwMode="auto">
            <a:xfrm flipV="1">
              <a:off x="862570" y="2901156"/>
              <a:ext cx="5296930" cy="138668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4" name="Straight Connector 238"/>
            <p:cNvCxnSpPr>
              <a:cxnSpLocks noChangeShapeType="1"/>
            </p:cNvCxnSpPr>
            <p:nvPr/>
          </p:nvCxnSpPr>
          <p:spPr bwMode="auto">
            <a:xfrm flipV="1">
              <a:off x="1101367" y="2901156"/>
              <a:ext cx="5077977" cy="20260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63" name="Group 239"/>
          <p:cNvGrpSpPr/>
          <p:nvPr/>
        </p:nvGrpSpPr>
        <p:grpSpPr bwMode="auto">
          <a:xfrm>
            <a:off x="2308603" y="2230021"/>
            <a:ext cx="7158038" cy="3798887"/>
            <a:chOff x="799176" y="2251902"/>
            <a:chExt cx="7158126" cy="3799069"/>
          </a:xfrm>
        </p:grpSpPr>
        <p:cxnSp>
          <p:nvCxnSpPr>
            <p:cNvPr id="64" name="Straight Connector 240"/>
            <p:cNvCxnSpPr>
              <a:cxnSpLocks noChangeShapeType="1"/>
            </p:cNvCxnSpPr>
            <p:nvPr/>
          </p:nvCxnSpPr>
          <p:spPr bwMode="auto">
            <a:xfrm>
              <a:off x="2012365" y="2732956"/>
              <a:ext cx="3121627" cy="320434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5" name="Straight Connector 241"/>
            <p:cNvCxnSpPr>
              <a:cxnSpLocks noChangeShapeType="1"/>
            </p:cNvCxnSpPr>
            <p:nvPr/>
          </p:nvCxnSpPr>
          <p:spPr bwMode="auto">
            <a:xfrm>
              <a:off x="2009682" y="2721528"/>
              <a:ext cx="2384511" cy="332944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6" name="Straight Connector 242"/>
            <p:cNvCxnSpPr>
              <a:cxnSpLocks noChangeShapeType="1"/>
            </p:cNvCxnSpPr>
            <p:nvPr/>
          </p:nvCxnSpPr>
          <p:spPr bwMode="auto">
            <a:xfrm>
              <a:off x="2001042" y="2712888"/>
              <a:ext cx="1091382" cy="319787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7" name="Straight Connector 243"/>
            <p:cNvCxnSpPr>
              <a:cxnSpLocks noChangeShapeType="1"/>
            </p:cNvCxnSpPr>
            <p:nvPr/>
          </p:nvCxnSpPr>
          <p:spPr bwMode="auto">
            <a:xfrm flipH="1">
              <a:off x="1471306" y="2712888"/>
              <a:ext cx="538376" cy="269812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8" name="Straight Connector 244"/>
            <p:cNvCxnSpPr>
              <a:cxnSpLocks noChangeShapeType="1"/>
            </p:cNvCxnSpPr>
            <p:nvPr/>
          </p:nvCxnSpPr>
          <p:spPr bwMode="auto">
            <a:xfrm flipH="1">
              <a:off x="1007181" y="2736924"/>
              <a:ext cx="1021059" cy="206956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9" name="Straight Connector 245"/>
            <p:cNvCxnSpPr>
              <a:cxnSpLocks noChangeShapeType="1"/>
            </p:cNvCxnSpPr>
            <p:nvPr/>
          </p:nvCxnSpPr>
          <p:spPr bwMode="auto">
            <a:xfrm flipH="1">
              <a:off x="799176" y="2725018"/>
              <a:ext cx="1225097" cy="141359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0" name="Straight Connector 246"/>
            <p:cNvCxnSpPr>
              <a:cxnSpLocks noChangeShapeType="1"/>
            </p:cNvCxnSpPr>
            <p:nvPr/>
          </p:nvCxnSpPr>
          <p:spPr bwMode="auto">
            <a:xfrm flipH="1">
              <a:off x="932218" y="2704755"/>
              <a:ext cx="1107153" cy="58896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1" name="Straight Connector 247"/>
            <p:cNvCxnSpPr>
              <a:cxnSpLocks noChangeShapeType="1"/>
            </p:cNvCxnSpPr>
            <p:nvPr/>
          </p:nvCxnSpPr>
          <p:spPr bwMode="auto">
            <a:xfrm flipH="1">
              <a:off x="1293642" y="2704755"/>
              <a:ext cx="745729" cy="2167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2" name="Straight Connector 248"/>
            <p:cNvCxnSpPr>
              <a:cxnSpLocks noChangeShapeType="1"/>
            </p:cNvCxnSpPr>
            <p:nvPr/>
          </p:nvCxnSpPr>
          <p:spPr bwMode="auto">
            <a:xfrm flipH="1">
              <a:off x="2052880" y="2251902"/>
              <a:ext cx="1141349" cy="46098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3" name="Straight Connector 249"/>
            <p:cNvCxnSpPr>
              <a:cxnSpLocks noChangeShapeType="1"/>
            </p:cNvCxnSpPr>
            <p:nvPr/>
          </p:nvCxnSpPr>
          <p:spPr bwMode="auto">
            <a:xfrm flipH="1">
              <a:off x="2018321" y="2332076"/>
              <a:ext cx="2284094" cy="39809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4" name="Straight Connector 250"/>
            <p:cNvCxnSpPr>
              <a:cxnSpLocks noChangeShapeType="1"/>
            </p:cNvCxnSpPr>
            <p:nvPr/>
          </p:nvCxnSpPr>
          <p:spPr bwMode="auto">
            <a:xfrm flipH="1" flipV="1">
              <a:off x="2035602" y="2721528"/>
              <a:ext cx="4016700" cy="1415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5" name="Straight Connector 251"/>
            <p:cNvCxnSpPr>
              <a:cxnSpLocks noChangeShapeType="1"/>
            </p:cNvCxnSpPr>
            <p:nvPr/>
          </p:nvCxnSpPr>
          <p:spPr bwMode="auto">
            <a:xfrm flipH="1" flipV="1">
              <a:off x="2044240" y="2738808"/>
              <a:ext cx="4755057" cy="52905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6" name="Straight Connector 252"/>
            <p:cNvCxnSpPr>
              <a:cxnSpLocks noChangeShapeType="1"/>
            </p:cNvCxnSpPr>
            <p:nvPr/>
          </p:nvCxnSpPr>
          <p:spPr bwMode="auto">
            <a:xfrm flipH="1" flipV="1">
              <a:off x="2018321" y="2730168"/>
              <a:ext cx="5710381" cy="155491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7" name="Straight Connector 253"/>
            <p:cNvCxnSpPr>
              <a:cxnSpLocks noChangeShapeType="1"/>
            </p:cNvCxnSpPr>
            <p:nvPr/>
          </p:nvCxnSpPr>
          <p:spPr bwMode="auto">
            <a:xfrm flipH="1" flipV="1">
              <a:off x="2036178" y="2736924"/>
              <a:ext cx="5921124" cy="24625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8" name="Straight Connector 254"/>
            <p:cNvCxnSpPr>
              <a:cxnSpLocks noChangeShapeType="1"/>
            </p:cNvCxnSpPr>
            <p:nvPr/>
          </p:nvCxnSpPr>
          <p:spPr bwMode="auto">
            <a:xfrm flipH="1" flipV="1">
              <a:off x="2016335" y="2736924"/>
              <a:ext cx="5165304" cy="300020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MS PGothic" panose="020B0600070205080204" pitchFamily="34" charset="-128"/>
              </a:rPr>
              <a:t>互联网结构：“网络的网络”</a:t>
            </a:r>
            <a:endParaRPr lang="en-US" dirty="0"/>
          </a:p>
        </p:txBody>
      </p:sp>
      <p:sp>
        <p:nvSpPr>
          <p:cNvPr id="7" name="Rectangle 3"/>
          <p:cNvSpPr txBox="1">
            <a:spLocks noChangeArrowheads="1"/>
          </p:cNvSpPr>
          <p:nvPr/>
        </p:nvSpPr>
        <p:spPr>
          <a:xfrm>
            <a:off x="968218" y="1257581"/>
            <a:ext cx="10326105" cy="514434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Pct val="75000"/>
              <a:buFont typeface="Wingdings" panose="05000000000000000000" pitchFamily="2" charset="2"/>
              <a:buNone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问题：面对数百万个接入 ISP，如何把它们连接起来？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grpSp>
        <p:nvGrpSpPr>
          <p:cNvPr id="8" name="Group 5"/>
          <p:cNvGrpSpPr/>
          <p:nvPr/>
        </p:nvGrpSpPr>
        <p:grpSpPr bwMode="auto">
          <a:xfrm>
            <a:off x="1619894" y="1918514"/>
            <a:ext cx="8437563" cy="4559300"/>
            <a:chOff x="154891" y="1905681"/>
            <a:chExt cx="8436427" cy="4559651"/>
          </a:xfrm>
        </p:grpSpPr>
        <p:grpSp>
          <p:nvGrpSpPr>
            <p:cNvPr id="9" name="Group 2"/>
            <p:cNvGrpSpPr/>
            <p:nvPr/>
          </p:nvGrpSpPr>
          <p:grpSpPr bwMode="auto">
            <a:xfrm>
              <a:off x="1529396" y="2297655"/>
              <a:ext cx="648422" cy="418253"/>
              <a:chOff x="3053396" y="4304255"/>
              <a:chExt cx="648422" cy="418253"/>
            </a:xfrm>
          </p:grpSpPr>
          <p:sp>
            <p:nvSpPr>
              <p:cNvPr id="61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" name="TextBox 1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接入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网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0" name="Group 131"/>
            <p:cNvGrpSpPr/>
            <p:nvPr/>
          </p:nvGrpSpPr>
          <p:grpSpPr bwMode="auto">
            <a:xfrm>
              <a:off x="373696" y="3097755"/>
              <a:ext cx="648422" cy="418253"/>
              <a:chOff x="3053396" y="4304255"/>
              <a:chExt cx="648422" cy="418253"/>
            </a:xfrm>
          </p:grpSpPr>
          <p:sp>
            <p:nvSpPr>
              <p:cNvPr id="59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" name="TextBox 133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接入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网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1" name="Group 135"/>
            <p:cNvGrpSpPr/>
            <p:nvPr/>
          </p:nvGrpSpPr>
          <p:grpSpPr bwMode="auto">
            <a:xfrm>
              <a:off x="6037896" y="2551655"/>
              <a:ext cx="648422" cy="418253"/>
              <a:chOff x="3053396" y="4304255"/>
              <a:chExt cx="648422" cy="418253"/>
            </a:xfrm>
          </p:grpSpPr>
          <p:sp>
            <p:nvSpPr>
              <p:cNvPr id="57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" name="TextBox 137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接入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网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2" name="Group 138"/>
            <p:cNvGrpSpPr/>
            <p:nvPr/>
          </p:nvGrpSpPr>
          <p:grpSpPr bwMode="auto">
            <a:xfrm>
              <a:off x="945196" y="5409155"/>
              <a:ext cx="648422" cy="418253"/>
              <a:chOff x="3053396" y="4304255"/>
              <a:chExt cx="648422" cy="418253"/>
            </a:xfrm>
          </p:grpSpPr>
          <p:sp>
            <p:nvSpPr>
              <p:cNvPr id="55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" name="TextBox 140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接入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网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3" name="Group 141"/>
            <p:cNvGrpSpPr/>
            <p:nvPr/>
          </p:nvGrpSpPr>
          <p:grpSpPr bwMode="auto">
            <a:xfrm>
              <a:off x="526096" y="4786855"/>
              <a:ext cx="648422" cy="418253"/>
              <a:chOff x="3053396" y="4304255"/>
              <a:chExt cx="648422" cy="418253"/>
            </a:xfrm>
          </p:grpSpPr>
          <p:sp>
            <p:nvSpPr>
              <p:cNvPr id="53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" name="TextBox 143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接入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网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4" name="Group 144"/>
            <p:cNvGrpSpPr/>
            <p:nvPr/>
          </p:nvGrpSpPr>
          <p:grpSpPr bwMode="auto">
            <a:xfrm>
              <a:off x="297496" y="4126455"/>
              <a:ext cx="648422" cy="418253"/>
              <a:chOff x="3053396" y="4304255"/>
              <a:chExt cx="648422" cy="418253"/>
            </a:xfrm>
          </p:grpSpPr>
          <p:sp>
            <p:nvSpPr>
              <p:cNvPr id="51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2" name="TextBox 146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接入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网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5" name="Group 147"/>
            <p:cNvGrpSpPr/>
            <p:nvPr/>
          </p:nvGrpSpPr>
          <p:grpSpPr bwMode="auto">
            <a:xfrm>
              <a:off x="6787196" y="2983455"/>
              <a:ext cx="648422" cy="418253"/>
              <a:chOff x="3053396" y="4304255"/>
              <a:chExt cx="648422" cy="418253"/>
            </a:xfrm>
          </p:grpSpPr>
          <p:sp>
            <p:nvSpPr>
              <p:cNvPr id="49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" name="TextBox 149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接入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网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6" name="Group 150"/>
            <p:cNvGrpSpPr/>
            <p:nvPr/>
          </p:nvGrpSpPr>
          <p:grpSpPr bwMode="auto">
            <a:xfrm>
              <a:off x="3129596" y="2056355"/>
              <a:ext cx="648422" cy="418253"/>
              <a:chOff x="3053396" y="4304255"/>
              <a:chExt cx="648422" cy="418253"/>
            </a:xfrm>
          </p:grpSpPr>
          <p:sp>
            <p:nvSpPr>
              <p:cNvPr id="47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" name="TextBox 152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接入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网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7" name="Group 153"/>
            <p:cNvGrpSpPr/>
            <p:nvPr/>
          </p:nvGrpSpPr>
          <p:grpSpPr bwMode="auto">
            <a:xfrm>
              <a:off x="754696" y="2704055"/>
              <a:ext cx="648422" cy="418253"/>
              <a:chOff x="3053396" y="4304255"/>
              <a:chExt cx="648422" cy="418253"/>
            </a:xfrm>
          </p:grpSpPr>
          <p:sp>
            <p:nvSpPr>
              <p:cNvPr id="45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" name="TextBox 155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接入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网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8" name="Group 156"/>
            <p:cNvGrpSpPr/>
            <p:nvPr/>
          </p:nvGrpSpPr>
          <p:grpSpPr bwMode="auto">
            <a:xfrm>
              <a:off x="4043996" y="2030955"/>
              <a:ext cx="648422" cy="418253"/>
              <a:chOff x="3053396" y="4304255"/>
              <a:chExt cx="648422" cy="418253"/>
            </a:xfrm>
          </p:grpSpPr>
          <p:sp>
            <p:nvSpPr>
              <p:cNvPr id="43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4" name="TextBox 158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接入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网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9" name="Group 160"/>
            <p:cNvGrpSpPr/>
            <p:nvPr/>
          </p:nvGrpSpPr>
          <p:grpSpPr bwMode="auto">
            <a:xfrm>
              <a:off x="7104696" y="5663155"/>
              <a:ext cx="648422" cy="418253"/>
              <a:chOff x="3053396" y="4304255"/>
              <a:chExt cx="648422" cy="418253"/>
            </a:xfrm>
          </p:grpSpPr>
          <p:sp>
            <p:nvSpPr>
              <p:cNvPr id="41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" name="TextBox 162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接入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网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20" name="Group 163"/>
            <p:cNvGrpSpPr/>
            <p:nvPr/>
          </p:nvGrpSpPr>
          <p:grpSpPr bwMode="auto">
            <a:xfrm>
              <a:off x="7942896" y="5015455"/>
              <a:ext cx="648422" cy="418253"/>
              <a:chOff x="3053396" y="4304255"/>
              <a:chExt cx="648422" cy="418253"/>
            </a:xfrm>
          </p:grpSpPr>
          <p:sp>
            <p:nvSpPr>
              <p:cNvPr id="39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" name="TextBox 165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接入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网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21" name="Group 166"/>
            <p:cNvGrpSpPr/>
            <p:nvPr/>
          </p:nvGrpSpPr>
          <p:grpSpPr bwMode="auto">
            <a:xfrm>
              <a:off x="7714296" y="4101055"/>
              <a:ext cx="648422" cy="418253"/>
              <a:chOff x="3053396" y="4304255"/>
              <a:chExt cx="648422" cy="418253"/>
            </a:xfrm>
          </p:grpSpPr>
          <p:sp>
            <p:nvSpPr>
              <p:cNvPr id="37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" name="TextBox 168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接入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网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22" name="Group 169"/>
            <p:cNvGrpSpPr/>
            <p:nvPr/>
          </p:nvGrpSpPr>
          <p:grpSpPr bwMode="auto">
            <a:xfrm>
              <a:off x="4869496" y="5904455"/>
              <a:ext cx="648422" cy="418253"/>
              <a:chOff x="3053396" y="4304255"/>
              <a:chExt cx="648422" cy="418253"/>
            </a:xfrm>
          </p:grpSpPr>
          <p:sp>
            <p:nvSpPr>
              <p:cNvPr id="35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" name="TextBox 171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接入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网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23" name="Group 172"/>
            <p:cNvGrpSpPr/>
            <p:nvPr/>
          </p:nvGrpSpPr>
          <p:grpSpPr bwMode="auto">
            <a:xfrm>
              <a:off x="3955096" y="6044155"/>
              <a:ext cx="648422" cy="418253"/>
              <a:chOff x="3053396" y="4304255"/>
              <a:chExt cx="648422" cy="418253"/>
            </a:xfrm>
          </p:grpSpPr>
          <p:sp>
            <p:nvSpPr>
              <p:cNvPr id="33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4" name="TextBox 174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接入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网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24" name="Group 175"/>
            <p:cNvGrpSpPr/>
            <p:nvPr/>
          </p:nvGrpSpPr>
          <p:grpSpPr bwMode="auto">
            <a:xfrm>
              <a:off x="2735896" y="5891755"/>
              <a:ext cx="648422" cy="418253"/>
              <a:chOff x="3053396" y="4304255"/>
              <a:chExt cx="648422" cy="418253"/>
            </a:xfrm>
          </p:grpSpPr>
          <p:sp>
            <p:nvSpPr>
              <p:cNvPr id="31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2" name="TextBox 177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接入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网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5" name="TextBox 4"/>
            <p:cNvSpPr txBox="1">
              <a:spLocks noChangeArrowheads="1"/>
            </p:cNvSpPr>
            <p:nvPr/>
          </p:nvSpPr>
          <p:spPr bwMode="auto">
            <a:xfrm rot="1053502">
              <a:off x="5143500" y="19558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…</a:t>
              </a: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6" name="TextBox 179"/>
            <p:cNvSpPr txBox="1">
              <a:spLocks noChangeArrowheads="1"/>
            </p:cNvSpPr>
            <p:nvPr/>
          </p:nvSpPr>
          <p:spPr bwMode="auto">
            <a:xfrm rot="2829263">
              <a:off x="7429500" y="34290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…</a:t>
              </a: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7" name="TextBox 180"/>
            <p:cNvSpPr txBox="1">
              <a:spLocks noChangeArrowheads="1"/>
            </p:cNvSpPr>
            <p:nvPr/>
          </p:nvSpPr>
          <p:spPr bwMode="auto">
            <a:xfrm rot="9845918">
              <a:off x="6098241" y="5942112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…</a:t>
              </a: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8" name="TextBox 181"/>
            <p:cNvSpPr txBox="1">
              <a:spLocks noChangeArrowheads="1"/>
            </p:cNvSpPr>
            <p:nvPr/>
          </p:nvSpPr>
          <p:spPr bwMode="auto">
            <a:xfrm rot="-9948738">
              <a:off x="1730786" y="5845469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…</a:t>
              </a: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9" name="TextBox 182"/>
            <p:cNvSpPr txBox="1">
              <a:spLocks noChangeArrowheads="1"/>
            </p:cNvSpPr>
            <p:nvPr/>
          </p:nvSpPr>
          <p:spPr bwMode="auto">
            <a:xfrm rot="-4992697">
              <a:off x="144631" y="3539025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…</a:t>
              </a: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" name="TextBox 183"/>
            <p:cNvSpPr txBox="1">
              <a:spLocks noChangeArrowheads="1"/>
            </p:cNvSpPr>
            <p:nvPr/>
          </p:nvSpPr>
          <p:spPr bwMode="auto">
            <a:xfrm rot="-1017263">
              <a:off x="2330376" y="1905681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…</a:t>
              </a: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116" name="TextBox 115"/>
          <p:cNvSpPr txBox="1">
            <a:spLocks noChangeArrowheads="1"/>
          </p:cNvSpPr>
          <p:nvPr/>
        </p:nvSpPr>
        <p:spPr bwMode="auto">
          <a:xfrm>
            <a:off x="3524875" y="3367370"/>
            <a:ext cx="4268787" cy="120015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让每个接入 ISP 彼此直接相连无法扩展：需要 O(N2) 条连接。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r>
              <a:rPr kumimoji="0" lang="en-US" altLang="en-US" sz="2400" b="0" i="0" u="none" strike="noStrike" kern="1200" cap="none" spc="0" normalizeH="0" baseline="30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7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引言：1-</a:t>
            </a:r>
            <a:fld id="{C4204591-24BD-A542-B9D5-F8D8A88D2FEE}" type="slidenum">
              <a:rPr lang="en-US" smtClean="0"/>
            </a:fld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0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16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6" grpId="0" animBg="1"/>
    </p:bld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MS PGothic" panose="020B0600070205080204" pitchFamily="34" charset="-128"/>
              </a:rPr>
              <a:t>互联网结构：“网络的网络”</a:t>
            </a:r>
            <a:endParaRPr lang="en-US" dirty="0"/>
          </a:p>
        </p:txBody>
      </p:sp>
      <p:sp>
        <p:nvSpPr>
          <p:cNvPr id="169" name="Rectangle 3"/>
          <p:cNvSpPr txBox="1">
            <a:spLocks noChangeArrowheads="1"/>
          </p:cNvSpPr>
          <p:nvPr/>
        </p:nvSpPr>
        <p:spPr bwMode="auto">
          <a:xfrm>
            <a:off x="2256991" y="1131358"/>
            <a:ext cx="8204200" cy="673100"/>
          </a:xfrm>
          <a:prstGeom prst="rect">
            <a:avLst/>
          </a:prstGeom>
          <a:noFill/>
          <a:ln>
            <a:noFill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  <a:cs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75000"/>
              <a:buFont typeface="Wingdings" panose="05000000000000000000" charset="0"/>
              <a:buNone/>
              <a:defRPr/>
            </a:pP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</a:rPr>
              <a:t>方案：把每个接入 ISP 都连接到一个全球传输 ISP？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</a:rPr>
              <a:t/>
            </a:r>
            <a:endParaRPr kumimoji="0" lang="en-US" sz="2400" b="0" i="1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</a:endParaRPr>
          </a:p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75000"/>
              <a:buFont typeface="Wingdings" panose="05000000000000000000" charset="0"/>
              <a:buNone/>
              <a:defRPr/>
            </a:pP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</a:rPr>
              <a:t>客户 ISP 与提供商 ISP 之间存在经济协议。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</a:rPr>
              <a:t/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</a:rPr>
              <a:t/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</a:rPr>
              <a:t/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</a:endParaRPr>
          </a:p>
        </p:txBody>
      </p:sp>
      <p:grpSp>
        <p:nvGrpSpPr>
          <p:cNvPr id="4" name="Group 3"/>
          <p:cNvGrpSpPr/>
          <p:nvPr/>
        </p:nvGrpSpPr>
        <p:grpSpPr>
          <a:xfrm>
            <a:off x="2298266" y="2316723"/>
            <a:ext cx="7177087" cy="3750366"/>
            <a:chOff x="2298266" y="2316723"/>
            <a:chExt cx="7177087" cy="3750366"/>
          </a:xfrm>
        </p:grpSpPr>
        <p:sp>
          <p:nvSpPr>
            <p:cNvPr id="63" name="Oval 3"/>
            <p:cNvSpPr>
              <a:spLocks noChangeArrowheads="1"/>
            </p:cNvSpPr>
            <p:nvPr/>
          </p:nvSpPr>
          <p:spPr bwMode="auto">
            <a:xfrm>
              <a:off x="3774557" y="3143854"/>
              <a:ext cx="3864121" cy="1970736"/>
            </a:xfrm>
            <a:prstGeom prst="ellipse">
              <a:avLst/>
            </a:prstGeom>
            <a:solidFill>
              <a:srgbClr val="3C6CDF"/>
            </a:solidFill>
            <a:ln w="9525">
              <a:noFill/>
              <a:round/>
            </a:ln>
          </p:spPr>
          <p:txBody>
            <a:bodyPr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cxnSp>
          <p:nvCxnSpPr>
            <p:cNvPr id="64" name="Straight Connector 10"/>
            <p:cNvCxnSpPr>
              <a:cxnSpLocks noChangeShapeType="1"/>
              <a:stCxn id="162" idx="7"/>
            </p:cNvCxnSpPr>
            <p:nvPr/>
          </p:nvCxnSpPr>
          <p:spPr bwMode="auto">
            <a:xfrm>
              <a:off x="5154178" y="3581064"/>
              <a:ext cx="1223963" cy="96838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5" name="Straight Connector 297"/>
            <p:cNvCxnSpPr>
              <a:cxnSpLocks noChangeShapeType="1"/>
            </p:cNvCxnSpPr>
            <p:nvPr/>
          </p:nvCxnSpPr>
          <p:spPr bwMode="auto">
            <a:xfrm>
              <a:off x="5787591" y="3984289"/>
              <a:ext cx="139700" cy="112713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6" name="Straight Connector 298"/>
            <p:cNvCxnSpPr>
              <a:cxnSpLocks noChangeShapeType="1"/>
            </p:cNvCxnSpPr>
            <p:nvPr/>
          </p:nvCxnSpPr>
          <p:spPr bwMode="auto">
            <a:xfrm flipV="1">
              <a:off x="5557403" y="4260514"/>
              <a:ext cx="280988" cy="61913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7" name="Straight Connector 299"/>
            <p:cNvCxnSpPr>
              <a:cxnSpLocks noChangeShapeType="1"/>
            </p:cNvCxnSpPr>
            <p:nvPr/>
          </p:nvCxnSpPr>
          <p:spPr bwMode="auto">
            <a:xfrm flipV="1">
              <a:off x="5214503" y="4022389"/>
              <a:ext cx="223838" cy="149225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8" name="Straight Connector 300"/>
            <p:cNvCxnSpPr>
              <a:cxnSpLocks noChangeShapeType="1"/>
              <a:stCxn id="110" idx="6"/>
            </p:cNvCxnSpPr>
            <p:nvPr/>
          </p:nvCxnSpPr>
          <p:spPr bwMode="auto">
            <a:xfrm flipV="1">
              <a:off x="4854141" y="4427202"/>
              <a:ext cx="238125" cy="133350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9" name="Straight Connector 301"/>
            <p:cNvCxnSpPr>
              <a:cxnSpLocks noChangeShapeType="1"/>
            </p:cNvCxnSpPr>
            <p:nvPr/>
          </p:nvCxnSpPr>
          <p:spPr bwMode="auto">
            <a:xfrm flipV="1">
              <a:off x="5806641" y="4327189"/>
              <a:ext cx="292100" cy="342900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0" name="Straight Connector 302"/>
            <p:cNvCxnSpPr>
              <a:cxnSpLocks noChangeShapeType="1"/>
            </p:cNvCxnSpPr>
            <p:nvPr/>
          </p:nvCxnSpPr>
          <p:spPr bwMode="auto">
            <a:xfrm flipH="1" flipV="1">
              <a:off x="6374966" y="4308139"/>
              <a:ext cx="412750" cy="168275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1" name="Straight Connector 303"/>
            <p:cNvCxnSpPr>
              <a:cxnSpLocks noChangeShapeType="1"/>
            </p:cNvCxnSpPr>
            <p:nvPr/>
          </p:nvCxnSpPr>
          <p:spPr bwMode="auto">
            <a:xfrm flipV="1">
              <a:off x="6359091" y="3836652"/>
              <a:ext cx="328612" cy="266700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2" name="Straight Connector 304"/>
            <p:cNvCxnSpPr>
              <a:cxnSpLocks noChangeShapeType="1"/>
              <a:endCxn id="160" idx="7"/>
            </p:cNvCxnSpPr>
            <p:nvPr/>
          </p:nvCxnSpPr>
          <p:spPr bwMode="auto">
            <a:xfrm flipH="1" flipV="1">
              <a:off x="5155766" y="3660439"/>
              <a:ext cx="261937" cy="119063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73" name="TextBox 39958"/>
            <p:cNvSpPr txBox="1">
              <a:spLocks noChangeArrowheads="1"/>
            </p:cNvSpPr>
            <p:nvPr/>
          </p:nvSpPr>
          <p:spPr bwMode="auto">
            <a:xfrm>
              <a:off x="4019116" y="3644564"/>
              <a:ext cx="960519" cy="8309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全球 ISP</a:t>
              </a:r>
              <a:br>
                <a:rPr kumimoji="0" lang="en-US" alt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</a:br>
              <a:r>
                <a:rPr kumimoji="0" lang="en-US" alt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/>
              </a:r>
              <a:endPara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  <p:cxnSp>
          <p:nvCxnSpPr>
            <p:cNvPr id="104" name="Straight Connector 307"/>
            <p:cNvCxnSpPr>
              <a:cxnSpLocks noChangeShapeType="1"/>
            </p:cNvCxnSpPr>
            <p:nvPr/>
          </p:nvCxnSpPr>
          <p:spPr bwMode="auto">
            <a:xfrm>
              <a:off x="2298266" y="4320839"/>
              <a:ext cx="1971675" cy="21113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5" name="Straight Connector 308"/>
            <p:cNvCxnSpPr>
              <a:cxnSpLocks noChangeShapeType="1"/>
            </p:cNvCxnSpPr>
            <p:nvPr/>
          </p:nvCxnSpPr>
          <p:spPr bwMode="auto">
            <a:xfrm flipV="1">
              <a:off x="2525278" y="4633577"/>
              <a:ext cx="1744663" cy="4111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6" name="Straight Connector 309"/>
            <p:cNvCxnSpPr>
              <a:cxnSpLocks noChangeShapeType="1"/>
            </p:cNvCxnSpPr>
            <p:nvPr/>
          </p:nvCxnSpPr>
          <p:spPr bwMode="auto">
            <a:xfrm flipV="1">
              <a:off x="2928503" y="4682789"/>
              <a:ext cx="1431925" cy="7556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7" name="Straight Connector 310"/>
            <p:cNvCxnSpPr>
              <a:cxnSpLocks noChangeShapeType="1"/>
            </p:cNvCxnSpPr>
            <p:nvPr/>
          </p:nvCxnSpPr>
          <p:spPr bwMode="auto">
            <a:xfrm flipV="1">
              <a:off x="4520766" y="4703427"/>
              <a:ext cx="57150" cy="12112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8" name="Straight Connector 311"/>
            <p:cNvCxnSpPr>
              <a:cxnSpLocks noChangeShapeType="1"/>
            </p:cNvCxnSpPr>
            <p:nvPr/>
          </p:nvCxnSpPr>
          <p:spPr bwMode="auto">
            <a:xfrm flipV="1">
              <a:off x="5747903" y="4932027"/>
              <a:ext cx="6350" cy="11350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9" name="Straight Connector 312"/>
            <p:cNvCxnSpPr>
              <a:cxnSpLocks noChangeShapeType="1"/>
            </p:cNvCxnSpPr>
            <p:nvPr/>
          </p:nvCxnSpPr>
          <p:spPr bwMode="auto">
            <a:xfrm flipH="1" flipV="1">
              <a:off x="6055878" y="4881227"/>
              <a:ext cx="506413" cy="10588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30" name="Straight Connector 313"/>
            <p:cNvCxnSpPr>
              <a:cxnSpLocks noChangeShapeType="1"/>
              <a:endCxn id="134" idx="7"/>
            </p:cNvCxnSpPr>
            <p:nvPr/>
          </p:nvCxnSpPr>
          <p:spPr bwMode="auto">
            <a:xfrm flipH="1" flipV="1">
              <a:off x="7173478" y="4646277"/>
              <a:ext cx="1512888" cy="10826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31" name="Straight Connector 314"/>
            <p:cNvCxnSpPr>
              <a:cxnSpLocks noChangeShapeType="1"/>
            </p:cNvCxnSpPr>
            <p:nvPr/>
          </p:nvCxnSpPr>
          <p:spPr bwMode="auto">
            <a:xfrm flipH="1" flipV="1">
              <a:off x="7230628" y="4524039"/>
              <a:ext cx="2244725" cy="6096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32" name="Straight Connector 315"/>
            <p:cNvCxnSpPr>
              <a:cxnSpLocks noChangeShapeType="1"/>
              <a:endCxn id="136" idx="5"/>
            </p:cNvCxnSpPr>
            <p:nvPr/>
          </p:nvCxnSpPr>
          <p:spPr bwMode="auto">
            <a:xfrm flipH="1">
              <a:off x="7171891" y="4219239"/>
              <a:ext cx="2076450" cy="1936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43" name="Straight Connector 316"/>
            <p:cNvCxnSpPr>
              <a:cxnSpLocks noChangeShapeType="1"/>
            </p:cNvCxnSpPr>
            <p:nvPr/>
          </p:nvCxnSpPr>
          <p:spPr bwMode="auto">
            <a:xfrm flipH="1">
              <a:off x="6992503" y="3287377"/>
              <a:ext cx="1422400" cy="4540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44" name="Straight Connector 317"/>
            <p:cNvCxnSpPr>
              <a:cxnSpLocks noChangeShapeType="1"/>
            </p:cNvCxnSpPr>
            <p:nvPr/>
          </p:nvCxnSpPr>
          <p:spPr bwMode="auto">
            <a:xfrm flipH="1">
              <a:off x="6816291" y="2863514"/>
              <a:ext cx="898525" cy="72866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45" name="Straight Connector 318"/>
            <p:cNvCxnSpPr>
              <a:cxnSpLocks noChangeShapeType="1"/>
            </p:cNvCxnSpPr>
            <p:nvPr/>
          </p:nvCxnSpPr>
          <p:spPr bwMode="auto">
            <a:xfrm>
              <a:off x="5981266" y="2441239"/>
              <a:ext cx="555625" cy="112553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56" name="Straight Connector 22"/>
            <p:cNvCxnSpPr>
              <a:cxnSpLocks noChangeShapeType="1"/>
            </p:cNvCxnSpPr>
            <p:nvPr/>
          </p:nvCxnSpPr>
          <p:spPr bwMode="auto">
            <a:xfrm>
              <a:off x="3493653" y="2638089"/>
              <a:ext cx="1230313" cy="7969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57" name="Straight Connector 305"/>
            <p:cNvCxnSpPr>
              <a:cxnSpLocks noChangeShapeType="1"/>
            </p:cNvCxnSpPr>
            <p:nvPr/>
          </p:nvCxnSpPr>
          <p:spPr bwMode="auto">
            <a:xfrm>
              <a:off x="2749116" y="2969877"/>
              <a:ext cx="1885950" cy="51911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58" name="Straight Connector 306"/>
            <p:cNvCxnSpPr>
              <a:cxnSpLocks noChangeShapeType="1"/>
            </p:cNvCxnSpPr>
            <p:nvPr/>
          </p:nvCxnSpPr>
          <p:spPr bwMode="auto">
            <a:xfrm>
              <a:off x="2361766" y="3338177"/>
              <a:ext cx="2273300" cy="2603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grpSp>
          <p:nvGrpSpPr>
            <p:cNvPr id="170" name="Group 169"/>
            <p:cNvGrpSpPr/>
            <p:nvPr/>
          </p:nvGrpSpPr>
          <p:grpSpPr>
            <a:xfrm>
              <a:off x="4279891" y="4448623"/>
              <a:ext cx="626338" cy="344849"/>
              <a:chOff x="7493876" y="2774731"/>
              <a:chExt cx="1481958" cy="894622"/>
            </a:xfrm>
          </p:grpSpPr>
          <p:sp>
            <p:nvSpPr>
              <p:cNvPr id="171" name="Freeform 170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2" name="Oval 171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173" name="Group 172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74" name="Freeform 173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5" name="Freeform 174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6" name="Freeform 175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7" name="Freeform 176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86" name="Group 185"/>
            <p:cNvGrpSpPr/>
            <p:nvPr/>
          </p:nvGrpSpPr>
          <p:grpSpPr>
            <a:xfrm>
              <a:off x="6344372" y="3546134"/>
              <a:ext cx="626338" cy="344849"/>
              <a:chOff x="7493876" y="2774731"/>
              <a:chExt cx="1481958" cy="894622"/>
            </a:xfrm>
          </p:grpSpPr>
          <p:sp>
            <p:nvSpPr>
              <p:cNvPr id="187" name="Freeform 186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8" name="Oval 187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189" name="Group 188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90" name="Freeform 189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1" name="Freeform 190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2" name="Freeform 191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3" name="Freeform 192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94" name="Group 193"/>
            <p:cNvGrpSpPr/>
            <p:nvPr/>
          </p:nvGrpSpPr>
          <p:grpSpPr>
            <a:xfrm>
              <a:off x="6727154" y="4298718"/>
              <a:ext cx="626338" cy="344849"/>
              <a:chOff x="7493876" y="2774731"/>
              <a:chExt cx="1481958" cy="894622"/>
            </a:xfrm>
          </p:grpSpPr>
          <p:sp>
            <p:nvSpPr>
              <p:cNvPr id="195" name="Freeform 194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6" name="Oval 195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197" name="Group 196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98" name="Freeform 197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9" name="Freeform 198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0" name="Freeform 199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1" name="Freeform 200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202" name="Group 201"/>
            <p:cNvGrpSpPr/>
            <p:nvPr/>
          </p:nvGrpSpPr>
          <p:grpSpPr>
            <a:xfrm>
              <a:off x="5837682" y="4055837"/>
              <a:ext cx="626338" cy="344849"/>
              <a:chOff x="7493876" y="2774731"/>
              <a:chExt cx="1481958" cy="894622"/>
            </a:xfrm>
          </p:grpSpPr>
          <p:sp>
            <p:nvSpPr>
              <p:cNvPr id="203" name="Freeform 202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4" name="Oval 203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205" name="Group 204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06" name="Freeform 205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7" name="Freeform 206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8" name="Freeform 207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9" name="Freeform 208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210" name="Group 209"/>
            <p:cNvGrpSpPr/>
            <p:nvPr/>
          </p:nvGrpSpPr>
          <p:grpSpPr>
            <a:xfrm>
              <a:off x="5550814" y="4588885"/>
              <a:ext cx="626338" cy="344849"/>
              <a:chOff x="7493876" y="2774731"/>
              <a:chExt cx="1481958" cy="894622"/>
            </a:xfrm>
          </p:grpSpPr>
          <p:sp>
            <p:nvSpPr>
              <p:cNvPr id="211" name="Freeform 210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2" name="Oval 211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213" name="Group 212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14" name="Freeform 213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5" name="Freeform 214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6" name="Freeform 215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7" name="Freeform 216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218" name="Group 217"/>
            <p:cNvGrpSpPr/>
            <p:nvPr/>
          </p:nvGrpSpPr>
          <p:grpSpPr>
            <a:xfrm>
              <a:off x="4962853" y="4139117"/>
              <a:ext cx="626338" cy="344849"/>
              <a:chOff x="7493876" y="2774731"/>
              <a:chExt cx="1481958" cy="894622"/>
            </a:xfrm>
          </p:grpSpPr>
          <p:sp>
            <p:nvSpPr>
              <p:cNvPr id="219" name="Freeform 218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0" name="Oval 219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221" name="Group 220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22" name="Freeform 221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3" name="Freeform 222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4" name="Freeform 223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5" name="Freeform 224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226" name="Group 225"/>
            <p:cNvGrpSpPr/>
            <p:nvPr/>
          </p:nvGrpSpPr>
          <p:grpSpPr>
            <a:xfrm>
              <a:off x="5243803" y="3734721"/>
              <a:ext cx="626338" cy="344849"/>
              <a:chOff x="7493876" y="2774731"/>
              <a:chExt cx="1481958" cy="894622"/>
            </a:xfrm>
          </p:grpSpPr>
          <p:sp>
            <p:nvSpPr>
              <p:cNvPr id="227" name="Freeform 226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8" name="Oval 227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229" name="Group 228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30" name="Freeform 229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1" name="Freeform 230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2" name="Freeform 231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3" name="Freeform 232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cxnSp>
          <p:nvCxnSpPr>
            <p:cNvPr id="234" name="Straight Connector 318"/>
            <p:cNvCxnSpPr>
              <a:cxnSpLocks noChangeShapeType="1"/>
              <a:endCxn id="182" idx="9"/>
            </p:cNvCxnSpPr>
            <p:nvPr/>
          </p:nvCxnSpPr>
          <p:spPr bwMode="auto">
            <a:xfrm flipH="1">
              <a:off x="4883204" y="2316723"/>
              <a:ext cx="105898" cy="112660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grpSp>
          <p:nvGrpSpPr>
            <p:cNvPr id="178" name="Group 177"/>
            <p:cNvGrpSpPr/>
            <p:nvPr/>
          </p:nvGrpSpPr>
          <p:grpSpPr>
            <a:xfrm>
              <a:off x="4570926" y="3361080"/>
              <a:ext cx="626338" cy="344849"/>
              <a:chOff x="7493876" y="2774731"/>
              <a:chExt cx="1481958" cy="894622"/>
            </a:xfrm>
          </p:grpSpPr>
          <p:sp>
            <p:nvSpPr>
              <p:cNvPr id="179" name="Freeform 178"/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-1" fmla="*/ 8187558 w 8187558"/>
                  <a:gd name="connsiteY0-2" fmla="*/ 0 h 2617076"/>
                  <a:gd name="connsiteX1-3" fmla="*/ 8187558 w 8187558"/>
                  <a:gd name="connsiteY1-4" fmla="*/ 1271752 h 2617076"/>
                  <a:gd name="connsiteX2-5" fmla="*/ 4025462 w 8187558"/>
                  <a:gd name="connsiteY2-6" fmla="*/ 2617076 h 2617076"/>
                  <a:gd name="connsiteX3-7" fmla="*/ 0 w 8187558"/>
                  <a:gd name="connsiteY3-8" fmla="*/ 1229711 h 2617076"/>
                  <a:gd name="connsiteX4-9" fmla="*/ 31531 w 8187558"/>
                  <a:gd name="connsiteY4-10" fmla="*/ 147145 h 2617076"/>
                  <a:gd name="connsiteX5-11" fmla="*/ 4046482 w 8187558"/>
                  <a:gd name="connsiteY5-12" fmla="*/ 1576552 h 2617076"/>
                  <a:gd name="connsiteX6-13" fmla="*/ 8187558 w 8187558"/>
                  <a:gd name="connsiteY6-14" fmla="*/ 0 h 2617076"/>
                  <a:gd name="connsiteX0-15" fmla="*/ 8187558 w 8187558"/>
                  <a:gd name="connsiteY0-16" fmla="*/ 0 h 2617076"/>
                  <a:gd name="connsiteX1-17" fmla="*/ 8187558 w 8187558"/>
                  <a:gd name="connsiteY1-18" fmla="*/ 1271752 h 2617076"/>
                  <a:gd name="connsiteX2-19" fmla="*/ 4025462 w 8187558"/>
                  <a:gd name="connsiteY2-20" fmla="*/ 2617076 h 2617076"/>
                  <a:gd name="connsiteX3-21" fmla="*/ 0 w 8187558"/>
                  <a:gd name="connsiteY3-22" fmla="*/ 1229711 h 2617076"/>
                  <a:gd name="connsiteX4-23" fmla="*/ 31531 w 8187558"/>
                  <a:gd name="connsiteY4-24" fmla="*/ 147145 h 2617076"/>
                  <a:gd name="connsiteX5-25" fmla="*/ 4046482 w 8187558"/>
                  <a:gd name="connsiteY5-26" fmla="*/ 1576552 h 2617076"/>
                  <a:gd name="connsiteX6-27" fmla="*/ 8187558 w 8187558"/>
                  <a:gd name="connsiteY6-28" fmla="*/ 0 h 2617076"/>
                  <a:gd name="connsiteX0-29" fmla="*/ 8187558 w 8187558"/>
                  <a:gd name="connsiteY0-30" fmla="*/ 0 h 2617076"/>
                  <a:gd name="connsiteX1-31" fmla="*/ 8187558 w 8187558"/>
                  <a:gd name="connsiteY1-32" fmla="*/ 1271752 h 2617076"/>
                  <a:gd name="connsiteX2-33" fmla="*/ 4025462 w 8187558"/>
                  <a:gd name="connsiteY2-34" fmla="*/ 2617076 h 2617076"/>
                  <a:gd name="connsiteX3-35" fmla="*/ 0 w 8187558"/>
                  <a:gd name="connsiteY3-36" fmla="*/ 1229711 h 2617076"/>
                  <a:gd name="connsiteX4-37" fmla="*/ 31531 w 8187558"/>
                  <a:gd name="connsiteY4-38" fmla="*/ 147145 h 2617076"/>
                  <a:gd name="connsiteX5-39" fmla="*/ 4046482 w 8187558"/>
                  <a:gd name="connsiteY5-40" fmla="*/ 1576552 h 2617076"/>
                  <a:gd name="connsiteX6-41" fmla="*/ 8187558 w 8187558"/>
                  <a:gd name="connsiteY6-42" fmla="*/ 0 h 2617076"/>
                  <a:gd name="connsiteX0-43" fmla="*/ 8187558 w 8187558"/>
                  <a:gd name="connsiteY0-44" fmla="*/ 0 h 2617076"/>
                  <a:gd name="connsiteX1-45" fmla="*/ 8187558 w 8187558"/>
                  <a:gd name="connsiteY1-46" fmla="*/ 1271752 h 2617076"/>
                  <a:gd name="connsiteX2-47" fmla="*/ 4025462 w 8187558"/>
                  <a:gd name="connsiteY2-48" fmla="*/ 2617076 h 2617076"/>
                  <a:gd name="connsiteX3-49" fmla="*/ 0 w 8187558"/>
                  <a:gd name="connsiteY3-50" fmla="*/ 1229711 h 2617076"/>
                  <a:gd name="connsiteX4-51" fmla="*/ 31531 w 8187558"/>
                  <a:gd name="connsiteY4-52" fmla="*/ 147145 h 2617076"/>
                  <a:gd name="connsiteX5-53" fmla="*/ 4046482 w 8187558"/>
                  <a:gd name="connsiteY5-54" fmla="*/ 1576552 h 2617076"/>
                  <a:gd name="connsiteX6-55" fmla="*/ 8187558 w 8187558"/>
                  <a:gd name="connsiteY6-56" fmla="*/ 0 h 2617076"/>
                  <a:gd name="connsiteX0-57" fmla="*/ 8187558 w 8187558"/>
                  <a:gd name="connsiteY0-58" fmla="*/ 0 h 2617076"/>
                  <a:gd name="connsiteX1-59" fmla="*/ 8187558 w 8187558"/>
                  <a:gd name="connsiteY1-60" fmla="*/ 1271752 h 2617076"/>
                  <a:gd name="connsiteX2-61" fmla="*/ 4025462 w 8187558"/>
                  <a:gd name="connsiteY2-62" fmla="*/ 2617076 h 2617076"/>
                  <a:gd name="connsiteX3-63" fmla="*/ 0 w 8187558"/>
                  <a:gd name="connsiteY3-64" fmla="*/ 1229711 h 2617076"/>
                  <a:gd name="connsiteX4-65" fmla="*/ 31531 w 8187558"/>
                  <a:gd name="connsiteY4-66" fmla="*/ 147145 h 2617076"/>
                  <a:gd name="connsiteX5-67" fmla="*/ 4046482 w 8187558"/>
                  <a:gd name="connsiteY5-68" fmla="*/ 1576552 h 2617076"/>
                  <a:gd name="connsiteX6-69" fmla="*/ 8187558 w 8187558"/>
                  <a:gd name="connsiteY6-70" fmla="*/ 0 h 2617076"/>
                  <a:gd name="connsiteX0-71" fmla="*/ 8187558 w 8187558"/>
                  <a:gd name="connsiteY0-72" fmla="*/ 0 h 2617076"/>
                  <a:gd name="connsiteX1-73" fmla="*/ 8187558 w 8187558"/>
                  <a:gd name="connsiteY1-74" fmla="*/ 1271752 h 2617076"/>
                  <a:gd name="connsiteX2-75" fmla="*/ 4025462 w 8187558"/>
                  <a:gd name="connsiteY2-76" fmla="*/ 2617076 h 2617076"/>
                  <a:gd name="connsiteX3-77" fmla="*/ 0 w 8187558"/>
                  <a:gd name="connsiteY3-78" fmla="*/ 1229711 h 2617076"/>
                  <a:gd name="connsiteX4-79" fmla="*/ 31531 w 8187558"/>
                  <a:gd name="connsiteY4-80" fmla="*/ 147145 h 2617076"/>
                  <a:gd name="connsiteX5-81" fmla="*/ 4046482 w 8187558"/>
                  <a:gd name="connsiteY5-82" fmla="*/ 1576552 h 2617076"/>
                  <a:gd name="connsiteX6-83" fmla="*/ 8187558 w 8187558"/>
                  <a:gd name="connsiteY6-84" fmla="*/ 0 h 2617076"/>
                  <a:gd name="connsiteX0-85" fmla="*/ 8187558 w 8187558"/>
                  <a:gd name="connsiteY0-86" fmla="*/ 0 h 2638097"/>
                  <a:gd name="connsiteX1-87" fmla="*/ 8187558 w 8187558"/>
                  <a:gd name="connsiteY1-88" fmla="*/ 1271752 h 2638097"/>
                  <a:gd name="connsiteX2-89" fmla="*/ 4099035 w 8187558"/>
                  <a:gd name="connsiteY2-90" fmla="*/ 2638097 h 2638097"/>
                  <a:gd name="connsiteX3-91" fmla="*/ 0 w 8187558"/>
                  <a:gd name="connsiteY3-92" fmla="*/ 1229711 h 2638097"/>
                  <a:gd name="connsiteX4-93" fmla="*/ 31531 w 8187558"/>
                  <a:gd name="connsiteY4-94" fmla="*/ 147145 h 2638097"/>
                  <a:gd name="connsiteX5-95" fmla="*/ 4046482 w 8187558"/>
                  <a:gd name="connsiteY5-96" fmla="*/ 1576552 h 2638097"/>
                  <a:gd name="connsiteX6-97" fmla="*/ 8187558 w 8187558"/>
                  <a:gd name="connsiteY6-98" fmla="*/ 0 h 2638097"/>
                  <a:gd name="connsiteX0-99" fmla="*/ 8187558 w 8187558"/>
                  <a:gd name="connsiteY0-100" fmla="*/ 0 h 2638097"/>
                  <a:gd name="connsiteX1-101" fmla="*/ 8187558 w 8187558"/>
                  <a:gd name="connsiteY1-102" fmla="*/ 1271752 h 2638097"/>
                  <a:gd name="connsiteX2-103" fmla="*/ 4099035 w 8187558"/>
                  <a:gd name="connsiteY2-104" fmla="*/ 2638097 h 2638097"/>
                  <a:gd name="connsiteX3-105" fmla="*/ 0 w 8187558"/>
                  <a:gd name="connsiteY3-106" fmla="*/ 1229711 h 2638097"/>
                  <a:gd name="connsiteX4-107" fmla="*/ 31531 w 8187558"/>
                  <a:gd name="connsiteY4-108" fmla="*/ 147145 h 2638097"/>
                  <a:gd name="connsiteX5-109" fmla="*/ 4046482 w 8187558"/>
                  <a:gd name="connsiteY5-110" fmla="*/ 1576552 h 2638097"/>
                  <a:gd name="connsiteX6-111" fmla="*/ 8187558 w 8187558"/>
                  <a:gd name="connsiteY6-112" fmla="*/ 0 h 2638097"/>
                  <a:gd name="connsiteX0-113" fmla="*/ 8187558 w 8187558"/>
                  <a:gd name="connsiteY0-114" fmla="*/ 0 h 2638097"/>
                  <a:gd name="connsiteX1-115" fmla="*/ 8187558 w 8187558"/>
                  <a:gd name="connsiteY1-116" fmla="*/ 1271752 h 2638097"/>
                  <a:gd name="connsiteX2-117" fmla="*/ 4099035 w 8187558"/>
                  <a:gd name="connsiteY2-118" fmla="*/ 2638097 h 2638097"/>
                  <a:gd name="connsiteX3-119" fmla="*/ 0 w 8187558"/>
                  <a:gd name="connsiteY3-120" fmla="*/ 1229711 h 2638097"/>
                  <a:gd name="connsiteX4-121" fmla="*/ 31531 w 8187558"/>
                  <a:gd name="connsiteY4-122" fmla="*/ 147145 h 2638097"/>
                  <a:gd name="connsiteX5-123" fmla="*/ 4046482 w 8187558"/>
                  <a:gd name="connsiteY5-124" fmla="*/ 1576552 h 2638097"/>
                  <a:gd name="connsiteX6-125" fmla="*/ 8187558 w 8187558"/>
                  <a:gd name="connsiteY6-126" fmla="*/ 0 h 2638097"/>
                  <a:gd name="connsiteX0-127" fmla="*/ 8187558 w 8187558"/>
                  <a:gd name="connsiteY0-128" fmla="*/ 0 h 2638097"/>
                  <a:gd name="connsiteX1-129" fmla="*/ 8187558 w 8187558"/>
                  <a:gd name="connsiteY1-130" fmla="*/ 1271752 h 2638097"/>
                  <a:gd name="connsiteX2-131" fmla="*/ 4099035 w 8187558"/>
                  <a:gd name="connsiteY2-132" fmla="*/ 2638097 h 2638097"/>
                  <a:gd name="connsiteX3-133" fmla="*/ 0 w 8187558"/>
                  <a:gd name="connsiteY3-134" fmla="*/ 1229711 h 2638097"/>
                  <a:gd name="connsiteX4-135" fmla="*/ 31531 w 8187558"/>
                  <a:gd name="connsiteY4-136" fmla="*/ 147145 h 2638097"/>
                  <a:gd name="connsiteX5-137" fmla="*/ 4046482 w 8187558"/>
                  <a:gd name="connsiteY5-138" fmla="*/ 1576552 h 2638097"/>
                  <a:gd name="connsiteX6-139" fmla="*/ 8187558 w 8187558"/>
                  <a:gd name="connsiteY6-140" fmla="*/ 0 h 2638097"/>
                  <a:gd name="connsiteX0-141" fmla="*/ 8187558 w 8187558"/>
                  <a:gd name="connsiteY0-142" fmla="*/ 0 h 2638097"/>
                  <a:gd name="connsiteX1-143" fmla="*/ 8187558 w 8187558"/>
                  <a:gd name="connsiteY1-144" fmla="*/ 1271752 h 2638097"/>
                  <a:gd name="connsiteX2-145" fmla="*/ 4099035 w 8187558"/>
                  <a:gd name="connsiteY2-146" fmla="*/ 2638097 h 2638097"/>
                  <a:gd name="connsiteX3-147" fmla="*/ 0 w 8187558"/>
                  <a:gd name="connsiteY3-148" fmla="*/ 1229711 h 2638097"/>
                  <a:gd name="connsiteX4-149" fmla="*/ 31531 w 8187558"/>
                  <a:gd name="connsiteY4-150" fmla="*/ 147145 h 2638097"/>
                  <a:gd name="connsiteX5-151" fmla="*/ 4088524 w 8187558"/>
                  <a:gd name="connsiteY5-152" fmla="*/ 1597573 h 2638097"/>
                  <a:gd name="connsiteX6-153" fmla="*/ 8187558 w 8187558"/>
                  <a:gd name="connsiteY6-154" fmla="*/ 0 h 2638097"/>
                  <a:gd name="connsiteX0-155" fmla="*/ 8187558 w 8187558"/>
                  <a:gd name="connsiteY0-156" fmla="*/ 0 h 2638097"/>
                  <a:gd name="connsiteX1-157" fmla="*/ 8187558 w 8187558"/>
                  <a:gd name="connsiteY1-158" fmla="*/ 1271752 h 2638097"/>
                  <a:gd name="connsiteX2-159" fmla="*/ 4099035 w 8187558"/>
                  <a:gd name="connsiteY2-160" fmla="*/ 2638097 h 2638097"/>
                  <a:gd name="connsiteX3-161" fmla="*/ 0 w 8187558"/>
                  <a:gd name="connsiteY3-162" fmla="*/ 1229711 h 2638097"/>
                  <a:gd name="connsiteX4-163" fmla="*/ 31531 w 8187558"/>
                  <a:gd name="connsiteY4-164" fmla="*/ 147145 h 2638097"/>
                  <a:gd name="connsiteX5-165" fmla="*/ 4088524 w 8187558"/>
                  <a:gd name="connsiteY5-166" fmla="*/ 1597573 h 2638097"/>
                  <a:gd name="connsiteX6-167" fmla="*/ 8187558 w 8187558"/>
                  <a:gd name="connsiteY6-168" fmla="*/ 0 h 2638097"/>
                  <a:gd name="connsiteX0-169" fmla="*/ 8187558 w 8187558"/>
                  <a:gd name="connsiteY0-170" fmla="*/ 0 h 2638097"/>
                  <a:gd name="connsiteX1-171" fmla="*/ 8187558 w 8187558"/>
                  <a:gd name="connsiteY1-172" fmla="*/ 1271752 h 2638097"/>
                  <a:gd name="connsiteX2-173" fmla="*/ 4099035 w 8187558"/>
                  <a:gd name="connsiteY2-174" fmla="*/ 2638097 h 2638097"/>
                  <a:gd name="connsiteX3-175" fmla="*/ 0 w 8187558"/>
                  <a:gd name="connsiteY3-176" fmla="*/ 1229711 h 2638097"/>
                  <a:gd name="connsiteX4-177" fmla="*/ 31531 w 8187558"/>
                  <a:gd name="connsiteY4-178" fmla="*/ 147145 h 2638097"/>
                  <a:gd name="connsiteX5-179" fmla="*/ 4099035 w 8187558"/>
                  <a:gd name="connsiteY5-180" fmla="*/ 1566042 h 2638097"/>
                  <a:gd name="connsiteX6-181" fmla="*/ 8187558 w 8187558"/>
                  <a:gd name="connsiteY6-182" fmla="*/ 0 h 2638097"/>
                  <a:gd name="connsiteX0-183" fmla="*/ 8187558 w 8187558"/>
                  <a:gd name="connsiteY0-184" fmla="*/ 0 h 2638097"/>
                  <a:gd name="connsiteX1-185" fmla="*/ 8187558 w 8187558"/>
                  <a:gd name="connsiteY1-186" fmla="*/ 1271752 h 2638097"/>
                  <a:gd name="connsiteX2-187" fmla="*/ 4099035 w 8187558"/>
                  <a:gd name="connsiteY2-188" fmla="*/ 2638097 h 2638097"/>
                  <a:gd name="connsiteX3-189" fmla="*/ 0 w 8187558"/>
                  <a:gd name="connsiteY3-190" fmla="*/ 1229711 h 2638097"/>
                  <a:gd name="connsiteX4-191" fmla="*/ 31531 w 8187558"/>
                  <a:gd name="connsiteY4-192" fmla="*/ 147145 h 2638097"/>
                  <a:gd name="connsiteX5-193" fmla="*/ 4099035 w 8187558"/>
                  <a:gd name="connsiteY5-194" fmla="*/ 1566042 h 2638097"/>
                  <a:gd name="connsiteX6-195" fmla="*/ 8187558 w 8187558"/>
                  <a:gd name="connsiteY6-196" fmla="*/ 0 h 2638097"/>
                  <a:gd name="connsiteX0-197" fmla="*/ 8187558 w 8187558"/>
                  <a:gd name="connsiteY0-198" fmla="*/ 0 h 2638097"/>
                  <a:gd name="connsiteX1-199" fmla="*/ 8187558 w 8187558"/>
                  <a:gd name="connsiteY1-200" fmla="*/ 1271752 h 2638097"/>
                  <a:gd name="connsiteX2-201" fmla="*/ 4099035 w 8187558"/>
                  <a:gd name="connsiteY2-202" fmla="*/ 2638097 h 2638097"/>
                  <a:gd name="connsiteX3-203" fmla="*/ 0 w 8187558"/>
                  <a:gd name="connsiteY3-204" fmla="*/ 1229711 h 2638097"/>
                  <a:gd name="connsiteX4-205" fmla="*/ 31531 w 8187558"/>
                  <a:gd name="connsiteY4-206" fmla="*/ 147145 h 2638097"/>
                  <a:gd name="connsiteX5-207" fmla="*/ 4099035 w 8187558"/>
                  <a:gd name="connsiteY5-208" fmla="*/ 1566042 h 2638097"/>
                  <a:gd name="connsiteX6-209" fmla="*/ 8187558 w 8187558"/>
                  <a:gd name="connsiteY6-210" fmla="*/ 0 h 2638097"/>
                  <a:gd name="connsiteX0-211" fmla="*/ 8187558 w 8187558"/>
                  <a:gd name="connsiteY0-212" fmla="*/ 0 h 2638097"/>
                  <a:gd name="connsiteX1-213" fmla="*/ 8187558 w 8187558"/>
                  <a:gd name="connsiteY1-214" fmla="*/ 1271752 h 2638097"/>
                  <a:gd name="connsiteX2-215" fmla="*/ 4099035 w 8187558"/>
                  <a:gd name="connsiteY2-216" fmla="*/ 2638097 h 2638097"/>
                  <a:gd name="connsiteX3-217" fmla="*/ 0 w 8187558"/>
                  <a:gd name="connsiteY3-218" fmla="*/ 1229711 h 2638097"/>
                  <a:gd name="connsiteX4-219" fmla="*/ 31531 w 8187558"/>
                  <a:gd name="connsiteY4-220" fmla="*/ 147145 h 2638097"/>
                  <a:gd name="connsiteX5-221" fmla="*/ 4099035 w 8187558"/>
                  <a:gd name="connsiteY5-222" fmla="*/ 1566042 h 2638097"/>
                  <a:gd name="connsiteX6-223" fmla="*/ 8187558 w 8187558"/>
                  <a:gd name="connsiteY6-224" fmla="*/ 0 h 2638097"/>
                  <a:gd name="connsiteX0-225" fmla="*/ 8187558 w 8187558"/>
                  <a:gd name="connsiteY0-226" fmla="*/ 0 h 2638097"/>
                  <a:gd name="connsiteX1-227" fmla="*/ 8187558 w 8187558"/>
                  <a:gd name="connsiteY1-228" fmla="*/ 1271752 h 2638097"/>
                  <a:gd name="connsiteX2-229" fmla="*/ 4099035 w 8187558"/>
                  <a:gd name="connsiteY2-230" fmla="*/ 2638097 h 2638097"/>
                  <a:gd name="connsiteX3-231" fmla="*/ 0 w 8187558"/>
                  <a:gd name="connsiteY3-232" fmla="*/ 1229711 h 2638097"/>
                  <a:gd name="connsiteX4-233" fmla="*/ 31531 w 8187558"/>
                  <a:gd name="connsiteY4-234" fmla="*/ 147145 h 2638097"/>
                  <a:gd name="connsiteX5-235" fmla="*/ 4099035 w 8187558"/>
                  <a:gd name="connsiteY5-236" fmla="*/ 1566042 h 2638097"/>
                  <a:gd name="connsiteX6-237" fmla="*/ 8187558 w 8187558"/>
                  <a:gd name="connsiteY6-238" fmla="*/ 0 h 2638097"/>
                  <a:gd name="connsiteX0-239" fmla="*/ 8187558 w 8187558"/>
                  <a:gd name="connsiteY0-240" fmla="*/ 0 h 2638097"/>
                  <a:gd name="connsiteX1-241" fmla="*/ 8187558 w 8187558"/>
                  <a:gd name="connsiteY1-242" fmla="*/ 1271752 h 2638097"/>
                  <a:gd name="connsiteX2-243" fmla="*/ 4099035 w 8187558"/>
                  <a:gd name="connsiteY2-244" fmla="*/ 2638097 h 2638097"/>
                  <a:gd name="connsiteX3-245" fmla="*/ 0 w 8187558"/>
                  <a:gd name="connsiteY3-246" fmla="*/ 1229711 h 2638097"/>
                  <a:gd name="connsiteX4-247" fmla="*/ 31531 w 8187558"/>
                  <a:gd name="connsiteY4-248" fmla="*/ 147145 h 2638097"/>
                  <a:gd name="connsiteX5-249" fmla="*/ 4099035 w 8187558"/>
                  <a:gd name="connsiteY5-250" fmla="*/ 1566042 h 2638097"/>
                  <a:gd name="connsiteX6-251" fmla="*/ 8187558 w 8187558"/>
                  <a:gd name="connsiteY6-252" fmla="*/ 0 h 2638097"/>
                  <a:gd name="connsiteX0-253" fmla="*/ 8187558 w 8187558"/>
                  <a:gd name="connsiteY0-254" fmla="*/ 0 h 2638097"/>
                  <a:gd name="connsiteX1-255" fmla="*/ 8187558 w 8187558"/>
                  <a:gd name="connsiteY1-256" fmla="*/ 1271752 h 2638097"/>
                  <a:gd name="connsiteX2-257" fmla="*/ 4099035 w 8187558"/>
                  <a:gd name="connsiteY2-258" fmla="*/ 2638097 h 2638097"/>
                  <a:gd name="connsiteX3-259" fmla="*/ 0 w 8187558"/>
                  <a:gd name="connsiteY3-260" fmla="*/ 1229711 h 2638097"/>
                  <a:gd name="connsiteX4-261" fmla="*/ 31531 w 8187558"/>
                  <a:gd name="connsiteY4-262" fmla="*/ 147145 h 2638097"/>
                  <a:gd name="connsiteX5-263" fmla="*/ 4099035 w 8187558"/>
                  <a:gd name="connsiteY5-264" fmla="*/ 1566042 h 2638097"/>
                  <a:gd name="connsiteX6-265" fmla="*/ 8187558 w 8187558"/>
                  <a:gd name="connsiteY6-266" fmla="*/ 0 h 2638097"/>
                  <a:gd name="connsiteX0-267" fmla="*/ 8187558 w 8187558"/>
                  <a:gd name="connsiteY0-268" fmla="*/ 0 h 2638097"/>
                  <a:gd name="connsiteX1-269" fmla="*/ 8187558 w 8187558"/>
                  <a:gd name="connsiteY1-270" fmla="*/ 1271752 h 2638097"/>
                  <a:gd name="connsiteX2-271" fmla="*/ 4099035 w 8187558"/>
                  <a:gd name="connsiteY2-272" fmla="*/ 2638097 h 2638097"/>
                  <a:gd name="connsiteX3-273" fmla="*/ 0 w 8187558"/>
                  <a:gd name="connsiteY3-274" fmla="*/ 1229711 h 2638097"/>
                  <a:gd name="connsiteX4-275" fmla="*/ 31531 w 8187558"/>
                  <a:gd name="connsiteY4-276" fmla="*/ 147145 h 2638097"/>
                  <a:gd name="connsiteX5-277" fmla="*/ 4099035 w 8187558"/>
                  <a:gd name="connsiteY5-278" fmla="*/ 1566042 h 2638097"/>
                  <a:gd name="connsiteX6-279" fmla="*/ 8187558 w 8187558"/>
                  <a:gd name="connsiteY6-280" fmla="*/ 0 h 2638097"/>
                  <a:gd name="connsiteX0-281" fmla="*/ 8187558 w 8187558"/>
                  <a:gd name="connsiteY0-282" fmla="*/ 0 h 2638097"/>
                  <a:gd name="connsiteX1-283" fmla="*/ 8187558 w 8187558"/>
                  <a:gd name="connsiteY1-284" fmla="*/ 1271752 h 2638097"/>
                  <a:gd name="connsiteX2-285" fmla="*/ 4099035 w 8187558"/>
                  <a:gd name="connsiteY2-286" fmla="*/ 2638097 h 2638097"/>
                  <a:gd name="connsiteX3-287" fmla="*/ 0 w 8187558"/>
                  <a:gd name="connsiteY3-288" fmla="*/ 1229711 h 2638097"/>
                  <a:gd name="connsiteX4-289" fmla="*/ 31531 w 8187558"/>
                  <a:gd name="connsiteY4-290" fmla="*/ 147145 h 2638097"/>
                  <a:gd name="connsiteX5-291" fmla="*/ 4099035 w 8187558"/>
                  <a:gd name="connsiteY5-292" fmla="*/ 1566042 h 2638097"/>
                  <a:gd name="connsiteX6-293" fmla="*/ 8187558 w 8187558"/>
                  <a:gd name="connsiteY6-294" fmla="*/ 0 h 2638097"/>
                  <a:gd name="connsiteX0-295" fmla="*/ 8176538 w 8176538"/>
                  <a:gd name="connsiteY0-296" fmla="*/ 0 h 2638097"/>
                  <a:gd name="connsiteX1-297" fmla="*/ 8176538 w 8176538"/>
                  <a:gd name="connsiteY1-298" fmla="*/ 1271752 h 2638097"/>
                  <a:gd name="connsiteX2-299" fmla="*/ 4088015 w 8176538"/>
                  <a:gd name="connsiteY2-300" fmla="*/ 2638097 h 2638097"/>
                  <a:gd name="connsiteX3-301" fmla="*/ 0 w 8176538"/>
                  <a:gd name="connsiteY3-302" fmla="*/ 1269888 h 2638097"/>
                  <a:gd name="connsiteX4-303" fmla="*/ 20511 w 8176538"/>
                  <a:gd name="connsiteY4-304" fmla="*/ 147145 h 2638097"/>
                  <a:gd name="connsiteX5-305" fmla="*/ 4088015 w 8176538"/>
                  <a:gd name="connsiteY5-306" fmla="*/ 1566042 h 2638097"/>
                  <a:gd name="connsiteX6-307" fmla="*/ 8176538 w 8176538"/>
                  <a:gd name="connsiteY6-308" fmla="*/ 0 h 2638097"/>
                  <a:gd name="connsiteX0-309" fmla="*/ 8176538 w 8176538"/>
                  <a:gd name="connsiteY0-310" fmla="*/ 0 h 2772020"/>
                  <a:gd name="connsiteX1-311" fmla="*/ 8176538 w 8176538"/>
                  <a:gd name="connsiteY1-312" fmla="*/ 1271752 h 2772020"/>
                  <a:gd name="connsiteX2-313" fmla="*/ 4099034 w 8176538"/>
                  <a:gd name="connsiteY2-314" fmla="*/ 2772020 h 2772020"/>
                  <a:gd name="connsiteX3-315" fmla="*/ 0 w 8176538"/>
                  <a:gd name="connsiteY3-316" fmla="*/ 1269888 h 2772020"/>
                  <a:gd name="connsiteX4-317" fmla="*/ 20511 w 8176538"/>
                  <a:gd name="connsiteY4-318" fmla="*/ 147145 h 2772020"/>
                  <a:gd name="connsiteX5-319" fmla="*/ 4088015 w 8176538"/>
                  <a:gd name="connsiteY5-320" fmla="*/ 1566042 h 2772020"/>
                  <a:gd name="connsiteX6-321" fmla="*/ 8176538 w 8176538"/>
                  <a:gd name="connsiteY6-322" fmla="*/ 0 h 2772020"/>
                  <a:gd name="connsiteX0-323" fmla="*/ 8176538 w 8176538"/>
                  <a:gd name="connsiteY0-324" fmla="*/ 0 h 2772339"/>
                  <a:gd name="connsiteX1-325" fmla="*/ 8176538 w 8176538"/>
                  <a:gd name="connsiteY1-326" fmla="*/ 1378890 h 2772339"/>
                  <a:gd name="connsiteX2-327" fmla="*/ 4099034 w 8176538"/>
                  <a:gd name="connsiteY2-328" fmla="*/ 2772020 h 2772339"/>
                  <a:gd name="connsiteX3-329" fmla="*/ 0 w 8176538"/>
                  <a:gd name="connsiteY3-330" fmla="*/ 1269888 h 2772339"/>
                  <a:gd name="connsiteX4-331" fmla="*/ 20511 w 8176538"/>
                  <a:gd name="connsiteY4-332" fmla="*/ 147145 h 2772339"/>
                  <a:gd name="connsiteX5-333" fmla="*/ 4088015 w 8176538"/>
                  <a:gd name="connsiteY5-334" fmla="*/ 1566042 h 2772339"/>
                  <a:gd name="connsiteX6-335" fmla="*/ 8176538 w 8176538"/>
                  <a:gd name="connsiteY6-336" fmla="*/ 0 h 2772339"/>
                  <a:gd name="connsiteX0-337" fmla="*/ 8176538 w 8176538"/>
                  <a:gd name="connsiteY0-338" fmla="*/ 0 h 2825888"/>
                  <a:gd name="connsiteX1-339" fmla="*/ 8176538 w 8176538"/>
                  <a:gd name="connsiteY1-340" fmla="*/ 1378890 h 2825888"/>
                  <a:gd name="connsiteX2-341" fmla="*/ 4099034 w 8176538"/>
                  <a:gd name="connsiteY2-342" fmla="*/ 2825590 h 2825888"/>
                  <a:gd name="connsiteX3-343" fmla="*/ 0 w 8176538"/>
                  <a:gd name="connsiteY3-344" fmla="*/ 1269888 h 2825888"/>
                  <a:gd name="connsiteX4-345" fmla="*/ 20511 w 8176538"/>
                  <a:gd name="connsiteY4-346" fmla="*/ 147145 h 2825888"/>
                  <a:gd name="connsiteX5-347" fmla="*/ 4088015 w 8176538"/>
                  <a:gd name="connsiteY5-348" fmla="*/ 1566042 h 2825888"/>
                  <a:gd name="connsiteX6-349" fmla="*/ 8176538 w 8176538"/>
                  <a:gd name="connsiteY6-350" fmla="*/ 0 h 2825888"/>
                  <a:gd name="connsiteX0-351" fmla="*/ 8165518 w 8165518"/>
                  <a:gd name="connsiteY0-352" fmla="*/ 0 h 2825606"/>
                  <a:gd name="connsiteX1-353" fmla="*/ 8165518 w 8165518"/>
                  <a:gd name="connsiteY1-354" fmla="*/ 1378890 h 2825606"/>
                  <a:gd name="connsiteX2-355" fmla="*/ 4088014 w 8165518"/>
                  <a:gd name="connsiteY2-356" fmla="*/ 2825590 h 2825606"/>
                  <a:gd name="connsiteX3-357" fmla="*/ 0 w 8165518"/>
                  <a:gd name="connsiteY3-358" fmla="*/ 1403811 h 2825606"/>
                  <a:gd name="connsiteX4-359" fmla="*/ 9491 w 8165518"/>
                  <a:gd name="connsiteY4-360" fmla="*/ 147145 h 2825606"/>
                  <a:gd name="connsiteX5-361" fmla="*/ 4076995 w 8165518"/>
                  <a:gd name="connsiteY5-362" fmla="*/ 1566042 h 2825606"/>
                  <a:gd name="connsiteX6-363" fmla="*/ 8165518 w 8165518"/>
                  <a:gd name="connsiteY6-364" fmla="*/ 0 h 2825606"/>
                  <a:gd name="connsiteX0-365" fmla="*/ 8165518 w 8165518"/>
                  <a:gd name="connsiteY0-366" fmla="*/ 0 h 2879174"/>
                  <a:gd name="connsiteX1-367" fmla="*/ 8165518 w 8165518"/>
                  <a:gd name="connsiteY1-368" fmla="*/ 1378890 h 2879174"/>
                  <a:gd name="connsiteX2-369" fmla="*/ 4132092 w 8165518"/>
                  <a:gd name="connsiteY2-370" fmla="*/ 2879159 h 2879174"/>
                  <a:gd name="connsiteX3-371" fmla="*/ 0 w 8165518"/>
                  <a:gd name="connsiteY3-372" fmla="*/ 1403811 h 2879174"/>
                  <a:gd name="connsiteX4-373" fmla="*/ 9491 w 8165518"/>
                  <a:gd name="connsiteY4-374" fmla="*/ 147145 h 2879174"/>
                  <a:gd name="connsiteX5-375" fmla="*/ 4076995 w 8165518"/>
                  <a:gd name="connsiteY5-376" fmla="*/ 1566042 h 2879174"/>
                  <a:gd name="connsiteX6-377" fmla="*/ 8165518 w 8165518"/>
                  <a:gd name="connsiteY6-378" fmla="*/ 0 h 2879174"/>
                  <a:gd name="connsiteX0-379" fmla="*/ 8165518 w 8176537"/>
                  <a:gd name="connsiteY0-380" fmla="*/ 0 h 2879410"/>
                  <a:gd name="connsiteX1-381" fmla="*/ 8176537 w 8176537"/>
                  <a:gd name="connsiteY1-382" fmla="*/ 1499420 h 2879410"/>
                  <a:gd name="connsiteX2-383" fmla="*/ 4132092 w 8176537"/>
                  <a:gd name="connsiteY2-384" fmla="*/ 2879159 h 2879410"/>
                  <a:gd name="connsiteX3-385" fmla="*/ 0 w 8176537"/>
                  <a:gd name="connsiteY3-386" fmla="*/ 1403811 h 2879410"/>
                  <a:gd name="connsiteX4-387" fmla="*/ 9491 w 8176537"/>
                  <a:gd name="connsiteY4-388" fmla="*/ 147145 h 2879410"/>
                  <a:gd name="connsiteX5-389" fmla="*/ 4076995 w 8176537"/>
                  <a:gd name="connsiteY5-390" fmla="*/ 1566042 h 2879410"/>
                  <a:gd name="connsiteX6-391" fmla="*/ 8165518 w 8176537"/>
                  <a:gd name="connsiteY6-392" fmla="*/ 0 h 2879410"/>
                  <a:gd name="connsiteX0-393" fmla="*/ 8165518 w 8176537"/>
                  <a:gd name="connsiteY0-394" fmla="*/ 0 h 2879262"/>
                  <a:gd name="connsiteX1-395" fmla="*/ 8176537 w 8176537"/>
                  <a:gd name="connsiteY1-396" fmla="*/ 1499420 h 2879262"/>
                  <a:gd name="connsiteX2-397" fmla="*/ 4132092 w 8176537"/>
                  <a:gd name="connsiteY2-398" fmla="*/ 2879159 h 2879262"/>
                  <a:gd name="connsiteX3-399" fmla="*/ 0 w 8176537"/>
                  <a:gd name="connsiteY3-400" fmla="*/ 1403811 h 2879262"/>
                  <a:gd name="connsiteX4-401" fmla="*/ 9491 w 8176537"/>
                  <a:gd name="connsiteY4-402" fmla="*/ 147145 h 2879262"/>
                  <a:gd name="connsiteX5-403" fmla="*/ 4076995 w 8176537"/>
                  <a:gd name="connsiteY5-404" fmla="*/ 1566042 h 2879262"/>
                  <a:gd name="connsiteX6-405" fmla="*/ 8165518 w 8176537"/>
                  <a:gd name="connsiteY6-406" fmla="*/ 0 h 2879262"/>
                  <a:gd name="connsiteX0-407" fmla="*/ 8165518 w 8176537"/>
                  <a:gd name="connsiteY0-408" fmla="*/ 0 h 2879163"/>
                  <a:gd name="connsiteX1-409" fmla="*/ 8176537 w 8176537"/>
                  <a:gd name="connsiteY1-410" fmla="*/ 1499420 h 2879163"/>
                  <a:gd name="connsiteX2-411" fmla="*/ 4132092 w 8176537"/>
                  <a:gd name="connsiteY2-412" fmla="*/ 2879159 h 2879163"/>
                  <a:gd name="connsiteX3-413" fmla="*/ 0 w 8176537"/>
                  <a:gd name="connsiteY3-414" fmla="*/ 1510948 h 2879163"/>
                  <a:gd name="connsiteX4-415" fmla="*/ 9491 w 8176537"/>
                  <a:gd name="connsiteY4-416" fmla="*/ 147145 h 2879163"/>
                  <a:gd name="connsiteX5-417" fmla="*/ 4076995 w 8176537"/>
                  <a:gd name="connsiteY5-418" fmla="*/ 1566042 h 2879163"/>
                  <a:gd name="connsiteX6-419" fmla="*/ 8165518 w 8176537"/>
                  <a:gd name="connsiteY6-420" fmla="*/ 0 h 2879163"/>
                  <a:gd name="connsiteX0-421" fmla="*/ 8165518 w 8198577"/>
                  <a:gd name="connsiteY0-422" fmla="*/ 0 h 2879451"/>
                  <a:gd name="connsiteX1-423" fmla="*/ 8198577 w 8198577"/>
                  <a:gd name="connsiteY1-424" fmla="*/ 1606558 h 2879451"/>
                  <a:gd name="connsiteX2-425" fmla="*/ 4132092 w 8198577"/>
                  <a:gd name="connsiteY2-426" fmla="*/ 2879159 h 2879451"/>
                  <a:gd name="connsiteX3-427" fmla="*/ 0 w 8198577"/>
                  <a:gd name="connsiteY3-428" fmla="*/ 1510948 h 2879451"/>
                  <a:gd name="connsiteX4-429" fmla="*/ 9491 w 8198577"/>
                  <a:gd name="connsiteY4-430" fmla="*/ 147145 h 2879451"/>
                  <a:gd name="connsiteX5-431" fmla="*/ 4076995 w 8198577"/>
                  <a:gd name="connsiteY5-432" fmla="*/ 1566042 h 2879451"/>
                  <a:gd name="connsiteX6-433" fmla="*/ 8165518 w 8198577"/>
                  <a:gd name="connsiteY6-434" fmla="*/ 0 h 2879451"/>
                  <a:gd name="connsiteX0-435" fmla="*/ 8165518 w 8165518"/>
                  <a:gd name="connsiteY0-436" fmla="*/ 0 h 2880066"/>
                  <a:gd name="connsiteX1-437" fmla="*/ 8165518 w 8165518"/>
                  <a:gd name="connsiteY1-438" fmla="*/ 1673520 h 2880066"/>
                  <a:gd name="connsiteX2-439" fmla="*/ 4132092 w 8165518"/>
                  <a:gd name="connsiteY2-440" fmla="*/ 2879159 h 2880066"/>
                  <a:gd name="connsiteX3-441" fmla="*/ 0 w 8165518"/>
                  <a:gd name="connsiteY3-442" fmla="*/ 1510948 h 2880066"/>
                  <a:gd name="connsiteX4-443" fmla="*/ 9491 w 8165518"/>
                  <a:gd name="connsiteY4-444" fmla="*/ 147145 h 2880066"/>
                  <a:gd name="connsiteX5-445" fmla="*/ 4076995 w 8165518"/>
                  <a:gd name="connsiteY5-446" fmla="*/ 1566042 h 2880066"/>
                  <a:gd name="connsiteX6-447" fmla="*/ 8165518 w 8165518"/>
                  <a:gd name="connsiteY6-448" fmla="*/ 0 h 2880066"/>
                  <a:gd name="connsiteX0-449" fmla="*/ 8156794 w 8156794"/>
                  <a:gd name="connsiteY0-450" fmla="*/ 0 h 2879270"/>
                  <a:gd name="connsiteX1-451" fmla="*/ 8156794 w 8156794"/>
                  <a:gd name="connsiteY1-452" fmla="*/ 1673520 h 2879270"/>
                  <a:gd name="connsiteX2-453" fmla="*/ 4123368 w 8156794"/>
                  <a:gd name="connsiteY2-454" fmla="*/ 2879159 h 2879270"/>
                  <a:gd name="connsiteX3-455" fmla="*/ 2295 w 8156794"/>
                  <a:gd name="connsiteY3-456" fmla="*/ 1618086 h 2879270"/>
                  <a:gd name="connsiteX4-457" fmla="*/ 767 w 8156794"/>
                  <a:gd name="connsiteY4-458" fmla="*/ 147145 h 2879270"/>
                  <a:gd name="connsiteX5-459" fmla="*/ 4068271 w 8156794"/>
                  <a:gd name="connsiteY5-460" fmla="*/ 1566042 h 2879270"/>
                  <a:gd name="connsiteX6-461" fmla="*/ 8156794 w 8156794"/>
                  <a:gd name="connsiteY6-462" fmla="*/ 0 h 2879270"/>
                  <a:gd name="connsiteX0-463" fmla="*/ 8156794 w 8156794"/>
                  <a:gd name="connsiteY0-464" fmla="*/ 0 h 2973000"/>
                  <a:gd name="connsiteX1-465" fmla="*/ 8156794 w 8156794"/>
                  <a:gd name="connsiteY1-466" fmla="*/ 1673520 h 2973000"/>
                  <a:gd name="connsiteX2-467" fmla="*/ 4134388 w 8156794"/>
                  <a:gd name="connsiteY2-468" fmla="*/ 2972904 h 2973000"/>
                  <a:gd name="connsiteX3-469" fmla="*/ 2295 w 8156794"/>
                  <a:gd name="connsiteY3-470" fmla="*/ 1618086 h 2973000"/>
                  <a:gd name="connsiteX4-471" fmla="*/ 767 w 8156794"/>
                  <a:gd name="connsiteY4-472" fmla="*/ 147145 h 2973000"/>
                  <a:gd name="connsiteX5-473" fmla="*/ 4068271 w 8156794"/>
                  <a:gd name="connsiteY5-474" fmla="*/ 1566042 h 2973000"/>
                  <a:gd name="connsiteX6-475" fmla="*/ 8156794 w 8156794"/>
                  <a:gd name="connsiteY6-476" fmla="*/ 0 h 2973000"/>
                  <a:gd name="connsiteX0-477" fmla="*/ 8156794 w 8156794"/>
                  <a:gd name="connsiteY0-478" fmla="*/ 0 h 2973000"/>
                  <a:gd name="connsiteX1-479" fmla="*/ 8156794 w 8156794"/>
                  <a:gd name="connsiteY1-480" fmla="*/ 1673520 h 2973000"/>
                  <a:gd name="connsiteX2-481" fmla="*/ 4134388 w 8156794"/>
                  <a:gd name="connsiteY2-482" fmla="*/ 2972904 h 2973000"/>
                  <a:gd name="connsiteX3-483" fmla="*/ 2295 w 8156794"/>
                  <a:gd name="connsiteY3-484" fmla="*/ 1618086 h 2973000"/>
                  <a:gd name="connsiteX4-485" fmla="*/ 767 w 8156794"/>
                  <a:gd name="connsiteY4-486" fmla="*/ 147145 h 2973000"/>
                  <a:gd name="connsiteX5-487" fmla="*/ 4068271 w 8156794"/>
                  <a:gd name="connsiteY5-488" fmla="*/ 1566042 h 2973000"/>
                  <a:gd name="connsiteX6-489" fmla="*/ 8156794 w 8156794"/>
                  <a:gd name="connsiteY6-490" fmla="*/ 0 h 2973000"/>
                  <a:gd name="connsiteX0-491" fmla="*/ 8156794 w 8156794"/>
                  <a:gd name="connsiteY0-492" fmla="*/ 0 h 2973000"/>
                  <a:gd name="connsiteX1-493" fmla="*/ 8156794 w 8156794"/>
                  <a:gd name="connsiteY1-494" fmla="*/ 1673520 h 2973000"/>
                  <a:gd name="connsiteX2-495" fmla="*/ 4134388 w 8156794"/>
                  <a:gd name="connsiteY2-496" fmla="*/ 2972904 h 2973000"/>
                  <a:gd name="connsiteX3-497" fmla="*/ 2295 w 8156794"/>
                  <a:gd name="connsiteY3-498" fmla="*/ 1618086 h 2973000"/>
                  <a:gd name="connsiteX4-499" fmla="*/ 767 w 8156794"/>
                  <a:gd name="connsiteY4-500" fmla="*/ 147145 h 2973000"/>
                  <a:gd name="connsiteX5-501" fmla="*/ 4068271 w 8156794"/>
                  <a:gd name="connsiteY5-502" fmla="*/ 1566042 h 2973000"/>
                  <a:gd name="connsiteX6-503" fmla="*/ 8156794 w 8156794"/>
                  <a:gd name="connsiteY6-504" fmla="*/ 0 h 2973000"/>
                  <a:gd name="connsiteX0-505" fmla="*/ 8156794 w 8156794"/>
                  <a:gd name="connsiteY0-506" fmla="*/ 0 h 2973020"/>
                  <a:gd name="connsiteX1-507" fmla="*/ 8156794 w 8156794"/>
                  <a:gd name="connsiteY1-508" fmla="*/ 1673520 h 2973020"/>
                  <a:gd name="connsiteX2-509" fmla="*/ 4134388 w 8156794"/>
                  <a:gd name="connsiteY2-510" fmla="*/ 2972904 h 2973020"/>
                  <a:gd name="connsiteX3-511" fmla="*/ 2295 w 8156794"/>
                  <a:gd name="connsiteY3-512" fmla="*/ 1618086 h 2973020"/>
                  <a:gd name="connsiteX4-513" fmla="*/ 767 w 8156794"/>
                  <a:gd name="connsiteY4-514" fmla="*/ 147145 h 2973020"/>
                  <a:gd name="connsiteX5-515" fmla="*/ 4068271 w 8156794"/>
                  <a:gd name="connsiteY5-516" fmla="*/ 1566042 h 2973020"/>
                  <a:gd name="connsiteX6-517" fmla="*/ 8156794 w 8156794"/>
                  <a:gd name="connsiteY6-518" fmla="*/ 0 h 2973020"/>
                  <a:gd name="connsiteX0-519" fmla="*/ 8156794 w 8156794"/>
                  <a:gd name="connsiteY0-520" fmla="*/ 0 h 2973021"/>
                  <a:gd name="connsiteX1-521" fmla="*/ 8156794 w 8156794"/>
                  <a:gd name="connsiteY1-522" fmla="*/ 1673520 h 2973021"/>
                  <a:gd name="connsiteX2-523" fmla="*/ 4134388 w 8156794"/>
                  <a:gd name="connsiteY2-524" fmla="*/ 2972904 h 2973021"/>
                  <a:gd name="connsiteX3-525" fmla="*/ 2295 w 8156794"/>
                  <a:gd name="connsiteY3-526" fmla="*/ 1618086 h 2973021"/>
                  <a:gd name="connsiteX4-527" fmla="*/ 767 w 8156794"/>
                  <a:gd name="connsiteY4-528" fmla="*/ 147145 h 2973021"/>
                  <a:gd name="connsiteX5-529" fmla="*/ 4068271 w 8156794"/>
                  <a:gd name="connsiteY5-530" fmla="*/ 1566042 h 2973021"/>
                  <a:gd name="connsiteX6-531" fmla="*/ 8156794 w 8156794"/>
                  <a:gd name="connsiteY6-532" fmla="*/ 0 h 2973021"/>
                  <a:gd name="connsiteX0-533" fmla="*/ 8156794 w 8156794"/>
                  <a:gd name="connsiteY0-534" fmla="*/ 0 h 2973021"/>
                  <a:gd name="connsiteX1-535" fmla="*/ 8156794 w 8156794"/>
                  <a:gd name="connsiteY1-536" fmla="*/ 1673520 h 2973021"/>
                  <a:gd name="connsiteX2-537" fmla="*/ 4134388 w 8156794"/>
                  <a:gd name="connsiteY2-538" fmla="*/ 2972904 h 2973021"/>
                  <a:gd name="connsiteX3-539" fmla="*/ 2295 w 8156794"/>
                  <a:gd name="connsiteY3-540" fmla="*/ 1618086 h 2973021"/>
                  <a:gd name="connsiteX4-541" fmla="*/ 767 w 8156794"/>
                  <a:gd name="connsiteY4-542" fmla="*/ 147145 h 2973021"/>
                  <a:gd name="connsiteX5-543" fmla="*/ 4068271 w 8156794"/>
                  <a:gd name="connsiteY5-544" fmla="*/ 1566042 h 2973021"/>
                  <a:gd name="connsiteX6-545" fmla="*/ 8156794 w 8156794"/>
                  <a:gd name="connsiteY6-546" fmla="*/ 0 h 2973021"/>
                  <a:gd name="connsiteX0-547" fmla="*/ 8156794 w 8156794"/>
                  <a:gd name="connsiteY0-548" fmla="*/ 0 h 2973021"/>
                  <a:gd name="connsiteX1-549" fmla="*/ 8156794 w 8156794"/>
                  <a:gd name="connsiteY1-550" fmla="*/ 1673520 h 2973021"/>
                  <a:gd name="connsiteX2-551" fmla="*/ 4134388 w 8156794"/>
                  <a:gd name="connsiteY2-552" fmla="*/ 2972904 h 2973021"/>
                  <a:gd name="connsiteX3-553" fmla="*/ 2295 w 8156794"/>
                  <a:gd name="connsiteY3-554" fmla="*/ 1618086 h 2973021"/>
                  <a:gd name="connsiteX4-555" fmla="*/ 767 w 8156794"/>
                  <a:gd name="connsiteY4-556" fmla="*/ 147145 h 2973021"/>
                  <a:gd name="connsiteX5-557" fmla="*/ 4068271 w 8156794"/>
                  <a:gd name="connsiteY5-558" fmla="*/ 1566042 h 2973021"/>
                  <a:gd name="connsiteX6-559" fmla="*/ 8156794 w 8156794"/>
                  <a:gd name="connsiteY6-560" fmla="*/ 0 h 2973021"/>
                  <a:gd name="connsiteX0-561" fmla="*/ 8156794 w 8156794"/>
                  <a:gd name="connsiteY0-562" fmla="*/ 0 h 2973021"/>
                  <a:gd name="connsiteX1-563" fmla="*/ 8156794 w 8156794"/>
                  <a:gd name="connsiteY1-564" fmla="*/ 1673520 h 2973021"/>
                  <a:gd name="connsiteX2-565" fmla="*/ 4134388 w 8156794"/>
                  <a:gd name="connsiteY2-566" fmla="*/ 2972904 h 2973021"/>
                  <a:gd name="connsiteX3-567" fmla="*/ 2295 w 8156794"/>
                  <a:gd name="connsiteY3-568" fmla="*/ 1618086 h 2973021"/>
                  <a:gd name="connsiteX4-569" fmla="*/ 767 w 8156794"/>
                  <a:gd name="connsiteY4-570" fmla="*/ 147145 h 2973021"/>
                  <a:gd name="connsiteX5-571" fmla="*/ 4068271 w 8156794"/>
                  <a:gd name="connsiteY5-572" fmla="*/ 1566042 h 2973021"/>
                  <a:gd name="connsiteX6-573" fmla="*/ 8156794 w 8156794"/>
                  <a:gd name="connsiteY6-574" fmla="*/ 0 h 2973021"/>
                  <a:gd name="connsiteX0-575" fmla="*/ 8156794 w 8156794"/>
                  <a:gd name="connsiteY0-576" fmla="*/ 0 h 2973141"/>
                  <a:gd name="connsiteX1-577" fmla="*/ 8156794 w 8156794"/>
                  <a:gd name="connsiteY1-578" fmla="*/ 1673520 h 2973141"/>
                  <a:gd name="connsiteX2-579" fmla="*/ 4134388 w 8156794"/>
                  <a:gd name="connsiteY2-580" fmla="*/ 2972904 h 2973141"/>
                  <a:gd name="connsiteX3-581" fmla="*/ 2295 w 8156794"/>
                  <a:gd name="connsiteY3-582" fmla="*/ 1618086 h 2973141"/>
                  <a:gd name="connsiteX4-583" fmla="*/ 767 w 8156794"/>
                  <a:gd name="connsiteY4-584" fmla="*/ 147145 h 2973141"/>
                  <a:gd name="connsiteX5-585" fmla="*/ 4068271 w 8156794"/>
                  <a:gd name="connsiteY5-586" fmla="*/ 1566042 h 2973141"/>
                  <a:gd name="connsiteX6-587" fmla="*/ 8156794 w 8156794"/>
                  <a:gd name="connsiteY6-588" fmla="*/ 0 h 2973141"/>
                  <a:gd name="connsiteX0-589" fmla="*/ 8156794 w 8156794"/>
                  <a:gd name="connsiteY0-590" fmla="*/ 0 h 3066827"/>
                  <a:gd name="connsiteX1-591" fmla="*/ 8156794 w 8156794"/>
                  <a:gd name="connsiteY1-592" fmla="*/ 1673520 h 3066827"/>
                  <a:gd name="connsiteX2-593" fmla="*/ 4123353 w 8156794"/>
                  <a:gd name="connsiteY2-594" fmla="*/ 3066650 h 3066827"/>
                  <a:gd name="connsiteX3-595" fmla="*/ 2295 w 8156794"/>
                  <a:gd name="connsiteY3-596" fmla="*/ 1618086 h 3066827"/>
                  <a:gd name="connsiteX4-597" fmla="*/ 767 w 8156794"/>
                  <a:gd name="connsiteY4-598" fmla="*/ 147145 h 3066827"/>
                  <a:gd name="connsiteX5-599" fmla="*/ 4068271 w 8156794"/>
                  <a:gd name="connsiteY5-600" fmla="*/ 1566042 h 3066827"/>
                  <a:gd name="connsiteX6-601" fmla="*/ 8156794 w 8156794"/>
                  <a:gd name="connsiteY6-602" fmla="*/ 0 h 3066827"/>
                  <a:gd name="connsiteX0-603" fmla="*/ 8123689 w 8156794"/>
                  <a:gd name="connsiteY0-604" fmla="*/ 0 h 2999866"/>
                  <a:gd name="connsiteX1-605" fmla="*/ 8156794 w 8156794"/>
                  <a:gd name="connsiteY1-606" fmla="*/ 1606559 h 2999866"/>
                  <a:gd name="connsiteX2-607" fmla="*/ 4123353 w 8156794"/>
                  <a:gd name="connsiteY2-608" fmla="*/ 2999689 h 2999866"/>
                  <a:gd name="connsiteX3-609" fmla="*/ 2295 w 8156794"/>
                  <a:gd name="connsiteY3-610" fmla="*/ 1551125 h 2999866"/>
                  <a:gd name="connsiteX4-611" fmla="*/ 767 w 8156794"/>
                  <a:gd name="connsiteY4-612" fmla="*/ 80184 h 2999866"/>
                  <a:gd name="connsiteX5-613" fmla="*/ 4068271 w 8156794"/>
                  <a:gd name="connsiteY5-614" fmla="*/ 1499081 h 2999866"/>
                  <a:gd name="connsiteX6-615" fmla="*/ 8123689 w 8156794"/>
                  <a:gd name="connsiteY6-616" fmla="*/ 0 h 2999866"/>
                  <a:gd name="connsiteX0-617" fmla="*/ 8167828 w 8167828"/>
                  <a:gd name="connsiteY0-618" fmla="*/ 0 h 3026651"/>
                  <a:gd name="connsiteX1-619" fmla="*/ 8156794 w 8167828"/>
                  <a:gd name="connsiteY1-620" fmla="*/ 1633344 h 3026651"/>
                  <a:gd name="connsiteX2-621" fmla="*/ 4123353 w 8167828"/>
                  <a:gd name="connsiteY2-622" fmla="*/ 3026474 h 3026651"/>
                  <a:gd name="connsiteX3-623" fmla="*/ 2295 w 8167828"/>
                  <a:gd name="connsiteY3-624" fmla="*/ 1577910 h 3026651"/>
                  <a:gd name="connsiteX4-625" fmla="*/ 767 w 8167828"/>
                  <a:gd name="connsiteY4-626" fmla="*/ 106969 h 3026651"/>
                  <a:gd name="connsiteX5-627" fmla="*/ 4068271 w 8167828"/>
                  <a:gd name="connsiteY5-628" fmla="*/ 1525866 h 3026651"/>
                  <a:gd name="connsiteX6-629" fmla="*/ 8167828 w 8167828"/>
                  <a:gd name="connsiteY6-630" fmla="*/ 0 h 3026651"/>
                  <a:gd name="connsiteX0-631" fmla="*/ 8167828 w 8167828"/>
                  <a:gd name="connsiteY0-632" fmla="*/ 0 h 3027228"/>
                  <a:gd name="connsiteX1-633" fmla="*/ 8145760 w 8167828"/>
                  <a:gd name="connsiteY1-634" fmla="*/ 1686913 h 3027228"/>
                  <a:gd name="connsiteX2-635" fmla="*/ 4123353 w 8167828"/>
                  <a:gd name="connsiteY2-636" fmla="*/ 3026474 h 3027228"/>
                  <a:gd name="connsiteX3-637" fmla="*/ 2295 w 8167828"/>
                  <a:gd name="connsiteY3-638" fmla="*/ 1577910 h 3027228"/>
                  <a:gd name="connsiteX4-639" fmla="*/ 767 w 8167828"/>
                  <a:gd name="connsiteY4-640" fmla="*/ 106969 h 3027228"/>
                  <a:gd name="connsiteX5-641" fmla="*/ 4068271 w 8167828"/>
                  <a:gd name="connsiteY5-642" fmla="*/ 1525866 h 3027228"/>
                  <a:gd name="connsiteX6-643" fmla="*/ 8167828 w 8167828"/>
                  <a:gd name="connsiteY6-644" fmla="*/ 0 h 3027228"/>
                  <a:gd name="connsiteX0-645" fmla="*/ 8156794 w 8156794"/>
                  <a:gd name="connsiteY0-646" fmla="*/ 0 h 2933483"/>
                  <a:gd name="connsiteX1-647" fmla="*/ 8145760 w 8156794"/>
                  <a:gd name="connsiteY1-648" fmla="*/ 1593168 h 2933483"/>
                  <a:gd name="connsiteX2-649" fmla="*/ 4123353 w 8156794"/>
                  <a:gd name="connsiteY2-650" fmla="*/ 2932729 h 2933483"/>
                  <a:gd name="connsiteX3-651" fmla="*/ 2295 w 8156794"/>
                  <a:gd name="connsiteY3-652" fmla="*/ 1484165 h 2933483"/>
                  <a:gd name="connsiteX4-653" fmla="*/ 767 w 8156794"/>
                  <a:gd name="connsiteY4-654" fmla="*/ 13224 h 2933483"/>
                  <a:gd name="connsiteX5-655" fmla="*/ 4068271 w 8156794"/>
                  <a:gd name="connsiteY5-656" fmla="*/ 1432121 h 2933483"/>
                  <a:gd name="connsiteX6-657" fmla="*/ 8156794 w 8156794"/>
                  <a:gd name="connsiteY6-658" fmla="*/ 0 h 2933483"/>
                  <a:gd name="connsiteX0-659" fmla="*/ 8156794 w 8156794"/>
                  <a:gd name="connsiteY0-660" fmla="*/ 0 h 2933483"/>
                  <a:gd name="connsiteX1-661" fmla="*/ 8145760 w 8156794"/>
                  <a:gd name="connsiteY1-662" fmla="*/ 1593168 h 2933483"/>
                  <a:gd name="connsiteX2-663" fmla="*/ 4123353 w 8156794"/>
                  <a:gd name="connsiteY2-664" fmla="*/ 2932729 h 2933483"/>
                  <a:gd name="connsiteX3-665" fmla="*/ 2295 w 8156794"/>
                  <a:gd name="connsiteY3-666" fmla="*/ 1484165 h 2933483"/>
                  <a:gd name="connsiteX4-667" fmla="*/ 767 w 8156794"/>
                  <a:gd name="connsiteY4-668" fmla="*/ 13224 h 2933483"/>
                  <a:gd name="connsiteX5-669" fmla="*/ 4068271 w 8156794"/>
                  <a:gd name="connsiteY5-670" fmla="*/ 1432121 h 2933483"/>
                  <a:gd name="connsiteX6-671" fmla="*/ 8156794 w 8156794"/>
                  <a:gd name="connsiteY6-672" fmla="*/ 0 h 2933483"/>
                  <a:gd name="connsiteX0-673" fmla="*/ 8123689 w 8145760"/>
                  <a:gd name="connsiteY0-674" fmla="*/ 13560 h 2920259"/>
                  <a:gd name="connsiteX1-675" fmla="*/ 8145760 w 8145760"/>
                  <a:gd name="connsiteY1-676" fmla="*/ 1579944 h 2920259"/>
                  <a:gd name="connsiteX2-677" fmla="*/ 4123353 w 8145760"/>
                  <a:gd name="connsiteY2-678" fmla="*/ 2919505 h 2920259"/>
                  <a:gd name="connsiteX3-679" fmla="*/ 2295 w 8145760"/>
                  <a:gd name="connsiteY3-680" fmla="*/ 1470941 h 2920259"/>
                  <a:gd name="connsiteX4-681" fmla="*/ 767 w 8145760"/>
                  <a:gd name="connsiteY4-682" fmla="*/ 0 h 2920259"/>
                  <a:gd name="connsiteX5-683" fmla="*/ 4068271 w 8145760"/>
                  <a:gd name="connsiteY5-684" fmla="*/ 1418897 h 2920259"/>
                  <a:gd name="connsiteX6-685" fmla="*/ 8123689 w 8145760"/>
                  <a:gd name="connsiteY6-686" fmla="*/ 13560 h 2920259"/>
                  <a:gd name="connsiteX0-687" fmla="*/ 8178863 w 8178863"/>
                  <a:gd name="connsiteY0-688" fmla="*/ 26952 h 2920259"/>
                  <a:gd name="connsiteX1-689" fmla="*/ 8145760 w 8178863"/>
                  <a:gd name="connsiteY1-690" fmla="*/ 1579944 h 2920259"/>
                  <a:gd name="connsiteX2-691" fmla="*/ 4123353 w 8178863"/>
                  <a:gd name="connsiteY2-692" fmla="*/ 2919505 h 2920259"/>
                  <a:gd name="connsiteX3-693" fmla="*/ 2295 w 8178863"/>
                  <a:gd name="connsiteY3-694" fmla="*/ 1470941 h 2920259"/>
                  <a:gd name="connsiteX4-695" fmla="*/ 767 w 8178863"/>
                  <a:gd name="connsiteY4-696" fmla="*/ 0 h 2920259"/>
                  <a:gd name="connsiteX5-697" fmla="*/ 4068271 w 8178863"/>
                  <a:gd name="connsiteY5-698" fmla="*/ 1418897 h 2920259"/>
                  <a:gd name="connsiteX6-699" fmla="*/ 8178863 w 8178863"/>
                  <a:gd name="connsiteY6-700" fmla="*/ 26952 h 2920259"/>
                  <a:gd name="connsiteX0-701" fmla="*/ 8167827 w 8167827"/>
                  <a:gd name="connsiteY0-702" fmla="*/ 40343 h 2920259"/>
                  <a:gd name="connsiteX1-703" fmla="*/ 8145760 w 8167827"/>
                  <a:gd name="connsiteY1-704" fmla="*/ 1579944 h 2920259"/>
                  <a:gd name="connsiteX2-705" fmla="*/ 4123353 w 8167827"/>
                  <a:gd name="connsiteY2-706" fmla="*/ 2919505 h 2920259"/>
                  <a:gd name="connsiteX3-707" fmla="*/ 2295 w 8167827"/>
                  <a:gd name="connsiteY3-708" fmla="*/ 1470941 h 2920259"/>
                  <a:gd name="connsiteX4-709" fmla="*/ 767 w 8167827"/>
                  <a:gd name="connsiteY4-710" fmla="*/ 0 h 2920259"/>
                  <a:gd name="connsiteX5-711" fmla="*/ 4068271 w 8167827"/>
                  <a:gd name="connsiteY5-712" fmla="*/ 1418897 h 2920259"/>
                  <a:gd name="connsiteX6-713" fmla="*/ 8167827 w 8167827"/>
                  <a:gd name="connsiteY6-714" fmla="*/ 40343 h 2920259"/>
                  <a:gd name="connsiteX0-715" fmla="*/ 8123687 w 8145760"/>
                  <a:gd name="connsiteY0-716" fmla="*/ 53735 h 2920259"/>
                  <a:gd name="connsiteX1-717" fmla="*/ 8145760 w 8145760"/>
                  <a:gd name="connsiteY1-718" fmla="*/ 1579944 h 2920259"/>
                  <a:gd name="connsiteX2-719" fmla="*/ 4123353 w 8145760"/>
                  <a:gd name="connsiteY2-720" fmla="*/ 2919505 h 2920259"/>
                  <a:gd name="connsiteX3-721" fmla="*/ 2295 w 8145760"/>
                  <a:gd name="connsiteY3-722" fmla="*/ 1470941 h 2920259"/>
                  <a:gd name="connsiteX4-723" fmla="*/ 767 w 8145760"/>
                  <a:gd name="connsiteY4-724" fmla="*/ 0 h 2920259"/>
                  <a:gd name="connsiteX5-725" fmla="*/ 4068271 w 8145760"/>
                  <a:gd name="connsiteY5-726" fmla="*/ 1418897 h 2920259"/>
                  <a:gd name="connsiteX6-727" fmla="*/ 8123687 w 8145760"/>
                  <a:gd name="connsiteY6-728" fmla="*/ 53735 h 2920259"/>
                  <a:gd name="connsiteX0-729" fmla="*/ 8161918 w 8161918"/>
                  <a:gd name="connsiteY0-730" fmla="*/ 0 h 2943855"/>
                  <a:gd name="connsiteX1-731" fmla="*/ 8145760 w 8161918"/>
                  <a:gd name="connsiteY1-732" fmla="*/ 1603540 h 2943855"/>
                  <a:gd name="connsiteX2-733" fmla="*/ 4123353 w 8161918"/>
                  <a:gd name="connsiteY2-734" fmla="*/ 2943101 h 2943855"/>
                  <a:gd name="connsiteX3-735" fmla="*/ 2295 w 8161918"/>
                  <a:gd name="connsiteY3-736" fmla="*/ 1494537 h 2943855"/>
                  <a:gd name="connsiteX4-737" fmla="*/ 767 w 8161918"/>
                  <a:gd name="connsiteY4-738" fmla="*/ 23596 h 2943855"/>
                  <a:gd name="connsiteX5-739" fmla="*/ 4068271 w 8161918"/>
                  <a:gd name="connsiteY5-740" fmla="*/ 1442493 h 2943855"/>
                  <a:gd name="connsiteX6-741" fmla="*/ 8161918 w 8161918"/>
                  <a:gd name="connsiteY6-742" fmla="*/ 0 h 2943855"/>
                  <a:gd name="connsiteX0-743" fmla="*/ 8144926 w 8145760"/>
                  <a:gd name="connsiteY0-744" fmla="*/ 43424 h 2920259"/>
                  <a:gd name="connsiteX1-745" fmla="*/ 8145760 w 8145760"/>
                  <a:gd name="connsiteY1-746" fmla="*/ 1579944 h 2920259"/>
                  <a:gd name="connsiteX2-747" fmla="*/ 4123353 w 8145760"/>
                  <a:gd name="connsiteY2-748" fmla="*/ 2919505 h 2920259"/>
                  <a:gd name="connsiteX3-749" fmla="*/ 2295 w 8145760"/>
                  <a:gd name="connsiteY3-750" fmla="*/ 1470941 h 2920259"/>
                  <a:gd name="connsiteX4-751" fmla="*/ 767 w 8145760"/>
                  <a:gd name="connsiteY4-752" fmla="*/ 0 h 2920259"/>
                  <a:gd name="connsiteX5-753" fmla="*/ 4068271 w 8145760"/>
                  <a:gd name="connsiteY5-754" fmla="*/ 1418897 h 2920259"/>
                  <a:gd name="connsiteX6-755" fmla="*/ 8144926 w 8145760"/>
                  <a:gd name="connsiteY6-756" fmla="*/ 43424 h 2920259"/>
                  <a:gd name="connsiteX0-757" fmla="*/ 8161918 w 8161918"/>
                  <a:gd name="connsiteY0-758" fmla="*/ 0 h 2959321"/>
                  <a:gd name="connsiteX1-759" fmla="*/ 8145760 w 8161918"/>
                  <a:gd name="connsiteY1-760" fmla="*/ 1619006 h 2959321"/>
                  <a:gd name="connsiteX2-761" fmla="*/ 4123353 w 8161918"/>
                  <a:gd name="connsiteY2-762" fmla="*/ 2958567 h 2959321"/>
                  <a:gd name="connsiteX3-763" fmla="*/ 2295 w 8161918"/>
                  <a:gd name="connsiteY3-764" fmla="*/ 1510003 h 2959321"/>
                  <a:gd name="connsiteX4-765" fmla="*/ 767 w 8161918"/>
                  <a:gd name="connsiteY4-766" fmla="*/ 39062 h 2959321"/>
                  <a:gd name="connsiteX5-767" fmla="*/ 4068271 w 8161918"/>
                  <a:gd name="connsiteY5-768" fmla="*/ 1457959 h 2959321"/>
                  <a:gd name="connsiteX6-769" fmla="*/ 8161918 w 8161918"/>
                  <a:gd name="connsiteY6-770" fmla="*/ 0 h 2959321"/>
                  <a:gd name="connsiteX0-771" fmla="*/ 8161918 w 8162752"/>
                  <a:gd name="connsiteY0-772" fmla="*/ 0 h 2959488"/>
                  <a:gd name="connsiteX1-773" fmla="*/ 8162752 w 8162752"/>
                  <a:gd name="connsiteY1-774" fmla="*/ 1629317 h 2959488"/>
                  <a:gd name="connsiteX2-775" fmla="*/ 4123353 w 8162752"/>
                  <a:gd name="connsiteY2-776" fmla="*/ 2958567 h 2959488"/>
                  <a:gd name="connsiteX3-777" fmla="*/ 2295 w 8162752"/>
                  <a:gd name="connsiteY3-778" fmla="*/ 1510003 h 2959488"/>
                  <a:gd name="connsiteX4-779" fmla="*/ 767 w 8162752"/>
                  <a:gd name="connsiteY4-780" fmla="*/ 39062 h 2959488"/>
                  <a:gd name="connsiteX5-781" fmla="*/ 4068271 w 8162752"/>
                  <a:gd name="connsiteY5-782" fmla="*/ 1457959 h 2959488"/>
                  <a:gd name="connsiteX6-783" fmla="*/ 8161918 w 8162752"/>
                  <a:gd name="connsiteY6-784" fmla="*/ 0 h 2959488"/>
                  <a:gd name="connsiteX0-785" fmla="*/ 8165930 w 8166764"/>
                  <a:gd name="connsiteY0-786" fmla="*/ 7337 h 2966825"/>
                  <a:gd name="connsiteX1-787" fmla="*/ 8166764 w 8166764"/>
                  <a:gd name="connsiteY1-788" fmla="*/ 1636654 h 2966825"/>
                  <a:gd name="connsiteX2-789" fmla="*/ 4127365 w 8166764"/>
                  <a:gd name="connsiteY2-790" fmla="*/ 2965904 h 2966825"/>
                  <a:gd name="connsiteX3-791" fmla="*/ 6307 w 8166764"/>
                  <a:gd name="connsiteY3-792" fmla="*/ 1517340 h 2966825"/>
                  <a:gd name="connsiteX4-793" fmla="*/ 532 w 8166764"/>
                  <a:gd name="connsiteY4-794" fmla="*/ 0 h 2966825"/>
                  <a:gd name="connsiteX5-795" fmla="*/ 4072283 w 8166764"/>
                  <a:gd name="connsiteY5-796" fmla="*/ 1465296 h 2966825"/>
                  <a:gd name="connsiteX6-797" fmla="*/ 8165930 w 8166764"/>
                  <a:gd name="connsiteY6-798" fmla="*/ 7337 h 2966825"/>
                  <a:gd name="connsiteX0-799" fmla="*/ 8168119 w 8168953"/>
                  <a:gd name="connsiteY0-800" fmla="*/ 7337 h 2966682"/>
                  <a:gd name="connsiteX1-801" fmla="*/ 8168953 w 8168953"/>
                  <a:gd name="connsiteY1-802" fmla="*/ 1636654 h 2966682"/>
                  <a:gd name="connsiteX2-803" fmla="*/ 4129554 w 8168953"/>
                  <a:gd name="connsiteY2-804" fmla="*/ 2965904 h 2966682"/>
                  <a:gd name="connsiteX3-805" fmla="*/ 0 w 8168953"/>
                  <a:gd name="connsiteY3-806" fmla="*/ 1527651 h 2966682"/>
                  <a:gd name="connsiteX4-807" fmla="*/ 2721 w 8168953"/>
                  <a:gd name="connsiteY4-808" fmla="*/ 0 h 2966682"/>
                  <a:gd name="connsiteX5-809" fmla="*/ 4074472 w 8168953"/>
                  <a:gd name="connsiteY5-810" fmla="*/ 1465296 h 2966682"/>
                  <a:gd name="connsiteX6-811" fmla="*/ 8168119 w 8168953"/>
                  <a:gd name="connsiteY6-812" fmla="*/ 7337 h 2966682"/>
                  <a:gd name="connsiteX0-813" fmla="*/ 8168119 w 8168953"/>
                  <a:gd name="connsiteY0-814" fmla="*/ 7337 h 3100377"/>
                  <a:gd name="connsiteX1-815" fmla="*/ 8168953 w 8168953"/>
                  <a:gd name="connsiteY1-816" fmla="*/ 1636654 h 3100377"/>
                  <a:gd name="connsiteX2-817" fmla="*/ 4118520 w 8168953"/>
                  <a:gd name="connsiteY2-818" fmla="*/ 3099826 h 3100377"/>
                  <a:gd name="connsiteX3-819" fmla="*/ 0 w 8168953"/>
                  <a:gd name="connsiteY3-820" fmla="*/ 1527651 h 3100377"/>
                  <a:gd name="connsiteX4-821" fmla="*/ 2721 w 8168953"/>
                  <a:gd name="connsiteY4-822" fmla="*/ 0 h 3100377"/>
                  <a:gd name="connsiteX5-823" fmla="*/ 4074472 w 8168953"/>
                  <a:gd name="connsiteY5-824" fmla="*/ 1465296 h 3100377"/>
                  <a:gd name="connsiteX6-825" fmla="*/ 8168119 w 8168953"/>
                  <a:gd name="connsiteY6-826" fmla="*/ 7337 h 3100377"/>
                  <a:gd name="connsiteX0-827" fmla="*/ 8168119 w 8168953"/>
                  <a:gd name="connsiteY0-828" fmla="*/ 7337 h 3100429"/>
                  <a:gd name="connsiteX1-829" fmla="*/ 8168953 w 8168953"/>
                  <a:gd name="connsiteY1-830" fmla="*/ 1636654 h 3100429"/>
                  <a:gd name="connsiteX2-831" fmla="*/ 4118520 w 8168953"/>
                  <a:gd name="connsiteY2-832" fmla="*/ 3099826 h 3100429"/>
                  <a:gd name="connsiteX3-833" fmla="*/ 0 w 8168953"/>
                  <a:gd name="connsiteY3-834" fmla="*/ 1527651 h 3100429"/>
                  <a:gd name="connsiteX4-835" fmla="*/ 2721 w 8168953"/>
                  <a:gd name="connsiteY4-836" fmla="*/ 0 h 3100429"/>
                  <a:gd name="connsiteX5-837" fmla="*/ 4074472 w 8168953"/>
                  <a:gd name="connsiteY5-838" fmla="*/ 1465296 h 3100429"/>
                  <a:gd name="connsiteX6-839" fmla="*/ 8168119 w 8168953"/>
                  <a:gd name="connsiteY6-840" fmla="*/ 7337 h 3100429"/>
                  <a:gd name="connsiteX0-841" fmla="*/ 8165849 w 8166683"/>
                  <a:gd name="connsiteY0-842" fmla="*/ 7337 h 3099826"/>
                  <a:gd name="connsiteX1-843" fmla="*/ 8166683 w 8166683"/>
                  <a:gd name="connsiteY1-844" fmla="*/ 1636654 h 3099826"/>
                  <a:gd name="connsiteX2-845" fmla="*/ 4116250 w 8166683"/>
                  <a:gd name="connsiteY2-846" fmla="*/ 3099826 h 3099826"/>
                  <a:gd name="connsiteX3-847" fmla="*/ 8764 w 8166683"/>
                  <a:gd name="connsiteY3-848" fmla="*/ 1634789 h 3099826"/>
                  <a:gd name="connsiteX4-849" fmla="*/ 451 w 8166683"/>
                  <a:gd name="connsiteY4-850" fmla="*/ 0 h 3099826"/>
                  <a:gd name="connsiteX5-851" fmla="*/ 4072202 w 8166683"/>
                  <a:gd name="connsiteY5-852" fmla="*/ 1465296 h 3099826"/>
                  <a:gd name="connsiteX6-853" fmla="*/ 8165849 w 8166683"/>
                  <a:gd name="connsiteY6-854" fmla="*/ 7337 h 3099826"/>
                  <a:gd name="connsiteX0-855" fmla="*/ 8165849 w 8166683"/>
                  <a:gd name="connsiteY0-856" fmla="*/ 7337 h 3099826"/>
                  <a:gd name="connsiteX1-857" fmla="*/ 8166683 w 8166683"/>
                  <a:gd name="connsiteY1-858" fmla="*/ 1636654 h 3099826"/>
                  <a:gd name="connsiteX2-859" fmla="*/ 4116250 w 8166683"/>
                  <a:gd name="connsiteY2-860" fmla="*/ 3099826 h 3099826"/>
                  <a:gd name="connsiteX3-861" fmla="*/ 8764 w 8166683"/>
                  <a:gd name="connsiteY3-862" fmla="*/ 1634789 h 3099826"/>
                  <a:gd name="connsiteX4-863" fmla="*/ 451 w 8166683"/>
                  <a:gd name="connsiteY4-864" fmla="*/ 0 h 3099826"/>
                  <a:gd name="connsiteX5-865" fmla="*/ 4072202 w 8166683"/>
                  <a:gd name="connsiteY5-866" fmla="*/ 1465296 h 3099826"/>
                  <a:gd name="connsiteX6-867" fmla="*/ 8165849 w 8166683"/>
                  <a:gd name="connsiteY6-868" fmla="*/ 7337 h 3099826"/>
                  <a:gd name="connsiteX0-869" fmla="*/ 8165849 w 8166683"/>
                  <a:gd name="connsiteY0-870" fmla="*/ 7337 h 3099826"/>
                  <a:gd name="connsiteX1-871" fmla="*/ 8166683 w 8166683"/>
                  <a:gd name="connsiteY1-872" fmla="*/ 1636654 h 3099826"/>
                  <a:gd name="connsiteX2-873" fmla="*/ 4116250 w 8166683"/>
                  <a:gd name="connsiteY2-874" fmla="*/ 3099826 h 3099826"/>
                  <a:gd name="connsiteX3-875" fmla="*/ 8764 w 8166683"/>
                  <a:gd name="connsiteY3-876" fmla="*/ 1634789 h 3099826"/>
                  <a:gd name="connsiteX4-877" fmla="*/ 451 w 8166683"/>
                  <a:gd name="connsiteY4-878" fmla="*/ 0 h 3099826"/>
                  <a:gd name="connsiteX5-879" fmla="*/ 4061168 w 8166683"/>
                  <a:gd name="connsiteY5-880" fmla="*/ 1438511 h 3099826"/>
                  <a:gd name="connsiteX6-881" fmla="*/ 8165849 w 8166683"/>
                  <a:gd name="connsiteY6-882" fmla="*/ 7337 h 3099826"/>
                  <a:gd name="connsiteX0-883" fmla="*/ 8165849 w 8166683"/>
                  <a:gd name="connsiteY0-884" fmla="*/ 7337 h 3099826"/>
                  <a:gd name="connsiteX1-885" fmla="*/ 8166683 w 8166683"/>
                  <a:gd name="connsiteY1-886" fmla="*/ 1636654 h 3099826"/>
                  <a:gd name="connsiteX2-887" fmla="*/ 4116250 w 8166683"/>
                  <a:gd name="connsiteY2-888" fmla="*/ 3099826 h 3099826"/>
                  <a:gd name="connsiteX3-889" fmla="*/ 8764 w 8166683"/>
                  <a:gd name="connsiteY3-890" fmla="*/ 1634789 h 3099826"/>
                  <a:gd name="connsiteX4-891" fmla="*/ 451 w 8166683"/>
                  <a:gd name="connsiteY4-892" fmla="*/ 0 h 3099826"/>
                  <a:gd name="connsiteX5-893" fmla="*/ 4061168 w 8166683"/>
                  <a:gd name="connsiteY5-894" fmla="*/ 1438511 h 3099826"/>
                  <a:gd name="connsiteX6-895" fmla="*/ 8165849 w 8166683"/>
                  <a:gd name="connsiteY6-896" fmla="*/ 7337 h 309982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0" name="Oval 179"/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181" name="Group 180"/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82" name="Freeform 181"/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-1" fmla="*/ 3725333 w 4641485"/>
                    <a:gd name="connsiteY0-2" fmla="*/ 0 h 1049866"/>
                    <a:gd name="connsiteX1-3" fmla="*/ 4641485 w 4641485"/>
                    <a:gd name="connsiteY1-4" fmla="*/ 239402 h 1049866"/>
                    <a:gd name="connsiteX2-5" fmla="*/ 3962400 w 4641485"/>
                    <a:gd name="connsiteY2-6" fmla="*/ 541866 h 1049866"/>
                    <a:gd name="connsiteX3-7" fmla="*/ 3742267 w 4641485"/>
                    <a:gd name="connsiteY3-8" fmla="*/ 457200 h 1049866"/>
                    <a:gd name="connsiteX4-9" fmla="*/ 2269067 w 4641485"/>
                    <a:gd name="connsiteY4-10" fmla="*/ 1049866 h 1049866"/>
                    <a:gd name="connsiteX5-11" fmla="*/ 880533 w 4641485"/>
                    <a:gd name="connsiteY5-12" fmla="*/ 457200 h 1049866"/>
                    <a:gd name="connsiteX6-13" fmla="*/ 592667 w 4641485"/>
                    <a:gd name="connsiteY6-14" fmla="*/ 541866 h 1049866"/>
                    <a:gd name="connsiteX7-15" fmla="*/ 0 w 4641485"/>
                    <a:gd name="connsiteY7-16" fmla="*/ 254000 h 1049866"/>
                    <a:gd name="connsiteX8-17" fmla="*/ 880533 w 4641485"/>
                    <a:gd name="connsiteY8-18" fmla="*/ 16933 h 1049866"/>
                    <a:gd name="connsiteX9-19" fmla="*/ 2302933 w 4641485"/>
                    <a:gd name="connsiteY9-20" fmla="*/ 626533 h 1049866"/>
                    <a:gd name="connsiteX10-21" fmla="*/ 3725333 w 4641485"/>
                    <a:gd name="connsiteY10-22" fmla="*/ 0 h 1049866"/>
                    <a:gd name="connsiteX0-23" fmla="*/ 3756864 w 4673016"/>
                    <a:gd name="connsiteY0-24" fmla="*/ 0 h 1049866"/>
                    <a:gd name="connsiteX1-25" fmla="*/ 4673016 w 4673016"/>
                    <a:gd name="connsiteY1-26" fmla="*/ 239402 h 1049866"/>
                    <a:gd name="connsiteX2-27" fmla="*/ 3993931 w 4673016"/>
                    <a:gd name="connsiteY2-28" fmla="*/ 541866 h 1049866"/>
                    <a:gd name="connsiteX3-29" fmla="*/ 3773798 w 4673016"/>
                    <a:gd name="connsiteY3-30" fmla="*/ 457200 h 1049866"/>
                    <a:gd name="connsiteX4-31" fmla="*/ 2300598 w 4673016"/>
                    <a:gd name="connsiteY4-32" fmla="*/ 1049866 h 1049866"/>
                    <a:gd name="connsiteX5-33" fmla="*/ 912064 w 4673016"/>
                    <a:gd name="connsiteY5-34" fmla="*/ 457200 h 1049866"/>
                    <a:gd name="connsiteX6-35" fmla="*/ 624198 w 4673016"/>
                    <a:gd name="connsiteY6-36" fmla="*/ 541866 h 1049866"/>
                    <a:gd name="connsiteX7-37" fmla="*/ 0 w 4673016"/>
                    <a:gd name="connsiteY7-38" fmla="*/ 232979 h 1049866"/>
                    <a:gd name="connsiteX8-39" fmla="*/ 912064 w 4673016"/>
                    <a:gd name="connsiteY8-40" fmla="*/ 16933 h 1049866"/>
                    <a:gd name="connsiteX9-41" fmla="*/ 2334464 w 4673016"/>
                    <a:gd name="connsiteY9-42" fmla="*/ 626533 h 1049866"/>
                    <a:gd name="connsiteX10-43" fmla="*/ 3756864 w 4673016"/>
                    <a:gd name="connsiteY10-44" fmla="*/ 0 h 1049866"/>
                    <a:gd name="connsiteX0-45" fmla="*/ 3756864 w 4673016"/>
                    <a:gd name="connsiteY0-46" fmla="*/ 0 h 1049866"/>
                    <a:gd name="connsiteX1-47" fmla="*/ 4673016 w 4673016"/>
                    <a:gd name="connsiteY1-48" fmla="*/ 239402 h 1049866"/>
                    <a:gd name="connsiteX2-49" fmla="*/ 3993931 w 4673016"/>
                    <a:gd name="connsiteY2-50" fmla="*/ 541866 h 1049866"/>
                    <a:gd name="connsiteX3-51" fmla="*/ 3784308 w 4673016"/>
                    <a:gd name="connsiteY3-52" fmla="*/ 404648 h 1049866"/>
                    <a:gd name="connsiteX4-53" fmla="*/ 2300598 w 4673016"/>
                    <a:gd name="connsiteY4-54" fmla="*/ 1049866 h 1049866"/>
                    <a:gd name="connsiteX5-55" fmla="*/ 912064 w 4673016"/>
                    <a:gd name="connsiteY5-56" fmla="*/ 457200 h 1049866"/>
                    <a:gd name="connsiteX6-57" fmla="*/ 624198 w 4673016"/>
                    <a:gd name="connsiteY6-58" fmla="*/ 541866 h 1049866"/>
                    <a:gd name="connsiteX7-59" fmla="*/ 0 w 4673016"/>
                    <a:gd name="connsiteY7-60" fmla="*/ 232979 h 1049866"/>
                    <a:gd name="connsiteX8-61" fmla="*/ 912064 w 4673016"/>
                    <a:gd name="connsiteY8-62" fmla="*/ 16933 h 1049866"/>
                    <a:gd name="connsiteX9-63" fmla="*/ 2334464 w 4673016"/>
                    <a:gd name="connsiteY9-64" fmla="*/ 626533 h 1049866"/>
                    <a:gd name="connsiteX10-65" fmla="*/ 3756864 w 4673016"/>
                    <a:gd name="connsiteY10-66" fmla="*/ 0 h 1049866"/>
                    <a:gd name="connsiteX0-67" fmla="*/ 3756864 w 4673016"/>
                    <a:gd name="connsiteY0-68" fmla="*/ 0 h 1049866"/>
                    <a:gd name="connsiteX1-69" fmla="*/ 4673016 w 4673016"/>
                    <a:gd name="connsiteY1-70" fmla="*/ 239402 h 1049866"/>
                    <a:gd name="connsiteX2-71" fmla="*/ 3993931 w 4673016"/>
                    <a:gd name="connsiteY2-72" fmla="*/ 541866 h 1049866"/>
                    <a:gd name="connsiteX3-73" fmla="*/ 3794818 w 4673016"/>
                    <a:gd name="connsiteY3-74" fmla="*/ 436179 h 1049866"/>
                    <a:gd name="connsiteX4-75" fmla="*/ 2300598 w 4673016"/>
                    <a:gd name="connsiteY4-76" fmla="*/ 1049866 h 1049866"/>
                    <a:gd name="connsiteX5-77" fmla="*/ 912064 w 4673016"/>
                    <a:gd name="connsiteY5-78" fmla="*/ 457200 h 1049866"/>
                    <a:gd name="connsiteX6-79" fmla="*/ 624198 w 4673016"/>
                    <a:gd name="connsiteY6-80" fmla="*/ 541866 h 1049866"/>
                    <a:gd name="connsiteX7-81" fmla="*/ 0 w 4673016"/>
                    <a:gd name="connsiteY7-82" fmla="*/ 232979 h 1049866"/>
                    <a:gd name="connsiteX8-83" fmla="*/ 912064 w 4673016"/>
                    <a:gd name="connsiteY8-84" fmla="*/ 16933 h 1049866"/>
                    <a:gd name="connsiteX9-85" fmla="*/ 2334464 w 4673016"/>
                    <a:gd name="connsiteY9-86" fmla="*/ 626533 h 1049866"/>
                    <a:gd name="connsiteX10-87" fmla="*/ 3756864 w 4673016"/>
                    <a:gd name="connsiteY10-88" fmla="*/ 0 h 1049866"/>
                    <a:gd name="connsiteX0-89" fmla="*/ 3756864 w 4673016"/>
                    <a:gd name="connsiteY0-90" fmla="*/ 0 h 1049866"/>
                    <a:gd name="connsiteX1-91" fmla="*/ 4673016 w 4673016"/>
                    <a:gd name="connsiteY1-92" fmla="*/ 239402 h 1049866"/>
                    <a:gd name="connsiteX2-93" fmla="*/ 3993931 w 4673016"/>
                    <a:gd name="connsiteY2-94" fmla="*/ 541866 h 1049866"/>
                    <a:gd name="connsiteX3-95" fmla="*/ 3794818 w 4673016"/>
                    <a:gd name="connsiteY3-96" fmla="*/ 436179 h 1049866"/>
                    <a:gd name="connsiteX4-97" fmla="*/ 2300598 w 4673016"/>
                    <a:gd name="connsiteY4-98" fmla="*/ 1049866 h 1049866"/>
                    <a:gd name="connsiteX5-99" fmla="*/ 912064 w 4673016"/>
                    <a:gd name="connsiteY5-100" fmla="*/ 457200 h 1049866"/>
                    <a:gd name="connsiteX6-101" fmla="*/ 624198 w 4673016"/>
                    <a:gd name="connsiteY6-102" fmla="*/ 541866 h 1049866"/>
                    <a:gd name="connsiteX7-103" fmla="*/ 0 w 4673016"/>
                    <a:gd name="connsiteY7-104" fmla="*/ 232979 h 1049866"/>
                    <a:gd name="connsiteX8-105" fmla="*/ 912064 w 4673016"/>
                    <a:gd name="connsiteY8-106" fmla="*/ 16933 h 1049866"/>
                    <a:gd name="connsiteX9-107" fmla="*/ 2323954 w 4673016"/>
                    <a:gd name="connsiteY9-108" fmla="*/ 616023 h 1049866"/>
                    <a:gd name="connsiteX10-109" fmla="*/ 3756864 w 4673016"/>
                    <a:gd name="connsiteY10-110" fmla="*/ 0 h 1049866"/>
                    <a:gd name="connsiteX0-111" fmla="*/ 3756864 w 4673016"/>
                    <a:gd name="connsiteY0-112" fmla="*/ 0 h 1049866"/>
                    <a:gd name="connsiteX1-113" fmla="*/ 4673016 w 4673016"/>
                    <a:gd name="connsiteY1-114" fmla="*/ 239402 h 1049866"/>
                    <a:gd name="connsiteX2-115" fmla="*/ 3993931 w 4673016"/>
                    <a:gd name="connsiteY2-116" fmla="*/ 541866 h 1049866"/>
                    <a:gd name="connsiteX3-117" fmla="*/ 3794818 w 4673016"/>
                    <a:gd name="connsiteY3-118" fmla="*/ 436179 h 1049866"/>
                    <a:gd name="connsiteX4-119" fmla="*/ 2300598 w 4673016"/>
                    <a:gd name="connsiteY4-120" fmla="*/ 1049866 h 1049866"/>
                    <a:gd name="connsiteX5-121" fmla="*/ 912064 w 4673016"/>
                    <a:gd name="connsiteY5-122" fmla="*/ 457200 h 1049866"/>
                    <a:gd name="connsiteX6-123" fmla="*/ 624198 w 4673016"/>
                    <a:gd name="connsiteY6-124" fmla="*/ 541866 h 1049866"/>
                    <a:gd name="connsiteX7-125" fmla="*/ 0 w 4673016"/>
                    <a:gd name="connsiteY7-126" fmla="*/ 275021 h 1049866"/>
                    <a:gd name="connsiteX8-127" fmla="*/ 912064 w 4673016"/>
                    <a:gd name="connsiteY8-128" fmla="*/ 16933 h 1049866"/>
                    <a:gd name="connsiteX9-129" fmla="*/ 2323954 w 4673016"/>
                    <a:gd name="connsiteY9-130" fmla="*/ 616023 h 1049866"/>
                    <a:gd name="connsiteX10-131" fmla="*/ 3756864 w 4673016"/>
                    <a:gd name="connsiteY10-132" fmla="*/ 0 h 1049866"/>
                    <a:gd name="connsiteX0-133" fmla="*/ 3756864 w 4673016"/>
                    <a:gd name="connsiteY0-134" fmla="*/ 0 h 1049866"/>
                    <a:gd name="connsiteX1-135" fmla="*/ 4673016 w 4673016"/>
                    <a:gd name="connsiteY1-136" fmla="*/ 239402 h 1049866"/>
                    <a:gd name="connsiteX2-137" fmla="*/ 3993931 w 4673016"/>
                    <a:gd name="connsiteY2-138" fmla="*/ 541866 h 1049866"/>
                    <a:gd name="connsiteX3-139" fmla="*/ 3815839 w 4673016"/>
                    <a:gd name="connsiteY3-140" fmla="*/ 467710 h 1049866"/>
                    <a:gd name="connsiteX4-141" fmla="*/ 2300598 w 4673016"/>
                    <a:gd name="connsiteY4-142" fmla="*/ 1049866 h 1049866"/>
                    <a:gd name="connsiteX5-143" fmla="*/ 912064 w 4673016"/>
                    <a:gd name="connsiteY5-144" fmla="*/ 457200 h 1049866"/>
                    <a:gd name="connsiteX6-145" fmla="*/ 624198 w 4673016"/>
                    <a:gd name="connsiteY6-146" fmla="*/ 541866 h 1049866"/>
                    <a:gd name="connsiteX7-147" fmla="*/ 0 w 4673016"/>
                    <a:gd name="connsiteY7-148" fmla="*/ 275021 h 1049866"/>
                    <a:gd name="connsiteX8-149" fmla="*/ 912064 w 4673016"/>
                    <a:gd name="connsiteY8-150" fmla="*/ 16933 h 1049866"/>
                    <a:gd name="connsiteX9-151" fmla="*/ 2323954 w 4673016"/>
                    <a:gd name="connsiteY9-152" fmla="*/ 616023 h 1049866"/>
                    <a:gd name="connsiteX10-153" fmla="*/ 3756864 w 4673016"/>
                    <a:gd name="connsiteY10-154" fmla="*/ 0 h 104986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3" name="Freeform 182"/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4" name="Freeform 183"/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5" name="Freeform 184"/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-1" fmla="*/ 168165 w 3731172"/>
                    <a:gd name="connsiteY0-2" fmla="*/ 73572 h 1418896"/>
                    <a:gd name="connsiteX1-3" fmla="*/ 451945 w 3731172"/>
                    <a:gd name="connsiteY1-4" fmla="*/ 0 h 1418896"/>
                    <a:gd name="connsiteX2-5" fmla="*/ 1881352 w 3731172"/>
                    <a:gd name="connsiteY2-6" fmla="*/ 599089 h 1418896"/>
                    <a:gd name="connsiteX3-7" fmla="*/ 3363310 w 3731172"/>
                    <a:gd name="connsiteY3-8" fmla="*/ 0 h 1418896"/>
                    <a:gd name="connsiteX4-9" fmla="*/ 3584027 w 3731172"/>
                    <a:gd name="connsiteY4-10" fmla="*/ 73572 h 1418896"/>
                    <a:gd name="connsiteX5-11" fmla="*/ 2627586 w 3731172"/>
                    <a:gd name="connsiteY5-12" fmla="*/ 441434 h 1418896"/>
                    <a:gd name="connsiteX6-13" fmla="*/ 2596055 w 3731172"/>
                    <a:gd name="connsiteY6-14" fmla="*/ 914400 h 1418896"/>
                    <a:gd name="connsiteX7-15" fmla="*/ 3731172 w 3731172"/>
                    <a:gd name="connsiteY7-16" fmla="*/ 1345324 h 1418896"/>
                    <a:gd name="connsiteX8-17" fmla="*/ 3447393 w 3731172"/>
                    <a:gd name="connsiteY8-18" fmla="*/ 1408386 h 1418896"/>
                    <a:gd name="connsiteX9-19" fmla="*/ 1870841 w 3731172"/>
                    <a:gd name="connsiteY9-20" fmla="*/ 746234 h 1418896"/>
                    <a:gd name="connsiteX10-21" fmla="*/ 262758 w 3731172"/>
                    <a:gd name="connsiteY10-22" fmla="*/ 1418896 h 1418896"/>
                    <a:gd name="connsiteX11-23" fmla="*/ 0 w 3731172"/>
                    <a:gd name="connsiteY11-24" fmla="*/ 1324303 h 1418896"/>
                    <a:gd name="connsiteX12-25" fmla="*/ 1145627 w 3731172"/>
                    <a:gd name="connsiteY12-26" fmla="*/ 882869 h 1418896"/>
                    <a:gd name="connsiteX13-27" fmla="*/ 1114096 w 3731172"/>
                    <a:gd name="connsiteY13-28" fmla="*/ 409903 h 1418896"/>
                    <a:gd name="connsiteX14-29" fmla="*/ 441434 w 3731172"/>
                    <a:gd name="connsiteY14-30" fmla="*/ 10510 h 1418896"/>
                    <a:gd name="connsiteX15-31" fmla="*/ 441434 w 3731172"/>
                    <a:gd name="connsiteY15-32" fmla="*/ 10510 h 1418896"/>
                    <a:gd name="connsiteX0-33" fmla="*/ 168165 w 3731172"/>
                    <a:gd name="connsiteY0-34" fmla="*/ 73572 h 1418896"/>
                    <a:gd name="connsiteX1-35" fmla="*/ 451945 w 3731172"/>
                    <a:gd name="connsiteY1-36" fmla="*/ 0 h 1418896"/>
                    <a:gd name="connsiteX2-37" fmla="*/ 1881352 w 3731172"/>
                    <a:gd name="connsiteY2-38" fmla="*/ 599089 h 1418896"/>
                    <a:gd name="connsiteX3-39" fmla="*/ 3363310 w 3731172"/>
                    <a:gd name="connsiteY3-40" fmla="*/ 0 h 1418896"/>
                    <a:gd name="connsiteX4-41" fmla="*/ 3584027 w 3731172"/>
                    <a:gd name="connsiteY4-42" fmla="*/ 73572 h 1418896"/>
                    <a:gd name="connsiteX5-43" fmla="*/ 2627586 w 3731172"/>
                    <a:gd name="connsiteY5-44" fmla="*/ 441434 h 1418896"/>
                    <a:gd name="connsiteX6-45" fmla="*/ 2596055 w 3731172"/>
                    <a:gd name="connsiteY6-46" fmla="*/ 914400 h 1418896"/>
                    <a:gd name="connsiteX7-47" fmla="*/ 3731172 w 3731172"/>
                    <a:gd name="connsiteY7-48" fmla="*/ 1345324 h 1418896"/>
                    <a:gd name="connsiteX8-49" fmla="*/ 3447393 w 3731172"/>
                    <a:gd name="connsiteY8-50" fmla="*/ 1408386 h 1418896"/>
                    <a:gd name="connsiteX9-51" fmla="*/ 1870841 w 3731172"/>
                    <a:gd name="connsiteY9-52" fmla="*/ 746234 h 1418896"/>
                    <a:gd name="connsiteX10-53" fmla="*/ 262758 w 3731172"/>
                    <a:gd name="connsiteY10-54" fmla="*/ 1418896 h 1418896"/>
                    <a:gd name="connsiteX11-55" fmla="*/ 0 w 3731172"/>
                    <a:gd name="connsiteY11-56" fmla="*/ 1324303 h 1418896"/>
                    <a:gd name="connsiteX12-57" fmla="*/ 1145627 w 3731172"/>
                    <a:gd name="connsiteY12-58" fmla="*/ 882869 h 1418896"/>
                    <a:gd name="connsiteX13-59" fmla="*/ 1114096 w 3731172"/>
                    <a:gd name="connsiteY13-60" fmla="*/ 409903 h 1418896"/>
                    <a:gd name="connsiteX14-61" fmla="*/ 441434 w 3731172"/>
                    <a:gd name="connsiteY14-62" fmla="*/ 10510 h 1418896"/>
                    <a:gd name="connsiteX0-63" fmla="*/ 168165 w 3731172"/>
                    <a:gd name="connsiteY0-64" fmla="*/ 73572 h 1418896"/>
                    <a:gd name="connsiteX1-65" fmla="*/ 451945 w 3731172"/>
                    <a:gd name="connsiteY1-66" fmla="*/ 0 h 1418896"/>
                    <a:gd name="connsiteX2-67" fmla="*/ 1881352 w 3731172"/>
                    <a:gd name="connsiteY2-68" fmla="*/ 599089 h 1418896"/>
                    <a:gd name="connsiteX3-69" fmla="*/ 3363310 w 3731172"/>
                    <a:gd name="connsiteY3-70" fmla="*/ 0 h 1418896"/>
                    <a:gd name="connsiteX4-71" fmla="*/ 3584027 w 3731172"/>
                    <a:gd name="connsiteY4-72" fmla="*/ 73572 h 1418896"/>
                    <a:gd name="connsiteX5-73" fmla="*/ 2627586 w 3731172"/>
                    <a:gd name="connsiteY5-74" fmla="*/ 441434 h 1418896"/>
                    <a:gd name="connsiteX6-75" fmla="*/ 2596055 w 3731172"/>
                    <a:gd name="connsiteY6-76" fmla="*/ 914400 h 1418896"/>
                    <a:gd name="connsiteX7-77" fmla="*/ 3731172 w 3731172"/>
                    <a:gd name="connsiteY7-78" fmla="*/ 1345324 h 1418896"/>
                    <a:gd name="connsiteX8-79" fmla="*/ 3447393 w 3731172"/>
                    <a:gd name="connsiteY8-80" fmla="*/ 1408386 h 1418896"/>
                    <a:gd name="connsiteX9-81" fmla="*/ 1870841 w 3731172"/>
                    <a:gd name="connsiteY9-82" fmla="*/ 746234 h 1418896"/>
                    <a:gd name="connsiteX10-83" fmla="*/ 262758 w 3731172"/>
                    <a:gd name="connsiteY10-84" fmla="*/ 1418896 h 1418896"/>
                    <a:gd name="connsiteX11-85" fmla="*/ 0 w 3731172"/>
                    <a:gd name="connsiteY11-86" fmla="*/ 1324303 h 1418896"/>
                    <a:gd name="connsiteX12-87" fmla="*/ 1145627 w 3731172"/>
                    <a:gd name="connsiteY12-88" fmla="*/ 882869 h 1418896"/>
                    <a:gd name="connsiteX13-89" fmla="*/ 1114096 w 3731172"/>
                    <a:gd name="connsiteY13-90" fmla="*/ 409903 h 1418896"/>
                    <a:gd name="connsiteX14-91" fmla="*/ 357351 w 3731172"/>
                    <a:gd name="connsiteY14-92" fmla="*/ 115613 h 1418896"/>
                    <a:gd name="connsiteX0-93" fmla="*/ 168165 w 3731172"/>
                    <a:gd name="connsiteY0-94" fmla="*/ 73572 h 1418896"/>
                    <a:gd name="connsiteX1-95" fmla="*/ 451945 w 3731172"/>
                    <a:gd name="connsiteY1-96" fmla="*/ 0 h 1418896"/>
                    <a:gd name="connsiteX2-97" fmla="*/ 1881352 w 3731172"/>
                    <a:gd name="connsiteY2-98" fmla="*/ 599089 h 1418896"/>
                    <a:gd name="connsiteX3-99" fmla="*/ 3363310 w 3731172"/>
                    <a:gd name="connsiteY3-100" fmla="*/ 0 h 1418896"/>
                    <a:gd name="connsiteX4-101" fmla="*/ 3584027 w 3731172"/>
                    <a:gd name="connsiteY4-102" fmla="*/ 73572 h 1418896"/>
                    <a:gd name="connsiteX5-103" fmla="*/ 2627586 w 3731172"/>
                    <a:gd name="connsiteY5-104" fmla="*/ 441434 h 1418896"/>
                    <a:gd name="connsiteX6-105" fmla="*/ 2596055 w 3731172"/>
                    <a:gd name="connsiteY6-106" fmla="*/ 914400 h 1418896"/>
                    <a:gd name="connsiteX7-107" fmla="*/ 3731172 w 3731172"/>
                    <a:gd name="connsiteY7-108" fmla="*/ 1345324 h 1418896"/>
                    <a:gd name="connsiteX8-109" fmla="*/ 3447393 w 3731172"/>
                    <a:gd name="connsiteY8-110" fmla="*/ 1408386 h 1418896"/>
                    <a:gd name="connsiteX9-111" fmla="*/ 1870841 w 3731172"/>
                    <a:gd name="connsiteY9-112" fmla="*/ 746234 h 1418896"/>
                    <a:gd name="connsiteX10-113" fmla="*/ 262758 w 3731172"/>
                    <a:gd name="connsiteY10-114" fmla="*/ 1418896 h 1418896"/>
                    <a:gd name="connsiteX11-115" fmla="*/ 0 w 3731172"/>
                    <a:gd name="connsiteY11-116" fmla="*/ 1324303 h 1418896"/>
                    <a:gd name="connsiteX12-117" fmla="*/ 1145627 w 3731172"/>
                    <a:gd name="connsiteY12-118" fmla="*/ 882869 h 1418896"/>
                    <a:gd name="connsiteX13-119" fmla="*/ 1114096 w 3731172"/>
                    <a:gd name="connsiteY13-120" fmla="*/ 409903 h 1418896"/>
                    <a:gd name="connsiteX14-121" fmla="*/ 147144 w 3731172"/>
                    <a:gd name="connsiteY14-122" fmla="*/ 63061 h 1418896"/>
                    <a:gd name="connsiteX0-123" fmla="*/ 168165 w 3731172"/>
                    <a:gd name="connsiteY0-124" fmla="*/ 73572 h 1418896"/>
                    <a:gd name="connsiteX1-125" fmla="*/ 451945 w 3731172"/>
                    <a:gd name="connsiteY1-126" fmla="*/ 0 h 1418896"/>
                    <a:gd name="connsiteX2-127" fmla="*/ 1881352 w 3731172"/>
                    <a:gd name="connsiteY2-128" fmla="*/ 599089 h 1418896"/>
                    <a:gd name="connsiteX3-129" fmla="*/ 3363310 w 3731172"/>
                    <a:gd name="connsiteY3-130" fmla="*/ 0 h 1418896"/>
                    <a:gd name="connsiteX4-131" fmla="*/ 3584027 w 3731172"/>
                    <a:gd name="connsiteY4-132" fmla="*/ 73572 h 1418896"/>
                    <a:gd name="connsiteX5-133" fmla="*/ 2627586 w 3731172"/>
                    <a:gd name="connsiteY5-134" fmla="*/ 441434 h 1418896"/>
                    <a:gd name="connsiteX6-135" fmla="*/ 2596055 w 3731172"/>
                    <a:gd name="connsiteY6-136" fmla="*/ 914400 h 1418896"/>
                    <a:gd name="connsiteX7-137" fmla="*/ 3731172 w 3731172"/>
                    <a:gd name="connsiteY7-138" fmla="*/ 1345324 h 1418896"/>
                    <a:gd name="connsiteX8-139" fmla="*/ 3447393 w 3731172"/>
                    <a:gd name="connsiteY8-140" fmla="*/ 1408386 h 1418896"/>
                    <a:gd name="connsiteX9-141" fmla="*/ 1870841 w 3731172"/>
                    <a:gd name="connsiteY9-142" fmla="*/ 746234 h 1418896"/>
                    <a:gd name="connsiteX10-143" fmla="*/ 262758 w 3731172"/>
                    <a:gd name="connsiteY10-144" fmla="*/ 1418896 h 1418896"/>
                    <a:gd name="connsiteX11-145" fmla="*/ 0 w 3731172"/>
                    <a:gd name="connsiteY11-146" fmla="*/ 1324303 h 1418896"/>
                    <a:gd name="connsiteX12-147" fmla="*/ 1145627 w 3731172"/>
                    <a:gd name="connsiteY12-148" fmla="*/ 882869 h 1418896"/>
                    <a:gd name="connsiteX13-149" fmla="*/ 1114096 w 3731172"/>
                    <a:gd name="connsiteY13-150" fmla="*/ 420413 h 1418896"/>
                    <a:gd name="connsiteX14-151" fmla="*/ 147144 w 3731172"/>
                    <a:gd name="connsiteY14-152" fmla="*/ 63061 h 1418896"/>
                    <a:gd name="connsiteX0-153" fmla="*/ 168165 w 3731172"/>
                    <a:gd name="connsiteY0-154" fmla="*/ 73572 h 1418896"/>
                    <a:gd name="connsiteX1-155" fmla="*/ 451945 w 3731172"/>
                    <a:gd name="connsiteY1-156" fmla="*/ 0 h 1418896"/>
                    <a:gd name="connsiteX2-157" fmla="*/ 1881352 w 3731172"/>
                    <a:gd name="connsiteY2-158" fmla="*/ 599089 h 1418896"/>
                    <a:gd name="connsiteX3-159" fmla="*/ 3363310 w 3731172"/>
                    <a:gd name="connsiteY3-160" fmla="*/ 0 h 1418896"/>
                    <a:gd name="connsiteX4-161" fmla="*/ 3584027 w 3731172"/>
                    <a:gd name="connsiteY4-162" fmla="*/ 73572 h 1418896"/>
                    <a:gd name="connsiteX5-163" fmla="*/ 2627586 w 3731172"/>
                    <a:gd name="connsiteY5-164" fmla="*/ 441434 h 1418896"/>
                    <a:gd name="connsiteX6-165" fmla="*/ 2596055 w 3731172"/>
                    <a:gd name="connsiteY6-166" fmla="*/ 914400 h 1418896"/>
                    <a:gd name="connsiteX7-167" fmla="*/ 3731172 w 3731172"/>
                    <a:gd name="connsiteY7-168" fmla="*/ 1345324 h 1418896"/>
                    <a:gd name="connsiteX8-169" fmla="*/ 3447393 w 3731172"/>
                    <a:gd name="connsiteY8-170" fmla="*/ 1408386 h 1418896"/>
                    <a:gd name="connsiteX9-171" fmla="*/ 1870841 w 3731172"/>
                    <a:gd name="connsiteY9-172" fmla="*/ 746234 h 1418896"/>
                    <a:gd name="connsiteX10-173" fmla="*/ 262758 w 3731172"/>
                    <a:gd name="connsiteY10-174" fmla="*/ 1418896 h 1418896"/>
                    <a:gd name="connsiteX11-175" fmla="*/ 0 w 3731172"/>
                    <a:gd name="connsiteY11-176" fmla="*/ 1324303 h 1418896"/>
                    <a:gd name="connsiteX12-177" fmla="*/ 1145627 w 3731172"/>
                    <a:gd name="connsiteY12-178" fmla="*/ 882869 h 1418896"/>
                    <a:gd name="connsiteX13-179" fmla="*/ 1114096 w 3731172"/>
                    <a:gd name="connsiteY13-180" fmla="*/ 420413 h 1418896"/>
                    <a:gd name="connsiteX14-181" fmla="*/ 189185 w 3731172"/>
                    <a:gd name="connsiteY14-182" fmla="*/ 84081 h 1418896"/>
                    <a:gd name="connsiteX0-183" fmla="*/ 168165 w 3731172"/>
                    <a:gd name="connsiteY0-184" fmla="*/ 73572 h 1418896"/>
                    <a:gd name="connsiteX1-185" fmla="*/ 451945 w 3731172"/>
                    <a:gd name="connsiteY1-186" fmla="*/ 0 h 1418896"/>
                    <a:gd name="connsiteX2-187" fmla="*/ 1881352 w 3731172"/>
                    <a:gd name="connsiteY2-188" fmla="*/ 599089 h 1418896"/>
                    <a:gd name="connsiteX3-189" fmla="*/ 3363310 w 3731172"/>
                    <a:gd name="connsiteY3-190" fmla="*/ 0 h 1418896"/>
                    <a:gd name="connsiteX4-191" fmla="*/ 3584027 w 3731172"/>
                    <a:gd name="connsiteY4-192" fmla="*/ 73572 h 1418896"/>
                    <a:gd name="connsiteX5-193" fmla="*/ 2627586 w 3731172"/>
                    <a:gd name="connsiteY5-194" fmla="*/ 441434 h 1418896"/>
                    <a:gd name="connsiteX6-195" fmla="*/ 2596055 w 3731172"/>
                    <a:gd name="connsiteY6-196" fmla="*/ 914400 h 1418896"/>
                    <a:gd name="connsiteX7-197" fmla="*/ 3731172 w 3731172"/>
                    <a:gd name="connsiteY7-198" fmla="*/ 1345324 h 1418896"/>
                    <a:gd name="connsiteX8-199" fmla="*/ 3447393 w 3731172"/>
                    <a:gd name="connsiteY8-200" fmla="*/ 1408386 h 1418896"/>
                    <a:gd name="connsiteX9-201" fmla="*/ 1870841 w 3731172"/>
                    <a:gd name="connsiteY9-202" fmla="*/ 746234 h 1418896"/>
                    <a:gd name="connsiteX10-203" fmla="*/ 262758 w 3731172"/>
                    <a:gd name="connsiteY10-204" fmla="*/ 1418896 h 1418896"/>
                    <a:gd name="connsiteX11-205" fmla="*/ 0 w 3731172"/>
                    <a:gd name="connsiteY11-206" fmla="*/ 1324303 h 1418896"/>
                    <a:gd name="connsiteX12-207" fmla="*/ 1145627 w 3731172"/>
                    <a:gd name="connsiteY12-208" fmla="*/ 882869 h 1418896"/>
                    <a:gd name="connsiteX13-209" fmla="*/ 1114096 w 3731172"/>
                    <a:gd name="connsiteY13-210" fmla="*/ 420413 h 1418896"/>
                    <a:gd name="connsiteX14-211" fmla="*/ 189185 w 3731172"/>
                    <a:gd name="connsiteY14-212" fmla="*/ 84081 h 1418896"/>
                    <a:gd name="connsiteX15-213" fmla="*/ 168165 w 3731172"/>
                    <a:gd name="connsiteY15-214" fmla="*/ 73572 h 1418896"/>
                    <a:gd name="connsiteX0-215" fmla="*/ 168165 w 3731172"/>
                    <a:gd name="connsiteY0-216" fmla="*/ 73572 h 1418896"/>
                    <a:gd name="connsiteX1-217" fmla="*/ 451945 w 3731172"/>
                    <a:gd name="connsiteY1-218" fmla="*/ 0 h 1418896"/>
                    <a:gd name="connsiteX2-219" fmla="*/ 1881352 w 3731172"/>
                    <a:gd name="connsiteY2-220" fmla="*/ 599089 h 1418896"/>
                    <a:gd name="connsiteX3-221" fmla="*/ 3363310 w 3731172"/>
                    <a:gd name="connsiteY3-222" fmla="*/ 0 h 1418896"/>
                    <a:gd name="connsiteX4-223" fmla="*/ 3584027 w 3731172"/>
                    <a:gd name="connsiteY4-224" fmla="*/ 73572 h 1418896"/>
                    <a:gd name="connsiteX5-225" fmla="*/ 2627586 w 3731172"/>
                    <a:gd name="connsiteY5-226" fmla="*/ 441434 h 1418896"/>
                    <a:gd name="connsiteX6-227" fmla="*/ 2596055 w 3731172"/>
                    <a:gd name="connsiteY6-228" fmla="*/ 914400 h 1418896"/>
                    <a:gd name="connsiteX7-229" fmla="*/ 3731172 w 3731172"/>
                    <a:gd name="connsiteY7-230" fmla="*/ 1345324 h 1418896"/>
                    <a:gd name="connsiteX8-231" fmla="*/ 3447393 w 3731172"/>
                    <a:gd name="connsiteY8-232" fmla="*/ 1408386 h 1418896"/>
                    <a:gd name="connsiteX9-233" fmla="*/ 1870841 w 3731172"/>
                    <a:gd name="connsiteY9-234" fmla="*/ 746234 h 1418896"/>
                    <a:gd name="connsiteX10-235" fmla="*/ 262758 w 3731172"/>
                    <a:gd name="connsiteY10-236" fmla="*/ 1418896 h 1418896"/>
                    <a:gd name="connsiteX11-237" fmla="*/ 0 w 3731172"/>
                    <a:gd name="connsiteY11-238" fmla="*/ 1324303 h 1418896"/>
                    <a:gd name="connsiteX12-239" fmla="*/ 1145627 w 3731172"/>
                    <a:gd name="connsiteY12-240" fmla="*/ 882869 h 1418896"/>
                    <a:gd name="connsiteX13-241" fmla="*/ 1156137 w 3731172"/>
                    <a:gd name="connsiteY13-242" fmla="*/ 441434 h 1418896"/>
                    <a:gd name="connsiteX14-243" fmla="*/ 189185 w 3731172"/>
                    <a:gd name="connsiteY14-244" fmla="*/ 84081 h 1418896"/>
                    <a:gd name="connsiteX15-245" fmla="*/ 168165 w 3731172"/>
                    <a:gd name="connsiteY15-246" fmla="*/ 73572 h 1418896"/>
                    <a:gd name="connsiteX0-247" fmla="*/ 168165 w 3731172"/>
                    <a:gd name="connsiteY0-248" fmla="*/ 73572 h 1418896"/>
                    <a:gd name="connsiteX1-249" fmla="*/ 451945 w 3731172"/>
                    <a:gd name="connsiteY1-250" fmla="*/ 0 h 1418896"/>
                    <a:gd name="connsiteX2-251" fmla="*/ 1881352 w 3731172"/>
                    <a:gd name="connsiteY2-252" fmla="*/ 599089 h 1418896"/>
                    <a:gd name="connsiteX3-253" fmla="*/ 3363310 w 3731172"/>
                    <a:gd name="connsiteY3-254" fmla="*/ 0 h 1418896"/>
                    <a:gd name="connsiteX4-255" fmla="*/ 3584027 w 3731172"/>
                    <a:gd name="connsiteY4-256" fmla="*/ 73572 h 1418896"/>
                    <a:gd name="connsiteX5-257" fmla="*/ 2627586 w 3731172"/>
                    <a:gd name="connsiteY5-258" fmla="*/ 441434 h 1418896"/>
                    <a:gd name="connsiteX6-259" fmla="*/ 2596055 w 3731172"/>
                    <a:gd name="connsiteY6-260" fmla="*/ 914400 h 1418896"/>
                    <a:gd name="connsiteX7-261" fmla="*/ 3731172 w 3731172"/>
                    <a:gd name="connsiteY7-262" fmla="*/ 1345324 h 1418896"/>
                    <a:gd name="connsiteX8-263" fmla="*/ 3447393 w 3731172"/>
                    <a:gd name="connsiteY8-264" fmla="*/ 1408386 h 1418896"/>
                    <a:gd name="connsiteX9-265" fmla="*/ 1870841 w 3731172"/>
                    <a:gd name="connsiteY9-266" fmla="*/ 746234 h 1418896"/>
                    <a:gd name="connsiteX10-267" fmla="*/ 262758 w 3731172"/>
                    <a:gd name="connsiteY10-268" fmla="*/ 1418896 h 1418896"/>
                    <a:gd name="connsiteX11-269" fmla="*/ 0 w 3731172"/>
                    <a:gd name="connsiteY11-270" fmla="*/ 1324303 h 1418896"/>
                    <a:gd name="connsiteX12-271" fmla="*/ 1145627 w 3731172"/>
                    <a:gd name="connsiteY12-272" fmla="*/ 882869 h 1418896"/>
                    <a:gd name="connsiteX13-273" fmla="*/ 1145626 w 3731172"/>
                    <a:gd name="connsiteY13-274" fmla="*/ 451945 h 1418896"/>
                    <a:gd name="connsiteX14-275" fmla="*/ 189185 w 3731172"/>
                    <a:gd name="connsiteY14-276" fmla="*/ 84081 h 1418896"/>
                    <a:gd name="connsiteX15-277" fmla="*/ 168165 w 3731172"/>
                    <a:gd name="connsiteY15-278" fmla="*/ 73572 h 1418896"/>
                    <a:gd name="connsiteX0-279" fmla="*/ 168165 w 3731172"/>
                    <a:gd name="connsiteY0-280" fmla="*/ 73572 h 1418896"/>
                    <a:gd name="connsiteX1-281" fmla="*/ 451945 w 3731172"/>
                    <a:gd name="connsiteY1-282" fmla="*/ 0 h 1418896"/>
                    <a:gd name="connsiteX2-283" fmla="*/ 1881352 w 3731172"/>
                    <a:gd name="connsiteY2-284" fmla="*/ 599089 h 1418896"/>
                    <a:gd name="connsiteX3-285" fmla="*/ 3363310 w 3731172"/>
                    <a:gd name="connsiteY3-286" fmla="*/ 0 h 1418896"/>
                    <a:gd name="connsiteX4-287" fmla="*/ 3584027 w 3731172"/>
                    <a:gd name="connsiteY4-288" fmla="*/ 73572 h 1418896"/>
                    <a:gd name="connsiteX5-289" fmla="*/ 2627586 w 3731172"/>
                    <a:gd name="connsiteY5-290" fmla="*/ 441434 h 1418896"/>
                    <a:gd name="connsiteX6-291" fmla="*/ 2596055 w 3731172"/>
                    <a:gd name="connsiteY6-292" fmla="*/ 914400 h 1418896"/>
                    <a:gd name="connsiteX7-293" fmla="*/ 3731172 w 3731172"/>
                    <a:gd name="connsiteY7-294" fmla="*/ 1345324 h 1418896"/>
                    <a:gd name="connsiteX8-295" fmla="*/ 3447393 w 3731172"/>
                    <a:gd name="connsiteY8-296" fmla="*/ 1408386 h 1418896"/>
                    <a:gd name="connsiteX9-297" fmla="*/ 1870841 w 3731172"/>
                    <a:gd name="connsiteY9-298" fmla="*/ 746234 h 1418896"/>
                    <a:gd name="connsiteX10-299" fmla="*/ 262758 w 3731172"/>
                    <a:gd name="connsiteY10-300" fmla="*/ 1418896 h 1418896"/>
                    <a:gd name="connsiteX11-301" fmla="*/ 0 w 3731172"/>
                    <a:gd name="connsiteY11-302" fmla="*/ 1324303 h 1418896"/>
                    <a:gd name="connsiteX12-303" fmla="*/ 1145627 w 3731172"/>
                    <a:gd name="connsiteY12-304" fmla="*/ 903890 h 1418896"/>
                    <a:gd name="connsiteX13-305" fmla="*/ 1145626 w 3731172"/>
                    <a:gd name="connsiteY13-306" fmla="*/ 451945 h 1418896"/>
                    <a:gd name="connsiteX14-307" fmla="*/ 189185 w 3731172"/>
                    <a:gd name="connsiteY14-308" fmla="*/ 84081 h 1418896"/>
                    <a:gd name="connsiteX15-309" fmla="*/ 168165 w 3731172"/>
                    <a:gd name="connsiteY15-310" fmla="*/ 73572 h 1418896"/>
                    <a:gd name="connsiteX0-311" fmla="*/ 147144 w 3710151"/>
                    <a:gd name="connsiteY0-312" fmla="*/ 73572 h 1418896"/>
                    <a:gd name="connsiteX1-313" fmla="*/ 430924 w 3710151"/>
                    <a:gd name="connsiteY1-314" fmla="*/ 0 h 1418896"/>
                    <a:gd name="connsiteX2-315" fmla="*/ 1860331 w 3710151"/>
                    <a:gd name="connsiteY2-316" fmla="*/ 599089 h 1418896"/>
                    <a:gd name="connsiteX3-317" fmla="*/ 3342289 w 3710151"/>
                    <a:gd name="connsiteY3-318" fmla="*/ 0 h 1418896"/>
                    <a:gd name="connsiteX4-319" fmla="*/ 3563006 w 3710151"/>
                    <a:gd name="connsiteY4-320" fmla="*/ 73572 h 1418896"/>
                    <a:gd name="connsiteX5-321" fmla="*/ 2606565 w 3710151"/>
                    <a:gd name="connsiteY5-322" fmla="*/ 441434 h 1418896"/>
                    <a:gd name="connsiteX6-323" fmla="*/ 2575034 w 3710151"/>
                    <a:gd name="connsiteY6-324" fmla="*/ 914400 h 1418896"/>
                    <a:gd name="connsiteX7-325" fmla="*/ 3710151 w 3710151"/>
                    <a:gd name="connsiteY7-326" fmla="*/ 1345324 h 1418896"/>
                    <a:gd name="connsiteX8-327" fmla="*/ 3426372 w 3710151"/>
                    <a:gd name="connsiteY8-328" fmla="*/ 1408386 h 1418896"/>
                    <a:gd name="connsiteX9-329" fmla="*/ 1849820 w 3710151"/>
                    <a:gd name="connsiteY9-330" fmla="*/ 746234 h 1418896"/>
                    <a:gd name="connsiteX10-331" fmla="*/ 241737 w 3710151"/>
                    <a:gd name="connsiteY10-332" fmla="*/ 1418896 h 1418896"/>
                    <a:gd name="connsiteX11-333" fmla="*/ 0 w 3710151"/>
                    <a:gd name="connsiteY11-334" fmla="*/ 1334814 h 1418896"/>
                    <a:gd name="connsiteX12-335" fmla="*/ 1124606 w 3710151"/>
                    <a:gd name="connsiteY12-336" fmla="*/ 903890 h 1418896"/>
                    <a:gd name="connsiteX13-337" fmla="*/ 1124605 w 3710151"/>
                    <a:gd name="connsiteY13-338" fmla="*/ 451945 h 1418896"/>
                    <a:gd name="connsiteX14-339" fmla="*/ 168164 w 3710151"/>
                    <a:gd name="connsiteY14-340" fmla="*/ 84081 h 1418896"/>
                    <a:gd name="connsiteX15-341" fmla="*/ 147144 w 3710151"/>
                    <a:gd name="connsiteY15-342" fmla="*/ 73572 h 1418896"/>
                    <a:gd name="connsiteX0-343" fmla="*/ 147144 w 3710151"/>
                    <a:gd name="connsiteY0-344" fmla="*/ 73572 h 1418896"/>
                    <a:gd name="connsiteX1-345" fmla="*/ 430924 w 3710151"/>
                    <a:gd name="connsiteY1-346" fmla="*/ 0 h 1418896"/>
                    <a:gd name="connsiteX2-347" fmla="*/ 1860331 w 3710151"/>
                    <a:gd name="connsiteY2-348" fmla="*/ 599089 h 1418896"/>
                    <a:gd name="connsiteX3-349" fmla="*/ 3342289 w 3710151"/>
                    <a:gd name="connsiteY3-350" fmla="*/ 0 h 1418896"/>
                    <a:gd name="connsiteX4-351" fmla="*/ 3563006 w 3710151"/>
                    <a:gd name="connsiteY4-352" fmla="*/ 73572 h 1418896"/>
                    <a:gd name="connsiteX5-353" fmla="*/ 2606565 w 3710151"/>
                    <a:gd name="connsiteY5-354" fmla="*/ 441434 h 1418896"/>
                    <a:gd name="connsiteX6-355" fmla="*/ 2606565 w 3710151"/>
                    <a:gd name="connsiteY6-356" fmla="*/ 924910 h 1418896"/>
                    <a:gd name="connsiteX7-357" fmla="*/ 3710151 w 3710151"/>
                    <a:gd name="connsiteY7-358" fmla="*/ 1345324 h 1418896"/>
                    <a:gd name="connsiteX8-359" fmla="*/ 3426372 w 3710151"/>
                    <a:gd name="connsiteY8-360" fmla="*/ 1408386 h 1418896"/>
                    <a:gd name="connsiteX9-361" fmla="*/ 1849820 w 3710151"/>
                    <a:gd name="connsiteY9-362" fmla="*/ 746234 h 1418896"/>
                    <a:gd name="connsiteX10-363" fmla="*/ 241737 w 3710151"/>
                    <a:gd name="connsiteY10-364" fmla="*/ 1418896 h 1418896"/>
                    <a:gd name="connsiteX11-365" fmla="*/ 0 w 3710151"/>
                    <a:gd name="connsiteY11-366" fmla="*/ 1334814 h 1418896"/>
                    <a:gd name="connsiteX12-367" fmla="*/ 1124606 w 3710151"/>
                    <a:gd name="connsiteY12-368" fmla="*/ 903890 h 1418896"/>
                    <a:gd name="connsiteX13-369" fmla="*/ 1124605 w 3710151"/>
                    <a:gd name="connsiteY13-370" fmla="*/ 451945 h 1418896"/>
                    <a:gd name="connsiteX14-371" fmla="*/ 168164 w 3710151"/>
                    <a:gd name="connsiteY14-372" fmla="*/ 84081 h 1418896"/>
                    <a:gd name="connsiteX15-373" fmla="*/ 147144 w 3710151"/>
                    <a:gd name="connsiteY15-374" fmla="*/ 73572 h 1418896"/>
                    <a:gd name="connsiteX0-375" fmla="*/ 147144 w 3710151"/>
                    <a:gd name="connsiteY0-376" fmla="*/ 73572 h 1418896"/>
                    <a:gd name="connsiteX1-377" fmla="*/ 430924 w 3710151"/>
                    <a:gd name="connsiteY1-378" fmla="*/ 0 h 1418896"/>
                    <a:gd name="connsiteX2-379" fmla="*/ 1860331 w 3710151"/>
                    <a:gd name="connsiteY2-380" fmla="*/ 599089 h 1418896"/>
                    <a:gd name="connsiteX3-381" fmla="*/ 3342289 w 3710151"/>
                    <a:gd name="connsiteY3-382" fmla="*/ 0 h 1418896"/>
                    <a:gd name="connsiteX4-383" fmla="*/ 3563006 w 3710151"/>
                    <a:gd name="connsiteY4-384" fmla="*/ 73572 h 1418896"/>
                    <a:gd name="connsiteX5-385" fmla="*/ 2606565 w 3710151"/>
                    <a:gd name="connsiteY5-386" fmla="*/ 441434 h 1418896"/>
                    <a:gd name="connsiteX6-387" fmla="*/ 2610282 w 3710151"/>
                    <a:gd name="connsiteY6-388" fmla="*/ 902607 h 1418896"/>
                    <a:gd name="connsiteX7-389" fmla="*/ 3710151 w 3710151"/>
                    <a:gd name="connsiteY7-390" fmla="*/ 1345324 h 1418896"/>
                    <a:gd name="connsiteX8-391" fmla="*/ 3426372 w 3710151"/>
                    <a:gd name="connsiteY8-392" fmla="*/ 1408386 h 1418896"/>
                    <a:gd name="connsiteX9-393" fmla="*/ 1849820 w 3710151"/>
                    <a:gd name="connsiteY9-394" fmla="*/ 746234 h 1418896"/>
                    <a:gd name="connsiteX10-395" fmla="*/ 241737 w 3710151"/>
                    <a:gd name="connsiteY10-396" fmla="*/ 1418896 h 1418896"/>
                    <a:gd name="connsiteX11-397" fmla="*/ 0 w 3710151"/>
                    <a:gd name="connsiteY11-398" fmla="*/ 1334814 h 1418896"/>
                    <a:gd name="connsiteX12-399" fmla="*/ 1124606 w 3710151"/>
                    <a:gd name="connsiteY12-400" fmla="*/ 903890 h 1418896"/>
                    <a:gd name="connsiteX13-401" fmla="*/ 1124605 w 3710151"/>
                    <a:gd name="connsiteY13-402" fmla="*/ 451945 h 1418896"/>
                    <a:gd name="connsiteX14-403" fmla="*/ 168164 w 3710151"/>
                    <a:gd name="connsiteY14-404" fmla="*/ 84081 h 1418896"/>
                    <a:gd name="connsiteX15-405" fmla="*/ 147144 w 3710151"/>
                    <a:gd name="connsiteY15-406" fmla="*/ 73572 h 1418896"/>
                    <a:gd name="connsiteX0-407" fmla="*/ 147144 w 3710151"/>
                    <a:gd name="connsiteY0-408" fmla="*/ 73572 h 1418896"/>
                    <a:gd name="connsiteX1-409" fmla="*/ 430924 w 3710151"/>
                    <a:gd name="connsiteY1-410" fmla="*/ 0 h 1418896"/>
                    <a:gd name="connsiteX2-411" fmla="*/ 1860331 w 3710151"/>
                    <a:gd name="connsiteY2-412" fmla="*/ 599089 h 1418896"/>
                    <a:gd name="connsiteX3-413" fmla="*/ 3342289 w 3710151"/>
                    <a:gd name="connsiteY3-414" fmla="*/ 0 h 1418896"/>
                    <a:gd name="connsiteX4-415" fmla="*/ 3563006 w 3710151"/>
                    <a:gd name="connsiteY4-416" fmla="*/ 73572 h 1418896"/>
                    <a:gd name="connsiteX5-417" fmla="*/ 2617717 w 3710151"/>
                    <a:gd name="connsiteY5-418" fmla="*/ 445151 h 1418896"/>
                    <a:gd name="connsiteX6-419" fmla="*/ 2610282 w 3710151"/>
                    <a:gd name="connsiteY6-420" fmla="*/ 902607 h 1418896"/>
                    <a:gd name="connsiteX7-421" fmla="*/ 3710151 w 3710151"/>
                    <a:gd name="connsiteY7-422" fmla="*/ 1345324 h 1418896"/>
                    <a:gd name="connsiteX8-423" fmla="*/ 3426372 w 3710151"/>
                    <a:gd name="connsiteY8-424" fmla="*/ 1408386 h 1418896"/>
                    <a:gd name="connsiteX9-425" fmla="*/ 1849820 w 3710151"/>
                    <a:gd name="connsiteY9-426" fmla="*/ 746234 h 1418896"/>
                    <a:gd name="connsiteX10-427" fmla="*/ 241737 w 3710151"/>
                    <a:gd name="connsiteY10-428" fmla="*/ 1418896 h 1418896"/>
                    <a:gd name="connsiteX11-429" fmla="*/ 0 w 3710151"/>
                    <a:gd name="connsiteY11-430" fmla="*/ 1334814 h 1418896"/>
                    <a:gd name="connsiteX12-431" fmla="*/ 1124606 w 3710151"/>
                    <a:gd name="connsiteY12-432" fmla="*/ 903890 h 1418896"/>
                    <a:gd name="connsiteX13-433" fmla="*/ 1124605 w 3710151"/>
                    <a:gd name="connsiteY13-434" fmla="*/ 451945 h 1418896"/>
                    <a:gd name="connsiteX14-435" fmla="*/ 168164 w 3710151"/>
                    <a:gd name="connsiteY14-436" fmla="*/ 84081 h 1418896"/>
                    <a:gd name="connsiteX15-437" fmla="*/ 147144 w 3710151"/>
                    <a:gd name="connsiteY15-438" fmla="*/ 73572 h 1418896"/>
                    <a:gd name="connsiteX0-439" fmla="*/ 147144 w 3710151"/>
                    <a:gd name="connsiteY0-440" fmla="*/ 73572 h 1418896"/>
                    <a:gd name="connsiteX1-441" fmla="*/ 430924 w 3710151"/>
                    <a:gd name="connsiteY1-442" fmla="*/ 0 h 1418896"/>
                    <a:gd name="connsiteX2-443" fmla="*/ 1860331 w 3710151"/>
                    <a:gd name="connsiteY2-444" fmla="*/ 599089 h 1418896"/>
                    <a:gd name="connsiteX3-445" fmla="*/ 3342289 w 3710151"/>
                    <a:gd name="connsiteY3-446" fmla="*/ 0 h 1418896"/>
                    <a:gd name="connsiteX4-447" fmla="*/ 3563006 w 3710151"/>
                    <a:gd name="connsiteY4-448" fmla="*/ 73572 h 1418896"/>
                    <a:gd name="connsiteX5-449" fmla="*/ 2617717 w 3710151"/>
                    <a:gd name="connsiteY5-450" fmla="*/ 448868 h 1418896"/>
                    <a:gd name="connsiteX6-451" fmla="*/ 2610282 w 3710151"/>
                    <a:gd name="connsiteY6-452" fmla="*/ 902607 h 1418896"/>
                    <a:gd name="connsiteX7-453" fmla="*/ 3710151 w 3710151"/>
                    <a:gd name="connsiteY7-454" fmla="*/ 1345324 h 1418896"/>
                    <a:gd name="connsiteX8-455" fmla="*/ 3426372 w 3710151"/>
                    <a:gd name="connsiteY8-456" fmla="*/ 1408386 h 1418896"/>
                    <a:gd name="connsiteX9-457" fmla="*/ 1849820 w 3710151"/>
                    <a:gd name="connsiteY9-458" fmla="*/ 746234 h 1418896"/>
                    <a:gd name="connsiteX10-459" fmla="*/ 241737 w 3710151"/>
                    <a:gd name="connsiteY10-460" fmla="*/ 1418896 h 1418896"/>
                    <a:gd name="connsiteX11-461" fmla="*/ 0 w 3710151"/>
                    <a:gd name="connsiteY11-462" fmla="*/ 1334814 h 1418896"/>
                    <a:gd name="connsiteX12-463" fmla="*/ 1124606 w 3710151"/>
                    <a:gd name="connsiteY12-464" fmla="*/ 903890 h 1418896"/>
                    <a:gd name="connsiteX13-465" fmla="*/ 1124605 w 3710151"/>
                    <a:gd name="connsiteY13-466" fmla="*/ 451945 h 1418896"/>
                    <a:gd name="connsiteX14-467" fmla="*/ 168164 w 3710151"/>
                    <a:gd name="connsiteY14-468" fmla="*/ 84081 h 1418896"/>
                    <a:gd name="connsiteX15-469" fmla="*/ 147144 w 3710151"/>
                    <a:gd name="connsiteY15-470" fmla="*/ 73572 h 1418896"/>
                    <a:gd name="connsiteX0-471" fmla="*/ 147144 w 3710151"/>
                    <a:gd name="connsiteY0-472" fmla="*/ 73572 h 1418896"/>
                    <a:gd name="connsiteX1-473" fmla="*/ 430924 w 3710151"/>
                    <a:gd name="connsiteY1-474" fmla="*/ 0 h 1418896"/>
                    <a:gd name="connsiteX2-475" fmla="*/ 1838028 w 3710151"/>
                    <a:gd name="connsiteY2-476" fmla="*/ 591655 h 1418896"/>
                    <a:gd name="connsiteX3-477" fmla="*/ 3342289 w 3710151"/>
                    <a:gd name="connsiteY3-478" fmla="*/ 0 h 1418896"/>
                    <a:gd name="connsiteX4-479" fmla="*/ 3563006 w 3710151"/>
                    <a:gd name="connsiteY4-480" fmla="*/ 73572 h 1418896"/>
                    <a:gd name="connsiteX5-481" fmla="*/ 2617717 w 3710151"/>
                    <a:gd name="connsiteY5-482" fmla="*/ 448868 h 1418896"/>
                    <a:gd name="connsiteX6-483" fmla="*/ 2610282 w 3710151"/>
                    <a:gd name="connsiteY6-484" fmla="*/ 902607 h 1418896"/>
                    <a:gd name="connsiteX7-485" fmla="*/ 3710151 w 3710151"/>
                    <a:gd name="connsiteY7-486" fmla="*/ 1345324 h 1418896"/>
                    <a:gd name="connsiteX8-487" fmla="*/ 3426372 w 3710151"/>
                    <a:gd name="connsiteY8-488" fmla="*/ 1408386 h 1418896"/>
                    <a:gd name="connsiteX9-489" fmla="*/ 1849820 w 3710151"/>
                    <a:gd name="connsiteY9-490" fmla="*/ 746234 h 1418896"/>
                    <a:gd name="connsiteX10-491" fmla="*/ 241737 w 3710151"/>
                    <a:gd name="connsiteY10-492" fmla="*/ 1418896 h 1418896"/>
                    <a:gd name="connsiteX11-493" fmla="*/ 0 w 3710151"/>
                    <a:gd name="connsiteY11-494" fmla="*/ 1334814 h 1418896"/>
                    <a:gd name="connsiteX12-495" fmla="*/ 1124606 w 3710151"/>
                    <a:gd name="connsiteY12-496" fmla="*/ 903890 h 1418896"/>
                    <a:gd name="connsiteX13-497" fmla="*/ 1124605 w 3710151"/>
                    <a:gd name="connsiteY13-498" fmla="*/ 451945 h 1418896"/>
                    <a:gd name="connsiteX14-499" fmla="*/ 168164 w 3710151"/>
                    <a:gd name="connsiteY14-500" fmla="*/ 84081 h 1418896"/>
                    <a:gd name="connsiteX15-501" fmla="*/ 147144 w 3710151"/>
                    <a:gd name="connsiteY15-502" fmla="*/ 73572 h 1418896"/>
                    <a:gd name="connsiteX0-503" fmla="*/ 147144 w 3710151"/>
                    <a:gd name="connsiteY0-504" fmla="*/ 73572 h 1418896"/>
                    <a:gd name="connsiteX1-505" fmla="*/ 430924 w 3710151"/>
                    <a:gd name="connsiteY1-506" fmla="*/ 0 h 1418896"/>
                    <a:gd name="connsiteX2-507" fmla="*/ 1838028 w 3710151"/>
                    <a:gd name="connsiteY2-508" fmla="*/ 591655 h 1418896"/>
                    <a:gd name="connsiteX3-509" fmla="*/ 3342289 w 3710151"/>
                    <a:gd name="connsiteY3-510" fmla="*/ 0 h 1418896"/>
                    <a:gd name="connsiteX4-511" fmla="*/ 3563006 w 3710151"/>
                    <a:gd name="connsiteY4-512" fmla="*/ 73572 h 1418896"/>
                    <a:gd name="connsiteX5-513" fmla="*/ 2617717 w 3710151"/>
                    <a:gd name="connsiteY5-514" fmla="*/ 448868 h 1418896"/>
                    <a:gd name="connsiteX6-515" fmla="*/ 2610282 w 3710151"/>
                    <a:gd name="connsiteY6-516" fmla="*/ 902607 h 1418896"/>
                    <a:gd name="connsiteX7-517" fmla="*/ 3710151 w 3710151"/>
                    <a:gd name="connsiteY7-518" fmla="*/ 1345324 h 1418896"/>
                    <a:gd name="connsiteX8-519" fmla="*/ 3426372 w 3710151"/>
                    <a:gd name="connsiteY8-520" fmla="*/ 1408386 h 1418896"/>
                    <a:gd name="connsiteX9-521" fmla="*/ 1849820 w 3710151"/>
                    <a:gd name="connsiteY9-522" fmla="*/ 746234 h 1418896"/>
                    <a:gd name="connsiteX10-523" fmla="*/ 241737 w 3710151"/>
                    <a:gd name="connsiteY10-524" fmla="*/ 1418896 h 1418896"/>
                    <a:gd name="connsiteX11-525" fmla="*/ 0 w 3710151"/>
                    <a:gd name="connsiteY11-526" fmla="*/ 1334814 h 1418896"/>
                    <a:gd name="connsiteX12-527" fmla="*/ 1124606 w 3710151"/>
                    <a:gd name="connsiteY12-528" fmla="*/ 903890 h 1418896"/>
                    <a:gd name="connsiteX13-529" fmla="*/ 1087434 w 3710151"/>
                    <a:gd name="connsiteY13-530" fmla="*/ 451945 h 1418896"/>
                    <a:gd name="connsiteX14-531" fmla="*/ 168164 w 3710151"/>
                    <a:gd name="connsiteY14-532" fmla="*/ 84081 h 1418896"/>
                    <a:gd name="connsiteX15-533" fmla="*/ 147144 w 3710151"/>
                    <a:gd name="connsiteY15-534" fmla="*/ 73572 h 1418896"/>
                    <a:gd name="connsiteX0-535" fmla="*/ 147144 w 3710151"/>
                    <a:gd name="connsiteY0-536" fmla="*/ 73572 h 1418896"/>
                    <a:gd name="connsiteX1-537" fmla="*/ 430924 w 3710151"/>
                    <a:gd name="connsiteY1-538" fmla="*/ 0 h 1418896"/>
                    <a:gd name="connsiteX2-539" fmla="*/ 1838028 w 3710151"/>
                    <a:gd name="connsiteY2-540" fmla="*/ 591655 h 1418896"/>
                    <a:gd name="connsiteX3-541" fmla="*/ 3342289 w 3710151"/>
                    <a:gd name="connsiteY3-542" fmla="*/ 0 h 1418896"/>
                    <a:gd name="connsiteX4-543" fmla="*/ 3563006 w 3710151"/>
                    <a:gd name="connsiteY4-544" fmla="*/ 73572 h 1418896"/>
                    <a:gd name="connsiteX5-545" fmla="*/ 2617717 w 3710151"/>
                    <a:gd name="connsiteY5-546" fmla="*/ 448868 h 1418896"/>
                    <a:gd name="connsiteX6-547" fmla="*/ 2610282 w 3710151"/>
                    <a:gd name="connsiteY6-548" fmla="*/ 902607 h 1418896"/>
                    <a:gd name="connsiteX7-549" fmla="*/ 3710151 w 3710151"/>
                    <a:gd name="connsiteY7-550" fmla="*/ 1345324 h 1418896"/>
                    <a:gd name="connsiteX8-551" fmla="*/ 3426372 w 3710151"/>
                    <a:gd name="connsiteY8-552" fmla="*/ 1408386 h 1418896"/>
                    <a:gd name="connsiteX9-553" fmla="*/ 1849820 w 3710151"/>
                    <a:gd name="connsiteY9-554" fmla="*/ 746234 h 1418896"/>
                    <a:gd name="connsiteX10-555" fmla="*/ 241737 w 3710151"/>
                    <a:gd name="connsiteY10-556" fmla="*/ 1418896 h 1418896"/>
                    <a:gd name="connsiteX11-557" fmla="*/ 0 w 3710151"/>
                    <a:gd name="connsiteY11-558" fmla="*/ 1334814 h 1418896"/>
                    <a:gd name="connsiteX12-559" fmla="*/ 1098586 w 3710151"/>
                    <a:gd name="connsiteY12-560" fmla="*/ 903890 h 1418896"/>
                    <a:gd name="connsiteX13-561" fmla="*/ 1087434 w 3710151"/>
                    <a:gd name="connsiteY13-562" fmla="*/ 451945 h 1418896"/>
                    <a:gd name="connsiteX14-563" fmla="*/ 168164 w 3710151"/>
                    <a:gd name="connsiteY14-564" fmla="*/ 84081 h 1418896"/>
                    <a:gd name="connsiteX15-565" fmla="*/ 147144 w 3710151"/>
                    <a:gd name="connsiteY15-566" fmla="*/ 73572 h 1418896"/>
                    <a:gd name="connsiteX0-567" fmla="*/ 162012 w 3725019"/>
                    <a:gd name="connsiteY0-568" fmla="*/ 73572 h 1418896"/>
                    <a:gd name="connsiteX1-569" fmla="*/ 445792 w 3725019"/>
                    <a:gd name="connsiteY1-570" fmla="*/ 0 h 1418896"/>
                    <a:gd name="connsiteX2-571" fmla="*/ 1852896 w 3725019"/>
                    <a:gd name="connsiteY2-572" fmla="*/ 591655 h 1418896"/>
                    <a:gd name="connsiteX3-573" fmla="*/ 3357157 w 3725019"/>
                    <a:gd name="connsiteY3-574" fmla="*/ 0 h 1418896"/>
                    <a:gd name="connsiteX4-575" fmla="*/ 3577874 w 3725019"/>
                    <a:gd name="connsiteY4-576" fmla="*/ 73572 h 1418896"/>
                    <a:gd name="connsiteX5-577" fmla="*/ 2632585 w 3725019"/>
                    <a:gd name="connsiteY5-578" fmla="*/ 448868 h 1418896"/>
                    <a:gd name="connsiteX6-579" fmla="*/ 2625150 w 3725019"/>
                    <a:gd name="connsiteY6-580" fmla="*/ 902607 h 1418896"/>
                    <a:gd name="connsiteX7-581" fmla="*/ 3725019 w 3725019"/>
                    <a:gd name="connsiteY7-582" fmla="*/ 1345324 h 1418896"/>
                    <a:gd name="connsiteX8-583" fmla="*/ 3441240 w 3725019"/>
                    <a:gd name="connsiteY8-584" fmla="*/ 1408386 h 1418896"/>
                    <a:gd name="connsiteX9-585" fmla="*/ 1864688 w 3725019"/>
                    <a:gd name="connsiteY9-586" fmla="*/ 746234 h 1418896"/>
                    <a:gd name="connsiteX10-587" fmla="*/ 256605 w 3725019"/>
                    <a:gd name="connsiteY10-588" fmla="*/ 1418896 h 1418896"/>
                    <a:gd name="connsiteX11-589" fmla="*/ 0 w 3725019"/>
                    <a:gd name="connsiteY11-590" fmla="*/ 1331097 h 1418896"/>
                    <a:gd name="connsiteX12-591" fmla="*/ 1113454 w 3725019"/>
                    <a:gd name="connsiteY12-592" fmla="*/ 903890 h 1418896"/>
                    <a:gd name="connsiteX13-593" fmla="*/ 1102302 w 3725019"/>
                    <a:gd name="connsiteY13-594" fmla="*/ 451945 h 1418896"/>
                    <a:gd name="connsiteX14-595" fmla="*/ 183032 w 3725019"/>
                    <a:gd name="connsiteY14-596" fmla="*/ 84081 h 1418896"/>
                    <a:gd name="connsiteX15-597" fmla="*/ 162012 w 3725019"/>
                    <a:gd name="connsiteY15-598" fmla="*/ 73572 h 1418896"/>
                  </a:gdLst>
                  <a:ahLst/>
                  <a:cxnLst>
                    <a:cxn ang="0">
                      <a:pos x="connsiteX0-1" y="connsiteY0-2"/>
                    </a:cxn>
                    <a:cxn ang="0">
                      <a:pos x="connsiteX1-3" y="connsiteY1-4"/>
                    </a:cxn>
                    <a:cxn ang="0">
                      <a:pos x="connsiteX2-5" y="connsiteY2-6"/>
                    </a:cxn>
                    <a:cxn ang="0">
                      <a:pos x="connsiteX3-7" y="connsiteY3-8"/>
                    </a:cxn>
                    <a:cxn ang="0">
                      <a:pos x="connsiteX4-9" y="connsiteY4-10"/>
                    </a:cxn>
                    <a:cxn ang="0">
                      <a:pos x="connsiteX5-11" y="connsiteY5-12"/>
                    </a:cxn>
                    <a:cxn ang="0">
                      <a:pos x="connsiteX6-13" y="connsiteY6-14"/>
                    </a:cxn>
                    <a:cxn ang="0">
                      <a:pos x="connsiteX7-15" y="connsiteY7-16"/>
                    </a:cxn>
                    <a:cxn ang="0">
                      <a:pos x="connsiteX8-17" y="connsiteY8-18"/>
                    </a:cxn>
                    <a:cxn ang="0">
                      <a:pos x="connsiteX9-19" y="connsiteY9-20"/>
                    </a:cxn>
                    <a:cxn ang="0">
                      <a:pos x="connsiteX10-21" y="connsiteY10-22"/>
                    </a:cxn>
                    <a:cxn ang="0">
                      <a:pos x="connsiteX11-23" y="connsiteY11-24"/>
                    </a:cxn>
                    <a:cxn ang="0">
                      <a:pos x="connsiteX12-25" y="connsiteY12-26"/>
                    </a:cxn>
                    <a:cxn ang="0">
                      <a:pos x="connsiteX13-27" y="connsiteY13-28"/>
                    </a:cxn>
                    <a:cxn ang="0">
                      <a:pos x="connsiteX14-29" y="connsiteY14-30"/>
                    </a:cxn>
                    <a:cxn ang="0">
                      <a:pos x="connsiteX15-31" y="connsiteY15-32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grpSp>
        <p:nvGrpSpPr>
          <p:cNvPr id="8" name="Group 5"/>
          <p:cNvGrpSpPr/>
          <p:nvPr/>
        </p:nvGrpSpPr>
        <p:grpSpPr bwMode="auto">
          <a:xfrm>
            <a:off x="1619894" y="1918514"/>
            <a:ext cx="8437563" cy="4559300"/>
            <a:chOff x="154891" y="1905681"/>
            <a:chExt cx="8436427" cy="4559651"/>
          </a:xfrm>
        </p:grpSpPr>
        <p:grpSp>
          <p:nvGrpSpPr>
            <p:cNvPr id="9" name="Group 2"/>
            <p:cNvGrpSpPr/>
            <p:nvPr/>
          </p:nvGrpSpPr>
          <p:grpSpPr bwMode="auto">
            <a:xfrm>
              <a:off x="1529396" y="2297655"/>
              <a:ext cx="648422" cy="418253"/>
              <a:chOff x="3053396" y="4304255"/>
              <a:chExt cx="648422" cy="418253"/>
            </a:xfrm>
          </p:grpSpPr>
          <p:sp>
            <p:nvSpPr>
              <p:cNvPr id="61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" name="TextBox 1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接入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网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0" name="Group 131"/>
            <p:cNvGrpSpPr/>
            <p:nvPr/>
          </p:nvGrpSpPr>
          <p:grpSpPr bwMode="auto">
            <a:xfrm>
              <a:off x="373696" y="3097755"/>
              <a:ext cx="648422" cy="418253"/>
              <a:chOff x="3053396" y="4304255"/>
              <a:chExt cx="648422" cy="418253"/>
            </a:xfrm>
          </p:grpSpPr>
          <p:sp>
            <p:nvSpPr>
              <p:cNvPr id="59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" name="TextBox 133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接入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网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1" name="Group 135"/>
            <p:cNvGrpSpPr/>
            <p:nvPr/>
          </p:nvGrpSpPr>
          <p:grpSpPr bwMode="auto">
            <a:xfrm>
              <a:off x="6037896" y="2551655"/>
              <a:ext cx="648422" cy="418253"/>
              <a:chOff x="3053396" y="4304255"/>
              <a:chExt cx="648422" cy="418253"/>
            </a:xfrm>
          </p:grpSpPr>
          <p:sp>
            <p:nvSpPr>
              <p:cNvPr id="57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" name="TextBox 137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接入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网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2" name="Group 138"/>
            <p:cNvGrpSpPr/>
            <p:nvPr/>
          </p:nvGrpSpPr>
          <p:grpSpPr bwMode="auto">
            <a:xfrm>
              <a:off x="945196" y="5409155"/>
              <a:ext cx="648422" cy="418253"/>
              <a:chOff x="3053396" y="4304255"/>
              <a:chExt cx="648422" cy="418253"/>
            </a:xfrm>
          </p:grpSpPr>
          <p:sp>
            <p:nvSpPr>
              <p:cNvPr id="55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" name="TextBox 140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接入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网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3" name="Group 141"/>
            <p:cNvGrpSpPr/>
            <p:nvPr/>
          </p:nvGrpSpPr>
          <p:grpSpPr bwMode="auto">
            <a:xfrm>
              <a:off x="526096" y="4786855"/>
              <a:ext cx="648422" cy="418253"/>
              <a:chOff x="3053396" y="4304255"/>
              <a:chExt cx="648422" cy="418253"/>
            </a:xfrm>
          </p:grpSpPr>
          <p:sp>
            <p:nvSpPr>
              <p:cNvPr id="53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" name="TextBox 143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接入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网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4" name="Group 144"/>
            <p:cNvGrpSpPr/>
            <p:nvPr/>
          </p:nvGrpSpPr>
          <p:grpSpPr bwMode="auto">
            <a:xfrm>
              <a:off x="297496" y="4126455"/>
              <a:ext cx="648422" cy="418253"/>
              <a:chOff x="3053396" y="4304255"/>
              <a:chExt cx="648422" cy="418253"/>
            </a:xfrm>
          </p:grpSpPr>
          <p:sp>
            <p:nvSpPr>
              <p:cNvPr id="51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2" name="TextBox 146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接入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网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5" name="Group 147"/>
            <p:cNvGrpSpPr/>
            <p:nvPr/>
          </p:nvGrpSpPr>
          <p:grpSpPr bwMode="auto">
            <a:xfrm>
              <a:off x="6787196" y="2983455"/>
              <a:ext cx="648422" cy="418253"/>
              <a:chOff x="3053396" y="4304255"/>
              <a:chExt cx="648422" cy="418253"/>
            </a:xfrm>
          </p:grpSpPr>
          <p:sp>
            <p:nvSpPr>
              <p:cNvPr id="49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" name="TextBox 149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接入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网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6" name="Group 150"/>
            <p:cNvGrpSpPr/>
            <p:nvPr/>
          </p:nvGrpSpPr>
          <p:grpSpPr bwMode="auto">
            <a:xfrm>
              <a:off x="3129596" y="2056355"/>
              <a:ext cx="648422" cy="418253"/>
              <a:chOff x="3053396" y="4304255"/>
              <a:chExt cx="648422" cy="418253"/>
            </a:xfrm>
          </p:grpSpPr>
          <p:sp>
            <p:nvSpPr>
              <p:cNvPr id="47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" name="TextBox 152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接入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网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7" name="Group 153"/>
            <p:cNvGrpSpPr/>
            <p:nvPr/>
          </p:nvGrpSpPr>
          <p:grpSpPr bwMode="auto">
            <a:xfrm>
              <a:off x="754696" y="2704055"/>
              <a:ext cx="648422" cy="418253"/>
              <a:chOff x="3053396" y="4304255"/>
              <a:chExt cx="648422" cy="418253"/>
            </a:xfrm>
          </p:grpSpPr>
          <p:sp>
            <p:nvSpPr>
              <p:cNvPr id="45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" name="TextBox 155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接入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网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8" name="Group 156"/>
            <p:cNvGrpSpPr/>
            <p:nvPr/>
          </p:nvGrpSpPr>
          <p:grpSpPr bwMode="auto">
            <a:xfrm>
              <a:off x="4043996" y="2030955"/>
              <a:ext cx="648422" cy="418253"/>
              <a:chOff x="3053396" y="4304255"/>
              <a:chExt cx="648422" cy="418253"/>
            </a:xfrm>
          </p:grpSpPr>
          <p:sp>
            <p:nvSpPr>
              <p:cNvPr id="43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4" name="TextBox 158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接入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网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9" name="Group 160"/>
            <p:cNvGrpSpPr/>
            <p:nvPr/>
          </p:nvGrpSpPr>
          <p:grpSpPr bwMode="auto">
            <a:xfrm>
              <a:off x="7104696" y="5663155"/>
              <a:ext cx="648422" cy="418253"/>
              <a:chOff x="3053396" y="4304255"/>
              <a:chExt cx="648422" cy="418253"/>
            </a:xfrm>
          </p:grpSpPr>
          <p:sp>
            <p:nvSpPr>
              <p:cNvPr id="41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" name="TextBox 162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接入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网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20" name="Group 163"/>
            <p:cNvGrpSpPr/>
            <p:nvPr/>
          </p:nvGrpSpPr>
          <p:grpSpPr bwMode="auto">
            <a:xfrm>
              <a:off x="7942896" y="5015455"/>
              <a:ext cx="648422" cy="418253"/>
              <a:chOff x="3053396" y="4304255"/>
              <a:chExt cx="648422" cy="418253"/>
            </a:xfrm>
          </p:grpSpPr>
          <p:sp>
            <p:nvSpPr>
              <p:cNvPr id="39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" name="TextBox 165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接入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网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21" name="Group 166"/>
            <p:cNvGrpSpPr/>
            <p:nvPr/>
          </p:nvGrpSpPr>
          <p:grpSpPr bwMode="auto">
            <a:xfrm>
              <a:off x="7714296" y="4101055"/>
              <a:ext cx="648422" cy="418253"/>
              <a:chOff x="3053396" y="4304255"/>
              <a:chExt cx="648422" cy="418253"/>
            </a:xfrm>
          </p:grpSpPr>
          <p:sp>
            <p:nvSpPr>
              <p:cNvPr id="37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" name="TextBox 168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接入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网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22" name="Group 169"/>
            <p:cNvGrpSpPr/>
            <p:nvPr/>
          </p:nvGrpSpPr>
          <p:grpSpPr bwMode="auto">
            <a:xfrm>
              <a:off x="4869496" y="5904455"/>
              <a:ext cx="648422" cy="418253"/>
              <a:chOff x="3053396" y="4304255"/>
              <a:chExt cx="648422" cy="418253"/>
            </a:xfrm>
          </p:grpSpPr>
          <p:sp>
            <p:nvSpPr>
              <p:cNvPr id="35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" name="TextBox 171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接入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网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23" name="Group 172"/>
            <p:cNvGrpSpPr/>
            <p:nvPr/>
          </p:nvGrpSpPr>
          <p:grpSpPr bwMode="auto">
            <a:xfrm>
              <a:off x="3955096" y="6044155"/>
              <a:ext cx="648422" cy="418253"/>
              <a:chOff x="3053396" y="4304255"/>
              <a:chExt cx="648422" cy="418253"/>
            </a:xfrm>
          </p:grpSpPr>
          <p:sp>
            <p:nvSpPr>
              <p:cNvPr id="33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4" name="TextBox 174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接入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网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24" name="Group 175"/>
            <p:cNvGrpSpPr/>
            <p:nvPr/>
          </p:nvGrpSpPr>
          <p:grpSpPr bwMode="auto">
            <a:xfrm>
              <a:off x="2735896" y="5891755"/>
              <a:ext cx="648422" cy="418253"/>
              <a:chOff x="3053396" y="4304255"/>
              <a:chExt cx="648422" cy="418253"/>
            </a:xfrm>
          </p:grpSpPr>
          <p:sp>
            <p:nvSpPr>
              <p:cNvPr id="31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2" name="TextBox 177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接入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网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5" name="TextBox 4"/>
            <p:cNvSpPr txBox="1">
              <a:spLocks noChangeArrowheads="1"/>
            </p:cNvSpPr>
            <p:nvPr/>
          </p:nvSpPr>
          <p:spPr bwMode="auto">
            <a:xfrm rot="1053502">
              <a:off x="5143500" y="19558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…</a:t>
              </a: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6" name="TextBox 179"/>
            <p:cNvSpPr txBox="1">
              <a:spLocks noChangeArrowheads="1"/>
            </p:cNvSpPr>
            <p:nvPr/>
          </p:nvSpPr>
          <p:spPr bwMode="auto">
            <a:xfrm rot="2829263">
              <a:off x="7429500" y="34290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…</a:t>
              </a: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7" name="TextBox 180"/>
            <p:cNvSpPr txBox="1">
              <a:spLocks noChangeArrowheads="1"/>
            </p:cNvSpPr>
            <p:nvPr/>
          </p:nvSpPr>
          <p:spPr bwMode="auto">
            <a:xfrm rot="9845918">
              <a:off x="6098241" y="5942112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…</a:t>
              </a: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8" name="TextBox 181"/>
            <p:cNvSpPr txBox="1">
              <a:spLocks noChangeArrowheads="1"/>
            </p:cNvSpPr>
            <p:nvPr/>
          </p:nvSpPr>
          <p:spPr bwMode="auto">
            <a:xfrm rot="-9948738">
              <a:off x="1730786" y="5845469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…</a:t>
              </a: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9" name="TextBox 182"/>
            <p:cNvSpPr txBox="1">
              <a:spLocks noChangeArrowheads="1"/>
            </p:cNvSpPr>
            <p:nvPr/>
          </p:nvSpPr>
          <p:spPr bwMode="auto">
            <a:xfrm rot="-4992697">
              <a:off x="144631" y="3539025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…</a:t>
              </a: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" name="TextBox 183"/>
            <p:cNvSpPr txBox="1">
              <a:spLocks noChangeArrowheads="1"/>
            </p:cNvSpPr>
            <p:nvPr/>
          </p:nvSpPr>
          <p:spPr bwMode="auto">
            <a:xfrm rot="-1017263">
              <a:off x="2330376" y="1905681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…</a:t>
              </a: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151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引言：1-</a:t>
            </a:r>
            <a:fld id="{C4204591-24BD-A542-B9D5-F8D8A88D2FEE}" type="slidenum">
              <a:rPr lang="en-US" smtClean="0"/>
            </a:fld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4" name="Oval 3"/>
          <p:cNvSpPr>
            <a:spLocks noChangeArrowheads="1"/>
          </p:cNvSpPr>
          <p:nvPr/>
        </p:nvSpPr>
        <p:spPr bwMode="auto">
          <a:xfrm>
            <a:off x="2884400" y="2782791"/>
            <a:ext cx="3475038" cy="138112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/>
            </a:endParaRPr>
          </a:p>
        </p:txBody>
      </p:sp>
      <p:cxnSp>
        <p:nvCxnSpPr>
          <p:cNvPr id="805" name="Straight Connector 10"/>
          <p:cNvCxnSpPr>
            <a:cxnSpLocks noChangeShapeType="1"/>
          </p:cNvCxnSpPr>
          <p:nvPr/>
        </p:nvCxnSpPr>
        <p:spPr bwMode="auto">
          <a:xfrm>
            <a:off x="4108363" y="3025678"/>
            <a:ext cx="1146175" cy="730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6" name="Straight Connector 297"/>
          <p:cNvCxnSpPr>
            <a:cxnSpLocks noChangeShapeType="1"/>
          </p:cNvCxnSpPr>
          <p:nvPr/>
        </p:nvCxnSpPr>
        <p:spPr bwMode="auto">
          <a:xfrm>
            <a:off x="4702088" y="3325716"/>
            <a:ext cx="130175" cy="841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7" name="Straight Connector 298"/>
          <p:cNvCxnSpPr>
            <a:cxnSpLocks noChangeShapeType="1"/>
          </p:cNvCxnSpPr>
          <p:nvPr/>
        </p:nvCxnSpPr>
        <p:spPr bwMode="auto">
          <a:xfrm flipV="1">
            <a:off x="4486188" y="3530503"/>
            <a:ext cx="263525" cy="4603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8" name="Straight Connector 299"/>
          <p:cNvCxnSpPr>
            <a:cxnSpLocks noChangeShapeType="1"/>
          </p:cNvCxnSpPr>
          <p:nvPr/>
        </p:nvCxnSpPr>
        <p:spPr bwMode="auto">
          <a:xfrm flipV="1">
            <a:off x="4165513" y="3354291"/>
            <a:ext cx="209550" cy="1095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" name="Straight Connector 300"/>
          <p:cNvCxnSpPr>
            <a:cxnSpLocks noChangeShapeType="1"/>
          </p:cNvCxnSpPr>
          <p:nvPr/>
        </p:nvCxnSpPr>
        <p:spPr bwMode="auto">
          <a:xfrm flipV="1">
            <a:off x="3827375" y="3654328"/>
            <a:ext cx="222250" cy="984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0" name="Straight Connector 301"/>
          <p:cNvCxnSpPr>
            <a:cxnSpLocks noChangeShapeType="1"/>
          </p:cNvCxnSpPr>
          <p:nvPr/>
        </p:nvCxnSpPr>
        <p:spPr bwMode="auto">
          <a:xfrm flipV="1">
            <a:off x="4719550" y="3579716"/>
            <a:ext cx="273050" cy="25400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1" name="Straight Connector 302"/>
          <p:cNvCxnSpPr>
            <a:cxnSpLocks noChangeShapeType="1"/>
          </p:cNvCxnSpPr>
          <p:nvPr/>
        </p:nvCxnSpPr>
        <p:spPr bwMode="auto">
          <a:xfrm flipH="1" flipV="1">
            <a:off x="5251363" y="3565428"/>
            <a:ext cx="387350" cy="1254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2" name="Straight Connector 303"/>
          <p:cNvCxnSpPr>
            <a:cxnSpLocks noChangeShapeType="1"/>
          </p:cNvCxnSpPr>
          <p:nvPr/>
        </p:nvCxnSpPr>
        <p:spPr bwMode="auto">
          <a:xfrm flipV="1">
            <a:off x="5237075" y="3216178"/>
            <a:ext cx="307975" cy="19843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3" name="Straight Connector 304"/>
          <p:cNvCxnSpPr>
            <a:cxnSpLocks noChangeShapeType="1"/>
          </p:cNvCxnSpPr>
          <p:nvPr/>
        </p:nvCxnSpPr>
        <p:spPr bwMode="auto">
          <a:xfrm flipH="1" flipV="1">
            <a:off x="4109950" y="3086003"/>
            <a:ext cx="246063" cy="873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14" name="TextBox 39958"/>
          <p:cNvSpPr txBox="1">
            <a:spLocks noChangeArrowheads="1"/>
          </p:cNvSpPr>
          <p:nvPr/>
        </p:nvSpPr>
        <p:spPr bwMode="auto">
          <a:xfrm>
            <a:off x="3044738" y="3127278"/>
            <a:ext cx="80663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ISP A</a:t>
            </a:r>
            <a:endParaRPr kumimoji="0" lang="en-US" altLang="en-US" sz="2400" b="0" i="1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grpSp>
        <p:nvGrpSpPr>
          <p:cNvPr id="815" name="Group 814"/>
          <p:cNvGrpSpPr/>
          <p:nvPr/>
        </p:nvGrpSpPr>
        <p:grpSpPr>
          <a:xfrm>
            <a:off x="4779875" y="3395180"/>
            <a:ext cx="541338" cy="223023"/>
            <a:chOff x="7493876" y="2774731"/>
            <a:chExt cx="1481958" cy="894622"/>
          </a:xfrm>
        </p:grpSpPr>
        <p:sp>
          <p:nvSpPr>
            <p:cNvPr id="1038" name="Freeform 1037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39" name="Oval 1038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040" name="Group 1039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41" name="Freeform 1040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2" name="Freeform 1041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3" name="Freeform 1042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4" name="Freeform 1043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6" name="Group 815"/>
          <p:cNvGrpSpPr/>
          <p:nvPr/>
        </p:nvGrpSpPr>
        <p:grpSpPr>
          <a:xfrm>
            <a:off x="5457737" y="3639654"/>
            <a:ext cx="541338" cy="223023"/>
            <a:chOff x="7493876" y="2774731"/>
            <a:chExt cx="1481958" cy="894622"/>
          </a:xfrm>
        </p:grpSpPr>
        <p:sp>
          <p:nvSpPr>
            <p:cNvPr id="1031" name="Freeform 1030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32" name="Oval 1031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033" name="Group 1032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34" name="Freeform 1033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5" name="Freeform 1034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6" name="Freeform 1035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7" name="Freeform 1036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7" name="Group 816"/>
          <p:cNvGrpSpPr/>
          <p:nvPr/>
        </p:nvGrpSpPr>
        <p:grpSpPr>
          <a:xfrm>
            <a:off x="4228292" y="3150704"/>
            <a:ext cx="541338" cy="223023"/>
            <a:chOff x="7493876" y="2774731"/>
            <a:chExt cx="1481958" cy="894622"/>
          </a:xfrm>
        </p:grpSpPr>
        <p:sp>
          <p:nvSpPr>
            <p:cNvPr id="1024" name="Freeform 1023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25" name="Oval 1024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026" name="Group 1025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27" name="Freeform 1026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8" name="Freeform 1027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9" name="Freeform 1028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0" name="Freeform 1029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8" name="Group 817"/>
          <p:cNvGrpSpPr/>
          <p:nvPr/>
        </p:nvGrpSpPr>
        <p:grpSpPr>
          <a:xfrm>
            <a:off x="3972632" y="3451642"/>
            <a:ext cx="541338" cy="223023"/>
            <a:chOff x="7493876" y="2774731"/>
            <a:chExt cx="1481958" cy="894622"/>
          </a:xfrm>
        </p:grpSpPr>
        <p:sp>
          <p:nvSpPr>
            <p:cNvPr id="1017" name="Freeform 1016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18" name="Oval 1017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019" name="Group 1018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20" name="Freeform 1019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1" name="Freeform 1020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2" name="Freeform 1021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3" name="Freeform 1022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9" name="Group 818"/>
          <p:cNvGrpSpPr/>
          <p:nvPr/>
        </p:nvGrpSpPr>
        <p:grpSpPr>
          <a:xfrm>
            <a:off x="3355534" y="3674009"/>
            <a:ext cx="541338" cy="223023"/>
            <a:chOff x="7493876" y="2774731"/>
            <a:chExt cx="1481958" cy="894622"/>
          </a:xfrm>
        </p:grpSpPr>
        <p:sp>
          <p:nvSpPr>
            <p:cNvPr id="1010" name="Freeform 1009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11" name="Oval 1010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012" name="Group 1011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13" name="Freeform 1012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4" name="Freeform 1013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5" name="Freeform 1014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6" name="Freeform 1015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20" name="Group 819"/>
          <p:cNvGrpSpPr/>
          <p:nvPr/>
        </p:nvGrpSpPr>
        <p:grpSpPr>
          <a:xfrm>
            <a:off x="4400287" y="3826770"/>
            <a:ext cx="541338" cy="223023"/>
            <a:chOff x="7493876" y="2774731"/>
            <a:chExt cx="1481958" cy="894622"/>
          </a:xfrm>
        </p:grpSpPr>
        <p:sp>
          <p:nvSpPr>
            <p:cNvPr id="1003" name="Freeform 1002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04" name="Oval 1003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005" name="Group 1004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06" name="Freeform 1005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7" name="Freeform 1006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8" name="Freeform 1007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9" name="Freeform 1008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821" name="Oval 3"/>
          <p:cNvSpPr>
            <a:spLocks noChangeArrowheads="1"/>
          </p:cNvSpPr>
          <p:nvPr/>
        </p:nvSpPr>
        <p:spPr bwMode="auto">
          <a:xfrm>
            <a:off x="2671675" y="4260753"/>
            <a:ext cx="2941638" cy="132397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/>
            </a:endParaRPr>
          </a:p>
        </p:txBody>
      </p:sp>
      <p:cxnSp>
        <p:nvCxnSpPr>
          <p:cNvPr id="822" name="Straight Connector 10"/>
          <p:cNvCxnSpPr>
            <a:cxnSpLocks noChangeShapeType="1"/>
          </p:cNvCxnSpPr>
          <p:nvPr/>
        </p:nvCxnSpPr>
        <p:spPr bwMode="auto">
          <a:xfrm>
            <a:off x="3706725" y="4494116"/>
            <a:ext cx="969963" cy="682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3" name="Straight Connector 297"/>
          <p:cNvCxnSpPr>
            <a:cxnSpLocks noChangeShapeType="1"/>
          </p:cNvCxnSpPr>
          <p:nvPr/>
        </p:nvCxnSpPr>
        <p:spPr bwMode="auto">
          <a:xfrm>
            <a:off x="4209963" y="4781453"/>
            <a:ext cx="109537" cy="7937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4" name="Straight Connector 298"/>
          <p:cNvCxnSpPr>
            <a:cxnSpLocks noChangeShapeType="1"/>
          </p:cNvCxnSpPr>
          <p:nvPr/>
        </p:nvCxnSpPr>
        <p:spPr bwMode="auto">
          <a:xfrm flipV="1">
            <a:off x="4027400" y="4976716"/>
            <a:ext cx="222250" cy="444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5" name="Straight Connector 299"/>
          <p:cNvCxnSpPr>
            <a:cxnSpLocks noChangeShapeType="1"/>
          </p:cNvCxnSpPr>
          <p:nvPr/>
        </p:nvCxnSpPr>
        <p:spPr bwMode="auto">
          <a:xfrm flipV="1">
            <a:off x="3754350" y="4808441"/>
            <a:ext cx="177800" cy="1063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6" name="Straight Connector 300"/>
          <p:cNvCxnSpPr>
            <a:cxnSpLocks noChangeShapeType="1"/>
          </p:cNvCxnSpPr>
          <p:nvPr/>
        </p:nvCxnSpPr>
        <p:spPr bwMode="auto">
          <a:xfrm flipV="1">
            <a:off x="3468600" y="5095778"/>
            <a:ext cx="188913" cy="952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7" name="Straight Connector 301"/>
          <p:cNvCxnSpPr>
            <a:cxnSpLocks noChangeShapeType="1"/>
          </p:cNvCxnSpPr>
          <p:nvPr/>
        </p:nvCxnSpPr>
        <p:spPr bwMode="auto">
          <a:xfrm flipV="1">
            <a:off x="4224250" y="5024341"/>
            <a:ext cx="231775" cy="24447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8" name="Straight Connector 302"/>
          <p:cNvCxnSpPr>
            <a:cxnSpLocks noChangeShapeType="1"/>
          </p:cNvCxnSpPr>
          <p:nvPr/>
        </p:nvCxnSpPr>
        <p:spPr bwMode="auto">
          <a:xfrm flipH="1" flipV="1">
            <a:off x="4675100" y="5011641"/>
            <a:ext cx="327025" cy="1190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" name="Straight Connector 303"/>
          <p:cNvCxnSpPr>
            <a:cxnSpLocks noChangeShapeType="1"/>
          </p:cNvCxnSpPr>
          <p:nvPr/>
        </p:nvCxnSpPr>
        <p:spPr bwMode="auto">
          <a:xfrm flipV="1">
            <a:off x="4662400" y="4676678"/>
            <a:ext cx="260350" cy="1889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0" name="Straight Connector 304"/>
          <p:cNvCxnSpPr>
            <a:cxnSpLocks noChangeShapeType="1"/>
          </p:cNvCxnSpPr>
          <p:nvPr/>
        </p:nvCxnSpPr>
        <p:spPr bwMode="auto">
          <a:xfrm flipH="1" flipV="1">
            <a:off x="3708313" y="4551266"/>
            <a:ext cx="207962" cy="841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31" name="TextBox 39958"/>
          <p:cNvSpPr txBox="1">
            <a:spLocks noChangeArrowheads="1"/>
          </p:cNvSpPr>
          <p:nvPr/>
        </p:nvSpPr>
        <p:spPr bwMode="auto">
          <a:xfrm>
            <a:off x="2806613" y="4590953"/>
            <a:ext cx="78899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ISP C</a:t>
            </a:r>
            <a:endParaRPr kumimoji="0" lang="en-US" altLang="en-US" sz="2400" b="0" i="1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832" name="Oval 3"/>
          <p:cNvSpPr>
            <a:spLocks noChangeArrowheads="1"/>
          </p:cNvSpPr>
          <p:nvPr/>
        </p:nvSpPr>
        <p:spPr bwMode="auto">
          <a:xfrm>
            <a:off x="5765713" y="3706716"/>
            <a:ext cx="3219450" cy="134302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/>
            </a:endParaRPr>
          </a:p>
        </p:txBody>
      </p:sp>
      <p:cxnSp>
        <p:nvCxnSpPr>
          <p:cNvPr id="833" name="Straight Connector 10"/>
          <p:cNvCxnSpPr>
            <a:cxnSpLocks noChangeShapeType="1"/>
          </p:cNvCxnSpPr>
          <p:nvPr/>
        </p:nvCxnSpPr>
        <p:spPr bwMode="auto">
          <a:xfrm>
            <a:off x="6899188" y="3943253"/>
            <a:ext cx="1062037" cy="698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4" name="Straight Connector 297"/>
          <p:cNvCxnSpPr>
            <a:cxnSpLocks noChangeShapeType="1"/>
          </p:cNvCxnSpPr>
          <p:nvPr/>
        </p:nvCxnSpPr>
        <p:spPr bwMode="auto">
          <a:xfrm>
            <a:off x="7450050" y="4233766"/>
            <a:ext cx="120650" cy="825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5" name="Straight Connector 298"/>
          <p:cNvCxnSpPr>
            <a:cxnSpLocks noChangeShapeType="1"/>
          </p:cNvCxnSpPr>
          <p:nvPr/>
        </p:nvCxnSpPr>
        <p:spPr bwMode="auto">
          <a:xfrm flipV="1">
            <a:off x="7250025" y="4433791"/>
            <a:ext cx="242888" cy="444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6" name="Straight Connector 299"/>
          <p:cNvCxnSpPr>
            <a:cxnSpLocks noChangeShapeType="1"/>
          </p:cNvCxnSpPr>
          <p:nvPr/>
        </p:nvCxnSpPr>
        <p:spPr bwMode="auto">
          <a:xfrm flipV="1">
            <a:off x="6951575" y="4262341"/>
            <a:ext cx="195263" cy="1063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7" name="Straight Connector 300"/>
          <p:cNvCxnSpPr>
            <a:cxnSpLocks noChangeShapeType="1"/>
          </p:cNvCxnSpPr>
          <p:nvPr/>
        </p:nvCxnSpPr>
        <p:spPr bwMode="auto">
          <a:xfrm flipV="1">
            <a:off x="6638838" y="4554441"/>
            <a:ext cx="206375" cy="952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8" name="Straight Connector 301"/>
          <p:cNvCxnSpPr>
            <a:cxnSpLocks noChangeShapeType="1"/>
          </p:cNvCxnSpPr>
          <p:nvPr/>
        </p:nvCxnSpPr>
        <p:spPr bwMode="auto">
          <a:xfrm flipV="1">
            <a:off x="7465925" y="4481416"/>
            <a:ext cx="254000" cy="2476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9" name="Straight Connector 302"/>
          <p:cNvCxnSpPr>
            <a:cxnSpLocks noChangeShapeType="1"/>
          </p:cNvCxnSpPr>
          <p:nvPr/>
        </p:nvCxnSpPr>
        <p:spPr bwMode="auto">
          <a:xfrm flipH="1" flipV="1">
            <a:off x="7929475" y="4460778"/>
            <a:ext cx="358775" cy="1206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0" name="Straight Connector 303"/>
          <p:cNvCxnSpPr>
            <a:cxnSpLocks noChangeShapeType="1"/>
          </p:cNvCxnSpPr>
          <p:nvPr/>
        </p:nvCxnSpPr>
        <p:spPr bwMode="auto">
          <a:xfrm flipV="1">
            <a:off x="7945350" y="4127403"/>
            <a:ext cx="285750" cy="19208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1" name="Straight Connector 304"/>
          <p:cNvCxnSpPr>
            <a:cxnSpLocks noChangeShapeType="1"/>
          </p:cNvCxnSpPr>
          <p:nvPr/>
        </p:nvCxnSpPr>
        <p:spPr bwMode="auto">
          <a:xfrm flipH="1" flipV="1">
            <a:off x="6900775" y="4000403"/>
            <a:ext cx="227013" cy="857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42" name="TextBox 39958"/>
          <p:cNvSpPr txBox="1">
            <a:spLocks noChangeArrowheads="1"/>
          </p:cNvSpPr>
          <p:nvPr/>
        </p:nvSpPr>
        <p:spPr bwMode="auto">
          <a:xfrm>
            <a:off x="5914938" y="4040091"/>
            <a:ext cx="79541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ISP B</a:t>
            </a:r>
            <a:endParaRPr kumimoji="0" lang="en-US" altLang="en-US" sz="2400" b="0" i="1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cxnSp>
        <p:nvCxnSpPr>
          <p:cNvPr id="843" name="Straight Connector 12"/>
          <p:cNvCxnSpPr>
            <a:cxnSpLocks noChangeShapeType="1"/>
          </p:cNvCxnSpPr>
          <p:nvPr/>
        </p:nvCxnSpPr>
        <p:spPr bwMode="auto">
          <a:xfrm>
            <a:off x="3533688" y="2666903"/>
            <a:ext cx="238125" cy="2619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4" name="Straight Connector 500"/>
          <p:cNvCxnSpPr>
            <a:cxnSpLocks noChangeShapeType="1"/>
          </p:cNvCxnSpPr>
          <p:nvPr/>
        </p:nvCxnSpPr>
        <p:spPr bwMode="auto">
          <a:xfrm>
            <a:off x="2789150" y="2906616"/>
            <a:ext cx="831850" cy="6191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5" name="Straight Connector 501"/>
          <p:cNvCxnSpPr>
            <a:cxnSpLocks noChangeShapeType="1"/>
          </p:cNvCxnSpPr>
          <p:nvPr/>
        </p:nvCxnSpPr>
        <p:spPr bwMode="auto">
          <a:xfrm flipV="1">
            <a:off x="2385925" y="3030441"/>
            <a:ext cx="1303338" cy="27781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6" name="Straight Connector 502"/>
          <p:cNvCxnSpPr>
            <a:cxnSpLocks noChangeShapeType="1"/>
          </p:cNvCxnSpPr>
          <p:nvPr/>
        </p:nvCxnSpPr>
        <p:spPr bwMode="auto">
          <a:xfrm>
            <a:off x="5067213" y="2468466"/>
            <a:ext cx="307975" cy="5730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7" name="Straight Connector 503"/>
          <p:cNvCxnSpPr>
            <a:cxnSpLocks noChangeShapeType="1"/>
          </p:cNvCxnSpPr>
          <p:nvPr/>
        </p:nvCxnSpPr>
        <p:spPr bwMode="auto">
          <a:xfrm flipH="1">
            <a:off x="5576800" y="2446241"/>
            <a:ext cx="384175" cy="5794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8" name="Straight Connector 504"/>
          <p:cNvCxnSpPr>
            <a:cxnSpLocks noChangeShapeType="1"/>
          </p:cNvCxnSpPr>
          <p:nvPr/>
        </p:nvCxnSpPr>
        <p:spPr bwMode="auto">
          <a:xfrm>
            <a:off x="7921538" y="2957416"/>
            <a:ext cx="215900" cy="10461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9" name="Straight Connector 505"/>
          <p:cNvCxnSpPr>
            <a:cxnSpLocks noChangeShapeType="1"/>
          </p:cNvCxnSpPr>
          <p:nvPr/>
        </p:nvCxnSpPr>
        <p:spPr bwMode="auto">
          <a:xfrm flipH="1">
            <a:off x="8288250" y="3308253"/>
            <a:ext cx="241300" cy="6921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" name="Straight Connector 507"/>
          <p:cNvCxnSpPr>
            <a:cxnSpLocks noChangeShapeType="1"/>
          </p:cNvCxnSpPr>
          <p:nvPr/>
        </p:nvCxnSpPr>
        <p:spPr bwMode="auto">
          <a:xfrm flipH="1" flipV="1">
            <a:off x="8605750" y="4630641"/>
            <a:ext cx="796925" cy="6143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1" name="Straight Connector 509"/>
          <p:cNvCxnSpPr>
            <a:cxnSpLocks noChangeShapeType="1"/>
          </p:cNvCxnSpPr>
          <p:nvPr/>
        </p:nvCxnSpPr>
        <p:spPr bwMode="auto">
          <a:xfrm flipH="1" flipV="1">
            <a:off x="6470563" y="4751291"/>
            <a:ext cx="285750" cy="11604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2" name="Straight Connector 510"/>
          <p:cNvCxnSpPr>
            <a:cxnSpLocks noChangeShapeType="1"/>
          </p:cNvCxnSpPr>
          <p:nvPr/>
        </p:nvCxnSpPr>
        <p:spPr bwMode="auto">
          <a:xfrm flipH="1" flipV="1">
            <a:off x="5219613" y="5102128"/>
            <a:ext cx="371475" cy="9731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3" name="Straight Connector 511"/>
          <p:cNvCxnSpPr>
            <a:cxnSpLocks noChangeShapeType="1"/>
          </p:cNvCxnSpPr>
          <p:nvPr/>
        </p:nvCxnSpPr>
        <p:spPr bwMode="auto">
          <a:xfrm flipH="1" flipV="1">
            <a:off x="4295688" y="5249766"/>
            <a:ext cx="244475" cy="6619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4" name="Straight Connector 512"/>
          <p:cNvCxnSpPr>
            <a:cxnSpLocks noChangeShapeType="1"/>
          </p:cNvCxnSpPr>
          <p:nvPr/>
        </p:nvCxnSpPr>
        <p:spPr bwMode="auto">
          <a:xfrm flipV="1">
            <a:off x="2941550" y="5218016"/>
            <a:ext cx="401638" cy="209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5" name="Straight Connector 513"/>
          <p:cNvCxnSpPr>
            <a:cxnSpLocks noChangeShapeType="1"/>
          </p:cNvCxnSpPr>
          <p:nvPr/>
        </p:nvCxnSpPr>
        <p:spPr bwMode="auto">
          <a:xfrm>
            <a:off x="2535150" y="5075141"/>
            <a:ext cx="450850" cy="1158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6" name="Straight Connector 514"/>
          <p:cNvCxnSpPr>
            <a:cxnSpLocks noChangeShapeType="1"/>
          </p:cNvCxnSpPr>
          <p:nvPr/>
        </p:nvCxnSpPr>
        <p:spPr bwMode="auto">
          <a:xfrm>
            <a:off x="2306550" y="4433791"/>
            <a:ext cx="996950" cy="47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7" name="Straight Connector 508"/>
          <p:cNvCxnSpPr>
            <a:cxnSpLocks noChangeShapeType="1"/>
          </p:cNvCxnSpPr>
          <p:nvPr/>
        </p:nvCxnSpPr>
        <p:spPr bwMode="auto">
          <a:xfrm flipH="1" flipV="1">
            <a:off x="7646900" y="4779866"/>
            <a:ext cx="1047750" cy="9667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8" name="Straight Connector 506"/>
          <p:cNvCxnSpPr>
            <a:cxnSpLocks noChangeShapeType="1"/>
          </p:cNvCxnSpPr>
          <p:nvPr/>
        </p:nvCxnSpPr>
        <p:spPr bwMode="auto">
          <a:xfrm flipH="1">
            <a:off x="8716875" y="4368703"/>
            <a:ext cx="541338" cy="2492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59" name="Group 858"/>
          <p:cNvGrpSpPr/>
          <p:nvPr/>
        </p:nvGrpSpPr>
        <p:grpSpPr>
          <a:xfrm>
            <a:off x="5192625" y="3007829"/>
            <a:ext cx="541338" cy="223023"/>
            <a:chOff x="7493876" y="2774731"/>
            <a:chExt cx="1481958" cy="894622"/>
          </a:xfrm>
        </p:grpSpPr>
        <p:sp>
          <p:nvSpPr>
            <p:cNvPr id="996" name="Freeform 995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97" name="Oval 996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998" name="Group 997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9" name="Freeform 998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0" name="Freeform 999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1" name="Freeform 1000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2" name="Freeform 1001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0" name="Group 859"/>
          <p:cNvGrpSpPr/>
          <p:nvPr/>
        </p:nvGrpSpPr>
        <p:grpSpPr>
          <a:xfrm>
            <a:off x="3621872" y="2908203"/>
            <a:ext cx="541338" cy="223023"/>
            <a:chOff x="7493876" y="2774731"/>
            <a:chExt cx="1481958" cy="894622"/>
          </a:xfrm>
        </p:grpSpPr>
        <p:sp>
          <p:nvSpPr>
            <p:cNvPr id="989" name="Freeform 988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90" name="Oval 989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991" name="Group 990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2" name="Freeform 991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3" name="Freeform 992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4" name="Freeform 993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5" name="Freeform 994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2" name="Group 861"/>
          <p:cNvGrpSpPr/>
          <p:nvPr/>
        </p:nvGrpSpPr>
        <p:grpSpPr>
          <a:xfrm>
            <a:off x="7929475" y="3939691"/>
            <a:ext cx="541338" cy="223023"/>
            <a:chOff x="7493876" y="2774731"/>
            <a:chExt cx="1481958" cy="894622"/>
          </a:xfrm>
        </p:grpSpPr>
        <p:sp>
          <p:nvSpPr>
            <p:cNvPr id="975" name="Freeform 974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76" name="Oval 975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977" name="Group 976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78" name="Freeform 977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9" name="Freeform 978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0" name="Freeform 979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1" name="Freeform 980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3" name="Group 862"/>
          <p:cNvGrpSpPr/>
          <p:nvPr/>
        </p:nvGrpSpPr>
        <p:grpSpPr>
          <a:xfrm>
            <a:off x="8182681" y="4501444"/>
            <a:ext cx="541338" cy="223023"/>
            <a:chOff x="7493876" y="2774731"/>
            <a:chExt cx="1481958" cy="894622"/>
          </a:xfrm>
        </p:grpSpPr>
        <p:sp>
          <p:nvSpPr>
            <p:cNvPr id="968" name="Freeform 967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69" name="Oval 968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970" name="Group 969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71" name="Freeform 970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2" name="Freeform 971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3" name="Freeform 972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4" name="Freeform 973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4" name="Group 863"/>
          <p:cNvGrpSpPr/>
          <p:nvPr/>
        </p:nvGrpSpPr>
        <p:grpSpPr>
          <a:xfrm>
            <a:off x="7469673" y="4278623"/>
            <a:ext cx="541338" cy="223023"/>
            <a:chOff x="7493876" y="2774731"/>
            <a:chExt cx="1481958" cy="894622"/>
          </a:xfrm>
        </p:grpSpPr>
        <p:sp>
          <p:nvSpPr>
            <p:cNvPr id="961" name="Freeform 960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62" name="Oval 961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963" name="Group 962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64" name="Freeform 963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5" name="Freeform 964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6" name="Freeform 965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7" name="Freeform 966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5" name="Group 864"/>
          <p:cNvGrpSpPr/>
          <p:nvPr/>
        </p:nvGrpSpPr>
        <p:grpSpPr>
          <a:xfrm>
            <a:off x="6979356" y="4059569"/>
            <a:ext cx="541338" cy="223023"/>
            <a:chOff x="7493876" y="2774731"/>
            <a:chExt cx="1481958" cy="894622"/>
          </a:xfrm>
        </p:grpSpPr>
        <p:sp>
          <p:nvSpPr>
            <p:cNvPr id="954" name="Freeform 953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55" name="Oval 954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956" name="Group 955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57" name="Freeform 956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8" name="Freeform 957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9" name="Freeform 958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0" name="Freeform 959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6" name="Group 865"/>
          <p:cNvGrpSpPr/>
          <p:nvPr/>
        </p:nvGrpSpPr>
        <p:grpSpPr>
          <a:xfrm>
            <a:off x="6723616" y="4366729"/>
            <a:ext cx="541338" cy="223023"/>
            <a:chOff x="7493876" y="2774731"/>
            <a:chExt cx="1481958" cy="894622"/>
          </a:xfrm>
        </p:grpSpPr>
        <p:sp>
          <p:nvSpPr>
            <p:cNvPr id="947" name="Freeform 946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48" name="Oval 947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949" name="Group 948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50" name="Freeform 949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1" name="Freeform 950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2" name="Freeform 951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3" name="Freeform 952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7" name="Group 866"/>
          <p:cNvGrpSpPr/>
          <p:nvPr/>
        </p:nvGrpSpPr>
        <p:grpSpPr>
          <a:xfrm>
            <a:off x="6244846" y="4607015"/>
            <a:ext cx="541338" cy="223023"/>
            <a:chOff x="7493876" y="2774731"/>
            <a:chExt cx="1481958" cy="894622"/>
          </a:xfrm>
        </p:grpSpPr>
        <p:sp>
          <p:nvSpPr>
            <p:cNvPr id="940" name="Freeform 939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41" name="Oval 940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942" name="Group 941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43" name="Freeform 942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4" name="Freeform 943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5" name="Freeform 944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6" name="Freeform 945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8" name="Group 867"/>
          <p:cNvGrpSpPr/>
          <p:nvPr/>
        </p:nvGrpSpPr>
        <p:grpSpPr>
          <a:xfrm>
            <a:off x="7291037" y="4658009"/>
            <a:ext cx="541338" cy="223023"/>
            <a:chOff x="7493876" y="2774731"/>
            <a:chExt cx="1481958" cy="894622"/>
          </a:xfrm>
        </p:grpSpPr>
        <p:sp>
          <p:nvSpPr>
            <p:cNvPr id="933" name="Freeform 932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34" name="Oval 933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935" name="Group 934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36" name="Freeform 935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7" name="Freeform 936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8" name="Freeform 937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9" name="Freeform 938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9" name="Group 868"/>
          <p:cNvGrpSpPr/>
          <p:nvPr/>
        </p:nvGrpSpPr>
        <p:grpSpPr>
          <a:xfrm>
            <a:off x="4568094" y="4497411"/>
            <a:ext cx="541338" cy="223023"/>
            <a:chOff x="7493876" y="2774731"/>
            <a:chExt cx="1481958" cy="894622"/>
          </a:xfrm>
        </p:grpSpPr>
        <p:sp>
          <p:nvSpPr>
            <p:cNvPr id="926" name="Freeform 925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27" name="Oval 926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928" name="Group 927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29" name="Freeform 928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0" name="Freeform 929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1" name="Freeform 930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2" name="Freeform 931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0" name="Group 869"/>
          <p:cNvGrpSpPr/>
          <p:nvPr/>
        </p:nvGrpSpPr>
        <p:grpSpPr>
          <a:xfrm>
            <a:off x="4812419" y="5011641"/>
            <a:ext cx="541338" cy="223023"/>
            <a:chOff x="7493876" y="2774731"/>
            <a:chExt cx="1481958" cy="894622"/>
          </a:xfrm>
        </p:grpSpPr>
        <p:sp>
          <p:nvSpPr>
            <p:cNvPr id="919" name="Freeform 918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20" name="Oval 919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921" name="Group 920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22" name="Freeform 921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3" name="Freeform 922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4" name="Freeform 923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5" name="Freeform 924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1" name="Group 870"/>
          <p:cNvGrpSpPr/>
          <p:nvPr/>
        </p:nvGrpSpPr>
        <p:grpSpPr>
          <a:xfrm>
            <a:off x="4220281" y="4826836"/>
            <a:ext cx="541338" cy="223023"/>
            <a:chOff x="7493876" y="2774731"/>
            <a:chExt cx="1481958" cy="894622"/>
          </a:xfrm>
        </p:grpSpPr>
        <p:sp>
          <p:nvSpPr>
            <p:cNvPr id="912" name="Freeform 911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13" name="Oval 912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914" name="Group 913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15" name="Freeform 914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6" name="Freeform 915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7" name="Freeform 916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8" name="Freeform 917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2" name="Group 871"/>
          <p:cNvGrpSpPr/>
          <p:nvPr/>
        </p:nvGrpSpPr>
        <p:grpSpPr>
          <a:xfrm>
            <a:off x="3292387" y="4376707"/>
            <a:ext cx="541338" cy="223023"/>
            <a:chOff x="7493876" y="2774731"/>
            <a:chExt cx="1481958" cy="894622"/>
          </a:xfrm>
        </p:grpSpPr>
        <p:sp>
          <p:nvSpPr>
            <p:cNvPr id="905" name="Freeform 904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06" name="Oval 905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907" name="Group 906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08" name="Freeform 907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9" name="Freeform 908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0" name="Freeform 909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1" name="Freeform 910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3" name="Group 872"/>
          <p:cNvGrpSpPr/>
          <p:nvPr/>
        </p:nvGrpSpPr>
        <p:grpSpPr>
          <a:xfrm>
            <a:off x="3740086" y="4631455"/>
            <a:ext cx="541338" cy="223023"/>
            <a:chOff x="7493876" y="2774731"/>
            <a:chExt cx="1481958" cy="894622"/>
          </a:xfrm>
        </p:grpSpPr>
        <p:sp>
          <p:nvSpPr>
            <p:cNvPr id="898" name="Freeform 897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99" name="Oval 898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900" name="Group 899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01" name="Freeform 900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2" name="Freeform 901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3" name="Freeform 902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4" name="Freeform 903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4" name="Group 873"/>
          <p:cNvGrpSpPr/>
          <p:nvPr/>
        </p:nvGrpSpPr>
        <p:grpSpPr>
          <a:xfrm>
            <a:off x="3500746" y="4902845"/>
            <a:ext cx="541338" cy="223023"/>
            <a:chOff x="7493876" y="2774731"/>
            <a:chExt cx="1481958" cy="894622"/>
          </a:xfrm>
        </p:grpSpPr>
        <p:sp>
          <p:nvSpPr>
            <p:cNvPr id="891" name="Freeform 890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92" name="Oval 891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893" name="Group 892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94" name="Freeform 893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5" name="Freeform 894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6" name="Freeform 895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7" name="Freeform 896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5" name="Group 874"/>
          <p:cNvGrpSpPr/>
          <p:nvPr/>
        </p:nvGrpSpPr>
        <p:grpSpPr>
          <a:xfrm>
            <a:off x="2989969" y="5089246"/>
            <a:ext cx="541338" cy="223023"/>
            <a:chOff x="7493876" y="2774731"/>
            <a:chExt cx="1481958" cy="894622"/>
          </a:xfrm>
        </p:grpSpPr>
        <p:sp>
          <p:nvSpPr>
            <p:cNvPr id="884" name="Freeform 883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85" name="Oval 884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886" name="Group 885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87" name="Freeform 886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8" name="Freeform 887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9" name="Freeform 888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0" name="Freeform 889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6" name="Group 875"/>
          <p:cNvGrpSpPr/>
          <p:nvPr/>
        </p:nvGrpSpPr>
        <p:grpSpPr>
          <a:xfrm>
            <a:off x="4023882" y="5178456"/>
            <a:ext cx="541338" cy="223023"/>
            <a:chOff x="7493876" y="2774731"/>
            <a:chExt cx="1481958" cy="894622"/>
          </a:xfrm>
        </p:grpSpPr>
        <p:sp>
          <p:nvSpPr>
            <p:cNvPr id="877" name="Freeform 876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78" name="Oval 877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879" name="Group 878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80" name="Freeform 879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1" name="Freeform 880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2" name="Freeform 881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3" name="Freeform 882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MS PGothic" panose="020B0600070205080204" pitchFamily="34" charset="-128"/>
              </a:rPr>
              <a:t>互联网结构：“网络的网络”</a:t>
            </a:r>
            <a:endParaRPr lang="en-US" dirty="0"/>
          </a:p>
        </p:txBody>
      </p:sp>
      <p:grpSp>
        <p:nvGrpSpPr>
          <p:cNvPr id="8" name="Group 5"/>
          <p:cNvGrpSpPr/>
          <p:nvPr/>
        </p:nvGrpSpPr>
        <p:grpSpPr bwMode="auto">
          <a:xfrm>
            <a:off x="1619894" y="1918514"/>
            <a:ext cx="8437563" cy="4559300"/>
            <a:chOff x="154891" y="1905681"/>
            <a:chExt cx="8436427" cy="4559651"/>
          </a:xfrm>
        </p:grpSpPr>
        <p:grpSp>
          <p:nvGrpSpPr>
            <p:cNvPr id="9" name="Group 2"/>
            <p:cNvGrpSpPr/>
            <p:nvPr/>
          </p:nvGrpSpPr>
          <p:grpSpPr bwMode="auto">
            <a:xfrm>
              <a:off x="1529396" y="2297655"/>
              <a:ext cx="648422" cy="418253"/>
              <a:chOff x="3053396" y="4304255"/>
              <a:chExt cx="648422" cy="418253"/>
            </a:xfrm>
          </p:grpSpPr>
          <p:sp>
            <p:nvSpPr>
              <p:cNvPr id="61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" name="TextBox 1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接入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网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0" name="Group 131"/>
            <p:cNvGrpSpPr/>
            <p:nvPr/>
          </p:nvGrpSpPr>
          <p:grpSpPr bwMode="auto">
            <a:xfrm>
              <a:off x="373696" y="3097755"/>
              <a:ext cx="648422" cy="418253"/>
              <a:chOff x="3053396" y="4304255"/>
              <a:chExt cx="648422" cy="418253"/>
            </a:xfrm>
          </p:grpSpPr>
          <p:sp>
            <p:nvSpPr>
              <p:cNvPr id="59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" name="TextBox 133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接入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网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1" name="Group 135"/>
            <p:cNvGrpSpPr/>
            <p:nvPr/>
          </p:nvGrpSpPr>
          <p:grpSpPr bwMode="auto">
            <a:xfrm>
              <a:off x="6037896" y="2551655"/>
              <a:ext cx="648422" cy="418253"/>
              <a:chOff x="3053396" y="4304255"/>
              <a:chExt cx="648422" cy="418253"/>
            </a:xfrm>
          </p:grpSpPr>
          <p:sp>
            <p:nvSpPr>
              <p:cNvPr id="57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" name="TextBox 137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接入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网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2" name="Group 138"/>
            <p:cNvGrpSpPr/>
            <p:nvPr/>
          </p:nvGrpSpPr>
          <p:grpSpPr bwMode="auto">
            <a:xfrm>
              <a:off x="945196" y="5409155"/>
              <a:ext cx="648422" cy="418253"/>
              <a:chOff x="3053396" y="4304255"/>
              <a:chExt cx="648422" cy="418253"/>
            </a:xfrm>
          </p:grpSpPr>
          <p:sp>
            <p:nvSpPr>
              <p:cNvPr id="55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" name="TextBox 140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接入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网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3" name="Group 141"/>
            <p:cNvGrpSpPr/>
            <p:nvPr/>
          </p:nvGrpSpPr>
          <p:grpSpPr bwMode="auto">
            <a:xfrm>
              <a:off x="526096" y="4786855"/>
              <a:ext cx="648422" cy="418253"/>
              <a:chOff x="3053396" y="4304255"/>
              <a:chExt cx="648422" cy="418253"/>
            </a:xfrm>
          </p:grpSpPr>
          <p:sp>
            <p:nvSpPr>
              <p:cNvPr id="53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" name="TextBox 143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接入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网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4" name="Group 144"/>
            <p:cNvGrpSpPr/>
            <p:nvPr/>
          </p:nvGrpSpPr>
          <p:grpSpPr bwMode="auto">
            <a:xfrm>
              <a:off x="297496" y="4126455"/>
              <a:ext cx="648422" cy="418253"/>
              <a:chOff x="3053396" y="4304255"/>
              <a:chExt cx="648422" cy="418253"/>
            </a:xfrm>
          </p:grpSpPr>
          <p:sp>
            <p:nvSpPr>
              <p:cNvPr id="51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2" name="TextBox 146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接入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网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5" name="Group 147"/>
            <p:cNvGrpSpPr/>
            <p:nvPr/>
          </p:nvGrpSpPr>
          <p:grpSpPr bwMode="auto">
            <a:xfrm>
              <a:off x="6787196" y="2983455"/>
              <a:ext cx="648422" cy="418253"/>
              <a:chOff x="3053396" y="4304255"/>
              <a:chExt cx="648422" cy="418253"/>
            </a:xfrm>
          </p:grpSpPr>
          <p:sp>
            <p:nvSpPr>
              <p:cNvPr id="49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" name="TextBox 149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接入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网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6" name="Group 150"/>
            <p:cNvGrpSpPr/>
            <p:nvPr/>
          </p:nvGrpSpPr>
          <p:grpSpPr bwMode="auto">
            <a:xfrm>
              <a:off x="3129596" y="2056355"/>
              <a:ext cx="648422" cy="418253"/>
              <a:chOff x="3053396" y="4304255"/>
              <a:chExt cx="648422" cy="418253"/>
            </a:xfrm>
          </p:grpSpPr>
          <p:sp>
            <p:nvSpPr>
              <p:cNvPr id="47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" name="TextBox 152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接入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网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7" name="Group 153"/>
            <p:cNvGrpSpPr/>
            <p:nvPr/>
          </p:nvGrpSpPr>
          <p:grpSpPr bwMode="auto">
            <a:xfrm>
              <a:off x="754696" y="2704055"/>
              <a:ext cx="648422" cy="418253"/>
              <a:chOff x="3053396" y="4304255"/>
              <a:chExt cx="648422" cy="418253"/>
            </a:xfrm>
          </p:grpSpPr>
          <p:sp>
            <p:nvSpPr>
              <p:cNvPr id="45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" name="TextBox 155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接入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网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8" name="Group 156"/>
            <p:cNvGrpSpPr/>
            <p:nvPr/>
          </p:nvGrpSpPr>
          <p:grpSpPr bwMode="auto">
            <a:xfrm>
              <a:off x="4043996" y="2030955"/>
              <a:ext cx="648422" cy="418253"/>
              <a:chOff x="3053396" y="4304255"/>
              <a:chExt cx="648422" cy="418253"/>
            </a:xfrm>
          </p:grpSpPr>
          <p:sp>
            <p:nvSpPr>
              <p:cNvPr id="43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4" name="TextBox 158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接入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网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9" name="Group 160"/>
            <p:cNvGrpSpPr/>
            <p:nvPr/>
          </p:nvGrpSpPr>
          <p:grpSpPr bwMode="auto">
            <a:xfrm>
              <a:off x="7104696" y="5663155"/>
              <a:ext cx="648422" cy="418253"/>
              <a:chOff x="3053396" y="4304255"/>
              <a:chExt cx="648422" cy="418253"/>
            </a:xfrm>
          </p:grpSpPr>
          <p:sp>
            <p:nvSpPr>
              <p:cNvPr id="41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" name="TextBox 162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接入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网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20" name="Group 163"/>
            <p:cNvGrpSpPr/>
            <p:nvPr/>
          </p:nvGrpSpPr>
          <p:grpSpPr bwMode="auto">
            <a:xfrm>
              <a:off x="7942896" y="5015455"/>
              <a:ext cx="648422" cy="418253"/>
              <a:chOff x="3053396" y="4304255"/>
              <a:chExt cx="648422" cy="418253"/>
            </a:xfrm>
          </p:grpSpPr>
          <p:sp>
            <p:nvSpPr>
              <p:cNvPr id="39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" name="TextBox 165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接入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网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21" name="Group 166"/>
            <p:cNvGrpSpPr/>
            <p:nvPr/>
          </p:nvGrpSpPr>
          <p:grpSpPr bwMode="auto">
            <a:xfrm>
              <a:off x="7714296" y="4101055"/>
              <a:ext cx="648422" cy="418253"/>
              <a:chOff x="3053396" y="4304255"/>
              <a:chExt cx="648422" cy="418253"/>
            </a:xfrm>
          </p:grpSpPr>
          <p:sp>
            <p:nvSpPr>
              <p:cNvPr id="37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" name="TextBox 168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接入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网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22" name="Group 169"/>
            <p:cNvGrpSpPr/>
            <p:nvPr/>
          </p:nvGrpSpPr>
          <p:grpSpPr bwMode="auto">
            <a:xfrm>
              <a:off x="4869496" y="5904455"/>
              <a:ext cx="648422" cy="418253"/>
              <a:chOff x="3053396" y="4304255"/>
              <a:chExt cx="648422" cy="418253"/>
            </a:xfrm>
          </p:grpSpPr>
          <p:sp>
            <p:nvSpPr>
              <p:cNvPr id="35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" name="TextBox 171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接入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网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23" name="Group 172"/>
            <p:cNvGrpSpPr/>
            <p:nvPr/>
          </p:nvGrpSpPr>
          <p:grpSpPr bwMode="auto">
            <a:xfrm>
              <a:off x="3955096" y="6044155"/>
              <a:ext cx="648422" cy="418253"/>
              <a:chOff x="3053396" y="4304255"/>
              <a:chExt cx="648422" cy="418253"/>
            </a:xfrm>
          </p:grpSpPr>
          <p:sp>
            <p:nvSpPr>
              <p:cNvPr id="33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4" name="TextBox 174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接入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网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24" name="Group 175"/>
            <p:cNvGrpSpPr/>
            <p:nvPr/>
          </p:nvGrpSpPr>
          <p:grpSpPr bwMode="auto">
            <a:xfrm>
              <a:off x="2735896" y="5891755"/>
              <a:ext cx="648422" cy="418253"/>
              <a:chOff x="3053396" y="4304255"/>
              <a:chExt cx="648422" cy="418253"/>
            </a:xfrm>
          </p:grpSpPr>
          <p:sp>
            <p:nvSpPr>
              <p:cNvPr id="31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2" name="TextBox 177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接入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网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5" name="TextBox 4"/>
            <p:cNvSpPr txBox="1">
              <a:spLocks noChangeArrowheads="1"/>
            </p:cNvSpPr>
            <p:nvPr/>
          </p:nvSpPr>
          <p:spPr bwMode="auto">
            <a:xfrm rot="1053502">
              <a:off x="5143500" y="19558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…</a:t>
              </a: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6" name="TextBox 179"/>
            <p:cNvSpPr txBox="1">
              <a:spLocks noChangeArrowheads="1"/>
            </p:cNvSpPr>
            <p:nvPr/>
          </p:nvSpPr>
          <p:spPr bwMode="auto">
            <a:xfrm rot="2829263">
              <a:off x="7429500" y="34290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…</a:t>
              </a: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7" name="TextBox 180"/>
            <p:cNvSpPr txBox="1">
              <a:spLocks noChangeArrowheads="1"/>
            </p:cNvSpPr>
            <p:nvPr/>
          </p:nvSpPr>
          <p:spPr bwMode="auto">
            <a:xfrm rot="9845918">
              <a:off x="6098241" y="5942112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…</a:t>
              </a: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8" name="TextBox 181"/>
            <p:cNvSpPr txBox="1">
              <a:spLocks noChangeArrowheads="1"/>
            </p:cNvSpPr>
            <p:nvPr/>
          </p:nvSpPr>
          <p:spPr bwMode="auto">
            <a:xfrm rot="-9948738">
              <a:off x="1730786" y="5845469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…</a:t>
              </a: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9" name="TextBox 182"/>
            <p:cNvSpPr txBox="1">
              <a:spLocks noChangeArrowheads="1"/>
            </p:cNvSpPr>
            <p:nvPr/>
          </p:nvSpPr>
          <p:spPr bwMode="auto">
            <a:xfrm rot="-4992697">
              <a:off x="144631" y="3539025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…</a:t>
              </a: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" name="TextBox 183"/>
            <p:cNvSpPr txBox="1">
              <a:spLocks noChangeArrowheads="1"/>
            </p:cNvSpPr>
            <p:nvPr/>
          </p:nvSpPr>
          <p:spPr bwMode="auto">
            <a:xfrm rot="-1017263">
              <a:off x="2330376" y="1905681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…</a:t>
              </a: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802" name="Rectangle 3"/>
          <p:cNvSpPr txBox="1">
            <a:spLocks noChangeArrowheads="1"/>
          </p:cNvSpPr>
          <p:nvPr/>
        </p:nvSpPr>
        <p:spPr bwMode="auto">
          <a:xfrm>
            <a:off x="1499042" y="1163204"/>
            <a:ext cx="9720792" cy="673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75000"/>
              <a:buFont typeface="Wingdings" panose="05000000000000000000" pitchFamily="2" charset="2"/>
              <a:buNone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MS PGothic" panose="020B0600070205080204" pitchFamily="34" charset="-128"/>
                <a:cs typeface="Calibri" panose="020F0502020204030204" pitchFamily="34" charset="0"/>
              </a:rPr>
              <a:t>但如果一个全球 ISP 是可行的商业模式，就会出现竞争者……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MS PGothic" panose="020B0600070205080204" pitchFamily="34" charset="-128"/>
              <a:cs typeface="Calibri" panose="020F0502020204030204" pitchFamily="34" charset="0"/>
            </a:endParaRPr>
          </a:p>
        </p:txBody>
      </p:sp>
      <p:grpSp>
        <p:nvGrpSpPr>
          <p:cNvPr id="1045" name="Group 1044"/>
          <p:cNvGrpSpPr/>
          <p:nvPr/>
        </p:nvGrpSpPr>
        <p:grpSpPr>
          <a:xfrm>
            <a:off x="6429198" y="3852093"/>
            <a:ext cx="541338" cy="223023"/>
            <a:chOff x="7493876" y="2774731"/>
            <a:chExt cx="1481958" cy="894622"/>
          </a:xfrm>
        </p:grpSpPr>
        <p:sp>
          <p:nvSpPr>
            <p:cNvPr id="1046" name="Freeform 1045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47" name="Oval 1046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048" name="Group 1047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49" name="Freeform 1048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0" name="Freeform 1049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1" name="Freeform 1050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2" name="Freeform 1051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300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引言：1-</a:t>
            </a:r>
            <a:fld id="{C4204591-24BD-A542-B9D5-F8D8A88D2FEE}" type="slidenum">
              <a:rPr lang="en-US" smtClean="0"/>
            </a:fld>
            <a:endParaRPr lang="en-US" dirty="0"/>
          </a:p>
        </p:txBody>
      </p: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4" name="Oval 3"/>
          <p:cNvSpPr>
            <a:spLocks noChangeArrowheads="1"/>
          </p:cNvSpPr>
          <p:nvPr/>
        </p:nvSpPr>
        <p:spPr bwMode="auto">
          <a:xfrm>
            <a:off x="2884400" y="2782791"/>
            <a:ext cx="3475038" cy="138112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/>
            </a:endParaRPr>
          </a:p>
        </p:txBody>
      </p:sp>
      <p:cxnSp>
        <p:nvCxnSpPr>
          <p:cNvPr id="805" name="Straight Connector 10"/>
          <p:cNvCxnSpPr>
            <a:cxnSpLocks noChangeShapeType="1"/>
          </p:cNvCxnSpPr>
          <p:nvPr/>
        </p:nvCxnSpPr>
        <p:spPr bwMode="auto">
          <a:xfrm>
            <a:off x="4108363" y="3025678"/>
            <a:ext cx="1146175" cy="730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6" name="Straight Connector 297"/>
          <p:cNvCxnSpPr>
            <a:cxnSpLocks noChangeShapeType="1"/>
          </p:cNvCxnSpPr>
          <p:nvPr/>
        </p:nvCxnSpPr>
        <p:spPr bwMode="auto">
          <a:xfrm>
            <a:off x="4702088" y="3325716"/>
            <a:ext cx="130175" cy="841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7" name="Straight Connector 298"/>
          <p:cNvCxnSpPr>
            <a:cxnSpLocks noChangeShapeType="1"/>
          </p:cNvCxnSpPr>
          <p:nvPr/>
        </p:nvCxnSpPr>
        <p:spPr bwMode="auto">
          <a:xfrm flipV="1">
            <a:off x="4486188" y="3530503"/>
            <a:ext cx="263525" cy="4603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8" name="Straight Connector 299"/>
          <p:cNvCxnSpPr>
            <a:cxnSpLocks noChangeShapeType="1"/>
          </p:cNvCxnSpPr>
          <p:nvPr/>
        </p:nvCxnSpPr>
        <p:spPr bwMode="auto">
          <a:xfrm flipV="1">
            <a:off x="4165513" y="3354291"/>
            <a:ext cx="209550" cy="1095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" name="Straight Connector 300"/>
          <p:cNvCxnSpPr>
            <a:cxnSpLocks noChangeShapeType="1"/>
          </p:cNvCxnSpPr>
          <p:nvPr/>
        </p:nvCxnSpPr>
        <p:spPr bwMode="auto">
          <a:xfrm flipV="1">
            <a:off x="3827375" y="3654328"/>
            <a:ext cx="222250" cy="984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0" name="Straight Connector 301"/>
          <p:cNvCxnSpPr>
            <a:cxnSpLocks noChangeShapeType="1"/>
          </p:cNvCxnSpPr>
          <p:nvPr/>
        </p:nvCxnSpPr>
        <p:spPr bwMode="auto">
          <a:xfrm flipV="1">
            <a:off x="4719550" y="3579716"/>
            <a:ext cx="273050" cy="25400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1" name="Straight Connector 302"/>
          <p:cNvCxnSpPr>
            <a:cxnSpLocks noChangeShapeType="1"/>
          </p:cNvCxnSpPr>
          <p:nvPr/>
        </p:nvCxnSpPr>
        <p:spPr bwMode="auto">
          <a:xfrm flipH="1" flipV="1">
            <a:off x="5251363" y="3565428"/>
            <a:ext cx="387350" cy="1254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2" name="Straight Connector 303"/>
          <p:cNvCxnSpPr>
            <a:cxnSpLocks noChangeShapeType="1"/>
          </p:cNvCxnSpPr>
          <p:nvPr/>
        </p:nvCxnSpPr>
        <p:spPr bwMode="auto">
          <a:xfrm flipV="1">
            <a:off x="5237075" y="3216178"/>
            <a:ext cx="307975" cy="19843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3" name="Straight Connector 304"/>
          <p:cNvCxnSpPr>
            <a:cxnSpLocks noChangeShapeType="1"/>
          </p:cNvCxnSpPr>
          <p:nvPr/>
        </p:nvCxnSpPr>
        <p:spPr bwMode="auto">
          <a:xfrm flipH="1" flipV="1">
            <a:off x="4109950" y="3086003"/>
            <a:ext cx="246063" cy="873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14" name="TextBox 39958"/>
          <p:cNvSpPr txBox="1">
            <a:spLocks noChangeArrowheads="1"/>
          </p:cNvSpPr>
          <p:nvPr/>
        </p:nvSpPr>
        <p:spPr bwMode="auto">
          <a:xfrm>
            <a:off x="3044738" y="3127278"/>
            <a:ext cx="80663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ISP A</a:t>
            </a:r>
            <a:endParaRPr kumimoji="0" lang="en-US" altLang="en-US" sz="2400" b="0" i="1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grpSp>
        <p:nvGrpSpPr>
          <p:cNvPr id="815" name="Group 814"/>
          <p:cNvGrpSpPr/>
          <p:nvPr/>
        </p:nvGrpSpPr>
        <p:grpSpPr>
          <a:xfrm>
            <a:off x="4779875" y="3395180"/>
            <a:ext cx="541338" cy="223023"/>
            <a:chOff x="7493876" y="2774731"/>
            <a:chExt cx="1481958" cy="894622"/>
          </a:xfrm>
        </p:grpSpPr>
        <p:sp>
          <p:nvSpPr>
            <p:cNvPr id="1038" name="Freeform 1037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39" name="Oval 1038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040" name="Group 1039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41" name="Freeform 1040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2" name="Freeform 1041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3" name="Freeform 1042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4" name="Freeform 1043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7" name="Group 816"/>
          <p:cNvGrpSpPr/>
          <p:nvPr/>
        </p:nvGrpSpPr>
        <p:grpSpPr>
          <a:xfrm>
            <a:off x="4228292" y="3150704"/>
            <a:ext cx="541338" cy="223023"/>
            <a:chOff x="7493876" y="2774731"/>
            <a:chExt cx="1481958" cy="894622"/>
          </a:xfrm>
        </p:grpSpPr>
        <p:sp>
          <p:nvSpPr>
            <p:cNvPr id="1024" name="Freeform 1023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25" name="Oval 1024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026" name="Group 1025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27" name="Freeform 1026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8" name="Freeform 1027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9" name="Freeform 1028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0" name="Freeform 1029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8" name="Group 817"/>
          <p:cNvGrpSpPr/>
          <p:nvPr/>
        </p:nvGrpSpPr>
        <p:grpSpPr>
          <a:xfrm>
            <a:off x="3972632" y="3451642"/>
            <a:ext cx="541338" cy="223023"/>
            <a:chOff x="7493876" y="2774731"/>
            <a:chExt cx="1481958" cy="894622"/>
          </a:xfrm>
        </p:grpSpPr>
        <p:sp>
          <p:nvSpPr>
            <p:cNvPr id="1017" name="Freeform 1016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18" name="Oval 1017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019" name="Group 1018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20" name="Freeform 1019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1" name="Freeform 1020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2" name="Freeform 1021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3" name="Freeform 1022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821" name="Oval 3"/>
          <p:cNvSpPr>
            <a:spLocks noChangeArrowheads="1"/>
          </p:cNvSpPr>
          <p:nvPr/>
        </p:nvSpPr>
        <p:spPr bwMode="auto">
          <a:xfrm>
            <a:off x="2671675" y="4260753"/>
            <a:ext cx="2941638" cy="132397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/>
            </a:endParaRPr>
          </a:p>
        </p:txBody>
      </p:sp>
      <p:cxnSp>
        <p:nvCxnSpPr>
          <p:cNvPr id="822" name="Straight Connector 10"/>
          <p:cNvCxnSpPr>
            <a:cxnSpLocks noChangeShapeType="1"/>
          </p:cNvCxnSpPr>
          <p:nvPr/>
        </p:nvCxnSpPr>
        <p:spPr bwMode="auto">
          <a:xfrm>
            <a:off x="3706725" y="4494116"/>
            <a:ext cx="969963" cy="682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3" name="Straight Connector 297"/>
          <p:cNvCxnSpPr>
            <a:cxnSpLocks noChangeShapeType="1"/>
          </p:cNvCxnSpPr>
          <p:nvPr/>
        </p:nvCxnSpPr>
        <p:spPr bwMode="auto">
          <a:xfrm>
            <a:off x="4209963" y="4781453"/>
            <a:ext cx="109537" cy="7937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4" name="Straight Connector 298"/>
          <p:cNvCxnSpPr>
            <a:cxnSpLocks noChangeShapeType="1"/>
          </p:cNvCxnSpPr>
          <p:nvPr/>
        </p:nvCxnSpPr>
        <p:spPr bwMode="auto">
          <a:xfrm flipV="1">
            <a:off x="4027400" y="4976716"/>
            <a:ext cx="222250" cy="444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5" name="Straight Connector 299"/>
          <p:cNvCxnSpPr>
            <a:cxnSpLocks noChangeShapeType="1"/>
          </p:cNvCxnSpPr>
          <p:nvPr/>
        </p:nvCxnSpPr>
        <p:spPr bwMode="auto">
          <a:xfrm flipV="1">
            <a:off x="3754350" y="4808441"/>
            <a:ext cx="177800" cy="1063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6" name="Straight Connector 300"/>
          <p:cNvCxnSpPr>
            <a:cxnSpLocks noChangeShapeType="1"/>
          </p:cNvCxnSpPr>
          <p:nvPr/>
        </p:nvCxnSpPr>
        <p:spPr bwMode="auto">
          <a:xfrm flipV="1">
            <a:off x="3468600" y="5095778"/>
            <a:ext cx="188913" cy="952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7" name="Straight Connector 301"/>
          <p:cNvCxnSpPr>
            <a:cxnSpLocks noChangeShapeType="1"/>
          </p:cNvCxnSpPr>
          <p:nvPr/>
        </p:nvCxnSpPr>
        <p:spPr bwMode="auto">
          <a:xfrm flipV="1">
            <a:off x="4224250" y="5024341"/>
            <a:ext cx="231775" cy="24447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8" name="Straight Connector 302"/>
          <p:cNvCxnSpPr>
            <a:cxnSpLocks noChangeShapeType="1"/>
          </p:cNvCxnSpPr>
          <p:nvPr/>
        </p:nvCxnSpPr>
        <p:spPr bwMode="auto">
          <a:xfrm flipH="1" flipV="1">
            <a:off x="4675100" y="5011641"/>
            <a:ext cx="327025" cy="1190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" name="Straight Connector 303"/>
          <p:cNvCxnSpPr>
            <a:cxnSpLocks noChangeShapeType="1"/>
          </p:cNvCxnSpPr>
          <p:nvPr/>
        </p:nvCxnSpPr>
        <p:spPr bwMode="auto">
          <a:xfrm flipV="1">
            <a:off x="4662400" y="4676678"/>
            <a:ext cx="260350" cy="1889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0" name="Straight Connector 304"/>
          <p:cNvCxnSpPr>
            <a:cxnSpLocks noChangeShapeType="1"/>
          </p:cNvCxnSpPr>
          <p:nvPr/>
        </p:nvCxnSpPr>
        <p:spPr bwMode="auto">
          <a:xfrm flipH="1" flipV="1">
            <a:off x="3708313" y="4551266"/>
            <a:ext cx="207962" cy="841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31" name="TextBox 39958"/>
          <p:cNvSpPr txBox="1">
            <a:spLocks noChangeArrowheads="1"/>
          </p:cNvSpPr>
          <p:nvPr/>
        </p:nvSpPr>
        <p:spPr bwMode="auto">
          <a:xfrm>
            <a:off x="2806613" y="4590953"/>
            <a:ext cx="78899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ISP C</a:t>
            </a:r>
            <a:endParaRPr kumimoji="0" lang="en-US" altLang="en-US" sz="2400" b="0" i="1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832" name="Oval 3"/>
          <p:cNvSpPr>
            <a:spLocks noChangeArrowheads="1"/>
          </p:cNvSpPr>
          <p:nvPr/>
        </p:nvSpPr>
        <p:spPr bwMode="auto">
          <a:xfrm>
            <a:off x="5765713" y="3706716"/>
            <a:ext cx="3219450" cy="134302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/>
            </a:endParaRPr>
          </a:p>
        </p:txBody>
      </p:sp>
      <p:cxnSp>
        <p:nvCxnSpPr>
          <p:cNvPr id="833" name="Straight Connector 10"/>
          <p:cNvCxnSpPr>
            <a:cxnSpLocks noChangeShapeType="1"/>
          </p:cNvCxnSpPr>
          <p:nvPr/>
        </p:nvCxnSpPr>
        <p:spPr bwMode="auto">
          <a:xfrm>
            <a:off x="6899188" y="3943253"/>
            <a:ext cx="1062037" cy="698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4" name="Straight Connector 297"/>
          <p:cNvCxnSpPr>
            <a:cxnSpLocks noChangeShapeType="1"/>
          </p:cNvCxnSpPr>
          <p:nvPr/>
        </p:nvCxnSpPr>
        <p:spPr bwMode="auto">
          <a:xfrm>
            <a:off x="7450050" y="4233766"/>
            <a:ext cx="120650" cy="825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5" name="Straight Connector 298"/>
          <p:cNvCxnSpPr>
            <a:cxnSpLocks noChangeShapeType="1"/>
          </p:cNvCxnSpPr>
          <p:nvPr/>
        </p:nvCxnSpPr>
        <p:spPr bwMode="auto">
          <a:xfrm flipV="1">
            <a:off x="7250025" y="4433791"/>
            <a:ext cx="242888" cy="444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6" name="Straight Connector 299"/>
          <p:cNvCxnSpPr>
            <a:cxnSpLocks noChangeShapeType="1"/>
          </p:cNvCxnSpPr>
          <p:nvPr/>
        </p:nvCxnSpPr>
        <p:spPr bwMode="auto">
          <a:xfrm flipV="1">
            <a:off x="6951575" y="4262341"/>
            <a:ext cx="195263" cy="1063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7" name="Straight Connector 300"/>
          <p:cNvCxnSpPr>
            <a:cxnSpLocks noChangeShapeType="1"/>
          </p:cNvCxnSpPr>
          <p:nvPr/>
        </p:nvCxnSpPr>
        <p:spPr bwMode="auto">
          <a:xfrm flipV="1">
            <a:off x="6638838" y="4554441"/>
            <a:ext cx="206375" cy="952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8" name="Straight Connector 301"/>
          <p:cNvCxnSpPr>
            <a:cxnSpLocks noChangeShapeType="1"/>
          </p:cNvCxnSpPr>
          <p:nvPr/>
        </p:nvCxnSpPr>
        <p:spPr bwMode="auto">
          <a:xfrm flipV="1">
            <a:off x="7465925" y="4481416"/>
            <a:ext cx="254000" cy="2476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9" name="Straight Connector 302"/>
          <p:cNvCxnSpPr>
            <a:cxnSpLocks noChangeShapeType="1"/>
          </p:cNvCxnSpPr>
          <p:nvPr/>
        </p:nvCxnSpPr>
        <p:spPr bwMode="auto">
          <a:xfrm flipH="1" flipV="1">
            <a:off x="7929475" y="4460778"/>
            <a:ext cx="358775" cy="1206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0" name="Straight Connector 303"/>
          <p:cNvCxnSpPr>
            <a:cxnSpLocks noChangeShapeType="1"/>
          </p:cNvCxnSpPr>
          <p:nvPr/>
        </p:nvCxnSpPr>
        <p:spPr bwMode="auto">
          <a:xfrm flipV="1">
            <a:off x="7945350" y="4127403"/>
            <a:ext cx="285750" cy="19208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1" name="Straight Connector 304"/>
          <p:cNvCxnSpPr>
            <a:cxnSpLocks noChangeShapeType="1"/>
          </p:cNvCxnSpPr>
          <p:nvPr/>
        </p:nvCxnSpPr>
        <p:spPr bwMode="auto">
          <a:xfrm flipH="1" flipV="1">
            <a:off x="6900775" y="4000403"/>
            <a:ext cx="227013" cy="857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42" name="TextBox 39958"/>
          <p:cNvSpPr txBox="1">
            <a:spLocks noChangeArrowheads="1"/>
          </p:cNvSpPr>
          <p:nvPr/>
        </p:nvSpPr>
        <p:spPr bwMode="auto">
          <a:xfrm>
            <a:off x="5914938" y="4040091"/>
            <a:ext cx="79541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ISP B</a:t>
            </a:r>
            <a:endParaRPr kumimoji="0" lang="en-US" altLang="en-US" sz="2400" b="0" i="1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cxnSp>
        <p:nvCxnSpPr>
          <p:cNvPr id="843" name="Straight Connector 12"/>
          <p:cNvCxnSpPr>
            <a:cxnSpLocks noChangeShapeType="1"/>
          </p:cNvCxnSpPr>
          <p:nvPr/>
        </p:nvCxnSpPr>
        <p:spPr bwMode="auto">
          <a:xfrm>
            <a:off x="3533688" y="2666903"/>
            <a:ext cx="238125" cy="2619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4" name="Straight Connector 500"/>
          <p:cNvCxnSpPr>
            <a:cxnSpLocks noChangeShapeType="1"/>
          </p:cNvCxnSpPr>
          <p:nvPr/>
        </p:nvCxnSpPr>
        <p:spPr bwMode="auto">
          <a:xfrm>
            <a:off x="2789150" y="2906616"/>
            <a:ext cx="831850" cy="6191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5" name="Straight Connector 501"/>
          <p:cNvCxnSpPr>
            <a:cxnSpLocks noChangeShapeType="1"/>
          </p:cNvCxnSpPr>
          <p:nvPr/>
        </p:nvCxnSpPr>
        <p:spPr bwMode="auto">
          <a:xfrm flipV="1">
            <a:off x="2385925" y="3030441"/>
            <a:ext cx="1303338" cy="27781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6" name="Straight Connector 502"/>
          <p:cNvCxnSpPr>
            <a:cxnSpLocks noChangeShapeType="1"/>
          </p:cNvCxnSpPr>
          <p:nvPr/>
        </p:nvCxnSpPr>
        <p:spPr bwMode="auto">
          <a:xfrm>
            <a:off x="5067213" y="2468466"/>
            <a:ext cx="307975" cy="5730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7" name="Straight Connector 503"/>
          <p:cNvCxnSpPr>
            <a:cxnSpLocks noChangeShapeType="1"/>
          </p:cNvCxnSpPr>
          <p:nvPr/>
        </p:nvCxnSpPr>
        <p:spPr bwMode="auto">
          <a:xfrm flipH="1">
            <a:off x="5576800" y="2446241"/>
            <a:ext cx="384175" cy="5794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8" name="Straight Connector 504"/>
          <p:cNvCxnSpPr>
            <a:cxnSpLocks noChangeShapeType="1"/>
          </p:cNvCxnSpPr>
          <p:nvPr/>
        </p:nvCxnSpPr>
        <p:spPr bwMode="auto">
          <a:xfrm>
            <a:off x="7921538" y="2957416"/>
            <a:ext cx="215900" cy="10461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9" name="Straight Connector 505"/>
          <p:cNvCxnSpPr>
            <a:cxnSpLocks noChangeShapeType="1"/>
          </p:cNvCxnSpPr>
          <p:nvPr/>
        </p:nvCxnSpPr>
        <p:spPr bwMode="auto">
          <a:xfrm flipH="1">
            <a:off x="8288250" y="3308253"/>
            <a:ext cx="241300" cy="6921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" name="Straight Connector 507"/>
          <p:cNvCxnSpPr>
            <a:cxnSpLocks noChangeShapeType="1"/>
          </p:cNvCxnSpPr>
          <p:nvPr/>
        </p:nvCxnSpPr>
        <p:spPr bwMode="auto">
          <a:xfrm flipH="1" flipV="1">
            <a:off x="8605750" y="4630641"/>
            <a:ext cx="796925" cy="6143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1" name="Straight Connector 509"/>
          <p:cNvCxnSpPr>
            <a:cxnSpLocks noChangeShapeType="1"/>
          </p:cNvCxnSpPr>
          <p:nvPr/>
        </p:nvCxnSpPr>
        <p:spPr bwMode="auto">
          <a:xfrm flipH="1" flipV="1">
            <a:off x="6470563" y="4751291"/>
            <a:ext cx="285750" cy="11604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2" name="Straight Connector 510"/>
          <p:cNvCxnSpPr>
            <a:cxnSpLocks noChangeShapeType="1"/>
          </p:cNvCxnSpPr>
          <p:nvPr/>
        </p:nvCxnSpPr>
        <p:spPr bwMode="auto">
          <a:xfrm flipH="1" flipV="1">
            <a:off x="5219613" y="5102128"/>
            <a:ext cx="371475" cy="9731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3" name="Straight Connector 511"/>
          <p:cNvCxnSpPr>
            <a:cxnSpLocks noChangeShapeType="1"/>
          </p:cNvCxnSpPr>
          <p:nvPr/>
        </p:nvCxnSpPr>
        <p:spPr bwMode="auto">
          <a:xfrm flipH="1" flipV="1">
            <a:off x="4295688" y="5249766"/>
            <a:ext cx="244475" cy="6619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4" name="Straight Connector 512"/>
          <p:cNvCxnSpPr>
            <a:cxnSpLocks noChangeShapeType="1"/>
          </p:cNvCxnSpPr>
          <p:nvPr/>
        </p:nvCxnSpPr>
        <p:spPr bwMode="auto">
          <a:xfrm flipV="1">
            <a:off x="2941550" y="5218016"/>
            <a:ext cx="401638" cy="209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5" name="Straight Connector 513"/>
          <p:cNvCxnSpPr>
            <a:cxnSpLocks noChangeShapeType="1"/>
          </p:cNvCxnSpPr>
          <p:nvPr/>
        </p:nvCxnSpPr>
        <p:spPr bwMode="auto">
          <a:xfrm>
            <a:off x="2535150" y="5075141"/>
            <a:ext cx="450850" cy="1158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6" name="Straight Connector 514"/>
          <p:cNvCxnSpPr>
            <a:cxnSpLocks noChangeShapeType="1"/>
          </p:cNvCxnSpPr>
          <p:nvPr/>
        </p:nvCxnSpPr>
        <p:spPr bwMode="auto">
          <a:xfrm>
            <a:off x="2306550" y="4433791"/>
            <a:ext cx="996950" cy="47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7" name="Straight Connector 508"/>
          <p:cNvCxnSpPr>
            <a:cxnSpLocks noChangeShapeType="1"/>
          </p:cNvCxnSpPr>
          <p:nvPr/>
        </p:nvCxnSpPr>
        <p:spPr bwMode="auto">
          <a:xfrm flipH="1" flipV="1">
            <a:off x="7646900" y="4779866"/>
            <a:ext cx="1047750" cy="9667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8" name="Straight Connector 506"/>
          <p:cNvCxnSpPr>
            <a:cxnSpLocks noChangeShapeType="1"/>
          </p:cNvCxnSpPr>
          <p:nvPr/>
        </p:nvCxnSpPr>
        <p:spPr bwMode="auto">
          <a:xfrm flipH="1">
            <a:off x="8716875" y="4368703"/>
            <a:ext cx="541338" cy="2492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59" name="Group 858"/>
          <p:cNvGrpSpPr/>
          <p:nvPr/>
        </p:nvGrpSpPr>
        <p:grpSpPr>
          <a:xfrm>
            <a:off x="5192625" y="3007829"/>
            <a:ext cx="541338" cy="223023"/>
            <a:chOff x="7493876" y="2774731"/>
            <a:chExt cx="1481958" cy="894622"/>
          </a:xfrm>
        </p:grpSpPr>
        <p:sp>
          <p:nvSpPr>
            <p:cNvPr id="996" name="Freeform 995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97" name="Oval 996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998" name="Group 997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9" name="Freeform 998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0" name="Freeform 999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1" name="Freeform 1000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2" name="Freeform 1001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0" name="Group 859"/>
          <p:cNvGrpSpPr/>
          <p:nvPr/>
        </p:nvGrpSpPr>
        <p:grpSpPr>
          <a:xfrm>
            <a:off x="3621872" y="2908203"/>
            <a:ext cx="541338" cy="223023"/>
            <a:chOff x="7493876" y="2774731"/>
            <a:chExt cx="1481958" cy="894622"/>
          </a:xfrm>
        </p:grpSpPr>
        <p:sp>
          <p:nvSpPr>
            <p:cNvPr id="989" name="Freeform 988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90" name="Oval 989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991" name="Group 990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2" name="Freeform 991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3" name="Freeform 992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4" name="Freeform 993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5" name="Freeform 994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3" name="Group 862"/>
          <p:cNvGrpSpPr/>
          <p:nvPr/>
        </p:nvGrpSpPr>
        <p:grpSpPr>
          <a:xfrm>
            <a:off x="8182681" y="4501444"/>
            <a:ext cx="541338" cy="223023"/>
            <a:chOff x="7493876" y="2774731"/>
            <a:chExt cx="1481958" cy="894622"/>
          </a:xfrm>
        </p:grpSpPr>
        <p:sp>
          <p:nvSpPr>
            <p:cNvPr id="968" name="Freeform 967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69" name="Oval 968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970" name="Group 969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71" name="Freeform 970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2" name="Freeform 971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3" name="Freeform 972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4" name="Freeform 973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4" name="Group 863"/>
          <p:cNvGrpSpPr/>
          <p:nvPr/>
        </p:nvGrpSpPr>
        <p:grpSpPr>
          <a:xfrm>
            <a:off x="7469673" y="4278623"/>
            <a:ext cx="541338" cy="223023"/>
            <a:chOff x="7493876" y="2774731"/>
            <a:chExt cx="1481958" cy="894622"/>
          </a:xfrm>
        </p:grpSpPr>
        <p:sp>
          <p:nvSpPr>
            <p:cNvPr id="961" name="Freeform 960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62" name="Oval 961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963" name="Group 962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64" name="Freeform 963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5" name="Freeform 964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6" name="Freeform 965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7" name="Freeform 966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5" name="Group 864"/>
          <p:cNvGrpSpPr/>
          <p:nvPr/>
        </p:nvGrpSpPr>
        <p:grpSpPr>
          <a:xfrm>
            <a:off x="6979356" y="4059569"/>
            <a:ext cx="541338" cy="223023"/>
            <a:chOff x="7493876" y="2774731"/>
            <a:chExt cx="1481958" cy="894622"/>
          </a:xfrm>
        </p:grpSpPr>
        <p:sp>
          <p:nvSpPr>
            <p:cNvPr id="954" name="Freeform 953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55" name="Oval 954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956" name="Group 955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57" name="Freeform 956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8" name="Freeform 957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9" name="Freeform 958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0" name="Freeform 959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6" name="Group 865"/>
          <p:cNvGrpSpPr/>
          <p:nvPr/>
        </p:nvGrpSpPr>
        <p:grpSpPr>
          <a:xfrm>
            <a:off x="6723616" y="4366729"/>
            <a:ext cx="541338" cy="223023"/>
            <a:chOff x="7493876" y="2774731"/>
            <a:chExt cx="1481958" cy="894622"/>
          </a:xfrm>
        </p:grpSpPr>
        <p:sp>
          <p:nvSpPr>
            <p:cNvPr id="947" name="Freeform 946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48" name="Oval 947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949" name="Group 948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50" name="Freeform 949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1" name="Freeform 950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2" name="Freeform 951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3" name="Freeform 952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8" name="Group 867"/>
          <p:cNvGrpSpPr/>
          <p:nvPr/>
        </p:nvGrpSpPr>
        <p:grpSpPr>
          <a:xfrm>
            <a:off x="7291037" y="4658009"/>
            <a:ext cx="541338" cy="223023"/>
            <a:chOff x="7493876" y="2774731"/>
            <a:chExt cx="1481958" cy="894622"/>
          </a:xfrm>
        </p:grpSpPr>
        <p:sp>
          <p:nvSpPr>
            <p:cNvPr id="933" name="Freeform 932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34" name="Oval 933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935" name="Group 934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36" name="Freeform 935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7" name="Freeform 936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8" name="Freeform 937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9" name="Freeform 938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1" name="Group 870"/>
          <p:cNvGrpSpPr/>
          <p:nvPr/>
        </p:nvGrpSpPr>
        <p:grpSpPr>
          <a:xfrm>
            <a:off x="4220281" y="4826836"/>
            <a:ext cx="541338" cy="223023"/>
            <a:chOff x="7493876" y="2774731"/>
            <a:chExt cx="1481958" cy="894622"/>
          </a:xfrm>
        </p:grpSpPr>
        <p:sp>
          <p:nvSpPr>
            <p:cNvPr id="912" name="Freeform 911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13" name="Oval 912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914" name="Group 913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15" name="Freeform 914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6" name="Freeform 915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7" name="Freeform 916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8" name="Freeform 917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3" name="Group 872"/>
          <p:cNvGrpSpPr/>
          <p:nvPr/>
        </p:nvGrpSpPr>
        <p:grpSpPr>
          <a:xfrm>
            <a:off x="3740086" y="4631455"/>
            <a:ext cx="541338" cy="223023"/>
            <a:chOff x="7493876" y="2774731"/>
            <a:chExt cx="1481958" cy="894622"/>
          </a:xfrm>
        </p:grpSpPr>
        <p:sp>
          <p:nvSpPr>
            <p:cNvPr id="898" name="Freeform 897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99" name="Oval 898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900" name="Group 899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01" name="Freeform 900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2" name="Freeform 901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3" name="Freeform 902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4" name="Freeform 903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4" name="Group 873"/>
          <p:cNvGrpSpPr/>
          <p:nvPr/>
        </p:nvGrpSpPr>
        <p:grpSpPr>
          <a:xfrm>
            <a:off x="3500746" y="4902845"/>
            <a:ext cx="541338" cy="223023"/>
            <a:chOff x="7493876" y="2774731"/>
            <a:chExt cx="1481958" cy="894622"/>
          </a:xfrm>
        </p:grpSpPr>
        <p:sp>
          <p:nvSpPr>
            <p:cNvPr id="891" name="Freeform 890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92" name="Oval 891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893" name="Group 892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94" name="Freeform 893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5" name="Freeform 894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6" name="Freeform 895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7" name="Freeform 896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5" name="Group 874"/>
          <p:cNvGrpSpPr/>
          <p:nvPr/>
        </p:nvGrpSpPr>
        <p:grpSpPr>
          <a:xfrm>
            <a:off x="2989969" y="5089246"/>
            <a:ext cx="541338" cy="223023"/>
            <a:chOff x="7493876" y="2774731"/>
            <a:chExt cx="1481958" cy="894622"/>
          </a:xfrm>
        </p:grpSpPr>
        <p:sp>
          <p:nvSpPr>
            <p:cNvPr id="884" name="Freeform 883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85" name="Oval 884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886" name="Group 885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87" name="Freeform 886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8" name="Freeform 887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9" name="Freeform 888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0" name="Freeform 889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6" name="Group 875"/>
          <p:cNvGrpSpPr/>
          <p:nvPr/>
        </p:nvGrpSpPr>
        <p:grpSpPr>
          <a:xfrm>
            <a:off x="4023882" y="5178456"/>
            <a:ext cx="541338" cy="223023"/>
            <a:chOff x="7493876" y="2774731"/>
            <a:chExt cx="1481958" cy="894622"/>
          </a:xfrm>
        </p:grpSpPr>
        <p:sp>
          <p:nvSpPr>
            <p:cNvPr id="877" name="Freeform 876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78" name="Oval 877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879" name="Group 878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80" name="Freeform 879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1" name="Freeform 880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2" name="Freeform 881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3" name="Freeform 882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MS PGothic" panose="020B0600070205080204" pitchFamily="34" charset="-128"/>
              </a:rPr>
              <a:t>互联网结构：“网络的网络”</a:t>
            </a:r>
            <a:endParaRPr lang="en-US" dirty="0"/>
          </a:p>
        </p:txBody>
      </p:sp>
      <p:grpSp>
        <p:nvGrpSpPr>
          <p:cNvPr id="8" name="Group 5"/>
          <p:cNvGrpSpPr/>
          <p:nvPr/>
        </p:nvGrpSpPr>
        <p:grpSpPr bwMode="auto">
          <a:xfrm>
            <a:off x="1619894" y="1918514"/>
            <a:ext cx="8437563" cy="4559300"/>
            <a:chOff x="154891" y="1905681"/>
            <a:chExt cx="8436427" cy="4559651"/>
          </a:xfrm>
        </p:grpSpPr>
        <p:grpSp>
          <p:nvGrpSpPr>
            <p:cNvPr id="9" name="Group 2"/>
            <p:cNvGrpSpPr/>
            <p:nvPr/>
          </p:nvGrpSpPr>
          <p:grpSpPr bwMode="auto">
            <a:xfrm>
              <a:off x="1529396" y="2297655"/>
              <a:ext cx="648422" cy="418253"/>
              <a:chOff x="3053396" y="4304255"/>
              <a:chExt cx="648422" cy="418253"/>
            </a:xfrm>
          </p:grpSpPr>
          <p:sp>
            <p:nvSpPr>
              <p:cNvPr id="61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" name="TextBox 1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接入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网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0" name="Group 131"/>
            <p:cNvGrpSpPr/>
            <p:nvPr/>
          </p:nvGrpSpPr>
          <p:grpSpPr bwMode="auto">
            <a:xfrm>
              <a:off x="373696" y="3097755"/>
              <a:ext cx="648422" cy="418253"/>
              <a:chOff x="3053396" y="4304255"/>
              <a:chExt cx="648422" cy="418253"/>
            </a:xfrm>
          </p:grpSpPr>
          <p:sp>
            <p:nvSpPr>
              <p:cNvPr id="59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" name="TextBox 133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接入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网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1" name="Group 135"/>
            <p:cNvGrpSpPr/>
            <p:nvPr/>
          </p:nvGrpSpPr>
          <p:grpSpPr bwMode="auto">
            <a:xfrm>
              <a:off x="6037896" y="2551655"/>
              <a:ext cx="648422" cy="418253"/>
              <a:chOff x="3053396" y="4304255"/>
              <a:chExt cx="648422" cy="418253"/>
            </a:xfrm>
          </p:grpSpPr>
          <p:sp>
            <p:nvSpPr>
              <p:cNvPr id="57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" name="TextBox 137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接入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网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2" name="Group 138"/>
            <p:cNvGrpSpPr/>
            <p:nvPr/>
          </p:nvGrpSpPr>
          <p:grpSpPr bwMode="auto">
            <a:xfrm>
              <a:off x="945196" y="5409155"/>
              <a:ext cx="648422" cy="418253"/>
              <a:chOff x="3053396" y="4304255"/>
              <a:chExt cx="648422" cy="418253"/>
            </a:xfrm>
          </p:grpSpPr>
          <p:sp>
            <p:nvSpPr>
              <p:cNvPr id="55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" name="TextBox 140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接入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网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3" name="Group 141"/>
            <p:cNvGrpSpPr/>
            <p:nvPr/>
          </p:nvGrpSpPr>
          <p:grpSpPr bwMode="auto">
            <a:xfrm>
              <a:off x="526096" y="4786855"/>
              <a:ext cx="648422" cy="418253"/>
              <a:chOff x="3053396" y="4304255"/>
              <a:chExt cx="648422" cy="418253"/>
            </a:xfrm>
          </p:grpSpPr>
          <p:sp>
            <p:nvSpPr>
              <p:cNvPr id="53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" name="TextBox 143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接入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网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4" name="Group 144"/>
            <p:cNvGrpSpPr/>
            <p:nvPr/>
          </p:nvGrpSpPr>
          <p:grpSpPr bwMode="auto">
            <a:xfrm>
              <a:off x="297496" y="4126455"/>
              <a:ext cx="648422" cy="418253"/>
              <a:chOff x="3053396" y="4304255"/>
              <a:chExt cx="648422" cy="418253"/>
            </a:xfrm>
          </p:grpSpPr>
          <p:sp>
            <p:nvSpPr>
              <p:cNvPr id="51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2" name="TextBox 146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接入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网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5" name="Group 147"/>
            <p:cNvGrpSpPr/>
            <p:nvPr/>
          </p:nvGrpSpPr>
          <p:grpSpPr bwMode="auto">
            <a:xfrm>
              <a:off x="6787196" y="2983455"/>
              <a:ext cx="648422" cy="418253"/>
              <a:chOff x="3053396" y="4304255"/>
              <a:chExt cx="648422" cy="418253"/>
            </a:xfrm>
          </p:grpSpPr>
          <p:sp>
            <p:nvSpPr>
              <p:cNvPr id="49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" name="TextBox 149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接入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网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6" name="Group 150"/>
            <p:cNvGrpSpPr/>
            <p:nvPr/>
          </p:nvGrpSpPr>
          <p:grpSpPr bwMode="auto">
            <a:xfrm>
              <a:off x="3129596" y="2056355"/>
              <a:ext cx="648422" cy="418253"/>
              <a:chOff x="3053396" y="4304255"/>
              <a:chExt cx="648422" cy="418253"/>
            </a:xfrm>
          </p:grpSpPr>
          <p:sp>
            <p:nvSpPr>
              <p:cNvPr id="47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" name="TextBox 152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接入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网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7" name="Group 153"/>
            <p:cNvGrpSpPr/>
            <p:nvPr/>
          </p:nvGrpSpPr>
          <p:grpSpPr bwMode="auto">
            <a:xfrm>
              <a:off x="754696" y="2704055"/>
              <a:ext cx="648422" cy="418253"/>
              <a:chOff x="3053396" y="4304255"/>
              <a:chExt cx="648422" cy="418253"/>
            </a:xfrm>
          </p:grpSpPr>
          <p:sp>
            <p:nvSpPr>
              <p:cNvPr id="45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" name="TextBox 155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接入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网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8" name="Group 156"/>
            <p:cNvGrpSpPr/>
            <p:nvPr/>
          </p:nvGrpSpPr>
          <p:grpSpPr bwMode="auto">
            <a:xfrm>
              <a:off x="4043996" y="2030955"/>
              <a:ext cx="648422" cy="418253"/>
              <a:chOff x="3053396" y="4304255"/>
              <a:chExt cx="648422" cy="418253"/>
            </a:xfrm>
          </p:grpSpPr>
          <p:sp>
            <p:nvSpPr>
              <p:cNvPr id="43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4" name="TextBox 158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接入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网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9" name="Group 160"/>
            <p:cNvGrpSpPr/>
            <p:nvPr/>
          </p:nvGrpSpPr>
          <p:grpSpPr bwMode="auto">
            <a:xfrm>
              <a:off x="7104696" y="5663155"/>
              <a:ext cx="648422" cy="418253"/>
              <a:chOff x="3053396" y="4304255"/>
              <a:chExt cx="648422" cy="418253"/>
            </a:xfrm>
          </p:grpSpPr>
          <p:sp>
            <p:nvSpPr>
              <p:cNvPr id="41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" name="TextBox 162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接入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网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20" name="Group 163"/>
            <p:cNvGrpSpPr/>
            <p:nvPr/>
          </p:nvGrpSpPr>
          <p:grpSpPr bwMode="auto">
            <a:xfrm>
              <a:off x="7942896" y="5015455"/>
              <a:ext cx="648422" cy="418253"/>
              <a:chOff x="3053396" y="4304255"/>
              <a:chExt cx="648422" cy="418253"/>
            </a:xfrm>
          </p:grpSpPr>
          <p:sp>
            <p:nvSpPr>
              <p:cNvPr id="39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" name="TextBox 165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接入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网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21" name="Group 166"/>
            <p:cNvGrpSpPr/>
            <p:nvPr/>
          </p:nvGrpSpPr>
          <p:grpSpPr bwMode="auto">
            <a:xfrm>
              <a:off x="7714296" y="4101055"/>
              <a:ext cx="648422" cy="418253"/>
              <a:chOff x="3053396" y="4304255"/>
              <a:chExt cx="648422" cy="418253"/>
            </a:xfrm>
          </p:grpSpPr>
          <p:sp>
            <p:nvSpPr>
              <p:cNvPr id="37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" name="TextBox 168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接入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网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22" name="Group 169"/>
            <p:cNvGrpSpPr/>
            <p:nvPr/>
          </p:nvGrpSpPr>
          <p:grpSpPr bwMode="auto">
            <a:xfrm>
              <a:off x="4869496" y="5904455"/>
              <a:ext cx="648422" cy="418253"/>
              <a:chOff x="3053396" y="4304255"/>
              <a:chExt cx="648422" cy="418253"/>
            </a:xfrm>
          </p:grpSpPr>
          <p:sp>
            <p:nvSpPr>
              <p:cNvPr id="35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" name="TextBox 171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接入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网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23" name="Group 172"/>
            <p:cNvGrpSpPr/>
            <p:nvPr/>
          </p:nvGrpSpPr>
          <p:grpSpPr bwMode="auto">
            <a:xfrm>
              <a:off x="3955096" y="6044155"/>
              <a:ext cx="648422" cy="418253"/>
              <a:chOff x="3053396" y="4304255"/>
              <a:chExt cx="648422" cy="418253"/>
            </a:xfrm>
          </p:grpSpPr>
          <p:sp>
            <p:nvSpPr>
              <p:cNvPr id="33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4" name="TextBox 174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接入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网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24" name="Group 175"/>
            <p:cNvGrpSpPr/>
            <p:nvPr/>
          </p:nvGrpSpPr>
          <p:grpSpPr bwMode="auto">
            <a:xfrm>
              <a:off x="2735896" y="5891755"/>
              <a:ext cx="648422" cy="418253"/>
              <a:chOff x="3053396" y="4304255"/>
              <a:chExt cx="648422" cy="418253"/>
            </a:xfrm>
          </p:grpSpPr>
          <p:sp>
            <p:nvSpPr>
              <p:cNvPr id="31" name="Freeform 84"/>
              <p:cNvSpPr/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2" name="TextBox 177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接入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网</a:t>
                </a:r>
                <a:endPara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5" name="TextBox 4"/>
            <p:cNvSpPr txBox="1">
              <a:spLocks noChangeArrowheads="1"/>
            </p:cNvSpPr>
            <p:nvPr/>
          </p:nvSpPr>
          <p:spPr bwMode="auto">
            <a:xfrm rot="1053502">
              <a:off x="5143500" y="19558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…</a:t>
              </a: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6" name="TextBox 179"/>
            <p:cNvSpPr txBox="1">
              <a:spLocks noChangeArrowheads="1"/>
            </p:cNvSpPr>
            <p:nvPr/>
          </p:nvSpPr>
          <p:spPr bwMode="auto">
            <a:xfrm rot="2829263">
              <a:off x="7429500" y="34290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…</a:t>
              </a: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7" name="TextBox 180"/>
            <p:cNvSpPr txBox="1">
              <a:spLocks noChangeArrowheads="1"/>
            </p:cNvSpPr>
            <p:nvPr/>
          </p:nvSpPr>
          <p:spPr bwMode="auto">
            <a:xfrm rot="9845918">
              <a:off x="6098241" y="5942112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…</a:t>
              </a: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8" name="TextBox 181"/>
            <p:cNvSpPr txBox="1">
              <a:spLocks noChangeArrowheads="1"/>
            </p:cNvSpPr>
            <p:nvPr/>
          </p:nvSpPr>
          <p:spPr bwMode="auto">
            <a:xfrm rot="-9948738">
              <a:off x="1730786" y="5845469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…</a:t>
              </a: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29" name="TextBox 182"/>
            <p:cNvSpPr txBox="1">
              <a:spLocks noChangeArrowheads="1"/>
            </p:cNvSpPr>
            <p:nvPr/>
          </p:nvSpPr>
          <p:spPr bwMode="auto">
            <a:xfrm rot="-4992697">
              <a:off x="144631" y="3539025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…</a:t>
              </a: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" name="TextBox 183"/>
            <p:cNvSpPr txBox="1">
              <a:spLocks noChangeArrowheads="1"/>
            </p:cNvSpPr>
            <p:nvPr/>
          </p:nvSpPr>
          <p:spPr bwMode="auto">
            <a:xfrm rot="-1017263">
              <a:off x="2330376" y="1905681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…</a:t>
              </a: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802" name="Rectangle 3"/>
          <p:cNvSpPr txBox="1">
            <a:spLocks noChangeArrowheads="1"/>
          </p:cNvSpPr>
          <p:nvPr/>
        </p:nvSpPr>
        <p:spPr bwMode="auto">
          <a:xfrm>
            <a:off x="1499042" y="1163204"/>
            <a:ext cx="9720792" cy="673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75000"/>
              <a:buFont typeface="Wingdings" panose="05000000000000000000" pitchFamily="2" charset="2"/>
              <a:buNone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MS PGothic" panose="020B0600070205080204" pitchFamily="34" charset="-128"/>
                <a:cs typeface="Calibri" panose="020F0502020204030204" pitchFamily="34" charset="0"/>
              </a:rPr>
              <a:t>但如果一个全球 ISP 是可行的商业模式，就会出现竞争者……而它们也希望彼此连接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MS PGothic" panose="020B0600070205080204" pitchFamily="34" charset="-128"/>
              <a:cs typeface="Calibri" panose="020F0502020204030204" pitchFamily="34" charset="0"/>
            </a:endParaRPr>
          </a:p>
        </p:txBody>
      </p:sp>
      <p:grpSp>
        <p:nvGrpSpPr>
          <p:cNvPr id="302" name="Group 20"/>
          <p:cNvGrpSpPr/>
          <p:nvPr/>
        </p:nvGrpSpPr>
        <p:grpSpPr bwMode="auto">
          <a:xfrm>
            <a:off x="5736579" y="2899825"/>
            <a:ext cx="2272389" cy="1061009"/>
            <a:chOff x="4696844" y="2871032"/>
            <a:chExt cx="2272671" cy="1061113"/>
          </a:xfrm>
        </p:grpSpPr>
        <p:grpSp>
          <p:nvGrpSpPr>
            <p:cNvPr id="303" name="Group 16"/>
            <p:cNvGrpSpPr/>
            <p:nvPr/>
          </p:nvGrpSpPr>
          <p:grpSpPr bwMode="auto">
            <a:xfrm>
              <a:off x="5677190" y="2871032"/>
              <a:ext cx="530938" cy="338554"/>
              <a:chOff x="5573768" y="2726239"/>
              <a:chExt cx="530938" cy="338554"/>
            </a:xfrm>
          </p:grpSpPr>
          <p:sp>
            <p:nvSpPr>
              <p:cNvPr id="306" name="Oval 14"/>
              <p:cNvSpPr>
                <a:spLocks noChangeArrowheads="1"/>
              </p:cNvSpPr>
              <p:nvPr/>
            </p:nvSpPr>
            <p:spPr bwMode="auto">
              <a:xfrm>
                <a:off x="5573768" y="2751297"/>
                <a:ext cx="528092" cy="304800"/>
              </a:xfrm>
              <a:prstGeom prst="ellipse">
                <a:avLst/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307" name="TextBox 15"/>
              <p:cNvSpPr txBox="1">
                <a:spLocks noChangeArrowheads="1"/>
              </p:cNvSpPr>
              <p:nvPr/>
            </p:nvSpPr>
            <p:spPr bwMode="auto">
              <a:xfrm>
                <a:off x="5593027" y="2726239"/>
                <a:ext cx="511679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IXP</a:t>
                </a:r>
                <a:endPara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cxnSp>
          <p:nvCxnSpPr>
            <p:cNvPr id="304" name="Straight Connector 18"/>
            <p:cNvCxnSpPr>
              <a:cxnSpLocks noChangeShapeType="1"/>
            </p:cNvCxnSpPr>
            <p:nvPr/>
          </p:nvCxnSpPr>
          <p:spPr bwMode="auto">
            <a:xfrm>
              <a:off x="4696844" y="3073933"/>
              <a:ext cx="980347" cy="3515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05" name="Straight Connector 516"/>
            <p:cNvCxnSpPr>
              <a:cxnSpLocks noChangeShapeType="1"/>
              <a:endCxn id="976" idx="1"/>
            </p:cNvCxnSpPr>
            <p:nvPr/>
          </p:nvCxnSpPr>
          <p:spPr bwMode="auto">
            <a:xfrm>
              <a:off x="6137159" y="3146857"/>
              <a:ext cx="832356" cy="785288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308" name="Group 39939"/>
          <p:cNvGrpSpPr/>
          <p:nvPr/>
        </p:nvGrpSpPr>
        <p:grpSpPr bwMode="auto">
          <a:xfrm>
            <a:off x="3570155" y="3762887"/>
            <a:ext cx="2938536" cy="1357499"/>
            <a:chOff x="2746064" y="3733002"/>
            <a:chExt cx="2937093" cy="1359582"/>
          </a:xfrm>
        </p:grpSpPr>
        <p:cxnSp>
          <p:nvCxnSpPr>
            <p:cNvPr id="309" name="Straight Connector 7"/>
            <p:cNvCxnSpPr>
              <a:cxnSpLocks noChangeShapeType="1"/>
              <a:stCxn id="1032" idx="5"/>
              <a:endCxn id="983" idx="3"/>
            </p:cNvCxnSpPr>
            <p:nvPr/>
          </p:nvCxnSpPr>
          <p:spPr bwMode="auto">
            <a:xfrm>
              <a:off x="5094305" y="3733002"/>
              <a:ext cx="588852" cy="212765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10" name="Straight Connector 415"/>
            <p:cNvCxnSpPr>
              <a:cxnSpLocks noChangeShapeType="1"/>
              <a:stCxn id="1010" idx="5"/>
            </p:cNvCxnSpPr>
            <p:nvPr/>
          </p:nvCxnSpPr>
          <p:spPr bwMode="auto">
            <a:xfrm flipH="1">
              <a:off x="2746064" y="3789080"/>
              <a:ext cx="54551" cy="601922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11" name="Straight Connector 523"/>
            <p:cNvCxnSpPr>
              <a:cxnSpLocks noChangeShapeType="1"/>
              <a:endCxn id="941" idx="3"/>
            </p:cNvCxnSpPr>
            <p:nvPr/>
          </p:nvCxnSpPr>
          <p:spPr bwMode="auto">
            <a:xfrm flipV="1">
              <a:off x="4424422" y="4701847"/>
              <a:ext cx="1074473" cy="390737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312" name="Group 39945"/>
          <p:cNvGrpSpPr/>
          <p:nvPr/>
        </p:nvGrpSpPr>
        <p:grpSpPr bwMode="auto">
          <a:xfrm>
            <a:off x="5775500" y="5015078"/>
            <a:ext cx="1792625" cy="741248"/>
            <a:chOff x="4686300" y="4864100"/>
            <a:chExt cx="1792244" cy="740764"/>
          </a:xfrm>
        </p:grpSpPr>
        <p:sp>
          <p:nvSpPr>
            <p:cNvPr id="313" name="TextBox 39940"/>
            <p:cNvSpPr txBox="1">
              <a:spLocks noChangeArrowheads="1"/>
            </p:cNvSpPr>
            <p:nvPr/>
          </p:nvSpPr>
          <p:spPr bwMode="auto">
            <a:xfrm>
              <a:off x="4838700" y="5143500"/>
              <a:ext cx="1639844" cy="46136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对等互连链路</a:t>
              </a:r>
              <a:endPara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  <p:cxnSp>
          <p:nvCxnSpPr>
            <p:cNvPr id="314" name="Straight Connector 39943"/>
            <p:cNvCxnSpPr>
              <a:cxnSpLocks noChangeShapeType="1"/>
            </p:cNvCxnSpPr>
            <p:nvPr/>
          </p:nvCxnSpPr>
          <p:spPr bwMode="auto">
            <a:xfrm>
              <a:off x="4686300" y="4864100"/>
              <a:ext cx="266700" cy="419100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315" name="Group 39950"/>
          <p:cNvGrpSpPr/>
          <p:nvPr/>
        </p:nvGrpSpPr>
        <p:grpSpPr bwMode="auto">
          <a:xfrm>
            <a:off x="6287088" y="1707261"/>
            <a:ext cx="3207609" cy="1166368"/>
            <a:chOff x="5270500" y="1701800"/>
            <a:chExt cx="3206604" cy="1165614"/>
          </a:xfrm>
        </p:grpSpPr>
        <p:sp>
          <p:nvSpPr>
            <p:cNvPr id="316" name="TextBox 39946"/>
            <p:cNvSpPr txBox="1">
              <a:spLocks noChangeArrowheads="1"/>
            </p:cNvSpPr>
            <p:nvPr/>
          </p:nvSpPr>
          <p:spPr bwMode="auto">
            <a:xfrm>
              <a:off x="5270500" y="1701800"/>
              <a:ext cx="3206604" cy="4613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互联网交换点 </a:t>
              </a:r>
              <a:endPara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  <p:cxnSp>
          <p:nvCxnSpPr>
            <p:cNvPr id="317" name="Straight Connector 39948"/>
            <p:cNvCxnSpPr>
              <a:cxnSpLocks noChangeShapeType="1"/>
            </p:cNvCxnSpPr>
            <p:nvPr/>
          </p:nvCxnSpPr>
          <p:spPr bwMode="auto">
            <a:xfrm flipH="1">
              <a:off x="6141884" y="2155382"/>
              <a:ext cx="219911" cy="712032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62" name="Group 861"/>
          <p:cNvGrpSpPr/>
          <p:nvPr/>
        </p:nvGrpSpPr>
        <p:grpSpPr>
          <a:xfrm>
            <a:off x="7929475" y="3939691"/>
            <a:ext cx="541338" cy="223023"/>
            <a:chOff x="7493876" y="2774731"/>
            <a:chExt cx="1481958" cy="894622"/>
          </a:xfrm>
        </p:grpSpPr>
        <p:sp>
          <p:nvSpPr>
            <p:cNvPr id="975" name="Freeform 974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76" name="Oval 975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977" name="Group 976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78" name="Freeform 977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9" name="Freeform 978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0" name="Freeform 979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1" name="Freeform 980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1" name="Group 860"/>
          <p:cNvGrpSpPr/>
          <p:nvPr/>
        </p:nvGrpSpPr>
        <p:grpSpPr>
          <a:xfrm>
            <a:off x="6429198" y="3852093"/>
            <a:ext cx="541338" cy="223023"/>
            <a:chOff x="7493876" y="2774731"/>
            <a:chExt cx="1481958" cy="894622"/>
          </a:xfrm>
        </p:grpSpPr>
        <p:sp>
          <p:nvSpPr>
            <p:cNvPr id="982" name="Freeform 981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83" name="Oval 982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984" name="Group 983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85" name="Freeform 984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6" name="Freeform 985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7" name="Freeform 986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8" name="Freeform 987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6" name="Group 815"/>
          <p:cNvGrpSpPr/>
          <p:nvPr/>
        </p:nvGrpSpPr>
        <p:grpSpPr>
          <a:xfrm>
            <a:off x="5457737" y="3639654"/>
            <a:ext cx="541338" cy="223023"/>
            <a:chOff x="7493876" y="2774731"/>
            <a:chExt cx="1481958" cy="894622"/>
          </a:xfrm>
        </p:grpSpPr>
        <p:sp>
          <p:nvSpPr>
            <p:cNvPr id="1031" name="Freeform 1030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32" name="Oval 1031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033" name="Group 1032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34" name="Freeform 1033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5" name="Freeform 1034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6" name="Freeform 1035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7" name="Freeform 1036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051" name="Group 1050"/>
          <p:cNvGrpSpPr/>
          <p:nvPr/>
        </p:nvGrpSpPr>
        <p:grpSpPr>
          <a:xfrm>
            <a:off x="4815073" y="3924252"/>
            <a:ext cx="1634942" cy="693432"/>
            <a:chOff x="4815073" y="3924252"/>
            <a:chExt cx="1634942" cy="693432"/>
          </a:xfrm>
        </p:grpSpPr>
        <p:cxnSp>
          <p:nvCxnSpPr>
            <p:cNvPr id="319" name="Straight Connector 515"/>
            <p:cNvCxnSpPr>
              <a:cxnSpLocks noChangeShapeType="1"/>
              <a:stCxn id="930" idx="2"/>
            </p:cNvCxnSpPr>
            <p:nvPr/>
          </p:nvCxnSpPr>
          <p:spPr bwMode="auto">
            <a:xfrm flipV="1">
              <a:off x="4982880" y="4309966"/>
              <a:ext cx="309146" cy="307718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21" name="Straight Connector 519"/>
            <p:cNvCxnSpPr>
              <a:cxnSpLocks noChangeShapeType="1"/>
            </p:cNvCxnSpPr>
            <p:nvPr/>
          </p:nvCxnSpPr>
          <p:spPr bwMode="auto">
            <a:xfrm flipV="1">
              <a:off x="5520180" y="3924252"/>
              <a:ext cx="929835" cy="367084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22" name="Straight Connector 520"/>
            <p:cNvCxnSpPr>
              <a:cxnSpLocks noChangeShapeType="1"/>
              <a:stCxn id="1007" idx="2"/>
            </p:cNvCxnSpPr>
            <p:nvPr/>
          </p:nvCxnSpPr>
          <p:spPr bwMode="auto">
            <a:xfrm>
              <a:off x="4815073" y="3947043"/>
              <a:ext cx="476953" cy="277502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grpSp>
          <p:nvGrpSpPr>
            <p:cNvPr id="320" name="Group 518"/>
            <p:cNvGrpSpPr/>
            <p:nvPr/>
          </p:nvGrpSpPr>
          <p:grpSpPr bwMode="auto">
            <a:xfrm>
              <a:off x="5119678" y="4119105"/>
              <a:ext cx="528442" cy="338554"/>
              <a:chOff x="5634518" y="2652249"/>
              <a:chExt cx="528092" cy="338174"/>
            </a:xfrm>
          </p:grpSpPr>
          <p:sp>
            <p:nvSpPr>
              <p:cNvPr id="323" name="Oval 521"/>
              <p:cNvSpPr>
                <a:spLocks noChangeArrowheads="1"/>
              </p:cNvSpPr>
              <p:nvPr/>
            </p:nvSpPr>
            <p:spPr bwMode="auto">
              <a:xfrm>
                <a:off x="5634518" y="2672371"/>
                <a:ext cx="528092" cy="304800"/>
              </a:xfrm>
              <a:prstGeom prst="ellipse">
                <a:avLst/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324" name="TextBox 522"/>
              <p:cNvSpPr txBox="1">
                <a:spLocks noChangeArrowheads="1"/>
              </p:cNvSpPr>
              <p:nvPr/>
            </p:nvSpPr>
            <p:spPr bwMode="auto">
              <a:xfrm>
                <a:off x="5685246" y="2652249"/>
                <a:ext cx="447262" cy="33817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+mn-cs"/>
                  </a:rPr>
                  <a:t>IXP</a:t>
                </a:r>
                <a:endPara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endParaRPr>
              </a:p>
            </p:txBody>
          </p:sp>
        </p:grpSp>
      </p:grpSp>
      <p:grpSp>
        <p:nvGrpSpPr>
          <p:cNvPr id="867" name="Group 866"/>
          <p:cNvGrpSpPr/>
          <p:nvPr/>
        </p:nvGrpSpPr>
        <p:grpSpPr>
          <a:xfrm>
            <a:off x="6244846" y="4607015"/>
            <a:ext cx="541338" cy="223023"/>
            <a:chOff x="7493876" y="2774731"/>
            <a:chExt cx="1481958" cy="894622"/>
          </a:xfrm>
        </p:grpSpPr>
        <p:sp>
          <p:nvSpPr>
            <p:cNvPr id="940" name="Freeform 939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41" name="Oval 940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942" name="Group 941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43" name="Freeform 942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4" name="Freeform 943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5" name="Freeform 944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6" name="Freeform 945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0" name="Group 869"/>
          <p:cNvGrpSpPr/>
          <p:nvPr/>
        </p:nvGrpSpPr>
        <p:grpSpPr>
          <a:xfrm>
            <a:off x="4812419" y="5011641"/>
            <a:ext cx="541338" cy="223023"/>
            <a:chOff x="7493876" y="2774731"/>
            <a:chExt cx="1481958" cy="894622"/>
          </a:xfrm>
        </p:grpSpPr>
        <p:sp>
          <p:nvSpPr>
            <p:cNvPr id="919" name="Freeform 918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20" name="Oval 919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921" name="Group 920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22" name="Freeform 921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3" name="Freeform 922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4" name="Freeform 923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5" name="Freeform 924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9" name="Group 818"/>
          <p:cNvGrpSpPr/>
          <p:nvPr/>
        </p:nvGrpSpPr>
        <p:grpSpPr>
          <a:xfrm>
            <a:off x="3355534" y="3674009"/>
            <a:ext cx="541338" cy="223023"/>
            <a:chOff x="7493876" y="2774731"/>
            <a:chExt cx="1481958" cy="894622"/>
          </a:xfrm>
        </p:grpSpPr>
        <p:sp>
          <p:nvSpPr>
            <p:cNvPr id="1010" name="Freeform 1009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11" name="Oval 1010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012" name="Group 1011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13" name="Freeform 1012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4" name="Freeform 1013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5" name="Freeform 1014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6" name="Freeform 1015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2" name="Group 871"/>
          <p:cNvGrpSpPr/>
          <p:nvPr/>
        </p:nvGrpSpPr>
        <p:grpSpPr>
          <a:xfrm>
            <a:off x="3292387" y="4376707"/>
            <a:ext cx="541338" cy="223023"/>
            <a:chOff x="7493876" y="2774731"/>
            <a:chExt cx="1481958" cy="894622"/>
          </a:xfrm>
        </p:grpSpPr>
        <p:sp>
          <p:nvSpPr>
            <p:cNvPr id="905" name="Freeform 904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06" name="Oval 905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907" name="Group 906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08" name="Freeform 907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9" name="Freeform 908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0" name="Freeform 909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1" name="Freeform 910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20" name="Group 819"/>
          <p:cNvGrpSpPr/>
          <p:nvPr/>
        </p:nvGrpSpPr>
        <p:grpSpPr>
          <a:xfrm>
            <a:off x="4400287" y="3826770"/>
            <a:ext cx="541338" cy="223023"/>
            <a:chOff x="7493876" y="2774731"/>
            <a:chExt cx="1481958" cy="894622"/>
          </a:xfrm>
        </p:grpSpPr>
        <p:sp>
          <p:nvSpPr>
            <p:cNvPr id="1003" name="Freeform 1002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04" name="Oval 1003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005" name="Group 1004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06" name="Freeform 1005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7" name="Freeform 1006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8" name="Freeform 1007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9" name="Freeform 1008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9" name="Group 868"/>
          <p:cNvGrpSpPr/>
          <p:nvPr/>
        </p:nvGrpSpPr>
        <p:grpSpPr>
          <a:xfrm>
            <a:off x="4568094" y="4497411"/>
            <a:ext cx="541338" cy="223023"/>
            <a:chOff x="7493876" y="2774731"/>
            <a:chExt cx="1481958" cy="894622"/>
          </a:xfrm>
        </p:grpSpPr>
        <p:sp>
          <p:nvSpPr>
            <p:cNvPr id="926" name="Freeform 925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27" name="Oval 926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928" name="Group 927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29" name="Freeform 928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0" name="Freeform 929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1" name="Freeform 930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2" name="Freeform 931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325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引言：1-</a:t>
            </a:r>
            <a:fld id="{C4204591-24BD-A542-B9D5-F8D8A88D2FEE}" type="slidenum">
              <a:rPr lang="en-US" smtClean="0"/>
            </a:fld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3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3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3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3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4" name="Oval 3"/>
          <p:cNvSpPr>
            <a:spLocks noChangeArrowheads="1"/>
          </p:cNvSpPr>
          <p:nvPr/>
        </p:nvSpPr>
        <p:spPr bwMode="auto">
          <a:xfrm>
            <a:off x="2884400" y="2782791"/>
            <a:ext cx="3475038" cy="138112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/>
            </a:endParaRPr>
          </a:p>
        </p:txBody>
      </p:sp>
      <p:cxnSp>
        <p:nvCxnSpPr>
          <p:cNvPr id="805" name="Straight Connector 10"/>
          <p:cNvCxnSpPr>
            <a:cxnSpLocks noChangeShapeType="1"/>
          </p:cNvCxnSpPr>
          <p:nvPr/>
        </p:nvCxnSpPr>
        <p:spPr bwMode="auto">
          <a:xfrm>
            <a:off x="4108363" y="3025678"/>
            <a:ext cx="1146175" cy="730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6" name="Straight Connector 297"/>
          <p:cNvCxnSpPr>
            <a:cxnSpLocks noChangeShapeType="1"/>
          </p:cNvCxnSpPr>
          <p:nvPr/>
        </p:nvCxnSpPr>
        <p:spPr bwMode="auto">
          <a:xfrm>
            <a:off x="4702088" y="3325716"/>
            <a:ext cx="130175" cy="841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7" name="Straight Connector 298"/>
          <p:cNvCxnSpPr>
            <a:cxnSpLocks noChangeShapeType="1"/>
          </p:cNvCxnSpPr>
          <p:nvPr/>
        </p:nvCxnSpPr>
        <p:spPr bwMode="auto">
          <a:xfrm flipV="1">
            <a:off x="4486188" y="3530503"/>
            <a:ext cx="263525" cy="4603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8" name="Straight Connector 299"/>
          <p:cNvCxnSpPr>
            <a:cxnSpLocks noChangeShapeType="1"/>
          </p:cNvCxnSpPr>
          <p:nvPr/>
        </p:nvCxnSpPr>
        <p:spPr bwMode="auto">
          <a:xfrm flipV="1">
            <a:off x="4165513" y="3354291"/>
            <a:ext cx="209550" cy="1095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" name="Straight Connector 300"/>
          <p:cNvCxnSpPr>
            <a:cxnSpLocks noChangeShapeType="1"/>
          </p:cNvCxnSpPr>
          <p:nvPr/>
        </p:nvCxnSpPr>
        <p:spPr bwMode="auto">
          <a:xfrm flipV="1">
            <a:off x="3827375" y="3654328"/>
            <a:ext cx="222250" cy="984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0" name="Straight Connector 301"/>
          <p:cNvCxnSpPr>
            <a:cxnSpLocks noChangeShapeType="1"/>
          </p:cNvCxnSpPr>
          <p:nvPr/>
        </p:nvCxnSpPr>
        <p:spPr bwMode="auto">
          <a:xfrm flipV="1">
            <a:off x="4719550" y="3579716"/>
            <a:ext cx="273050" cy="25400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1" name="Straight Connector 302"/>
          <p:cNvCxnSpPr>
            <a:cxnSpLocks noChangeShapeType="1"/>
          </p:cNvCxnSpPr>
          <p:nvPr/>
        </p:nvCxnSpPr>
        <p:spPr bwMode="auto">
          <a:xfrm flipH="1" flipV="1">
            <a:off x="5251363" y="3565428"/>
            <a:ext cx="387350" cy="1254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2" name="Straight Connector 303"/>
          <p:cNvCxnSpPr>
            <a:cxnSpLocks noChangeShapeType="1"/>
          </p:cNvCxnSpPr>
          <p:nvPr/>
        </p:nvCxnSpPr>
        <p:spPr bwMode="auto">
          <a:xfrm flipV="1">
            <a:off x="5237075" y="3216178"/>
            <a:ext cx="307975" cy="19843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3" name="Straight Connector 304"/>
          <p:cNvCxnSpPr>
            <a:cxnSpLocks noChangeShapeType="1"/>
          </p:cNvCxnSpPr>
          <p:nvPr/>
        </p:nvCxnSpPr>
        <p:spPr bwMode="auto">
          <a:xfrm flipH="1" flipV="1">
            <a:off x="4109950" y="3086003"/>
            <a:ext cx="246063" cy="873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14" name="TextBox 39958"/>
          <p:cNvSpPr txBox="1">
            <a:spLocks noChangeArrowheads="1"/>
          </p:cNvSpPr>
          <p:nvPr/>
        </p:nvSpPr>
        <p:spPr bwMode="auto">
          <a:xfrm>
            <a:off x="3044738" y="3127278"/>
            <a:ext cx="80663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ISP A</a:t>
            </a:r>
            <a:endParaRPr kumimoji="0" lang="en-US" altLang="en-US" sz="2400" b="0" i="1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grpSp>
        <p:nvGrpSpPr>
          <p:cNvPr id="815" name="Group 814"/>
          <p:cNvGrpSpPr/>
          <p:nvPr/>
        </p:nvGrpSpPr>
        <p:grpSpPr>
          <a:xfrm>
            <a:off x="4779875" y="3395180"/>
            <a:ext cx="541338" cy="223023"/>
            <a:chOff x="7493876" y="2774731"/>
            <a:chExt cx="1481958" cy="894622"/>
          </a:xfrm>
        </p:grpSpPr>
        <p:sp>
          <p:nvSpPr>
            <p:cNvPr id="1038" name="Freeform 1037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39" name="Oval 1038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040" name="Group 1039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41" name="Freeform 1040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2" name="Freeform 1041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3" name="Freeform 1042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4" name="Freeform 1043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7" name="Group 816"/>
          <p:cNvGrpSpPr/>
          <p:nvPr/>
        </p:nvGrpSpPr>
        <p:grpSpPr>
          <a:xfrm>
            <a:off x="4228292" y="3150704"/>
            <a:ext cx="541338" cy="223023"/>
            <a:chOff x="7493876" y="2774731"/>
            <a:chExt cx="1481958" cy="894622"/>
          </a:xfrm>
        </p:grpSpPr>
        <p:sp>
          <p:nvSpPr>
            <p:cNvPr id="1024" name="Freeform 1023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25" name="Oval 1024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026" name="Group 1025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27" name="Freeform 1026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8" name="Freeform 1027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9" name="Freeform 1028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0" name="Freeform 1029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8" name="Group 817"/>
          <p:cNvGrpSpPr/>
          <p:nvPr/>
        </p:nvGrpSpPr>
        <p:grpSpPr>
          <a:xfrm>
            <a:off x="3972632" y="3451642"/>
            <a:ext cx="541338" cy="223023"/>
            <a:chOff x="7493876" y="2774731"/>
            <a:chExt cx="1481958" cy="894622"/>
          </a:xfrm>
        </p:grpSpPr>
        <p:sp>
          <p:nvSpPr>
            <p:cNvPr id="1017" name="Freeform 1016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18" name="Oval 1017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019" name="Group 1018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20" name="Freeform 1019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1" name="Freeform 1020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2" name="Freeform 1021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3" name="Freeform 1022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821" name="Oval 3"/>
          <p:cNvSpPr>
            <a:spLocks noChangeArrowheads="1"/>
          </p:cNvSpPr>
          <p:nvPr/>
        </p:nvSpPr>
        <p:spPr bwMode="auto">
          <a:xfrm>
            <a:off x="2671675" y="4260753"/>
            <a:ext cx="2941638" cy="132397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/>
            </a:endParaRPr>
          </a:p>
        </p:txBody>
      </p:sp>
      <p:cxnSp>
        <p:nvCxnSpPr>
          <p:cNvPr id="822" name="Straight Connector 10"/>
          <p:cNvCxnSpPr>
            <a:cxnSpLocks noChangeShapeType="1"/>
          </p:cNvCxnSpPr>
          <p:nvPr/>
        </p:nvCxnSpPr>
        <p:spPr bwMode="auto">
          <a:xfrm>
            <a:off x="3706725" y="4494116"/>
            <a:ext cx="969963" cy="682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3" name="Straight Connector 297"/>
          <p:cNvCxnSpPr>
            <a:cxnSpLocks noChangeShapeType="1"/>
          </p:cNvCxnSpPr>
          <p:nvPr/>
        </p:nvCxnSpPr>
        <p:spPr bwMode="auto">
          <a:xfrm>
            <a:off x="4209963" y="4781453"/>
            <a:ext cx="109537" cy="7937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4" name="Straight Connector 298"/>
          <p:cNvCxnSpPr>
            <a:cxnSpLocks noChangeShapeType="1"/>
          </p:cNvCxnSpPr>
          <p:nvPr/>
        </p:nvCxnSpPr>
        <p:spPr bwMode="auto">
          <a:xfrm flipV="1">
            <a:off x="4027400" y="4976716"/>
            <a:ext cx="222250" cy="444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5" name="Straight Connector 299"/>
          <p:cNvCxnSpPr>
            <a:cxnSpLocks noChangeShapeType="1"/>
          </p:cNvCxnSpPr>
          <p:nvPr/>
        </p:nvCxnSpPr>
        <p:spPr bwMode="auto">
          <a:xfrm flipV="1">
            <a:off x="3754350" y="4808441"/>
            <a:ext cx="177800" cy="1063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6" name="Straight Connector 300"/>
          <p:cNvCxnSpPr>
            <a:cxnSpLocks noChangeShapeType="1"/>
          </p:cNvCxnSpPr>
          <p:nvPr/>
        </p:nvCxnSpPr>
        <p:spPr bwMode="auto">
          <a:xfrm flipV="1">
            <a:off x="3468600" y="5095778"/>
            <a:ext cx="188913" cy="952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7" name="Straight Connector 301"/>
          <p:cNvCxnSpPr>
            <a:cxnSpLocks noChangeShapeType="1"/>
          </p:cNvCxnSpPr>
          <p:nvPr/>
        </p:nvCxnSpPr>
        <p:spPr bwMode="auto">
          <a:xfrm flipV="1">
            <a:off x="4224250" y="5024341"/>
            <a:ext cx="231775" cy="24447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8" name="Straight Connector 302"/>
          <p:cNvCxnSpPr>
            <a:cxnSpLocks noChangeShapeType="1"/>
          </p:cNvCxnSpPr>
          <p:nvPr/>
        </p:nvCxnSpPr>
        <p:spPr bwMode="auto">
          <a:xfrm flipH="1" flipV="1">
            <a:off x="4675100" y="5011641"/>
            <a:ext cx="327025" cy="1190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" name="Straight Connector 303"/>
          <p:cNvCxnSpPr>
            <a:cxnSpLocks noChangeShapeType="1"/>
          </p:cNvCxnSpPr>
          <p:nvPr/>
        </p:nvCxnSpPr>
        <p:spPr bwMode="auto">
          <a:xfrm flipV="1">
            <a:off x="4662400" y="4676678"/>
            <a:ext cx="260350" cy="1889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0" name="Straight Connector 304"/>
          <p:cNvCxnSpPr>
            <a:cxnSpLocks noChangeShapeType="1"/>
          </p:cNvCxnSpPr>
          <p:nvPr/>
        </p:nvCxnSpPr>
        <p:spPr bwMode="auto">
          <a:xfrm flipH="1" flipV="1">
            <a:off x="3708313" y="4551266"/>
            <a:ext cx="207962" cy="841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31" name="TextBox 39958"/>
          <p:cNvSpPr txBox="1">
            <a:spLocks noChangeArrowheads="1"/>
          </p:cNvSpPr>
          <p:nvPr/>
        </p:nvSpPr>
        <p:spPr bwMode="auto">
          <a:xfrm>
            <a:off x="2806613" y="4590953"/>
            <a:ext cx="78899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ISP C</a:t>
            </a:r>
            <a:endParaRPr kumimoji="0" lang="en-US" altLang="en-US" sz="2400" b="0" i="1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832" name="Oval 3"/>
          <p:cNvSpPr>
            <a:spLocks noChangeArrowheads="1"/>
          </p:cNvSpPr>
          <p:nvPr/>
        </p:nvSpPr>
        <p:spPr bwMode="auto">
          <a:xfrm>
            <a:off x="5765713" y="3706716"/>
            <a:ext cx="3219450" cy="134302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/>
            </a:endParaRPr>
          </a:p>
        </p:txBody>
      </p:sp>
      <p:cxnSp>
        <p:nvCxnSpPr>
          <p:cNvPr id="833" name="Straight Connector 10"/>
          <p:cNvCxnSpPr>
            <a:cxnSpLocks noChangeShapeType="1"/>
          </p:cNvCxnSpPr>
          <p:nvPr/>
        </p:nvCxnSpPr>
        <p:spPr bwMode="auto">
          <a:xfrm>
            <a:off x="6899188" y="3943253"/>
            <a:ext cx="1062037" cy="698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4" name="Straight Connector 297"/>
          <p:cNvCxnSpPr>
            <a:cxnSpLocks noChangeShapeType="1"/>
          </p:cNvCxnSpPr>
          <p:nvPr/>
        </p:nvCxnSpPr>
        <p:spPr bwMode="auto">
          <a:xfrm>
            <a:off x="7450050" y="4233766"/>
            <a:ext cx="120650" cy="825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5" name="Straight Connector 298"/>
          <p:cNvCxnSpPr>
            <a:cxnSpLocks noChangeShapeType="1"/>
          </p:cNvCxnSpPr>
          <p:nvPr/>
        </p:nvCxnSpPr>
        <p:spPr bwMode="auto">
          <a:xfrm flipV="1">
            <a:off x="7250025" y="4433791"/>
            <a:ext cx="242888" cy="444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6" name="Straight Connector 299"/>
          <p:cNvCxnSpPr>
            <a:cxnSpLocks noChangeShapeType="1"/>
          </p:cNvCxnSpPr>
          <p:nvPr/>
        </p:nvCxnSpPr>
        <p:spPr bwMode="auto">
          <a:xfrm flipV="1">
            <a:off x="6951575" y="4262341"/>
            <a:ext cx="195263" cy="1063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7" name="Straight Connector 300"/>
          <p:cNvCxnSpPr>
            <a:cxnSpLocks noChangeShapeType="1"/>
          </p:cNvCxnSpPr>
          <p:nvPr/>
        </p:nvCxnSpPr>
        <p:spPr bwMode="auto">
          <a:xfrm flipV="1">
            <a:off x="6638838" y="4554441"/>
            <a:ext cx="206375" cy="952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8" name="Straight Connector 301"/>
          <p:cNvCxnSpPr>
            <a:cxnSpLocks noChangeShapeType="1"/>
          </p:cNvCxnSpPr>
          <p:nvPr/>
        </p:nvCxnSpPr>
        <p:spPr bwMode="auto">
          <a:xfrm flipV="1">
            <a:off x="7465925" y="4481416"/>
            <a:ext cx="254000" cy="2476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9" name="Straight Connector 302"/>
          <p:cNvCxnSpPr>
            <a:cxnSpLocks noChangeShapeType="1"/>
          </p:cNvCxnSpPr>
          <p:nvPr/>
        </p:nvCxnSpPr>
        <p:spPr bwMode="auto">
          <a:xfrm flipH="1" flipV="1">
            <a:off x="7929475" y="4460778"/>
            <a:ext cx="358775" cy="1206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0" name="Straight Connector 303"/>
          <p:cNvCxnSpPr>
            <a:cxnSpLocks noChangeShapeType="1"/>
          </p:cNvCxnSpPr>
          <p:nvPr/>
        </p:nvCxnSpPr>
        <p:spPr bwMode="auto">
          <a:xfrm flipV="1">
            <a:off x="7945350" y="4127403"/>
            <a:ext cx="285750" cy="19208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1" name="Straight Connector 304"/>
          <p:cNvCxnSpPr>
            <a:cxnSpLocks noChangeShapeType="1"/>
          </p:cNvCxnSpPr>
          <p:nvPr/>
        </p:nvCxnSpPr>
        <p:spPr bwMode="auto">
          <a:xfrm flipH="1" flipV="1">
            <a:off x="6900775" y="4000403"/>
            <a:ext cx="227013" cy="857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42" name="TextBox 39958"/>
          <p:cNvSpPr txBox="1">
            <a:spLocks noChangeArrowheads="1"/>
          </p:cNvSpPr>
          <p:nvPr/>
        </p:nvSpPr>
        <p:spPr bwMode="auto">
          <a:xfrm>
            <a:off x="5914938" y="4040091"/>
            <a:ext cx="79541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ISP B</a:t>
            </a:r>
            <a:endParaRPr kumimoji="0" lang="en-US" altLang="en-US" sz="2400" b="0" i="1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cxnSp>
        <p:nvCxnSpPr>
          <p:cNvPr id="843" name="Straight Connector 12"/>
          <p:cNvCxnSpPr>
            <a:cxnSpLocks noChangeShapeType="1"/>
          </p:cNvCxnSpPr>
          <p:nvPr/>
        </p:nvCxnSpPr>
        <p:spPr bwMode="auto">
          <a:xfrm>
            <a:off x="3533688" y="2666903"/>
            <a:ext cx="238125" cy="2619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6" name="Straight Connector 502"/>
          <p:cNvCxnSpPr>
            <a:cxnSpLocks noChangeShapeType="1"/>
          </p:cNvCxnSpPr>
          <p:nvPr/>
        </p:nvCxnSpPr>
        <p:spPr bwMode="auto">
          <a:xfrm>
            <a:off x="5067213" y="2468466"/>
            <a:ext cx="307975" cy="5730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7" name="Straight Connector 503"/>
          <p:cNvCxnSpPr>
            <a:cxnSpLocks noChangeShapeType="1"/>
          </p:cNvCxnSpPr>
          <p:nvPr/>
        </p:nvCxnSpPr>
        <p:spPr bwMode="auto">
          <a:xfrm flipH="1">
            <a:off x="5576800" y="2446241"/>
            <a:ext cx="384175" cy="5794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8" name="Straight Connector 504"/>
          <p:cNvCxnSpPr>
            <a:cxnSpLocks noChangeShapeType="1"/>
          </p:cNvCxnSpPr>
          <p:nvPr/>
        </p:nvCxnSpPr>
        <p:spPr bwMode="auto">
          <a:xfrm>
            <a:off x="7921538" y="2957416"/>
            <a:ext cx="215900" cy="10461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9" name="Straight Connector 505"/>
          <p:cNvCxnSpPr>
            <a:cxnSpLocks noChangeShapeType="1"/>
          </p:cNvCxnSpPr>
          <p:nvPr/>
        </p:nvCxnSpPr>
        <p:spPr bwMode="auto">
          <a:xfrm flipH="1">
            <a:off x="8288250" y="3308253"/>
            <a:ext cx="241300" cy="6921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" name="Straight Connector 507"/>
          <p:cNvCxnSpPr>
            <a:cxnSpLocks noChangeShapeType="1"/>
          </p:cNvCxnSpPr>
          <p:nvPr/>
        </p:nvCxnSpPr>
        <p:spPr bwMode="auto">
          <a:xfrm flipH="1" flipV="1">
            <a:off x="8605750" y="4630641"/>
            <a:ext cx="796925" cy="6143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4" name="Straight Connector 512"/>
          <p:cNvCxnSpPr>
            <a:cxnSpLocks noChangeShapeType="1"/>
          </p:cNvCxnSpPr>
          <p:nvPr/>
        </p:nvCxnSpPr>
        <p:spPr bwMode="auto">
          <a:xfrm flipV="1">
            <a:off x="2941550" y="5218016"/>
            <a:ext cx="401638" cy="209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5" name="Straight Connector 513"/>
          <p:cNvCxnSpPr>
            <a:cxnSpLocks noChangeShapeType="1"/>
          </p:cNvCxnSpPr>
          <p:nvPr/>
        </p:nvCxnSpPr>
        <p:spPr bwMode="auto">
          <a:xfrm>
            <a:off x="2535150" y="5075141"/>
            <a:ext cx="450850" cy="1158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7" name="Straight Connector 508"/>
          <p:cNvCxnSpPr>
            <a:cxnSpLocks noChangeShapeType="1"/>
          </p:cNvCxnSpPr>
          <p:nvPr/>
        </p:nvCxnSpPr>
        <p:spPr bwMode="auto">
          <a:xfrm flipH="1" flipV="1">
            <a:off x="7646900" y="4779866"/>
            <a:ext cx="1047750" cy="9667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8" name="Straight Connector 506"/>
          <p:cNvCxnSpPr>
            <a:cxnSpLocks noChangeShapeType="1"/>
          </p:cNvCxnSpPr>
          <p:nvPr/>
        </p:nvCxnSpPr>
        <p:spPr bwMode="auto">
          <a:xfrm flipH="1">
            <a:off x="8716875" y="4368703"/>
            <a:ext cx="541338" cy="2492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59" name="Group 858"/>
          <p:cNvGrpSpPr/>
          <p:nvPr/>
        </p:nvGrpSpPr>
        <p:grpSpPr>
          <a:xfrm>
            <a:off x="5192625" y="3007829"/>
            <a:ext cx="541338" cy="223023"/>
            <a:chOff x="7493876" y="2774731"/>
            <a:chExt cx="1481958" cy="894622"/>
          </a:xfrm>
        </p:grpSpPr>
        <p:sp>
          <p:nvSpPr>
            <p:cNvPr id="996" name="Freeform 995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97" name="Oval 996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998" name="Group 997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9" name="Freeform 998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0" name="Freeform 999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1" name="Freeform 1000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2" name="Freeform 1001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0" name="Group 859"/>
          <p:cNvGrpSpPr/>
          <p:nvPr/>
        </p:nvGrpSpPr>
        <p:grpSpPr>
          <a:xfrm>
            <a:off x="3621872" y="2908203"/>
            <a:ext cx="541338" cy="223023"/>
            <a:chOff x="7493876" y="2774731"/>
            <a:chExt cx="1481958" cy="894622"/>
          </a:xfrm>
        </p:grpSpPr>
        <p:sp>
          <p:nvSpPr>
            <p:cNvPr id="989" name="Freeform 988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90" name="Oval 989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991" name="Group 990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2" name="Freeform 991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3" name="Freeform 992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4" name="Freeform 993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5" name="Freeform 994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3" name="Group 862"/>
          <p:cNvGrpSpPr/>
          <p:nvPr/>
        </p:nvGrpSpPr>
        <p:grpSpPr>
          <a:xfrm>
            <a:off x="8182681" y="4501444"/>
            <a:ext cx="541338" cy="223023"/>
            <a:chOff x="7493876" y="2774731"/>
            <a:chExt cx="1481958" cy="894622"/>
          </a:xfrm>
        </p:grpSpPr>
        <p:sp>
          <p:nvSpPr>
            <p:cNvPr id="968" name="Freeform 967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69" name="Oval 968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970" name="Group 969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71" name="Freeform 970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2" name="Freeform 971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3" name="Freeform 972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4" name="Freeform 973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4" name="Group 863"/>
          <p:cNvGrpSpPr/>
          <p:nvPr/>
        </p:nvGrpSpPr>
        <p:grpSpPr>
          <a:xfrm>
            <a:off x="7469673" y="4278623"/>
            <a:ext cx="541338" cy="223023"/>
            <a:chOff x="7493876" y="2774731"/>
            <a:chExt cx="1481958" cy="894622"/>
          </a:xfrm>
        </p:grpSpPr>
        <p:sp>
          <p:nvSpPr>
            <p:cNvPr id="961" name="Freeform 960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62" name="Oval 961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963" name="Group 962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64" name="Freeform 963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5" name="Freeform 964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6" name="Freeform 965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7" name="Freeform 966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5" name="Group 864"/>
          <p:cNvGrpSpPr/>
          <p:nvPr/>
        </p:nvGrpSpPr>
        <p:grpSpPr>
          <a:xfrm>
            <a:off x="6979356" y="4059569"/>
            <a:ext cx="541338" cy="223023"/>
            <a:chOff x="7493876" y="2774731"/>
            <a:chExt cx="1481958" cy="894622"/>
          </a:xfrm>
        </p:grpSpPr>
        <p:sp>
          <p:nvSpPr>
            <p:cNvPr id="954" name="Freeform 953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55" name="Oval 954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956" name="Group 955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57" name="Freeform 956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8" name="Freeform 957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9" name="Freeform 958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0" name="Freeform 959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6" name="Group 865"/>
          <p:cNvGrpSpPr/>
          <p:nvPr/>
        </p:nvGrpSpPr>
        <p:grpSpPr>
          <a:xfrm>
            <a:off x="6723616" y="4366729"/>
            <a:ext cx="541338" cy="223023"/>
            <a:chOff x="7493876" y="2774731"/>
            <a:chExt cx="1481958" cy="894622"/>
          </a:xfrm>
        </p:grpSpPr>
        <p:sp>
          <p:nvSpPr>
            <p:cNvPr id="947" name="Freeform 946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48" name="Oval 947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949" name="Group 948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50" name="Freeform 949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1" name="Freeform 950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2" name="Freeform 951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3" name="Freeform 952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8" name="Group 867"/>
          <p:cNvGrpSpPr/>
          <p:nvPr/>
        </p:nvGrpSpPr>
        <p:grpSpPr>
          <a:xfrm>
            <a:off x="7291037" y="4658009"/>
            <a:ext cx="541338" cy="223023"/>
            <a:chOff x="7493876" y="2774731"/>
            <a:chExt cx="1481958" cy="894622"/>
          </a:xfrm>
        </p:grpSpPr>
        <p:sp>
          <p:nvSpPr>
            <p:cNvPr id="933" name="Freeform 932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34" name="Oval 933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935" name="Group 934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36" name="Freeform 935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7" name="Freeform 936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8" name="Freeform 937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9" name="Freeform 938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1" name="Group 870"/>
          <p:cNvGrpSpPr/>
          <p:nvPr/>
        </p:nvGrpSpPr>
        <p:grpSpPr>
          <a:xfrm>
            <a:off x="4220281" y="4826836"/>
            <a:ext cx="541338" cy="223023"/>
            <a:chOff x="7493876" y="2774731"/>
            <a:chExt cx="1481958" cy="894622"/>
          </a:xfrm>
        </p:grpSpPr>
        <p:sp>
          <p:nvSpPr>
            <p:cNvPr id="912" name="Freeform 911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13" name="Oval 912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914" name="Group 913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15" name="Freeform 914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6" name="Freeform 915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7" name="Freeform 916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8" name="Freeform 917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3" name="Group 872"/>
          <p:cNvGrpSpPr/>
          <p:nvPr/>
        </p:nvGrpSpPr>
        <p:grpSpPr>
          <a:xfrm>
            <a:off x="3740086" y="4631455"/>
            <a:ext cx="541338" cy="223023"/>
            <a:chOff x="7493876" y="2774731"/>
            <a:chExt cx="1481958" cy="894622"/>
          </a:xfrm>
        </p:grpSpPr>
        <p:sp>
          <p:nvSpPr>
            <p:cNvPr id="898" name="Freeform 897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99" name="Oval 898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900" name="Group 899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01" name="Freeform 900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2" name="Freeform 901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3" name="Freeform 902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4" name="Freeform 903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4" name="Group 873"/>
          <p:cNvGrpSpPr/>
          <p:nvPr/>
        </p:nvGrpSpPr>
        <p:grpSpPr>
          <a:xfrm>
            <a:off x="3500746" y="4902845"/>
            <a:ext cx="541338" cy="223023"/>
            <a:chOff x="7493876" y="2774731"/>
            <a:chExt cx="1481958" cy="894622"/>
          </a:xfrm>
        </p:grpSpPr>
        <p:sp>
          <p:nvSpPr>
            <p:cNvPr id="891" name="Freeform 890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92" name="Oval 891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893" name="Group 892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94" name="Freeform 893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5" name="Freeform 894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6" name="Freeform 895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7" name="Freeform 896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5" name="Group 874"/>
          <p:cNvGrpSpPr/>
          <p:nvPr/>
        </p:nvGrpSpPr>
        <p:grpSpPr>
          <a:xfrm>
            <a:off x="2989969" y="5089246"/>
            <a:ext cx="541338" cy="223023"/>
            <a:chOff x="7493876" y="2774731"/>
            <a:chExt cx="1481958" cy="894622"/>
          </a:xfrm>
        </p:grpSpPr>
        <p:sp>
          <p:nvSpPr>
            <p:cNvPr id="884" name="Freeform 883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85" name="Oval 884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886" name="Group 885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87" name="Freeform 886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8" name="Freeform 887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9" name="Freeform 888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0" name="Freeform 889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6" name="Group 875"/>
          <p:cNvGrpSpPr/>
          <p:nvPr/>
        </p:nvGrpSpPr>
        <p:grpSpPr>
          <a:xfrm>
            <a:off x="4023882" y="5178456"/>
            <a:ext cx="541338" cy="223023"/>
            <a:chOff x="7493876" y="2774731"/>
            <a:chExt cx="1481958" cy="894622"/>
          </a:xfrm>
        </p:grpSpPr>
        <p:sp>
          <p:nvSpPr>
            <p:cNvPr id="877" name="Freeform 876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78" name="Oval 877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879" name="Group 878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80" name="Freeform 879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1" name="Freeform 880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2" name="Freeform 881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3" name="Freeform 882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MS PGothic" panose="020B0600070205080204" pitchFamily="34" charset="-128"/>
              </a:rPr>
              <a:t>互联网结构：“网络的网络”</a:t>
            </a:r>
            <a:endParaRPr lang="en-US" dirty="0"/>
          </a:p>
        </p:txBody>
      </p:sp>
      <p:grpSp>
        <p:nvGrpSpPr>
          <p:cNvPr id="9" name="Group 2"/>
          <p:cNvGrpSpPr/>
          <p:nvPr/>
        </p:nvGrpSpPr>
        <p:grpSpPr bwMode="auto">
          <a:xfrm>
            <a:off x="2994584" y="2310458"/>
            <a:ext cx="648509" cy="418221"/>
            <a:chOff x="3053396" y="4304255"/>
            <a:chExt cx="648422" cy="418253"/>
          </a:xfrm>
        </p:grpSpPr>
        <p:sp>
          <p:nvSpPr>
            <p:cNvPr id="61" name="Freeform 84"/>
            <p:cNvSpPr/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2" name="TextBox 1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接入</a:t>
              </a: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网</a:t>
              </a: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11" name="Group 135"/>
          <p:cNvGrpSpPr/>
          <p:nvPr/>
        </p:nvGrpSpPr>
        <p:grpSpPr bwMode="auto">
          <a:xfrm>
            <a:off x="7503691" y="2564438"/>
            <a:ext cx="648509" cy="418221"/>
            <a:chOff x="3053396" y="4304255"/>
            <a:chExt cx="648422" cy="418253"/>
          </a:xfrm>
        </p:grpSpPr>
        <p:sp>
          <p:nvSpPr>
            <p:cNvPr id="57" name="Freeform 84"/>
            <p:cNvSpPr/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" name="TextBox 137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接入</a:t>
              </a: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网</a:t>
              </a: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12" name="Group 138"/>
          <p:cNvGrpSpPr/>
          <p:nvPr/>
        </p:nvGrpSpPr>
        <p:grpSpPr bwMode="auto">
          <a:xfrm>
            <a:off x="2410305" y="5421718"/>
            <a:ext cx="648509" cy="418221"/>
            <a:chOff x="3053396" y="4304255"/>
            <a:chExt cx="648422" cy="418253"/>
          </a:xfrm>
        </p:grpSpPr>
        <p:sp>
          <p:nvSpPr>
            <p:cNvPr id="55" name="Freeform 84"/>
            <p:cNvSpPr/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6" name="TextBox 140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接入</a:t>
              </a: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网</a:t>
              </a: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13" name="Group 141"/>
          <p:cNvGrpSpPr/>
          <p:nvPr/>
        </p:nvGrpSpPr>
        <p:grpSpPr bwMode="auto">
          <a:xfrm>
            <a:off x="1991149" y="4799466"/>
            <a:ext cx="648509" cy="418221"/>
            <a:chOff x="3053396" y="4304255"/>
            <a:chExt cx="648422" cy="418253"/>
          </a:xfrm>
        </p:grpSpPr>
        <p:sp>
          <p:nvSpPr>
            <p:cNvPr id="53" name="Freeform 84"/>
            <p:cNvSpPr/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4" name="TextBox 143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接入</a:t>
              </a: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网</a:t>
              </a: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14" name="Group 144"/>
          <p:cNvGrpSpPr/>
          <p:nvPr/>
        </p:nvGrpSpPr>
        <p:grpSpPr bwMode="auto">
          <a:xfrm>
            <a:off x="1762518" y="4139117"/>
            <a:ext cx="648509" cy="418221"/>
            <a:chOff x="3053396" y="4304255"/>
            <a:chExt cx="648422" cy="418253"/>
          </a:xfrm>
        </p:grpSpPr>
        <p:sp>
          <p:nvSpPr>
            <p:cNvPr id="51" name="Freeform 84"/>
            <p:cNvSpPr/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2" name="TextBox 146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接入</a:t>
              </a: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网</a:t>
              </a: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15" name="Group 147"/>
          <p:cNvGrpSpPr/>
          <p:nvPr/>
        </p:nvGrpSpPr>
        <p:grpSpPr bwMode="auto">
          <a:xfrm>
            <a:off x="8253092" y="2996205"/>
            <a:ext cx="648509" cy="418221"/>
            <a:chOff x="3053396" y="4304255"/>
            <a:chExt cx="648422" cy="418253"/>
          </a:xfrm>
        </p:grpSpPr>
        <p:sp>
          <p:nvSpPr>
            <p:cNvPr id="49" name="Freeform 84"/>
            <p:cNvSpPr/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0" name="TextBox 149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接入</a:t>
              </a: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网</a:t>
              </a: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16" name="Group 150"/>
          <p:cNvGrpSpPr/>
          <p:nvPr/>
        </p:nvGrpSpPr>
        <p:grpSpPr bwMode="auto">
          <a:xfrm>
            <a:off x="4595000" y="2069176"/>
            <a:ext cx="648509" cy="418221"/>
            <a:chOff x="3053396" y="4304255"/>
            <a:chExt cx="648422" cy="418253"/>
          </a:xfrm>
        </p:grpSpPr>
        <p:sp>
          <p:nvSpPr>
            <p:cNvPr id="47" name="Freeform 84"/>
            <p:cNvSpPr/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8" name="TextBox 152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接入</a:t>
              </a: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网</a:t>
              </a: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18" name="Group 156"/>
          <p:cNvGrpSpPr/>
          <p:nvPr/>
        </p:nvGrpSpPr>
        <p:grpSpPr bwMode="auto">
          <a:xfrm>
            <a:off x="5509523" y="2043778"/>
            <a:ext cx="648509" cy="418221"/>
            <a:chOff x="3053396" y="4304255"/>
            <a:chExt cx="648422" cy="418253"/>
          </a:xfrm>
        </p:grpSpPr>
        <p:sp>
          <p:nvSpPr>
            <p:cNvPr id="43" name="Freeform 84"/>
            <p:cNvSpPr/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4" name="TextBox 158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接入</a:t>
              </a: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网</a:t>
              </a: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19" name="Group 160"/>
          <p:cNvGrpSpPr/>
          <p:nvPr/>
        </p:nvGrpSpPr>
        <p:grpSpPr bwMode="auto">
          <a:xfrm>
            <a:off x="8570635" y="5675699"/>
            <a:ext cx="648509" cy="418221"/>
            <a:chOff x="3053396" y="4304255"/>
            <a:chExt cx="648422" cy="418253"/>
          </a:xfrm>
        </p:grpSpPr>
        <p:sp>
          <p:nvSpPr>
            <p:cNvPr id="41" name="Freeform 84"/>
            <p:cNvSpPr/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2" name="TextBox 162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接入</a:t>
              </a: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网</a:t>
              </a: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20" name="Group 163"/>
          <p:cNvGrpSpPr/>
          <p:nvPr/>
        </p:nvGrpSpPr>
        <p:grpSpPr bwMode="auto">
          <a:xfrm>
            <a:off x="9408948" y="5028049"/>
            <a:ext cx="648509" cy="418221"/>
            <a:chOff x="3053396" y="4304255"/>
            <a:chExt cx="648422" cy="418253"/>
          </a:xfrm>
        </p:grpSpPr>
        <p:sp>
          <p:nvSpPr>
            <p:cNvPr id="39" name="Freeform 84"/>
            <p:cNvSpPr/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" name="TextBox 165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接入</a:t>
              </a: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网</a:t>
              </a: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21" name="Group 166"/>
          <p:cNvGrpSpPr/>
          <p:nvPr/>
        </p:nvGrpSpPr>
        <p:grpSpPr bwMode="auto">
          <a:xfrm>
            <a:off x="9180317" y="4113719"/>
            <a:ext cx="648509" cy="418221"/>
            <a:chOff x="3053396" y="4304255"/>
            <a:chExt cx="648422" cy="418253"/>
          </a:xfrm>
        </p:grpSpPr>
        <p:sp>
          <p:nvSpPr>
            <p:cNvPr id="37" name="Freeform 84"/>
            <p:cNvSpPr/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" name="TextBox 168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接入</a:t>
              </a: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网</a:t>
              </a: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25" name="TextBox 4"/>
          <p:cNvSpPr txBox="1">
            <a:spLocks noChangeArrowheads="1"/>
          </p:cNvSpPr>
          <p:nvPr/>
        </p:nvSpPr>
        <p:spPr bwMode="auto">
          <a:xfrm rot="1053502">
            <a:off x="6609175" y="1968629"/>
            <a:ext cx="543812" cy="5231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…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26" name="TextBox 179"/>
          <p:cNvSpPr txBox="1">
            <a:spLocks noChangeArrowheads="1"/>
          </p:cNvSpPr>
          <p:nvPr/>
        </p:nvSpPr>
        <p:spPr bwMode="auto">
          <a:xfrm rot="2829263">
            <a:off x="8895540" y="3441660"/>
            <a:ext cx="543697" cy="5232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…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27" name="TextBox 180"/>
          <p:cNvSpPr txBox="1">
            <a:spLocks noChangeArrowheads="1"/>
          </p:cNvSpPr>
          <p:nvPr/>
        </p:nvSpPr>
        <p:spPr bwMode="auto">
          <a:xfrm rot="9845918">
            <a:off x="7564044" y="5954634"/>
            <a:ext cx="543812" cy="5231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…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28" name="TextBox 181"/>
          <p:cNvSpPr txBox="1">
            <a:spLocks noChangeArrowheads="1"/>
          </p:cNvSpPr>
          <p:nvPr/>
        </p:nvSpPr>
        <p:spPr bwMode="auto">
          <a:xfrm rot="11651262">
            <a:off x="3196001" y="5857999"/>
            <a:ext cx="543812" cy="5231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…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29" name="TextBox 182"/>
          <p:cNvSpPr txBox="1">
            <a:spLocks noChangeArrowheads="1"/>
          </p:cNvSpPr>
          <p:nvPr/>
        </p:nvSpPr>
        <p:spPr bwMode="auto">
          <a:xfrm rot="16607303">
            <a:off x="1609690" y="3551677"/>
            <a:ext cx="543697" cy="5232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…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30" name="TextBox 183"/>
          <p:cNvSpPr txBox="1">
            <a:spLocks noChangeArrowheads="1"/>
          </p:cNvSpPr>
          <p:nvPr/>
        </p:nvSpPr>
        <p:spPr bwMode="auto">
          <a:xfrm rot="20582737">
            <a:off x="3795672" y="1918514"/>
            <a:ext cx="543812" cy="5231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…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802" name="Rectangle 3"/>
          <p:cNvSpPr txBox="1">
            <a:spLocks noChangeArrowheads="1"/>
          </p:cNvSpPr>
          <p:nvPr/>
        </p:nvSpPr>
        <p:spPr bwMode="auto">
          <a:xfrm>
            <a:off x="1499042" y="1197749"/>
            <a:ext cx="9720792" cy="673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75000"/>
              <a:buFontTx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MS PGothic" panose="020B0600070205080204" pitchFamily="34" charset="-128"/>
                <a:cs typeface="Calibri" panose="020F0502020204030204" pitchFamily="34" charset="0"/>
              </a:rPr>
              <a:t>……还会出现区域网络，用来把接入网连接到 ISP 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MS PGothic" panose="020B0600070205080204" pitchFamily="34" charset="-128"/>
              <a:cs typeface="Calibri" panose="020F0502020204030204" pitchFamily="34" charset="0"/>
            </a:endParaRPr>
          </a:p>
        </p:txBody>
      </p:sp>
      <p:grpSp>
        <p:nvGrpSpPr>
          <p:cNvPr id="302" name="Group 20"/>
          <p:cNvGrpSpPr/>
          <p:nvPr/>
        </p:nvGrpSpPr>
        <p:grpSpPr bwMode="auto">
          <a:xfrm>
            <a:off x="5736579" y="2899825"/>
            <a:ext cx="2272389" cy="1061009"/>
            <a:chOff x="4696844" y="2871032"/>
            <a:chExt cx="2272671" cy="1061113"/>
          </a:xfrm>
        </p:grpSpPr>
        <p:grpSp>
          <p:nvGrpSpPr>
            <p:cNvPr id="303" name="Group 16"/>
            <p:cNvGrpSpPr/>
            <p:nvPr/>
          </p:nvGrpSpPr>
          <p:grpSpPr bwMode="auto">
            <a:xfrm>
              <a:off x="5677190" y="2871032"/>
              <a:ext cx="530938" cy="338554"/>
              <a:chOff x="5573768" y="2726239"/>
              <a:chExt cx="530938" cy="338554"/>
            </a:xfrm>
          </p:grpSpPr>
          <p:sp>
            <p:nvSpPr>
              <p:cNvPr id="306" name="Oval 14"/>
              <p:cNvSpPr>
                <a:spLocks noChangeArrowheads="1"/>
              </p:cNvSpPr>
              <p:nvPr/>
            </p:nvSpPr>
            <p:spPr bwMode="auto">
              <a:xfrm>
                <a:off x="5573768" y="2751297"/>
                <a:ext cx="528092" cy="304800"/>
              </a:xfrm>
              <a:prstGeom prst="ellipse">
                <a:avLst/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307" name="TextBox 15"/>
              <p:cNvSpPr txBox="1">
                <a:spLocks noChangeArrowheads="1"/>
              </p:cNvSpPr>
              <p:nvPr/>
            </p:nvSpPr>
            <p:spPr bwMode="auto">
              <a:xfrm>
                <a:off x="5593027" y="2726239"/>
                <a:ext cx="511679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IXP</a:t>
                </a:r>
                <a:endPara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cxnSp>
          <p:nvCxnSpPr>
            <p:cNvPr id="304" name="Straight Connector 18"/>
            <p:cNvCxnSpPr>
              <a:cxnSpLocks noChangeShapeType="1"/>
            </p:cNvCxnSpPr>
            <p:nvPr/>
          </p:nvCxnSpPr>
          <p:spPr bwMode="auto">
            <a:xfrm>
              <a:off x="4696844" y="3073933"/>
              <a:ext cx="980347" cy="3515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05" name="Straight Connector 516"/>
            <p:cNvCxnSpPr>
              <a:cxnSpLocks noChangeShapeType="1"/>
              <a:endCxn id="976" idx="1"/>
            </p:cNvCxnSpPr>
            <p:nvPr/>
          </p:nvCxnSpPr>
          <p:spPr bwMode="auto">
            <a:xfrm>
              <a:off x="6137159" y="3146857"/>
              <a:ext cx="832356" cy="785288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308" name="Group 39939"/>
          <p:cNvGrpSpPr/>
          <p:nvPr/>
        </p:nvGrpSpPr>
        <p:grpSpPr bwMode="auto">
          <a:xfrm>
            <a:off x="3570155" y="3762887"/>
            <a:ext cx="2938536" cy="1357499"/>
            <a:chOff x="2746064" y="3733002"/>
            <a:chExt cx="2937093" cy="1359582"/>
          </a:xfrm>
        </p:grpSpPr>
        <p:cxnSp>
          <p:nvCxnSpPr>
            <p:cNvPr id="309" name="Straight Connector 7"/>
            <p:cNvCxnSpPr>
              <a:cxnSpLocks noChangeShapeType="1"/>
              <a:stCxn id="1032" idx="5"/>
              <a:endCxn id="983" idx="3"/>
            </p:cNvCxnSpPr>
            <p:nvPr/>
          </p:nvCxnSpPr>
          <p:spPr bwMode="auto">
            <a:xfrm>
              <a:off x="5094305" y="3733002"/>
              <a:ext cx="588852" cy="212765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10" name="Straight Connector 415"/>
            <p:cNvCxnSpPr>
              <a:cxnSpLocks noChangeShapeType="1"/>
              <a:stCxn id="1010" idx="5"/>
            </p:cNvCxnSpPr>
            <p:nvPr/>
          </p:nvCxnSpPr>
          <p:spPr bwMode="auto">
            <a:xfrm flipH="1">
              <a:off x="2746064" y="3789080"/>
              <a:ext cx="54551" cy="601922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11" name="Straight Connector 523"/>
            <p:cNvCxnSpPr>
              <a:cxnSpLocks noChangeShapeType="1"/>
              <a:endCxn id="941" idx="3"/>
            </p:cNvCxnSpPr>
            <p:nvPr/>
          </p:nvCxnSpPr>
          <p:spPr bwMode="auto">
            <a:xfrm flipV="1">
              <a:off x="4424422" y="4701847"/>
              <a:ext cx="1074473" cy="390737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cxnSp>
        <p:nvCxnSpPr>
          <p:cNvPr id="319" name="Straight Connector 515"/>
          <p:cNvCxnSpPr>
            <a:cxnSpLocks noChangeShapeType="1"/>
            <a:stCxn id="930" idx="2"/>
          </p:cNvCxnSpPr>
          <p:nvPr/>
        </p:nvCxnSpPr>
        <p:spPr bwMode="auto">
          <a:xfrm flipV="1">
            <a:off x="4982880" y="4309966"/>
            <a:ext cx="309146" cy="307718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1" name="Straight Connector 519"/>
          <p:cNvCxnSpPr>
            <a:cxnSpLocks noChangeShapeType="1"/>
          </p:cNvCxnSpPr>
          <p:nvPr/>
        </p:nvCxnSpPr>
        <p:spPr bwMode="auto">
          <a:xfrm flipV="1">
            <a:off x="5520180" y="3924252"/>
            <a:ext cx="929835" cy="367084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2" name="Straight Connector 520"/>
          <p:cNvCxnSpPr>
            <a:cxnSpLocks noChangeShapeType="1"/>
            <a:stCxn id="1007" idx="2"/>
          </p:cNvCxnSpPr>
          <p:nvPr/>
        </p:nvCxnSpPr>
        <p:spPr bwMode="auto">
          <a:xfrm>
            <a:off x="4815073" y="3947043"/>
            <a:ext cx="476953" cy="277502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62" name="Group 861"/>
          <p:cNvGrpSpPr/>
          <p:nvPr/>
        </p:nvGrpSpPr>
        <p:grpSpPr>
          <a:xfrm>
            <a:off x="7929475" y="3939691"/>
            <a:ext cx="541338" cy="223023"/>
            <a:chOff x="7493876" y="2774731"/>
            <a:chExt cx="1481958" cy="894622"/>
          </a:xfrm>
        </p:grpSpPr>
        <p:sp>
          <p:nvSpPr>
            <p:cNvPr id="975" name="Freeform 974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76" name="Oval 975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977" name="Group 976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78" name="Freeform 977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9" name="Freeform 978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0" name="Freeform 979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1" name="Freeform 980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20" name="Group 819"/>
          <p:cNvGrpSpPr/>
          <p:nvPr/>
        </p:nvGrpSpPr>
        <p:grpSpPr>
          <a:xfrm>
            <a:off x="4400287" y="3826770"/>
            <a:ext cx="541338" cy="223023"/>
            <a:chOff x="7493876" y="2774731"/>
            <a:chExt cx="1481958" cy="894622"/>
          </a:xfrm>
        </p:grpSpPr>
        <p:sp>
          <p:nvSpPr>
            <p:cNvPr id="1003" name="Freeform 1002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04" name="Oval 1003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005" name="Group 1004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06" name="Freeform 1005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7" name="Freeform 1006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8" name="Freeform 1007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9" name="Freeform 1008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9" name="Group 868"/>
          <p:cNvGrpSpPr/>
          <p:nvPr/>
        </p:nvGrpSpPr>
        <p:grpSpPr>
          <a:xfrm>
            <a:off x="4568094" y="4497411"/>
            <a:ext cx="541338" cy="223023"/>
            <a:chOff x="7493876" y="2774731"/>
            <a:chExt cx="1481958" cy="894622"/>
          </a:xfrm>
        </p:grpSpPr>
        <p:sp>
          <p:nvSpPr>
            <p:cNvPr id="926" name="Freeform 925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27" name="Oval 926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928" name="Group 927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29" name="Freeform 928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0" name="Freeform 929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1" name="Freeform 930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2" name="Freeform 931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1" name="Group 860"/>
          <p:cNvGrpSpPr/>
          <p:nvPr/>
        </p:nvGrpSpPr>
        <p:grpSpPr>
          <a:xfrm>
            <a:off x="6429198" y="3852093"/>
            <a:ext cx="541338" cy="223023"/>
            <a:chOff x="7493876" y="2774731"/>
            <a:chExt cx="1481958" cy="894622"/>
          </a:xfrm>
        </p:grpSpPr>
        <p:sp>
          <p:nvSpPr>
            <p:cNvPr id="982" name="Freeform 981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83" name="Oval 982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984" name="Group 983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85" name="Freeform 984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6" name="Freeform 985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7" name="Freeform 986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8" name="Freeform 987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6" name="Group 815"/>
          <p:cNvGrpSpPr/>
          <p:nvPr/>
        </p:nvGrpSpPr>
        <p:grpSpPr>
          <a:xfrm>
            <a:off x="5457737" y="3639654"/>
            <a:ext cx="541338" cy="223023"/>
            <a:chOff x="7493876" y="2774731"/>
            <a:chExt cx="1481958" cy="894622"/>
          </a:xfrm>
        </p:grpSpPr>
        <p:sp>
          <p:nvSpPr>
            <p:cNvPr id="1031" name="Freeform 1030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32" name="Oval 1031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033" name="Group 1032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34" name="Freeform 1033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5" name="Freeform 1034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6" name="Freeform 1035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7" name="Freeform 1036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20" name="Group 518"/>
          <p:cNvGrpSpPr/>
          <p:nvPr/>
        </p:nvGrpSpPr>
        <p:grpSpPr bwMode="auto">
          <a:xfrm>
            <a:off x="5119678" y="4119105"/>
            <a:ext cx="528442" cy="338554"/>
            <a:chOff x="5634518" y="2652249"/>
            <a:chExt cx="528092" cy="338174"/>
          </a:xfrm>
        </p:grpSpPr>
        <p:sp>
          <p:nvSpPr>
            <p:cNvPr id="323" name="Oval 521"/>
            <p:cNvSpPr>
              <a:spLocks noChangeArrowheads="1"/>
            </p:cNvSpPr>
            <p:nvPr/>
          </p:nvSpPr>
          <p:spPr bwMode="auto">
            <a:xfrm>
              <a:off x="5634518" y="2672371"/>
              <a:ext cx="528092" cy="304800"/>
            </a:xfrm>
            <a:prstGeom prst="ellipse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round/>
            </a:ln>
          </p:spPr>
          <p:txBody>
            <a:bodyPr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24" name="TextBox 522"/>
            <p:cNvSpPr txBox="1">
              <a:spLocks noChangeArrowheads="1"/>
            </p:cNvSpPr>
            <p:nvPr/>
          </p:nvSpPr>
          <p:spPr bwMode="auto">
            <a:xfrm>
              <a:off x="5685246" y="2652249"/>
              <a:ext cx="447262" cy="3381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IXP</a:t>
              </a: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867" name="Group 866"/>
          <p:cNvGrpSpPr/>
          <p:nvPr/>
        </p:nvGrpSpPr>
        <p:grpSpPr>
          <a:xfrm>
            <a:off x="6244846" y="4607015"/>
            <a:ext cx="541338" cy="223023"/>
            <a:chOff x="7493876" y="2774731"/>
            <a:chExt cx="1481958" cy="894622"/>
          </a:xfrm>
        </p:grpSpPr>
        <p:sp>
          <p:nvSpPr>
            <p:cNvPr id="940" name="Freeform 939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41" name="Oval 940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942" name="Group 941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43" name="Freeform 942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4" name="Freeform 943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5" name="Freeform 944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6" name="Freeform 945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9" name="Group 818"/>
          <p:cNvGrpSpPr/>
          <p:nvPr/>
        </p:nvGrpSpPr>
        <p:grpSpPr>
          <a:xfrm>
            <a:off x="3355534" y="3674009"/>
            <a:ext cx="541338" cy="223023"/>
            <a:chOff x="7493876" y="2774731"/>
            <a:chExt cx="1481958" cy="894622"/>
          </a:xfrm>
        </p:grpSpPr>
        <p:sp>
          <p:nvSpPr>
            <p:cNvPr id="1010" name="Freeform 1009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11" name="Oval 1010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012" name="Group 1011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13" name="Freeform 1012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4" name="Freeform 1013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5" name="Freeform 1014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6" name="Freeform 1015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cxnSp>
        <p:nvCxnSpPr>
          <p:cNvPr id="325" name="Straight Connector 500"/>
          <p:cNvCxnSpPr>
            <a:cxnSpLocks noChangeShapeType="1"/>
          </p:cNvCxnSpPr>
          <p:nvPr/>
        </p:nvCxnSpPr>
        <p:spPr bwMode="auto">
          <a:xfrm>
            <a:off x="2622407" y="3016153"/>
            <a:ext cx="38100" cy="3095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6" name="Straight Connector 501"/>
          <p:cNvCxnSpPr>
            <a:cxnSpLocks noChangeShapeType="1"/>
          </p:cNvCxnSpPr>
          <p:nvPr/>
        </p:nvCxnSpPr>
        <p:spPr bwMode="auto">
          <a:xfrm>
            <a:off x="2401745" y="3297141"/>
            <a:ext cx="123825" cy="2127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7" name="Straight Connector 514"/>
          <p:cNvCxnSpPr>
            <a:cxnSpLocks noChangeShapeType="1"/>
          </p:cNvCxnSpPr>
          <p:nvPr/>
        </p:nvCxnSpPr>
        <p:spPr bwMode="auto">
          <a:xfrm flipV="1">
            <a:off x="2322370" y="4394103"/>
            <a:ext cx="203200" cy="79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9" name="Straight Connector 39941"/>
          <p:cNvCxnSpPr>
            <a:cxnSpLocks noChangeShapeType="1"/>
          </p:cNvCxnSpPr>
          <p:nvPr/>
        </p:nvCxnSpPr>
        <p:spPr bwMode="auto">
          <a:xfrm flipV="1">
            <a:off x="2851007" y="3849591"/>
            <a:ext cx="430213" cy="101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17" name="Group 153"/>
          <p:cNvGrpSpPr/>
          <p:nvPr/>
        </p:nvGrpSpPr>
        <p:grpSpPr bwMode="auto">
          <a:xfrm>
            <a:off x="2219780" y="2716827"/>
            <a:ext cx="648509" cy="418221"/>
            <a:chOff x="3053396" y="4304255"/>
            <a:chExt cx="648422" cy="418253"/>
          </a:xfrm>
        </p:grpSpPr>
        <p:sp>
          <p:nvSpPr>
            <p:cNvPr id="45" name="Freeform 84"/>
            <p:cNvSpPr/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6" name="TextBox 155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接入</a:t>
              </a: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网</a:t>
              </a: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10" name="Group 131"/>
          <p:cNvGrpSpPr/>
          <p:nvPr/>
        </p:nvGrpSpPr>
        <p:grpSpPr bwMode="auto">
          <a:xfrm>
            <a:off x="1838728" y="3110496"/>
            <a:ext cx="648509" cy="418221"/>
            <a:chOff x="3053396" y="4304255"/>
            <a:chExt cx="648422" cy="418253"/>
          </a:xfrm>
        </p:grpSpPr>
        <p:sp>
          <p:nvSpPr>
            <p:cNvPr id="59" name="Freeform 84"/>
            <p:cNvSpPr/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0" name="TextBox 133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接入</a:t>
              </a: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网</a:t>
              </a: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</p:grpSp>
      <p:cxnSp>
        <p:nvCxnSpPr>
          <p:cNvPr id="330" name="Straight Connector 524"/>
          <p:cNvCxnSpPr>
            <a:cxnSpLocks noChangeShapeType="1"/>
          </p:cNvCxnSpPr>
          <p:nvPr/>
        </p:nvCxnSpPr>
        <p:spPr bwMode="auto">
          <a:xfrm>
            <a:off x="2801850" y="4156772"/>
            <a:ext cx="560912" cy="29873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72" name="Group 871"/>
          <p:cNvGrpSpPr/>
          <p:nvPr/>
        </p:nvGrpSpPr>
        <p:grpSpPr>
          <a:xfrm>
            <a:off x="3292387" y="4376707"/>
            <a:ext cx="541338" cy="223023"/>
            <a:chOff x="7493876" y="2774731"/>
            <a:chExt cx="1481958" cy="894622"/>
          </a:xfrm>
        </p:grpSpPr>
        <p:sp>
          <p:nvSpPr>
            <p:cNvPr id="905" name="Freeform 904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06" name="Oval 905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907" name="Group 906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08" name="Freeform 907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9" name="Freeform 908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0" name="Freeform 909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1" name="Freeform 910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cxnSp>
        <p:nvCxnSpPr>
          <p:cNvPr id="349" name="Straight Connector 510"/>
          <p:cNvCxnSpPr>
            <a:cxnSpLocks noChangeShapeType="1"/>
          </p:cNvCxnSpPr>
          <p:nvPr/>
        </p:nvCxnSpPr>
        <p:spPr bwMode="auto">
          <a:xfrm flipH="1" flipV="1">
            <a:off x="5179131" y="5171184"/>
            <a:ext cx="371475" cy="9731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5" name="Group 4"/>
          <p:cNvGrpSpPr/>
          <p:nvPr/>
        </p:nvGrpSpPr>
        <p:grpSpPr>
          <a:xfrm>
            <a:off x="4461581" y="5447247"/>
            <a:ext cx="2216150" cy="533562"/>
            <a:chOff x="4461581" y="5447247"/>
            <a:chExt cx="2216150" cy="533562"/>
          </a:xfrm>
        </p:grpSpPr>
        <p:cxnSp>
          <p:nvCxnSpPr>
            <p:cNvPr id="350" name="Straight Connector 509"/>
            <p:cNvCxnSpPr>
              <a:cxnSpLocks noChangeShapeType="1"/>
            </p:cNvCxnSpPr>
            <p:nvPr/>
          </p:nvCxnSpPr>
          <p:spPr bwMode="auto">
            <a:xfrm flipH="1" flipV="1">
              <a:off x="6157031" y="5810947"/>
              <a:ext cx="520700" cy="1698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355" name="Oval 33"/>
            <p:cNvSpPr>
              <a:spLocks noChangeArrowheads="1"/>
            </p:cNvSpPr>
            <p:nvPr/>
          </p:nvSpPr>
          <p:spPr bwMode="auto">
            <a:xfrm rot="10800000">
              <a:off x="4545099" y="5447247"/>
              <a:ext cx="1807203" cy="495366"/>
            </a:xfrm>
            <a:prstGeom prst="ellipse">
              <a:avLst/>
            </a:prstGeom>
            <a:solidFill>
              <a:srgbClr val="CCCCFF"/>
            </a:solidFill>
            <a:ln w="9525">
              <a:noFill/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cxnSp>
          <p:nvCxnSpPr>
            <p:cNvPr id="351" name="Straight Connector 511"/>
            <p:cNvCxnSpPr>
              <a:cxnSpLocks noChangeShapeType="1"/>
            </p:cNvCxnSpPr>
            <p:nvPr/>
          </p:nvCxnSpPr>
          <p:spPr bwMode="auto">
            <a:xfrm flipV="1">
              <a:off x="4461581" y="5815709"/>
              <a:ext cx="306387" cy="1651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353" name="TextBox 9"/>
            <p:cNvSpPr txBox="1">
              <a:spLocks noChangeArrowheads="1"/>
            </p:cNvSpPr>
            <p:nvPr/>
          </p:nvSpPr>
          <p:spPr bwMode="auto">
            <a:xfrm>
              <a:off x="4662400" y="5488195"/>
              <a:ext cx="1582484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区域 ISP</a:t>
              </a:r>
              <a:endParaRPr kumimoji="0" lang="en-US" altLang="en-US" sz="20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24" name="Group 175"/>
          <p:cNvGrpSpPr/>
          <p:nvPr/>
        </p:nvGrpSpPr>
        <p:grpSpPr bwMode="auto">
          <a:xfrm>
            <a:off x="4201247" y="5904281"/>
            <a:ext cx="648509" cy="418221"/>
            <a:chOff x="3053396" y="4304255"/>
            <a:chExt cx="648422" cy="418253"/>
          </a:xfrm>
        </p:grpSpPr>
        <p:sp>
          <p:nvSpPr>
            <p:cNvPr id="31" name="Freeform 84"/>
            <p:cNvSpPr/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" name="TextBox 177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接入</a:t>
              </a: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网</a:t>
              </a: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23" name="Group 172"/>
          <p:cNvGrpSpPr/>
          <p:nvPr/>
        </p:nvGrpSpPr>
        <p:grpSpPr bwMode="auto">
          <a:xfrm>
            <a:off x="5420611" y="6056669"/>
            <a:ext cx="648509" cy="418221"/>
            <a:chOff x="3053396" y="4304255"/>
            <a:chExt cx="648422" cy="418253"/>
          </a:xfrm>
        </p:grpSpPr>
        <p:sp>
          <p:nvSpPr>
            <p:cNvPr id="33" name="Freeform 84"/>
            <p:cNvSpPr/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" name="TextBox 174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接入</a:t>
              </a: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网</a:t>
              </a: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22" name="Group 169"/>
          <p:cNvGrpSpPr/>
          <p:nvPr/>
        </p:nvGrpSpPr>
        <p:grpSpPr bwMode="auto">
          <a:xfrm>
            <a:off x="6335134" y="5916980"/>
            <a:ext cx="648509" cy="418221"/>
            <a:chOff x="3053396" y="4304255"/>
            <a:chExt cx="648422" cy="418253"/>
          </a:xfrm>
        </p:grpSpPr>
        <p:sp>
          <p:nvSpPr>
            <p:cNvPr id="35" name="Freeform 84"/>
            <p:cNvSpPr/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" name="TextBox 171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接入</a:t>
              </a: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网</a:t>
              </a: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870" name="Group 869"/>
          <p:cNvGrpSpPr/>
          <p:nvPr/>
        </p:nvGrpSpPr>
        <p:grpSpPr>
          <a:xfrm>
            <a:off x="4812419" y="5011641"/>
            <a:ext cx="541338" cy="223023"/>
            <a:chOff x="7493876" y="2774731"/>
            <a:chExt cx="1481958" cy="894622"/>
          </a:xfrm>
        </p:grpSpPr>
        <p:sp>
          <p:nvSpPr>
            <p:cNvPr id="919" name="Freeform 918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20" name="Oval 919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921" name="Group 920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22" name="Freeform 921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3" name="Freeform 922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4" name="Freeform 923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5" name="Freeform 924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354" name="Oval 33"/>
          <p:cNvSpPr>
            <a:spLocks noChangeArrowheads="1"/>
          </p:cNvSpPr>
          <p:nvPr/>
        </p:nvSpPr>
        <p:spPr bwMode="auto">
          <a:xfrm rot="5400000">
            <a:off x="2030588" y="3754605"/>
            <a:ext cx="1252537" cy="381000"/>
          </a:xfrm>
          <a:prstGeom prst="ellipse">
            <a:avLst/>
          </a:prstGeom>
          <a:solidFill>
            <a:srgbClr val="CCCCFF"/>
          </a:solidFill>
          <a:ln w="9525">
            <a:noFill/>
            <a:rou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65000"/>
                  <a:lumOff val="35000"/>
                </a:prstClr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328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引言：1-</a:t>
            </a:r>
            <a:fld id="{C4204591-24BD-A542-B9D5-F8D8A88D2FEE}" type="slidenum">
              <a:rPr lang="en-US" smtClean="0"/>
            </a:fld>
            <a:endParaRPr lang="en-US" dirty="0"/>
          </a:p>
        </p:txBody>
      </p:sp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8" name="Oval 33"/>
          <p:cNvSpPr>
            <a:spLocks noChangeArrowheads="1"/>
          </p:cNvSpPr>
          <p:nvPr/>
        </p:nvSpPr>
        <p:spPr bwMode="auto">
          <a:xfrm rot="5400000">
            <a:off x="2030588" y="3754605"/>
            <a:ext cx="1252537" cy="381000"/>
          </a:xfrm>
          <a:prstGeom prst="ellipse">
            <a:avLst/>
          </a:prstGeom>
          <a:solidFill>
            <a:srgbClr val="CCCCFF"/>
          </a:solidFill>
          <a:ln w="9525">
            <a:noFill/>
            <a:rou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65000"/>
                  <a:lumOff val="35000"/>
                </a:prstClr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804" name="Oval 3"/>
          <p:cNvSpPr>
            <a:spLocks noChangeArrowheads="1"/>
          </p:cNvSpPr>
          <p:nvPr/>
        </p:nvSpPr>
        <p:spPr bwMode="auto">
          <a:xfrm>
            <a:off x="2884400" y="2782791"/>
            <a:ext cx="3475038" cy="138112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/>
            </a:endParaRPr>
          </a:p>
        </p:txBody>
      </p:sp>
      <p:cxnSp>
        <p:nvCxnSpPr>
          <p:cNvPr id="805" name="Straight Connector 10"/>
          <p:cNvCxnSpPr>
            <a:cxnSpLocks noChangeShapeType="1"/>
          </p:cNvCxnSpPr>
          <p:nvPr/>
        </p:nvCxnSpPr>
        <p:spPr bwMode="auto">
          <a:xfrm>
            <a:off x="4108363" y="3025678"/>
            <a:ext cx="1146175" cy="730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6" name="Straight Connector 297"/>
          <p:cNvCxnSpPr>
            <a:cxnSpLocks noChangeShapeType="1"/>
          </p:cNvCxnSpPr>
          <p:nvPr/>
        </p:nvCxnSpPr>
        <p:spPr bwMode="auto">
          <a:xfrm>
            <a:off x="4702088" y="3325716"/>
            <a:ext cx="130175" cy="841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7" name="Straight Connector 298"/>
          <p:cNvCxnSpPr>
            <a:cxnSpLocks noChangeShapeType="1"/>
          </p:cNvCxnSpPr>
          <p:nvPr/>
        </p:nvCxnSpPr>
        <p:spPr bwMode="auto">
          <a:xfrm flipV="1">
            <a:off x="4486188" y="3530503"/>
            <a:ext cx="263525" cy="4603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8" name="Straight Connector 299"/>
          <p:cNvCxnSpPr>
            <a:cxnSpLocks noChangeShapeType="1"/>
          </p:cNvCxnSpPr>
          <p:nvPr/>
        </p:nvCxnSpPr>
        <p:spPr bwMode="auto">
          <a:xfrm flipV="1">
            <a:off x="4165513" y="3354291"/>
            <a:ext cx="209550" cy="1095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" name="Straight Connector 300"/>
          <p:cNvCxnSpPr>
            <a:cxnSpLocks noChangeShapeType="1"/>
          </p:cNvCxnSpPr>
          <p:nvPr/>
        </p:nvCxnSpPr>
        <p:spPr bwMode="auto">
          <a:xfrm flipV="1">
            <a:off x="3827375" y="3654328"/>
            <a:ext cx="222250" cy="984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0" name="Straight Connector 301"/>
          <p:cNvCxnSpPr>
            <a:cxnSpLocks noChangeShapeType="1"/>
          </p:cNvCxnSpPr>
          <p:nvPr/>
        </p:nvCxnSpPr>
        <p:spPr bwMode="auto">
          <a:xfrm flipV="1">
            <a:off x="4719550" y="3579716"/>
            <a:ext cx="273050" cy="25400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1" name="Straight Connector 302"/>
          <p:cNvCxnSpPr>
            <a:cxnSpLocks noChangeShapeType="1"/>
          </p:cNvCxnSpPr>
          <p:nvPr/>
        </p:nvCxnSpPr>
        <p:spPr bwMode="auto">
          <a:xfrm flipH="1" flipV="1">
            <a:off x="5251363" y="3565428"/>
            <a:ext cx="387350" cy="1254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2" name="Straight Connector 303"/>
          <p:cNvCxnSpPr>
            <a:cxnSpLocks noChangeShapeType="1"/>
          </p:cNvCxnSpPr>
          <p:nvPr/>
        </p:nvCxnSpPr>
        <p:spPr bwMode="auto">
          <a:xfrm flipV="1">
            <a:off x="5237075" y="3216178"/>
            <a:ext cx="307975" cy="19843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3" name="Straight Connector 304"/>
          <p:cNvCxnSpPr>
            <a:cxnSpLocks noChangeShapeType="1"/>
          </p:cNvCxnSpPr>
          <p:nvPr/>
        </p:nvCxnSpPr>
        <p:spPr bwMode="auto">
          <a:xfrm flipH="1" flipV="1">
            <a:off x="4109950" y="3086003"/>
            <a:ext cx="246063" cy="873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14" name="TextBox 39958"/>
          <p:cNvSpPr txBox="1">
            <a:spLocks noChangeArrowheads="1"/>
          </p:cNvSpPr>
          <p:nvPr/>
        </p:nvSpPr>
        <p:spPr bwMode="auto">
          <a:xfrm>
            <a:off x="3044738" y="3127278"/>
            <a:ext cx="80663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ISP A</a:t>
            </a:r>
            <a:endParaRPr kumimoji="0" lang="en-US" altLang="en-US" sz="2400" b="0" i="1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grpSp>
        <p:nvGrpSpPr>
          <p:cNvPr id="815" name="Group 814"/>
          <p:cNvGrpSpPr/>
          <p:nvPr/>
        </p:nvGrpSpPr>
        <p:grpSpPr>
          <a:xfrm>
            <a:off x="4779875" y="3395180"/>
            <a:ext cx="541338" cy="223023"/>
            <a:chOff x="7493876" y="2774731"/>
            <a:chExt cx="1481958" cy="894622"/>
          </a:xfrm>
        </p:grpSpPr>
        <p:sp>
          <p:nvSpPr>
            <p:cNvPr id="1038" name="Freeform 1037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39" name="Oval 1038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040" name="Group 1039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41" name="Freeform 1040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2" name="Freeform 1041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3" name="Freeform 1042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4" name="Freeform 1043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7" name="Group 816"/>
          <p:cNvGrpSpPr/>
          <p:nvPr/>
        </p:nvGrpSpPr>
        <p:grpSpPr>
          <a:xfrm>
            <a:off x="4228292" y="3150704"/>
            <a:ext cx="541338" cy="223023"/>
            <a:chOff x="7493876" y="2774731"/>
            <a:chExt cx="1481958" cy="894622"/>
          </a:xfrm>
        </p:grpSpPr>
        <p:sp>
          <p:nvSpPr>
            <p:cNvPr id="1024" name="Freeform 1023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25" name="Oval 1024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026" name="Group 1025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27" name="Freeform 1026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8" name="Freeform 1027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9" name="Freeform 1028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0" name="Freeform 1029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8" name="Group 817"/>
          <p:cNvGrpSpPr/>
          <p:nvPr/>
        </p:nvGrpSpPr>
        <p:grpSpPr>
          <a:xfrm>
            <a:off x="3972632" y="3451642"/>
            <a:ext cx="541338" cy="223023"/>
            <a:chOff x="7493876" y="2774731"/>
            <a:chExt cx="1481958" cy="894622"/>
          </a:xfrm>
        </p:grpSpPr>
        <p:sp>
          <p:nvSpPr>
            <p:cNvPr id="1017" name="Freeform 1016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18" name="Oval 1017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019" name="Group 1018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20" name="Freeform 1019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1" name="Freeform 1020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2" name="Freeform 1021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3" name="Freeform 1022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821" name="Oval 3"/>
          <p:cNvSpPr>
            <a:spLocks noChangeArrowheads="1"/>
          </p:cNvSpPr>
          <p:nvPr/>
        </p:nvSpPr>
        <p:spPr bwMode="auto">
          <a:xfrm>
            <a:off x="2671675" y="4260753"/>
            <a:ext cx="2941638" cy="132397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/>
            </a:endParaRPr>
          </a:p>
        </p:txBody>
      </p:sp>
      <p:cxnSp>
        <p:nvCxnSpPr>
          <p:cNvPr id="822" name="Straight Connector 10"/>
          <p:cNvCxnSpPr>
            <a:cxnSpLocks noChangeShapeType="1"/>
          </p:cNvCxnSpPr>
          <p:nvPr/>
        </p:nvCxnSpPr>
        <p:spPr bwMode="auto">
          <a:xfrm>
            <a:off x="3706725" y="4494116"/>
            <a:ext cx="969963" cy="682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3" name="Straight Connector 297"/>
          <p:cNvCxnSpPr>
            <a:cxnSpLocks noChangeShapeType="1"/>
          </p:cNvCxnSpPr>
          <p:nvPr/>
        </p:nvCxnSpPr>
        <p:spPr bwMode="auto">
          <a:xfrm>
            <a:off x="4209963" y="4781453"/>
            <a:ext cx="109537" cy="7937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4" name="Straight Connector 298"/>
          <p:cNvCxnSpPr>
            <a:cxnSpLocks noChangeShapeType="1"/>
          </p:cNvCxnSpPr>
          <p:nvPr/>
        </p:nvCxnSpPr>
        <p:spPr bwMode="auto">
          <a:xfrm flipV="1">
            <a:off x="4027400" y="4976716"/>
            <a:ext cx="222250" cy="444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5" name="Straight Connector 299"/>
          <p:cNvCxnSpPr>
            <a:cxnSpLocks noChangeShapeType="1"/>
          </p:cNvCxnSpPr>
          <p:nvPr/>
        </p:nvCxnSpPr>
        <p:spPr bwMode="auto">
          <a:xfrm flipV="1">
            <a:off x="3754350" y="4808441"/>
            <a:ext cx="177800" cy="1063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6" name="Straight Connector 300"/>
          <p:cNvCxnSpPr>
            <a:cxnSpLocks noChangeShapeType="1"/>
          </p:cNvCxnSpPr>
          <p:nvPr/>
        </p:nvCxnSpPr>
        <p:spPr bwMode="auto">
          <a:xfrm flipV="1">
            <a:off x="3468600" y="5095778"/>
            <a:ext cx="188913" cy="952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7" name="Straight Connector 301"/>
          <p:cNvCxnSpPr>
            <a:cxnSpLocks noChangeShapeType="1"/>
          </p:cNvCxnSpPr>
          <p:nvPr/>
        </p:nvCxnSpPr>
        <p:spPr bwMode="auto">
          <a:xfrm flipV="1">
            <a:off x="4224250" y="5024341"/>
            <a:ext cx="231775" cy="24447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8" name="Straight Connector 302"/>
          <p:cNvCxnSpPr>
            <a:cxnSpLocks noChangeShapeType="1"/>
          </p:cNvCxnSpPr>
          <p:nvPr/>
        </p:nvCxnSpPr>
        <p:spPr bwMode="auto">
          <a:xfrm flipH="1" flipV="1">
            <a:off x="4675100" y="5011641"/>
            <a:ext cx="327025" cy="1190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" name="Straight Connector 303"/>
          <p:cNvCxnSpPr>
            <a:cxnSpLocks noChangeShapeType="1"/>
          </p:cNvCxnSpPr>
          <p:nvPr/>
        </p:nvCxnSpPr>
        <p:spPr bwMode="auto">
          <a:xfrm flipV="1">
            <a:off x="4662400" y="4676678"/>
            <a:ext cx="260350" cy="1889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0" name="Straight Connector 304"/>
          <p:cNvCxnSpPr>
            <a:cxnSpLocks noChangeShapeType="1"/>
          </p:cNvCxnSpPr>
          <p:nvPr/>
        </p:nvCxnSpPr>
        <p:spPr bwMode="auto">
          <a:xfrm flipH="1" flipV="1">
            <a:off x="3708313" y="4551266"/>
            <a:ext cx="207962" cy="841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31" name="TextBox 39958"/>
          <p:cNvSpPr txBox="1">
            <a:spLocks noChangeArrowheads="1"/>
          </p:cNvSpPr>
          <p:nvPr/>
        </p:nvSpPr>
        <p:spPr bwMode="auto">
          <a:xfrm>
            <a:off x="2806613" y="4590953"/>
            <a:ext cx="78899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ISP C</a:t>
            </a:r>
            <a:endParaRPr kumimoji="0" lang="en-US" altLang="en-US" sz="2400" b="0" i="1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832" name="Oval 3"/>
          <p:cNvSpPr>
            <a:spLocks noChangeArrowheads="1"/>
          </p:cNvSpPr>
          <p:nvPr/>
        </p:nvSpPr>
        <p:spPr bwMode="auto">
          <a:xfrm>
            <a:off x="5765713" y="3706716"/>
            <a:ext cx="3219450" cy="134302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/>
            </a:endParaRPr>
          </a:p>
        </p:txBody>
      </p:sp>
      <p:cxnSp>
        <p:nvCxnSpPr>
          <p:cNvPr id="833" name="Straight Connector 10"/>
          <p:cNvCxnSpPr>
            <a:cxnSpLocks noChangeShapeType="1"/>
          </p:cNvCxnSpPr>
          <p:nvPr/>
        </p:nvCxnSpPr>
        <p:spPr bwMode="auto">
          <a:xfrm>
            <a:off x="6899188" y="3943253"/>
            <a:ext cx="1062037" cy="698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4" name="Straight Connector 297"/>
          <p:cNvCxnSpPr>
            <a:cxnSpLocks noChangeShapeType="1"/>
          </p:cNvCxnSpPr>
          <p:nvPr/>
        </p:nvCxnSpPr>
        <p:spPr bwMode="auto">
          <a:xfrm>
            <a:off x="7450050" y="4233766"/>
            <a:ext cx="120650" cy="825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5" name="Straight Connector 298"/>
          <p:cNvCxnSpPr>
            <a:cxnSpLocks noChangeShapeType="1"/>
          </p:cNvCxnSpPr>
          <p:nvPr/>
        </p:nvCxnSpPr>
        <p:spPr bwMode="auto">
          <a:xfrm flipV="1">
            <a:off x="7250025" y="4433791"/>
            <a:ext cx="242888" cy="444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6" name="Straight Connector 299"/>
          <p:cNvCxnSpPr>
            <a:cxnSpLocks noChangeShapeType="1"/>
          </p:cNvCxnSpPr>
          <p:nvPr/>
        </p:nvCxnSpPr>
        <p:spPr bwMode="auto">
          <a:xfrm flipV="1">
            <a:off x="6951575" y="4262341"/>
            <a:ext cx="195263" cy="1063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7" name="Straight Connector 300"/>
          <p:cNvCxnSpPr>
            <a:cxnSpLocks noChangeShapeType="1"/>
          </p:cNvCxnSpPr>
          <p:nvPr/>
        </p:nvCxnSpPr>
        <p:spPr bwMode="auto">
          <a:xfrm flipV="1">
            <a:off x="6638838" y="4554441"/>
            <a:ext cx="206375" cy="952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8" name="Straight Connector 301"/>
          <p:cNvCxnSpPr>
            <a:cxnSpLocks noChangeShapeType="1"/>
          </p:cNvCxnSpPr>
          <p:nvPr/>
        </p:nvCxnSpPr>
        <p:spPr bwMode="auto">
          <a:xfrm flipV="1">
            <a:off x="7465925" y="4481416"/>
            <a:ext cx="254000" cy="2476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9" name="Straight Connector 302"/>
          <p:cNvCxnSpPr>
            <a:cxnSpLocks noChangeShapeType="1"/>
          </p:cNvCxnSpPr>
          <p:nvPr/>
        </p:nvCxnSpPr>
        <p:spPr bwMode="auto">
          <a:xfrm flipH="1" flipV="1">
            <a:off x="7929475" y="4460778"/>
            <a:ext cx="358775" cy="1206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0" name="Straight Connector 303"/>
          <p:cNvCxnSpPr>
            <a:cxnSpLocks noChangeShapeType="1"/>
          </p:cNvCxnSpPr>
          <p:nvPr/>
        </p:nvCxnSpPr>
        <p:spPr bwMode="auto">
          <a:xfrm flipV="1">
            <a:off x="7945350" y="4127403"/>
            <a:ext cx="285750" cy="19208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1" name="Straight Connector 304"/>
          <p:cNvCxnSpPr>
            <a:cxnSpLocks noChangeShapeType="1"/>
          </p:cNvCxnSpPr>
          <p:nvPr/>
        </p:nvCxnSpPr>
        <p:spPr bwMode="auto">
          <a:xfrm flipH="1" flipV="1">
            <a:off x="6900775" y="4000403"/>
            <a:ext cx="227013" cy="857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42" name="TextBox 39958"/>
          <p:cNvSpPr txBox="1">
            <a:spLocks noChangeArrowheads="1"/>
          </p:cNvSpPr>
          <p:nvPr/>
        </p:nvSpPr>
        <p:spPr bwMode="auto">
          <a:xfrm>
            <a:off x="5914938" y="4040091"/>
            <a:ext cx="79541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ISP B</a:t>
            </a:r>
            <a:endParaRPr kumimoji="0" lang="en-US" altLang="en-US" sz="2400" b="0" i="1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cxnSp>
        <p:nvCxnSpPr>
          <p:cNvPr id="843" name="Straight Connector 12"/>
          <p:cNvCxnSpPr>
            <a:cxnSpLocks noChangeShapeType="1"/>
          </p:cNvCxnSpPr>
          <p:nvPr/>
        </p:nvCxnSpPr>
        <p:spPr bwMode="auto">
          <a:xfrm>
            <a:off x="3533688" y="2666903"/>
            <a:ext cx="238125" cy="2619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6" name="Straight Connector 502"/>
          <p:cNvCxnSpPr>
            <a:cxnSpLocks noChangeShapeType="1"/>
          </p:cNvCxnSpPr>
          <p:nvPr/>
        </p:nvCxnSpPr>
        <p:spPr bwMode="auto">
          <a:xfrm>
            <a:off x="5067213" y="2468466"/>
            <a:ext cx="307975" cy="5730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7" name="Straight Connector 503"/>
          <p:cNvCxnSpPr>
            <a:cxnSpLocks noChangeShapeType="1"/>
          </p:cNvCxnSpPr>
          <p:nvPr/>
        </p:nvCxnSpPr>
        <p:spPr bwMode="auto">
          <a:xfrm flipH="1">
            <a:off x="5576800" y="2446241"/>
            <a:ext cx="384175" cy="5794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8" name="Straight Connector 504"/>
          <p:cNvCxnSpPr>
            <a:cxnSpLocks noChangeShapeType="1"/>
          </p:cNvCxnSpPr>
          <p:nvPr/>
        </p:nvCxnSpPr>
        <p:spPr bwMode="auto">
          <a:xfrm>
            <a:off x="7921538" y="2957416"/>
            <a:ext cx="215900" cy="10461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9" name="Straight Connector 505"/>
          <p:cNvCxnSpPr>
            <a:cxnSpLocks noChangeShapeType="1"/>
          </p:cNvCxnSpPr>
          <p:nvPr/>
        </p:nvCxnSpPr>
        <p:spPr bwMode="auto">
          <a:xfrm flipH="1">
            <a:off x="8288250" y="3308253"/>
            <a:ext cx="241300" cy="6921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" name="Straight Connector 507"/>
          <p:cNvCxnSpPr>
            <a:cxnSpLocks noChangeShapeType="1"/>
          </p:cNvCxnSpPr>
          <p:nvPr/>
        </p:nvCxnSpPr>
        <p:spPr bwMode="auto">
          <a:xfrm flipH="1" flipV="1">
            <a:off x="8605750" y="4630641"/>
            <a:ext cx="796925" cy="6143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4" name="Straight Connector 512"/>
          <p:cNvCxnSpPr>
            <a:cxnSpLocks noChangeShapeType="1"/>
          </p:cNvCxnSpPr>
          <p:nvPr/>
        </p:nvCxnSpPr>
        <p:spPr bwMode="auto">
          <a:xfrm flipV="1">
            <a:off x="2941550" y="5218016"/>
            <a:ext cx="401638" cy="209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5" name="Straight Connector 513"/>
          <p:cNvCxnSpPr>
            <a:cxnSpLocks noChangeShapeType="1"/>
          </p:cNvCxnSpPr>
          <p:nvPr/>
        </p:nvCxnSpPr>
        <p:spPr bwMode="auto">
          <a:xfrm>
            <a:off x="2535150" y="5075141"/>
            <a:ext cx="450850" cy="1158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7" name="Straight Connector 508"/>
          <p:cNvCxnSpPr>
            <a:cxnSpLocks noChangeShapeType="1"/>
          </p:cNvCxnSpPr>
          <p:nvPr/>
        </p:nvCxnSpPr>
        <p:spPr bwMode="auto">
          <a:xfrm flipH="1" flipV="1">
            <a:off x="7646900" y="4779866"/>
            <a:ext cx="1047750" cy="9667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8" name="Straight Connector 506"/>
          <p:cNvCxnSpPr>
            <a:cxnSpLocks noChangeShapeType="1"/>
          </p:cNvCxnSpPr>
          <p:nvPr/>
        </p:nvCxnSpPr>
        <p:spPr bwMode="auto">
          <a:xfrm flipH="1">
            <a:off x="8716875" y="4368703"/>
            <a:ext cx="541338" cy="2492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59" name="Group 858"/>
          <p:cNvGrpSpPr/>
          <p:nvPr/>
        </p:nvGrpSpPr>
        <p:grpSpPr>
          <a:xfrm>
            <a:off x="5192625" y="3007829"/>
            <a:ext cx="541338" cy="223023"/>
            <a:chOff x="7493876" y="2774731"/>
            <a:chExt cx="1481958" cy="894622"/>
          </a:xfrm>
        </p:grpSpPr>
        <p:sp>
          <p:nvSpPr>
            <p:cNvPr id="996" name="Freeform 995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97" name="Oval 996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998" name="Group 997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9" name="Freeform 998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0" name="Freeform 999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1" name="Freeform 1000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2" name="Freeform 1001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0" name="Group 859"/>
          <p:cNvGrpSpPr/>
          <p:nvPr/>
        </p:nvGrpSpPr>
        <p:grpSpPr>
          <a:xfrm>
            <a:off x="3621872" y="2908203"/>
            <a:ext cx="541338" cy="223023"/>
            <a:chOff x="7493876" y="2774731"/>
            <a:chExt cx="1481958" cy="894622"/>
          </a:xfrm>
        </p:grpSpPr>
        <p:sp>
          <p:nvSpPr>
            <p:cNvPr id="989" name="Freeform 988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90" name="Oval 989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991" name="Group 990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2" name="Freeform 991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3" name="Freeform 992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4" name="Freeform 993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5" name="Freeform 994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3" name="Group 862"/>
          <p:cNvGrpSpPr/>
          <p:nvPr/>
        </p:nvGrpSpPr>
        <p:grpSpPr>
          <a:xfrm>
            <a:off x="8182681" y="4501444"/>
            <a:ext cx="541338" cy="223023"/>
            <a:chOff x="7493876" y="2774731"/>
            <a:chExt cx="1481958" cy="894622"/>
          </a:xfrm>
        </p:grpSpPr>
        <p:sp>
          <p:nvSpPr>
            <p:cNvPr id="968" name="Freeform 967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69" name="Oval 968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970" name="Group 969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71" name="Freeform 970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2" name="Freeform 971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3" name="Freeform 972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4" name="Freeform 973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4" name="Group 863"/>
          <p:cNvGrpSpPr/>
          <p:nvPr/>
        </p:nvGrpSpPr>
        <p:grpSpPr>
          <a:xfrm>
            <a:off x="7469673" y="4278623"/>
            <a:ext cx="541338" cy="223023"/>
            <a:chOff x="7493876" y="2774731"/>
            <a:chExt cx="1481958" cy="894622"/>
          </a:xfrm>
        </p:grpSpPr>
        <p:sp>
          <p:nvSpPr>
            <p:cNvPr id="961" name="Freeform 960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62" name="Oval 961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963" name="Group 962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64" name="Freeform 963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5" name="Freeform 964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6" name="Freeform 965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7" name="Freeform 966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5" name="Group 864"/>
          <p:cNvGrpSpPr/>
          <p:nvPr/>
        </p:nvGrpSpPr>
        <p:grpSpPr>
          <a:xfrm>
            <a:off x="6979356" y="4059569"/>
            <a:ext cx="541338" cy="223023"/>
            <a:chOff x="7493876" y="2774731"/>
            <a:chExt cx="1481958" cy="894622"/>
          </a:xfrm>
        </p:grpSpPr>
        <p:sp>
          <p:nvSpPr>
            <p:cNvPr id="954" name="Freeform 953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55" name="Oval 954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956" name="Group 955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57" name="Freeform 956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8" name="Freeform 957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9" name="Freeform 958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0" name="Freeform 959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6" name="Group 865"/>
          <p:cNvGrpSpPr/>
          <p:nvPr/>
        </p:nvGrpSpPr>
        <p:grpSpPr>
          <a:xfrm>
            <a:off x="6723616" y="4366729"/>
            <a:ext cx="541338" cy="223023"/>
            <a:chOff x="7493876" y="2774731"/>
            <a:chExt cx="1481958" cy="894622"/>
          </a:xfrm>
        </p:grpSpPr>
        <p:sp>
          <p:nvSpPr>
            <p:cNvPr id="947" name="Freeform 946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48" name="Oval 947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949" name="Group 948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50" name="Freeform 949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1" name="Freeform 950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2" name="Freeform 951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3" name="Freeform 952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3" name="Group 872"/>
          <p:cNvGrpSpPr/>
          <p:nvPr/>
        </p:nvGrpSpPr>
        <p:grpSpPr>
          <a:xfrm>
            <a:off x="3740086" y="4631455"/>
            <a:ext cx="541338" cy="223023"/>
            <a:chOff x="7493876" y="2774731"/>
            <a:chExt cx="1481958" cy="894622"/>
          </a:xfrm>
        </p:grpSpPr>
        <p:sp>
          <p:nvSpPr>
            <p:cNvPr id="898" name="Freeform 897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99" name="Oval 898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900" name="Group 899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01" name="Freeform 900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2" name="Freeform 901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3" name="Freeform 902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4" name="Freeform 903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4" name="Group 873"/>
          <p:cNvGrpSpPr/>
          <p:nvPr/>
        </p:nvGrpSpPr>
        <p:grpSpPr>
          <a:xfrm>
            <a:off x="3500746" y="4902845"/>
            <a:ext cx="541338" cy="223023"/>
            <a:chOff x="7493876" y="2774731"/>
            <a:chExt cx="1481958" cy="894622"/>
          </a:xfrm>
        </p:grpSpPr>
        <p:sp>
          <p:nvSpPr>
            <p:cNvPr id="891" name="Freeform 890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92" name="Oval 891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893" name="Group 892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94" name="Freeform 893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5" name="Freeform 894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6" name="Freeform 895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7" name="Freeform 896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5" name="Group 874"/>
          <p:cNvGrpSpPr/>
          <p:nvPr/>
        </p:nvGrpSpPr>
        <p:grpSpPr>
          <a:xfrm>
            <a:off x="2989969" y="5089246"/>
            <a:ext cx="541338" cy="223023"/>
            <a:chOff x="7493876" y="2774731"/>
            <a:chExt cx="1481958" cy="894622"/>
          </a:xfrm>
        </p:grpSpPr>
        <p:sp>
          <p:nvSpPr>
            <p:cNvPr id="884" name="Freeform 883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85" name="Oval 884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886" name="Group 885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87" name="Freeform 886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8" name="Freeform 887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9" name="Freeform 888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0" name="Freeform 889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6" name="Group 875"/>
          <p:cNvGrpSpPr/>
          <p:nvPr/>
        </p:nvGrpSpPr>
        <p:grpSpPr>
          <a:xfrm>
            <a:off x="4023882" y="5178456"/>
            <a:ext cx="541338" cy="223023"/>
            <a:chOff x="7493876" y="2774731"/>
            <a:chExt cx="1481958" cy="894622"/>
          </a:xfrm>
        </p:grpSpPr>
        <p:sp>
          <p:nvSpPr>
            <p:cNvPr id="877" name="Freeform 876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78" name="Oval 877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879" name="Group 878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80" name="Freeform 879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1" name="Freeform 880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2" name="Freeform 881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3" name="Freeform 882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MS PGothic" panose="020B0600070205080204" pitchFamily="34" charset="-128"/>
              </a:rPr>
              <a:t>互联网结构：“网络的网络”</a:t>
            </a:r>
            <a:endParaRPr lang="en-US" dirty="0"/>
          </a:p>
        </p:txBody>
      </p:sp>
      <p:grpSp>
        <p:nvGrpSpPr>
          <p:cNvPr id="9" name="Group 2"/>
          <p:cNvGrpSpPr/>
          <p:nvPr/>
        </p:nvGrpSpPr>
        <p:grpSpPr bwMode="auto">
          <a:xfrm>
            <a:off x="2994584" y="2310458"/>
            <a:ext cx="648509" cy="418221"/>
            <a:chOff x="3053396" y="4304255"/>
            <a:chExt cx="648422" cy="418253"/>
          </a:xfrm>
        </p:grpSpPr>
        <p:sp>
          <p:nvSpPr>
            <p:cNvPr id="61" name="Freeform 84"/>
            <p:cNvSpPr/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2" name="TextBox 1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接入</a:t>
              </a: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网</a:t>
              </a: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11" name="Group 135"/>
          <p:cNvGrpSpPr/>
          <p:nvPr/>
        </p:nvGrpSpPr>
        <p:grpSpPr bwMode="auto">
          <a:xfrm>
            <a:off x="7503691" y="2564438"/>
            <a:ext cx="648509" cy="418221"/>
            <a:chOff x="3053396" y="4304255"/>
            <a:chExt cx="648422" cy="418253"/>
          </a:xfrm>
        </p:grpSpPr>
        <p:sp>
          <p:nvSpPr>
            <p:cNvPr id="57" name="Freeform 84"/>
            <p:cNvSpPr/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" name="TextBox 137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接入</a:t>
              </a: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网</a:t>
              </a: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12" name="Group 138"/>
          <p:cNvGrpSpPr/>
          <p:nvPr/>
        </p:nvGrpSpPr>
        <p:grpSpPr bwMode="auto">
          <a:xfrm>
            <a:off x="2410305" y="5421718"/>
            <a:ext cx="648509" cy="418221"/>
            <a:chOff x="3053396" y="4304255"/>
            <a:chExt cx="648422" cy="418253"/>
          </a:xfrm>
        </p:grpSpPr>
        <p:sp>
          <p:nvSpPr>
            <p:cNvPr id="55" name="Freeform 84"/>
            <p:cNvSpPr/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6" name="TextBox 140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接入</a:t>
              </a: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网</a:t>
              </a: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13" name="Group 141"/>
          <p:cNvGrpSpPr/>
          <p:nvPr/>
        </p:nvGrpSpPr>
        <p:grpSpPr bwMode="auto">
          <a:xfrm>
            <a:off x="1991149" y="4799466"/>
            <a:ext cx="648509" cy="418221"/>
            <a:chOff x="3053396" y="4304255"/>
            <a:chExt cx="648422" cy="418253"/>
          </a:xfrm>
        </p:grpSpPr>
        <p:sp>
          <p:nvSpPr>
            <p:cNvPr id="53" name="Freeform 84"/>
            <p:cNvSpPr/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4" name="TextBox 143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接入</a:t>
              </a: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网</a:t>
              </a: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14" name="Group 144"/>
          <p:cNvGrpSpPr/>
          <p:nvPr/>
        </p:nvGrpSpPr>
        <p:grpSpPr bwMode="auto">
          <a:xfrm>
            <a:off x="1762518" y="4139117"/>
            <a:ext cx="648509" cy="418221"/>
            <a:chOff x="3053396" y="4304255"/>
            <a:chExt cx="648422" cy="418253"/>
          </a:xfrm>
        </p:grpSpPr>
        <p:sp>
          <p:nvSpPr>
            <p:cNvPr id="51" name="Freeform 84"/>
            <p:cNvSpPr/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2" name="TextBox 146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接入</a:t>
              </a: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网</a:t>
              </a: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15" name="Group 147"/>
          <p:cNvGrpSpPr/>
          <p:nvPr/>
        </p:nvGrpSpPr>
        <p:grpSpPr bwMode="auto">
          <a:xfrm>
            <a:off x="8253092" y="2996205"/>
            <a:ext cx="648509" cy="418221"/>
            <a:chOff x="3053396" y="4304255"/>
            <a:chExt cx="648422" cy="418253"/>
          </a:xfrm>
        </p:grpSpPr>
        <p:sp>
          <p:nvSpPr>
            <p:cNvPr id="49" name="Freeform 84"/>
            <p:cNvSpPr/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0" name="TextBox 149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接入</a:t>
              </a: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网</a:t>
              </a: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16" name="Group 150"/>
          <p:cNvGrpSpPr/>
          <p:nvPr/>
        </p:nvGrpSpPr>
        <p:grpSpPr bwMode="auto">
          <a:xfrm>
            <a:off x="4595000" y="2069176"/>
            <a:ext cx="648509" cy="418221"/>
            <a:chOff x="3053396" y="4304255"/>
            <a:chExt cx="648422" cy="418253"/>
          </a:xfrm>
        </p:grpSpPr>
        <p:sp>
          <p:nvSpPr>
            <p:cNvPr id="47" name="Freeform 84"/>
            <p:cNvSpPr/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8" name="TextBox 152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接入</a:t>
              </a: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网</a:t>
              </a: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18" name="Group 156"/>
          <p:cNvGrpSpPr/>
          <p:nvPr/>
        </p:nvGrpSpPr>
        <p:grpSpPr bwMode="auto">
          <a:xfrm>
            <a:off x="5509523" y="2043778"/>
            <a:ext cx="648509" cy="418221"/>
            <a:chOff x="3053396" y="4304255"/>
            <a:chExt cx="648422" cy="418253"/>
          </a:xfrm>
        </p:grpSpPr>
        <p:sp>
          <p:nvSpPr>
            <p:cNvPr id="43" name="Freeform 84"/>
            <p:cNvSpPr/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4" name="TextBox 158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接入</a:t>
              </a: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网</a:t>
              </a: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19" name="Group 160"/>
          <p:cNvGrpSpPr/>
          <p:nvPr/>
        </p:nvGrpSpPr>
        <p:grpSpPr bwMode="auto">
          <a:xfrm>
            <a:off x="8570635" y="5675699"/>
            <a:ext cx="648509" cy="418221"/>
            <a:chOff x="3053396" y="4304255"/>
            <a:chExt cx="648422" cy="418253"/>
          </a:xfrm>
        </p:grpSpPr>
        <p:sp>
          <p:nvSpPr>
            <p:cNvPr id="41" name="Freeform 84"/>
            <p:cNvSpPr/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2" name="TextBox 162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接入</a:t>
              </a: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网</a:t>
              </a: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20" name="Group 163"/>
          <p:cNvGrpSpPr/>
          <p:nvPr/>
        </p:nvGrpSpPr>
        <p:grpSpPr bwMode="auto">
          <a:xfrm>
            <a:off x="9408948" y="5028049"/>
            <a:ext cx="648509" cy="418221"/>
            <a:chOff x="3053396" y="4304255"/>
            <a:chExt cx="648422" cy="418253"/>
          </a:xfrm>
        </p:grpSpPr>
        <p:sp>
          <p:nvSpPr>
            <p:cNvPr id="39" name="Freeform 84"/>
            <p:cNvSpPr/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" name="TextBox 165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接入</a:t>
              </a: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网</a:t>
              </a: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21" name="Group 166"/>
          <p:cNvGrpSpPr/>
          <p:nvPr/>
        </p:nvGrpSpPr>
        <p:grpSpPr bwMode="auto">
          <a:xfrm>
            <a:off x="9180317" y="4113719"/>
            <a:ext cx="648509" cy="418221"/>
            <a:chOff x="3053396" y="4304255"/>
            <a:chExt cx="648422" cy="418253"/>
          </a:xfrm>
        </p:grpSpPr>
        <p:sp>
          <p:nvSpPr>
            <p:cNvPr id="37" name="Freeform 84"/>
            <p:cNvSpPr/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" name="TextBox 168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接入</a:t>
              </a: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网</a:t>
              </a: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25" name="TextBox 4"/>
          <p:cNvSpPr txBox="1">
            <a:spLocks noChangeArrowheads="1"/>
          </p:cNvSpPr>
          <p:nvPr/>
        </p:nvSpPr>
        <p:spPr bwMode="auto">
          <a:xfrm rot="1053502">
            <a:off x="6609175" y="1968629"/>
            <a:ext cx="543812" cy="5231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…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26" name="TextBox 179"/>
          <p:cNvSpPr txBox="1">
            <a:spLocks noChangeArrowheads="1"/>
          </p:cNvSpPr>
          <p:nvPr/>
        </p:nvSpPr>
        <p:spPr bwMode="auto">
          <a:xfrm rot="2829263">
            <a:off x="8895540" y="3441660"/>
            <a:ext cx="543697" cy="5232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…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27" name="TextBox 180"/>
          <p:cNvSpPr txBox="1">
            <a:spLocks noChangeArrowheads="1"/>
          </p:cNvSpPr>
          <p:nvPr/>
        </p:nvSpPr>
        <p:spPr bwMode="auto">
          <a:xfrm rot="9845918">
            <a:off x="7564044" y="5954634"/>
            <a:ext cx="543812" cy="5231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…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28" name="TextBox 181"/>
          <p:cNvSpPr txBox="1">
            <a:spLocks noChangeArrowheads="1"/>
          </p:cNvSpPr>
          <p:nvPr/>
        </p:nvSpPr>
        <p:spPr bwMode="auto">
          <a:xfrm rot="11651262">
            <a:off x="3196001" y="5857999"/>
            <a:ext cx="543812" cy="5231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…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29" name="TextBox 182"/>
          <p:cNvSpPr txBox="1">
            <a:spLocks noChangeArrowheads="1"/>
          </p:cNvSpPr>
          <p:nvPr/>
        </p:nvSpPr>
        <p:spPr bwMode="auto">
          <a:xfrm rot="16607303">
            <a:off x="1609690" y="3551677"/>
            <a:ext cx="543697" cy="5232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…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30" name="TextBox 183"/>
          <p:cNvSpPr txBox="1">
            <a:spLocks noChangeArrowheads="1"/>
          </p:cNvSpPr>
          <p:nvPr/>
        </p:nvSpPr>
        <p:spPr bwMode="auto">
          <a:xfrm rot="20582737">
            <a:off x="3795672" y="1918514"/>
            <a:ext cx="543812" cy="5231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…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802" name="Rectangle 3"/>
          <p:cNvSpPr txBox="1">
            <a:spLocks noChangeArrowheads="1"/>
          </p:cNvSpPr>
          <p:nvPr/>
        </p:nvSpPr>
        <p:spPr bwMode="auto">
          <a:xfrm>
            <a:off x="851133" y="1142095"/>
            <a:ext cx="10824866" cy="8340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75000"/>
              <a:buFontTx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……内容提供商网络（如 Google、Microsoft、Akamai）也可能运行自己的网络，把服务和内容部署到更靠近终端用户的位置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grpSp>
        <p:nvGrpSpPr>
          <p:cNvPr id="302" name="Group 20"/>
          <p:cNvGrpSpPr/>
          <p:nvPr/>
        </p:nvGrpSpPr>
        <p:grpSpPr bwMode="auto">
          <a:xfrm>
            <a:off x="5736579" y="2899825"/>
            <a:ext cx="2272389" cy="1061009"/>
            <a:chOff x="4696844" y="2871032"/>
            <a:chExt cx="2272671" cy="1061113"/>
          </a:xfrm>
        </p:grpSpPr>
        <p:grpSp>
          <p:nvGrpSpPr>
            <p:cNvPr id="303" name="Group 16"/>
            <p:cNvGrpSpPr/>
            <p:nvPr/>
          </p:nvGrpSpPr>
          <p:grpSpPr bwMode="auto">
            <a:xfrm>
              <a:off x="5677190" y="2871032"/>
              <a:ext cx="530938" cy="338554"/>
              <a:chOff x="5573768" y="2726239"/>
              <a:chExt cx="530938" cy="338554"/>
            </a:xfrm>
          </p:grpSpPr>
          <p:sp>
            <p:nvSpPr>
              <p:cNvPr id="306" name="Oval 14"/>
              <p:cNvSpPr>
                <a:spLocks noChangeArrowheads="1"/>
              </p:cNvSpPr>
              <p:nvPr/>
            </p:nvSpPr>
            <p:spPr bwMode="auto">
              <a:xfrm>
                <a:off x="5573768" y="2751297"/>
                <a:ext cx="528092" cy="304800"/>
              </a:xfrm>
              <a:prstGeom prst="ellipse">
                <a:avLst/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307" name="TextBox 15"/>
              <p:cNvSpPr txBox="1">
                <a:spLocks noChangeArrowheads="1"/>
              </p:cNvSpPr>
              <p:nvPr/>
            </p:nvSpPr>
            <p:spPr bwMode="auto">
              <a:xfrm>
                <a:off x="5593027" y="2726239"/>
                <a:ext cx="511679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IXP</a:t>
                </a:r>
                <a:endPara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cxnSp>
          <p:nvCxnSpPr>
            <p:cNvPr id="304" name="Straight Connector 18"/>
            <p:cNvCxnSpPr>
              <a:cxnSpLocks noChangeShapeType="1"/>
            </p:cNvCxnSpPr>
            <p:nvPr/>
          </p:nvCxnSpPr>
          <p:spPr bwMode="auto">
            <a:xfrm>
              <a:off x="4696844" y="3073933"/>
              <a:ext cx="980347" cy="3515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05" name="Straight Connector 516"/>
            <p:cNvCxnSpPr>
              <a:cxnSpLocks noChangeShapeType="1"/>
              <a:endCxn id="976" idx="1"/>
            </p:cNvCxnSpPr>
            <p:nvPr/>
          </p:nvCxnSpPr>
          <p:spPr bwMode="auto">
            <a:xfrm>
              <a:off x="6137159" y="3146857"/>
              <a:ext cx="832356" cy="785288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308" name="Group 39939"/>
          <p:cNvGrpSpPr/>
          <p:nvPr/>
        </p:nvGrpSpPr>
        <p:grpSpPr bwMode="auto">
          <a:xfrm>
            <a:off x="3570155" y="3762887"/>
            <a:ext cx="2938536" cy="1357499"/>
            <a:chOff x="2746064" y="3733002"/>
            <a:chExt cx="2937093" cy="1359582"/>
          </a:xfrm>
        </p:grpSpPr>
        <p:cxnSp>
          <p:nvCxnSpPr>
            <p:cNvPr id="309" name="Straight Connector 7"/>
            <p:cNvCxnSpPr>
              <a:cxnSpLocks noChangeShapeType="1"/>
              <a:stCxn id="1032" idx="5"/>
              <a:endCxn id="983" idx="3"/>
            </p:cNvCxnSpPr>
            <p:nvPr/>
          </p:nvCxnSpPr>
          <p:spPr bwMode="auto">
            <a:xfrm>
              <a:off x="5094305" y="3733002"/>
              <a:ext cx="588852" cy="212765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10" name="Straight Connector 415"/>
            <p:cNvCxnSpPr>
              <a:cxnSpLocks noChangeShapeType="1"/>
              <a:stCxn id="1010" idx="5"/>
            </p:cNvCxnSpPr>
            <p:nvPr/>
          </p:nvCxnSpPr>
          <p:spPr bwMode="auto">
            <a:xfrm flipH="1">
              <a:off x="2746064" y="3789080"/>
              <a:ext cx="54551" cy="601922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11" name="Straight Connector 523"/>
            <p:cNvCxnSpPr>
              <a:cxnSpLocks noChangeShapeType="1"/>
              <a:endCxn id="941" idx="3"/>
            </p:cNvCxnSpPr>
            <p:nvPr/>
          </p:nvCxnSpPr>
          <p:spPr bwMode="auto">
            <a:xfrm flipV="1">
              <a:off x="4424422" y="4701847"/>
              <a:ext cx="1074473" cy="390737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cxnSp>
        <p:nvCxnSpPr>
          <p:cNvPr id="319" name="Straight Connector 515"/>
          <p:cNvCxnSpPr>
            <a:cxnSpLocks noChangeShapeType="1"/>
            <a:stCxn id="930" idx="2"/>
          </p:cNvCxnSpPr>
          <p:nvPr/>
        </p:nvCxnSpPr>
        <p:spPr bwMode="auto">
          <a:xfrm flipV="1">
            <a:off x="4982880" y="4309966"/>
            <a:ext cx="309146" cy="307718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1" name="Straight Connector 519"/>
          <p:cNvCxnSpPr>
            <a:cxnSpLocks noChangeShapeType="1"/>
          </p:cNvCxnSpPr>
          <p:nvPr/>
        </p:nvCxnSpPr>
        <p:spPr bwMode="auto">
          <a:xfrm flipV="1">
            <a:off x="5520180" y="3924252"/>
            <a:ext cx="929835" cy="367084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2" name="Straight Connector 520"/>
          <p:cNvCxnSpPr>
            <a:cxnSpLocks noChangeShapeType="1"/>
            <a:stCxn id="1007" idx="2"/>
          </p:cNvCxnSpPr>
          <p:nvPr/>
        </p:nvCxnSpPr>
        <p:spPr bwMode="auto">
          <a:xfrm>
            <a:off x="4815073" y="3947043"/>
            <a:ext cx="476953" cy="277502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62" name="Group 861"/>
          <p:cNvGrpSpPr/>
          <p:nvPr/>
        </p:nvGrpSpPr>
        <p:grpSpPr>
          <a:xfrm>
            <a:off x="7929475" y="3939691"/>
            <a:ext cx="541338" cy="223023"/>
            <a:chOff x="7493876" y="2774731"/>
            <a:chExt cx="1481958" cy="894622"/>
          </a:xfrm>
        </p:grpSpPr>
        <p:sp>
          <p:nvSpPr>
            <p:cNvPr id="975" name="Freeform 974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76" name="Oval 975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977" name="Group 976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78" name="Freeform 977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9" name="Freeform 978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0" name="Freeform 979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1" name="Freeform 980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20" name="Group 819"/>
          <p:cNvGrpSpPr/>
          <p:nvPr/>
        </p:nvGrpSpPr>
        <p:grpSpPr>
          <a:xfrm>
            <a:off x="4400287" y="3826770"/>
            <a:ext cx="541338" cy="223023"/>
            <a:chOff x="7493876" y="2774731"/>
            <a:chExt cx="1481958" cy="894622"/>
          </a:xfrm>
        </p:grpSpPr>
        <p:sp>
          <p:nvSpPr>
            <p:cNvPr id="1003" name="Freeform 1002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04" name="Oval 1003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005" name="Group 1004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06" name="Freeform 1005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7" name="Freeform 1006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8" name="Freeform 1007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9" name="Freeform 1008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9" name="Group 868"/>
          <p:cNvGrpSpPr/>
          <p:nvPr/>
        </p:nvGrpSpPr>
        <p:grpSpPr>
          <a:xfrm>
            <a:off x="4568094" y="4497411"/>
            <a:ext cx="541338" cy="223023"/>
            <a:chOff x="7493876" y="2774731"/>
            <a:chExt cx="1481958" cy="894622"/>
          </a:xfrm>
        </p:grpSpPr>
        <p:sp>
          <p:nvSpPr>
            <p:cNvPr id="926" name="Freeform 925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27" name="Oval 926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928" name="Group 927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29" name="Freeform 928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0" name="Freeform 929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1" name="Freeform 930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2" name="Freeform 931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1" name="Group 860"/>
          <p:cNvGrpSpPr/>
          <p:nvPr/>
        </p:nvGrpSpPr>
        <p:grpSpPr>
          <a:xfrm>
            <a:off x="6429198" y="3852093"/>
            <a:ext cx="541338" cy="223023"/>
            <a:chOff x="7493876" y="2774731"/>
            <a:chExt cx="1481958" cy="894622"/>
          </a:xfrm>
        </p:grpSpPr>
        <p:sp>
          <p:nvSpPr>
            <p:cNvPr id="982" name="Freeform 981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83" name="Oval 982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984" name="Group 983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85" name="Freeform 984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6" name="Freeform 985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7" name="Freeform 986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8" name="Freeform 987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6" name="Group 815"/>
          <p:cNvGrpSpPr/>
          <p:nvPr/>
        </p:nvGrpSpPr>
        <p:grpSpPr>
          <a:xfrm>
            <a:off x="5457737" y="3639654"/>
            <a:ext cx="541338" cy="223023"/>
            <a:chOff x="7493876" y="2774731"/>
            <a:chExt cx="1481958" cy="894622"/>
          </a:xfrm>
        </p:grpSpPr>
        <p:sp>
          <p:nvSpPr>
            <p:cNvPr id="1031" name="Freeform 1030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32" name="Oval 1031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033" name="Group 1032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34" name="Freeform 1033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5" name="Freeform 1034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6" name="Freeform 1035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7" name="Freeform 1036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20" name="Group 518"/>
          <p:cNvGrpSpPr/>
          <p:nvPr/>
        </p:nvGrpSpPr>
        <p:grpSpPr bwMode="auto">
          <a:xfrm>
            <a:off x="5119678" y="4119105"/>
            <a:ext cx="528442" cy="338554"/>
            <a:chOff x="5634518" y="2652249"/>
            <a:chExt cx="528092" cy="338174"/>
          </a:xfrm>
        </p:grpSpPr>
        <p:sp>
          <p:nvSpPr>
            <p:cNvPr id="323" name="Oval 521"/>
            <p:cNvSpPr>
              <a:spLocks noChangeArrowheads="1"/>
            </p:cNvSpPr>
            <p:nvPr/>
          </p:nvSpPr>
          <p:spPr bwMode="auto">
            <a:xfrm>
              <a:off x="5634518" y="2672371"/>
              <a:ext cx="528092" cy="304800"/>
            </a:xfrm>
            <a:prstGeom prst="ellipse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round/>
            </a:ln>
          </p:spPr>
          <p:txBody>
            <a:bodyPr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24" name="TextBox 522"/>
            <p:cNvSpPr txBox="1">
              <a:spLocks noChangeArrowheads="1"/>
            </p:cNvSpPr>
            <p:nvPr/>
          </p:nvSpPr>
          <p:spPr bwMode="auto">
            <a:xfrm>
              <a:off x="5685246" y="2652249"/>
              <a:ext cx="447262" cy="3381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IXP</a:t>
              </a: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867" name="Group 866"/>
          <p:cNvGrpSpPr/>
          <p:nvPr/>
        </p:nvGrpSpPr>
        <p:grpSpPr>
          <a:xfrm>
            <a:off x="6244846" y="4607015"/>
            <a:ext cx="541338" cy="223023"/>
            <a:chOff x="7493876" y="2774731"/>
            <a:chExt cx="1481958" cy="894622"/>
          </a:xfrm>
        </p:grpSpPr>
        <p:sp>
          <p:nvSpPr>
            <p:cNvPr id="940" name="Freeform 939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41" name="Oval 940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942" name="Group 941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43" name="Freeform 942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4" name="Freeform 943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5" name="Freeform 944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6" name="Freeform 945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9" name="Group 818"/>
          <p:cNvGrpSpPr/>
          <p:nvPr/>
        </p:nvGrpSpPr>
        <p:grpSpPr>
          <a:xfrm>
            <a:off x="3355534" y="3674009"/>
            <a:ext cx="541338" cy="223023"/>
            <a:chOff x="7493876" y="2774731"/>
            <a:chExt cx="1481958" cy="894622"/>
          </a:xfrm>
        </p:grpSpPr>
        <p:sp>
          <p:nvSpPr>
            <p:cNvPr id="1010" name="Freeform 1009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11" name="Oval 1010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012" name="Group 1011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13" name="Freeform 1012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4" name="Freeform 1013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5" name="Freeform 1014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6" name="Freeform 1015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cxnSp>
        <p:nvCxnSpPr>
          <p:cNvPr id="325" name="Straight Connector 500"/>
          <p:cNvCxnSpPr>
            <a:cxnSpLocks noChangeShapeType="1"/>
          </p:cNvCxnSpPr>
          <p:nvPr/>
        </p:nvCxnSpPr>
        <p:spPr bwMode="auto">
          <a:xfrm>
            <a:off x="2622407" y="3016153"/>
            <a:ext cx="38100" cy="3095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6" name="Straight Connector 501"/>
          <p:cNvCxnSpPr>
            <a:cxnSpLocks noChangeShapeType="1"/>
          </p:cNvCxnSpPr>
          <p:nvPr/>
        </p:nvCxnSpPr>
        <p:spPr bwMode="auto">
          <a:xfrm>
            <a:off x="2401745" y="3297141"/>
            <a:ext cx="123825" cy="2127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7" name="Straight Connector 514"/>
          <p:cNvCxnSpPr>
            <a:cxnSpLocks noChangeShapeType="1"/>
          </p:cNvCxnSpPr>
          <p:nvPr/>
        </p:nvCxnSpPr>
        <p:spPr bwMode="auto">
          <a:xfrm flipV="1">
            <a:off x="2322370" y="4394103"/>
            <a:ext cx="203200" cy="79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9" name="Straight Connector 39941"/>
          <p:cNvCxnSpPr>
            <a:cxnSpLocks noChangeShapeType="1"/>
          </p:cNvCxnSpPr>
          <p:nvPr/>
        </p:nvCxnSpPr>
        <p:spPr bwMode="auto">
          <a:xfrm flipV="1">
            <a:off x="2851007" y="3849591"/>
            <a:ext cx="430213" cy="101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17" name="Group 153"/>
          <p:cNvGrpSpPr/>
          <p:nvPr/>
        </p:nvGrpSpPr>
        <p:grpSpPr bwMode="auto">
          <a:xfrm>
            <a:off x="2219780" y="2716827"/>
            <a:ext cx="648509" cy="418221"/>
            <a:chOff x="3053396" y="4304255"/>
            <a:chExt cx="648422" cy="418253"/>
          </a:xfrm>
        </p:grpSpPr>
        <p:sp>
          <p:nvSpPr>
            <p:cNvPr id="45" name="Freeform 84"/>
            <p:cNvSpPr/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6" name="TextBox 155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接入</a:t>
              </a: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网</a:t>
              </a: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10" name="Group 131"/>
          <p:cNvGrpSpPr/>
          <p:nvPr/>
        </p:nvGrpSpPr>
        <p:grpSpPr bwMode="auto">
          <a:xfrm>
            <a:off x="1838728" y="3110496"/>
            <a:ext cx="648509" cy="418221"/>
            <a:chOff x="3053396" y="4304255"/>
            <a:chExt cx="648422" cy="418253"/>
          </a:xfrm>
        </p:grpSpPr>
        <p:sp>
          <p:nvSpPr>
            <p:cNvPr id="59" name="Freeform 84"/>
            <p:cNvSpPr/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0" name="TextBox 133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接入</a:t>
              </a: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网</a:t>
              </a: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</p:grpSp>
      <p:cxnSp>
        <p:nvCxnSpPr>
          <p:cNvPr id="330" name="Straight Connector 524"/>
          <p:cNvCxnSpPr>
            <a:cxnSpLocks noChangeShapeType="1"/>
          </p:cNvCxnSpPr>
          <p:nvPr/>
        </p:nvCxnSpPr>
        <p:spPr bwMode="auto">
          <a:xfrm>
            <a:off x="2828782" y="4163916"/>
            <a:ext cx="533980" cy="291589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72" name="Group 871"/>
          <p:cNvGrpSpPr/>
          <p:nvPr/>
        </p:nvGrpSpPr>
        <p:grpSpPr>
          <a:xfrm>
            <a:off x="3292387" y="4376707"/>
            <a:ext cx="541338" cy="223023"/>
            <a:chOff x="7493876" y="2774731"/>
            <a:chExt cx="1481958" cy="894622"/>
          </a:xfrm>
        </p:grpSpPr>
        <p:sp>
          <p:nvSpPr>
            <p:cNvPr id="905" name="Freeform 904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06" name="Oval 905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907" name="Group 906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08" name="Freeform 907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9" name="Freeform 908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0" name="Freeform 909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1" name="Freeform 910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cxnSp>
        <p:nvCxnSpPr>
          <p:cNvPr id="349" name="Straight Connector 510"/>
          <p:cNvCxnSpPr>
            <a:cxnSpLocks noChangeShapeType="1"/>
          </p:cNvCxnSpPr>
          <p:nvPr/>
        </p:nvCxnSpPr>
        <p:spPr bwMode="auto">
          <a:xfrm flipH="1" flipV="1">
            <a:off x="5179131" y="5171184"/>
            <a:ext cx="371475" cy="9731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50" name="Straight Connector 509"/>
          <p:cNvCxnSpPr>
            <a:cxnSpLocks noChangeShapeType="1"/>
          </p:cNvCxnSpPr>
          <p:nvPr/>
        </p:nvCxnSpPr>
        <p:spPr bwMode="auto">
          <a:xfrm flipH="1" flipV="1">
            <a:off x="6157031" y="5810947"/>
            <a:ext cx="520700" cy="1698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51" name="Straight Connector 511"/>
          <p:cNvCxnSpPr>
            <a:cxnSpLocks noChangeShapeType="1"/>
          </p:cNvCxnSpPr>
          <p:nvPr/>
        </p:nvCxnSpPr>
        <p:spPr bwMode="auto">
          <a:xfrm flipV="1">
            <a:off x="4461581" y="5815709"/>
            <a:ext cx="306387" cy="1651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24" name="Group 175"/>
          <p:cNvGrpSpPr/>
          <p:nvPr/>
        </p:nvGrpSpPr>
        <p:grpSpPr bwMode="auto">
          <a:xfrm>
            <a:off x="4201247" y="5904281"/>
            <a:ext cx="648509" cy="418221"/>
            <a:chOff x="3053396" y="4304255"/>
            <a:chExt cx="648422" cy="418253"/>
          </a:xfrm>
        </p:grpSpPr>
        <p:sp>
          <p:nvSpPr>
            <p:cNvPr id="31" name="Freeform 84"/>
            <p:cNvSpPr/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" name="TextBox 177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接入</a:t>
              </a: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网</a:t>
              </a: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23" name="Group 172"/>
          <p:cNvGrpSpPr/>
          <p:nvPr/>
        </p:nvGrpSpPr>
        <p:grpSpPr bwMode="auto">
          <a:xfrm>
            <a:off x="5420611" y="6056669"/>
            <a:ext cx="648509" cy="418221"/>
            <a:chOff x="3053396" y="4304255"/>
            <a:chExt cx="648422" cy="418253"/>
          </a:xfrm>
        </p:grpSpPr>
        <p:sp>
          <p:nvSpPr>
            <p:cNvPr id="33" name="Freeform 84"/>
            <p:cNvSpPr/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" name="TextBox 174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接入</a:t>
              </a: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网</a:t>
              </a: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22" name="Group 169"/>
          <p:cNvGrpSpPr/>
          <p:nvPr/>
        </p:nvGrpSpPr>
        <p:grpSpPr bwMode="auto">
          <a:xfrm>
            <a:off x="6335134" y="5916980"/>
            <a:ext cx="648509" cy="418221"/>
            <a:chOff x="3053396" y="4304255"/>
            <a:chExt cx="648422" cy="418253"/>
          </a:xfrm>
        </p:grpSpPr>
        <p:sp>
          <p:nvSpPr>
            <p:cNvPr id="35" name="Freeform 84"/>
            <p:cNvSpPr/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" name="TextBox 171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接入</a:t>
              </a: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网</a:t>
              </a: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870" name="Group 869"/>
          <p:cNvGrpSpPr/>
          <p:nvPr/>
        </p:nvGrpSpPr>
        <p:grpSpPr>
          <a:xfrm>
            <a:off x="4812419" y="5011641"/>
            <a:ext cx="541338" cy="223023"/>
            <a:chOff x="7493876" y="2774731"/>
            <a:chExt cx="1481958" cy="894622"/>
          </a:xfrm>
        </p:grpSpPr>
        <p:sp>
          <p:nvSpPr>
            <p:cNvPr id="919" name="Freeform 918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20" name="Oval 919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921" name="Group 920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22" name="Freeform 921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3" name="Freeform 922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4" name="Freeform 923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5" name="Freeform 924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65" name="Group 264"/>
          <p:cNvGrpSpPr/>
          <p:nvPr/>
        </p:nvGrpSpPr>
        <p:grpSpPr>
          <a:xfrm>
            <a:off x="2344724" y="2457440"/>
            <a:ext cx="6847389" cy="3478542"/>
            <a:chOff x="2344724" y="2457440"/>
            <a:chExt cx="6847389" cy="3478542"/>
          </a:xfrm>
        </p:grpSpPr>
        <p:grpSp>
          <p:nvGrpSpPr>
            <p:cNvPr id="5" name="Group 4"/>
            <p:cNvGrpSpPr/>
            <p:nvPr/>
          </p:nvGrpSpPr>
          <p:grpSpPr>
            <a:xfrm>
              <a:off x="2557552" y="3624662"/>
              <a:ext cx="6096000" cy="799432"/>
              <a:chOff x="1031788" y="6401642"/>
              <a:chExt cx="6096000" cy="799432"/>
            </a:xfrm>
          </p:grpSpPr>
          <p:sp>
            <p:nvSpPr>
              <p:cNvPr id="331" name="Oval 11"/>
              <p:cNvSpPr>
                <a:spLocks noChangeArrowheads="1"/>
              </p:cNvSpPr>
              <p:nvPr/>
            </p:nvSpPr>
            <p:spPr bwMode="auto">
              <a:xfrm>
                <a:off x="1031788" y="6471664"/>
                <a:ext cx="6096000" cy="729410"/>
              </a:xfrm>
              <a:prstGeom prst="ellipse">
                <a:avLst/>
              </a:prstGeom>
              <a:solidFill>
                <a:srgbClr val="FF6600">
                  <a:alpha val="70195"/>
                </a:srgbClr>
              </a:solidFill>
              <a:ln w="9525">
                <a:noFill/>
                <a:round/>
              </a:ln>
            </p:spPr>
            <p:txBody>
              <a:bodyPr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     </a:t>
                </a: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332" name="TextBox 13"/>
              <p:cNvSpPr txBox="1">
                <a:spLocks noChangeArrowheads="1"/>
              </p:cNvSpPr>
              <p:nvPr/>
            </p:nvSpPr>
            <p:spPr bwMode="auto">
              <a:xfrm>
                <a:off x="2317167" y="6584898"/>
                <a:ext cx="3444020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2400" b="0" i="1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+mn-cs"/>
                  </a:rPr>
                  <a:t>内容提供商网络</a:t>
                </a:r>
                <a:endParaRPr kumimoji="0" lang="en-US" alt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endParaRPr>
              </a:p>
            </p:txBody>
          </p:sp>
          <p:grpSp>
            <p:nvGrpSpPr>
              <p:cNvPr id="3" name="Group 2"/>
              <p:cNvGrpSpPr/>
              <p:nvPr/>
            </p:nvGrpSpPr>
            <p:grpSpPr>
              <a:xfrm>
                <a:off x="1602338" y="6401642"/>
                <a:ext cx="666346" cy="673100"/>
                <a:chOff x="940359" y="5691959"/>
                <a:chExt cx="692498" cy="672474"/>
              </a:xfrm>
            </p:grpSpPr>
            <p:grpSp>
              <p:nvGrpSpPr>
                <p:cNvPr id="851" name="Group 850"/>
                <p:cNvGrpSpPr/>
                <p:nvPr/>
              </p:nvGrpSpPr>
              <p:grpSpPr>
                <a:xfrm>
                  <a:off x="940359" y="5691959"/>
                  <a:ext cx="594613" cy="648336"/>
                  <a:chOff x="5203089" y="1751190"/>
                  <a:chExt cx="858331" cy="662414"/>
                </a:xfrm>
              </p:grpSpPr>
              <p:sp>
                <p:nvSpPr>
                  <p:cNvPr id="852" name="Freeform 851"/>
                  <p:cNvSpPr/>
                  <p:nvPr/>
                </p:nvSpPr>
                <p:spPr>
                  <a:xfrm>
                    <a:off x="5536769" y="1751190"/>
                    <a:ext cx="524651" cy="662124"/>
                  </a:xfrm>
                  <a:custGeom>
                    <a:avLst/>
                    <a:gdLst>
                      <a:gd name="connsiteX0" fmla="*/ 3618 w 651290"/>
                      <a:gd name="connsiteY0" fmla="*/ 492070 h 492070"/>
                      <a:gd name="connsiteX1" fmla="*/ 0 w 651290"/>
                      <a:gd name="connsiteY1" fmla="*/ 141108 h 492070"/>
                      <a:gd name="connsiteX2" fmla="*/ 423338 w 651290"/>
                      <a:gd name="connsiteY2" fmla="*/ 0 h 492070"/>
                      <a:gd name="connsiteX3" fmla="*/ 647672 w 651290"/>
                      <a:gd name="connsiteY3" fmla="*/ 57891 h 492070"/>
                      <a:gd name="connsiteX4" fmla="*/ 651290 w 651290"/>
                      <a:gd name="connsiteY4" fmla="*/ 492070 h 492070"/>
                      <a:gd name="connsiteX5" fmla="*/ 3618 w 651290"/>
                      <a:gd name="connsiteY5" fmla="*/ 492070 h 492070"/>
                      <a:gd name="connsiteX0-1" fmla="*/ 3618 w 651290"/>
                      <a:gd name="connsiteY0-2" fmla="*/ 593378 h 593378"/>
                      <a:gd name="connsiteX1-3" fmla="*/ 0 w 651290"/>
                      <a:gd name="connsiteY1-4" fmla="*/ 242416 h 593378"/>
                      <a:gd name="connsiteX2-5" fmla="*/ 423338 w 651290"/>
                      <a:gd name="connsiteY2-6" fmla="*/ 101308 h 593378"/>
                      <a:gd name="connsiteX3-7" fmla="*/ 647672 w 651290"/>
                      <a:gd name="connsiteY3-8" fmla="*/ 0 h 593378"/>
                      <a:gd name="connsiteX4-9" fmla="*/ 651290 w 651290"/>
                      <a:gd name="connsiteY4-10" fmla="*/ 593378 h 593378"/>
                      <a:gd name="connsiteX5-11" fmla="*/ 3618 w 651290"/>
                      <a:gd name="connsiteY5-12" fmla="*/ 593378 h 593378"/>
                      <a:gd name="connsiteX0-13" fmla="*/ 3618 w 651290"/>
                      <a:gd name="connsiteY0-14" fmla="*/ 662124 h 662124"/>
                      <a:gd name="connsiteX1-15" fmla="*/ 0 w 651290"/>
                      <a:gd name="connsiteY1-16" fmla="*/ 311162 h 662124"/>
                      <a:gd name="connsiteX2-17" fmla="*/ 376300 w 651290"/>
                      <a:gd name="connsiteY2-18" fmla="*/ 0 h 662124"/>
                      <a:gd name="connsiteX3-19" fmla="*/ 647672 w 651290"/>
                      <a:gd name="connsiteY3-20" fmla="*/ 68746 h 662124"/>
                      <a:gd name="connsiteX4-21" fmla="*/ 651290 w 651290"/>
                      <a:gd name="connsiteY4-22" fmla="*/ 662124 h 662124"/>
                      <a:gd name="connsiteX5-23" fmla="*/ 3618 w 651290"/>
                      <a:gd name="connsiteY5-24" fmla="*/ 662124 h 662124"/>
                      <a:gd name="connsiteX0-25" fmla="*/ 0 w 647672"/>
                      <a:gd name="connsiteY0-26" fmla="*/ 662124 h 662124"/>
                      <a:gd name="connsiteX1-27" fmla="*/ 123021 w 647672"/>
                      <a:gd name="connsiteY1-28" fmla="*/ 83217 h 662124"/>
                      <a:gd name="connsiteX2-29" fmla="*/ 372682 w 647672"/>
                      <a:gd name="connsiteY2-30" fmla="*/ 0 h 662124"/>
                      <a:gd name="connsiteX3-31" fmla="*/ 644054 w 647672"/>
                      <a:gd name="connsiteY3-32" fmla="*/ 68746 h 662124"/>
                      <a:gd name="connsiteX4-33" fmla="*/ 647672 w 647672"/>
                      <a:gd name="connsiteY4-34" fmla="*/ 662124 h 662124"/>
                      <a:gd name="connsiteX5-35" fmla="*/ 0 w 647672"/>
                      <a:gd name="connsiteY5-36" fmla="*/ 662124 h 662124"/>
                      <a:gd name="connsiteX0-37" fmla="*/ 7238 w 524651"/>
                      <a:gd name="connsiteY0-38" fmla="*/ 669360 h 669360"/>
                      <a:gd name="connsiteX1-39" fmla="*/ 0 w 524651"/>
                      <a:gd name="connsiteY1-40" fmla="*/ 83217 h 669360"/>
                      <a:gd name="connsiteX2-41" fmla="*/ 249661 w 524651"/>
                      <a:gd name="connsiteY2-42" fmla="*/ 0 h 669360"/>
                      <a:gd name="connsiteX3-43" fmla="*/ 521033 w 524651"/>
                      <a:gd name="connsiteY3-44" fmla="*/ 68746 h 669360"/>
                      <a:gd name="connsiteX4-45" fmla="*/ 524651 w 524651"/>
                      <a:gd name="connsiteY4-46" fmla="*/ 662124 h 669360"/>
                      <a:gd name="connsiteX5-47" fmla="*/ 7238 w 524651"/>
                      <a:gd name="connsiteY5-48" fmla="*/ 669360 h 669360"/>
                      <a:gd name="connsiteX0-49" fmla="*/ 438 w 528706"/>
                      <a:gd name="connsiteY0-50" fmla="*/ 665742 h 665742"/>
                      <a:gd name="connsiteX1-51" fmla="*/ 4055 w 528706"/>
                      <a:gd name="connsiteY1-52" fmla="*/ 83217 h 665742"/>
                      <a:gd name="connsiteX2-53" fmla="*/ 253716 w 528706"/>
                      <a:gd name="connsiteY2-54" fmla="*/ 0 h 665742"/>
                      <a:gd name="connsiteX3-55" fmla="*/ 525088 w 528706"/>
                      <a:gd name="connsiteY3-56" fmla="*/ 68746 h 665742"/>
                      <a:gd name="connsiteX4-57" fmla="*/ 528706 w 528706"/>
                      <a:gd name="connsiteY4-58" fmla="*/ 662124 h 665742"/>
                      <a:gd name="connsiteX5-59" fmla="*/ 438 w 528706"/>
                      <a:gd name="connsiteY5-60" fmla="*/ 665742 h 665742"/>
                      <a:gd name="connsiteX0-61" fmla="*/ 155 w 546514"/>
                      <a:gd name="connsiteY0-62" fmla="*/ 662124 h 662124"/>
                      <a:gd name="connsiteX1-63" fmla="*/ 21863 w 546514"/>
                      <a:gd name="connsiteY1-64" fmla="*/ 83217 h 662124"/>
                      <a:gd name="connsiteX2-65" fmla="*/ 271524 w 546514"/>
                      <a:gd name="connsiteY2-66" fmla="*/ 0 h 662124"/>
                      <a:gd name="connsiteX3-67" fmla="*/ 542896 w 546514"/>
                      <a:gd name="connsiteY3-68" fmla="*/ 68746 h 662124"/>
                      <a:gd name="connsiteX4-69" fmla="*/ 546514 w 546514"/>
                      <a:gd name="connsiteY4-70" fmla="*/ 662124 h 662124"/>
                      <a:gd name="connsiteX5-71" fmla="*/ 155 w 546514"/>
                      <a:gd name="connsiteY5-72" fmla="*/ 662124 h 662124"/>
                      <a:gd name="connsiteX0-73" fmla="*/ 10856 w 524651"/>
                      <a:gd name="connsiteY0-74" fmla="*/ 658506 h 662124"/>
                      <a:gd name="connsiteX1-75" fmla="*/ 0 w 524651"/>
                      <a:gd name="connsiteY1-76" fmla="*/ 83217 h 662124"/>
                      <a:gd name="connsiteX2-77" fmla="*/ 249661 w 524651"/>
                      <a:gd name="connsiteY2-78" fmla="*/ 0 h 662124"/>
                      <a:gd name="connsiteX3-79" fmla="*/ 521033 w 524651"/>
                      <a:gd name="connsiteY3-80" fmla="*/ 68746 h 662124"/>
                      <a:gd name="connsiteX4-81" fmla="*/ 524651 w 524651"/>
                      <a:gd name="connsiteY4-82" fmla="*/ 662124 h 662124"/>
                      <a:gd name="connsiteX5-83" fmla="*/ 10856 w 524651"/>
                      <a:gd name="connsiteY5-84" fmla="*/ 658506 h 662124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</a:cxnLst>
                    <a:rect l="l" t="t" r="r" b="b"/>
                    <a:pathLst>
                      <a:path w="524651" h="662124">
                        <a:moveTo>
                          <a:pt x="10856" y="658506"/>
                        </a:moveTo>
                        <a:cubicBezTo>
                          <a:pt x="8443" y="463125"/>
                          <a:pt x="2413" y="278598"/>
                          <a:pt x="0" y="83217"/>
                        </a:cubicBezTo>
                        <a:lnTo>
                          <a:pt x="249661" y="0"/>
                        </a:lnTo>
                        <a:lnTo>
                          <a:pt x="521033" y="68746"/>
                        </a:lnTo>
                        <a:lnTo>
                          <a:pt x="524651" y="662124"/>
                        </a:lnTo>
                        <a:lnTo>
                          <a:pt x="10856" y="658506"/>
                        </a:lnTo>
                        <a:close/>
                      </a:path>
                    </a:pathLst>
                  </a:custGeom>
                  <a:solidFill>
                    <a:srgbClr val="E0EBF1"/>
                  </a:solidFill>
                  <a:ln w="12700">
                    <a:solidFill>
                      <a:srgbClr val="0000A8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853" name="Freeform 852"/>
                  <p:cNvSpPr/>
                  <p:nvPr/>
                </p:nvSpPr>
                <p:spPr>
                  <a:xfrm>
                    <a:off x="5203089" y="1921244"/>
                    <a:ext cx="651290" cy="492070"/>
                  </a:xfrm>
                  <a:custGeom>
                    <a:avLst/>
                    <a:gdLst>
                      <a:gd name="connsiteX0" fmla="*/ 3618 w 651290"/>
                      <a:gd name="connsiteY0" fmla="*/ 492070 h 492070"/>
                      <a:gd name="connsiteX1" fmla="*/ 0 w 651290"/>
                      <a:gd name="connsiteY1" fmla="*/ 141108 h 492070"/>
                      <a:gd name="connsiteX2" fmla="*/ 423338 w 651290"/>
                      <a:gd name="connsiteY2" fmla="*/ 0 h 492070"/>
                      <a:gd name="connsiteX3" fmla="*/ 647672 w 651290"/>
                      <a:gd name="connsiteY3" fmla="*/ 57891 h 492070"/>
                      <a:gd name="connsiteX4" fmla="*/ 651290 w 651290"/>
                      <a:gd name="connsiteY4" fmla="*/ 492070 h 492070"/>
                      <a:gd name="connsiteX5" fmla="*/ 3618 w 651290"/>
                      <a:gd name="connsiteY5" fmla="*/ 492070 h 4920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51290" h="492070">
                        <a:moveTo>
                          <a:pt x="3618" y="492070"/>
                        </a:moveTo>
                        <a:lnTo>
                          <a:pt x="0" y="141108"/>
                        </a:lnTo>
                        <a:lnTo>
                          <a:pt x="423338" y="0"/>
                        </a:lnTo>
                        <a:lnTo>
                          <a:pt x="647672" y="57891"/>
                        </a:lnTo>
                        <a:lnTo>
                          <a:pt x="651290" y="492070"/>
                        </a:lnTo>
                        <a:lnTo>
                          <a:pt x="3618" y="492070"/>
                        </a:lnTo>
                        <a:close/>
                      </a:path>
                    </a:pathLst>
                  </a:custGeom>
                  <a:solidFill>
                    <a:srgbClr val="E0EBF1"/>
                  </a:solidFill>
                  <a:ln w="12700">
                    <a:solidFill>
                      <a:srgbClr val="0000A3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856" name="Straight Connector 855"/>
                  <p:cNvCxnSpPr/>
                  <p:nvPr/>
                </p:nvCxnSpPr>
                <p:spPr>
                  <a:xfrm flipV="1">
                    <a:off x="5270526" y="2029553"/>
                    <a:ext cx="295249" cy="73468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45" name="Straight Connector 1044"/>
                  <p:cNvCxnSpPr/>
                  <p:nvPr/>
                </p:nvCxnSpPr>
                <p:spPr>
                  <a:xfrm flipV="1">
                    <a:off x="5275406" y="2261710"/>
                    <a:ext cx="290369" cy="16752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46" name="Straight Connector 1045"/>
                  <p:cNvCxnSpPr/>
                  <p:nvPr/>
                </p:nvCxnSpPr>
                <p:spPr>
                  <a:xfrm flipV="1">
                    <a:off x="5275406" y="2151772"/>
                    <a:ext cx="290369" cy="48402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47" name="Straight Connector 1046"/>
                  <p:cNvCxnSpPr/>
                  <p:nvPr/>
                </p:nvCxnSpPr>
                <p:spPr>
                  <a:xfrm>
                    <a:off x="5270094" y="2354086"/>
                    <a:ext cx="295681" cy="0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48" name="Straight Connector 1047"/>
                  <p:cNvCxnSpPr/>
                  <p:nvPr/>
                </p:nvCxnSpPr>
                <p:spPr>
                  <a:xfrm flipV="1">
                    <a:off x="5950242" y="1866900"/>
                    <a:ext cx="0" cy="465273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  <a:prstDash val="sysDash"/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49" name="Straight Connector 1048"/>
                  <p:cNvCxnSpPr/>
                  <p:nvPr/>
                </p:nvCxnSpPr>
                <p:spPr>
                  <a:xfrm>
                    <a:off x="5628589" y="1936750"/>
                    <a:ext cx="0" cy="476854"/>
                  </a:xfrm>
                  <a:prstGeom prst="line">
                    <a:avLst/>
                  </a:prstGeom>
                  <a:ln w="15875">
                    <a:solidFill>
                      <a:srgbClr val="0000A8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845" name="Group 844"/>
                <p:cNvGrpSpPr/>
                <p:nvPr/>
              </p:nvGrpSpPr>
              <p:grpSpPr>
                <a:xfrm>
                  <a:off x="940359" y="5691959"/>
                  <a:ext cx="692498" cy="672474"/>
                  <a:chOff x="10771171" y="3194171"/>
                  <a:chExt cx="692498" cy="672474"/>
                </a:xfrm>
              </p:grpSpPr>
              <p:grpSp>
                <p:nvGrpSpPr>
                  <p:cNvPr id="1050" name="Group 1049"/>
                  <p:cNvGrpSpPr/>
                  <p:nvPr/>
                </p:nvGrpSpPr>
                <p:grpSpPr>
                  <a:xfrm>
                    <a:off x="10771171" y="3194171"/>
                    <a:ext cx="594613" cy="648336"/>
                    <a:chOff x="5203089" y="1751190"/>
                    <a:chExt cx="858331" cy="662414"/>
                  </a:xfrm>
                </p:grpSpPr>
                <p:sp>
                  <p:nvSpPr>
                    <p:cNvPr id="1055" name="Freeform 1054"/>
                    <p:cNvSpPr/>
                    <p:nvPr/>
                  </p:nvSpPr>
                  <p:spPr>
                    <a:xfrm>
                      <a:off x="5536769" y="1751190"/>
                      <a:ext cx="524651" cy="662124"/>
                    </a:xfrm>
                    <a:custGeom>
                      <a:avLst/>
                      <a:gdLst>
                        <a:gd name="connsiteX0" fmla="*/ 3618 w 651290"/>
                        <a:gd name="connsiteY0" fmla="*/ 492070 h 492070"/>
                        <a:gd name="connsiteX1" fmla="*/ 0 w 651290"/>
                        <a:gd name="connsiteY1" fmla="*/ 141108 h 492070"/>
                        <a:gd name="connsiteX2" fmla="*/ 423338 w 651290"/>
                        <a:gd name="connsiteY2" fmla="*/ 0 h 492070"/>
                        <a:gd name="connsiteX3" fmla="*/ 647672 w 651290"/>
                        <a:gd name="connsiteY3" fmla="*/ 57891 h 492070"/>
                        <a:gd name="connsiteX4" fmla="*/ 651290 w 651290"/>
                        <a:gd name="connsiteY4" fmla="*/ 492070 h 492070"/>
                        <a:gd name="connsiteX5" fmla="*/ 3618 w 651290"/>
                        <a:gd name="connsiteY5" fmla="*/ 492070 h 492070"/>
                        <a:gd name="connsiteX0-1" fmla="*/ 3618 w 651290"/>
                        <a:gd name="connsiteY0-2" fmla="*/ 593378 h 593378"/>
                        <a:gd name="connsiteX1-3" fmla="*/ 0 w 651290"/>
                        <a:gd name="connsiteY1-4" fmla="*/ 242416 h 593378"/>
                        <a:gd name="connsiteX2-5" fmla="*/ 423338 w 651290"/>
                        <a:gd name="connsiteY2-6" fmla="*/ 101308 h 593378"/>
                        <a:gd name="connsiteX3-7" fmla="*/ 647672 w 651290"/>
                        <a:gd name="connsiteY3-8" fmla="*/ 0 h 593378"/>
                        <a:gd name="connsiteX4-9" fmla="*/ 651290 w 651290"/>
                        <a:gd name="connsiteY4-10" fmla="*/ 593378 h 593378"/>
                        <a:gd name="connsiteX5-11" fmla="*/ 3618 w 651290"/>
                        <a:gd name="connsiteY5-12" fmla="*/ 593378 h 593378"/>
                        <a:gd name="connsiteX0-13" fmla="*/ 3618 w 651290"/>
                        <a:gd name="connsiteY0-14" fmla="*/ 662124 h 662124"/>
                        <a:gd name="connsiteX1-15" fmla="*/ 0 w 651290"/>
                        <a:gd name="connsiteY1-16" fmla="*/ 311162 h 662124"/>
                        <a:gd name="connsiteX2-17" fmla="*/ 376300 w 651290"/>
                        <a:gd name="connsiteY2-18" fmla="*/ 0 h 662124"/>
                        <a:gd name="connsiteX3-19" fmla="*/ 647672 w 651290"/>
                        <a:gd name="connsiteY3-20" fmla="*/ 68746 h 662124"/>
                        <a:gd name="connsiteX4-21" fmla="*/ 651290 w 651290"/>
                        <a:gd name="connsiteY4-22" fmla="*/ 662124 h 662124"/>
                        <a:gd name="connsiteX5-23" fmla="*/ 3618 w 651290"/>
                        <a:gd name="connsiteY5-24" fmla="*/ 662124 h 662124"/>
                        <a:gd name="connsiteX0-25" fmla="*/ 0 w 647672"/>
                        <a:gd name="connsiteY0-26" fmla="*/ 662124 h 662124"/>
                        <a:gd name="connsiteX1-27" fmla="*/ 123021 w 647672"/>
                        <a:gd name="connsiteY1-28" fmla="*/ 83217 h 662124"/>
                        <a:gd name="connsiteX2-29" fmla="*/ 372682 w 647672"/>
                        <a:gd name="connsiteY2-30" fmla="*/ 0 h 662124"/>
                        <a:gd name="connsiteX3-31" fmla="*/ 644054 w 647672"/>
                        <a:gd name="connsiteY3-32" fmla="*/ 68746 h 662124"/>
                        <a:gd name="connsiteX4-33" fmla="*/ 647672 w 647672"/>
                        <a:gd name="connsiteY4-34" fmla="*/ 662124 h 662124"/>
                        <a:gd name="connsiteX5-35" fmla="*/ 0 w 647672"/>
                        <a:gd name="connsiteY5-36" fmla="*/ 662124 h 662124"/>
                        <a:gd name="connsiteX0-37" fmla="*/ 7238 w 524651"/>
                        <a:gd name="connsiteY0-38" fmla="*/ 669360 h 669360"/>
                        <a:gd name="connsiteX1-39" fmla="*/ 0 w 524651"/>
                        <a:gd name="connsiteY1-40" fmla="*/ 83217 h 669360"/>
                        <a:gd name="connsiteX2-41" fmla="*/ 249661 w 524651"/>
                        <a:gd name="connsiteY2-42" fmla="*/ 0 h 669360"/>
                        <a:gd name="connsiteX3-43" fmla="*/ 521033 w 524651"/>
                        <a:gd name="connsiteY3-44" fmla="*/ 68746 h 669360"/>
                        <a:gd name="connsiteX4-45" fmla="*/ 524651 w 524651"/>
                        <a:gd name="connsiteY4-46" fmla="*/ 662124 h 669360"/>
                        <a:gd name="connsiteX5-47" fmla="*/ 7238 w 524651"/>
                        <a:gd name="connsiteY5-48" fmla="*/ 669360 h 669360"/>
                        <a:gd name="connsiteX0-49" fmla="*/ 438 w 528706"/>
                        <a:gd name="connsiteY0-50" fmla="*/ 665742 h 665742"/>
                        <a:gd name="connsiteX1-51" fmla="*/ 4055 w 528706"/>
                        <a:gd name="connsiteY1-52" fmla="*/ 83217 h 665742"/>
                        <a:gd name="connsiteX2-53" fmla="*/ 253716 w 528706"/>
                        <a:gd name="connsiteY2-54" fmla="*/ 0 h 665742"/>
                        <a:gd name="connsiteX3-55" fmla="*/ 525088 w 528706"/>
                        <a:gd name="connsiteY3-56" fmla="*/ 68746 h 665742"/>
                        <a:gd name="connsiteX4-57" fmla="*/ 528706 w 528706"/>
                        <a:gd name="connsiteY4-58" fmla="*/ 662124 h 665742"/>
                        <a:gd name="connsiteX5-59" fmla="*/ 438 w 528706"/>
                        <a:gd name="connsiteY5-60" fmla="*/ 665742 h 665742"/>
                        <a:gd name="connsiteX0-61" fmla="*/ 155 w 546514"/>
                        <a:gd name="connsiteY0-62" fmla="*/ 662124 h 662124"/>
                        <a:gd name="connsiteX1-63" fmla="*/ 21863 w 546514"/>
                        <a:gd name="connsiteY1-64" fmla="*/ 83217 h 662124"/>
                        <a:gd name="connsiteX2-65" fmla="*/ 271524 w 546514"/>
                        <a:gd name="connsiteY2-66" fmla="*/ 0 h 662124"/>
                        <a:gd name="connsiteX3-67" fmla="*/ 542896 w 546514"/>
                        <a:gd name="connsiteY3-68" fmla="*/ 68746 h 662124"/>
                        <a:gd name="connsiteX4-69" fmla="*/ 546514 w 546514"/>
                        <a:gd name="connsiteY4-70" fmla="*/ 662124 h 662124"/>
                        <a:gd name="connsiteX5-71" fmla="*/ 155 w 546514"/>
                        <a:gd name="connsiteY5-72" fmla="*/ 662124 h 662124"/>
                        <a:gd name="connsiteX0-73" fmla="*/ 10856 w 524651"/>
                        <a:gd name="connsiteY0-74" fmla="*/ 658506 h 662124"/>
                        <a:gd name="connsiteX1-75" fmla="*/ 0 w 524651"/>
                        <a:gd name="connsiteY1-76" fmla="*/ 83217 h 662124"/>
                        <a:gd name="connsiteX2-77" fmla="*/ 249661 w 524651"/>
                        <a:gd name="connsiteY2-78" fmla="*/ 0 h 662124"/>
                        <a:gd name="connsiteX3-79" fmla="*/ 521033 w 524651"/>
                        <a:gd name="connsiteY3-80" fmla="*/ 68746 h 662124"/>
                        <a:gd name="connsiteX4-81" fmla="*/ 524651 w 524651"/>
                        <a:gd name="connsiteY4-82" fmla="*/ 662124 h 662124"/>
                        <a:gd name="connsiteX5-83" fmla="*/ 10856 w 524651"/>
                        <a:gd name="connsiteY5-84" fmla="*/ 658506 h 662124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</a:cxnLst>
                      <a:rect l="l" t="t" r="r" b="b"/>
                      <a:pathLst>
                        <a:path w="524651" h="662124">
                          <a:moveTo>
                            <a:pt x="10856" y="658506"/>
                          </a:moveTo>
                          <a:cubicBezTo>
                            <a:pt x="8443" y="463125"/>
                            <a:pt x="2413" y="278598"/>
                            <a:pt x="0" y="83217"/>
                          </a:cubicBezTo>
                          <a:lnTo>
                            <a:pt x="249661" y="0"/>
                          </a:lnTo>
                          <a:lnTo>
                            <a:pt x="521033" y="68746"/>
                          </a:lnTo>
                          <a:lnTo>
                            <a:pt x="524651" y="662124"/>
                          </a:lnTo>
                          <a:lnTo>
                            <a:pt x="10856" y="658506"/>
                          </a:lnTo>
                          <a:close/>
                        </a:path>
                      </a:pathLst>
                    </a:custGeom>
                    <a:solidFill>
                      <a:srgbClr val="E0EBF1"/>
                    </a:solidFill>
                    <a:ln w="12700">
                      <a:solidFill>
                        <a:srgbClr val="0000A8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  <a:noAutofit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56" name="Freeform 1055"/>
                    <p:cNvSpPr/>
                    <p:nvPr/>
                  </p:nvSpPr>
                  <p:spPr>
                    <a:xfrm>
                      <a:off x="5203089" y="1921244"/>
                      <a:ext cx="651290" cy="492070"/>
                    </a:xfrm>
                    <a:custGeom>
                      <a:avLst/>
                      <a:gdLst>
                        <a:gd name="connsiteX0" fmla="*/ 3618 w 651290"/>
                        <a:gd name="connsiteY0" fmla="*/ 492070 h 492070"/>
                        <a:gd name="connsiteX1" fmla="*/ 0 w 651290"/>
                        <a:gd name="connsiteY1" fmla="*/ 141108 h 492070"/>
                        <a:gd name="connsiteX2" fmla="*/ 423338 w 651290"/>
                        <a:gd name="connsiteY2" fmla="*/ 0 h 492070"/>
                        <a:gd name="connsiteX3" fmla="*/ 647672 w 651290"/>
                        <a:gd name="connsiteY3" fmla="*/ 57891 h 492070"/>
                        <a:gd name="connsiteX4" fmla="*/ 651290 w 651290"/>
                        <a:gd name="connsiteY4" fmla="*/ 492070 h 492070"/>
                        <a:gd name="connsiteX5" fmla="*/ 3618 w 651290"/>
                        <a:gd name="connsiteY5" fmla="*/ 492070 h 4920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651290" h="492070">
                          <a:moveTo>
                            <a:pt x="3618" y="492070"/>
                          </a:moveTo>
                          <a:lnTo>
                            <a:pt x="0" y="141108"/>
                          </a:lnTo>
                          <a:lnTo>
                            <a:pt x="423338" y="0"/>
                          </a:lnTo>
                          <a:lnTo>
                            <a:pt x="647672" y="57891"/>
                          </a:lnTo>
                          <a:lnTo>
                            <a:pt x="651290" y="492070"/>
                          </a:lnTo>
                          <a:lnTo>
                            <a:pt x="3618" y="492070"/>
                          </a:lnTo>
                          <a:close/>
                        </a:path>
                      </a:pathLst>
                    </a:custGeom>
                    <a:solidFill>
                      <a:srgbClr val="E0EBF1"/>
                    </a:solidFill>
                    <a:ln w="12700">
                      <a:solidFill>
                        <a:srgbClr val="0000A3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  <a:noAutofit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1057" name="Straight Connector 1056"/>
                    <p:cNvCxnSpPr/>
                    <p:nvPr/>
                  </p:nvCxnSpPr>
                  <p:spPr>
                    <a:xfrm flipV="1">
                      <a:off x="5270526" y="2029553"/>
                      <a:ext cx="295249" cy="73468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58" name="Straight Connector 1057"/>
                    <p:cNvCxnSpPr/>
                    <p:nvPr/>
                  </p:nvCxnSpPr>
                  <p:spPr>
                    <a:xfrm flipV="1">
                      <a:off x="5275406" y="2261710"/>
                      <a:ext cx="290369" cy="16752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59" name="Straight Connector 1058"/>
                    <p:cNvCxnSpPr/>
                    <p:nvPr/>
                  </p:nvCxnSpPr>
                  <p:spPr>
                    <a:xfrm flipV="1">
                      <a:off x="5275406" y="2151772"/>
                      <a:ext cx="290369" cy="48402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60" name="Straight Connector 1059"/>
                    <p:cNvCxnSpPr/>
                    <p:nvPr/>
                  </p:nvCxnSpPr>
                  <p:spPr>
                    <a:xfrm>
                      <a:off x="5270094" y="2354086"/>
                      <a:ext cx="295681" cy="0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61" name="Straight Connector 1060"/>
                    <p:cNvCxnSpPr/>
                    <p:nvPr/>
                  </p:nvCxnSpPr>
                  <p:spPr>
                    <a:xfrm flipV="1">
                      <a:off x="5950242" y="1866900"/>
                      <a:ext cx="0" cy="465273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  <a:prstDash val="sysDash"/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62" name="Straight Connector 1061"/>
                    <p:cNvCxnSpPr/>
                    <p:nvPr/>
                  </p:nvCxnSpPr>
                  <p:spPr>
                    <a:xfrm>
                      <a:off x="5628589" y="1936750"/>
                      <a:ext cx="0" cy="476854"/>
                    </a:xfrm>
                    <a:prstGeom prst="line">
                      <a:avLst/>
                    </a:prstGeom>
                    <a:ln w="15875">
                      <a:solidFill>
                        <a:srgbClr val="0000A8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051" name="Group 1050"/>
                  <p:cNvGrpSpPr/>
                  <p:nvPr/>
                </p:nvGrpSpPr>
                <p:grpSpPr>
                  <a:xfrm>
                    <a:off x="11158881" y="3460672"/>
                    <a:ext cx="304788" cy="405973"/>
                    <a:chOff x="5275406" y="2711455"/>
                    <a:chExt cx="452949" cy="405518"/>
                  </a:xfrm>
                </p:grpSpPr>
                <p:pic>
                  <p:nvPicPr>
                    <p:cNvPr id="1052" name="Picture 1051" descr="server_rack.png"/>
                    <p:cNvPicPr>
                      <a:picLocks noChangeAspect="1"/>
                    </p:cNvPicPr>
                    <p:nvPr/>
                  </p:nvPicPr>
                  <p:blipFill>
                    <a:blip r:embed="rId1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537367" y="2770786"/>
                      <a:ext cx="190988" cy="313366"/>
                    </a:xfrm>
                    <a:prstGeom prst="rect">
                      <a:avLst/>
                    </a:prstGeom>
                  </p:spPr>
                </p:pic>
                <p:pic>
                  <p:nvPicPr>
                    <p:cNvPr id="1053" name="Picture 1052" descr="server_rack.png"/>
                    <p:cNvPicPr>
                      <a:picLocks noChangeAspect="1"/>
                    </p:cNvPicPr>
                    <p:nvPr/>
                  </p:nvPicPr>
                  <p:blipFill>
                    <a:blip r:embed="rId1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275406" y="2764002"/>
                      <a:ext cx="190988" cy="313366"/>
                    </a:xfrm>
                    <a:prstGeom prst="rect">
                      <a:avLst/>
                    </a:prstGeom>
                  </p:spPr>
                </p:pic>
                <p:pic>
                  <p:nvPicPr>
                    <p:cNvPr id="1054" name="Picture 1053" descr="server_rack.png"/>
                    <p:cNvPicPr>
                      <a:picLocks noChangeAspect="1"/>
                    </p:cNvPicPr>
                    <p:nvPr/>
                  </p:nvPicPr>
                  <p:blipFill>
                    <a:blip r:embed="rId1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385676" y="2711455"/>
                      <a:ext cx="247152" cy="405518"/>
                    </a:xfrm>
                    <a:prstGeom prst="rect">
                      <a:avLst/>
                    </a:prstGeom>
                  </p:spPr>
                </p:pic>
              </p:grpSp>
            </p:grpSp>
          </p:grpSp>
          <p:grpSp>
            <p:nvGrpSpPr>
              <p:cNvPr id="1063" name="Group 1062"/>
              <p:cNvGrpSpPr/>
              <p:nvPr/>
            </p:nvGrpSpPr>
            <p:grpSpPr>
              <a:xfrm>
                <a:off x="5694561" y="6441153"/>
                <a:ext cx="666346" cy="673100"/>
                <a:chOff x="940359" y="5691959"/>
                <a:chExt cx="692498" cy="672474"/>
              </a:xfrm>
            </p:grpSpPr>
            <p:grpSp>
              <p:nvGrpSpPr>
                <p:cNvPr id="1064" name="Group 1063"/>
                <p:cNvGrpSpPr/>
                <p:nvPr/>
              </p:nvGrpSpPr>
              <p:grpSpPr>
                <a:xfrm>
                  <a:off x="940359" y="5691959"/>
                  <a:ext cx="594613" cy="648336"/>
                  <a:chOff x="5203089" y="1751190"/>
                  <a:chExt cx="858331" cy="662414"/>
                </a:xfrm>
              </p:grpSpPr>
              <p:sp>
                <p:nvSpPr>
                  <p:cNvPr id="1079" name="Freeform 1078"/>
                  <p:cNvSpPr/>
                  <p:nvPr/>
                </p:nvSpPr>
                <p:spPr>
                  <a:xfrm>
                    <a:off x="5536769" y="1751190"/>
                    <a:ext cx="524651" cy="662124"/>
                  </a:xfrm>
                  <a:custGeom>
                    <a:avLst/>
                    <a:gdLst>
                      <a:gd name="connsiteX0" fmla="*/ 3618 w 651290"/>
                      <a:gd name="connsiteY0" fmla="*/ 492070 h 492070"/>
                      <a:gd name="connsiteX1" fmla="*/ 0 w 651290"/>
                      <a:gd name="connsiteY1" fmla="*/ 141108 h 492070"/>
                      <a:gd name="connsiteX2" fmla="*/ 423338 w 651290"/>
                      <a:gd name="connsiteY2" fmla="*/ 0 h 492070"/>
                      <a:gd name="connsiteX3" fmla="*/ 647672 w 651290"/>
                      <a:gd name="connsiteY3" fmla="*/ 57891 h 492070"/>
                      <a:gd name="connsiteX4" fmla="*/ 651290 w 651290"/>
                      <a:gd name="connsiteY4" fmla="*/ 492070 h 492070"/>
                      <a:gd name="connsiteX5" fmla="*/ 3618 w 651290"/>
                      <a:gd name="connsiteY5" fmla="*/ 492070 h 492070"/>
                      <a:gd name="connsiteX0-1" fmla="*/ 3618 w 651290"/>
                      <a:gd name="connsiteY0-2" fmla="*/ 593378 h 593378"/>
                      <a:gd name="connsiteX1-3" fmla="*/ 0 w 651290"/>
                      <a:gd name="connsiteY1-4" fmla="*/ 242416 h 593378"/>
                      <a:gd name="connsiteX2-5" fmla="*/ 423338 w 651290"/>
                      <a:gd name="connsiteY2-6" fmla="*/ 101308 h 593378"/>
                      <a:gd name="connsiteX3-7" fmla="*/ 647672 w 651290"/>
                      <a:gd name="connsiteY3-8" fmla="*/ 0 h 593378"/>
                      <a:gd name="connsiteX4-9" fmla="*/ 651290 w 651290"/>
                      <a:gd name="connsiteY4-10" fmla="*/ 593378 h 593378"/>
                      <a:gd name="connsiteX5-11" fmla="*/ 3618 w 651290"/>
                      <a:gd name="connsiteY5-12" fmla="*/ 593378 h 593378"/>
                      <a:gd name="connsiteX0-13" fmla="*/ 3618 w 651290"/>
                      <a:gd name="connsiteY0-14" fmla="*/ 662124 h 662124"/>
                      <a:gd name="connsiteX1-15" fmla="*/ 0 w 651290"/>
                      <a:gd name="connsiteY1-16" fmla="*/ 311162 h 662124"/>
                      <a:gd name="connsiteX2-17" fmla="*/ 376300 w 651290"/>
                      <a:gd name="connsiteY2-18" fmla="*/ 0 h 662124"/>
                      <a:gd name="connsiteX3-19" fmla="*/ 647672 w 651290"/>
                      <a:gd name="connsiteY3-20" fmla="*/ 68746 h 662124"/>
                      <a:gd name="connsiteX4-21" fmla="*/ 651290 w 651290"/>
                      <a:gd name="connsiteY4-22" fmla="*/ 662124 h 662124"/>
                      <a:gd name="connsiteX5-23" fmla="*/ 3618 w 651290"/>
                      <a:gd name="connsiteY5-24" fmla="*/ 662124 h 662124"/>
                      <a:gd name="connsiteX0-25" fmla="*/ 0 w 647672"/>
                      <a:gd name="connsiteY0-26" fmla="*/ 662124 h 662124"/>
                      <a:gd name="connsiteX1-27" fmla="*/ 123021 w 647672"/>
                      <a:gd name="connsiteY1-28" fmla="*/ 83217 h 662124"/>
                      <a:gd name="connsiteX2-29" fmla="*/ 372682 w 647672"/>
                      <a:gd name="connsiteY2-30" fmla="*/ 0 h 662124"/>
                      <a:gd name="connsiteX3-31" fmla="*/ 644054 w 647672"/>
                      <a:gd name="connsiteY3-32" fmla="*/ 68746 h 662124"/>
                      <a:gd name="connsiteX4-33" fmla="*/ 647672 w 647672"/>
                      <a:gd name="connsiteY4-34" fmla="*/ 662124 h 662124"/>
                      <a:gd name="connsiteX5-35" fmla="*/ 0 w 647672"/>
                      <a:gd name="connsiteY5-36" fmla="*/ 662124 h 662124"/>
                      <a:gd name="connsiteX0-37" fmla="*/ 7238 w 524651"/>
                      <a:gd name="connsiteY0-38" fmla="*/ 669360 h 669360"/>
                      <a:gd name="connsiteX1-39" fmla="*/ 0 w 524651"/>
                      <a:gd name="connsiteY1-40" fmla="*/ 83217 h 669360"/>
                      <a:gd name="connsiteX2-41" fmla="*/ 249661 w 524651"/>
                      <a:gd name="connsiteY2-42" fmla="*/ 0 h 669360"/>
                      <a:gd name="connsiteX3-43" fmla="*/ 521033 w 524651"/>
                      <a:gd name="connsiteY3-44" fmla="*/ 68746 h 669360"/>
                      <a:gd name="connsiteX4-45" fmla="*/ 524651 w 524651"/>
                      <a:gd name="connsiteY4-46" fmla="*/ 662124 h 669360"/>
                      <a:gd name="connsiteX5-47" fmla="*/ 7238 w 524651"/>
                      <a:gd name="connsiteY5-48" fmla="*/ 669360 h 669360"/>
                      <a:gd name="connsiteX0-49" fmla="*/ 438 w 528706"/>
                      <a:gd name="connsiteY0-50" fmla="*/ 665742 h 665742"/>
                      <a:gd name="connsiteX1-51" fmla="*/ 4055 w 528706"/>
                      <a:gd name="connsiteY1-52" fmla="*/ 83217 h 665742"/>
                      <a:gd name="connsiteX2-53" fmla="*/ 253716 w 528706"/>
                      <a:gd name="connsiteY2-54" fmla="*/ 0 h 665742"/>
                      <a:gd name="connsiteX3-55" fmla="*/ 525088 w 528706"/>
                      <a:gd name="connsiteY3-56" fmla="*/ 68746 h 665742"/>
                      <a:gd name="connsiteX4-57" fmla="*/ 528706 w 528706"/>
                      <a:gd name="connsiteY4-58" fmla="*/ 662124 h 665742"/>
                      <a:gd name="connsiteX5-59" fmla="*/ 438 w 528706"/>
                      <a:gd name="connsiteY5-60" fmla="*/ 665742 h 665742"/>
                      <a:gd name="connsiteX0-61" fmla="*/ 155 w 546514"/>
                      <a:gd name="connsiteY0-62" fmla="*/ 662124 h 662124"/>
                      <a:gd name="connsiteX1-63" fmla="*/ 21863 w 546514"/>
                      <a:gd name="connsiteY1-64" fmla="*/ 83217 h 662124"/>
                      <a:gd name="connsiteX2-65" fmla="*/ 271524 w 546514"/>
                      <a:gd name="connsiteY2-66" fmla="*/ 0 h 662124"/>
                      <a:gd name="connsiteX3-67" fmla="*/ 542896 w 546514"/>
                      <a:gd name="connsiteY3-68" fmla="*/ 68746 h 662124"/>
                      <a:gd name="connsiteX4-69" fmla="*/ 546514 w 546514"/>
                      <a:gd name="connsiteY4-70" fmla="*/ 662124 h 662124"/>
                      <a:gd name="connsiteX5-71" fmla="*/ 155 w 546514"/>
                      <a:gd name="connsiteY5-72" fmla="*/ 662124 h 662124"/>
                      <a:gd name="connsiteX0-73" fmla="*/ 10856 w 524651"/>
                      <a:gd name="connsiteY0-74" fmla="*/ 658506 h 662124"/>
                      <a:gd name="connsiteX1-75" fmla="*/ 0 w 524651"/>
                      <a:gd name="connsiteY1-76" fmla="*/ 83217 h 662124"/>
                      <a:gd name="connsiteX2-77" fmla="*/ 249661 w 524651"/>
                      <a:gd name="connsiteY2-78" fmla="*/ 0 h 662124"/>
                      <a:gd name="connsiteX3-79" fmla="*/ 521033 w 524651"/>
                      <a:gd name="connsiteY3-80" fmla="*/ 68746 h 662124"/>
                      <a:gd name="connsiteX4-81" fmla="*/ 524651 w 524651"/>
                      <a:gd name="connsiteY4-82" fmla="*/ 662124 h 662124"/>
                      <a:gd name="connsiteX5-83" fmla="*/ 10856 w 524651"/>
                      <a:gd name="connsiteY5-84" fmla="*/ 658506 h 662124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</a:cxnLst>
                    <a:rect l="l" t="t" r="r" b="b"/>
                    <a:pathLst>
                      <a:path w="524651" h="662124">
                        <a:moveTo>
                          <a:pt x="10856" y="658506"/>
                        </a:moveTo>
                        <a:cubicBezTo>
                          <a:pt x="8443" y="463125"/>
                          <a:pt x="2413" y="278598"/>
                          <a:pt x="0" y="83217"/>
                        </a:cubicBezTo>
                        <a:lnTo>
                          <a:pt x="249661" y="0"/>
                        </a:lnTo>
                        <a:lnTo>
                          <a:pt x="521033" y="68746"/>
                        </a:lnTo>
                        <a:lnTo>
                          <a:pt x="524651" y="662124"/>
                        </a:lnTo>
                        <a:lnTo>
                          <a:pt x="10856" y="658506"/>
                        </a:lnTo>
                        <a:close/>
                      </a:path>
                    </a:pathLst>
                  </a:custGeom>
                  <a:solidFill>
                    <a:srgbClr val="E0EBF1"/>
                  </a:solidFill>
                  <a:ln w="12700">
                    <a:solidFill>
                      <a:srgbClr val="0000A8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80" name="Freeform 1079"/>
                  <p:cNvSpPr/>
                  <p:nvPr/>
                </p:nvSpPr>
                <p:spPr>
                  <a:xfrm>
                    <a:off x="5203089" y="1921244"/>
                    <a:ext cx="651290" cy="492070"/>
                  </a:xfrm>
                  <a:custGeom>
                    <a:avLst/>
                    <a:gdLst>
                      <a:gd name="connsiteX0" fmla="*/ 3618 w 651290"/>
                      <a:gd name="connsiteY0" fmla="*/ 492070 h 492070"/>
                      <a:gd name="connsiteX1" fmla="*/ 0 w 651290"/>
                      <a:gd name="connsiteY1" fmla="*/ 141108 h 492070"/>
                      <a:gd name="connsiteX2" fmla="*/ 423338 w 651290"/>
                      <a:gd name="connsiteY2" fmla="*/ 0 h 492070"/>
                      <a:gd name="connsiteX3" fmla="*/ 647672 w 651290"/>
                      <a:gd name="connsiteY3" fmla="*/ 57891 h 492070"/>
                      <a:gd name="connsiteX4" fmla="*/ 651290 w 651290"/>
                      <a:gd name="connsiteY4" fmla="*/ 492070 h 492070"/>
                      <a:gd name="connsiteX5" fmla="*/ 3618 w 651290"/>
                      <a:gd name="connsiteY5" fmla="*/ 492070 h 4920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51290" h="492070">
                        <a:moveTo>
                          <a:pt x="3618" y="492070"/>
                        </a:moveTo>
                        <a:lnTo>
                          <a:pt x="0" y="141108"/>
                        </a:lnTo>
                        <a:lnTo>
                          <a:pt x="423338" y="0"/>
                        </a:lnTo>
                        <a:lnTo>
                          <a:pt x="647672" y="57891"/>
                        </a:lnTo>
                        <a:lnTo>
                          <a:pt x="651290" y="492070"/>
                        </a:lnTo>
                        <a:lnTo>
                          <a:pt x="3618" y="492070"/>
                        </a:lnTo>
                        <a:close/>
                      </a:path>
                    </a:pathLst>
                  </a:custGeom>
                  <a:solidFill>
                    <a:srgbClr val="E0EBF1"/>
                  </a:solidFill>
                  <a:ln w="12700">
                    <a:solidFill>
                      <a:srgbClr val="0000A3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1081" name="Straight Connector 1080"/>
                  <p:cNvCxnSpPr/>
                  <p:nvPr/>
                </p:nvCxnSpPr>
                <p:spPr>
                  <a:xfrm flipV="1">
                    <a:off x="5270526" y="2029553"/>
                    <a:ext cx="295249" cy="73468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82" name="Straight Connector 1081"/>
                  <p:cNvCxnSpPr/>
                  <p:nvPr/>
                </p:nvCxnSpPr>
                <p:spPr>
                  <a:xfrm flipV="1">
                    <a:off x="5275406" y="2261710"/>
                    <a:ext cx="290369" cy="16752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83" name="Straight Connector 1082"/>
                  <p:cNvCxnSpPr/>
                  <p:nvPr/>
                </p:nvCxnSpPr>
                <p:spPr>
                  <a:xfrm flipV="1">
                    <a:off x="5275406" y="2151772"/>
                    <a:ext cx="290369" cy="48402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84" name="Straight Connector 1083"/>
                  <p:cNvCxnSpPr/>
                  <p:nvPr/>
                </p:nvCxnSpPr>
                <p:spPr>
                  <a:xfrm>
                    <a:off x="5270094" y="2354086"/>
                    <a:ext cx="295681" cy="0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85" name="Straight Connector 1084"/>
                  <p:cNvCxnSpPr/>
                  <p:nvPr/>
                </p:nvCxnSpPr>
                <p:spPr>
                  <a:xfrm flipV="1">
                    <a:off x="5950242" y="1866900"/>
                    <a:ext cx="0" cy="465273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  <a:prstDash val="sysDash"/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86" name="Straight Connector 1085"/>
                  <p:cNvCxnSpPr/>
                  <p:nvPr/>
                </p:nvCxnSpPr>
                <p:spPr>
                  <a:xfrm>
                    <a:off x="5628589" y="1936750"/>
                    <a:ext cx="0" cy="476854"/>
                  </a:xfrm>
                  <a:prstGeom prst="line">
                    <a:avLst/>
                  </a:prstGeom>
                  <a:ln w="15875">
                    <a:solidFill>
                      <a:srgbClr val="0000A8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065" name="Group 1064"/>
                <p:cNvGrpSpPr/>
                <p:nvPr/>
              </p:nvGrpSpPr>
              <p:grpSpPr>
                <a:xfrm>
                  <a:off x="940359" y="5691959"/>
                  <a:ext cx="692498" cy="672474"/>
                  <a:chOff x="10771171" y="3194171"/>
                  <a:chExt cx="692498" cy="672474"/>
                </a:xfrm>
              </p:grpSpPr>
              <p:grpSp>
                <p:nvGrpSpPr>
                  <p:cNvPr id="1066" name="Group 1065"/>
                  <p:cNvGrpSpPr/>
                  <p:nvPr/>
                </p:nvGrpSpPr>
                <p:grpSpPr>
                  <a:xfrm>
                    <a:off x="10771171" y="3194171"/>
                    <a:ext cx="594613" cy="648336"/>
                    <a:chOff x="5203089" y="1751190"/>
                    <a:chExt cx="858331" cy="662414"/>
                  </a:xfrm>
                </p:grpSpPr>
                <p:sp>
                  <p:nvSpPr>
                    <p:cNvPr id="1071" name="Freeform 1070"/>
                    <p:cNvSpPr/>
                    <p:nvPr/>
                  </p:nvSpPr>
                  <p:spPr>
                    <a:xfrm>
                      <a:off x="5536769" y="1751190"/>
                      <a:ext cx="524651" cy="662124"/>
                    </a:xfrm>
                    <a:custGeom>
                      <a:avLst/>
                      <a:gdLst>
                        <a:gd name="connsiteX0" fmla="*/ 3618 w 651290"/>
                        <a:gd name="connsiteY0" fmla="*/ 492070 h 492070"/>
                        <a:gd name="connsiteX1" fmla="*/ 0 w 651290"/>
                        <a:gd name="connsiteY1" fmla="*/ 141108 h 492070"/>
                        <a:gd name="connsiteX2" fmla="*/ 423338 w 651290"/>
                        <a:gd name="connsiteY2" fmla="*/ 0 h 492070"/>
                        <a:gd name="connsiteX3" fmla="*/ 647672 w 651290"/>
                        <a:gd name="connsiteY3" fmla="*/ 57891 h 492070"/>
                        <a:gd name="connsiteX4" fmla="*/ 651290 w 651290"/>
                        <a:gd name="connsiteY4" fmla="*/ 492070 h 492070"/>
                        <a:gd name="connsiteX5" fmla="*/ 3618 w 651290"/>
                        <a:gd name="connsiteY5" fmla="*/ 492070 h 492070"/>
                        <a:gd name="connsiteX0-1" fmla="*/ 3618 w 651290"/>
                        <a:gd name="connsiteY0-2" fmla="*/ 593378 h 593378"/>
                        <a:gd name="connsiteX1-3" fmla="*/ 0 w 651290"/>
                        <a:gd name="connsiteY1-4" fmla="*/ 242416 h 593378"/>
                        <a:gd name="connsiteX2-5" fmla="*/ 423338 w 651290"/>
                        <a:gd name="connsiteY2-6" fmla="*/ 101308 h 593378"/>
                        <a:gd name="connsiteX3-7" fmla="*/ 647672 w 651290"/>
                        <a:gd name="connsiteY3-8" fmla="*/ 0 h 593378"/>
                        <a:gd name="connsiteX4-9" fmla="*/ 651290 w 651290"/>
                        <a:gd name="connsiteY4-10" fmla="*/ 593378 h 593378"/>
                        <a:gd name="connsiteX5-11" fmla="*/ 3618 w 651290"/>
                        <a:gd name="connsiteY5-12" fmla="*/ 593378 h 593378"/>
                        <a:gd name="connsiteX0-13" fmla="*/ 3618 w 651290"/>
                        <a:gd name="connsiteY0-14" fmla="*/ 662124 h 662124"/>
                        <a:gd name="connsiteX1-15" fmla="*/ 0 w 651290"/>
                        <a:gd name="connsiteY1-16" fmla="*/ 311162 h 662124"/>
                        <a:gd name="connsiteX2-17" fmla="*/ 376300 w 651290"/>
                        <a:gd name="connsiteY2-18" fmla="*/ 0 h 662124"/>
                        <a:gd name="connsiteX3-19" fmla="*/ 647672 w 651290"/>
                        <a:gd name="connsiteY3-20" fmla="*/ 68746 h 662124"/>
                        <a:gd name="connsiteX4-21" fmla="*/ 651290 w 651290"/>
                        <a:gd name="connsiteY4-22" fmla="*/ 662124 h 662124"/>
                        <a:gd name="connsiteX5-23" fmla="*/ 3618 w 651290"/>
                        <a:gd name="connsiteY5-24" fmla="*/ 662124 h 662124"/>
                        <a:gd name="connsiteX0-25" fmla="*/ 0 w 647672"/>
                        <a:gd name="connsiteY0-26" fmla="*/ 662124 h 662124"/>
                        <a:gd name="connsiteX1-27" fmla="*/ 123021 w 647672"/>
                        <a:gd name="connsiteY1-28" fmla="*/ 83217 h 662124"/>
                        <a:gd name="connsiteX2-29" fmla="*/ 372682 w 647672"/>
                        <a:gd name="connsiteY2-30" fmla="*/ 0 h 662124"/>
                        <a:gd name="connsiteX3-31" fmla="*/ 644054 w 647672"/>
                        <a:gd name="connsiteY3-32" fmla="*/ 68746 h 662124"/>
                        <a:gd name="connsiteX4-33" fmla="*/ 647672 w 647672"/>
                        <a:gd name="connsiteY4-34" fmla="*/ 662124 h 662124"/>
                        <a:gd name="connsiteX5-35" fmla="*/ 0 w 647672"/>
                        <a:gd name="connsiteY5-36" fmla="*/ 662124 h 662124"/>
                        <a:gd name="connsiteX0-37" fmla="*/ 7238 w 524651"/>
                        <a:gd name="connsiteY0-38" fmla="*/ 669360 h 669360"/>
                        <a:gd name="connsiteX1-39" fmla="*/ 0 w 524651"/>
                        <a:gd name="connsiteY1-40" fmla="*/ 83217 h 669360"/>
                        <a:gd name="connsiteX2-41" fmla="*/ 249661 w 524651"/>
                        <a:gd name="connsiteY2-42" fmla="*/ 0 h 669360"/>
                        <a:gd name="connsiteX3-43" fmla="*/ 521033 w 524651"/>
                        <a:gd name="connsiteY3-44" fmla="*/ 68746 h 669360"/>
                        <a:gd name="connsiteX4-45" fmla="*/ 524651 w 524651"/>
                        <a:gd name="connsiteY4-46" fmla="*/ 662124 h 669360"/>
                        <a:gd name="connsiteX5-47" fmla="*/ 7238 w 524651"/>
                        <a:gd name="connsiteY5-48" fmla="*/ 669360 h 669360"/>
                        <a:gd name="connsiteX0-49" fmla="*/ 438 w 528706"/>
                        <a:gd name="connsiteY0-50" fmla="*/ 665742 h 665742"/>
                        <a:gd name="connsiteX1-51" fmla="*/ 4055 w 528706"/>
                        <a:gd name="connsiteY1-52" fmla="*/ 83217 h 665742"/>
                        <a:gd name="connsiteX2-53" fmla="*/ 253716 w 528706"/>
                        <a:gd name="connsiteY2-54" fmla="*/ 0 h 665742"/>
                        <a:gd name="connsiteX3-55" fmla="*/ 525088 w 528706"/>
                        <a:gd name="connsiteY3-56" fmla="*/ 68746 h 665742"/>
                        <a:gd name="connsiteX4-57" fmla="*/ 528706 w 528706"/>
                        <a:gd name="connsiteY4-58" fmla="*/ 662124 h 665742"/>
                        <a:gd name="connsiteX5-59" fmla="*/ 438 w 528706"/>
                        <a:gd name="connsiteY5-60" fmla="*/ 665742 h 665742"/>
                        <a:gd name="connsiteX0-61" fmla="*/ 155 w 546514"/>
                        <a:gd name="connsiteY0-62" fmla="*/ 662124 h 662124"/>
                        <a:gd name="connsiteX1-63" fmla="*/ 21863 w 546514"/>
                        <a:gd name="connsiteY1-64" fmla="*/ 83217 h 662124"/>
                        <a:gd name="connsiteX2-65" fmla="*/ 271524 w 546514"/>
                        <a:gd name="connsiteY2-66" fmla="*/ 0 h 662124"/>
                        <a:gd name="connsiteX3-67" fmla="*/ 542896 w 546514"/>
                        <a:gd name="connsiteY3-68" fmla="*/ 68746 h 662124"/>
                        <a:gd name="connsiteX4-69" fmla="*/ 546514 w 546514"/>
                        <a:gd name="connsiteY4-70" fmla="*/ 662124 h 662124"/>
                        <a:gd name="connsiteX5-71" fmla="*/ 155 w 546514"/>
                        <a:gd name="connsiteY5-72" fmla="*/ 662124 h 662124"/>
                        <a:gd name="connsiteX0-73" fmla="*/ 10856 w 524651"/>
                        <a:gd name="connsiteY0-74" fmla="*/ 658506 h 662124"/>
                        <a:gd name="connsiteX1-75" fmla="*/ 0 w 524651"/>
                        <a:gd name="connsiteY1-76" fmla="*/ 83217 h 662124"/>
                        <a:gd name="connsiteX2-77" fmla="*/ 249661 w 524651"/>
                        <a:gd name="connsiteY2-78" fmla="*/ 0 h 662124"/>
                        <a:gd name="connsiteX3-79" fmla="*/ 521033 w 524651"/>
                        <a:gd name="connsiteY3-80" fmla="*/ 68746 h 662124"/>
                        <a:gd name="connsiteX4-81" fmla="*/ 524651 w 524651"/>
                        <a:gd name="connsiteY4-82" fmla="*/ 662124 h 662124"/>
                        <a:gd name="connsiteX5-83" fmla="*/ 10856 w 524651"/>
                        <a:gd name="connsiteY5-84" fmla="*/ 658506 h 662124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</a:cxnLst>
                      <a:rect l="l" t="t" r="r" b="b"/>
                      <a:pathLst>
                        <a:path w="524651" h="662124">
                          <a:moveTo>
                            <a:pt x="10856" y="658506"/>
                          </a:moveTo>
                          <a:cubicBezTo>
                            <a:pt x="8443" y="463125"/>
                            <a:pt x="2413" y="278598"/>
                            <a:pt x="0" y="83217"/>
                          </a:cubicBezTo>
                          <a:lnTo>
                            <a:pt x="249661" y="0"/>
                          </a:lnTo>
                          <a:lnTo>
                            <a:pt x="521033" y="68746"/>
                          </a:lnTo>
                          <a:lnTo>
                            <a:pt x="524651" y="662124"/>
                          </a:lnTo>
                          <a:lnTo>
                            <a:pt x="10856" y="658506"/>
                          </a:lnTo>
                          <a:close/>
                        </a:path>
                      </a:pathLst>
                    </a:custGeom>
                    <a:solidFill>
                      <a:srgbClr val="E0EBF1"/>
                    </a:solidFill>
                    <a:ln w="12700">
                      <a:solidFill>
                        <a:srgbClr val="0000A8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  <a:noAutofit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72" name="Freeform 1071"/>
                    <p:cNvSpPr/>
                    <p:nvPr/>
                  </p:nvSpPr>
                  <p:spPr>
                    <a:xfrm>
                      <a:off x="5203089" y="1921244"/>
                      <a:ext cx="651290" cy="492070"/>
                    </a:xfrm>
                    <a:custGeom>
                      <a:avLst/>
                      <a:gdLst>
                        <a:gd name="connsiteX0" fmla="*/ 3618 w 651290"/>
                        <a:gd name="connsiteY0" fmla="*/ 492070 h 492070"/>
                        <a:gd name="connsiteX1" fmla="*/ 0 w 651290"/>
                        <a:gd name="connsiteY1" fmla="*/ 141108 h 492070"/>
                        <a:gd name="connsiteX2" fmla="*/ 423338 w 651290"/>
                        <a:gd name="connsiteY2" fmla="*/ 0 h 492070"/>
                        <a:gd name="connsiteX3" fmla="*/ 647672 w 651290"/>
                        <a:gd name="connsiteY3" fmla="*/ 57891 h 492070"/>
                        <a:gd name="connsiteX4" fmla="*/ 651290 w 651290"/>
                        <a:gd name="connsiteY4" fmla="*/ 492070 h 492070"/>
                        <a:gd name="connsiteX5" fmla="*/ 3618 w 651290"/>
                        <a:gd name="connsiteY5" fmla="*/ 492070 h 4920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651290" h="492070">
                          <a:moveTo>
                            <a:pt x="3618" y="492070"/>
                          </a:moveTo>
                          <a:lnTo>
                            <a:pt x="0" y="141108"/>
                          </a:lnTo>
                          <a:lnTo>
                            <a:pt x="423338" y="0"/>
                          </a:lnTo>
                          <a:lnTo>
                            <a:pt x="647672" y="57891"/>
                          </a:lnTo>
                          <a:lnTo>
                            <a:pt x="651290" y="492070"/>
                          </a:lnTo>
                          <a:lnTo>
                            <a:pt x="3618" y="492070"/>
                          </a:lnTo>
                          <a:close/>
                        </a:path>
                      </a:pathLst>
                    </a:custGeom>
                    <a:solidFill>
                      <a:srgbClr val="E0EBF1"/>
                    </a:solidFill>
                    <a:ln w="12700">
                      <a:solidFill>
                        <a:srgbClr val="0000A3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  <a:noAutofit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1073" name="Straight Connector 1072"/>
                    <p:cNvCxnSpPr/>
                    <p:nvPr/>
                  </p:nvCxnSpPr>
                  <p:spPr>
                    <a:xfrm flipV="1">
                      <a:off x="5270526" y="2029553"/>
                      <a:ext cx="295249" cy="73468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74" name="Straight Connector 1073"/>
                    <p:cNvCxnSpPr/>
                    <p:nvPr/>
                  </p:nvCxnSpPr>
                  <p:spPr>
                    <a:xfrm flipV="1">
                      <a:off x="5275406" y="2261710"/>
                      <a:ext cx="290369" cy="16752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75" name="Straight Connector 1074"/>
                    <p:cNvCxnSpPr/>
                    <p:nvPr/>
                  </p:nvCxnSpPr>
                  <p:spPr>
                    <a:xfrm flipV="1">
                      <a:off x="5275406" y="2151772"/>
                      <a:ext cx="290369" cy="48402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76" name="Straight Connector 1075"/>
                    <p:cNvCxnSpPr/>
                    <p:nvPr/>
                  </p:nvCxnSpPr>
                  <p:spPr>
                    <a:xfrm>
                      <a:off x="5270094" y="2354086"/>
                      <a:ext cx="295681" cy="0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77" name="Straight Connector 1076"/>
                    <p:cNvCxnSpPr/>
                    <p:nvPr/>
                  </p:nvCxnSpPr>
                  <p:spPr>
                    <a:xfrm flipV="1">
                      <a:off x="5950242" y="1866900"/>
                      <a:ext cx="0" cy="465273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  <a:prstDash val="sysDash"/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78" name="Straight Connector 1077"/>
                    <p:cNvCxnSpPr/>
                    <p:nvPr/>
                  </p:nvCxnSpPr>
                  <p:spPr>
                    <a:xfrm>
                      <a:off x="5628589" y="1936750"/>
                      <a:ext cx="0" cy="476854"/>
                    </a:xfrm>
                    <a:prstGeom prst="line">
                      <a:avLst/>
                    </a:prstGeom>
                    <a:ln w="15875">
                      <a:solidFill>
                        <a:srgbClr val="0000A8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067" name="Group 1066"/>
                  <p:cNvGrpSpPr/>
                  <p:nvPr/>
                </p:nvGrpSpPr>
                <p:grpSpPr>
                  <a:xfrm>
                    <a:off x="11158881" y="3460672"/>
                    <a:ext cx="304788" cy="405973"/>
                    <a:chOff x="5275406" y="2711455"/>
                    <a:chExt cx="452949" cy="405518"/>
                  </a:xfrm>
                </p:grpSpPr>
                <p:pic>
                  <p:nvPicPr>
                    <p:cNvPr id="1068" name="Picture 1067" descr="server_rack.png"/>
                    <p:cNvPicPr>
                      <a:picLocks noChangeAspect="1"/>
                    </p:cNvPicPr>
                    <p:nvPr/>
                  </p:nvPicPr>
                  <p:blipFill>
                    <a:blip r:embed="rId1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537367" y="2770786"/>
                      <a:ext cx="190988" cy="313366"/>
                    </a:xfrm>
                    <a:prstGeom prst="rect">
                      <a:avLst/>
                    </a:prstGeom>
                  </p:spPr>
                </p:pic>
                <p:pic>
                  <p:nvPicPr>
                    <p:cNvPr id="1069" name="Picture 1068" descr="server_rack.png"/>
                    <p:cNvPicPr>
                      <a:picLocks noChangeAspect="1"/>
                    </p:cNvPicPr>
                    <p:nvPr/>
                  </p:nvPicPr>
                  <p:blipFill>
                    <a:blip r:embed="rId1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275406" y="2764002"/>
                      <a:ext cx="190988" cy="313366"/>
                    </a:xfrm>
                    <a:prstGeom prst="rect">
                      <a:avLst/>
                    </a:prstGeom>
                  </p:spPr>
                </p:pic>
                <p:pic>
                  <p:nvPicPr>
                    <p:cNvPr id="1070" name="Picture 1069" descr="server_rack.png"/>
                    <p:cNvPicPr>
                      <a:picLocks noChangeAspect="1"/>
                    </p:cNvPicPr>
                    <p:nvPr/>
                  </p:nvPicPr>
                  <p:blipFill>
                    <a:blip r:embed="rId1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385676" y="2711455"/>
                      <a:ext cx="247152" cy="405518"/>
                    </a:xfrm>
                    <a:prstGeom prst="rect">
                      <a:avLst/>
                    </a:prstGeom>
                  </p:spPr>
                </p:pic>
              </p:grpSp>
            </p:grpSp>
          </p:grpSp>
        </p:grpSp>
        <p:cxnSp>
          <p:nvCxnSpPr>
            <p:cNvPr id="8" name="Straight Connector 7"/>
            <p:cNvCxnSpPr/>
            <p:nvPr/>
          </p:nvCxnSpPr>
          <p:spPr>
            <a:xfrm flipV="1">
              <a:off x="8373177" y="3325716"/>
              <a:ext cx="210562" cy="606179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7" name="Straight Connector 1086"/>
            <p:cNvCxnSpPr>
              <a:stCxn id="331" idx="6"/>
            </p:cNvCxnSpPr>
            <p:nvPr/>
          </p:nvCxnSpPr>
          <p:spPr>
            <a:xfrm>
              <a:off x="8653552" y="4059389"/>
              <a:ext cx="538561" cy="236967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8" name="Straight Connector 1087"/>
            <p:cNvCxnSpPr/>
            <p:nvPr/>
          </p:nvCxnSpPr>
          <p:spPr>
            <a:xfrm flipH="1" flipV="1">
              <a:off x="7981407" y="2971505"/>
              <a:ext cx="180081" cy="928886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9" name="Straight Connector 1088"/>
            <p:cNvCxnSpPr/>
            <p:nvPr/>
          </p:nvCxnSpPr>
          <p:spPr>
            <a:xfrm flipV="1">
              <a:off x="6000693" y="2457440"/>
              <a:ext cx="3285" cy="1256298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0" name="Straight Connector 1089"/>
            <p:cNvCxnSpPr/>
            <p:nvPr/>
          </p:nvCxnSpPr>
          <p:spPr>
            <a:xfrm flipH="1" flipV="1">
              <a:off x="3490770" y="2709766"/>
              <a:ext cx="350837" cy="1056148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1" name="Straight Connector 1090"/>
            <p:cNvCxnSpPr/>
            <p:nvPr/>
          </p:nvCxnSpPr>
          <p:spPr>
            <a:xfrm flipH="1" flipV="1">
              <a:off x="2733590" y="3084939"/>
              <a:ext cx="184530" cy="786742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2" name="Straight Connector 1091"/>
            <p:cNvCxnSpPr/>
            <p:nvPr/>
          </p:nvCxnSpPr>
          <p:spPr>
            <a:xfrm flipV="1">
              <a:off x="2537108" y="4260753"/>
              <a:ext cx="477027" cy="550561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9" name="Straight Connector 1098"/>
            <p:cNvCxnSpPr/>
            <p:nvPr/>
          </p:nvCxnSpPr>
          <p:spPr>
            <a:xfrm flipV="1">
              <a:off x="5720123" y="4417447"/>
              <a:ext cx="5022" cy="1030757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0" name="Straight Connector 1099"/>
            <p:cNvCxnSpPr>
              <a:stCxn id="36" idx="0"/>
            </p:cNvCxnSpPr>
            <p:nvPr/>
          </p:nvCxnSpPr>
          <p:spPr>
            <a:xfrm flipH="1" flipV="1">
              <a:off x="5827900" y="4390762"/>
              <a:ext cx="863810" cy="1545220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1" name="Straight Connector 1100"/>
            <p:cNvCxnSpPr/>
            <p:nvPr/>
          </p:nvCxnSpPr>
          <p:spPr>
            <a:xfrm flipH="1" flipV="1">
              <a:off x="8042725" y="4273180"/>
              <a:ext cx="719289" cy="1457599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2" name="Straight Connector 1101"/>
            <p:cNvCxnSpPr/>
            <p:nvPr/>
          </p:nvCxnSpPr>
          <p:spPr>
            <a:xfrm flipH="1" flipV="1">
              <a:off x="2386276" y="3473353"/>
              <a:ext cx="261637" cy="504826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3" name="Straight Connector 1102"/>
            <p:cNvCxnSpPr/>
            <p:nvPr/>
          </p:nvCxnSpPr>
          <p:spPr>
            <a:xfrm flipV="1">
              <a:off x="2344724" y="4114193"/>
              <a:ext cx="251695" cy="109254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4" name="Straight Connector 1103"/>
            <p:cNvCxnSpPr>
              <a:stCxn id="1032" idx="2"/>
              <a:endCxn id="996" idx="2"/>
            </p:cNvCxnSpPr>
            <p:nvPr/>
          </p:nvCxnSpPr>
          <p:spPr>
            <a:xfrm flipV="1">
              <a:off x="5458049" y="3230852"/>
              <a:ext cx="7426" cy="480990"/>
            </a:xfrm>
            <a:prstGeom prst="line">
              <a:avLst/>
            </a:prstGeom>
            <a:ln w="44450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5" name="Straight Connector 1104"/>
            <p:cNvCxnSpPr/>
            <p:nvPr/>
          </p:nvCxnSpPr>
          <p:spPr>
            <a:xfrm flipV="1">
              <a:off x="4457330" y="4394908"/>
              <a:ext cx="7426" cy="480990"/>
            </a:xfrm>
            <a:prstGeom prst="line">
              <a:avLst/>
            </a:prstGeom>
            <a:ln w="44450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2" name="Straight Connector 1171"/>
            <p:cNvCxnSpPr/>
            <p:nvPr/>
          </p:nvCxnSpPr>
          <p:spPr>
            <a:xfrm flipV="1">
              <a:off x="7407243" y="4368703"/>
              <a:ext cx="7426" cy="480990"/>
            </a:xfrm>
            <a:prstGeom prst="line">
              <a:avLst/>
            </a:prstGeom>
            <a:ln w="44450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93" name="Group 1092"/>
          <p:cNvGrpSpPr/>
          <p:nvPr/>
        </p:nvGrpSpPr>
        <p:grpSpPr>
          <a:xfrm>
            <a:off x="4545099" y="5447247"/>
            <a:ext cx="1807203" cy="495366"/>
            <a:chOff x="4545099" y="5447247"/>
            <a:chExt cx="1807203" cy="495366"/>
          </a:xfrm>
        </p:grpSpPr>
        <p:sp>
          <p:nvSpPr>
            <p:cNvPr id="1095" name="Oval 33"/>
            <p:cNvSpPr>
              <a:spLocks noChangeArrowheads="1"/>
            </p:cNvSpPr>
            <p:nvPr/>
          </p:nvSpPr>
          <p:spPr bwMode="auto">
            <a:xfrm rot="10800000">
              <a:off x="4545099" y="5447247"/>
              <a:ext cx="1807203" cy="495366"/>
            </a:xfrm>
            <a:prstGeom prst="ellipse">
              <a:avLst/>
            </a:prstGeom>
            <a:solidFill>
              <a:srgbClr val="CCCCFF"/>
            </a:solidFill>
            <a:ln w="9525">
              <a:noFill/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1097" name="TextBox 9"/>
            <p:cNvSpPr txBox="1">
              <a:spLocks noChangeArrowheads="1"/>
            </p:cNvSpPr>
            <p:nvPr/>
          </p:nvSpPr>
          <p:spPr bwMode="auto">
            <a:xfrm>
              <a:off x="4662400" y="5488195"/>
              <a:ext cx="1582484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区域 ISP</a:t>
              </a:r>
              <a:endParaRPr kumimoji="0" lang="en-US" altLang="en-US" sz="20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871" name="Group 870"/>
          <p:cNvGrpSpPr/>
          <p:nvPr/>
        </p:nvGrpSpPr>
        <p:grpSpPr>
          <a:xfrm>
            <a:off x="4220281" y="4826836"/>
            <a:ext cx="541338" cy="223023"/>
            <a:chOff x="7493876" y="2774731"/>
            <a:chExt cx="1481958" cy="894622"/>
          </a:xfrm>
        </p:grpSpPr>
        <p:sp>
          <p:nvSpPr>
            <p:cNvPr id="912" name="Freeform 911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13" name="Oval 912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914" name="Group 913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15" name="Freeform 914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6" name="Freeform 915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7" name="Freeform 916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8" name="Freeform 917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8" name="Group 867"/>
          <p:cNvGrpSpPr/>
          <p:nvPr/>
        </p:nvGrpSpPr>
        <p:grpSpPr>
          <a:xfrm>
            <a:off x="7291037" y="4658009"/>
            <a:ext cx="541338" cy="223023"/>
            <a:chOff x="7493876" y="2774731"/>
            <a:chExt cx="1481958" cy="894622"/>
          </a:xfrm>
        </p:grpSpPr>
        <p:sp>
          <p:nvSpPr>
            <p:cNvPr id="933" name="Freeform 932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34" name="Oval 933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935" name="Group 934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36" name="Freeform 935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7" name="Freeform 936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8" name="Freeform 937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9" name="Freeform 938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388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引言：1-</a:t>
            </a:r>
            <a:fld id="{C4204591-24BD-A542-B9D5-F8D8A88D2FEE}" type="slidenum">
              <a:rPr lang="en-US" smtClean="0"/>
            </a:fld>
            <a:endParaRPr lang="en-US" dirty="0"/>
          </a:p>
        </p:txBody>
      </p:sp>
    </p:spTree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MS PGothic" panose="020B0600070205080204" pitchFamily="34" charset="-128"/>
              </a:rPr>
              <a:t>互联网结构：“网络的网络”</a:t>
            </a:r>
            <a:endParaRPr lang="en-US" dirty="0"/>
          </a:p>
        </p:txBody>
      </p:sp>
      <p:cxnSp>
        <p:nvCxnSpPr>
          <p:cNvPr id="434" name="Straight Connector 433"/>
          <p:cNvCxnSpPr>
            <a:stCxn id="460" idx="2"/>
            <a:endCxn id="459" idx="6"/>
          </p:cNvCxnSpPr>
          <p:nvPr/>
        </p:nvCxnSpPr>
        <p:spPr bwMode="auto">
          <a:xfrm rot="10800000">
            <a:off x="5710238" y="3536903"/>
            <a:ext cx="531812" cy="0"/>
          </a:xfrm>
          <a:prstGeom prst="line">
            <a:avLst/>
          </a:prstGeom>
          <a:noFill/>
          <a:ln w="9525" cap="flat" cmpd="sng" algn="ctr">
            <a:noFill/>
            <a:prstDash val="solid"/>
          </a:ln>
          <a:effectLst/>
        </p:spPr>
      </p:cxnSp>
      <p:cxnSp>
        <p:nvCxnSpPr>
          <p:cNvPr id="448" name="Straight Connector 447"/>
          <p:cNvCxnSpPr/>
          <p:nvPr/>
        </p:nvCxnSpPr>
        <p:spPr bwMode="auto">
          <a:xfrm rot="16200000" flipH="1">
            <a:off x="6584535" y="3012633"/>
            <a:ext cx="286582" cy="161925"/>
          </a:xfrm>
          <a:prstGeom prst="line">
            <a:avLst/>
          </a:prstGeom>
          <a:noFill/>
          <a:ln w="9525" cap="flat" cmpd="sng" algn="ctr">
            <a:noFill/>
            <a:prstDash val="solid"/>
          </a:ln>
          <a:effectLst/>
        </p:spPr>
      </p:cxnSp>
      <p:grpSp>
        <p:nvGrpSpPr>
          <p:cNvPr id="20" name="Group 19"/>
          <p:cNvGrpSpPr/>
          <p:nvPr/>
        </p:nvGrpSpPr>
        <p:grpSpPr>
          <a:xfrm>
            <a:off x="2266950" y="1992869"/>
            <a:ext cx="7658100" cy="2815072"/>
            <a:chOff x="2266950" y="1992869"/>
            <a:chExt cx="7658100" cy="2815072"/>
          </a:xfrm>
        </p:grpSpPr>
        <p:cxnSp>
          <p:nvCxnSpPr>
            <p:cNvPr id="427" name="Straight Connector 426"/>
            <p:cNvCxnSpPr>
              <a:endCxn id="462" idx="0"/>
            </p:cNvCxnSpPr>
            <p:nvPr/>
          </p:nvCxnSpPr>
          <p:spPr bwMode="auto">
            <a:xfrm rot="5400000">
              <a:off x="1732708" y="2949387"/>
              <a:ext cx="2221011" cy="307975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28" name="Straight Connector 427"/>
            <p:cNvCxnSpPr>
              <a:stCxn id="459" idx="4"/>
            </p:cNvCxnSpPr>
            <p:nvPr/>
          </p:nvCxnSpPr>
          <p:spPr bwMode="auto">
            <a:xfrm rot="5400000">
              <a:off x="4431512" y="4096677"/>
              <a:ext cx="474651" cy="98425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29" name="Straight Connector 428"/>
            <p:cNvCxnSpPr>
              <a:stCxn id="459" idx="3"/>
            </p:cNvCxnSpPr>
            <p:nvPr/>
          </p:nvCxnSpPr>
          <p:spPr bwMode="auto">
            <a:xfrm rot="5400000">
              <a:off x="3580901" y="3946152"/>
              <a:ext cx="583612" cy="290513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30" name="Straight Connector 429"/>
            <p:cNvCxnSpPr/>
            <p:nvPr/>
          </p:nvCxnSpPr>
          <p:spPr bwMode="auto">
            <a:xfrm rot="16200000" flipH="1">
              <a:off x="2142972" y="3178358"/>
              <a:ext cx="2292656" cy="260350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31" name="Straight Connector 430"/>
            <p:cNvCxnSpPr/>
            <p:nvPr/>
          </p:nvCxnSpPr>
          <p:spPr bwMode="auto">
            <a:xfrm flipH="1">
              <a:off x="2955927" y="3021951"/>
              <a:ext cx="771524" cy="1432912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33" name="Straight Connector 432"/>
            <p:cNvCxnSpPr>
              <a:endCxn id="465" idx="0"/>
            </p:cNvCxnSpPr>
            <p:nvPr/>
          </p:nvCxnSpPr>
          <p:spPr bwMode="auto">
            <a:xfrm>
              <a:off x="5186363" y="3712362"/>
              <a:ext cx="422275" cy="501519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35" name="Straight Connector 434"/>
            <p:cNvCxnSpPr/>
            <p:nvPr/>
          </p:nvCxnSpPr>
          <p:spPr bwMode="auto">
            <a:xfrm rot="5400000">
              <a:off x="6419350" y="3956601"/>
              <a:ext cx="583613" cy="290513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36" name="Straight Connector 435"/>
            <p:cNvCxnSpPr/>
            <p:nvPr/>
          </p:nvCxnSpPr>
          <p:spPr bwMode="auto">
            <a:xfrm rot="16200000" flipH="1">
              <a:off x="7161610" y="4097200"/>
              <a:ext cx="511967" cy="80962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37" name="Straight Connector 436"/>
            <p:cNvCxnSpPr>
              <a:stCxn id="460" idx="5"/>
            </p:cNvCxnSpPr>
            <p:nvPr/>
          </p:nvCxnSpPr>
          <p:spPr bwMode="auto">
            <a:xfrm>
              <a:off x="7934325" y="3799603"/>
              <a:ext cx="412750" cy="671677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38" name="Straight Connector 437"/>
            <p:cNvCxnSpPr>
              <a:stCxn id="55" idx="4"/>
              <a:endCxn id="467" idx="0"/>
            </p:cNvCxnSpPr>
            <p:nvPr/>
          </p:nvCxnSpPr>
          <p:spPr bwMode="auto">
            <a:xfrm>
              <a:off x="8131307" y="2237400"/>
              <a:ext cx="398331" cy="1976480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51" name="Straight Connector 450"/>
            <p:cNvCxnSpPr/>
            <p:nvPr/>
          </p:nvCxnSpPr>
          <p:spPr bwMode="auto">
            <a:xfrm rot="16200000" flipH="1">
              <a:off x="8678012" y="3586364"/>
              <a:ext cx="1371713" cy="242888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52" name="Straight Connector 451"/>
            <p:cNvCxnSpPr/>
            <p:nvPr/>
          </p:nvCxnSpPr>
          <p:spPr bwMode="auto">
            <a:xfrm rot="5400000">
              <a:off x="7669052" y="3134824"/>
              <a:ext cx="1443359" cy="1217613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sp>
          <p:nvSpPr>
            <p:cNvPr id="461" name="Oval 76"/>
            <p:cNvSpPr>
              <a:spLocks noChangeArrowheads="1"/>
            </p:cNvSpPr>
            <p:nvPr/>
          </p:nvSpPr>
          <p:spPr bwMode="auto">
            <a:xfrm>
              <a:off x="3240088" y="4213880"/>
              <a:ext cx="844550" cy="594061"/>
            </a:xfrm>
            <a:prstGeom prst="ellipse">
              <a:avLst/>
            </a:prstGeom>
            <a:solidFill>
              <a:srgbClr val="9CDFF9"/>
            </a:solidFill>
            <a:ln w="9525">
              <a:noFill/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接入</a:t>
              </a:r>
              <a:endPara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ISP</a:t>
              </a:r>
              <a:endPara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462" name="Oval 76"/>
            <p:cNvSpPr>
              <a:spLocks noChangeArrowheads="1"/>
            </p:cNvSpPr>
            <p:nvPr/>
          </p:nvSpPr>
          <p:spPr bwMode="auto">
            <a:xfrm>
              <a:off x="2266950" y="4213880"/>
              <a:ext cx="844550" cy="594061"/>
            </a:xfrm>
            <a:prstGeom prst="ellipse">
              <a:avLst/>
            </a:prstGeom>
            <a:solidFill>
              <a:srgbClr val="9CDFF9"/>
            </a:solidFill>
            <a:ln w="9525">
              <a:noFill/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接入</a:t>
              </a:r>
              <a:endPara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ISP</a:t>
              </a:r>
              <a:endPara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463" name="Oval 76"/>
            <p:cNvSpPr>
              <a:spLocks noChangeArrowheads="1"/>
            </p:cNvSpPr>
            <p:nvPr/>
          </p:nvSpPr>
          <p:spPr bwMode="auto">
            <a:xfrm>
              <a:off x="7134225" y="4213880"/>
              <a:ext cx="844550" cy="594061"/>
            </a:xfrm>
            <a:prstGeom prst="ellipse">
              <a:avLst/>
            </a:prstGeom>
            <a:solidFill>
              <a:srgbClr val="9CDFF9"/>
            </a:solidFill>
            <a:ln w="9525">
              <a:noFill/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接入</a:t>
              </a:r>
              <a:endPara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ISP</a:t>
              </a:r>
              <a:endPara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464" name="Oval 76"/>
            <p:cNvSpPr>
              <a:spLocks noChangeArrowheads="1"/>
            </p:cNvSpPr>
            <p:nvPr/>
          </p:nvSpPr>
          <p:spPr bwMode="auto">
            <a:xfrm>
              <a:off x="6159500" y="4213880"/>
              <a:ext cx="846138" cy="594061"/>
            </a:xfrm>
            <a:prstGeom prst="ellipse">
              <a:avLst/>
            </a:prstGeom>
            <a:solidFill>
              <a:srgbClr val="9CDFF9"/>
            </a:solidFill>
            <a:ln w="9525">
              <a:noFill/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接入</a:t>
              </a:r>
              <a:endPara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ISP</a:t>
              </a:r>
              <a:endPara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465" name="Oval 76"/>
            <p:cNvSpPr>
              <a:spLocks noChangeArrowheads="1"/>
            </p:cNvSpPr>
            <p:nvPr/>
          </p:nvSpPr>
          <p:spPr bwMode="auto">
            <a:xfrm>
              <a:off x="5186363" y="4213880"/>
              <a:ext cx="846137" cy="594061"/>
            </a:xfrm>
            <a:prstGeom prst="ellipse">
              <a:avLst/>
            </a:prstGeom>
            <a:solidFill>
              <a:srgbClr val="9CDFF9"/>
            </a:solidFill>
            <a:ln w="9525">
              <a:noFill/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接入</a:t>
              </a:r>
              <a:endPara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ISP</a:t>
              </a:r>
              <a:endPara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466" name="Oval 76"/>
            <p:cNvSpPr>
              <a:spLocks noChangeArrowheads="1"/>
            </p:cNvSpPr>
            <p:nvPr/>
          </p:nvSpPr>
          <p:spPr bwMode="auto">
            <a:xfrm>
              <a:off x="4213225" y="4213880"/>
              <a:ext cx="844550" cy="594061"/>
            </a:xfrm>
            <a:prstGeom prst="ellipse">
              <a:avLst/>
            </a:prstGeom>
            <a:solidFill>
              <a:srgbClr val="9CDFF9"/>
            </a:solidFill>
            <a:ln w="9525">
              <a:noFill/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接入</a:t>
              </a:r>
              <a:endPara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ISP</a:t>
              </a:r>
              <a:endPara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467" name="Oval 76"/>
            <p:cNvSpPr>
              <a:spLocks noChangeArrowheads="1"/>
            </p:cNvSpPr>
            <p:nvPr/>
          </p:nvSpPr>
          <p:spPr bwMode="auto">
            <a:xfrm>
              <a:off x="8107363" y="4213880"/>
              <a:ext cx="844550" cy="594061"/>
            </a:xfrm>
            <a:prstGeom prst="ellipse">
              <a:avLst/>
            </a:prstGeom>
            <a:solidFill>
              <a:srgbClr val="9CDFF9"/>
            </a:solidFill>
            <a:ln w="9525">
              <a:noFill/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接入</a:t>
              </a:r>
              <a:endPara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ISP</a:t>
              </a:r>
              <a:endPara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468" name="Oval 76"/>
            <p:cNvSpPr>
              <a:spLocks noChangeArrowheads="1"/>
            </p:cNvSpPr>
            <p:nvPr/>
          </p:nvSpPr>
          <p:spPr bwMode="auto">
            <a:xfrm>
              <a:off x="9080500" y="4213880"/>
              <a:ext cx="844550" cy="594061"/>
            </a:xfrm>
            <a:prstGeom prst="ellipse">
              <a:avLst/>
            </a:prstGeom>
            <a:solidFill>
              <a:srgbClr val="9CDFF9"/>
            </a:solidFill>
            <a:ln w="9525">
              <a:noFill/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接入</a:t>
              </a:r>
              <a:endPara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ISP</a:t>
              </a:r>
              <a:endPara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</p:grpSp>
      <p:sp>
        <p:nvSpPr>
          <p:cNvPr id="483" name="Rectangle 3"/>
          <p:cNvSpPr txBox="1">
            <a:spLocks noChangeArrowheads="1"/>
          </p:cNvSpPr>
          <p:nvPr/>
        </p:nvSpPr>
        <p:spPr>
          <a:xfrm>
            <a:off x="532110" y="5020506"/>
            <a:ext cx="11283366" cy="182721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6350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None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位于“中心”的是少量连接良好的大型网络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  <a:p>
            <a:pPr marL="460375" marR="0" lvl="1" indent="-28130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anose="05000000000000000000" pitchFamily="2" charset="2"/>
              <a:buChar char="§"/>
              <a:tabLst>
                <a:tab pos="336550" algn="l"/>
              </a:tabLst>
              <a:defRPr/>
            </a:pP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“一级”商业 ISP（如 Level 3、Sprint、AT&amp;T、NTT），覆盖全国和国际范围</a:t>
            </a:r>
            <a:r>
              <a:rPr kumimoji="0" lang="en-US" altLang="ja-JP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endParaRPr kumimoji="0" lang="en-US" altLang="ja-JP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  <a:p>
            <a:pPr marL="460375" marR="0" lvl="1" indent="-28130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anose="05000000000000000000" pitchFamily="2" charset="2"/>
              <a:buChar char="§"/>
              <a:tabLst>
                <a:tab pos="336550" algn="l"/>
              </a:tabLst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内容提供商网络（如 Google、Facebook）：把其数据中心连接到互联网的专用网络，常绕过一级和区域 ISP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/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/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Arial" panose="020B0604020202020204" pitchFamily="34" charset="0"/>
              <a:cs typeface="+mn-cs"/>
            </a:endParaRP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anose="05000000000000000000" pitchFamily="2" charset="2"/>
              <a:buNone/>
              <a:defRPr/>
            </a:pP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Arial" panose="020B0604020202020204" pitchFamily="34" charset="0"/>
              <a:cs typeface="+mn-cs"/>
            </a:endParaRPr>
          </a:p>
        </p:txBody>
      </p:sp>
      <p:grpSp>
        <p:nvGrpSpPr>
          <p:cNvPr id="19" name="Group 18"/>
          <p:cNvGrpSpPr/>
          <p:nvPr/>
        </p:nvGrpSpPr>
        <p:grpSpPr>
          <a:xfrm>
            <a:off x="3727450" y="2136556"/>
            <a:ext cx="5191125" cy="1772008"/>
            <a:chOff x="3727450" y="2136556"/>
            <a:chExt cx="5191125" cy="1772008"/>
          </a:xfrm>
        </p:grpSpPr>
        <p:cxnSp>
          <p:nvCxnSpPr>
            <p:cNvPr id="444" name="Straight Connector 443"/>
            <p:cNvCxnSpPr>
              <a:stCxn id="474" idx="5"/>
            </p:cNvCxnSpPr>
            <p:nvPr/>
          </p:nvCxnSpPr>
          <p:spPr bwMode="auto">
            <a:xfrm>
              <a:off x="4222067" y="2951839"/>
              <a:ext cx="72121" cy="356693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47" name="Straight Connector 446"/>
            <p:cNvCxnSpPr/>
            <p:nvPr/>
          </p:nvCxnSpPr>
          <p:spPr bwMode="auto">
            <a:xfrm rot="5400000">
              <a:off x="4730778" y="2617790"/>
              <a:ext cx="1074683" cy="163512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49" name="Straight Connector 448"/>
            <p:cNvCxnSpPr/>
            <p:nvPr/>
          </p:nvCxnSpPr>
          <p:spPr bwMode="auto">
            <a:xfrm rot="10800000" flipV="1">
              <a:off x="5430838" y="2878660"/>
              <a:ext cx="811212" cy="511967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50" name="Straight Connector 449"/>
            <p:cNvCxnSpPr>
              <a:stCxn id="456" idx="5"/>
            </p:cNvCxnSpPr>
            <p:nvPr/>
          </p:nvCxnSpPr>
          <p:spPr bwMode="auto">
            <a:xfrm rot="16200000" flipH="1">
              <a:off x="4491313" y="1687018"/>
              <a:ext cx="1382161" cy="2281238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53" name="Straight Connector 452"/>
            <p:cNvCxnSpPr/>
            <p:nvPr/>
          </p:nvCxnSpPr>
          <p:spPr bwMode="auto">
            <a:xfrm rot="10800000" flipV="1">
              <a:off x="7620000" y="2807014"/>
              <a:ext cx="1298575" cy="440322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sp>
          <p:nvSpPr>
            <p:cNvPr id="459" name="Oval 33"/>
            <p:cNvSpPr>
              <a:spLocks noChangeArrowheads="1"/>
            </p:cNvSpPr>
            <p:nvPr/>
          </p:nvSpPr>
          <p:spPr bwMode="auto">
            <a:xfrm>
              <a:off x="3727450" y="3165242"/>
              <a:ext cx="1982788" cy="743322"/>
            </a:xfrm>
            <a:prstGeom prst="ellipse">
              <a:avLst/>
            </a:prstGeom>
            <a:solidFill>
              <a:srgbClr val="CCCCFF"/>
            </a:solidFill>
            <a:ln w="9525">
              <a:noFill/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rPr>
                <a:t>区域 ISP</a:t>
              </a: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460" name="Oval 33"/>
            <p:cNvSpPr>
              <a:spLocks noChangeArrowheads="1"/>
            </p:cNvSpPr>
            <p:nvPr/>
          </p:nvSpPr>
          <p:spPr bwMode="auto">
            <a:xfrm>
              <a:off x="6242050" y="3165242"/>
              <a:ext cx="1982788" cy="743322"/>
            </a:xfrm>
            <a:prstGeom prst="ellipse">
              <a:avLst/>
            </a:prstGeom>
            <a:solidFill>
              <a:srgbClr val="CCCCFF"/>
            </a:solidFill>
            <a:ln w="9525">
              <a:noFill/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rPr>
                <a:t>区域 ISP</a:t>
              </a: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cxnSp>
          <p:nvCxnSpPr>
            <p:cNvPr id="66" name="Straight Connector 65"/>
            <p:cNvCxnSpPr>
              <a:endCxn id="460" idx="0"/>
            </p:cNvCxnSpPr>
            <p:nvPr/>
          </p:nvCxnSpPr>
          <p:spPr bwMode="auto">
            <a:xfrm>
              <a:off x="6941820" y="2964180"/>
              <a:ext cx="291624" cy="201062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</p:grpSp>
      <p:grpSp>
        <p:nvGrpSpPr>
          <p:cNvPr id="22" name="Group 21"/>
          <p:cNvGrpSpPr/>
          <p:nvPr/>
        </p:nvGrpSpPr>
        <p:grpSpPr>
          <a:xfrm>
            <a:off x="2347913" y="1287258"/>
            <a:ext cx="7329086" cy="1769461"/>
            <a:chOff x="2347913" y="1287258"/>
            <a:chExt cx="7329086" cy="1769461"/>
          </a:xfrm>
        </p:grpSpPr>
        <p:grpSp>
          <p:nvGrpSpPr>
            <p:cNvPr id="18" name="Group 17"/>
            <p:cNvGrpSpPr/>
            <p:nvPr/>
          </p:nvGrpSpPr>
          <p:grpSpPr>
            <a:xfrm>
              <a:off x="2347913" y="1287258"/>
              <a:ext cx="7329086" cy="1769461"/>
              <a:chOff x="2347913" y="1287258"/>
              <a:chExt cx="7329086" cy="1769461"/>
            </a:xfrm>
          </p:grpSpPr>
          <p:cxnSp>
            <p:nvCxnSpPr>
              <p:cNvPr id="445" name="Straight Connector 444"/>
              <p:cNvCxnSpPr/>
              <p:nvPr/>
            </p:nvCxnSpPr>
            <p:spPr bwMode="auto">
              <a:xfrm rot="10800000" flipV="1">
                <a:off x="4051300" y="2018914"/>
                <a:ext cx="3163888" cy="726904"/>
              </a:xfrm>
              <a:prstGeom prst="line">
                <a:avLst/>
              </a:prstGeom>
              <a:noFill/>
              <a:ln w="9525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442" name="Straight Connector 441"/>
              <p:cNvCxnSpPr/>
              <p:nvPr/>
            </p:nvCxnSpPr>
            <p:spPr bwMode="auto">
              <a:xfrm>
                <a:off x="8816343" y="2125983"/>
                <a:ext cx="183196" cy="466094"/>
              </a:xfrm>
              <a:prstGeom prst="line">
                <a:avLst/>
              </a:prstGeom>
              <a:noFill/>
              <a:ln w="9525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454" name="Straight Connector 453"/>
              <p:cNvCxnSpPr/>
              <p:nvPr/>
            </p:nvCxnSpPr>
            <p:spPr bwMode="auto">
              <a:xfrm flipH="1">
                <a:off x="6889752" y="2118360"/>
                <a:ext cx="486408" cy="617009"/>
              </a:xfrm>
              <a:prstGeom prst="line">
                <a:avLst/>
              </a:prstGeom>
              <a:noFill/>
              <a:ln w="9525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439" name="Straight Connector 438"/>
              <p:cNvCxnSpPr/>
              <p:nvPr/>
            </p:nvCxnSpPr>
            <p:spPr bwMode="auto">
              <a:xfrm rot="10800000">
                <a:off x="4294188" y="1860422"/>
                <a:ext cx="531812" cy="0"/>
              </a:xfrm>
              <a:prstGeom prst="line">
                <a:avLst/>
              </a:prstGeom>
              <a:noFill/>
              <a:ln w="9525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440" name="Straight Connector 439"/>
              <p:cNvCxnSpPr>
                <a:stCxn id="55" idx="2"/>
                <a:endCxn id="457" idx="6"/>
              </p:cNvCxnSpPr>
              <p:nvPr/>
            </p:nvCxnSpPr>
            <p:spPr bwMode="auto">
              <a:xfrm flipH="1">
                <a:off x="6683375" y="1872695"/>
                <a:ext cx="440553" cy="1161"/>
              </a:xfrm>
              <a:prstGeom prst="line">
                <a:avLst/>
              </a:prstGeom>
              <a:noFill/>
              <a:ln w="9525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sp>
            <p:nvSpPr>
              <p:cNvPr id="441" name="Arc 440"/>
              <p:cNvSpPr/>
              <p:nvPr/>
            </p:nvSpPr>
            <p:spPr bwMode="auto">
              <a:xfrm>
                <a:off x="3402013" y="1287258"/>
                <a:ext cx="4460875" cy="429873"/>
              </a:xfrm>
              <a:prstGeom prst="arc">
                <a:avLst>
                  <a:gd name="adj1" fmla="val 10681875"/>
                  <a:gd name="adj2" fmla="val 0"/>
                </a:avLst>
              </a:prstGeom>
              <a:noFill/>
              <a:ln w="9525" cap="flat" cmpd="sng" algn="ctr">
                <a:solidFill>
                  <a:srgbClr val="00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Gill Sans MT" panose="020B0502020104020203"/>
                  <a:ea typeface="+mn-ea"/>
                  <a:cs typeface="Arial" panose="020B0604020202020204"/>
                </a:endParaRPr>
              </a:p>
            </p:txBody>
          </p:sp>
          <p:cxnSp>
            <p:nvCxnSpPr>
              <p:cNvPr id="443" name="Straight Connector 442"/>
              <p:cNvCxnSpPr/>
              <p:nvPr/>
            </p:nvCxnSpPr>
            <p:spPr bwMode="auto">
              <a:xfrm rot="16200000" flipH="1">
                <a:off x="3390276" y="2254903"/>
                <a:ext cx="429873" cy="244475"/>
              </a:xfrm>
              <a:prstGeom prst="line">
                <a:avLst/>
              </a:prstGeom>
              <a:noFill/>
              <a:ln w="9525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446" name="Straight Connector 445"/>
              <p:cNvCxnSpPr/>
              <p:nvPr/>
            </p:nvCxnSpPr>
            <p:spPr bwMode="auto">
              <a:xfrm rot="16200000" flipH="1">
                <a:off x="6125374" y="2196331"/>
                <a:ext cx="474651" cy="406400"/>
              </a:xfrm>
              <a:prstGeom prst="line">
                <a:avLst/>
              </a:prstGeom>
              <a:noFill/>
              <a:ln w="9525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455" name="Straight Connector 454"/>
              <p:cNvCxnSpPr/>
              <p:nvPr/>
            </p:nvCxnSpPr>
            <p:spPr bwMode="auto">
              <a:xfrm>
                <a:off x="6510338" y="2026377"/>
                <a:ext cx="2433637" cy="644810"/>
              </a:xfrm>
              <a:prstGeom prst="line">
                <a:avLst/>
              </a:prstGeom>
              <a:noFill/>
              <a:ln w="9525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sp>
            <p:nvSpPr>
              <p:cNvPr id="456" name="Oval 34"/>
              <p:cNvSpPr>
                <a:spLocks noChangeArrowheads="1"/>
              </p:cNvSpPr>
              <p:nvPr/>
            </p:nvSpPr>
            <p:spPr bwMode="auto">
              <a:xfrm>
                <a:off x="2347913" y="1502195"/>
                <a:ext cx="1984375" cy="743322"/>
              </a:xfrm>
              <a:prstGeom prst="ellipse">
                <a:avLst/>
              </a:prstGeom>
              <a:solidFill>
                <a:srgbClr val="0000A8"/>
              </a:solidFill>
              <a:ln w="9525">
                <a:noFill/>
                <a:rou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/>
                  </a:rPr>
                  <a:t>一级 ISP</a:t>
                </a: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457" name="Oval 34"/>
              <p:cNvSpPr>
                <a:spLocks noChangeArrowheads="1"/>
              </p:cNvSpPr>
              <p:nvPr/>
            </p:nvSpPr>
            <p:spPr bwMode="auto">
              <a:xfrm>
                <a:off x="4700588" y="1502195"/>
                <a:ext cx="1982787" cy="743322"/>
              </a:xfrm>
              <a:prstGeom prst="ellipse">
                <a:avLst/>
              </a:prstGeom>
              <a:solidFill>
                <a:srgbClr val="0000A8"/>
              </a:solidFill>
              <a:ln w="9525">
                <a:noFill/>
                <a:rou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/>
                  </a:rPr>
                  <a:t>一级 ISP</a:t>
                </a: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grpSp>
            <p:nvGrpSpPr>
              <p:cNvPr id="7" name="Group 6"/>
              <p:cNvGrpSpPr/>
              <p:nvPr/>
            </p:nvGrpSpPr>
            <p:grpSpPr>
              <a:xfrm>
                <a:off x="3480201" y="2504276"/>
                <a:ext cx="869150" cy="519599"/>
                <a:chOff x="553316" y="2968407"/>
                <a:chExt cx="869150" cy="552631"/>
              </a:xfrm>
            </p:grpSpPr>
            <p:sp>
              <p:nvSpPr>
                <p:cNvPr id="474" name="Oval 14"/>
                <p:cNvSpPr>
                  <a:spLocks noChangeArrowheads="1"/>
                </p:cNvSpPr>
                <p:nvPr/>
              </p:nvSpPr>
              <p:spPr bwMode="auto">
                <a:xfrm>
                  <a:off x="553316" y="2997818"/>
                  <a:ext cx="869150" cy="523220"/>
                </a:xfrm>
                <a:prstGeom prst="ellipse">
                  <a:avLst/>
                </a:prstGeom>
                <a:solidFill>
                  <a:srgbClr val="0000FF"/>
                </a:solidFill>
                <a:ln w="9525">
                  <a:noFill/>
                  <a:round/>
                </a:ln>
              </p:spPr>
              <p:txBody>
                <a:bodyPr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75" name="TextBox 15"/>
                <p:cNvSpPr txBox="1">
                  <a:spLocks noChangeArrowheads="1"/>
                </p:cNvSpPr>
                <p:nvPr/>
              </p:nvSpPr>
              <p:spPr bwMode="auto">
                <a:xfrm>
                  <a:off x="706987" y="2968407"/>
                  <a:ext cx="646331" cy="52322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altLang="en-US" sz="2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MS PGothic" panose="020B0600070205080204" pitchFamily="34" charset="-128"/>
                      <a:cs typeface="+mn-cs"/>
                    </a:rPr>
                    <a:t>IXP</a:t>
                  </a:r>
                  <a:endPara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+mn-cs"/>
                  </a:endParaRPr>
                </a:p>
              </p:txBody>
            </p:sp>
          </p:grpSp>
          <p:grpSp>
            <p:nvGrpSpPr>
              <p:cNvPr id="14" name="Group 13"/>
              <p:cNvGrpSpPr/>
              <p:nvPr/>
            </p:nvGrpSpPr>
            <p:grpSpPr>
              <a:xfrm>
                <a:off x="7123928" y="1507990"/>
                <a:ext cx="2014757" cy="729410"/>
                <a:chOff x="7123928" y="1507990"/>
                <a:chExt cx="2014757" cy="729410"/>
              </a:xfrm>
            </p:grpSpPr>
            <p:sp>
              <p:nvSpPr>
                <p:cNvPr id="55" name="Oval 11"/>
                <p:cNvSpPr>
                  <a:spLocks noChangeArrowheads="1"/>
                </p:cNvSpPr>
                <p:nvPr/>
              </p:nvSpPr>
              <p:spPr bwMode="auto">
                <a:xfrm>
                  <a:off x="7123928" y="1507990"/>
                  <a:ext cx="2014757" cy="729410"/>
                </a:xfrm>
                <a:prstGeom prst="ellipse">
                  <a:avLst/>
                </a:prstGeom>
                <a:solidFill>
                  <a:srgbClr val="FF6600">
                    <a:alpha val="70195"/>
                  </a:srgbClr>
                </a:solidFill>
                <a:ln w="9525">
                  <a:noFill/>
                  <a:round/>
                </a:ln>
              </p:spPr>
              <p:txBody>
                <a:bodyPr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+mn-cs"/>
                    </a:rPr>
                    <a:t>     </a:t>
                  </a: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" name="TextBox 4"/>
                <p:cNvSpPr txBox="1"/>
                <p:nvPr/>
              </p:nvSpPr>
              <p:spPr>
                <a:xfrm>
                  <a:off x="7387834" y="1535785"/>
                  <a:ext cx="1516762" cy="64633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sz="36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Google</a:t>
                  </a: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80" name="Group 479"/>
              <p:cNvGrpSpPr/>
              <p:nvPr/>
            </p:nvGrpSpPr>
            <p:grpSpPr>
              <a:xfrm>
                <a:off x="8807849" y="2554323"/>
                <a:ext cx="869150" cy="502396"/>
                <a:chOff x="553316" y="2997818"/>
                <a:chExt cx="869150" cy="534333"/>
              </a:xfrm>
            </p:grpSpPr>
            <p:sp>
              <p:nvSpPr>
                <p:cNvPr id="481" name="Oval 14"/>
                <p:cNvSpPr>
                  <a:spLocks noChangeArrowheads="1"/>
                </p:cNvSpPr>
                <p:nvPr/>
              </p:nvSpPr>
              <p:spPr bwMode="auto">
                <a:xfrm>
                  <a:off x="553316" y="2997818"/>
                  <a:ext cx="869150" cy="523220"/>
                </a:xfrm>
                <a:prstGeom prst="ellipse">
                  <a:avLst/>
                </a:prstGeom>
                <a:solidFill>
                  <a:srgbClr val="0000FF"/>
                </a:solidFill>
                <a:ln w="9525">
                  <a:noFill/>
                  <a:round/>
                </a:ln>
              </p:spPr>
              <p:txBody>
                <a:bodyPr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82" name="TextBox 15"/>
                <p:cNvSpPr txBox="1">
                  <a:spLocks noChangeArrowheads="1"/>
                </p:cNvSpPr>
                <p:nvPr/>
              </p:nvSpPr>
              <p:spPr bwMode="auto">
                <a:xfrm>
                  <a:off x="684127" y="3008931"/>
                  <a:ext cx="646331" cy="52322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altLang="en-US" sz="2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MS PGothic" panose="020B0600070205080204" pitchFamily="34" charset="-128"/>
                      <a:cs typeface="+mn-cs"/>
                    </a:rPr>
                    <a:t>IXP</a:t>
                  </a:r>
                  <a:endPara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+mn-cs"/>
                  </a:endParaRPr>
                </a:p>
              </p:txBody>
            </p:sp>
          </p:grpSp>
        </p:grpSp>
        <p:grpSp>
          <p:nvGrpSpPr>
            <p:cNvPr id="477" name="Group 476"/>
            <p:cNvGrpSpPr/>
            <p:nvPr/>
          </p:nvGrpSpPr>
          <p:grpSpPr>
            <a:xfrm>
              <a:off x="6173793" y="2537627"/>
              <a:ext cx="869150" cy="502396"/>
              <a:chOff x="553316" y="2997818"/>
              <a:chExt cx="869150" cy="534333"/>
            </a:xfrm>
          </p:grpSpPr>
          <p:sp>
            <p:nvSpPr>
              <p:cNvPr id="478" name="Oval 14"/>
              <p:cNvSpPr>
                <a:spLocks noChangeArrowheads="1"/>
              </p:cNvSpPr>
              <p:nvPr/>
            </p:nvSpPr>
            <p:spPr bwMode="auto">
              <a:xfrm>
                <a:off x="553316" y="2997818"/>
                <a:ext cx="869150" cy="523220"/>
              </a:xfrm>
              <a:prstGeom prst="ellipse">
                <a:avLst/>
              </a:prstGeom>
              <a:solidFill>
                <a:srgbClr val="0000FF"/>
              </a:solidFill>
              <a:ln w="9525">
                <a:noFill/>
                <a:round/>
              </a:ln>
            </p:spPr>
            <p:txBody>
              <a:bodyPr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479" name="TextBox 15"/>
              <p:cNvSpPr txBox="1">
                <a:spLocks noChangeArrowheads="1"/>
              </p:cNvSpPr>
              <p:nvPr/>
            </p:nvSpPr>
            <p:spPr bwMode="auto">
              <a:xfrm>
                <a:off x="684127" y="3008931"/>
                <a:ext cx="646331" cy="52322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+mn-cs"/>
                  </a:rPr>
                  <a:t>IXP</a:t>
                </a:r>
                <a:endPara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endParaRPr>
              </a:p>
            </p:txBody>
          </p:sp>
        </p:grpSp>
      </p:grpSp>
      <p:sp>
        <p:nvSpPr>
          <p:cNvPr id="61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引言：1-</a:t>
            </a:r>
            <a:fld id="{C4204591-24BD-A542-B9D5-F8D8A88D2FEE}" type="slidenum">
              <a:rPr lang="en-US" smtClean="0"/>
            </a:fld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/>
          <a:lstStyle/>
          <a:p>
            <a:r>
              <a:rPr lang="en-US" altLang="en-US" dirty="0">
                <a:cs typeface="Calibri" panose="020F0502020204030204" pitchFamily="34" charset="0"/>
              </a:rPr>
              <a:t>第 1 章：路线图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引言：1-</a:t>
            </a:r>
            <a:fld id="{C4204591-24BD-A542-B9D5-F8D8A88D2FEE}" type="slidenum">
              <a:rPr lang="en-US" smtClean="0"/>
            </a:fld>
            <a:endParaRPr lang="en-US" dirty="0"/>
          </a:p>
        </p:txBody>
      </p:sp>
      <p:sp>
        <p:nvSpPr>
          <p:cNvPr id="9" name="Rectangle 4"/>
          <p:cNvSpPr>
            <a:spLocks noGrp="1" noChangeArrowheads="1"/>
          </p:cNvSpPr>
          <p:nvPr>
            <p:ph sz="half" idx="2"/>
          </p:nvPr>
        </p:nvSpPr>
        <p:spPr>
          <a:xfrm>
            <a:off x="798690" y="1414011"/>
            <a:ext cx="6618109" cy="5029078"/>
          </a:xfrm>
        </p:spPr>
        <p:txBody>
          <a:bodyPr>
            <a:normAutofit fontScale="92500"/>
          </a:bodyPr>
          <a:lstStyle/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什么是互联网？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/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/>
            </a:r>
            <a:endParaRPr lang="en-US" altLang="ja-JP" sz="3200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什么是协议？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/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/>
            </a:r>
            <a:endParaRPr lang="en-US" altLang="ja-JP" sz="3200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网络边缘：主机、接入网、物理媒体</a:t>
            </a:r>
            <a:endParaRPr lang="en-US" altLang="en-US" sz="3200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8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网络核心：分组/电路交换、互联网结构</a:t>
            </a:r>
            <a:endParaRPr lang="en-US" altLang="en-US" sz="3200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marL="403225" indent="-285750" eaLnBrk="1" hangingPunct="1">
              <a:spcBef>
                <a:spcPts val="800"/>
              </a:spcBef>
              <a:buClr>
                <a:srgbClr val="0000A8"/>
              </a:buClr>
            </a:pPr>
            <a:r>
              <a:rPr lang="en-US" altLang="en-US" sz="3200" dirty="0">
                <a:latin typeface="Calibri" panose="020F0502020204030204" pitchFamily="34" charset="0"/>
                <a:cs typeface="Calibri" panose="020F0502020204030204" pitchFamily="34" charset="0"/>
              </a:rPr>
              <a:t>性能：丢失、时延、吞吐量</a:t>
            </a:r>
            <a:endParaRPr lang="en-US" altLang="en-US" sz="3200" dirty="0"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安全</a:t>
            </a:r>
            <a:endParaRPr lang="en-US" altLang="en-US" sz="3200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协议分层、服务模型</a:t>
            </a:r>
            <a:endParaRPr lang="en-US" altLang="en-US" sz="3200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历史</a:t>
            </a:r>
            <a:endParaRPr lang="en-US" altLang="en-US" sz="3200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eaLnBrk="1" hangingPunct="1">
              <a:buFont typeface="Wingdings" panose="05000000000000000000" pitchFamily="2" charset="2"/>
              <a:buNone/>
            </a:pPr>
            <a:endParaRPr lang="en-US" altLang="en-US" sz="2400" dirty="0"/>
          </a:p>
        </p:txBody>
      </p:sp>
      <p:pic>
        <p:nvPicPr>
          <p:cNvPr id="7" name="Picture 6" descr="Kurose&amp;Ross 8th ed cover picture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7774329" y="1293471"/>
            <a:ext cx="3657600" cy="2743200"/>
          </a:xfrm>
          <a:prstGeom prst="rect">
            <a:avLst/>
          </a:prstGeom>
        </p:spPr>
      </p:pic>
    </p:spTree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Line 26"/>
          <p:cNvSpPr>
            <a:spLocks noChangeShapeType="1"/>
          </p:cNvSpPr>
          <p:nvPr/>
        </p:nvSpPr>
        <p:spPr bwMode="auto">
          <a:xfrm>
            <a:off x="5779371" y="4596717"/>
            <a:ext cx="1933575" cy="95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67" name="Group 66"/>
          <p:cNvGrpSpPr/>
          <p:nvPr/>
        </p:nvGrpSpPr>
        <p:grpSpPr>
          <a:xfrm>
            <a:off x="4584883" y="4186185"/>
            <a:ext cx="1511352" cy="863670"/>
            <a:chOff x="7493876" y="2774731"/>
            <a:chExt cx="1481958" cy="894622"/>
          </a:xfrm>
        </p:grpSpPr>
        <p:sp>
          <p:nvSpPr>
            <p:cNvPr id="68" name="Freeform 67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9" name="Oval 68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70" name="Group 69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1" name="Freeform 70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2" name="Freeform 71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3" name="Freeform 72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4" name="Freeform 73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MS PGothic" panose="020B0600070205080204" pitchFamily="34" charset="-128"/>
              </a:rPr>
              <a:t>分组时延和丢失是如何发生的？</a:t>
            </a:r>
            <a:endParaRPr lang="en-US" sz="4400" dirty="0"/>
          </a:p>
        </p:txBody>
      </p:sp>
      <p:sp>
        <p:nvSpPr>
          <p:cNvPr id="7" name="Rectangle 3"/>
          <p:cNvSpPr>
            <a:spLocks noGrp="1" noChangeArrowheads="1"/>
          </p:cNvSpPr>
          <p:nvPr>
            <p:ph sz="half" idx="1"/>
          </p:nvPr>
        </p:nvSpPr>
        <p:spPr>
          <a:xfrm>
            <a:off x="825266" y="1253331"/>
            <a:ext cx="11137549" cy="4351338"/>
          </a:xfrm>
        </p:spPr>
        <p:txBody>
          <a:bodyPr/>
          <a:lstStyle/>
          <a:p>
            <a:pPr marL="514350" indent="-457200">
              <a:defRPr/>
            </a:pPr>
            <a:r>
              <a:rPr lang="en-US" dirty="0"/>
              <a:t>分组在路由器缓冲区中排队，等待轮到自己传输</a:t>
            </a:r>
            <a:r>
              <a:rPr lang="en-US" i="1" dirty="0">
                <a:solidFill>
                  <a:srgbClr val="C00000"/>
                </a:solidFill>
              </a:rPr>
              <a:t/>
            </a:r>
            <a:r>
              <a:rPr lang="en-US" dirty="0"/>
              <a:t/>
            </a:r>
            <a:endParaRPr lang="en-US" dirty="0"/>
          </a:p>
          <a:p>
            <a:pPr marL="751205" lvl="1" indent="-278130">
              <a:buFont typeface="Wingdings" panose="05000000000000000000" pitchFamily="2" charset="2"/>
              <a:buChar char="§"/>
              <a:defRPr/>
            </a:pPr>
            <a:r>
              <a:rPr lang="en-US" dirty="0"/>
              <a:t>当到达链路的速率（暂时）超过输出链路容量时，队列长度会增长 </a:t>
            </a:r>
            <a:endParaRPr lang="en-US" dirty="0"/>
          </a:p>
          <a:p>
            <a:pPr marL="408305" indent="-278130" eaLnBrk="1" hangingPunct="1">
              <a:buFont typeface="Wingdings" panose="05000000000000000000" pitchFamily="2" charset="2"/>
              <a:buChar char="§"/>
              <a:defRPr/>
            </a:pPr>
            <a:r>
              <a:rPr lang="en-US" dirty="0"/>
              <a:t>当用于存放排队分组的内存被占满时，就会发生分组丢失</a:t>
            </a:r>
            <a:r>
              <a:rPr lang="en-US" i="1" dirty="0">
                <a:solidFill>
                  <a:srgbClr val="CC0000"/>
                </a:solidFill>
              </a:rPr>
              <a:t/>
            </a:r>
            <a:r>
              <a:rPr lang="en-US" dirty="0">
                <a:solidFill>
                  <a:srgbClr val="CC0000"/>
                </a:solidFill>
              </a:rPr>
              <a:t/>
            </a:r>
            <a:r>
              <a:rPr lang="en-US" dirty="0"/>
              <a:t/>
            </a:r>
            <a:endParaRPr lang="en-US" dirty="0"/>
          </a:p>
        </p:txBody>
      </p:sp>
      <p:sp>
        <p:nvSpPr>
          <p:cNvPr id="8" name="Line 24"/>
          <p:cNvSpPr>
            <a:spLocks noChangeShapeType="1"/>
          </p:cNvSpPr>
          <p:nvPr/>
        </p:nvSpPr>
        <p:spPr bwMode="auto">
          <a:xfrm>
            <a:off x="3855321" y="4177617"/>
            <a:ext cx="741362" cy="3556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0" name="Rectangle 30"/>
          <p:cNvSpPr>
            <a:spLocks noChangeArrowheads="1"/>
          </p:cNvSpPr>
          <p:nvPr/>
        </p:nvSpPr>
        <p:spPr bwMode="auto">
          <a:xfrm>
            <a:off x="5445996" y="4468129"/>
            <a:ext cx="147637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21" name="Rectangle 31"/>
          <p:cNvSpPr>
            <a:spLocks noChangeArrowheads="1"/>
          </p:cNvSpPr>
          <p:nvPr/>
        </p:nvSpPr>
        <p:spPr bwMode="auto">
          <a:xfrm>
            <a:off x="5601571" y="4468129"/>
            <a:ext cx="147637" cy="200025"/>
          </a:xfrm>
          <a:prstGeom prst="rect">
            <a:avLst/>
          </a:prstGeom>
          <a:solidFill>
            <a:srgbClr val="00B050"/>
          </a:solidFill>
          <a:ln w="9525">
            <a:solidFill>
              <a:schemeClr val="tx1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22" name="Rectangle 38"/>
          <p:cNvSpPr>
            <a:spLocks noChangeArrowheads="1"/>
          </p:cNvSpPr>
          <p:nvPr/>
        </p:nvSpPr>
        <p:spPr bwMode="auto">
          <a:xfrm>
            <a:off x="5736508" y="4406217"/>
            <a:ext cx="147638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23" name="Line 25"/>
          <p:cNvSpPr>
            <a:spLocks noChangeShapeType="1"/>
          </p:cNvSpPr>
          <p:nvPr/>
        </p:nvSpPr>
        <p:spPr bwMode="auto">
          <a:xfrm flipV="1">
            <a:off x="3853733" y="4717367"/>
            <a:ext cx="735013" cy="5508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4" name="Rectangle 32"/>
          <p:cNvSpPr>
            <a:spLocks noChangeArrowheads="1"/>
          </p:cNvSpPr>
          <p:nvPr/>
        </p:nvSpPr>
        <p:spPr bwMode="auto">
          <a:xfrm>
            <a:off x="4393483" y="4368117"/>
            <a:ext cx="147638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25" name="Line 33"/>
          <p:cNvSpPr>
            <a:spLocks noChangeShapeType="1"/>
          </p:cNvSpPr>
          <p:nvPr/>
        </p:nvSpPr>
        <p:spPr bwMode="auto">
          <a:xfrm>
            <a:off x="4344271" y="4304617"/>
            <a:ext cx="21113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6" name="Text Box 36"/>
          <p:cNvSpPr txBox="1">
            <a:spLocks noChangeArrowheads="1"/>
          </p:cNvSpPr>
          <p:nvPr/>
        </p:nvSpPr>
        <p:spPr bwMode="auto">
          <a:xfrm>
            <a:off x="3021677" y="3861704"/>
            <a:ext cx="393056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A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27" name="Text Box 37"/>
          <p:cNvSpPr txBox="1">
            <a:spLocks noChangeArrowheads="1"/>
          </p:cNvSpPr>
          <p:nvPr/>
        </p:nvSpPr>
        <p:spPr bwMode="auto">
          <a:xfrm>
            <a:off x="3094654" y="4814204"/>
            <a:ext cx="380232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B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grpSp>
        <p:nvGrpSpPr>
          <p:cNvPr id="28" name="Group 66"/>
          <p:cNvGrpSpPr/>
          <p:nvPr/>
        </p:nvGrpSpPr>
        <p:grpSpPr bwMode="auto">
          <a:xfrm>
            <a:off x="3128246" y="3861704"/>
            <a:ext cx="779462" cy="679450"/>
            <a:chOff x="-44" y="1473"/>
            <a:chExt cx="981" cy="1105"/>
          </a:xfrm>
        </p:grpSpPr>
        <p:pic>
          <p:nvPicPr>
            <p:cNvPr id="29" name="Picture 67" descr="desktop_computer_stylized_medium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" name="Freeform 68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32" name="Picture 70" descr="desktop_computer_stylized_medium"/>
          <p:cNvPicPr>
            <a:picLocks noChangeAspect="1" noChangeArrowheads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3223290" y="4868179"/>
            <a:ext cx="779462" cy="679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3" name="Freeform 71"/>
          <p:cNvSpPr/>
          <p:nvPr/>
        </p:nvSpPr>
        <p:spPr bwMode="auto">
          <a:xfrm flipH="1">
            <a:off x="3555416" y="4933357"/>
            <a:ext cx="379004" cy="311133"/>
          </a:xfrm>
          <a:custGeom>
            <a:avLst/>
            <a:gdLst>
              <a:gd name="T0" fmla="*/ 0 w 356"/>
              <a:gd name="T1" fmla="*/ 0 h 368"/>
              <a:gd name="T2" fmla="*/ 32377 w 356"/>
              <a:gd name="T3" fmla="*/ 2307 h 368"/>
              <a:gd name="T4" fmla="*/ 38409 w 356"/>
              <a:gd name="T5" fmla="*/ 48069 h 368"/>
              <a:gd name="T6" fmla="*/ 8465 w 356"/>
              <a:gd name="T7" fmla="*/ 60116 h 368"/>
              <a:gd name="T8" fmla="*/ 0 w 356"/>
              <a:gd name="T9" fmla="*/ 0 h 36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6"/>
              <a:gd name="T16" fmla="*/ 0 h 368"/>
              <a:gd name="T17" fmla="*/ 356 w 356"/>
              <a:gd name="T18" fmla="*/ 368 h 36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6" h="368">
                <a:moveTo>
                  <a:pt x="0" y="0"/>
                </a:moveTo>
                <a:lnTo>
                  <a:pt x="300" y="14"/>
                </a:lnTo>
                <a:lnTo>
                  <a:pt x="356" y="294"/>
                </a:lnTo>
                <a:lnTo>
                  <a:pt x="78" y="368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chemeClr val="bg1"/>
              </a:gs>
            </a:gsLst>
            <a:lin ang="27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prstDash val="solid"/>
                <a:round/>
              </a14:hiddenLine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4" name="Rectangle 31"/>
          <p:cNvSpPr>
            <a:spLocks noChangeArrowheads="1"/>
          </p:cNvSpPr>
          <p:nvPr/>
        </p:nvSpPr>
        <p:spPr bwMode="auto">
          <a:xfrm>
            <a:off x="3956921" y="5023754"/>
            <a:ext cx="139700" cy="185738"/>
          </a:xfrm>
          <a:prstGeom prst="rect">
            <a:avLst/>
          </a:prstGeom>
          <a:solidFill>
            <a:srgbClr val="00B050"/>
          </a:solidFill>
          <a:ln w="9525">
            <a:solidFill>
              <a:schemeClr val="tx1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5" name="Line 33"/>
          <p:cNvSpPr>
            <a:spLocks noChangeShapeType="1"/>
          </p:cNvSpPr>
          <p:nvPr/>
        </p:nvSpPr>
        <p:spPr bwMode="auto">
          <a:xfrm flipV="1">
            <a:off x="4131546" y="4993592"/>
            <a:ext cx="220662" cy="1619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6" name="Rectangle 89"/>
          <p:cNvSpPr>
            <a:spLocks noChangeArrowheads="1"/>
          </p:cNvSpPr>
          <p:nvPr/>
        </p:nvSpPr>
        <p:spPr bwMode="auto">
          <a:xfrm>
            <a:off x="5293596" y="4469717"/>
            <a:ext cx="147637" cy="200025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7" name="Rectangle 89"/>
          <p:cNvSpPr>
            <a:spLocks noChangeArrowheads="1"/>
          </p:cNvSpPr>
          <p:nvPr/>
        </p:nvSpPr>
        <p:spPr bwMode="auto">
          <a:xfrm>
            <a:off x="5144371" y="4468129"/>
            <a:ext cx="147637" cy="200025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8" name="Rectangle 89"/>
          <p:cNvSpPr>
            <a:spLocks noChangeArrowheads="1"/>
          </p:cNvSpPr>
          <p:nvPr/>
        </p:nvSpPr>
        <p:spPr bwMode="auto">
          <a:xfrm>
            <a:off x="4991971" y="4471304"/>
            <a:ext cx="147637" cy="200025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grpSp>
        <p:nvGrpSpPr>
          <p:cNvPr id="49" name="Group 93"/>
          <p:cNvGrpSpPr/>
          <p:nvPr/>
        </p:nvGrpSpPr>
        <p:grpSpPr bwMode="auto">
          <a:xfrm>
            <a:off x="4277596" y="3137806"/>
            <a:ext cx="5876927" cy="1239838"/>
            <a:chOff x="1279" y="2225"/>
            <a:chExt cx="3702" cy="781"/>
          </a:xfrm>
        </p:grpSpPr>
        <p:sp>
          <p:nvSpPr>
            <p:cNvPr id="50" name="Text Box 66"/>
            <p:cNvSpPr txBox="1">
              <a:spLocks noChangeArrowheads="1"/>
            </p:cNvSpPr>
            <p:nvPr/>
          </p:nvSpPr>
          <p:spPr bwMode="auto">
            <a:xfrm>
              <a:off x="1279" y="2225"/>
              <a:ext cx="3702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正在传输的分组（传输时延）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/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1" name="Line 67"/>
            <p:cNvSpPr>
              <a:spLocks noChangeShapeType="1"/>
            </p:cNvSpPr>
            <p:nvPr/>
          </p:nvSpPr>
          <p:spPr bwMode="auto">
            <a:xfrm rot="10800000" flipV="1">
              <a:off x="2259" y="2462"/>
              <a:ext cx="836" cy="5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52" name="Group 94"/>
          <p:cNvGrpSpPr/>
          <p:nvPr/>
        </p:nvGrpSpPr>
        <p:grpSpPr bwMode="auto">
          <a:xfrm>
            <a:off x="5550773" y="4742762"/>
            <a:ext cx="5216531" cy="900111"/>
            <a:chOff x="2103" y="3214"/>
            <a:chExt cx="3286" cy="567"/>
          </a:xfrm>
        </p:grpSpPr>
        <p:sp>
          <p:nvSpPr>
            <p:cNvPr id="53" name="Text Box 72"/>
            <p:cNvSpPr txBox="1">
              <a:spLocks noChangeArrowheads="1"/>
            </p:cNvSpPr>
            <p:nvPr/>
          </p:nvSpPr>
          <p:spPr bwMode="auto">
            <a:xfrm>
              <a:off x="2530" y="3490"/>
              <a:ext cx="2859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缓冲区中的分组（排队时延）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/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/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4" name="Line 73"/>
            <p:cNvSpPr>
              <a:spLocks noChangeShapeType="1"/>
            </p:cNvSpPr>
            <p:nvPr/>
          </p:nvSpPr>
          <p:spPr bwMode="auto">
            <a:xfrm rot="10800000">
              <a:off x="2103" y="3214"/>
              <a:ext cx="471" cy="40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55" name="Group 95"/>
          <p:cNvGrpSpPr/>
          <p:nvPr/>
        </p:nvGrpSpPr>
        <p:grpSpPr bwMode="auto">
          <a:xfrm>
            <a:off x="4468095" y="4704672"/>
            <a:ext cx="5173663" cy="1757364"/>
            <a:chOff x="1421" y="3190"/>
            <a:chExt cx="3259" cy="1107"/>
          </a:xfrm>
        </p:grpSpPr>
        <p:sp>
          <p:nvSpPr>
            <p:cNvPr id="56" name="Line 91"/>
            <p:cNvSpPr>
              <a:spLocks noChangeShapeType="1"/>
            </p:cNvSpPr>
            <p:nvPr/>
          </p:nvSpPr>
          <p:spPr bwMode="auto">
            <a:xfrm rot="10800000" flipH="1">
              <a:off x="1793" y="3190"/>
              <a:ext cx="110" cy="63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" name="Text Box 92"/>
            <p:cNvSpPr txBox="1">
              <a:spLocks noChangeArrowheads="1"/>
            </p:cNvSpPr>
            <p:nvPr/>
          </p:nvSpPr>
          <p:spPr bwMode="auto">
            <a:xfrm>
              <a:off x="1421" y="3774"/>
              <a:ext cx="3259" cy="52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空闲（可用）缓冲区：到达的分组 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若无空闲缓冲区则丢弃（丢失）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/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/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59" name="Group 58"/>
          <p:cNvGrpSpPr/>
          <p:nvPr/>
        </p:nvGrpSpPr>
        <p:grpSpPr>
          <a:xfrm>
            <a:off x="7723012" y="4224627"/>
            <a:ext cx="1511352" cy="863670"/>
            <a:chOff x="7493876" y="2774731"/>
            <a:chExt cx="1481958" cy="894622"/>
          </a:xfrm>
        </p:grpSpPr>
        <p:sp>
          <p:nvSpPr>
            <p:cNvPr id="60" name="Freeform 59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" name="Oval 60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62" name="Group 61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3" name="Freeform 62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4" name="Freeform 63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5" name="Freeform 64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" name="Freeform 65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58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引言：1-</a:t>
            </a:r>
            <a:fld id="{C4204591-24BD-A542-B9D5-F8D8A88D2FEE}" type="slidenum">
              <a:rPr lang="en-US" smtClean="0"/>
            </a:fld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5" name="Group 134"/>
          <p:cNvGrpSpPr/>
          <p:nvPr/>
        </p:nvGrpSpPr>
        <p:grpSpPr>
          <a:xfrm>
            <a:off x="3364430" y="1767623"/>
            <a:ext cx="1511352" cy="863670"/>
            <a:chOff x="7493876" y="2774731"/>
            <a:chExt cx="1481958" cy="894622"/>
          </a:xfrm>
        </p:grpSpPr>
        <p:sp>
          <p:nvSpPr>
            <p:cNvPr id="136" name="Freeform 135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7" name="Oval 136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38" name="Group 137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39" name="Freeform 138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0" name="Freeform 139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1" name="Freeform 140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2" name="Freeform 141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sz="4400" dirty="0">
                <a:ea typeface="MS PGothic" panose="020B0600070205080204" pitchFamily="34" charset="-128"/>
              </a:rPr>
              <a:t>分组时延：四种来源</a:t>
            </a:r>
            <a:endParaRPr lang="en-US" sz="4400" dirty="0"/>
          </a:p>
        </p:txBody>
      </p:sp>
      <p:sp>
        <p:nvSpPr>
          <p:cNvPr id="58" name="Rectangle 4"/>
          <p:cNvSpPr txBox="1">
            <a:spLocks noChangeArrowheads="1"/>
          </p:cNvSpPr>
          <p:nvPr/>
        </p:nvSpPr>
        <p:spPr>
          <a:xfrm>
            <a:off x="1621934" y="4604492"/>
            <a:ext cx="3810000" cy="183959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95275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charset="0"/>
              <a:buNone/>
              <a:defRPr/>
            </a:pP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dproc：节点处理 </a:t>
            </a:r>
            <a:r>
              <a:rPr kumimoji="0" lang="en-US" sz="2800" b="0" i="0" u="none" strike="noStrike" kern="120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/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/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/>
            </a: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349250" marR="0" lvl="0" indent="-233680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charset="0"/>
              <a:buChar char="§"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检查比特错误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349250" marR="0" lvl="0" indent="-233680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charset="0"/>
              <a:buChar char="§"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确定输出链路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349250" marR="0" lvl="0" indent="-233680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charset="0"/>
              <a:buChar char="§"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通常小于微秒级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" name="Rectangle 58"/>
          <p:cNvSpPr>
            <a:spLocks noChangeArrowheads="1"/>
          </p:cNvSpPr>
          <p:nvPr/>
        </p:nvSpPr>
        <p:spPr bwMode="auto">
          <a:xfrm>
            <a:off x="6212541" y="4536106"/>
            <a:ext cx="5054724" cy="1394050"/>
          </a:xfrm>
          <a:prstGeom prst="rect">
            <a:avLst/>
          </a:prstGeom>
          <a:noFill/>
          <a:ln>
            <a:noFill/>
          </a:ln>
        </p:spPr>
        <p:txBody>
          <a:bodyPr/>
          <a:lstStyle/>
          <a:p>
            <a:pPr marL="344805" marR="0" lvl="0" indent="-344805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3333CC"/>
              </a:buClr>
              <a:buSzPct val="85000"/>
              <a:buFont typeface="Wingdings" panose="05000000000000000000" charset="0"/>
              <a:buNone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rPr>
              <a:t> dqueue：排队时延</a:t>
            </a: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rPr>
              <a:t/>
            </a:r>
            <a:r>
              <a:rPr kumimoji="0" lang="en-US" sz="2800" b="0" i="0" u="none" strike="noStrike" kern="120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rPr>
              <a:t/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rPr>
              <a:t/>
            </a: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MS PGothic" panose="020B0600070205080204" pitchFamily="34" charset="-128"/>
            </a:endParaRPr>
          </a:p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panose="05000000000000000000" charset="0"/>
              <a:buChar char="§"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rPr>
              <a:t>在输出链路等待传输的时间 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MS PGothic" panose="020B0600070205080204" pitchFamily="34" charset="-128"/>
            </a:endParaRPr>
          </a:p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panose="05000000000000000000" charset="0"/>
              <a:buChar char="§"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rPr>
              <a:t>取决于路由器的拥塞程度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MS PGothic" panose="020B0600070205080204" pitchFamily="34" charset="-128"/>
            </a:endParaRPr>
          </a:p>
        </p:txBody>
      </p:sp>
      <p:sp>
        <p:nvSpPr>
          <p:cNvPr id="77" name="Line 24"/>
          <p:cNvSpPr>
            <a:spLocks noChangeShapeType="1"/>
          </p:cNvSpPr>
          <p:nvPr/>
        </p:nvSpPr>
        <p:spPr bwMode="auto">
          <a:xfrm>
            <a:off x="2621011" y="1783635"/>
            <a:ext cx="741403" cy="3556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0" name="Rectangle 29"/>
          <p:cNvSpPr>
            <a:spLocks noChangeArrowheads="1"/>
          </p:cNvSpPr>
          <p:nvPr/>
        </p:nvSpPr>
        <p:spPr bwMode="auto">
          <a:xfrm>
            <a:off x="5464378" y="2002710"/>
            <a:ext cx="147646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81" name="Rectangle 30"/>
          <p:cNvSpPr>
            <a:spLocks noChangeArrowheads="1"/>
          </p:cNvSpPr>
          <p:nvPr/>
        </p:nvSpPr>
        <p:spPr bwMode="auto">
          <a:xfrm>
            <a:off x="4211773" y="2074148"/>
            <a:ext cx="147645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82" name="Rectangle 31"/>
          <p:cNvSpPr>
            <a:spLocks noChangeArrowheads="1"/>
          </p:cNvSpPr>
          <p:nvPr/>
        </p:nvSpPr>
        <p:spPr bwMode="auto">
          <a:xfrm>
            <a:off x="4373707" y="2074148"/>
            <a:ext cx="147645" cy="200025"/>
          </a:xfrm>
          <a:prstGeom prst="rect">
            <a:avLst/>
          </a:prstGeom>
          <a:solidFill>
            <a:srgbClr val="00B050"/>
          </a:solidFill>
          <a:ln w="9525">
            <a:solidFill>
              <a:schemeClr val="tx1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83" name="Line 35"/>
          <p:cNvSpPr>
            <a:spLocks noChangeShapeType="1"/>
          </p:cNvSpPr>
          <p:nvPr/>
        </p:nvSpPr>
        <p:spPr bwMode="auto">
          <a:xfrm flipV="1">
            <a:off x="7042061" y="1833751"/>
            <a:ext cx="36673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4" name="Rectangle 38"/>
          <p:cNvSpPr>
            <a:spLocks noChangeArrowheads="1"/>
          </p:cNvSpPr>
          <p:nvPr/>
        </p:nvSpPr>
        <p:spPr bwMode="auto">
          <a:xfrm>
            <a:off x="4502301" y="2012235"/>
            <a:ext cx="147646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85" name="Text Box 39"/>
          <p:cNvSpPr txBox="1">
            <a:spLocks noChangeArrowheads="1"/>
          </p:cNvSpPr>
          <p:nvPr/>
        </p:nvSpPr>
        <p:spPr bwMode="auto">
          <a:xfrm>
            <a:off x="5370720" y="1587878"/>
            <a:ext cx="170040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传播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86" name="Line 40"/>
          <p:cNvSpPr>
            <a:spLocks noChangeShapeType="1"/>
          </p:cNvSpPr>
          <p:nvPr/>
        </p:nvSpPr>
        <p:spPr bwMode="auto">
          <a:xfrm rot="10800000">
            <a:off x="5073803" y="1831109"/>
            <a:ext cx="31910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7" name="Text Box 43"/>
          <p:cNvSpPr txBox="1">
            <a:spLocks noChangeArrowheads="1"/>
          </p:cNvSpPr>
          <p:nvPr/>
        </p:nvSpPr>
        <p:spPr bwMode="auto">
          <a:xfrm>
            <a:off x="3016098" y="2729785"/>
            <a:ext cx="1511824" cy="690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节点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处理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88" name="Line 44"/>
          <p:cNvSpPr>
            <a:spLocks noChangeShapeType="1"/>
          </p:cNvSpPr>
          <p:nvPr/>
        </p:nvSpPr>
        <p:spPr bwMode="auto">
          <a:xfrm rot="10800000">
            <a:off x="3363541" y="2729991"/>
            <a:ext cx="833484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9" name="Line 45"/>
          <p:cNvSpPr>
            <a:spLocks noChangeShapeType="1"/>
          </p:cNvSpPr>
          <p:nvPr/>
        </p:nvSpPr>
        <p:spPr bwMode="auto">
          <a:xfrm rot="10800000" flipV="1">
            <a:off x="4187959" y="2536110"/>
            <a:ext cx="385784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0" name="Text Box 46"/>
          <p:cNvSpPr txBox="1">
            <a:spLocks noChangeArrowheads="1"/>
          </p:cNvSpPr>
          <p:nvPr/>
        </p:nvSpPr>
        <p:spPr bwMode="auto">
          <a:xfrm>
            <a:off x="4595969" y="2957464"/>
            <a:ext cx="1354858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排队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1" name="Line 47"/>
          <p:cNvSpPr>
            <a:spLocks noChangeShapeType="1"/>
          </p:cNvSpPr>
          <p:nvPr/>
        </p:nvSpPr>
        <p:spPr bwMode="auto">
          <a:xfrm rot="10800000">
            <a:off x="4349892" y="2536110"/>
            <a:ext cx="595346" cy="5524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2" name="Rectangle 3"/>
          <p:cNvSpPr>
            <a:spLocks noChangeArrowheads="1"/>
          </p:cNvSpPr>
          <p:nvPr/>
        </p:nvSpPr>
        <p:spPr bwMode="auto">
          <a:xfrm>
            <a:off x="1743075" y="3585728"/>
            <a:ext cx="6175328" cy="554037"/>
          </a:xfrm>
          <a:prstGeom prst="rect">
            <a:avLst/>
          </a:prstGeom>
          <a:noFill/>
          <a:ln w="19050">
            <a:noFill/>
            <a:miter lim="800000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marL="2857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285750" marR="0" lvl="0" indent="-28575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75000"/>
              <a:buFont typeface="Wingdings" panose="05000000000000000000" pitchFamily="2" charset="2"/>
              <a:buNone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dnodal = dproc + dqueue + dtrans + dprop</a:t>
            </a:r>
            <a:r>
              <a:rPr kumimoji="0" lang="en-US" altLang="en-US" sz="3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r>
              <a:rPr kumimoji="0" lang="en-US" altLang="en-US" sz="3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r>
              <a:rPr kumimoji="0" lang="en-US" altLang="en-US" sz="3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r>
              <a:rPr kumimoji="0" lang="en-US" altLang="en-US" sz="3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r>
              <a:rPr kumimoji="0" lang="en-US" altLang="en-US" sz="3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3" name="Line 25"/>
          <p:cNvSpPr>
            <a:spLocks noChangeShapeType="1"/>
          </p:cNvSpPr>
          <p:nvPr/>
        </p:nvSpPr>
        <p:spPr bwMode="auto">
          <a:xfrm flipV="1">
            <a:off x="2619131" y="2323384"/>
            <a:ext cx="735346" cy="549939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4" name="Rectangle 32"/>
          <p:cNvSpPr>
            <a:spLocks noChangeArrowheads="1"/>
          </p:cNvSpPr>
          <p:nvPr/>
        </p:nvSpPr>
        <p:spPr bwMode="auto">
          <a:xfrm>
            <a:off x="3159202" y="1974135"/>
            <a:ext cx="147646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5" name="Line 33"/>
          <p:cNvSpPr>
            <a:spLocks noChangeShapeType="1"/>
          </p:cNvSpPr>
          <p:nvPr/>
        </p:nvSpPr>
        <p:spPr bwMode="auto">
          <a:xfrm>
            <a:off x="3109988" y="1910635"/>
            <a:ext cx="211149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6" name="Text Box 36"/>
          <p:cNvSpPr txBox="1">
            <a:spLocks noChangeArrowheads="1"/>
          </p:cNvSpPr>
          <p:nvPr/>
        </p:nvSpPr>
        <p:spPr bwMode="auto">
          <a:xfrm>
            <a:off x="1816815" y="1467723"/>
            <a:ext cx="393056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A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7" name="Text Box 37"/>
          <p:cNvSpPr txBox="1">
            <a:spLocks noChangeArrowheads="1"/>
          </p:cNvSpPr>
          <p:nvPr/>
        </p:nvSpPr>
        <p:spPr bwMode="auto">
          <a:xfrm>
            <a:off x="1845558" y="2420223"/>
            <a:ext cx="380232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B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grpSp>
        <p:nvGrpSpPr>
          <p:cNvPr id="98" name="Group 66"/>
          <p:cNvGrpSpPr/>
          <p:nvPr/>
        </p:nvGrpSpPr>
        <p:grpSpPr bwMode="auto">
          <a:xfrm>
            <a:off x="1923392" y="1467723"/>
            <a:ext cx="779505" cy="679450"/>
            <a:chOff x="-44" y="1473"/>
            <a:chExt cx="981" cy="1105"/>
          </a:xfrm>
        </p:grpSpPr>
        <p:pic>
          <p:nvPicPr>
            <p:cNvPr id="116" name="Picture 67" descr="desktop_computer_stylized_medium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7" name="Freeform 68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99" name="Group 69"/>
          <p:cNvGrpSpPr/>
          <p:nvPr/>
        </p:nvGrpSpPr>
        <p:grpSpPr bwMode="auto">
          <a:xfrm>
            <a:off x="1914200" y="2474691"/>
            <a:ext cx="779506" cy="679450"/>
            <a:chOff x="-44" y="1473"/>
            <a:chExt cx="981" cy="1105"/>
          </a:xfrm>
        </p:grpSpPr>
        <p:pic>
          <p:nvPicPr>
            <p:cNvPr id="114" name="Picture 70" descr="desktop_computer_stylized_medium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5" name="Freeform 71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00" name="Text Box 41"/>
          <p:cNvSpPr txBox="1">
            <a:spLocks noChangeArrowheads="1"/>
          </p:cNvSpPr>
          <p:nvPr/>
        </p:nvSpPr>
        <p:spPr bwMode="auto">
          <a:xfrm>
            <a:off x="2833286" y="1145961"/>
            <a:ext cx="176856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传输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1" name="Line 42"/>
          <p:cNvSpPr>
            <a:spLocks noChangeShapeType="1"/>
          </p:cNvSpPr>
          <p:nvPr/>
        </p:nvSpPr>
        <p:spPr bwMode="auto">
          <a:xfrm rot="10800000" flipH="1" flipV="1">
            <a:off x="4038725" y="1443910"/>
            <a:ext cx="528667" cy="533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3" name="Rectangle 31"/>
          <p:cNvSpPr>
            <a:spLocks noChangeArrowheads="1"/>
          </p:cNvSpPr>
          <p:nvPr/>
        </p:nvSpPr>
        <p:spPr bwMode="auto">
          <a:xfrm>
            <a:off x="2722441" y="2630267"/>
            <a:ext cx="139773" cy="185197"/>
          </a:xfrm>
          <a:prstGeom prst="rect">
            <a:avLst/>
          </a:prstGeom>
          <a:solidFill>
            <a:srgbClr val="00B050"/>
          </a:solidFill>
          <a:ln w="9525">
            <a:solidFill>
              <a:schemeClr val="tx1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4" name="Line 33"/>
          <p:cNvSpPr>
            <a:spLocks noChangeShapeType="1"/>
          </p:cNvSpPr>
          <p:nvPr/>
        </p:nvSpPr>
        <p:spPr bwMode="auto">
          <a:xfrm flipV="1">
            <a:off x="2897771" y="2599885"/>
            <a:ext cx="219680" cy="161939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5" name="Straight Connector 4"/>
          <p:cNvCxnSpPr/>
          <p:nvPr/>
        </p:nvCxnSpPr>
        <p:spPr>
          <a:xfrm>
            <a:off x="4880582" y="2238559"/>
            <a:ext cx="3388992" cy="0"/>
          </a:xfrm>
          <a:prstGeom prst="line">
            <a:avLst/>
          </a:prstGeom>
          <a:ln w="254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27" name="Group 126"/>
          <p:cNvGrpSpPr/>
          <p:nvPr/>
        </p:nvGrpSpPr>
        <p:grpSpPr>
          <a:xfrm>
            <a:off x="7991017" y="1778258"/>
            <a:ext cx="1511352" cy="863670"/>
            <a:chOff x="7493876" y="2774731"/>
            <a:chExt cx="1481958" cy="894622"/>
          </a:xfrm>
        </p:grpSpPr>
        <p:sp>
          <p:nvSpPr>
            <p:cNvPr id="128" name="Freeform 127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9" name="Oval 128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30" name="Group 129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31" name="Freeform 130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2" name="Freeform 131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3" name="Freeform 132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4" name="Freeform 133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51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引言：1-</a:t>
            </a:r>
            <a:fld id="{C4204591-24BD-A542-B9D5-F8D8A88D2FEE}" type="slidenum">
              <a:rPr lang="en-US" smtClean="0"/>
            </a:fld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8" grpId="0"/>
      <p:bldP spid="75" grpId="0"/>
    </p:bld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5" name="Group 134"/>
          <p:cNvGrpSpPr/>
          <p:nvPr/>
        </p:nvGrpSpPr>
        <p:grpSpPr>
          <a:xfrm>
            <a:off x="3364430" y="1767623"/>
            <a:ext cx="1511352" cy="863670"/>
            <a:chOff x="7493876" y="2774731"/>
            <a:chExt cx="1481958" cy="894622"/>
          </a:xfrm>
        </p:grpSpPr>
        <p:sp>
          <p:nvSpPr>
            <p:cNvPr id="136" name="Freeform 135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7" name="Oval 136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38" name="Group 137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39" name="Freeform 138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0" name="Freeform 139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1" name="Freeform 140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2" name="Freeform 141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sz="4400" dirty="0">
                <a:ea typeface="MS PGothic" panose="020B0600070205080204" pitchFamily="34" charset="-128"/>
              </a:rPr>
              <a:t>分组时延：四种来源</a:t>
            </a:r>
            <a:endParaRPr lang="en-US" sz="4400" dirty="0"/>
          </a:p>
        </p:txBody>
      </p:sp>
      <p:sp>
        <p:nvSpPr>
          <p:cNvPr id="77" name="Line 24"/>
          <p:cNvSpPr>
            <a:spLocks noChangeShapeType="1"/>
          </p:cNvSpPr>
          <p:nvPr/>
        </p:nvSpPr>
        <p:spPr bwMode="auto">
          <a:xfrm>
            <a:off x="2621011" y="1783635"/>
            <a:ext cx="741403" cy="3556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0" name="Rectangle 29"/>
          <p:cNvSpPr>
            <a:spLocks noChangeArrowheads="1"/>
          </p:cNvSpPr>
          <p:nvPr/>
        </p:nvSpPr>
        <p:spPr bwMode="auto">
          <a:xfrm>
            <a:off x="5464378" y="2002710"/>
            <a:ext cx="147646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81" name="Rectangle 30"/>
          <p:cNvSpPr>
            <a:spLocks noChangeArrowheads="1"/>
          </p:cNvSpPr>
          <p:nvPr/>
        </p:nvSpPr>
        <p:spPr bwMode="auto">
          <a:xfrm>
            <a:off x="4211773" y="2074148"/>
            <a:ext cx="147645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82" name="Rectangle 31"/>
          <p:cNvSpPr>
            <a:spLocks noChangeArrowheads="1"/>
          </p:cNvSpPr>
          <p:nvPr/>
        </p:nvSpPr>
        <p:spPr bwMode="auto">
          <a:xfrm>
            <a:off x="4373707" y="2074148"/>
            <a:ext cx="147645" cy="200025"/>
          </a:xfrm>
          <a:prstGeom prst="rect">
            <a:avLst/>
          </a:prstGeom>
          <a:solidFill>
            <a:srgbClr val="00B050"/>
          </a:solidFill>
          <a:ln w="9525">
            <a:solidFill>
              <a:schemeClr val="tx1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83" name="Line 35"/>
          <p:cNvSpPr>
            <a:spLocks noChangeShapeType="1"/>
          </p:cNvSpPr>
          <p:nvPr/>
        </p:nvSpPr>
        <p:spPr bwMode="auto">
          <a:xfrm flipV="1">
            <a:off x="7042061" y="1833751"/>
            <a:ext cx="36673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4" name="Rectangle 38"/>
          <p:cNvSpPr>
            <a:spLocks noChangeArrowheads="1"/>
          </p:cNvSpPr>
          <p:nvPr/>
        </p:nvSpPr>
        <p:spPr bwMode="auto">
          <a:xfrm>
            <a:off x="4502301" y="2012235"/>
            <a:ext cx="147646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85" name="Text Box 39"/>
          <p:cNvSpPr txBox="1">
            <a:spLocks noChangeArrowheads="1"/>
          </p:cNvSpPr>
          <p:nvPr/>
        </p:nvSpPr>
        <p:spPr bwMode="auto">
          <a:xfrm>
            <a:off x="5370720" y="1587878"/>
            <a:ext cx="170040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传播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86" name="Line 40"/>
          <p:cNvSpPr>
            <a:spLocks noChangeShapeType="1"/>
          </p:cNvSpPr>
          <p:nvPr/>
        </p:nvSpPr>
        <p:spPr bwMode="auto">
          <a:xfrm rot="10800000">
            <a:off x="5073803" y="1831109"/>
            <a:ext cx="31910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7" name="Text Box 43"/>
          <p:cNvSpPr txBox="1">
            <a:spLocks noChangeArrowheads="1"/>
          </p:cNvSpPr>
          <p:nvPr/>
        </p:nvSpPr>
        <p:spPr bwMode="auto">
          <a:xfrm>
            <a:off x="3016098" y="2729785"/>
            <a:ext cx="1511824" cy="690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节点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处理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88" name="Line 44"/>
          <p:cNvSpPr>
            <a:spLocks noChangeShapeType="1"/>
          </p:cNvSpPr>
          <p:nvPr/>
        </p:nvSpPr>
        <p:spPr bwMode="auto">
          <a:xfrm rot="10800000">
            <a:off x="3363541" y="2729991"/>
            <a:ext cx="833484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9" name="Line 45"/>
          <p:cNvSpPr>
            <a:spLocks noChangeShapeType="1"/>
          </p:cNvSpPr>
          <p:nvPr/>
        </p:nvSpPr>
        <p:spPr bwMode="auto">
          <a:xfrm rot="10800000" flipV="1">
            <a:off x="4187959" y="2536110"/>
            <a:ext cx="385784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0" name="Text Box 46"/>
          <p:cNvSpPr txBox="1">
            <a:spLocks noChangeArrowheads="1"/>
          </p:cNvSpPr>
          <p:nvPr/>
        </p:nvSpPr>
        <p:spPr bwMode="auto">
          <a:xfrm>
            <a:off x="4595969" y="2957464"/>
            <a:ext cx="1354858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排队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1" name="Line 47"/>
          <p:cNvSpPr>
            <a:spLocks noChangeShapeType="1"/>
          </p:cNvSpPr>
          <p:nvPr/>
        </p:nvSpPr>
        <p:spPr bwMode="auto">
          <a:xfrm rot="10800000">
            <a:off x="4349892" y="2536110"/>
            <a:ext cx="595346" cy="5524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2" name="Rectangle 3"/>
          <p:cNvSpPr>
            <a:spLocks noChangeArrowheads="1"/>
          </p:cNvSpPr>
          <p:nvPr/>
        </p:nvSpPr>
        <p:spPr bwMode="auto">
          <a:xfrm>
            <a:off x="1743075" y="3585728"/>
            <a:ext cx="6175328" cy="554037"/>
          </a:xfrm>
          <a:prstGeom prst="rect">
            <a:avLst/>
          </a:prstGeom>
          <a:noFill/>
          <a:ln w="19050">
            <a:noFill/>
            <a:miter lim="800000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marL="2857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285750" marR="0" lvl="0" indent="-28575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75000"/>
              <a:buFont typeface="Wingdings" panose="05000000000000000000" pitchFamily="2" charset="2"/>
              <a:buNone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dnodal = dproc + dqueue + dtrans + dprop</a:t>
            </a:r>
            <a:r>
              <a:rPr kumimoji="0" lang="en-US" altLang="en-US" sz="3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r>
              <a:rPr kumimoji="0" lang="en-US" altLang="en-US" sz="3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r>
              <a:rPr kumimoji="0" lang="en-US" altLang="en-US" sz="3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r>
              <a:rPr kumimoji="0" lang="en-US" altLang="en-US" sz="3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r>
              <a:rPr kumimoji="0" lang="en-US" altLang="en-US" sz="3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3" name="Line 25"/>
          <p:cNvSpPr>
            <a:spLocks noChangeShapeType="1"/>
          </p:cNvSpPr>
          <p:nvPr/>
        </p:nvSpPr>
        <p:spPr bwMode="auto">
          <a:xfrm flipV="1">
            <a:off x="2619131" y="2323384"/>
            <a:ext cx="735346" cy="549939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4" name="Rectangle 32"/>
          <p:cNvSpPr>
            <a:spLocks noChangeArrowheads="1"/>
          </p:cNvSpPr>
          <p:nvPr/>
        </p:nvSpPr>
        <p:spPr bwMode="auto">
          <a:xfrm>
            <a:off x="3159202" y="1974135"/>
            <a:ext cx="147646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5" name="Line 33"/>
          <p:cNvSpPr>
            <a:spLocks noChangeShapeType="1"/>
          </p:cNvSpPr>
          <p:nvPr/>
        </p:nvSpPr>
        <p:spPr bwMode="auto">
          <a:xfrm>
            <a:off x="3109988" y="1910635"/>
            <a:ext cx="211149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6" name="Text Box 36"/>
          <p:cNvSpPr txBox="1">
            <a:spLocks noChangeArrowheads="1"/>
          </p:cNvSpPr>
          <p:nvPr/>
        </p:nvSpPr>
        <p:spPr bwMode="auto">
          <a:xfrm>
            <a:off x="1816815" y="1467723"/>
            <a:ext cx="393056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A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7" name="Text Box 37"/>
          <p:cNvSpPr txBox="1">
            <a:spLocks noChangeArrowheads="1"/>
          </p:cNvSpPr>
          <p:nvPr/>
        </p:nvSpPr>
        <p:spPr bwMode="auto">
          <a:xfrm>
            <a:off x="1845558" y="2420223"/>
            <a:ext cx="380232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B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grpSp>
        <p:nvGrpSpPr>
          <p:cNvPr id="98" name="Group 66"/>
          <p:cNvGrpSpPr/>
          <p:nvPr/>
        </p:nvGrpSpPr>
        <p:grpSpPr bwMode="auto">
          <a:xfrm>
            <a:off x="1923392" y="1467723"/>
            <a:ext cx="779505" cy="679450"/>
            <a:chOff x="-44" y="1473"/>
            <a:chExt cx="981" cy="1105"/>
          </a:xfrm>
        </p:grpSpPr>
        <p:pic>
          <p:nvPicPr>
            <p:cNvPr id="116" name="Picture 67" descr="desktop_computer_stylized_medium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7" name="Freeform 68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99" name="Group 69"/>
          <p:cNvGrpSpPr/>
          <p:nvPr/>
        </p:nvGrpSpPr>
        <p:grpSpPr bwMode="auto">
          <a:xfrm>
            <a:off x="1914200" y="2474691"/>
            <a:ext cx="779506" cy="679450"/>
            <a:chOff x="-44" y="1473"/>
            <a:chExt cx="981" cy="1105"/>
          </a:xfrm>
        </p:grpSpPr>
        <p:pic>
          <p:nvPicPr>
            <p:cNvPr id="114" name="Picture 70" descr="desktop_computer_stylized_medium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5" name="Freeform 71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00" name="Text Box 41"/>
          <p:cNvSpPr txBox="1">
            <a:spLocks noChangeArrowheads="1"/>
          </p:cNvSpPr>
          <p:nvPr/>
        </p:nvSpPr>
        <p:spPr bwMode="auto">
          <a:xfrm>
            <a:off x="2833286" y="1145961"/>
            <a:ext cx="176856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传输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1" name="Line 42"/>
          <p:cNvSpPr>
            <a:spLocks noChangeShapeType="1"/>
          </p:cNvSpPr>
          <p:nvPr/>
        </p:nvSpPr>
        <p:spPr bwMode="auto">
          <a:xfrm rot="10800000" flipH="1" flipV="1">
            <a:off x="4038725" y="1443910"/>
            <a:ext cx="528667" cy="533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3" name="Rectangle 31"/>
          <p:cNvSpPr>
            <a:spLocks noChangeArrowheads="1"/>
          </p:cNvSpPr>
          <p:nvPr/>
        </p:nvSpPr>
        <p:spPr bwMode="auto">
          <a:xfrm>
            <a:off x="2722441" y="2630267"/>
            <a:ext cx="139773" cy="185197"/>
          </a:xfrm>
          <a:prstGeom prst="rect">
            <a:avLst/>
          </a:prstGeom>
          <a:solidFill>
            <a:srgbClr val="00B050"/>
          </a:solidFill>
          <a:ln w="9525">
            <a:solidFill>
              <a:schemeClr val="tx1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4" name="Line 33"/>
          <p:cNvSpPr>
            <a:spLocks noChangeShapeType="1"/>
          </p:cNvSpPr>
          <p:nvPr/>
        </p:nvSpPr>
        <p:spPr bwMode="auto">
          <a:xfrm flipV="1">
            <a:off x="2897771" y="2599885"/>
            <a:ext cx="219680" cy="161939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5" name="Straight Connector 4"/>
          <p:cNvCxnSpPr/>
          <p:nvPr/>
        </p:nvCxnSpPr>
        <p:spPr>
          <a:xfrm>
            <a:off x="4880582" y="2238559"/>
            <a:ext cx="3388992" cy="0"/>
          </a:xfrm>
          <a:prstGeom prst="line">
            <a:avLst/>
          </a:prstGeom>
          <a:ln w="254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27" name="Group 126"/>
          <p:cNvGrpSpPr/>
          <p:nvPr/>
        </p:nvGrpSpPr>
        <p:grpSpPr>
          <a:xfrm>
            <a:off x="7991017" y="1778258"/>
            <a:ext cx="1511352" cy="863670"/>
            <a:chOff x="7493876" y="2774731"/>
            <a:chExt cx="1481958" cy="894622"/>
          </a:xfrm>
        </p:grpSpPr>
        <p:sp>
          <p:nvSpPr>
            <p:cNvPr id="128" name="Freeform 127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9" name="Oval 128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30" name="Group 129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31" name="Freeform 130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2" name="Freeform 131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3" name="Freeform 132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4" name="Freeform 133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52" name="Rectangle 3"/>
          <p:cNvSpPr>
            <a:spLocks noChangeArrowheads="1"/>
          </p:cNvSpPr>
          <p:nvPr/>
        </p:nvSpPr>
        <p:spPr bwMode="auto">
          <a:xfrm>
            <a:off x="1231746" y="4297060"/>
            <a:ext cx="4380277" cy="2078037"/>
          </a:xfrm>
          <a:prstGeom prst="rect">
            <a:avLst/>
          </a:prstGeom>
          <a:noFill/>
          <a:ln>
            <a:noFill/>
          </a:ln>
        </p:spPr>
        <p:txBody>
          <a:bodyPr/>
          <a:lstStyle/>
          <a:p>
            <a:pPr marL="342900" marR="0" lvl="0" indent="-342900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Pct val="65000"/>
              <a:buFont typeface="Wingdings" panose="05000000000000000000" charset="0"/>
              <a:buNone/>
              <a:defRPr/>
            </a:pP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rPr>
              <a:t>dtrans：传输时延：</a:t>
            </a:r>
            <a:r>
              <a:rPr kumimoji="0" lang="en-US" sz="2800" b="0" i="0" u="none" strike="noStrike" kern="120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rPr>
              <a:t/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rPr>
              <a:t/>
            </a: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MS PGothic" panose="020B0600070205080204" pitchFamily="34" charset="-128"/>
            </a:endParaRPr>
          </a:p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panose="05000000000000000000" charset="0"/>
              <a:buChar char="§"/>
              <a:defRPr/>
            </a:pP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rPr>
              <a:t>L：分组长度（比特）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rPr>
              <a:t/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MS PGothic" panose="020B0600070205080204" pitchFamily="34" charset="-128"/>
            </a:endParaRPr>
          </a:p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panose="05000000000000000000" charset="0"/>
              <a:buChar char="§"/>
              <a:defRPr/>
            </a:pP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rPr>
              <a:t>R：链路传输速率（bps）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rPr>
              <a:t/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rPr>
              <a:t/>
            </a:r>
            <a:endParaRPr kumimoji="0" lang="en-US" sz="24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MS PGothic" panose="020B0600070205080204" pitchFamily="34" charset="-128"/>
            </a:endParaRPr>
          </a:p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panose="05000000000000000000" charset="0"/>
              <a:buChar char="§"/>
              <a:defRPr/>
            </a:pP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rPr>
              <a:t>d</a:t>
            </a:r>
            <a:r>
              <a:rPr kumimoji="0" lang="en-US" sz="2400" b="0" i="1" u="none" strike="noStrike" kern="120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rPr>
              <a:t>trans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rPr>
              <a:t>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rPr>
              <a:t>= L/R</a:t>
            </a:r>
            <a:endParaRPr kumimoji="0" lang="en-US" sz="24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MS PGothic" panose="020B0600070205080204" pitchFamily="34" charset="-128"/>
            </a:endParaRPr>
          </a:p>
        </p:txBody>
      </p:sp>
      <p:sp>
        <p:nvSpPr>
          <p:cNvPr id="53" name="Rectangle 4"/>
          <p:cNvSpPr>
            <a:spLocks noChangeArrowheads="1"/>
          </p:cNvSpPr>
          <p:nvPr/>
        </p:nvSpPr>
        <p:spPr bwMode="auto">
          <a:xfrm>
            <a:off x="6527008" y="4304008"/>
            <a:ext cx="5147743" cy="2190750"/>
          </a:xfrm>
          <a:prstGeom prst="rect">
            <a:avLst/>
          </a:prstGeom>
          <a:noFill/>
          <a:ln>
            <a:noFill/>
          </a:ln>
        </p:spPr>
        <p:txBody>
          <a:bodyPr/>
          <a:lstStyle/>
          <a:p>
            <a:pPr marL="342900" marR="0" lvl="0" indent="-34290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65000"/>
              <a:buFont typeface="Wingdings" panose="05000000000000000000" charset="0"/>
              <a:buNone/>
              <a:defRPr/>
            </a:pP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rPr>
              <a:t>dprop：传播时延：</a:t>
            </a:r>
            <a:r>
              <a:rPr kumimoji="0" lang="en-US" sz="2800" b="0" i="0" u="none" strike="noStrike" kern="120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rPr>
              <a:t/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rPr>
              <a:t/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MS PGothic" panose="020B0600070205080204" pitchFamily="34" charset="-128"/>
            </a:endParaRPr>
          </a:p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panose="05000000000000000000" charset="0"/>
              <a:buChar char="§"/>
              <a:defRPr/>
            </a:pP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rPr>
              <a:t>d：物理链路长度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rPr>
              <a:t/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MS PGothic" panose="020B0600070205080204" pitchFamily="34" charset="-128"/>
            </a:endParaRPr>
          </a:p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panose="05000000000000000000" charset="0"/>
              <a:buChar char="§"/>
              <a:defRPr/>
            </a:pP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rPr>
              <a:t>s：传播速度（约 2x108 m/sec）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rPr>
              <a:t/>
            </a:r>
            <a:r>
              <a:rPr kumimoji="0" lang="en-US" sz="2400" b="0" i="0" u="none" strike="noStrike" kern="1200" cap="none" spc="0" normalizeH="0" baseline="30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rPr>
              <a:t/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rPr>
              <a:t/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MS PGothic" panose="020B0600070205080204" pitchFamily="34" charset="-128"/>
            </a:endParaRPr>
          </a:p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panose="05000000000000000000" charset="0"/>
              <a:buChar char="§"/>
              <a:defRPr/>
            </a:pP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rPr>
              <a:t>d</a:t>
            </a:r>
            <a:r>
              <a:rPr kumimoji="0" lang="en-US" sz="2400" b="0" i="0" u="none" strike="noStrike" kern="120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rPr>
              <a:t>prop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rPr>
              <a:t> =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rPr>
              <a:t>d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rPr>
              <a:t>/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rPr>
              <a:t>s</a:t>
            </a:r>
            <a:endParaRPr kumimoji="0" lang="en-US" sz="24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MS PGothic" panose="020B0600070205080204" pitchFamily="34" charset="-128"/>
            </a:endParaRPr>
          </a:p>
        </p:txBody>
      </p:sp>
      <p:grpSp>
        <p:nvGrpSpPr>
          <p:cNvPr id="9" name="Group 8"/>
          <p:cNvGrpSpPr/>
          <p:nvPr/>
        </p:nvGrpSpPr>
        <p:grpSpPr>
          <a:xfrm>
            <a:off x="1211117" y="5494308"/>
            <a:ext cx="7076415" cy="1127327"/>
            <a:chOff x="1211117" y="5568048"/>
            <a:chExt cx="7076415" cy="1127327"/>
          </a:xfrm>
        </p:grpSpPr>
        <p:sp>
          <p:nvSpPr>
            <p:cNvPr id="55" name="Text Box 62"/>
            <p:cNvSpPr txBox="1">
              <a:spLocks noChangeArrowheads="1"/>
            </p:cNvSpPr>
            <p:nvPr/>
          </p:nvSpPr>
          <p:spPr bwMode="auto">
            <a:xfrm>
              <a:off x="3836662" y="5864378"/>
              <a:ext cx="2105222" cy="8309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dtrans 与 dprop</a:t>
              </a:r>
              <a:r>
                <a:rPr kumimoji="0" lang="en-US" altLang="en-US" sz="24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/>
              </a:r>
              <a:r>
                <a:rPr kumimoji="0" lang="en-US" altLang="en-US" sz="20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/>
              </a: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/>
              </a:r>
              <a:r>
                <a:rPr kumimoji="0" lang="en-US" alt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/>
              </a:r>
              <a:r>
                <a:rPr kumimoji="0" lang="en-US" altLang="en-US" sz="24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/>
              </a:r>
              <a:endParaRPr kumimoji="0" lang="en-US" altLang="en-US" sz="2400" b="0" i="0" u="none" strike="noStrike" kern="1200" cap="none" spc="0" normalizeH="0" baseline="-2500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差别很大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/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" name="Oval 2"/>
            <p:cNvSpPr/>
            <p:nvPr/>
          </p:nvSpPr>
          <p:spPr>
            <a:xfrm>
              <a:off x="1211117" y="5568048"/>
              <a:ext cx="1869375" cy="500634"/>
            </a:xfrm>
            <a:prstGeom prst="ellipse">
              <a:avLst/>
            </a:prstGeom>
            <a:noFill/>
            <a:ln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" name="Oval 62"/>
            <p:cNvSpPr/>
            <p:nvPr/>
          </p:nvSpPr>
          <p:spPr>
            <a:xfrm>
              <a:off x="6418157" y="5570209"/>
              <a:ext cx="1869375" cy="500634"/>
            </a:xfrm>
            <a:prstGeom prst="ellipse">
              <a:avLst/>
            </a:prstGeom>
            <a:noFill/>
            <a:ln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7" name="Straight Connector 6"/>
            <p:cNvCxnSpPr>
              <a:stCxn id="63" idx="2"/>
            </p:cNvCxnSpPr>
            <p:nvPr/>
          </p:nvCxnSpPr>
          <p:spPr>
            <a:xfrm flipH="1">
              <a:off x="5392908" y="5820526"/>
              <a:ext cx="1025249" cy="248156"/>
            </a:xfrm>
            <a:prstGeom prst="line">
              <a:avLst/>
            </a:prstGeom>
            <a:ln w="952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/>
            <p:cNvCxnSpPr/>
            <p:nvPr/>
          </p:nvCxnSpPr>
          <p:spPr>
            <a:xfrm>
              <a:off x="3097924" y="5820526"/>
              <a:ext cx="940801" cy="248156"/>
            </a:xfrm>
            <a:prstGeom prst="line">
              <a:avLst/>
            </a:prstGeom>
            <a:ln w="952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7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引言：1-</a:t>
            </a:r>
            <a:fld id="{C4204591-24BD-A542-B9D5-F8D8A88D2FEE}" type="slidenum">
              <a:rPr lang="en-US" smtClean="0"/>
            </a:fld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2" grpId="0"/>
      <p:bldP spid="53" grpId="0"/>
    </p:bld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sz="4400" dirty="0">
                <a:ea typeface="MS PGothic" panose="020B0600070205080204" pitchFamily="34" charset="-128"/>
              </a:rPr>
              <a:t>车队类比</a:t>
            </a:r>
            <a:endParaRPr lang="en-US" sz="4400" dirty="0"/>
          </a:p>
        </p:txBody>
      </p:sp>
      <p:sp>
        <p:nvSpPr>
          <p:cNvPr id="59" name="Rectangle 3"/>
          <p:cNvSpPr txBox="1">
            <a:spLocks noChangeArrowheads="1"/>
          </p:cNvSpPr>
          <p:nvPr/>
        </p:nvSpPr>
        <p:spPr>
          <a:xfrm>
            <a:off x="929148" y="2992271"/>
            <a:ext cx="5377170" cy="331787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655" marR="0" lvl="0" indent="-28765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汽车约等于比特；车队约等于分组；收费站服务约等于链路传输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  <a:p>
            <a:pPr marL="287655" marR="0" lvl="0" indent="-28765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收费站服务一辆车需要 12 秒（比特传输时间）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  <a:p>
            <a:pPr marL="287655" marR="0" lvl="0" indent="-28765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以 100 km/hr “传播”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  <a:p>
            <a:pPr marL="287655" marR="0" lvl="0" indent="-28765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问：车队需要多久才能在第 2 个收费站前排好队？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  <a:p>
            <a:pPr marL="287655" marR="0" lvl="0" indent="-28765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None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60" name="Rectangle 4"/>
          <p:cNvSpPr txBox="1">
            <a:spLocks noChangeArrowheads="1"/>
          </p:cNvSpPr>
          <p:nvPr/>
        </p:nvSpPr>
        <p:spPr>
          <a:xfrm>
            <a:off x="6776218" y="3006559"/>
            <a:ext cx="4875008" cy="3365500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655" marR="0" lvl="0" indent="-28765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把整支车队“推出”收费站进入公路所需时间 = 12*10 = 120 秒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endParaRPr kumimoji="0" lang="en-US" altLang="ja-JP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  <a:p>
            <a:pPr marL="287655" marR="0" lvl="0" indent="-28765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最后一辆车从第 1 个收费站传播到第 2 个收费站的时间：100km/(100km/hr) = 1 小时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  <a:p>
            <a:pPr marL="287655" marR="0" lvl="0" indent="-28765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答：62 分钟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9" name="Text Box 45"/>
          <p:cNvSpPr txBox="1">
            <a:spLocks noChangeArrowheads="1"/>
          </p:cNvSpPr>
          <p:nvPr/>
        </p:nvSpPr>
        <p:spPr bwMode="auto">
          <a:xfrm>
            <a:off x="6396831" y="2031427"/>
            <a:ext cx="2127250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收费站</a:t>
            </a: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3" name="Text Box 48"/>
          <p:cNvSpPr txBox="1">
            <a:spLocks noChangeArrowheads="1"/>
          </p:cNvSpPr>
          <p:nvPr/>
        </p:nvSpPr>
        <p:spPr bwMode="auto">
          <a:xfrm>
            <a:off x="3405981" y="2031428"/>
            <a:ext cx="2343150" cy="70802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收费站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（即链路）</a:t>
            </a: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67" name="Text Box 50"/>
          <p:cNvSpPr txBox="1">
            <a:spLocks noChangeArrowheads="1"/>
          </p:cNvSpPr>
          <p:nvPr/>
        </p:nvSpPr>
        <p:spPr bwMode="auto">
          <a:xfrm>
            <a:off x="1647031" y="2028252"/>
            <a:ext cx="2116554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10 辆车的车队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（即 10 比特分组）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68" name="Line 51"/>
          <p:cNvSpPr>
            <a:spLocks noChangeShapeType="1"/>
          </p:cNvSpPr>
          <p:nvPr/>
        </p:nvSpPr>
        <p:spPr bwMode="auto">
          <a:xfrm flipH="1">
            <a:off x="4383881" y="1679002"/>
            <a:ext cx="65881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0" name="Text Box 52"/>
          <p:cNvSpPr txBox="1">
            <a:spLocks noChangeArrowheads="1"/>
          </p:cNvSpPr>
          <p:nvPr/>
        </p:nvSpPr>
        <p:spPr bwMode="auto">
          <a:xfrm>
            <a:off x="5042693" y="1478977"/>
            <a:ext cx="10795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100 km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71" name="Line 53"/>
          <p:cNvSpPr>
            <a:spLocks noChangeShapeType="1"/>
          </p:cNvSpPr>
          <p:nvPr/>
        </p:nvSpPr>
        <p:spPr bwMode="auto">
          <a:xfrm flipH="1" flipV="1">
            <a:off x="7376318" y="1677414"/>
            <a:ext cx="6223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2" name="Text Box 54"/>
          <p:cNvSpPr txBox="1">
            <a:spLocks noChangeArrowheads="1"/>
          </p:cNvSpPr>
          <p:nvPr/>
        </p:nvSpPr>
        <p:spPr bwMode="auto">
          <a:xfrm>
            <a:off x="7998618" y="1478977"/>
            <a:ext cx="10795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100 km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7" name="Line 68"/>
          <p:cNvSpPr>
            <a:spLocks noChangeShapeType="1"/>
          </p:cNvSpPr>
          <p:nvPr/>
        </p:nvSpPr>
        <p:spPr bwMode="auto">
          <a:xfrm>
            <a:off x="6122193" y="1677414"/>
            <a:ext cx="86677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" name="Right Brace 9"/>
          <p:cNvSpPr/>
          <p:nvPr/>
        </p:nvSpPr>
        <p:spPr>
          <a:xfrm rot="5400000">
            <a:off x="2614644" y="763777"/>
            <a:ext cx="107886" cy="2525712"/>
          </a:xfrm>
          <a:prstGeom prst="rightBrac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32" name="Group 43"/>
          <p:cNvGrpSpPr/>
          <p:nvPr/>
        </p:nvGrpSpPr>
        <p:grpSpPr bwMode="auto">
          <a:xfrm>
            <a:off x="6396831" y="1369439"/>
            <a:ext cx="2127250" cy="1031875"/>
            <a:chOff x="1190" y="938"/>
            <a:chExt cx="1340" cy="650"/>
          </a:xfrm>
        </p:grpSpPr>
        <p:sp>
          <p:nvSpPr>
            <p:cNvPr id="33" name="Rectangle 44"/>
            <p:cNvSpPr>
              <a:spLocks noChangeArrowheads="1"/>
            </p:cNvSpPr>
            <p:nvPr/>
          </p:nvSpPr>
          <p:spPr bwMode="auto">
            <a:xfrm>
              <a:off x="1568" y="938"/>
              <a:ext cx="47" cy="423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4" name="Text Box 45"/>
            <p:cNvSpPr txBox="1">
              <a:spLocks noChangeArrowheads="1"/>
            </p:cNvSpPr>
            <p:nvPr/>
          </p:nvSpPr>
          <p:spPr bwMode="auto">
            <a:xfrm>
              <a:off x="1190" y="1355"/>
              <a:ext cx="1340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收费站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35" name="Group 46"/>
          <p:cNvGrpSpPr/>
          <p:nvPr/>
        </p:nvGrpSpPr>
        <p:grpSpPr bwMode="auto">
          <a:xfrm>
            <a:off x="3405981" y="1369440"/>
            <a:ext cx="2343150" cy="1370014"/>
            <a:chOff x="1103" y="938"/>
            <a:chExt cx="1476" cy="863"/>
          </a:xfrm>
        </p:grpSpPr>
        <p:sp>
          <p:nvSpPr>
            <p:cNvPr id="36" name="Rectangle 47"/>
            <p:cNvSpPr>
              <a:spLocks noChangeArrowheads="1"/>
            </p:cNvSpPr>
            <p:nvPr/>
          </p:nvSpPr>
          <p:spPr bwMode="auto">
            <a:xfrm>
              <a:off x="1568" y="938"/>
              <a:ext cx="47" cy="423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7" name="Text Box 48"/>
            <p:cNvSpPr txBox="1">
              <a:spLocks noChangeArrowheads="1"/>
            </p:cNvSpPr>
            <p:nvPr/>
          </p:nvSpPr>
          <p:spPr bwMode="auto">
            <a:xfrm>
              <a:off x="1103" y="1355"/>
              <a:ext cx="1476" cy="4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收费站</a:t>
              </a: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（即链路）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38" name="Line 51"/>
          <p:cNvSpPr>
            <a:spLocks noChangeShapeType="1"/>
          </p:cNvSpPr>
          <p:nvPr/>
        </p:nvSpPr>
        <p:spPr bwMode="auto">
          <a:xfrm flipH="1">
            <a:off x="4383881" y="1679002"/>
            <a:ext cx="65881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9" name="Line 53"/>
          <p:cNvSpPr>
            <a:spLocks noChangeShapeType="1"/>
          </p:cNvSpPr>
          <p:nvPr/>
        </p:nvSpPr>
        <p:spPr bwMode="auto">
          <a:xfrm flipH="1" flipV="1">
            <a:off x="7376318" y="1677414"/>
            <a:ext cx="6223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0" name="Oval 56"/>
          <p:cNvSpPr>
            <a:spLocks noChangeArrowheads="1"/>
          </p:cNvSpPr>
          <p:nvPr/>
        </p:nvSpPr>
        <p:spPr bwMode="auto">
          <a:xfrm>
            <a:off x="2128043" y="1679002"/>
            <a:ext cx="74613" cy="74613"/>
          </a:xfrm>
          <a:prstGeom prst="ellipse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1" name="Oval 57"/>
          <p:cNvSpPr>
            <a:spLocks noChangeArrowheads="1"/>
          </p:cNvSpPr>
          <p:nvPr/>
        </p:nvSpPr>
        <p:spPr bwMode="auto">
          <a:xfrm>
            <a:off x="2280443" y="1679002"/>
            <a:ext cx="74613" cy="74613"/>
          </a:xfrm>
          <a:prstGeom prst="ellipse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2" name="Oval 58"/>
          <p:cNvSpPr>
            <a:spLocks noChangeArrowheads="1"/>
          </p:cNvSpPr>
          <p:nvPr/>
        </p:nvSpPr>
        <p:spPr bwMode="auto">
          <a:xfrm>
            <a:off x="2504281" y="1679002"/>
            <a:ext cx="74613" cy="74613"/>
          </a:xfrm>
          <a:prstGeom prst="ellipse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grpSp>
        <p:nvGrpSpPr>
          <p:cNvPr id="43" name="Group 61"/>
          <p:cNvGrpSpPr/>
          <p:nvPr/>
        </p:nvGrpSpPr>
        <p:grpSpPr bwMode="auto">
          <a:xfrm>
            <a:off x="3931443" y="1280539"/>
            <a:ext cx="458788" cy="777875"/>
            <a:chOff x="2365" y="1352"/>
            <a:chExt cx="1022" cy="1616"/>
          </a:xfrm>
        </p:grpSpPr>
        <p:pic>
          <p:nvPicPr>
            <p:cNvPr id="44" name="Picture 62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73" y="1352"/>
              <a:ext cx="1014" cy="16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5" name="Rectangle 63"/>
            <p:cNvSpPr>
              <a:spLocks noChangeArrowheads="1"/>
            </p:cNvSpPr>
            <p:nvPr/>
          </p:nvSpPr>
          <p:spPr bwMode="auto">
            <a:xfrm>
              <a:off x="2365" y="2129"/>
              <a:ext cx="367" cy="21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46" name="Group 65"/>
          <p:cNvGrpSpPr/>
          <p:nvPr/>
        </p:nvGrpSpPr>
        <p:grpSpPr bwMode="auto">
          <a:xfrm>
            <a:off x="6854031" y="1309114"/>
            <a:ext cx="458788" cy="777875"/>
            <a:chOff x="2365" y="1352"/>
            <a:chExt cx="1022" cy="1616"/>
          </a:xfrm>
        </p:grpSpPr>
        <p:pic>
          <p:nvPicPr>
            <p:cNvPr id="47" name="Picture 66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73" y="1352"/>
              <a:ext cx="1014" cy="16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8" name="Rectangle 67"/>
            <p:cNvSpPr>
              <a:spLocks noChangeArrowheads="1"/>
            </p:cNvSpPr>
            <p:nvPr/>
          </p:nvSpPr>
          <p:spPr bwMode="auto">
            <a:xfrm>
              <a:off x="2365" y="2129"/>
              <a:ext cx="367" cy="21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49" name="Line 68"/>
          <p:cNvSpPr>
            <a:spLocks noChangeShapeType="1"/>
          </p:cNvSpPr>
          <p:nvPr/>
        </p:nvSpPr>
        <p:spPr bwMode="auto">
          <a:xfrm>
            <a:off x="6122193" y="1677414"/>
            <a:ext cx="86677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" name="Right Brace 49"/>
          <p:cNvSpPr/>
          <p:nvPr/>
        </p:nvSpPr>
        <p:spPr>
          <a:xfrm rot="5400000">
            <a:off x="2614644" y="763777"/>
            <a:ext cx="107886" cy="2525712"/>
          </a:xfrm>
          <a:prstGeom prst="rightBrac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51" name="Picture 2" descr="Icon Car Symbol - Free image on Pixabay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3543" y="1391341"/>
            <a:ext cx="875228" cy="59263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2" name="Picture 2" descr="Icon Car Symbol - Free image on Pixabay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61164" y="1388802"/>
            <a:ext cx="875228" cy="59263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3" name="Picture 2" descr="Icon Car Symbol - Free image on Pixabay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96100" y="1389538"/>
            <a:ext cx="875228" cy="59263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4" name="Line 68"/>
          <p:cNvSpPr>
            <a:spLocks noChangeShapeType="1"/>
          </p:cNvSpPr>
          <p:nvPr/>
        </p:nvSpPr>
        <p:spPr bwMode="auto">
          <a:xfrm>
            <a:off x="8928893" y="1664714"/>
            <a:ext cx="86677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55" name="Group 43"/>
          <p:cNvGrpSpPr/>
          <p:nvPr/>
        </p:nvGrpSpPr>
        <p:grpSpPr bwMode="auto">
          <a:xfrm>
            <a:off x="9203531" y="1356739"/>
            <a:ext cx="2127250" cy="1031875"/>
            <a:chOff x="1190" y="938"/>
            <a:chExt cx="1340" cy="650"/>
          </a:xfrm>
        </p:grpSpPr>
        <p:sp>
          <p:nvSpPr>
            <p:cNvPr id="56" name="Rectangle 44"/>
            <p:cNvSpPr>
              <a:spLocks noChangeArrowheads="1"/>
            </p:cNvSpPr>
            <p:nvPr/>
          </p:nvSpPr>
          <p:spPr bwMode="auto">
            <a:xfrm>
              <a:off x="1568" y="938"/>
              <a:ext cx="47" cy="423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7" name="Text Box 45"/>
            <p:cNvSpPr txBox="1">
              <a:spLocks noChangeArrowheads="1"/>
            </p:cNvSpPr>
            <p:nvPr/>
          </p:nvSpPr>
          <p:spPr bwMode="auto">
            <a:xfrm>
              <a:off x="1190" y="1355"/>
              <a:ext cx="1340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收费站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58" name="Group 65"/>
          <p:cNvGrpSpPr/>
          <p:nvPr/>
        </p:nvGrpSpPr>
        <p:grpSpPr bwMode="auto">
          <a:xfrm>
            <a:off x="9660731" y="1296414"/>
            <a:ext cx="458788" cy="777875"/>
            <a:chOff x="2365" y="1352"/>
            <a:chExt cx="1022" cy="1616"/>
          </a:xfrm>
        </p:grpSpPr>
        <p:pic>
          <p:nvPicPr>
            <p:cNvPr id="61" name="Picture 66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73" y="1352"/>
              <a:ext cx="1014" cy="16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3" name="Rectangle 67"/>
            <p:cNvSpPr>
              <a:spLocks noChangeArrowheads="1"/>
            </p:cNvSpPr>
            <p:nvPr/>
          </p:nvSpPr>
          <p:spPr bwMode="auto">
            <a:xfrm>
              <a:off x="2365" y="2129"/>
              <a:ext cx="367" cy="21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65" name="Line 68"/>
          <p:cNvSpPr>
            <a:spLocks noChangeShapeType="1"/>
          </p:cNvSpPr>
          <p:nvPr/>
        </p:nvSpPr>
        <p:spPr bwMode="auto">
          <a:xfrm>
            <a:off x="8928893" y="1664714"/>
            <a:ext cx="86677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2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引言：1-</a:t>
            </a:r>
            <a:fld id="{C4204591-24BD-A542-B9D5-F8D8A88D2FEE}" type="slidenum">
              <a:rPr lang="en-US" smtClean="0"/>
            </a:fld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6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6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0" grpId="0" build="p"/>
    </p:bld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sz="4400" dirty="0">
                <a:ea typeface="MS PGothic" panose="020B0600070205080204" pitchFamily="34" charset="-128"/>
              </a:rPr>
              <a:t>车队类比</a:t>
            </a:r>
            <a:endParaRPr lang="en-US" sz="4400" dirty="0"/>
          </a:p>
        </p:txBody>
      </p:sp>
      <p:grpSp>
        <p:nvGrpSpPr>
          <p:cNvPr id="62" name="Group 43"/>
          <p:cNvGrpSpPr/>
          <p:nvPr/>
        </p:nvGrpSpPr>
        <p:grpSpPr bwMode="auto">
          <a:xfrm>
            <a:off x="7158831" y="1420239"/>
            <a:ext cx="2127250" cy="1031875"/>
            <a:chOff x="1190" y="938"/>
            <a:chExt cx="1340" cy="650"/>
          </a:xfrm>
        </p:grpSpPr>
        <p:sp>
          <p:nvSpPr>
            <p:cNvPr id="118" name="Rectangle 44"/>
            <p:cNvSpPr>
              <a:spLocks noChangeArrowheads="1"/>
            </p:cNvSpPr>
            <p:nvPr/>
          </p:nvSpPr>
          <p:spPr bwMode="auto">
            <a:xfrm>
              <a:off x="1568" y="938"/>
              <a:ext cx="47" cy="423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9" name="Text Box 45"/>
            <p:cNvSpPr txBox="1">
              <a:spLocks noChangeArrowheads="1"/>
            </p:cNvSpPr>
            <p:nvPr/>
          </p:nvSpPr>
          <p:spPr bwMode="auto">
            <a:xfrm>
              <a:off x="1190" y="1355"/>
              <a:ext cx="1340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收费站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64" name="Group 46"/>
          <p:cNvGrpSpPr/>
          <p:nvPr/>
        </p:nvGrpSpPr>
        <p:grpSpPr bwMode="auto">
          <a:xfrm>
            <a:off x="4167981" y="1420240"/>
            <a:ext cx="2343150" cy="1370014"/>
            <a:chOff x="1103" y="938"/>
            <a:chExt cx="1476" cy="863"/>
          </a:xfrm>
        </p:grpSpPr>
        <p:sp>
          <p:nvSpPr>
            <p:cNvPr id="112" name="Rectangle 47"/>
            <p:cNvSpPr>
              <a:spLocks noChangeArrowheads="1"/>
            </p:cNvSpPr>
            <p:nvPr/>
          </p:nvSpPr>
          <p:spPr bwMode="auto">
            <a:xfrm>
              <a:off x="1568" y="938"/>
              <a:ext cx="47" cy="423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113" name="Text Box 48"/>
            <p:cNvSpPr txBox="1">
              <a:spLocks noChangeArrowheads="1"/>
            </p:cNvSpPr>
            <p:nvPr/>
          </p:nvSpPr>
          <p:spPr bwMode="auto">
            <a:xfrm>
              <a:off x="1103" y="1355"/>
              <a:ext cx="1476" cy="4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收费站</a:t>
              </a: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（即路由器）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67" name="Text Box 50"/>
          <p:cNvSpPr txBox="1">
            <a:spLocks noChangeArrowheads="1"/>
          </p:cNvSpPr>
          <p:nvPr/>
        </p:nvSpPr>
        <p:spPr bwMode="auto">
          <a:xfrm>
            <a:off x="2409031" y="2079052"/>
            <a:ext cx="2116554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10 辆车的车队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（即 10 比特分组）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68" name="Line 51"/>
          <p:cNvSpPr>
            <a:spLocks noChangeShapeType="1"/>
          </p:cNvSpPr>
          <p:nvPr/>
        </p:nvSpPr>
        <p:spPr bwMode="auto">
          <a:xfrm flipH="1">
            <a:off x="5145881" y="1729802"/>
            <a:ext cx="65881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0" name="Text Box 52"/>
          <p:cNvSpPr txBox="1">
            <a:spLocks noChangeArrowheads="1"/>
          </p:cNvSpPr>
          <p:nvPr/>
        </p:nvSpPr>
        <p:spPr bwMode="auto">
          <a:xfrm>
            <a:off x="5804693" y="1529777"/>
            <a:ext cx="10795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100 km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71" name="Line 53"/>
          <p:cNvSpPr>
            <a:spLocks noChangeShapeType="1"/>
          </p:cNvSpPr>
          <p:nvPr/>
        </p:nvSpPr>
        <p:spPr bwMode="auto">
          <a:xfrm flipH="1" flipV="1">
            <a:off x="8138318" y="1728214"/>
            <a:ext cx="6223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2" name="Text Box 54"/>
          <p:cNvSpPr txBox="1">
            <a:spLocks noChangeArrowheads="1"/>
          </p:cNvSpPr>
          <p:nvPr/>
        </p:nvSpPr>
        <p:spPr bwMode="auto">
          <a:xfrm>
            <a:off x="8760618" y="1529777"/>
            <a:ext cx="10795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100 km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73" name="Line 55"/>
          <p:cNvSpPr>
            <a:spLocks noChangeShapeType="1"/>
          </p:cNvSpPr>
          <p:nvPr/>
        </p:nvSpPr>
        <p:spPr bwMode="auto">
          <a:xfrm flipV="1">
            <a:off x="9670045" y="1728214"/>
            <a:ext cx="46955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" name="Oval 56"/>
          <p:cNvSpPr>
            <a:spLocks noChangeArrowheads="1"/>
          </p:cNvSpPr>
          <p:nvPr/>
        </p:nvSpPr>
        <p:spPr bwMode="auto">
          <a:xfrm>
            <a:off x="2890043" y="1729802"/>
            <a:ext cx="74613" cy="74613"/>
          </a:xfrm>
          <a:prstGeom prst="ellipse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75" name="Oval 57"/>
          <p:cNvSpPr>
            <a:spLocks noChangeArrowheads="1"/>
          </p:cNvSpPr>
          <p:nvPr/>
        </p:nvSpPr>
        <p:spPr bwMode="auto">
          <a:xfrm>
            <a:off x="3042443" y="1729802"/>
            <a:ext cx="74613" cy="74613"/>
          </a:xfrm>
          <a:prstGeom prst="ellipse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76" name="Oval 58"/>
          <p:cNvSpPr>
            <a:spLocks noChangeArrowheads="1"/>
          </p:cNvSpPr>
          <p:nvPr/>
        </p:nvSpPr>
        <p:spPr bwMode="auto">
          <a:xfrm>
            <a:off x="3266281" y="1729802"/>
            <a:ext cx="74613" cy="74613"/>
          </a:xfrm>
          <a:prstGeom prst="ellipse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pic>
        <p:nvPicPr>
          <p:cNvPr id="78" name="Picture 59" descr="MCj03985170000[1]"/>
          <p:cNvPicPr>
            <a:picLocks noChangeAspect="1" noChangeArrowheads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3374231" y="1640902"/>
            <a:ext cx="749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9" name="Picture 60" descr="MCj03985170000[1]"/>
          <p:cNvPicPr>
            <a:picLocks noChangeAspect="1" noChangeArrowheads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2107406" y="1636139"/>
            <a:ext cx="749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02" name="Group 61"/>
          <p:cNvGrpSpPr/>
          <p:nvPr/>
        </p:nvGrpSpPr>
        <p:grpSpPr bwMode="auto">
          <a:xfrm>
            <a:off x="4693443" y="1331339"/>
            <a:ext cx="458788" cy="777875"/>
            <a:chOff x="2365" y="1352"/>
            <a:chExt cx="1022" cy="1616"/>
          </a:xfrm>
        </p:grpSpPr>
        <p:pic>
          <p:nvPicPr>
            <p:cNvPr id="110" name="Picture 62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73" y="1352"/>
              <a:ext cx="1014" cy="16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1" name="Rectangle 63"/>
            <p:cNvSpPr>
              <a:spLocks noChangeArrowheads="1"/>
            </p:cNvSpPr>
            <p:nvPr/>
          </p:nvSpPr>
          <p:spPr bwMode="auto">
            <a:xfrm>
              <a:off x="2365" y="2129"/>
              <a:ext cx="367" cy="21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</p:grpSp>
      <p:pic>
        <p:nvPicPr>
          <p:cNvPr id="105" name="Picture 64" descr="MCj03985170000[1]"/>
          <p:cNvPicPr>
            <a:picLocks noChangeAspect="1" noChangeArrowheads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4137818" y="1661539"/>
            <a:ext cx="749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06" name="Group 65"/>
          <p:cNvGrpSpPr/>
          <p:nvPr/>
        </p:nvGrpSpPr>
        <p:grpSpPr bwMode="auto">
          <a:xfrm>
            <a:off x="7616031" y="1359914"/>
            <a:ext cx="458788" cy="777875"/>
            <a:chOff x="2365" y="1352"/>
            <a:chExt cx="1022" cy="1616"/>
          </a:xfrm>
        </p:grpSpPr>
        <p:pic>
          <p:nvPicPr>
            <p:cNvPr id="108" name="Picture 66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73" y="1352"/>
              <a:ext cx="1014" cy="16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9" name="Rectangle 67"/>
            <p:cNvSpPr>
              <a:spLocks noChangeArrowheads="1"/>
            </p:cNvSpPr>
            <p:nvPr/>
          </p:nvSpPr>
          <p:spPr bwMode="auto">
            <a:xfrm>
              <a:off x="2365" y="2129"/>
              <a:ext cx="367" cy="21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107" name="Line 68"/>
          <p:cNvSpPr>
            <a:spLocks noChangeShapeType="1"/>
          </p:cNvSpPr>
          <p:nvPr/>
        </p:nvSpPr>
        <p:spPr bwMode="auto">
          <a:xfrm>
            <a:off x="6884193" y="1728214"/>
            <a:ext cx="86677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" name="Right Brace 9"/>
          <p:cNvSpPr/>
          <p:nvPr/>
        </p:nvSpPr>
        <p:spPr>
          <a:xfrm rot="5400000">
            <a:off x="3376644" y="814577"/>
            <a:ext cx="107886" cy="2525712"/>
          </a:xfrm>
          <a:prstGeom prst="rightBrac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2" name="Rectangle 3"/>
          <p:cNvSpPr txBox="1">
            <a:spLocks noChangeArrowheads="1"/>
          </p:cNvSpPr>
          <p:nvPr/>
        </p:nvSpPr>
        <p:spPr>
          <a:xfrm>
            <a:off x="825267" y="3347774"/>
            <a:ext cx="10515600" cy="165501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655" marR="0" lvl="0" indent="-28765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假设汽车现在以 1000 km/hr “传播”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endParaRPr kumimoji="0" lang="en-US" altLang="ja-JP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  <a:p>
            <a:pPr marL="287655" marR="0" lvl="0" indent="-28765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并假设收费站现在服务一辆车需要 1 分钟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ED7D31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  <a:p>
            <a:pPr marL="287655" marR="0" lvl="0" indent="-28765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问：在第 1 个收费站服务完所有汽车之前，会有汽车到达第 2 个收费站吗？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  <a:p>
            <a:pPr marL="287655" marR="0" lvl="0" indent="-28765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None/>
              <a:defRPr/>
            </a:pP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33" name="Rectangle 4"/>
          <p:cNvSpPr txBox="1">
            <a:spLocks noChangeArrowheads="1"/>
          </p:cNvSpPr>
          <p:nvPr/>
        </p:nvSpPr>
        <p:spPr>
          <a:xfrm>
            <a:off x="1127510" y="4881442"/>
            <a:ext cx="10649258" cy="146741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None/>
              <a:defRPr/>
            </a:pPr>
            <a:r>
              <a:rPr kumimoji="0" lang="en-US" altLang="en-US" sz="2800" b="0" i="1" u="sng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答：会！7 分钟后，第一辆车到达第 2 个收费站；此时还有 3 辆车仍在第 1 个收费站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31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引言：1-</a:t>
            </a:r>
            <a:fld id="{C4204591-24BD-A542-B9D5-F8D8A88D2FEE}" type="slidenum">
              <a:rPr lang="en-US" smtClean="0"/>
            </a:fld>
            <a:endParaRPr lang="en-US" dirty="0"/>
          </a:p>
        </p:txBody>
      </p:sp>
    </p:spTree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dirty="0">
                <a:ea typeface="MS PGothic" panose="020B0600070205080204" pitchFamily="34" charset="-128"/>
              </a:rPr>
              <a:t>分组排队时延（再讨论）</a:t>
            </a:r>
            <a:r>
              <a:rPr lang="en-US" sz="4400" dirty="0">
                <a:ea typeface="MS PGothic" panose="020B0600070205080204" pitchFamily="34" charset="-128"/>
              </a:rPr>
              <a:t/>
            </a:r>
            <a:endParaRPr lang="en-US" sz="4400" dirty="0"/>
          </a:p>
        </p:txBody>
      </p:sp>
      <p:sp>
        <p:nvSpPr>
          <p:cNvPr id="34" name="Rectangle 3"/>
          <p:cNvSpPr txBox="1">
            <a:spLocks noChangeArrowheads="1"/>
          </p:cNvSpPr>
          <p:nvPr/>
        </p:nvSpPr>
        <p:spPr>
          <a:xfrm>
            <a:off x="919843" y="1385661"/>
            <a:ext cx="5655128" cy="178117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30505" marR="0" lvl="0" indent="-23050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a：平均分组到达率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  <a:p>
            <a:pPr marL="230505" marR="0" lvl="0" indent="-23050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L：分组长度（比特）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R：链路带宽（比特传输速率）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36" name="Rectangle 62"/>
          <p:cNvSpPr>
            <a:spLocks noChangeArrowheads="1"/>
          </p:cNvSpPr>
          <p:nvPr/>
        </p:nvSpPr>
        <p:spPr bwMode="auto">
          <a:xfrm>
            <a:off x="932543" y="4263423"/>
            <a:ext cx="5975117" cy="1933575"/>
          </a:xfrm>
          <a:prstGeom prst="rect">
            <a:avLst/>
          </a:prstGeom>
          <a:noFill/>
          <a:ln>
            <a:noFill/>
          </a:ln>
        </p:spPr>
        <p:txBody>
          <a:bodyPr/>
          <a:lstStyle>
            <a:lvl1pPr marL="231775" indent="-231775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231775" marR="0" lvl="0" indent="-231775" algn="l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La/R ~ 0：平均排队时延很小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  <a:p>
            <a:pPr marL="231775" marR="0" lvl="0" indent="-231775" algn="l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La/R -&gt; 1：平均排队时延很大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  <a:p>
            <a:pPr marL="231775" marR="0" lvl="0" indent="-231775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La/R &gt; 1：到达的“工作量”超过可服务量，平均时延趋于无穷大！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grpSp>
        <p:nvGrpSpPr>
          <p:cNvPr id="3" name="Group 2"/>
          <p:cNvGrpSpPr/>
          <p:nvPr/>
        </p:nvGrpSpPr>
        <p:grpSpPr>
          <a:xfrm>
            <a:off x="8407167" y="4367394"/>
            <a:ext cx="2782888" cy="2261260"/>
            <a:chOff x="8407167" y="4367394"/>
            <a:chExt cx="2782888" cy="2261260"/>
          </a:xfrm>
        </p:grpSpPr>
        <p:pic>
          <p:nvPicPr>
            <p:cNvPr id="38" name="Picture 13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643830" y="5047839"/>
              <a:ext cx="1546225" cy="12398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9" name="Picture 14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407167" y="4471879"/>
              <a:ext cx="1481138" cy="1117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0" name="Text Box 15"/>
            <p:cNvSpPr txBox="1">
              <a:spLocks noChangeArrowheads="1"/>
            </p:cNvSpPr>
            <p:nvPr/>
          </p:nvSpPr>
          <p:spPr bwMode="auto">
            <a:xfrm>
              <a:off x="9849087" y="4367394"/>
              <a:ext cx="954107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8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La/R </a:t>
              </a: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~ 0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1" name="Text Box 16"/>
            <p:cNvSpPr txBox="1">
              <a:spLocks noChangeArrowheads="1"/>
            </p:cNvSpPr>
            <p:nvPr/>
          </p:nvSpPr>
          <p:spPr bwMode="auto">
            <a:xfrm>
              <a:off x="9643830" y="6259322"/>
              <a:ext cx="102463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8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La/R -&gt; 1</a:t>
              </a:r>
              <a:endParaRPr kumimoji="0" lang="en-US" altLang="en-US" sz="1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8001634" y="1103085"/>
            <a:ext cx="3246937" cy="2992869"/>
            <a:chOff x="7232377" y="708301"/>
            <a:chExt cx="3769920" cy="3402168"/>
          </a:xfrm>
        </p:grpSpPr>
        <p:sp>
          <p:nvSpPr>
            <p:cNvPr id="43" name="Rectangle 61"/>
            <p:cNvSpPr>
              <a:spLocks noChangeArrowheads="1"/>
            </p:cNvSpPr>
            <p:nvPr/>
          </p:nvSpPr>
          <p:spPr bwMode="auto">
            <a:xfrm>
              <a:off x="7381311" y="3605438"/>
              <a:ext cx="2911022" cy="5048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marL="342900" indent="-3429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342900" marR="0" lvl="0" indent="-342900" algn="ct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ED7D31"/>
                </a:buClr>
                <a:buSzPct val="85000"/>
                <a:buFont typeface="Wingdings" panose="05000000000000000000" pitchFamily="2" charset="2"/>
                <a:buNone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流量强度 = La/R</a:t>
              </a: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/>
              </a:r>
              <a:endParaRPr kumimoji="0" lang="en-US" altLang="en-US" sz="1600" b="0" i="1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4" name="Rectangle 61"/>
            <p:cNvSpPr>
              <a:spLocks noChangeArrowheads="1"/>
            </p:cNvSpPr>
            <p:nvPr/>
          </p:nvSpPr>
          <p:spPr bwMode="auto">
            <a:xfrm rot="-5400000">
              <a:off x="6114777" y="2075824"/>
              <a:ext cx="2740025" cy="5048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marL="342900" indent="-3429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342900" marR="0" lvl="0" indent="-342900" algn="ct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ED7D31"/>
                </a:buClr>
                <a:buSzPct val="85000"/>
                <a:buFont typeface="Wingdings" panose="05000000000000000000" pitchFamily="2" charset="2"/>
                <a:buNone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平均排队时延</a:t>
              </a: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  <p:cxnSp>
          <p:nvCxnSpPr>
            <p:cNvPr id="4" name="Straight Connector 3"/>
            <p:cNvCxnSpPr/>
            <p:nvPr/>
          </p:nvCxnSpPr>
          <p:spPr>
            <a:xfrm>
              <a:off x="7616120" y="3540100"/>
              <a:ext cx="3386177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/>
            <p:cNvCxnSpPr/>
            <p:nvPr/>
          </p:nvCxnSpPr>
          <p:spPr>
            <a:xfrm flipV="1">
              <a:off x="7601372" y="1041103"/>
              <a:ext cx="0" cy="2505931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Freeform 6"/>
            <p:cNvSpPr/>
            <p:nvPr/>
          </p:nvSpPr>
          <p:spPr>
            <a:xfrm>
              <a:off x="7616120" y="708301"/>
              <a:ext cx="2743200" cy="2816942"/>
            </a:xfrm>
            <a:custGeom>
              <a:avLst/>
              <a:gdLst>
                <a:gd name="connsiteX0" fmla="*/ 0 w 2743200"/>
                <a:gd name="connsiteY0" fmla="*/ 2816942 h 2824866"/>
                <a:gd name="connsiteX1" fmla="*/ 663677 w 2743200"/>
                <a:gd name="connsiteY1" fmla="*/ 2802193 h 2824866"/>
                <a:gd name="connsiteX2" fmla="*/ 1976284 w 2743200"/>
                <a:gd name="connsiteY2" fmla="*/ 2625212 h 2824866"/>
                <a:gd name="connsiteX3" fmla="*/ 2551471 w 2743200"/>
                <a:gd name="connsiteY3" fmla="*/ 1946787 h 2824866"/>
                <a:gd name="connsiteX4" fmla="*/ 2743200 w 2743200"/>
                <a:gd name="connsiteY4" fmla="*/ 0 h 2824866"/>
                <a:gd name="connsiteX0-1" fmla="*/ 0 w 2743200"/>
                <a:gd name="connsiteY0-2" fmla="*/ 2816942 h 2821238"/>
                <a:gd name="connsiteX1-3" fmla="*/ 663677 w 2743200"/>
                <a:gd name="connsiteY1-4" fmla="*/ 2802193 h 2821238"/>
                <a:gd name="connsiteX2-5" fmla="*/ 1976284 w 2743200"/>
                <a:gd name="connsiteY2-6" fmla="*/ 2625212 h 2821238"/>
                <a:gd name="connsiteX3-7" fmla="*/ 2551471 w 2743200"/>
                <a:gd name="connsiteY3-8" fmla="*/ 1946787 h 2821238"/>
                <a:gd name="connsiteX4-9" fmla="*/ 2743200 w 2743200"/>
                <a:gd name="connsiteY4-10" fmla="*/ 0 h 2821238"/>
                <a:gd name="connsiteX0-11" fmla="*/ 0 w 2743200"/>
                <a:gd name="connsiteY0-12" fmla="*/ 2816942 h 2816942"/>
                <a:gd name="connsiteX1-13" fmla="*/ 663677 w 2743200"/>
                <a:gd name="connsiteY1-14" fmla="*/ 2802193 h 2816942"/>
                <a:gd name="connsiteX2-15" fmla="*/ 1976284 w 2743200"/>
                <a:gd name="connsiteY2-16" fmla="*/ 2625212 h 2816942"/>
                <a:gd name="connsiteX3-17" fmla="*/ 2551471 w 2743200"/>
                <a:gd name="connsiteY3-18" fmla="*/ 1946787 h 2816942"/>
                <a:gd name="connsiteX4-19" fmla="*/ 2743200 w 2743200"/>
                <a:gd name="connsiteY4-20" fmla="*/ 0 h 2816942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</a:cxnLst>
              <a:rect l="l" t="t" r="r" b="b"/>
              <a:pathLst>
                <a:path w="2743200" h="2816942">
                  <a:moveTo>
                    <a:pt x="0" y="2816942"/>
                  </a:moveTo>
                  <a:cubicBezTo>
                    <a:pt x="363998" y="2816020"/>
                    <a:pt x="477171" y="2811923"/>
                    <a:pt x="663677" y="2802193"/>
                  </a:cubicBezTo>
                  <a:cubicBezTo>
                    <a:pt x="850183" y="2792463"/>
                    <a:pt x="1661652" y="2767780"/>
                    <a:pt x="1976284" y="2625212"/>
                  </a:cubicBezTo>
                  <a:cubicBezTo>
                    <a:pt x="2290916" y="2482644"/>
                    <a:pt x="2423652" y="2384322"/>
                    <a:pt x="2551471" y="1946787"/>
                  </a:cubicBezTo>
                  <a:cubicBezTo>
                    <a:pt x="2679290" y="1509252"/>
                    <a:pt x="2711245" y="754626"/>
                    <a:pt x="2743200" y="0"/>
                  </a:cubicBezTo>
                </a:path>
              </a:pathLst>
            </a:custGeom>
            <a:noFill/>
            <a:ln w="2540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49" name="Straight Connector 48"/>
            <p:cNvCxnSpPr/>
            <p:nvPr/>
          </p:nvCxnSpPr>
          <p:spPr>
            <a:xfrm flipV="1">
              <a:off x="10442559" y="1034169"/>
              <a:ext cx="0" cy="2505931"/>
            </a:xfrm>
            <a:prstGeom prst="line">
              <a:avLst/>
            </a:prstGeom>
            <a:ln>
              <a:solidFill>
                <a:schemeClr val="tx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0" name="Rectangle 61"/>
            <p:cNvSpPr>
              <a:spLocks noChangeArrowheads="1"/>
            </p:cNvSpPr>
            <p:nvPr/>
          </p:nvSpPr>
          <p:spPr bwMode="auto">
            <a:xfrm>
              <a:off x="10214306" y="3605644"/>
              <a:ext cx="509587" cy="5048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marL="342900" indent="-3429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342900" marR="0" lvl="0" indent="-342900" algn="ct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ED7D31"/>
                </a:buClr>
                <a:buSzPct val="85000"/>
                <a:buFont typeface="Wingdings" panose="05000000000000000000" pitchFamily="2" charset="2"/>
                <a:buNone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1</a:t>
              </a:r>
              <a:endParaRPr kumimoji="0" lang="en-US" altLang="en-US" sz="16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35" name="Group 34"/>
          <p:cNvGrpSpPr/>
          <p:nvPr/>
        </p:nvGrpSpPr>
        <p:grpSpPr>
          <a:xfrm>
            <a:off x="1199878" y="3314700"/>
            <a:ext cx="3457968" cy="523220"/>
            <a:chOff x="1211074" y="3275230"/>
            <a:chExt cx="3457968" cy="523220"/>
          </a:xfrm>
        </p:grpSpPr>
        <p:sp>
          <p:nvSpPr>
            <p:cNvPr id="37" name="TextBox 36"/>
            <p:cNvSpPr txBox="1"/>
            <p:nvPr/>
          </p:nvSpPr>
          <p:spPr>
            <a:xfrm>
              <a:off x="2188876" y="3327958"/>
              <a:ext cx="2480166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比特服务速率</a:t>
              </a: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" name="TextBox 30"/>
            <p:cNvSpPr txBox="1"/>
            <p:nvPr/>
          </p:nvSpPr>
          <p:spPr>
            <a:xfrm>
              <a:off x="1211074" y="3275230"/>
              <a:ext cx="380232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28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R</a:t>
              </a:r>
              <a:endPara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8" name="Group 27"/>
          <p:cNvGrpSpPr/>
          <p:nvPr/>
        </p:nvGrpSpPr>
        <p:grpSpPr>
          <a:xfrm>
            <a:off x="1066278" y="2847705"/>
            <a:ext cx="3490678" cy="523220"/>
            <a:chOff x="1066278" y="2873829"/>
            <a:chExt cx="3490678" cy="523220"/>
          </a:xfrm>
        </p:grpSpPr>
        <p:sp>
          <p:nvSpPr>
            <p:cNvPr id="30" name="TextBox 29"/>
            <p:cNvSpPr txBox="1"/>
            <p:nvPr/>
          </p:nvSpPr>
          <p:spPr>
            <a:xfrm>
              <a:off x="2169123" y="2910251"/>
              <a:ext cx="2387833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比特到达速率</a:t>
              </a: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7" name="Group 26"/>
            <p:cNvGrpSpPr/>
            <p:nvPr/>
          </p:nvGrpSpPr>
          <p:grpSpPr>
            <a:xfrm>
              <a:off x="1066278" y="2873829"/>
              <a:ext cx="681588" cy="523220"/>
              <a:chOff x="1066278" y="2873829"/>
              <a:chExt cx="681588" cy="523220"/>
            </a:xfrm>
          </p:grpSpPr>
          <p:sp>
            <p:nvSpPr>
              <p:cNvPr id="9" name="TextBox 8"/>
              <p:cNvSpPr txBox="1"/>
              <p:nvPr/>
            </p:nvSpPr>
            <p:spPr>
              <a:xfrm>
                <a:off x="1066278" y="2873829"/>
                <a:ext cx="335348" cy="5232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2800" b="0" i="1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L</a:t>
                </a:r>
                <a:endParaRPr kumimoji="0" lang="en-US" sz="28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" name="TextBox 22"/>
              <p:cNvSpPr txBox="1"/>
              <p:nvPr/>
            </p:nvSpPr>
            <p:spPr>
              <a:xfrm>
                <a:off x="1378854" y="2873829"/>
                <a:ext cx="369012" cy="5232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2800" b="0" i="1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a</a:t>
                </a:r>
                <a:endParaRPr kumimoji="0" lang="en-US" sz="28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" name="TextBox 14"/>
              <p:cNvSpPr txBox="1"/>
              <p:nvPr/>
            </p:nvSpPr>
            <p:spPr>
              <a:xfrm>
                <a:off x="1278923" y="2909664"/>
                <a:ext cx="24237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1800" b="0" i="1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.</a:t>
                </a:r>
                <a:endParaRPr kumimoji="0" lang="en-US" sz="18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2" name="Group 41"/>
          <p:cNvGrpSpPr/>
          <p:nvPr/>
        </p:nvGrpSpPr>
        <p:grpSpPr>
          <a:xfrm>
            <a:off x="1204684" y="2981937"/>
            <a:ext cx="3323775" cy="584775"/>
            <a:chOff x="1204684" y="2981937"/>
            <a:chExt cx="3323775" cy="584775"/>
          </a:xfrm>
        </p:grpSpPr>
        <p:cxnSp>
          <p:nvCxnSpPr>
            <p:cNvPr id="33" name="Straight Connector 32"/>
            <p:cNvCxnSpPr/>
            <p:nvPr/>
          </p:nvCxnSpPr>
          <p:spPr>
            <a:xfrm>
              <a:off x="2300167" y="3338737"/>
              <a:ext cx="2228292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/>
            <p:cNvCxnSpPr/>
            <p:nvPr/>
          </p:nvCxnSpPr>
          <p:spPr>
            <a:xfrm>
              <a:off x="1204684" y="3342018"/>
              <a:ext cx="348343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" name="TextBox 17"/>
            <p:cNvSpPr txBox="1"/>
            <p:nvPr/>
          </p:nvSpPr>
          <p:spPr>
            <a:xfrm>
              <a:off x="1687802" y="2981937"/>
              <a:ext cx="638629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32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:</a:t>
              </a:r>
              <a:endParaRPr kumimoji="0" lang="en-US" sz="3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25" name="TextBox 24"/>
          <p:cNvSpPr txBox="1"/>
          <p:nvPr/>
        </p:nvSpPr>
        <p:spPr>
          <a:xfrm>
            <a:off x="5025350" y="2902857"/>
            <a:ext cx="1582613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“流量 </a:t>
            </a:r>
            <a:endParaRPr kumimoji="0" lang="en-US" sz="2800" b="0" i="1" u="none" strike="noStrike" kern="1200" cap="none" spc="0" normalizeH="0" baseline="0" noProof="0" dirty="0">
              <a:ln>
                <a:noFill/>
              </a:ln>
              <a:solidFill>
                <a:srgbClr val="0000A3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强度”</a:t>
            </a:r>
            <a:endParaRPr kumimoji="0" lang="en-US" sz="2800" b="0" i="1" u="none" strike="noStrike" kern="1200" cap="none" spc="0" normalizeH="0" baseline="0" noProof="0" dirty="0">
              <a:ln>
                <a:noFill/>
              </a:ln>
              <a:solidFill>
                <a:srgbClr val="0000A3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2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引言：1-</a:t>
            </a:r>
            <a:fld id="{C4204591-24BD-A542-B9D5-F8D8A88D2FEE}" type="slidenum">
              <a:rPr lang="en-US" smtClean="0"/>
            </a:fld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500"/>
                            </p:stCondLst>
                            <p:childTnLst>
                              <p:par>
                                <p:cTn id="19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6" grpId="0"/>
      <p:bldP spid="25" grpId="0"/>
    </p:bld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Line 38"/>
          <p:cNvSpPr>
            <a:spLocks noChangeShapeType="1"/>
          </p:cNvSpPr>
          <p:nvPr/>
        </p:nvSpPr>
        <p:spPr bwMode="auto">
          <a:xfrm>
            <a:off x="2831406" y="5366286"/>
            <a:ext cx="469144" cy="315494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" name="Line 105"/>
          <p:cNvSpPr>
            <a:spLocks noChangeShapeType="1"/>
          </p:cNvSpPr>
          <p:nvPr/>
        </p:nvSpPr>
        <p:spPr bwMode="auto">
          <a:xfrm flipV="1">
            <a:off x="3691311" y="5467468"/>
            <a:ext cx="639909" cy="20796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81" name="Group 180"/>
          <p:cNvGrpSpPr/>
          <p:nvPr/>
        </p:nvGrpSpPr>
        <p:grpSpPr>
          <a:xfrm>
            <a:off x="3109054" y="5514269"/>
            <a:ext cx="860625" cy="398511"/>
            <a:chOff x="7493876" y="2774731"/>
            <a:chExt cx="1481958" cy="894622"/>
          </a:xfrm>
        </p:grpSpPr>
        <p:sp>
          <p:nvSpPr>
            <p:cNvPr id="182" name="Freeform 181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3" name="Oval 182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84" name="Group 183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85" name="Freeform 184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6" name="Freeform 185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7" name="Freeform 186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8" name="Freeform 187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0" name="Line 106"/>
          <p:cNvSpPr>
            <a:spLocks noChangeShapeType="1"/>
          </p:cNvSpPr>
          <p:nvPr/>
        </p:nvSpPr>
        <p:spPr bwMode="auto">
          <a:xfrm>
            <a:off x="4626350" y="5451593"/>
            <a:ext cx="677550" cy="20796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1" name="Line 108"/>
          <p:cNvSpPr>
            <a:spLocks noChangeShapeType="1"/>
          </p:cNvSpPr>
          <p:nvPr/>
        </p:nvSpPr>
        <p:spPr bwMode="auto">
          <a:xfrm flipH="1">
            <a:off x="4388223" y="5062655"/>
            <a:ext cx="661222" cy="2730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5" name="Line 291"/>
          <p:cNvSpPr>
            <a:spLocks noChangeShapeType="1"/>
          </p:cNvSpPr>
          <p:nvPr/>
        </p:nvSpPr>
        <p:spPr bwMode="auto">
          <a:xfrm>
            <a:off x="4356474" y="5583355"/>
            <a:ext cx="318847" cy="3111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72" name="Group 171"/>
          <p:cNvGrpSpPr/>
          <p:nvPr/>
        </p:nvGrpSpPr>
        <p:grpSpPr>
          <a:xfrm>
            <a:off x="3957067" y="5203592"/>
            <a:ext cx="860625" cy="398511"/>
            <a:chOff x="7493876" y="2774731"/>
            <a:chExt cx="1481958" cy="894622"/>
          </a:xfrm>
        </p:grpSpPr>
        <p:sp>
          <p:nvSpPr>
            <p:cNvPr id="173" name="Freeform 172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4" name="Oval 173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75" name="Group 174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76" name="Freeform 175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7" name="Freeform 176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8" name="Freeform 177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9" name="Freeform 178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2" name="Line 113"/>
          <p:cNvSpPr>
            <a:spLocks noChangeShapeType="1"/>
          </p:cNvSpPr>
          <p:nvPr/>
        </p:nvSpPr>
        <p:spPr bwMode="auto">
          <a:xfrm flipH="1">
            <a:off x="5602660" y="5511918"/>
            <a:ext cx="865759" cy="14446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7" name="Line 294"/>
          <p:cNvSpPr>
            <a:spLocks noChangeShapeType="1"/>
          </p:cNvSpPr>
          <p:nvPr/>
        </p:nvSpPr>
        <p:spPr bwMode="auto">
          <a:xfrm flipH="1">
            <a:off x="4997823" y="5773855"/>
            <a:ext cx="487128" cy="1524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64" name="Group 163"/>
          <p:cNvGrpSpPr/>
          <p:nvPr/>
        </p:nvGrpSpPr>
        <p:grpSpPr>
          <a:xfrm>
            <a:off x="4985387" y="5543879"/>
            <a:ext cx="860625" cy="398511"/>
            <a:chOff x="7493876" y="2774731"/>
            <a:chExt cx="1481958" cy="894622"/>
          </a:xfrm>
        </p:grpSpPr>
        <p:sp>
          <p:nvSpPr>
            <p:cNvPr id="165" name="Freeform 164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6" name="Oval 165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67" name="Group 166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68" name="Freeform 167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9" name="Freeform 168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0" name="Freeform 169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1" name="Freeform 170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sz="4400" dirty="0">
                <a:ea typeface="MS PGothic" panose="020B0600070205080204" pitchFamily="34" charset="-128"/>
              </a:rPr>
              <a:t>“真实”互联网时延和路由</a:t>
            </a:r>
            <a:endParaRPr lang="en-US" sz="4400" dirty="0"/>
          </a:p>
        </p:txBody>
      </p:sp>
      <p:sp>
        <p:nvSpPr>
          <p:cNvPr id="17" name="Rectangle 5"/>
          <p:cNvSpPr txBox="1">
            <a:spLocks noChangeArrowheads="1"/>
          </p:cNvSpPr>
          <p:nvPr/>
        </p:nvSpPr>
        <p:spPr>
          <a:xfrm>
            <a:off x="980180" y="1324511"/>
            <a:ext cx="10342830" cy="1885391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655" marR="0" lvl="0" indent="-28765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“真实”的互联网时延和丢失是什么样的？ </a:t>
            </a:r>
            <a:r>
              <a:rPr kumimoji="0" lang="en-US" altLang="ja-JP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endParaRPr kumimoji="0" lang="en-US" altLang="ja-JP" sz="3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  <a:p>
            <a:pPr marL="287655" marR="0" lvl="0" indent="-28765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traceroute 程序：沿到目的地的端到端互联网路径，测量从源到各路由器的时延。对所有 i：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endParaRPr kumimoji="0" lang="en-US" altLang="en-US" sz="3200" b="0" i="1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23" name="Line 260"/>
          <p:cNvSpPr>
            <a:spLocks noChangeShapeType="1"/>
          </p:cNvSpPr>
          <p:nvPr/>
        </p:nvSpPr>
        <p:spPr bwMode="auto">
          <a:xfrm>
            <a:off x="6721850" y="5476993"/>
            <a:ext cx="677550" cy="20796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4" name="Line 261"/>
          <p:cNvSpPr>
            <a:spLocks noChangeShapeType="1"/>
          </p:cNvSpPr>
          <p:nvPr/>
        </p:nvSpPr>
        <p:spPr bwMode="auto">
          <a:xfrm flipH="1">
            <a:off x="7660060" y="5423018"/>
            <a:ext cx="777191" cy="27781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6" name="Line 292"/>
          <p:cNvSpPr>
            <a:spLocks noChangeShapeType="1"/>
          </p:cNvSpPr>
          <p:nvPr/>
        </p:nvSpPr>
        <p:spPr bwMode="auto">
          <a:xfrm>
            <a:off x="6280524" y="5170605"/>
            <a:ext cx="318847" cy="3111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8" name="Line 295"/>
          <p:cNvSpPr>
            <a:spLocks noChangeShapeType="1"/>
          </p:cNvSpPr>
          <p:nvPr/>
        </p:nvSpPr>
        <p:spPr bwMode="auto">
          <a:xfrm>
            <a:off x="5394926" y="5277473"/>
            <a:ext cx="8857" cy="2603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9" name="Text Box 300"/>
          <p:cNvSpPr txBox="1">
            <a:spLocks noChangeArrowheads="1"/>
          </p:cNvSpPr>
          <p:nvPr/>
        </p:nvSpPr>
        <p:spPr bwMode="auto">
          <a:xfrm>
            <a:off x="2999161" y="5135680"/>
            <a:ext cx="1397131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3 个探测报文</a:t>
            </a: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30" name="Text Box 302"/>
          <p:cNvSpPr txBox="1">
            <a:spLocks noChangeArrowheads="1"/>
          </p:cNvSpPr>
          <p:nvPr/>
        </p:nvSpPr>
        <p:spPr bwMode="auto">
          <a:xfrm>
            <a:off x="3613524" y="5696068"/>
            <a:ext cx="1397131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3 个探测报文</a:t>
            </a: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31" name="Text Box 304"/>
          <p:cNvSpPr txBox="1">
            <a:spLocks noChangeArrowheads="1"/>
          </p:cNvSpPr>
          <p:nvPr/>
        </p:nvSpPr>
        <p:spPr bwMode="auto">
          <a:xfrm>
            <a:off x="4842700" y="5044156"/>
            <a:ext cx="1397131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3 个探测报文</a:t>
            </a: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grpSp>
        <p:nvGrpSpPr>
          <p:cNvPr id="32" name="Group 100"/>
          <p:cNvGrpSpPr/>
          <p:nvPr/>
        </p:nvGrpSpPr>
        <p:grpSpPr bwMode="auto">
          <a:xfrm>
            <a:off x="1934728" y="5072180"/>
            <a:ext cx="1027081" cy="688975"/>
            <a:chOff x="-44" y="1473"/>
            <a:chExt cx="981" cy="1105"/>
          </a:xfrm>
        </p:grpSpPr>
        <p:pic>
          <p:nvPicPr>
            <p:cNvPr id="33" name="Picture 101" descr="desktop_computer_stylized_medium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5" name="Freeform 102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7" name="Group 103"/>
          <p:cNvGrpSpPr/>
          <p:nvPr/>
        </p:nvGrpSpPr>
        <p:grpSpPr bwMode="auto">
          <a:xfrm flipH="1">
            <a:off x="8177586" y="5110280"/>
            <a:ext cx="1051754" cy="669925"/>
            <a:chOff x="-44" y="1473"/>
            <a:chExt cx="981" cy="1105"/>
          </a:xfrm>
        </p:grpSpPr>
        <p:pic>
          <p:nvPicPr>
            <p:cNvPr id="42" name="Picture 104" descr="desktop_computer_stylized_medium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5" name="Freeform 105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4" name="Freeform 303"/>
          <p:cNvSpPr/>
          <p:nvPr/>
        </p:nvSpPr>
        <p:spPr bwMode="auto">
          <a:xfrm>
            <a:off x="2868986" y="5356343"/>
            <a:ext cx="3135331" cy="403225"/>
          </a:xfrm>
          <a:custGeom>
            <a:avLst/>
            <a:gdLst>
              <a:gd name="T0" fmla="*/ 2147483647 w 1416"/>
              <a:gd name="T1" fmla="*/ 2147483647 h 254"/>
              <a:gd name="T2" fmla="*/ 2147483647 w 1416"/>
              <a:gd name="T3" fmla="*/ 2147483647 h 254"/>
              <a:gd name="T4" fmla="*/ 2147483647 w 1416"/>
              <a:gd name="T5" fmla="*/ 2147483647 h 254"/>
              <a:gd name="T6" fmla="*/ 2147483647 w 1416"/>
              <a:gd name="T7" fmla="*/ 2147483647 h 254"/>
              <a:gd name="T8" fmla="*/ 2147483647 w 1416"/>
              <a:gd name="T9" fmla="*/ 2147483647 h 254"/>
              <a:gd name="T10" fmla="*/ 2147483647 w 1416"/>
              <a:gd name="T11" fmla="*/ 2147483647 h 254"/>
              <a:gd name="T12" fmla="*/ 0 w 1416"/>
              <a:gd name="T13" fmla="*/ 2147483647 h 254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1416"/>
              <a:gd name="T22" fmla="*/ 0 h 254"/>
              <a:gd name="T23" fmla="*/ 1416 w 1416"/>
              <a:gd name="T24" fmla="*/ 254 h 254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1416" h="254">
                <a:moveTo>
                  <a:pt x="76" y="30"/>
                </a:moveTo>
                <a:cubicBezTo>
                  <a:pt x="137" y="11"/>
                  <a:pt x="200" y="170"/>
                  <a:pt x="324" y="170"/>
                </a:cubicBezTo>
                <a:cubicBezTo>
                  <a:pt x="461" y="165"/>
                  <a:pt x="717" y="0"/>
                  <a:pt x="896" y="2"/>
                </a:cubicBezTo>
                <a:cubicBezTo>
                  <a:pt x="1075" y="4"/>
                  <a:pt x="1416" y="122"/>
                  <a:pt x="1400" y="182"/>
                </a:cubicBezTo>
                <a:cubicBezTo>
                  <a:pt x="1384" y="242"/>
                  <a:pt x="1073" y="63"/>
                  <a:pt x="896" y="74"/>
                </a:cubicBezTo>
                <a:cubicBezTo>
                  <a:pt x="719" y="85"/>
                  <a:pt x="489" y="254"/>
                  <a:pt x="340" y="250"/>
                </a:cubicBezTo>
                <a:cubicBezTo>
                  <a:pt x="191" y="246"/>
                  <a:pt x="62" y="32"/>
                  <a:pt x="0" y="50"/>
                </a:cubicBezTo>
              </a:path>
            </a:pathLst>
          </a:custGeom>
          <a:noFill/>
          <a:ln w="28575">
            <a:solidFill>
              <a:srgbClr val="FF0000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5" name="Freeform 299"/>
          <p:cNvSpPr/>
          <p:nvPr/>
        </p:nvSpPr>
        <p:spPr bwMode="auto">
          <a:xfrm>
            <a:off x="2900736" y="5392855"/>
            <a:ext cx="584553" cy="419100"/>
          </a:xfrm>
          <a:custGeom>
            <a:avLst/>
            <a:gdLst>
              <a:gd name="T0" fmla="*/ 2147483647 w 264"/>
              <a:gd name="T1" fmla="*/ 0 h 264"/>
              <a:gd name="T2" fmla="*/ 2147483647 w 264"/>
              <a:gd name="T3" fmla="*/ 2147483647 h 264"/>
              <a:gd name="T4" fmla="*/ 0 w 264"/>
              <a:gd name="T5" fmla="*/ 2147483647 h 264"/>
              <a:gd name="T6" fmla="*/ 0 60000 65536"/>
              <a:gd name="T7" fmla="*/ 0 60000 65536"/>
              <a:gd name="T8" fmla="*/ 0 60000 65536"/>
              <a:gd name="T9" fmla="*/ 0 w 264"/>
              <a:gd name="T10" fmla="*/ 0 h 264"/>
              <a:gd name="T11" fmla="*/ 264 w 264"/>
              <a:gd name="T12" fmla="*/ 264 h 26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64" h="264">
                <a:moveTo>
                  <a:pt x="60" y="0"/>
                </a:moveTo>
                <a:cubicBezTo>
                  <a:pt x="86" y="31"/>
                  <a:pt x="264" y="176"/>
                  <a:pt x="228" y="220"/>
                </a:cubicBezTo>
                <a:cubicBezTo>
                  <a:pt x="192" y="264"/>
                  <a:pt x="60" y="109"/>
                  <a:pt x="0" y="88"/>
                </a:cubicBezTo>
              </a:path>
            </a:pathLst>
          </a:custGeom>
          <a:noFill/>
          <a:ln w="28575">
            <a:solidFill>
              <a:srgbClr val="FF0000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6" name="Freeform 301"/>
          <p:cNvSpPr/>
          <p:nvPr/>
        </p:nvSpPr>
        <p:spPr bwMode="auto">
          <a:xfrm>
            <a:off x="2894387" y="5307130"/>
            <a:ext cx="1877656" cy="474663"/>
          </a:xfrm>
          <a:custGeom>
            <a:avLst/>
            <a:gdLst>
              <a:gd name="T0" fmla="*/ 2147483647 w 848"/>
              <a:gd name="T1" fmla="*/ 2147483647 h 299"/>
              <a:gd name="T2" fmla="*/ 2147483647 w 848"/>
              <a:gd name="T3" fmla="*/ 2147483647 h 299"/>
              <a:gd name="T4" fmla="*/ 2147483647 w 848"/>
              <a:gd name="T5" fmla="*/ 2147483647 h 299"/>
              <a:gd name="T6" fmla="*/ 2147483647 w 848"/>
              <a:gd name="T7" fmla="*/ 2147483647 h 299"/>
              <a:gd name="T8" fmla="*/ 0 w 848"/>
              <a:gd name="T9" fmla="*/ 2147483647 h 29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48"/>
              <a:gd name="T16" fmla="*/ 0 h 299"/>
              <a:gd name="T17" fmla="*/ 848 w 848"/>
              <a:gd name="T18" fmla="*/ 299 h 29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48" h="299">
                <a:moveTo>
                  <a:pt x="76" y="76"/>
                </a:moveTo>
                <a:cubicBezTo>
                  <a:pt x="137" y="57"/>
                  <a:pt x="200" y="216"/>
                  <a:pt x="324" y="216"/>
                </a:cubicBezTo>
                <a:cubicBezTo>
                  <a:pt x="448" y="216"/>
                  <a:pt x="792" y="0"/>
                  <a:pt x="820" y="76"/>
                </a:cubicBezTo>
                <a:cubicBezTo>
                  <a:pt x="848" y="152"/>
                  <a:pt x="469" y="245"/>
                  <a:pt x="340" y="296"/>
                </a:cubicBezTo>
                <a:cubicBezTo>
                  <a:pt x="203" y="299"/>
                  <a:pt x="62" y="78"/>
                  <a:pt x="0" y="96"/>
                </a:cubicBezTo>
              </a:path>
            </a:pathLst>
          </a:custGeom>
          <a:noFill/>
          <a:ln w="28575">
            <a:solidFill>
              <a:srgbClr val="FF0000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56" name="Group 155"/>
          <p:cNvGrpSpPr/>
          <p:nvPr/>
        </p:nvGrpSpPr>
        <p:grpSpPr>
          <a:xfrm>
            <a:off x="6096000" y="5229664"/>
            <a:ext cx="860625" cy="398511"/>
            <a:chOff x="7493876" y="2774731"/>
            <a:chExt cx="1481958" cy="894622"/>
          </a:xfrm>
        </p:grpSpPr>
        <p:sp>
          <p:nvSpPr>
            <p:cNvPr id="157" name="Freeform 156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8" name="Oval 157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59" name="Group 158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60" name="Freeform 159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1" name="Freeform 160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2" name="Freeform 161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3" name="Freeform 162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60" name="Rectangle 5"/>
          <p:cNvSpPr txBox="1">
            <a:spLocks noChangeArrowheads="1"/>
          </p:cNvSpPr>
          <p:nvPr/>
        </p:nvSpPr>
        <p:spPr>
          <a:xfrm>
            <a:off x="909932" y="3067365"/>
            <a:ext cx="10342830" cy="1723652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发送 3 个分组，它们将到达通往目的地路径上的路由器 i（生存时间字段值为 i）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/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/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/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/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Arial" panose="020B0604020202020204" pitchFamily="34" charset="0"/>
              <a:cs typeface="+mn-cs"/>
            </a:endParaRP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路由器 i 将分组返回给发送方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/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/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Arial" panose="020B0604020202020204" pitchFamily="34" charset="0"/>
              <a:cs typeface="+mn-cs"/>
            </a:endParaRP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发送方测量发送与应答之间的时间间隔</a:t>
            </a: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Arial" panose="020B0604020202020204" pitchFamily="34" charset="0"/>
              <a:cs typeface="+mn-cs"/>
            </a:endParaRPr>
          </a:p>
        </p:txBody>
      </p:sp>
      <p:sp>
        <p:nvSpPr>
          <p:cNvPr id="61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引言：1-</a:t>
            </a:r>
            <a:fld id="{C4204591-24BD-A542-B9D5-F8D8A88D2FEE}" type="slidenum">
              <a:rPr lang="en-US" smtClean="0"/>
            </a:fld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  <p:par>
                                <p:cTn id="1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" grpId="0"/>
      <p:bldP spid="30" grpId="0"/>
      <p:bldP spid="31" grpId="0"/>
      <p:bldP spid="60" grpId="0"/>
    </p:bld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sz="4400" dirty="0">
                <a:ea typeface="MS PGothic" panose="020B0600070205080204" pitchFamily="34" charset="-128"/>
              </a:rPr>
              <a:t>真实互联网时延和路由</a:t>
            </a:r>
            <a:endParaRPr lang="en-US" sz="4400" dirty="0"/>
          </a:p>
        </p:txBody>
      </p:sp>
      <p:sp>
        <p:nvSpPr>
          <p:cNvPr id="68" name="Text Box 4"/>
          <p:cNvSpPr txBox="1">
            <a:spLocks noChangeArrowheads="1"/>
          </p:cNvSpPr>
          <p:nvPr/>
        </p:nvSpPr>
        <p:spPr bwMode="auto">
          <a:xfrm>
            <a:off x="1663495" y="2282978"/>
            <a:ext cx="8229600" cy="3944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457200" indent="-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1  cs-gw (128.119.240.254)  1 ms  1 ms  2 ms</a:t>
            </a:r>
            <a:endParaRPr kumimoji="0" lang="en-US" alt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2  border1-rt-fa5-1-0.gw.umass.edu (128.119.3.145)  1 ms  1 ms  2 ms</a:t>
            </a:r>
            <a:endParaRPr kumimoji="0" lang="en-US" alt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3  cht-vbns.gw.umass.edu (128.119.3.130)  6 ms 5 ms 5 ms</a:t>
            </a:r>
            <a:endParaRPr kumimoji="0" lang="en-US" alt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4  jn1-at1-0-0-19.wor.vbns.net (204.147.132.129)  16 ms 11 ms 13 ms </a:t>
            </a:r>
            <a:endParaRPr kumimoji="0" lang="en-US" alt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5  jn1-so7-0-0-0.wae.vbns.net (204.147.136.136)  21 ms 18 ms 18 ms </a:t>
            </a:r>
            <a:endParaRPr kumimoji="0" lang="en-US" alt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6  abilene-vbns.abilene.ucaid.edu (198.32.11.9)  22 ms  18 ms  22 ms</a:t>
            </a:r>
            <a:endParaRPr kumimoji="0" lang="en-US" alt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7  nycm-wash.abilene.ucaid.edu (198.32.8.46)  22 ms  22 ms  22 ms</a:t>
            </a:r>
            <a:endParaRPr kumimoji="0" lang="en-US" alt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8  62.40.103.253 (62.40.103.253)  104 ms 109 ms 106 ms</a:t>
            </a:r>
            <a:endParaRPr kumimoji="0" lang="en-US" alt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9  de2-1.de1.de.geant.net (62.40.96.129)  109 ms 102 ms 104 ms</a:t>
            </a:r>
            <a:endParaRPr kumimoji="0" lang="en-US" alt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10  de.fr1.fr.geant.net (62.40.96.50)  113 ms 121 ms 114 ms</a:t>
            </a:r>
            <a:endParaRPr kumimoji="0" lang="en-US" alt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11  renater-gw.fr1.fr.geant.net (62.40.103.54)  112 ms  114 ms  112 ms</a:t>
            </a:r>
            <a:endParaRPr kumimoji="0" lang="en-US" alt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12  nio-n2.cssi.renater.fr (193.51.206.13)  111 ms  114 ms  116 ms</a:t>
            </a:r>
            <a:endParaRPr kumimoji="0" lang="en-US" alt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13  nice.cssi.renater.fr (195.220.98.102)  123 ms  125 ms  124 ms</a:t>
            </a:r>
            <a:endParaRPr kumimoji="0" lang="en-US" alt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14  r3t2-nice.cssi.renater.fr (195.220.98.110)  126 ms  126 ms  124 ms</a:t>
            </a:r>
            <a:endParaRPr kumimoji="0" lang="en-US" alt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15  eurecom-valbonne.r3t2.ft.net (193.48.50.54)  135 ms  128 ms  133 ms</a:t>
            </a:r>
            <a:endParaRPr kumimoji="0" lang="en-US" alt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16  194.214.211.25 (194.214.211.25)  126 ms  128 ms  126 ms</a:t>
            </a:r>
            <a:endParaRPr kumimoji="0" lang="en-US" alt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17  * * *</a:t>
            </a:r>
            <a:endParaRPr kumimoji="0" lang="en-US" alt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18  * * *</a:t>
            </a:r>
            <a:endParaRPr kumimoji="0" lang="en-US" alt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19  fantasia.eurecom.fr (193.55.113.142)  132 ms  128 ms  136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rPr>
              <a:t> </a:t>
            </a: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rPr>
              <a:t>ms</a:t>
            </a:r>
            <a:endParaRPr kumimoji="0" lang="en-US" alt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69" name="Text Box 5"/>
          <p:cNvSpPr txBox="1">
            <a:spLocks noChangeArrowheads="1"/>
          </p:cNvSpPr>
          <p:nvPr/>
        </p:nvSpPr>
        <p:spPr bwMode="auto">
          <a:xfrm>
            <a:off x="1684133" y="1091177"/>
            <a:ext cx="8193087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traceroute：从 gaia.cs.umass.edu 到 www.eurecom.fr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79" name="TextBox 1"/>
          <p:cNvSpPr txBox="1">
            <a:spLocks noChangeArrowheads="1"/>
          </p:cNvSpPr>
          <p:nvPr/>
        </p:nvSpPr>
        <p:spPr bwMode="auto">
          <a:xfrm>
            <a:off x="1704770" y="6259665"/>
            <a:ext cx="6529352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* 可在 www.traceroute.org 从不同国家尝试 traceroute</a:t>
            </a: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grpSp>
        <p:nvGrpSpPr>
          <p:cNvPr id="11" name="Group 10"/>
          <p:cNvGrpSpPr/>
          <p:nvPr/>
        </p:nvGrpSpPr>
        <p:grpSpPr>
          <a:xfrm>
            <a:off x="2464209" y="5464534"/>
            <a:ext cx="7293694" cy="400110"/>
            <a:chOff x="2464209" y="5464534"/>
            <a:chExt cx="7293694" cy="400110"/>
          </a:xfrm>
        </p:grpSpPr>
        <p:sp>
          <p:nvSpPr>
            <p:cNvPr id="76" name="Text Box 12"/>
            <p:cNvSpPr txBox="1">
              <a:spLocks noChangeArrowheads="1"/>
            </p:cNvSpPr>
            <p:nvPr/>
          </p:nvSpPr>
          <p:spPr bwMode="auto">
            <a:xfrm>
              <a:off x="3471403" y="5464534"/>
              <a:ext cx="6286500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* 表示无响应（探测报文丢失，或路由器未应答）</a:t>
              </a: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  <p:cxnSp>
          <p:nvCxnSpPr>
            <p:cNvPr id="23" name="Straight Arrow Connector 22"/>
            <p:cNvCxnSpPr/>
            <p:nvPr/>
          </p:nvCxnSpPr>
          <p:spPr>
            <a:xfrm flipH="1">
              <a:off x="2464209" y="5590849"/>
              <a:ext cx="1007194" cy="0"/>
            </a:xfrm>
            <a:prstGeom prst="straightConnector1">
              <a:avLst/>
            </a:prstGeom>
            <a:ln w="1270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" name="Group 4"/>
          <p:cNvGrpSpPr/>
          <p:nvPr/>
        </p:nvGrpSpPr>
        <p:grpSpPr>
          <a:xfrm>
            <a:off x="1915886" y="1596610"/>
            <a:ext cx="9454526" cy="899847"/>
            <a:chOff x="1915886" y="1596610"/>
            <a:chExt cx="9454526" cy="899847"/>
          </a:xfrm>
        </p:grpSpPr>
        <p:sp>
          <p:nvSpPr>
            <p:cNvPr id="71" name="Text Box 7"/>
            <p:cNvSpPr txBox="1">
              <a:spLocks noChangeArrowheads="1"/>
            </p:cNvSpPr>
            <p:nvPr/>
          </p:nvSpPr>
          <p:spPr bwMode="auto">
            <a:xfrm>
              <a:off x="5433162" y="1596610"/>
              <a:ext cx="5937250" cy="6178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3 次时延测量：从 </a:t>
              </a: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gaia.cs.umass.edu 到 cs-gw.cs.umass.edu </a:t>
              </a: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/>
              </a: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/>
              </a: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2" name="Line 8"/>
            <p:cNvSpPr>
              <a:spLocks noChangeShapeType="1"/>
            </p:cNvSpPr>
            <p:nvPr/>
          </p:nvSpPr>
          <p:spPr bwMode="auto">
            <a:xfrm flipV="1">
              <a:off x="4430508" y="1909915"/>
              <a:ext cx="671512" cy="412750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  <a:head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3" name="Line 9"/>
            <p:cNvSpPr>
              <a:spLocks noChangeShapeType="1"/>
            </p:cNvSpPr>
            <p:nvPr/>
          </p:nvSpPr>
          <p:spPr bwMode="auto">
            <a:xfrm flipV="1">
              <a:off x="4970258" y="1898803"/>
              <a:ext cx="139700" cy="404812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  <a:head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4" name="Line 10"/>
            <p:cNvSpPr>
              <a:spLocks noChangeShapeType="1"/>
            </p:cNvSpPr>
            <p:nvPr/>
          </p:nvSpPr>
          <p:spPr bwMode="auto">
            <a:xfrm flipH="1" flipV="1">
              <a:off x="5105195" y="1908328"/>
              <a:ext cx="366713" cy="390525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  <a:head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25" name="Straight Arrow Connector 24"/>
            <p:cNvCxnSpPr/>
            <p:nvPr/>
          </p:nvCxnSpPr>
          <p:spPr>
            <a:xfrm flipH="1">
              <a:off x="5102020" y="1908328"/>
              <a:ext cx="512012" cy="0"/>
            </a:xfrm>
            <a:prstGeom prst="straightConnector1">
              <a:avLst/>
            </a:prstGeom>
            <a:ln w="1270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" name="Rectangle 2"/>
            <p:cNvSpPr/>
            <p:nvPr/>
          </p:nvSpPr>
          <p:spPr>
            <a:xfrm>
              <a:off x="1915886" y="2307771"/>
              <a:ext cx="638628" cy="188686"/>
            </a:xfrm>
            <a:prstGeom prst="rect">
              <a:avLst/>
            </a:prstGeom>
            <a:solidFill>
              <a:srgbClr val="FFFF00">
                <a:alpha val="38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highlight>
                  <a:srgbClr val="FFFF00"/>
                </a:highlight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1959429" y="2305498"/>
            <a:ext cx="10306229" cy="617861"/>
            <a:chOff x="1959429" y="2305498"/>
            <a:chExt cx="10306229" cy="617861"/>
          </a:xfrm>
        </p:grpSpPr>
        <p:sp>
          <p:nvSpPr>
            <p:cNvPr id="19" name="Text Box 7"/>
            <p:cNvSpPr txBox="1">
              <a:spLocks noChangeArrowheads="1"/>
            </p:cNvSpPr>
            <p:nvPr/>
          </p:nvSpPr>
          <p:spPr bwMode="auto">
            <a:xfrm>
              <a:off x="8179566" y="2305498"/>
              <a:ext cx="4086092" cy="6178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3 次时延测量</a:t>
              </a: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到 border1-rt-fa5-1-0.gw.umass.edu </a:t>
              </a: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/>
              </a: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  <p:cxnSp>
          <p:nvCxnSpPr>
            <p:cNvPr id="4" name="Straight Arrow Connector 3"/>
            <p:cNvCxnSpPr/>
            <p:nvPr/>
          </p:nvCxnSpPr>
          <p:spPr>
            <a:xfrm flipH="1">
              <a:off x="8136140" y="2591761"/>
              <a:ext cx="738960" cy="0"/>
            </a:xfrm>
            <a:prstGeom prst="straightConnector1">
              <a:avLst/>
            </a:prstGeom>
            <a:ln w="1270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Rectangle 6"/>
            <p:cNvSpPr/>
            <p:nvPr/>
          </p:nvSpPr>
          <p:spPr>
            <a:xfrm>
              <a:off x="1959429" y="2525486"/>
              <a:ext cx="2975428" cy="159657"/>
            </a:xfrm>
            <a:prstGeom prst="rect">
              <a:avLst/>
            </a:prstGeom>
            <a:solidFill>
              <a:srgbClr val="FFFF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3" name="Group 12"/>
          <p:cNvGrpSpPr/>
          <p:nvPr/>
        </p:nvGrpSpPr>
        <p:grpSpPr>
          <a:xfrm>
            <a:off x="7046686" y="4088438"/>
            <a:ext cx="4427559" cy="617861"/>
            <a:chOff x="7046686" y="4088438"/>
            <a:chExt cx="4427559" cy="617861"/>
          </a:xfrm>
        </p:grpSpPr>
        <p:grpSp>
          <p:nvGrpSpPr>
            <p:cNvPr id="10" name="Group 9"/>
            <p:cNvGrpSpPr/>
            <p:nvPr/>
          </p:nvGrpSpPr>
          <p:grpSpPr>
            <a:xfrm>
              <a:off x="8136140" y="4088438"/>
              <a:ext cx="3338105" cy="617861"/>
              <a:chOff x="8136140" y="4088438"/>
              <a:chExt cx="3338105" cy="617861"/>
            </a:xfrm>
          </p:grpSpPr>
          <p:sp>
            <p:nvSpPr>
              <p:cNvPr id="16" name="Text Box 7"/>
              <p:cNvSpPr txBox="1">
                <a:spLocks noChangeArrowheads="1"/>
              </p:cNvSpPr>
              <p:nvPr/>
            </p:nvSpPr>
            <p:spPr bwMode="auto">
              <a:xfrm>
                <a:off x="8731045" y="4088438"/>
                <a:ext cx="2743200" cy="61786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85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+mn-cs"/>
                  </a:rPr>
                  <a:t>看起来时延降低了！为什么？</a:t>
                </a:r>
                <a:r>
                  <a:rPr kumimoji="0" lang="en-US" altLang="en-US" sz="2000" b="0" i="1" u="none" strike="noStrike" kern="1200" cap="none" spc="0" normalizeH="0" baseline="0" noProof="0" dirty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+mn-cs"/>
                  </a:rPr>
                  <a:t/>
                </a:r>
                <a:r>
                  <a: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+mn-cs"/>
                  </a:rPr>
                  <a:t/>
                </a: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endParaRPr>
              </a:p>
            </p:txBody>
          </p:sp>
          <p:cxnSp>
            <p:nvCxnSpPr>
              <p:cNvPr id="22" name="Straight Arrow Connector 21"/>
              <p:cNvCxnSpPr/>
              <p:nvPr/>
            </p:nvCxnSpPr>
            <p:spPr>
              <a:xfrm flipH="1">
                <a:off x="8136140" y="4381712"/>
                <a:ext cx="738960" cy="0"/>
              </a:xfrm>
              <a:prstGeom prst="straightConnector1">
                <a:avLst/>
              </a:prstGeom>
              <a:ln w="12700">
                <a:solidFill>
                  <a:srgbClr val="C00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2" name="Rectangle 11"/>
            <p:cNvSpPr/>
            <p:nvPr/>
          </p:nvSpPr>
          <p:spPr>
            <a:xfrm>
              <a:off x="7402286" y="4223657"/>
              <a:ext cx="725714" cy="261257"/>
            </a:xfrm>
            <a:prstGeom prst="rect">
              <a:avLst/>
            </a:prstGeom>
            <a:solidFill>
              <a:srgbClr val="FFFF00">
                <a:alpha val="41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highlight>
                  <a:srgbClr val="FFFF00"/>
                </a:highlight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" name="Rectangle 30"/>
            <p:cNvSpPr/>
            <p:nvPr/>
          </p:nvSpPr>
          <p:spPr>
            <a:xfrm>
              <a:off x="7046686" y="4419600"/>
              <a:ext cx="725714" cy="261257"/>
            </a:xfrm>
            <a:prstGeom prst="rect">
              <a:avLst/>
            </a:prstGeom>
            <a:solidFill>
              <a:srgbClr val="FFFF00">
                <a:alpha val="41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highlight>
                  <a:srgbClr val="FFFF00"/>
                </a:highlight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5" name="Group 14"/>
          <p:cNvGrpSpPr/>
          <p:nvPr/>
        </p:nvGrpSpPr>
        <p:grpSpPr>
          <a:xfrm>
            <a:off x="1937658" y="3381528"/>
            <a:ext cx="8901587" cy="508300"/>
            <a:chOff x="1937658" y="3381528"/>
            <a:chExt cx="8901587" cy="508300"/>
          </a:xfrm>
        </p:grpSpPr>
        <p:grpSp>
          <p:nvGrpSpPr>
            <p:cNvPr id="9" name="Group 8"/>
            <p:cNvGrpSpPr/>
            <p:nvPr/>
          </p:nvGrpSpPr>
          <p:grpSpPr>
            <a:xfrm>
              <a:off x="1937658" y="3381528"/>
              <a:ext cx="8901587" cy="460375"/>
              <a:chOff x="1937658" y="3381528"/>
              <a:chExt cx="8901587" cy="460375"/>
            </a:xfrm>
          </p:grpSpPr>
          <p:sp>
            <p:nvSpPr>
              <p:cNvPr id="77" name="Freeform 14"/>
              <p:cNvSpPr/>
              <p:nvPr/>
            </p:nvSpPr>
            <p:spPr bwMode="auto">
              <a:xfrm>
                <a:off x="7051470" y="3595840"/>
                <a:ext cx="1012825" cy="246063"/>
              </a:xfrm>
              <a:custGeom>
                <a:avLst/>
                <a:gdLst>
                  <a:gd name="T0" fmla="*/ 2147483647 w 638"/>
                  <a:gd name="T1" fmla="*/ 0 h 155"/>
                  <a:gd name="T2" fmla="*/ 2147483647 w 638"/>
                  <a:gd name="T3" fmla="*/ 2147483647 h 155"/>
                  <a:gd name="T4" fmla="*/ 2147483647 w 638"/>
                  <a:gd name="T5" fmla="*/ 2147483647 h 155"/>
                  <a:gd name="T6" fmla="*/ 2147483647 w 638"/>
                  <a:gd name="T7" fmla="*/ 2147483647 h 155"/>
                  <a:gd name="T8" fmla="*/ 0 w 638"/>
                  <a:gd name="T9" fmla="*/ 2147483647 h 1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8"/>
                  <a:gd name="T16" fmla="*/ 0 h 155"/>
                  <a:gd name="T17" fmla="*/ 638 w 638"/>
                  <a:gd name="T18" fmla="*/ 155 h 1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8" h="155">
                    <a:moveTo>
                      <a:pt x="593" y="0"/>
                    </a:moveTo>
                    <a:cubicBezTo>
                      <a:pt x="607" y="9"/>
                      <a:pt x="621" y="18"/>
                      <a:pt x="623" y="38"/>
                    </a:cubicBezTo>
                    <a:cubicBezTo>
                      <a:pt x="625" y="58"/>
                      <a:pt x="638" y="104"/>
                      <a:pt x="608" y="123"/>
                    </a:cubicBezTo>
                    <a:cubicBezTo>
                      <a:pt x="578" y="142"/>
                      <a:pt x="547" y="153"/>
                      <a:pt x="446" y="154"/>
                    </a:cubicBezTo>
                    <a:cubicBezTo>
                      <a:pt x="345" y="155"/>
                      <a:pt x="72" y="133"/>
                      <a:pt x="0" y="130"/>
                    </a:cubicBezTo>
                  </a:path>
                </a:pathLst>
              </a:custGeom>
              <a:noFill/>
              <a:ln w="19050">
                <a:solidFill>
                  <a:srgbClr val="CC0000"/>
                </a:solidFill>
                <a:rou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8" name="Text Box 15"/>
              <p:cNvSpPr txBox="1">
                <a:spLocks noChangeArrowheads="1"/>
              </p:cNvSpPr>
              <p:nvPr/>
            </p:nvSpPr>
            <p:spPr bwMode="auto">
              <a:xfrm>
                <a:off x="8096045" y="3381528"/>
                <a:ext cx="2743200" cy="400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+mn-cs"/>
                  </a:rPr>
                  <a:t>跨洋链路</a:t>
                </a: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26" name="Rectangle 25"/>
              <p:cNvSpPr/>
              <p:nvPr/>
            </p:nvSpPr>
            <p:spPr>
              <a:xfrm>
                <a:off x="1937658" y="3519717"/>
                <a:ext cx="2750456" cy="123370"/>
              </a:xfrm>
              <a:prstGeom prst="rect">
                <a:avLst/>
              </a:prstGeom>
              <a:solidFill>
                <a:srgbClr val="FFFF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" name="Rectangle 26"/>
              <p:cNvSpPr/>
              <p:nvPr/>
            </p:nvSpPr>
            <p:spPr>
              <a:xfrm>
                <a:off x="2002973" y="3686630"/>
                <a:ext cx="1306284" cy="145141"/>
              </a:xfrm>
              <a:prstGeom prst="rect">
                <a:avLst/>
              </a:prstGeom>
              <a:solidFill>
                <a:srgbClr val="FFFF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14" name="Rectangle 13"/>
            <p:cNvSpPr/>
            <p:nvPr/>
          </p:nvSpPr>
          <p:spPr>
            <a:xfrm>
              <a:off x="7315200" y="3468914"/>
              <a:ext cx="667657" cy="203200"/>
            </a:xfrm>
            <a:prstGeom prst="rect">
              <a:avLst/>
            </a:prstGeom>
            <a:solidFill>
              <a:srgbClr val="FFFF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" name="Rectangle 33"/>
            <p:cNvSpPr/>
            <p:nvPr/>
          </p:nvSpPr>
          <p:spPr>
            <a:xfrm>
              <a:off x="6320972" y="3679371"/>
              <a:ext cx="776514" cy="210457"/>
            </a:xfrm>
            <a:prstGeom prst="rect">
              <a:avLst/>
            </a:prstGeom>
            <a:solidFill>
              <a:srgbClr val="FFFF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35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引言：1-</a:t>
            </a:r>
            <a:fld id="{C4204591-24BD-A542-B9D5-F8D8A88D2FEE}" type="slidenum">
              <a:rPr lang="en-US" smtClean="0"/>
            </a:fld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7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5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9" name="Group 108"/>
          <p:cNvGrpSpPr/>
          <p:nvPr/>
        </p:nvGrpSpPr>
        <p:grpSpPr>
          <a:xfrm>
            <a:off x="4551470" y="4236503"/>
            <a:ext cx="1463604" cy="737240"/>
            <a:chOff x="7493876" y="2774731"/>
            <a:chExt cx="1481958" cy="894622"/>
          </a:xfrm>
        </p:grpSpPr>
        <p:sp>
          <p:nvSpPr>
            <p:cNvPr id="110" name="Freeform 109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1" name="Oval 110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12" name="Group 111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13" name="Freeform 112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4" name="Freeform 113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5" name="Freeform 114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6" name="Freeform 115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MS PGothic" panose="020B0600070205080204" pitchFamily="34" charset="-128"/>
              </a:rPr>
              <a:t>分组丢失</a:t>
            </a:r>
            <a:endParaRPr lang="en-US" sz="4400" dirty="0"/>
          </a:p>
        </p:txBody>
      </p:sp>
      <p:sp>
        <p:nvSpPr>
          <p:cNvPr id="17" name="Rectangle 3"/>
          <p:cNvSpPr txBox="1">
            <a:spLocks noChangeArrowheads="1"/>
          </p:cNvSpPr>
          <p:nvPr/>
        </p:nvSpPr>
        <p:spPr>
          <a:xfrm>
            <a:off x="975618" y="1391460"/>
            <a:ext cx="10214897" cy="71934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655" marR="0" lvl="0" indent="-28765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链路前的队列（也称缓冲区）容量有限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79" name="Rectangle 7"/>
          <p:cNvSpPr>
            <a:spLocks noChangeArrowheads="1"/>
          </p:cNvSpPr>
          <p:nvPr/>
        </p:nvSpPr>
        <p:spPr bwMode="auto">
          <a:xfrm>
            <a:off x="4638675" y="4485753"/>
            <a:ext cx="1198563" cy="263525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80" name="Line 23"/>
          <p:cNvSpPr>
            <a:spLocks noChangeShapeType="1"/>
          </p:cNvSpPr>
          <p:nvPr/>
        </p:nvSpPr>
        <p:spPr bwMode="auto">
          <a:xfrm>
            <a:off x="3946525" y="4252390"/>
            <a:ext cx="698500" cy="33337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81" name="Line 24"/>
          <p:cNvSpPr>
            <a:spLocks noChangeShapeType="1"/>
          </p:cNvSpPr>
          <p:nvPr/>
        </p:nvSpPr>
        <p:spPr bwMode="auto">
          <a:xfrm flipV="1">
            <a:off x="4235450" y="4646090"/>
            <a:ext cx="411163" cy="525463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82" name="Line 25"/>
          <p:cNvSpPr>
            <a:spLocks noChangeShapeType="1"/>
          </p:cNvSpPr>
          <p:nvPr/>
        </p:nvSpPr>
        <p:spPr bwMode="auto">
          <a:xfrm>
            <a:off x="5832475" y="4649265"/>
            <a:ext cx="1933575" cy="952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83" name="Rectangle 28"/>
          <p:cNvSpPr>
            <a:spLocks noChangeArrowheads="1"/>
          </p:cNvSpPr>
          <p:nvPr/>
        </p:nvSpPr>
        <p:spPr bwMode="auto">
          <a:xfrm>
            <a:off x="6751638" y="4449240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84" name="Rectangle 29"/>
          <p:cNvSpPr>
            <a:spLocks noChangeArrowheads="1"/>
          </p:cNvSpPr>
          <p:nvPr/>
        </p:nvSpPr>
        <p:spPr bwMode="auto">
          <a:xfrm>
            <a:off x="5499100" y="4520678"/>
            <a:ext cx="147638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85" name="Rectangle 30"/>
          <p:cNvSpPr>
            <a:spLocks noChangeArrowheads="1"/>
          </p:cNvSpPr>
          <p:nvPr/>
        </p:nvSpPr>
        <p:spPr bwMode="auto">
          <a:xfrm>
            <a:off x="5661025" y="4520678"/>
            <a:ext cx="147638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88" name="Text Box 35"/>
          <p:cNvSpPr txBox="1">
            <a:spLocks noChangeArrowheads="1"/>
          </p:cNvSpPr>
          <p:nvPr/>
        </p:nvSpPr>
        <p:spPr bwMode="auto">
          <a:xfrm>
            <a:off x="2963863" y="3780903"/>
            <a:ext cx="36260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A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89" name="Text Box 36"/>
          <p:cNvSpPr txBox="1">
            <a:spLocks noChangeArrowheads="1"/>
          </p:cNvSpPr>
          <p:nvPr/>
        </p:nvSpPr>
        <p:spPr bwMode="auto">
          <a:xfrm>
            <a:off x="3284538" y="4766740"/>
            <a:ext cx="351378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B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90" name="Text Box 40"/>
          <p:cNvSpPr txBox="1">
            <a:spLocks noChangeArrowheads="1"/>
          </p:cNvSpPr>
          <p:nvPr/>
        </p:nvSpPr>
        <p:spPr bwMode="auto">
          <a:xfrm>
            <a:off x="6311900" y="3690415"/>
            <a:ext cx="2790700" cy="344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 pitchFamily="34" charset="0"/>
                <a:ea typeface="MS PGothic" panose="020B0600070205080204" pitchFamily="34" charset="-128"/>
                <a:cs typeface="Calibri" panose="020F0502020204030204" pitchFamily="34" charset="0"/>
              </a:rPr>
              <a:t>正在传输的分组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 pitchFamily="34" charset="0"/>
              <a:ea typeface="MS PGothic" panose="020B0600070205080204" pitchFamily="34" charset="-128"/>
              <a:cs typeface="Calibri" panose="020F0502020204030204" pitchFamily="34" charset="0"/>
            </a:endParaRPr>
          </a:p>
        </p:txBody>
      </p:sp>
      <p:sp>
        <p:nvSpPr>
          <p:cNvPr id="91" name="Line 41"/>
          <p:cNvSpPr>
            <a:spLocks noChangeShapeType="1"/>
          </p:cNvSpPr>
          <p:nvPr/>
        </p:nvSpPr>
        <p:spPr bwMode="auto">
          <a:xfrm rot="10800000" flipV="1">
            <a:off x="5875338" y="3982515"/>
            <a:ext cx="681037" cy="565150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92" name="Rectangle 56"/>
          <p:cNvSpPr>
            <a:spLocks noChangeArrowheads="1"/>
          </p:cNvSpPr>
          <p:nvPr/>
        </p:nvSpPr>
        <p:spPr bwMode="auto">
          <a:xfrm>
            <a:off x="5335588" y="4519090"/>
            <a:ext cx="147637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93" name="Rectangle 57"/>
          <p:cNvSpPr>
            <a:spLocks noChangeArrowheads="1"/>
          </p:cNvSpPr>
          <p:nvPr/>
        </p:nvSpPr>
        <p:spPr bwMode="auto">
          <a:xfrm>
            <a:off x="5173663" y="4522265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94" name="Rectangle 58"/>
          <p:cNvSpPr>
            <a:spLocks noChangeArrowheads="1"/>
          </p:cNvSpPr>
          <p:nvPr/>
        </p:nvSpPr>
        <p:spPr bwMode="auto">
          <a:xfrm>
            <a:off x="5008563" y="4519090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95" name="Rectangle 59"/>
          <p:cNvSpPr>
            <a:spLocks noChangeArrowheads="1"/>
          </p:cNvSpPr>
          <p:nvPr/>
        </p:nvSpPr>
        <p:spPr bwMode="auto">
          <a:xfrm>
            <a:off x="4845050" y="4519090"/>
            <a:ext cx="147638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96" name="Rectangle 61"/>
          <p:cNvSpPr>
            <a:spLocks noChangeArrowheads="1"/>
          </p:cNvSpPr>
          <p:nvPr/>
        </p:nvSpPr>
        <p:spPr bwMode="auto">
          <a:xfrm>
            <a:off x="4679950" y="4520678"/>
            <a:ext cx="147638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97" name="Rectangle 62"/>
          <p:cNvSpPr>
            <a:spLocks noChangeArrowheads="1"/>
          </p:cNvSpPr>
          <p:nvPr/>
        </p:nvSpPr>
        <p:spPr bwMode="auto">
          <a:xfrm>
            <a:off x="4651375" y="4496865"/>
            <a:ext cx="1171575" cy="242888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100" name="Text Box 65"/>
          <p:cNvSpPr txBox="1">
            <a:spLocks noChangeArrowheads="1"/>
          </p:cNvSpPr>
          <p:nvPr/>
        </p:nvSpPr>
        <p:spPr bwMode="auto">
          <a:xfrm>
            <a:off x="4499629" y="3509440"/>
            <a:ext cx="1624291" cy="5909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 pitchFamily="34" charset="0"/>
                <a:ea typeface="MS PGothic" panose="020B0600070205080204" pitchFamily="34" charset="-128"/>
                <a:cs typeface="Calibri" panose="020F0502020204030204" pitchFamily="34" charset="0"/>
              </a:rPr>
              <a:t>缓冲区 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 pitchFamily="34" charset="0"/>
              <a:ea typeface="MS PGothic" panose="020B0600070205080204" pitchFamily="34" charset="-128"/>
              <a:cs typeface="Calibri" panose="020F0502020204030204" pitchFamily="34" charset="0"/>
            </a:endParaRPr>
          </a:p>
          <a:p>
            <a:pPr marL="0" marR="0" lvl="0" indent="0" algn="ctr" defTabSz="914400" rtl="0" eaLnBrk="0" fontAlgn="base" latinLnBrk="0" hangingPunct="0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 pitchFamily="34" charset="0"/>
                <a:ea typeface="MS PGothic" panose="020B0600070205080204" pitchFamily="34" charset="-128"/>
                <a:cs typeface="Calibri" panose="020F0502020204030204" pitchFamily="34" charset="0"/>
              </a:rPr>
              <a:t>（等待区）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 pitchFamily="34" charset="0"/>
              <a:ea typeface="MS PGothic" panose="020B0600070205080204" pitchFamily="34" charset="-128"/>
              <a:cs typeface="Calibri" panose="020F0502020204030204" pitchFamily="34" charset="0"/>
            </a:endParaRPr>
          </a:p>
        </p:txBody>
      </p:sp>
      <p:sp>
        <p:nvSpPr>
          <p:cNvPr id="101" name="Line 66"/>
          <p:cNvSpPr>
            <a:spLocks noChangeShapeType="1"/>
          </p:cNvSpPr>
          <p:nvPr/>
        </p:nvSpPr>
        <p:spPr bwMode="auto">
          <a:xfrm>
            <a:off x="4784725" y="4117453"/>
            <a:ext cx="0" cy="333375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/>
            </a:endParaRPr>
          </a:p>
        </p:txBody>
      </p:sp>
      <p:grpSp>
        <p:nvGrpSpPr>
          <p:cNvPr id="102" name="Group 48"/>
          <p:cNvGrpSpPr/>
          <p:nvPr/>
        </p:nvGrpSpPr>
        <p:grpSpPr bwMode="auto">
          <a:xfrm>
            <a:off x="3140075" y="3801540"/>
            <a:ext cx="820738" cy="688975"/>
            <a:chOff x="-44" y="1473"/>
            <a:chExt cx="981" cy="1105"/>
          </a:xfrm>
        </p:grpSpPr>
        <p:pic>
          <p:nvPicPr>
            <p:cNvPr id="103" name="Picture 49" descr="desktop_computer_stylized_medium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4" name="Freeform 50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</p:grpSp>
      <p:grpSp>
        <p:nvGrpSpPr>
          <p:cNvPr id="105" name="Group 51"/>
          <p:cNvGrpSpPr/>
          <p:nvPr/>
        </p:nvGrpSpPr>
        <p:grpSpPr bwMode="auto">
          <a:xfrm>
            <a:off x="3468688" y="4792140"/>
            <a:ext cx="820737" cy="688975"/>
            <a:chOff x="-44" y="1473"/>
            <a:chExt cx="981" cy="1105"/>
          </a:xfrm>
        </p:grpSpPr>
        <p:pic>
          <p:nvPicPr>
            <p:cNvPr id="106" name="Picture 52" descr="desktop_computer_stylized_medium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7" name="Freeform 53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</p:grpSp>
      <p:sp>
        <p:nvSpPr>
          <p:cNvPr id="108" name="TextBox 1"/>
          <p:cNvSpPr txBox="1">
            <a:spLocks noChangeArrowheads="1"/>
          </p:cNvSpPr>
          <p:nvPr/>
        </p:nvSpPr>
        <p:spPr bwMode="auto">
          <a:xfrm>
            <a:off x="1250140" y="6114279"/>
            <a:ext cx="9525493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* 可查看出版商网站上的 Java applet，交互式演示排队和丢失</a:t>
            </a: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grpSp>
        <p:nvGrpSpPr>
          <p:cNvPr id="4" name="Group 3"/>
          <p:cNvGrpSpPr/>
          <p:nvPr/>
        </p:nvGrpSpPr>
        <p:grpSpPr>
          <a:xfrm>
            <a:off x="971989" y="1867073"/>
            <a:ext cx="10214897" cy="3871598"/>
            <a:chOff x="971989" y="1867073"/>
            <a:chExt cx="10214897" cy="3871598"/>
          </a:xfrm>
        </p:grpSpPr>
        <p:grpSp>
          <p:nvGrpSpPr>
            <p:cNvPr id="3" name="Group 2"/>
            <p:cNvGrpSpPr/>
            <p:nvPr/>
          </p:nvGrpSpPr>
          <p:grpSpPr>
            <a:xfrm>
              <a:off x="4381500" y="4714353"/>
              <a:ext cx="2873096" cy="1024318"/>
              <a:chOff x="4381500" y="4714353"/>
              <a:chExt cx="2873096" cy="1024318"/>
            </a:xfrm>
          </p:grpSpPr>
          <p:sp>
            <p:nvSpPr>
              <p:cNvPr id="86" name="Rectangle 31"/>
              <p:cNvSpPr>
                <a:spLocks noChangeArrowheads="1"/>
              </p:cNvSpPr>
              <p:nvPr/>
            </p:nvSpPr>
            <p:spPr bwMode="auto">
              <a:xfrm>
                <a:off x="4411663" y="4868340"/>
                <a:ext cx="147637" cy="200025"/>
              </a:xfrm>
              <a:prstGeom prst="rect">
                <a:avLst/>
              </a:prstGeom>
              <a:solidFill>
                <a:srgbClr val="3333CC"/>
              </a:solidFill>
              <a:ln w="9525">
                <a:solidFill>
                  <a:srgbClr val="000000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87" name="Line 33"/>
              <p:cNvSpPr>
                <a:spLocks noChangeShapeType="1"/>
              </p:cNvSpPr>
              <p:nvPr/>
            </p:nvSpPr>
            <p:spPr bwMode="auto">
              <a:xfrm flipV="1">
                <a:off x="4381500" y="4714353"/>
                <a:ext cx="106363" cy="14605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98" name="Line 63"/>
              <p:cNvSpPr>
                <a:spLocks noChangeShapeType="1"/>
              </p:cNvSpPr>
              <p:nvPr/>
            </p:nvSpPr>
            <p:spPr bwMode="auto">
              <a:xfrm rot="10800000">
                <a:off x="4638675" y="4988990"/>
                <a:ext cx="687388" cy="331788"/>
              </a:xfrm>
              <a:prstGeom prst="line">
                <a:avLst/>
              </a:prstGeom>
              <a:noFill/>
              <a:ln w="9525">
                <a:solidFill>
                  <a:srgbClr val="CC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99" name="Text Box 64"/>
              <p:cNvSpPr txBox="1">
                <a:spLocks noChangeArrowheads="1"/>
              </p:cNvSpPr>
              <p:nvPr/>
            </p:nvSpPr>
            <p:spPr bwMode="auto">
              <a:xfrm>
                <a:off x="5254625" y="5147740"/>
                <a:ext cx="1999971" cy="5909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MS PGothic" panose="020B0600070205080204" pitchFamily="34" charset="-128"/>
                    <a:cs typeface="Calibri" panose="020F0502020204030204" pitchFamily="34" charset="0"/>
                  </a:rPr>
                  <a:t>到达的分组进入</a:t>
                </a: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 pitchFamily="34" charset="0"/>
                  <a:ea typeface="MS PGothic" panose="020B0600070205080204" pitchFamily="34" charset="-128"/>
                  <a:cs typeface="Calibri" panose="020F0502020204030204" pitchFamily="34" charset="0"/>
                </a:endParaRPr>
              </a:p>
              <a:p>
                <a:pPr marL="0" marR="0" lvl="0" indent="0" algn="l" defTabSz="914400" rtl="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MS PGothic" panose="020B0600070205080204" pitchFamily="34" charset="-128"/>
                    <a:cs typeface="Calibri" panose="020F0502020204030204" pitchFamily="34" charset="0"/>
                  </a:rPr>
                  <a:t>缓冲区已满则丢失</a:t>
                </a:r>
                <a:r>
                  <a:rPr kumimoji="0" lang="en-US" altLang="en-US" sz="2000" b="0" i="1" u="none" strike="noStrike" kern="1200" cap="none" spc="0" normalizeH="0" baseline="0" noProof="0" dirty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MS PGothic" panose="020B0600070205080204" pitchFamily="34" charset="-128"/>
                    <a:cs typeface="Calibri" panose="020F0502020204030204" pitchFamily="34" charset="0"/>
                  </a:rPr>
                  <a:t/>
                </a:r>
                <a:endParaRPr kumimoji="0" lang="en-US" alt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 pitchFamily="34" charset="0"/>
                  <a:ea typeface="MS PGothic" panose="020B0600070205080204" pitchFamily="34" charset="-128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43" name="Rectangle 3"/>
            <p:cNvSpPr txBox="1">
              <a:spLocks noChangeArrowheads="1"/>
            </p:cNvSpPr>
            <p:nvPr/>
          </p:nvSpPr>
          <p:spPr>
            <a:xfrm>
              <a:off x="971989" y="1867073"/>
              <a:ext cx="10214897" cy="2117981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anose="05000000000000000000" pitchFamily="2" charset="2"/>
                <a:buChar char="§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287655" marR="0" lvl="0" indent="-287655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panose="05000000000000000000" pitchFamily="2" charset="2"/>
                <a:buChar char="§"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到达满队列的分组会被丢弃（即丢失）</a:t>
              </a: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  <a:p>
              <a:pPr marL="287655" marR="0" lvl="0" indent="-287655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panose="05000000000000000000" pitchFamily="2" charset="2"/>
                <a:buChar char="§"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丢失的分组可能由前一节点重传，由源端系统重传，也可能完全不重传</a:t>
              </a: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45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引言：1-</a:t>
            </a:r>
            <a:fld id="{C4204591-24BD-A542-B9D5-F8D8A88D2FEE}" type="slidenum">
              <a:rPr lang="en-US" smtClean="0"/>
            </a:fld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8" grpId="0"/>
    </p:bld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5" name="Line 321"/>
          <p:cNvSpPr>
            <a:spLocks noChangeShapeType="1"/>
          </p:cNvSpPr>
          <p:nvPr/>
        </p:nvSpPr>
        <p:spPr bwMode="auto">
          <a:xfrm>
            <a:off x="3004779" y="4480629"/>
            <a:ext cx="6316663" cy="0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/>
            </a:endParaRPr>
          </a:p>
        </p:txBody>
      </p:sp>
      <p:grpSp>
        <p:nvGrpSpPr>
          <p:cNvPr id="307" name="Group 306"/>
          <p:cNvGrpSpPr/>
          <p:nvPr/>
        </p:nvGrpSpPr>
        <p:grpSpPr>
          <a:xfrm>
            <a:off x="4551470" y="4103771"/>
            <a:ext cx="1463604" cy="737240"/>
            <a:chOff x="7493876" y="2774731"/>
            <a:chExt cx="1481958" cy="894622"/>
          </a:xfrm>
        </p:grpSpPr>
        <p:sp>
          <p:nvSpPr>
            <p:cNvPr id="308" name="Freeform 307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9" name="Oval 308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310" name="Group 309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11" name="Freeform 310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12" name="Freeform 311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13" name="Freeform 312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14" name="Freeform 313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MS PGothic" panose="020B0600070205080204" pitchFamily="34" charset="-128"/>
              </a:rPr>
              <a:t>吞吐量</a:t>
            </a:r>
            <a:endParaRPr lang="en-US" sz="4400" dirty="0"/>
          </a:p>
        </p:txBody>
      </p:sp>
      <p:sp>
        <p:nvSpPr>
          <p:cNvPr id="43" name="Rectangle 3"/>
          <p:cNvSpPr txBox="1">
            <a:spLocks noChangeArrowheads="1"/>
          </p:cNvSpPr>
          <p:nvPr/>
        </p:nvSpPr>
        <p:spPr>
          <a:xfrm>
            <a:off x="989013" y="1359295"/>
            <a:ext cx="10973804" cy="177958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655" marR="0" lvl="0" indent="-28765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吞吐量：比特从发送方传送到接收方的速率（比特/时间单位）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瞬时吞吐量：某一时刻的速率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/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Arial" panose="020B0604020202020204" pitchFamily="34" charset="0"/>
              <a:cs typeface="+mn-cs"/>
            </a:endParaRP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平均吞吐量：较长时间段内的速率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/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Arial" panose="020B0604020202020204" pitchFamily="34" charset="0"/>
              <a:cs typeface="+mn-cs"/>
            </a:endParaRPr>
          </a:p>
        </p:txBody>
      </p:sp>
      <p:sp>
        <p:nvSpPr>
          <p:cNvPr id="232" name="AutoShape 327"/>
          <p:cNvSpPr>
            <a:spLocks noChangeArrowheads="1"/>
          </p:cNvSpPr>
          <p:nvPr/>
        </p:nvSpPr>
        <p:spPr bwMode="auto">
          <a:xfrm>
            <a:off x="1980004" y="3615115"/>
            <a:ext cx="500062" cy="581025"/>
          </a:xfrm>
          <a:prstGeom prst="can">
            <a:avLst>
              <a:gd name="adj" fmla="val 23491"/>
            </a:avLst>
          </a:prstGeom>
          <a:gradFill rotWithShape="1">
            <a:gsLst>
              <a:gs pos="0">
                <a:srgbClr val="000099"/>
              </a:gs>
              <a:gs pos="100000">
                <a:srgbClr val="FFFFFF"/>
              </a:gs>
            </a:gsLst>
            <a:lin ang="0" scaled="1"/>
          </a:gradFill>
          <a:ln w="9525">
            <a:solidFill>
              <a:srgbClr val="000000"/>
            </a:solidFill>
            <a:rou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MS PGothic" panose="020B0600070205080204" pitchFamily="34" charset="-128"/>
              <a:cs typeface="Arial" panose="020B0604020202020204"/>
            </a:endParaRPr>
          </a:p>
        </p:txBody>
      </p:sp>
      <p:grpSp>
        <p:nvGrpSpPr>
          <p:cNvPr id="233" name="Group 64"/>
          <p:cNvGrpSpPr/>
          <p:nvPr/>
        </p:nvGrpSpPr>
        <p:grpSpPr bwMode="auto">
          <a:xfrm>
            <a:off x="2538054" y="4021842"/>
            <a:ext cx="352425" cy="876300"/>
            <a:chOff x="4140" y="429"/>
            <a:chExt cx="1425" cy="2396"/>
          </a:xfrm>
        </p:grpSpPr>
        <p:sp>
          <p:nvSpPr>
            <p:cNvPr id="234" name="Freeform 65"/>
            <p:cNvSpPr/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235" name="Rectangle 66"/>
            <p:cNvSpPr>
              <a:spLocks noChangeArrowheads="1"/>
            </p:cNvSpPr>
            <p:nvPr/>
          </p:nvSpPr>
          <p:spPr bwMode="auto">
            <a:xfrm>
              <a:off x="4204" y="429"/>
              <a:ext cx="1046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236" name="Freeform 67"/>
            <p:cNvSpPr/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237" name="Freeform 68"/>
            <p:cNvSpPr/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238" name="Rectangle 69"/>
            <p:cNvSpPr>
              <a:spLocks noChangeArrowheads="1"/>
            </p:cNvSpPr>
            <p:nvPr/>
          </p:nvSpPr>
          <p:spPr bwMode="auto">
            <a:xfrm>
              <a:off x="4211" y="694"/>
              <a:ext cx="597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grpSp>
          <p:nvGrpSpPr>
            <p:cNvPr id="239" name="Group 70"/>
            <p:cNvGrpSpPr/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64" name="AutoShape 71"/>
              <p:cNvSpPr>
                <a:spLocks noChangeArrowheads="1"/>
              </p:cNvSpPr>
              <p:nvPr/>
            </p:nvSpPr>
            <p:spPr bwMode="auto">
              <a:xfrm>
                <a:off x="615" y="2568"/>
                <a:ext cx="721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265" name="AutoShape 72"/>
              <p:cNvSpPr>
                <a:spLocks noChangeArrowheads="1"/>
              </p:cNvSpPr>
              <p:nvPr/>
            </p:nvSpPr>
            <p:spPr bwMode="auto">
              <a:xfrm>
                <a:off x="631" y="2584"/>
                <a:ext cx="689" cy="10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</p:grpSp>
        <p:sp>
          <p:nvSpPr>
            <p:cNvPr id="240" name="Rectangle 73"/>
            <p:cNvSpPr>
              <a:spLocks noChangeArrowheads="1"/>
            </p:cNvSpPr>
            <p:nvPr/>
          </p:nvSpPr>
          <p:spPr bwMode="auto">
            <a:xfrm>
              <a:off x="4223" y="1019"/>
              <a:ext cx="597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grpSp>
          <p:nvGrpSpPr>
            <p:cNvPr id="241" name="Group 74"/>
            <p:cNvGrpSpPr/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62" name="AutoShape 75"/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1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263" name="AutoShape 76"/>
              <p:cNvSpPr>
                <a:spLocks noChangeArrowheads="1"/>
              </p:cNvSpPr>
              <p:nvPr/>
            </p:nvSpPr>
            <p:spPr bwMode="auto">
              <a:xfrm>
                <a:off x="634" y="2585"/>
                <a:ext cx="689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</p:grpSp>
        <p:sp>
          <p:nvSpPr>
            <p:cNvPr id="242" name="Rectangle 77"/>
            <p:cNvSpPr>
              <a:spLocks noChangeArrowheads="1"/>
            </p:cNvSpPr>
            <p:nvPr/>
          </p:nvSpPr>
          <p:spPr bwMode="auto">
            <a:xfrm>
              <a:off x="4217" y="1358"/>
              <a:ext cx="597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243" name="Rectangle 78"/>
            <p:cNvSpPr>
              <a:spLocks noChangeArrowheads="1"/>
            </p:cNvSpPr>
            <p:nvPr/>
          </p:nvSpPr>
          <p:spPr bwMode="auto">
            <a:xfrm>
              <a:off x="4230" y="1653"/>
              <a:ext cx="597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grpSp>
          <p:nvGrpSpPr>
            <p:cNvPr id="244" name="Group 79"/>
            <p:cNvGrpSpPr/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60" name="AutoShape 80"/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0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261" name="AutoShape 81"/>
              <p:cNvSpPr>
                <a:spLocks noChangeArrowheads="1"/>
              </p:cNvSpPr>
              <p:nvPr/>
            </p:nvSpPr>
            <p:spPr bwMode="auto">
              <a:xfrm>
                <a:off x="632" y="2584"/>
                <a:ext cx="688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</p:grpSp>
        <p:sp>
          <p:nvSpPr>
            <p:cNvPr id="245" name="Freeform 82"/>
            <p:cNvSpPr/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grpSp>
          <p:nvGrpSpPr>
            <p:cNvPr id="246" name="Group 83"/>
            <p:cNvGrpSpPr/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58" name="AutoShape 84"/>
              <p:cNvSpPr>
                <a:spLocks noChangeArrowheads="1"/>
              </p:cNvSpPr>
              <p:nvPr/>
            </p:nvSpPr>
            <p:spPr bwMode="auto">
              <a:xfrm>
                <a:off x="611" y="2568"/>
                <a:ext cx="728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259" name="AutoShape 85"/>
              <p:cNvSpPr>
                <a:spLocks noChangeArrowheads="1"/>
              </p:cNvSpPr>
              <p:nvPr/>
            </p:nvSpPr>
            <p:spPr bwMode="auto">
              <a:xfrm>
                <a:off x="627" y="2586"/>
                <a:ext cx="696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</p:grpSp>
        <p:sp>
          <p:nvSpPr>
            <p:cNvPr id="247" name="Rectangle 86"/>
            <p:cNvSpPr>
              <a:spLocks noChangeArrowheads="1"/>
            </p:cNvSpPr>
            <p:nvPr/>
          </p:nvSpPr>
          <p:spPr bwMode="auto">
            <a:xfrm>
              <a:off x="5250" y="429"/>
              <a:ext cx="71" cy="2287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248" name="Freeform 87"/>
            <p:cNvSpPr/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249" name="Freeform 88"/>
            <p:cNvSpPr/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250" name="Oval 89"/>
            <p:cNvSpPr>
              <a:spLocks noChangeArrowheads="1"/>
            </p:cNvSpPr>
            <p:nvPr/>
          </p:nvSpPr>
          <p:spPr bwMode="auto">
            <a:xfrm>
              <a:off x="5520" y="2612"/>
              <a:ext cx="45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251" name="Freeform 90"/>
            <p:cNvSpPr/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252" name="AutoShape 91"/>
            <p:cNvSpPr>
              <a:spLocks noChangeArrowheads="1"/>
            </p:cNvSpPr>
            <p:nvPr/>
          </p:nvSpPr>
          <p:spPr bwMode="auto">
            <a:xfrm>
              <a:off x="4140" y="2677"/>
              <a:ext cx="1200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253" name="AutoShape 92"/>
            <p:cNvSpPr>
              <a:spLocks noChangeArrowheads="1"/>
            </p:cNvSpPr>
            <p:nvPr/>
          </p:nvSpPr>
          <p:spPr bwMode="auto">
            <a:xfrm>
              <a:off x="4204" y="2712"/>
              <a:ext cx="1072" cy="82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254" name="Oval 93"/>
            <p:cNvSpPr>
              <a:spLocks noChangeArrowheads="1"/>
            </p:cNvSpPr>
            <p:nvPr/>
          </p:nvSpPr>
          <p:spPr bwMode="auto">
            <a:xfrm>
              <a:off x="4307" y="2382"/>
              <a:ext cx="160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255" name="Oval 94"/>
            <p:cNvSpPr>
              <a:spLocks noChangeArrowheads="1"/>
            </p:cNvSpPr>
            <p:nvPr/>
          </p:nvSpPr>
          <p:spPr bwMode="auto">
            <a:xfrm>
              <a:off x="4487" y="2382"/>
              <a:ext cx="160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256" name="Oval 95"/>
            <p:cNvSpPr>
              <a:spLocks noChangeArrowheads="1"/>
            </p:cNvSpPr>
            <p:nvPr/>
          </p:nvSpPr>
          <p:spPr bwMode="auto">
            <a:xfrm>
              <a:off x="4660" y="2382"/>
              <a:ext cx="160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257" name="Rectangle 96"/>
            <p:cNvSpPr>
              <a:spLocks noChangeArrowheads="1"/>
            </p:cNvSpPr>
            <p:nvPr/>
          </p:nvSpPr>
          <p:spPr bwMode="auto">
            <a:xfrm>
              <a:off x="5064" y="1835"/>
              <a:ext cx="83" cy="760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</p:grpSp>
      <p:grpSp>
        <p:nvGrpSpPr>
          <p:cNvPr id="266" name="Group 61"/>
          <p:cNvGrpSpPr/>
          <p:nvPr/>
        </p:nvGrpSpPr>
        <p:grpSpPr bwMode="auto">
          <a:xfrm flipH="1">
            <a:off x="9843242" y="4083754"/>
            <a:ext cx="1192212" cy="1171575"/>
            <a:chOff x="-44" y="1473"/>
            <a:chExt cx="981" cy="1105"/>
          </a:xfrm>
        </p:grpSpPr>
        <p:pic>
          <p:nvPicPr>
            <p:cNvPr id="267" name="Picture 62" descr="desktop_computer_stylized_medium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68" name="Freeform 63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</p:grpSp>
      <p:sp>
        <p:nvSpPr>
          <p:cNvPr id="269" name="Text Box 325"/>
          <p:cNvSpPr txBox="1">
            <a:spLocks noChangeArrowheads="1"/>
          </p:cNvSpPr>
          <p:nvPr/>
        </p:nvSpPr>
        <p:spPr bwMode="auto">
          <a:xfrm>
            <a:off x="792820" y="5516537"/>
            <a:ext cx="2198742" cy="1036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服务器，拥有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  <a:p>
            <a:pPr marL="0" marR="0" lvl="0" indent="0" algn="r" defTabSz="914400" rtl="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F 比特文件 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  <a:p>
            <a:pPr marL="0" marR="0" lvl="0" indent="0" algn="r" defTabSz="914400" rtl="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发送给客户端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270" name="Text Box 328"/>
          <p:cNvSpPr txBox="1">
            <a:spLocks noChangeArrowheads="1"/>
          </p:cNvSpPr>
          <p:nvPr/>
        </p:nvSpPr>
        <p:spPr bwMode="auto">
          <a:xfrm>
            <a:off x="3097926" y="4936011"/>
            <a:ext cx="1722587" cy="7229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链路容量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  <a:p>
            <a:pPr marL="0" marR="0" lvl="0" indent="0" algn="ctr" defTabSz="914400" rtl="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 R</a:t>
            </a:r>
            <a:r>
              <a:rPr kumimoji="0" lang="en-US" altLang="en-US" sz="3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s</a:t>
            </a:r>
            <a:r>
              <a:rPr kumimoji="0" lang="en-US" altLang="en-US" sz="24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bits/sec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271" name="Text Box 329"/>
          <p:cNvSpPr txBox="1">
            <a:spLocks noChangeArrowheads="1"/>
          </p:cNvSpPr>
          <p:nvPr/>
        </p:nvSpPr>
        <p:spPr bwMode="auto">
          <a:xfrm>
            <a:off x="7217773" y="4939162"/>
            <a:ext cx="1722587" cy="7229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链路容量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  <a:p>
            <a:pPr marL="0" marR="0" lvl="0" indent="0" algn="ctr" defTabSz="914400" rtl="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 R</a:t>
            </a:r>
            <a:r>
              <a:rPr kumimoji="0" lang="en-US" altLang="en-US" sz="3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c</a:t>
            </a:r>
            <a:r>
              <a:rPr kumimoji="0" lang="en-US" altLang="en-US" sz="24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bits/sec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grpSp>
        <p:nvGrpSpPr>
          <p:cNvPr id="301" name="Group 99"/>
          <p:cNvGrpSpPr/>
          <p:nvPr/>
        </p:nvGrpSpPr>
        <p:grpSpPr bwMode="auto">
          <a:xfrm>
            <a:off x="644751" y="4976621"/>
            <a:ext cx="9050338" cy="1484313"/>
            <a:chOff x="-335" y="3658"/>
            <a:chExt cx="5701" cy="935"/>
          </a:xfrm>
        </p:grpSpPr>
        <p:sp>
          <p:nvSpPr>
            <p:cNvPr id="302" name="Text Box 353"/>
            <p:cNvSpPr txBox="1">
              <a:spLocks noChangeArrowheads="1"/>
            </p:cNvSpPr>
            <p:nvPr/>
          </p:nvSpPr>
          <p:spPr bwMode="auto">
            <a:xfrm>
              <a:off x="-335" y="3942"/>
              <a:ext cx="1461" cy="65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服务器发送比特 </a:t>
              </a: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  <a:p>
              <a:pPr marL="0" marR="0" lvl="0" indent="0" algn="ctr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（流体）进入管道</a:t>
              </a: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  <a:p>
              <a:pPr marL="0" marR="0" lvl="0" indent="0" algn="ctr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ill Sans MT" panose="020B0502020104020203" pitchFamily="34" charset="77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303" name="Text Box 336"/>
            <p:cNvSpPr txBox="1">
              <a:spLocks noChangeArrowheads="1"/>
            </p:cNvSpPr>
            <p:nvPr/>
          </p:nvSpPr>
          <p:spPr bwMode="auto">
            <a:xfrm>
              <a:off x="1089" y="3661"/>
              <a:ext cx="1769" cy="65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Gill Sans MT" panose="020B0502020104020203" pitchFamily="34" charset="77"/>
                  <a:ea typeface="MS PGothic" panose="020B0600070205080204" pitchFamily="34" charset="-128"/>
                  <a:cs typeface="Arial" panose="020B0604020202020204"/>
                </a:rPr>
                <a:t> 可承载的管道</a:t>
              </a: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/>
              </a: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  <a:p>
              <a:pPr marL="0" marR="0" lvl="0" indent="0" algn="ctr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流体速率</a:t>
              </a: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  <a:p>
              <a:pPr marL="0" marR="0" lvl="0" indent="0" algn="ctr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 (</a:t>
              </a:r>
              <a:r>
                <a:rPr kumimoji="0" lang="en-US" alt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R</a:t>
              </a:r>
              <a:r>
                <a:rPr kumimoji="0" lang="en-US" altLang="en-US" sz="3200" b="0" i="1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s</a:t>
              </a:r>
              <a:r>
                <a:rPr kumimoji="0" lang="en-US" altLang="en-US" sz="2400" b="0" i="1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 </a:t>
              </a: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bits/sec)</a:t>
              </a: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304" name="Text Box 346"/>
            <p:cNvSpPr txBox="1">
              <a:spLocks noChangeArrowheads="1"/>
            </p:cNvSpPr>
            <p:nvPr/>
          </p:nvSpPr>
          <p:spPr bwMode="auto">
            <a:xfrm>
              <a:off x="3506" y="3658"/>
              <a:ext cx="1860" cy="65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 可承载的管道</a:t>
              </a: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  <a:p>
              <a:pPr marL="0" marR="0" lvl="0" indent="0" algn="ctr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流体速率</a:t>
              </a: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  <a:p>
              <a:pPr marL="0" marR="0" lvl="0" indent="0" algn="ctr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 (R</a:t>
              </a:r>
              <a:r>
                <a:rPr kumimoji="0" lang="en-US" altLang="en-US" sz="3200" b="0" i="1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c</a:t>
              </a:r>
              <a:r>
                <a:rPr kumimoji="0" lang="en-US" altLang="en-US" sz="2400" b="0" i="1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 </a:t>
              </a: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bits/sec)</a:t>
              </a: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2071329" y="4013904"/>
            <a:ext cx="7826649" cy="763664"/>
            <a:chOff x="2071329" y="4013904"/>
            <a:chExt cx="7826649" cy="763664"/>
          </a:xfrm>
        </p:grpSpPr>
        <p:sp>
          <p:nvSpPr>
            <p:cNvPr id="290" name="AutoShape 350"/>
            <p:cNvSpPr>
              <a:spLocks noChangeArrowheads="1"/>
            </p:cNvSpPr>
            <p:nvPr/>
          </p:nvSpPr>
          <p:spPr bwMode="auto">
            <a:xfrm>
              <a:off x="9008978" y="4275842"/>
              <a:ext cx="889000" cy="485775"/>
            </a:xfrm>
            <a:prstGeom prst="rightArrow">
              <a:avLst>
                <a:gd name="adj1" fmla="val 50000"/>
                <a:gd name="adj2" fmla="val 45752"/>
              </a:avLst>
            </a:prstGeom>
            <a:gradFill rotWithShape="1">
              <a:gsLst>
                <a:gs pos="0">
                  <a:srgbClr val="FFFFFF"/>
                </a:gs>
                <a:gs pos="100000">
                  <a:srgbClr val="CC0000"/>
                </a:gs>
              </a:gsLst>
              <a:lin ang="0" scaled="1"/>
            </a:gradFill>
            <a:ln w="9525">
              <a:solidFill>
                <a:srgbClr val="CC0000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grpSp>
          <p:nvGrpSpPr>
            <p:cNvPr id="291" name="Group 335"/>
            <p:cNvGrpSpPr/>
            <p:nvPr/>
          </p:nvGrpSpPr>
          <p:grpSpPr bwMode="auto">
            <a:xfrm>
              <a:off x="3016469" y="4319954"/>
              <a:ext cx="2322512" cy="392112"/>
              <a:chOff x="2249" y="3430"/>
              <a:chExt cx="1389" cy="256"/>
            </a:xfrm>
          </p:grpSpPr>
          <p:sp>
            <p:nvSpPr>
              <p:cNvPr id="292" name="Oval 333"/>
              <p:cNvSpPr>
                <a:spLocks noChangeArrowheads="1"/>
              </p:cNvSpPr>
              <p:nvPr/>
            </p:nvSpPr>
            <p:spPr bwMode="auto">
              <a:xfrm>
                <a:off x="3569" y="3433"/>
                <a:ext cx="69" cy="253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rou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MS PGothic" panose="020B0600070205080204" pitchFamily="34" charset="-128"/>
                </a:endParaRPr>
              </a:p>
            </p:txBody>
          </p:sp>
          <p:sp>
            <p:nvSpPr>
              <p:cNvPr id="293" name="Rectangle 332"/>
              <p:cNvSpPr>
                <a:spLocks noChangeArrowheads="1"/>
              </p:cNvSpPr>
              <p:nvPr/>
            </p:nvSpPr>
            <p:spPr bwMode="auto">
              <a:xfrm>
                <a:off x="2275" y="3433"/>
                <a:ext cx="1326" cy="253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miter lim="800000"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MS PGothic" panose="020B0600070205080204" pitchFamily="34" charset="-128"/>
                </a:endParaRPr>
              </a:p>
            </p:txBody>
          </p:sp>
          <p:sp>
            <p:nvSpPr>
              <p:cNvPr id="294" name="Oval 331"/>
              <p:cNvSpPr>
                <a:spLocks noChangeArrowheads="1"/>
              </p:cNvSpPr>
              <p:nvPr/>
            </p:nvSpPr>
            <p:spPr bwMode="auto">
              <a:xfrm>
                <a:off x="2249" y="3430"/>
                <a:ext cx="69" cy="253"/>
              </a:xfrm>
              <a:prstGeom prst="ellipse">
                <a:avLst/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295" name="Rectangle 334"/>
              <p:cNvSpPr>
                <a:spLocks noChangeArrowheads="1"/>
              </p:cNvSpPr>
              <p:nvPr/>
            </p:nvSpPr>
            <p:spPr bwMode="auto">
              <a:xfrm>
                <a:off x="3562" y="3438"/>
                <a:ext cx="44" cy="246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noFill/>
                <a:miter lim="800000"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MS PGothic" panose="020B0600070205080204" pitchFamily="34" charset="-128"/>
                </a:endParaRPr>
              </a:p>
            </p:txBody>
          </p:sp>
        </p:grpSp>
        <p:grpSp>
          <p:nvGrpSpPr>
            <p:cNvPr id="296" name="Group 341"/>
            <p:cNvGrpSpPr/>
            <p:nvPr/>
          </p:nvGrpSpPr>
          <p:grpSpPr bwMode="auto">
            <a:xfrm>
              <a:off x="6475852" y="4196543"/>
              <a:ext cx="2801937" cy="581025"/>
              <a:chOff x="2249" y="3430"/>
              <a:chExt cx="1389" cy="256"/>
            </a:xfrm>
          </p:grpSpPr>
          <p:sp>
            <p:nvSpPr>
              <p:cNvPr id="297" name="Oval 342"/>
              <p:cNvSpPr>
                <a:spLocks noChangeArrowheads="1"/>
              </p:cNvSpPr>
              <p:nvPr/>
            </p:nvSpPr>
            <p:spPr bwMode="auto">
              <a:xfrm>
                <a:off x="3569" y="3433"/>
                <a:ext cx="69" cy="253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rou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MS PGothic" panose="020B0600070205080204" pitchFamily="34" charset="-128"/>
                </a:endParaRPr>
              </a:p>
            </p:txBody>
          </p:sp>
          <p:sp>
            <p:nvSpPr>
              <p:cNvPr id="298" name="Rectangle 343"/>
              <p:cNvSpPr>
                <a:spLocks noChangeArrowheads="1"/>
              </p:cNvSpPr>
              <p:nvPr/>
            </p:nvSpPr>
            <p:spPr bwMode="auto">
              <a:xfrm>
                <a:off x="2275" y="3433"/>
                <a:ext cx="1326" cy="253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miter lim="800000"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MS PGothic" panose="020B0600070205080204" pitchFamily="34" charset="-128"/>
                </a:endParaRPr>
              </a:p>
            </p:txBody>
          </p:sp>
          <p:sp>
            <p:nvSpPr>
              <p:cNvPr id="299" name="Oval 344"/>
              <p:cNvSpPr>
                <a:spLocks noChangeArrowheads="1"/>
              </p:cNvSpPr>
              <p:nvPr/>
            </p:nvSpPr>
            <p:spPr bwMode="auto">
              <a:xfrm>
                <a:off x="2249" y="3430"/>
                <a:ext cx="69" cy="253"/>
              </a:xfrm>
              <a:prstGeom prst="ellipse">
                <a:avLst/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300" name="Rectangle 345"/>
              <p:cNvSpPr>
                <a:spLocks noChangeArrowheads="1"/>
              </p:cNvSpPr>
              <p:nvPr/>
            </p:nvSpPr>
            <p:spPr bwMode="auto">
              <a:xfrm>
                <a:off x="3562" y="3438"/>
                <a:ext cx="44" cy="246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noFill/>
                <a:miter lim="800000"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MS PGothic" panose="020B0600070205080204" pitchFamily="34" charset="-128"/>
                </a:endParaRPr>
              </a:p>
            </p:txBody>
          </p:sp>
        </p:grpSp>
        <p:sp>
          <p:nvSpPr>
            <p:cNvPr id="305" name="AutoShape 351"/>
            <p:cNvSpPr>
              <a:spLocks noChangeArrowheads="1"/>
            </p:cNvSpPr>
            <p:nvPr/>
          </p:nvSpPr>
          <p:spPr bwMode="auto">
            <a:xfrm>
              <a:off x="5295542" y="4258379"/>
              <a:ext cx="1279525" cy="485775"/>
            </a:xfrm>
            <a:prstGeom prst="rightArrow">
              <a:avLst>
                <a:gd name="adj1" fmla="val 50000"/>
                <a:gd name="adj2" fmla="val 65850"/>
              </a:avLst>
            </a:prstGeom>
            <a:gradFill rotWithShape="1">
              <a:gsLst>
                <a:gs pos="0">
                  <a:srgbClr val="FFFFFF"/>
                </a:gs>
                <a:gs pos="100000">
                  <a:srgbClr val="CC0000"/>
                </a:gs>
              </a:gsLst>
              <a:lin ang="0" scaled="1"/>
            </a:gradFill>
            <a:ln w="9525">
              <a:solidFill>
                <a:srgbClr val="CC0000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306" name="AutoShape 349"/>
            <p:cNvSpPr>
              <a:spLocks noChangeArrowheads="1"/>
            </p:cNvSpPr>
            <p:nvPr/>
          </p:nvSpPr>
          <p:spPr bwMode="auto">
            <a:xfrm flipV="1">
              <a:off x="2071329" y="4013904"/>
              <a:ext cx="974725" cy="720725"/>
            </a:xfrm>
            <a:custGeom>
              <a:avLst/>
              <a:gdLst>
                <a:gd name="T0" fmla="*/ 2147483647 w 21600"/>
                <a:gd name="T1" fmla="*/ 0 h 21600"/>
                <a:gd name="T2" fmla="*/ 2147483647 w 21600"/>
                <a:gd name="T3" fmla="*/ 2147483647 h 21600"/>
                <a:gd name="T4" fmla="*/ 2147483647 w 21600"/>
                <a:gd name="T5" fmla="*/ 2147483647 h 21600"/>
                <a:gd name="T6" fmla="*/ 2147483647 w 21600"/>
                <a:gd name="T7" fmla="*/ 2147483647 h 21600"/>
                <a:gd name="T8" fmla="*/ 17694720 60000 65536"/>
                <a:gd name="T9" fmla="*/ 5898240 60000 65536"/>
                <a:gd name="T10" fmla="*/ 5898240 60000 65536"/>
                <a:gd name="T11" fmla="*/ 0 60000 65536"/>
                <a:gd name="T12" fmla="*/ 12427 w 21600"/>
                <a:gd name="T13" fmla="*/ 2912 h 21600"/>
                <a:gd name="T14" fmla="*/ 18227 w 21600"/>
                <a:gd name="T15" fmla="*/ 9246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21600" y="6079"/>
                  </a:moveTo>
                  <a:lnTo>
                    <a:pt x="15126" y="0"/>
                  </a:lnTo>
                  <a:lnTo>
                    <a:pt x="15126" y="2912"/>
                  </a:lnTo>
                  <a:lnTo>
                    <a:pt x="12427" y="2912"/>
                  </a:lnTo>
                  <a:cubicBezTo>
                    <a:pt x="5564" y="2912"/>
                    <a:pt x="0" y="7052"/>
                    <a:pt x="0" y="12158"/>
                  </a:cubicBezTo>
                  <a:lnTo>
                    <a:pt x="0" y="21600"/>
                  </a:lnTo>
                  <a:lnTo>
                    <a:pt x="6474" y="21600"/>
                  </a:lnTo>
                  <a:lnTo>
                    <a:pt x="6474" y="12158"/>
                  </a:lnTo>
                  <a:cubicBezTo>
                    <a:pt x="6474" y="10550"/>
                    <a:pt x="9139" y="9246"/>
                    <a:pt x="12427" y="9246"/>
                  </a:cubicBezTo>
                  <a:lnTo>
                    <a:pt x="15126" y="9246"/>
                  </a:lnTo>
                  <a:lnTo>
                    <a:pt x="15126" y="12158"/>
                  </a:lnTo>
                  <a:lnTo>
                    <a:pt x="21600" y="6079"/>
                  </a:lnTo>
                  <a:close/>
                </a:path>
              </a:pathLst>
            </a:custGeom>
            <a:gradFill rotWithShape="1">
              <a:gsLst>
                <a:gs pos="0">
                  <a:srgbClr val="FFFFFF"/>
                </a:gs>
                <a:gs pos="100000">
                  <a:srgbClr val="CC0000"/>
                </a:gs>
              </a:gsLst>
              <a:lin ang="0" scaled="1"/>
            </a:gradFill>
            <a:ln w="9525">
              <a:solidFill>
                <a:srgbClr val="CC0000"/>
              </a:solidFill>
              <a:miter lim="800000"/>
            </a:ln>
          </p:spPr>
          <p:txBody>
            <a:bodyPr rot="10800000"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</p:grpSp>
      <p:cxnSp>
        <p:nvCxnSpPr>
          <p:cNvPr id="4" name="Straight Connector 3"/>
          <p:cNvCxnSpPr/>
          <p:nvPr/>
        </p:nvCxnSpPr>
        <p:spPr>
          <a:xfrm>
            <a:off x="2663444" y="4956164"/>
            <a:ext cx="0" cy="499262"/>
          </a:xfrm>
          <a:prstGeom prst="line">
            <a:avLst/>
          </a:prstGeom>
          <a:ln w="95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5" name="Straight Connector 314"/>
          <p:cNvCxnSpPr/>
          <p:nvPr/>
        </p:nvCxnSpPr>
        <p:spPr>
          <a:xfrm>
            <a:off x="3671250" y="4571341"/>
            <a:ext cx="0" cy="499262"/>
          </a:xfrm>
          <a:prstGeom prst="line">
            <a:avLst/>
          </a:prstGeom>
          <a:ln w="95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6" name="Straight Connector 315"/>
          <p:cNvCxnSpPr/>
          <p:nvPr/>
        </p:nvCxnSpPr>
        <p:spPr>
          <a:xfrm>
            <a:off x="7773171" y="4574886"/>
            <a:ext cx="0" cy="499262"/>
          </a:xfrm>
          <a:prstGeom prst="line">
            <a:avLst/>
          </a:prstGeom>
          <a:ln w="95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4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引言：1-</a:t>
            </a:r>
            <a:fld id="{C4204591-24BD-A542-B9D5-F8D8A88D2FEE}" type="slidenum">
              <a:rPr lang="en-US" smtClean="0"/>
            </a:fld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MS PGothic" panose="020B0600070205080204" pitchFamily="34" charset="-128"/>
              </a:rPr>
              <a:t>吞吐量</a:t>
            </a:r>
            <a:endParaRPr lang="en-US" sz="4400" dirty="0"/>
          </a:p>
        </p:txBody>
      </p:sp>
      <p:grpSp>
        <p:nvGrpSpPr>
          <p:cNvPr id="429" name="Group 347"/>
          <p:cNvGrpSpPr/>
          <p:nvPr/>
        </p:nvGrpSpPr>
        <p:grpSpPr bwMode="auto">
          <a:xfrm>
            <a:off x="4983726" y="4245735"/>
            <a:ext cx="912813" cy="415925"/>
            <a:chOff x="1871277" y="1576300"/>
            <a:chExt cx="1128371" cy="437861"/>
          </a:xfrm>
        </p:grpSpPr>
        <p:sp>
          <p:nvSpPr>
            <p:cNvPr id="430" name="Oval 429"/>
            <p:cNvSpPr>
              <a:spLocks noChangeArrowheads="1"/>
            </p:cNvSpPr>
            <p:nvPr/>
          </p:nvSpPr>
          <p:spPr bwMode="auto">
            <a:xfrm flipV="1">
              <a:off x="1874446" y="1694641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431" name="Rectangle 430"/>
            <p:cNvSpPr/>
            <p:nvPr/>
          </p:nvSpPr>
          <p:spPr bwMode="auto">
            <a:xfrm>
              <a:off x="1871277" y="1740080"/>
              <a:ext cx="1128371" cy="115314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+mn-ea"/>
                <a:cs typeface="Arial" panose="020B0604020202020204"/>
              </a:endParaRPr>
            </a:p>
          </p:txBody>
        </p:sp>
        <p:sp>
          <p:nvSpPr>
            <p:cNvPr id="432" name="Oval 431"/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433" name="Freeform 432"/>
            <p:cNvSpPr/>
            <p:nvPr/>
          </p:nvSpPr>
          <p:spPr bwMode="auto">
            <a:xfrm>
              <a:off x="2159748" y="1673231"/>
              <a:ext cx="547504" cy="160438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-1" fmla="*/ 1486231 w 2944854"/>
                <a:gd name="connsiteY0-2" fmla="*/ 727041 h 1316375"/>
                <a:gd name="connsiteX1-3" fmla="*/ 257675 w 2944854"/>
                <a:gd name="connsiteY1-4" fmla="*/ 1302232 h 1316375"/>
                <a:gd name="connsiteX2-5" fmla="*/ 0 w 2944854"/>
                <a:gd name="connsiteY2-6" fmla="*/ 1228607 h 1316375"/>
                <a:gd name="connsiteX3-7" fmla="*/ 911064 w 2944854"/>
                <a:gd name="connsiteY3-8" fmla="*/ 837478 h 1316375"/>
                <a:gd name="connsiteX4-9" fmla="*/ 883456 w 2944854"/>
                <a:gd name="connsiteY4-10" fmla="*/ 450949 h 1316375"/>
                <a:gd name="connsiteX5-11" fmla="*/ 161047 w 2944854"/>
                <a:gd name="connsiteY5-12" fmla="*/ 119640 h 1316375"/>
                <a:gd name="connsiteX6-13" fmla="*/ 404917 w 2944854"/>
                <a:gd name="connsiteY6-14" fmla="*/ 50617 h 1316375"/>
                <a:gd name="connsiteX7-15" fmla="*/ 1477028 w 2944854"/>
                <a:gd name="connsiteY7-16" fmla="*/ 501566 h 1316375"/>
                <a:gd name="connsiteX8-17" fmla="*/ 2572146 w 2944854"/>
                <a:gd name="connsiteY8-18" fmla="*/ 0 h 1316375"/>
                <a:gd name="connsiteX9-19" fmla="*/ 2875834 w 2944854"/>
                <a:gd name="connsiteY9-20" fmla="*/ 96632 h 1316375"/>
                <a:gd name="connsiteX10-21" fmla="*/ 2079803 w 2944854"/>
                <a:gd name="connsiteY10-22" fmla="*/ 432543 h 1316375"/>
                <a:gd name="connsiteX11-23" fmla="*/ 2240850 w 2944854"/>
                <a:gd name="connsiteY11-24" fmla="*/ 920305 h 1316375"/>
                <a:gd name="connsiteX12-25" fmla="*/ 2944854 w 2944854"/>
                <a:gd name="connsiteY12-26" fmla="*/ 1228607 h 1316375"/>
                <a:gd name="connsiteX13-27" fmla="*/ 2756623 w 2944854"/>
                <a:gd name="connsiteY13-28" fmla="*/ 1316375 h 1316375"/>
                <a:gd name="connsiteX14-29" fmla="*/ 1486231 w 2944854"/>
                <a:gd name="connsiteY14-30" fmla="*/ 727041 h 1316375"/>
                <a:gd name="connsiteX0-31" fmla="*/ 1486231 w 3024520"/>
                <a:gd name="connsiteY0-32" fmla="*/ 727041 h 1316375"/>
                <a:gd name="connsiteX1-33" fmla="*/ 257675 w 3024520"/>
                <a:gd name="connsiteY1-34" fmla="*/ 1302232 h 1316375"/>
                <a:gd name="connsiteX2-35" fmla="*/ 0 w 3024520"/>
                <a:gd name="connsiteY2-36" fmla="*/ 1228607 h 1316375"/>
                <a:gd name="connsiteX3-37" fmla="*/ 911064 w 3024520"/>
                <a:gd name="connsiteY3-38" fmla="*/ 837478 h 1316375"/>
                <a:gd name="connsiteX4-39" fmla="*/ 883456 w 3024520"/>
                <a:gd name="connsiteY4-40" fmla="*/ 450949 h 1316375"/>
                <a:gd name="connsiteX5-41" fmla="*/ 161047 w 3024520"/>
                <a:gd name="connsiteY5-42" fmla="*/ 119640 h 1316375"/>
                <a:gd name="connsiteX6-43" fmla="*/ 404917 w 3024520"/>
                <a:gd name="connsiteY6-44" fmla="*/ 50617 h 1316375"/>
                <a:gd name="connsiteX7-45" fmla="*/ 1477028 w 3024520"/>
                <a:gd name="connsiteY7-46" fmla="*/ 501566 h 1316375"/>
                <a:gd name="connsiteX8-47" fmla="*/ 2572146 w 3024520"/>
                <a:gd name="connsiteY8-48" fmla="*/ 0 h 1316375"/>
                <a:gd name="connsiteX9-49" fmla="*/ 2875834 w 3024520"/>
                <a:gd name="connsiteY9-50" fmla="*/ 96632 h 1316375"/>
                <a:gd name="connsiteX10-51" fmla="*/ 2079803 w 3024520"/>
                <a:gd name="connsiteY10-52" fmla="*/ 432543 h 1316375"/>
                <a:gd name="connsiteX11-53" fmla="*/ 2240850 w 3024520"/>
                <a:gd name="connsiteY11-54" fmla="*/ 920305 h 1316375"/>
                <a:gd name="connsiteX12-55" fmla="*/ 3024520 w 3024520"/>
                <a:gd name="connsiteY12-56" fmla="*/ 1228607 h 1316375"/>
                <a:gd name="connsiteX13-57" fmla="*/ 2756623 w 3024520"/>
                <a:gd name="connsiteY13-58" fmla="*/ 1316375 h 1316375"/>
                <a:gd name="connsiteX14-59" fmla="*/ 1486231 w 3024520"/>
                <a:gd name="connsiteY14-60" fmla="*/ 727041 h 1316375"/>
                <a:gd name="connsiteX0-61" fmla="*/ 1537780 w 3076069"/>
                <a:gd name="connsiteY0-62" fmla="*/ 727041 h 1316375"/>
                <a:gd name="connsiteX1-63" fmla="*/ 309224 w 3076069"/>
                <a:gd name="connsiteY1-64" fmla="*/ 1302232 h 1316375"/>
                <a:gd name="connsiteX2-65" fmla="*/ 0 w 3076069"/>
                <a:gd name="connsiteY2-66" fmla="*/ 1228607 h 1316375"/>
                <a:gd name="connsiteX3-67" fmla="*/ 962613 w 3076069"/>
                <a:gd name="connsiteY3-68" fmla="*/ 837478 h 1316375"/>
                <a:gd name="connsiteX4-69" fmla="*/ 935005 w 3076069"/>
                <a:gd name="connsiteY4-70" fmla="*/ 450949 h 1316375"/>
                <a:gd name="connsiteX5-71" fmla="*/ 212596 w 3076069"/>
                <a:gd name="connsiteY5-72" fmla="*/ 119640 h 1316375"/>
                <a:gd name="connsiteX6-73" fmla="*/ 456466 w 3076069"/>
                <a:gd name="connsiteY6-74" fmla="*/ 50617 h 1316375"/>
                <a:gd name="connsiteX7-75" fmla="*/ 1528577 w 3076069"/>
                <a:gd name="connsiteY7-76" fmla="*/ 501566 h 1316375"/>
                <a:gd name="connsiteX8-77" fmla="*/ 2623695 w 3076069"/>
                <a:gd name="connsiteY8-78" fmla="*/ 0 h 1316375"/>
                <a:gd name="connsiteX9-79" fmla="*/ 2927383 w 3076069"/>
                <a:gd name="connsiteY9-80" fmla="*/ 96632 h 1316375"/>
                <a:gd name="connsiteX10-81" fmla="*/ 2131352 w 3076069"/>
                <a:gd name="connsiteY10-82" fmla="*/ 432543 h 1316375"/>
                <a:gd name="connsiteX11-83" fmla="*/ 2292399 w 3076069"/>
                <a:gd name="connsiteY11-84" fmla="*/ 920305 h 1316375"/>
                <a:gd name="connsiteX12-85" fmla="*/ 3076069 w 3076069"/>
                <a:gd name="connsiteY12-86" fmla="*/ 1228607 h 1316375"/>
                <a:gd name="connsiteX13-87" fmla="*/ 2808172 w 3076069"/>
                <a:gd name="connsiteY13-88" fmla="*/ 1316375 h 1316375"/>
                <a:gd name="connsiteX14-89" fmla="*/ 1537780 w 3076069"/>
                <a:gd name="connsiteY14-90" fmla="*/ 727041 h 1316375"/>
                <a:gd name="connsiteX0-91" fmla="*/ 1537780 w 3076069"/>
                <a:gd name="connsiteY0-92" fmla="*/ 727041 h 1321259"/>
                <a:gd name="connsiteX1-93" fmla="*/ 313981 w 3076069"/>
                <a:gd name="connsiteY1-94" fmla="*/ 1321259 h 1321259"/>
                <a:gd name="connsiteX2-95" fmla="*/ 0 w 3076069"/>
                <a:gd name="connsiteY2-96" fmla="*/ 1228607 h 1321259"/>
                <a:gd name="connsiteX3-97" fmla="*/ 962613 w 3076069"/>
                <a:gd name="connsiteY3-98" fmla="*/ 837478 h 1321259"/>
                <a:gd name="connsiteX4-99" fmla="*/ 935005 w 3076069"/>
                <a:gd name="connsiteY4-100" fmla="*/ 450949 h 1321259"/>
                <a:gd name="connsiteX5-101" fmla="*/ 212596 w 3076069"/>
                <a:gd name="connsiteY5-102" fmla="*/ 119640 h 1321259"/>
                <a:gd name="connsiteX6-103" fmla="*/ 456466 w 3076069"/>
                <a:gd name="connsiteY6-104" fmla="*/ 50617 h 1321259"/>
                <a:gd name="connsiteX7-105" fmla="*/ 1528577 w 3076069"/>
                <a:gd name="connsiteY7-106" fmla="*/ 501566 h 1321259"/>
                <a:gd name="connsiteX8-107" fmla="*/ 2623695 w 3076069"/>
                <a:gd name="connsiteY8-108" fmla="*/ 0 h 1321259"/>
                <a:gd name="connsiteX9-109" fmla="*/ 2927383 w 3076069"/>
                <a:gd name="connsiteY9-110" fmla="*/ 96632 h 1321259"/>
                <a:gd name="connsiteX10-111" fmla="*/ 2131352 w 3076069"/>
                <a:gd name="connsiteY10-112" fmla="*/ 432543 h 1321259"/>
                <a:gd name="connsiteX11-113" fmla="*/ 2292399 w 3076069"/>
                <a:gd name="connsiteY11-114" fmla="*/ 920305 h 1321259"/>
                <a:gd name="connsiteX12-115" fmla="*/ 3076069 w 3076069"/>
                <a:gd name="connsiteY12-116" fmla="*/ 1228607 h 1321259"/>
                <a:gd name="connsiteX13-117" fmla="*/ 2808172 w 3076069"/>
                <a:gd name="connsiteY13-118" fmla="*/ 1316375 h 1321259"/>
                <a:gd name="connsiteX14-119" fmla="*/ 1537780 w 3076069"/>
                <a:gd name="connsiteY14-120" fmla="*/ 727041 h 1321259"/>
                <a:gd name="connsiteX0-121" fmla="*/ 1537780 w 3076069"/>
                <a:gd name="connsiteY0-122" fmla="*/ 750825 h 1321259"/>
                <a:gd name="connsiteX1-123" fmla="*/ 313981 w 3076069"/>
                <a:gd name="connsiteY1-124" fmla="*/ 1321259 h 1321259"/>
                <a:gd name="connsiteX2-125" fmla="*/ 0 w 3076069"/>
                <a:gd name="connsiteY2-126" fmla="*/ 1228607 h 1321259"/>
                <a:gd name="connsiteX3-127" fmla="*/ 962613 w 3076069"/>
                <a:gd name="connsiteY3-128" fmla="*/ 837478 h 1321259"/>
                <a:gd name="connsiteX4-129" fmla="*/ 935005 w 3076069"/>
                <a:gd name="connsiteY4-130" fmla="*/ 450949 h 1321259"/>
                <a:gd name="connsiteX5-131" fmla="*/ 212596 w 3076069"/>
                <a:gd name="connsiteY5-132" fmla="*/ 119640 h 1321259"/>
                <a:gd name="connsiteX6-133" fmla="*/ 456466 w 3076069"/>
                <a:gd name="connsiteY6-134" fmla="*/ 50617 h 1321259"/>
                <a:gd name="connsiteX7-135" fmla="*/ 1528577 w 3076069"/>
                <a:gd name="connsiteY7-136" fmla="*/ 501566 h 1321259"/>
                <a:gd name="connsiteX8-137" fmla="*/ 2623695 w 3076069"/>
                <a:gd name="connsiteY8-138" fmla="*/ 0 h 1321259"/>
                <a:gd name="connsiteX9-139" fmla="*/ 2927383 w 3076069"/>
                <a:gd name="connsiteY9-140" fmla="*/ 96632 h 1321259"/>
                <a:gd name="connsiteX10-141" fmla="*/ 2131352 w 3076069"/>
                <a:gd name="connsiteY10-142" fmla="*/ 432543 h 1321259"/>
                <a:gd name="connsiteX11-143" fmla="*/ 2292399 w 3076069"/>
                <a:gd name="connsiteY11-144" fmla="*/ 920305 h 1321259"/>
                <a:gd name="connsiteX12-145" fmla="*/ 3076069 w 3076069"/>
                <a:gd name="connsiteY12-146" fmla="*/ 1228607 h 1321259"/>
                <a:gd name="connsiteX13-147" fmla="*/ 2808172 w 3076069"/>
                <a:gd name="connsiteY13-148" fmla="*/ 1316375 h 1321259"/>
                <a:gd name="connsiteX14-149" fmla="*/ 1537780 w 3076069"/>
                <a:gd name="connsiteY14-150" fmla="*/ 750825 h 1321259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  <a:cxn ang="0">
                  <a:pos x="connsiteX7-15" y="connsiteY7-16"/>
                </a:cxn>
                <a:cxn ang="0">
                  <a:pos x="connsiteX8-17" y="connsiteY8-18"/>
                </a:cxn>
                <a:cxn ang="0">
                  <a:pos x="connsiteX9-19" y="connsiteY9-20"/>
                </a:cxn>
                <a:cxn ang="0">
                  <a:pos x="connsiteX10-21" y="connsiteY10-22"/>
                </a:cxn>
                <a:cxn ang="0">
                  <a:pos x="connsiteX11-23" y="connsiteY11-24"/>
                </a:cxn>
                <a:cxn ang="0">
                  <a:pos x="connsiteX12-25" y="connsiteY12-26"/>
                </a:cxn>
                <a:cxn ang="0">
                  <a:pos x="connsiteX13-27" y="connsiteY13-28"/>
                </a:cxn>
                <a:cxn ang="0">
                  <a:pos x="connsiteX14-29" y="connsiteY14-30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+mn-ea"/>
                <a:cs typeface="Arial" panose="020B0604020202020204"/>
              </a:endParaRPr>
            </a:p>
          </p:txBody>
        </p:sp>
        <p:sp>
          <p:nvSpPr>
            <p:cNvPr id="434" name="Freeform 433"/>
            <p:cNvSpPr/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435" name="Freeform 434"/>
            <p:cNvSpPr/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436" name="Freeform 435"/>
            <p:cNvSpPr/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cxnSp>
          <p:nvCxnSpPr>
            <p:cNvPr id="437" name="Straight Connector 436"/>
            <p:cNvCxnSpPr>
              <a:cxnSpLocks noChangeShapeType="1"/>
              <a:endCxn id="432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38" name="Straight Connector 437"/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439" name="Group 347"/>
          <p:cNvGrpSpPr/>
          <p:nvPr/>
        </p:nvGrpSpPr>
        <p:grpSpPr bwMode="auto">
          <a:xfrm>
            <a:off x="4937689" y="2318255"/>
            <a:ext cx="911225" cy="415925"/>
            <a:chOff x="1871277" y="1576300"/>
            <a:chExt cx="1128371" cy="437861"/>
          </a:xfrm>
        </p:grpSpPr>
        <p:sp>
          <p:nvSpPr>
            <p:cNvPr id="440" name="Oval 439"/>
            <p:cNvSpPr>
              <a:spLocks noChangeArrowheads="1"/>
            </p:cNvSpPr>
            <p:nvPr/>
          </p:nvSpPr>
          <p:spPr bwMode="auto">
            <a:xfrm flipV="1">
              <a:off x="1874446" y="1694641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441" name="Rectangle 440"/>
            <p:cNvSpPr/>
            <p:nvPr/>
          </p:nvSpPr>
          <p:spPr bwMode="auto">
            <a:xfrm>
              <a:off x="1871277" y="1740080"/>
              <a:ext cx="1128371" cy="115315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+mn-ea"/>
                <a:cs typeface="Arial" panose="020B0604020202020204"/>
              </a:endParaRPr>
            </a:p>
          </p:txBody>
        </p:sp>
        <p:sp>
          <p:nvSpPr>
            <p:cNvPr id="442" name="Oval 441"/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443" name="Freeform 442"/>
            <p:cNvSpPr/>
            <p:nvPr/>
          </p:nvSpPr>
          <p:spPr bwMode="auto">
            <a:xfrm>
              <a:off x="2160249" y="1673231"/>
              <a:ext cx="548460" cy="160438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-1" fmla="*/ 1486231 w 2944854"/>
                <a:gd name="connsiteY0-2" fmla="*/ 727041 h 1316375"/>
                <a:gd name="connsiteX1-3" fmla="*/ 257675 w 2944854"/>
                <a:gd name="connsiteY1-4" fmla="*/ 1302232 h 1316375"/>
                <a:gd name="connsiteX2-5" fmla="*/ 0 w 2944854"/>
                <a:gd name="connsiteY2-6" fmla="*/ 1228607 h 1316375"/>
                <a:gd name="connsiteX3-7" fmla="*/ 911064 w 2944854"/>
                <a:gd name="connsiteY3-8" fmla="*/ 837478 h 1316375"/>
                <a:gd name="connsiteX4-9" fmla="*/ 883456 w 2944854"/>
                <a:gd name="connsiteY4-10" fmla="*/ 450949 h 1316375"/>
                <a:gd name="connsiteX5-11" fmla="*/ 161047 w 2944854"/>
                <a:gd name="connsiteY5-12" fmla="*/ 119640 h 1316375"/>
                <a:gd name="connsiteX6-13" fmla="*/ 404917 w 2944854"/>
                <a:gd name="connsiteY6-14" fmla="*/ 50617 h 1316375"/>
                <a:gd name="connsiteX7-15" fmla="*/ 1477028 w 2944854"/>
                <a:gd name="connsiteY7-16" fmla="*/ 501566 h 1316375"/>
                <a:gd name="connsiteX8-17" fmla="*/ 2572146 w 2944854"/>
                <a:gd name="connsiteY8-18" fmla="*/ 0 h 1316375"/>
                <a:gd name="connsiteX9-19" fmla="*/ 2875834 w 2944854"/>
                <a:gd name="connsiteY9-20" fmla="*/ 96632 h 1316375"/>
                <a:gd name="connsiteX10-21" fmla="*/ 2079803 w 2944854"/>
                <a:gd name="connsiteY10-22" fmla="*/ 432543 h 1316375"/>
                <a:gd name="connsiteX11-23" fmla="*/ 2240850 w 2944854"/>
                <a:gd name="connsiteY11-24" fmla="*/ 920305 h 1316375"/>
                <a:gd name="connsiteX12-25" fmla="*/ 2944854 w 2944854"/>
                <a:gd name="connsiteY12-26" fmla="*/ 1228607 h 1316375"/>
                <a:gd name="connsiteX13-27" fmla="*/ 2756623 w 2944854"/>
                <a:gd name="connsiteY13-28" fmla="*/ 1316375 h 1316375"/>
                <a:gd name="connsiteX14-29" fmla="*/ 1486231 w 2944854"/>
                <a:gd name="connsiteY14-30" fmla="*/ 727041 h 1316375"/>
                <a:gd name="connsiteX0-31" fmla="*/ 1486231 w 3024520"/>
                <a:gd name="connsiteY0-32" fmla="*/ 727041 h 1316375"/>
                <a:gd name="connsiteX1-33" fmla="*/ 257675 w 3024520"/>
                <a:gd name="connsiteY1-34" fmla="*/ 1302232 h 1316375"/>
                <a:gd name="connsiteX2-35" fmla="*/ 0 w 3024520"/>
                <a:gd name="connsiteY2-36" fmla="*/ 1228607 h 1316375"/>
                <a:gd name="connsiteX3-37" fmla="*/ 911064 w 3024520"/>
                <a:gd name="connsiteY3-38" fmla="*/ 837478 h 1316375"/>
                <a:gd name="connsiteX4-39" fmla="*/ 883456 w 3024520"/>
                <a:gd name="connsiteY4-40" fmla="*/ 450949 h 1316375"/>
                <a:gd name="connsiteX5-41" fmla="*/ 161047 w 3024520"/>
                <a:gd name="connsiteY5-42" fmla="*/ 119640 h 1316375"/>
                <a:gd name="connsiteX6-43" fmla="*/ 404917 w 3024520"/>
                <a:gd name="connsiteY6-44" fmla="*/ 50617 h 1316375"/>
                <a:gd name="connsiteX7-45" fmla="*/ 1477028 w 3024520"/>
                <a:gd name="connsiteY7-46" fmla="*/ 501566 h 1316375"/>
                <a:gd name="connsiteX8-47" fmla="*/ 2572146 w 3024520"/>
                <a:gd name="connsiteY8-48" fmla="*/ 0 h 1316375"/>
                <a:gd name="connsiteX9-49" fmla="*/ 2875834 w 3024520"/>
                <a:gd name="connsiteY9-50" fmla="*/ 96632 h 1316375"/>
                <a:gd name="connsiteX10-51" fmla="*/ 2079803 w 3024520"/>
                <a:gd name="connsiteY10-52" fmla="*/ 432543 h 1316375"/>
                <a:gd name="connsiteX11-53" fmla="*/ 2240850 w 3024520"/>
                <a:gd name="connsiteY11-54" fmla="*/ 920305 h 1316375"/>
                <a:gd name="connsiteX12-55" fmla="*/ 3024520 w 3024520"/>
                <a:gd name="connsiteY12-56" fmla="*/ 1228607 h 1316375"/>
                <a:gd name="connsiteX13-57" fmla="*/ 2756623 w 3024520"/>
                <a:gd name="connsiteY13-58" fmla="*/ 1316375 h 1316375"/>
                <a:gd name="connsiteX14-59" fmla="*/ 1486231 w 3024520"/>
                <a:gd name="connsiteY14-60" fmla="*/ 727041 h 1316375"/>
                <a:gd name="connsiteX0-61" fmla="*/ 1537780 w 3076069"/>
                <a:gd name="connsiteY0-62" fmla="*/ 727041 h 1316375"/>
                <a:gd name="connsiteX1-63" fmla="*/ 309224 w 3076069"/>
                <a:gd name="connsiteY1-64" fmla="*/ 1302232 h 1316375"/>
                <a:gd name="connsiteX2-65" fmla="*/ 0 w 3076069"/>
                <a:gd name="connsiteY2-66" fmla="*/ 1228607 h 1316375"/>
                <a:gd name="connsiteX3-67" fmla="*/ 962613 w 3076069"/>
                <a:gd name="connsiteY3-68" fmla="*/ 837478 h 1316375"/>
                <a:gd name="connsiteX4-69" fmla="*/ 935005 w 3076069"/>
                <a:gd name="connsiteY4-70" fmla="*/ 450949 h 1316375"/>
                <a:gd name="connsiteX5-71" fmla="*/ 212596 w 3076069"/>
                <a:gd name="connsiteY5-72" fmla="*/ 119640 h 1316375"/>
                <a:gd name="connsiteX6-73" fmla="*/ 456466 w 3076069"/>
                <a:gd name="connsiteY6-74" fmla="*/ 50617 h 1316375"/>
                <a:gd name="connsiteX7-75" fmla="*/ 1528577 w 3076069"/>
                <a:gd name="connsiteY7-76" fmla="*/ 501566 h 1316375"/>
                <a:gd name="connsiteX8-77" fmla="*/ 2623695 w 3076069"/>
                <a:gd name="connsiteY8-78" fmla="*/ 0 h 1316375"/>
                <a:gd name="connsiteX9-79" fmla="*/ 2927383 w 3076069"/>
                <a:gd name="connsiteY9-80" fmla="*/ 96632 h 1316375"/>
                <a:gd name="connsiteX10-81" fmla="*/ 2131352 w 3076069"/>
                <a:gd name="connsiteY10-82" fmla="*/ 432543 h 1316375"/>
                <a:gd name="connsiteX11-83" fmla="*/ 2292399 w 3076069"/>
                <a:gd name="connsiteY11-84" fmla="*/ 920305 h 1316375"/>
                <a:gd name="connsiteX12-85" fmla="*/ 3076069 w 3076069"/>
                <a:gd name="connsiteY12-86" fmla="*/ 1228607 h 1316375"/>
                <a:gd name="connsiteX13-87" fmla="*/ 2808172 w 3076069"/>
                <a:gd name="connsiteY13-88" fmla="*/ 1316375 h 1316375"/>
                <a:gd name="connsiteX14-89" fmla="*/ 1537780 w 3076069"/>
                <a:gd name="connsiteY14-90" fmla="*/ 727041 h 1316375"/>
                <a:gd name="connsiteX0-91" fmla="*/ 1537780 w 3076069"/>
                <a:gd name="connsiteY0-92" fmla="*/ 727041 h 1321259"/>
                <a:gd name="connsiteX1-93" fmla="*/ 313981 w 3076069"/>
                <a:gd name="connsiteY1-94" fmla="*/ 1321259 h 1321259"/>
                <a:gd name="connsiteX2-95" fmla="*/ 0 w 3076069"/>
                <a:gd name="connsiteY2-96" fmla="*/ 1228607 h 1321259"/>
                <a:gd name="connsiteX3-97" fmla="*/ 962613 w 3076069"/>
                <a:gd name="connsiteY3-98" fmla="*/ 837478 h 1321259"/>
                <a:gd name="connsiteX4-99" fmla="*/ 935005 w 3076069"/>
                <a:gd name="connsiteY4-100" fmla="*/ 450949 h 1321259"/>
                <a:gd name="connsiteX5-101" fmla="*/ 212596 w 3076069"/>
                <a:gd name="connsiteY5-102" fmla="*/ 119640 h 1321259"/>
                <a:gd name="connsiteX6-103" fmla="*/ 456466 w 3076069"/>
                <a:gd name="connsiteY6-104" fmla="*/ 50617 h 1321259"/>
                <a:gd name="connsiteX7-105" fmla="*/ 1528577 w 3076069"/>
                <a:gd name="connsiteY7-106" fmla="*/ 501566 h 1321259"/>
                <a:gd name="connsiteX8-107" fmla="*/ 2623695 w 3076069"/>
                <a:gd name="connsiteY8-108" fmla="*/ 0 h 1321259"/>
                <a:gd name="connsiteX9-109" fmla="*/ 2927383 w 3076069"/>
                <a:gd name="connsiteY9-110" fmla="*/ 96632 h 1321259"/>
                <a:gd name="connsiteX10-111" fmla="*/ 2131352 w 3076069"/>
                <a:gd name="connsiteY10-112" fmla="*/ 432543 h 1321259"/>
                <a:gd name="connsiteX11-113" fmla="*/ 2292399 w 3076069"/>
                <a:gd name="connsiteY11-114" fmla="*/ 920305 h 1321259"/>
                <a:gd name="connsiteX12-115" fmla="*/ 3076069 w 3076069"/>
                <a:gd name="connsiteY12-116" fmla="*/ 1228607 h 1321259"/>
                <a:gd name="connsiteX13-117" fmla="*/ 2808172 w 3076069"/>
                <a:gd name="connsiteY13-118" fmla="*/ 1316375 h 1321259"/>
                <a:gd name="connsiteX14-119" fmla="*/ 1537780 w 3076069"/>
                <a:gd name="connsiteY14-120" fmla="*/ 727041 h 1321259"/>
                <a:gd name="connsiteX0-121" fmla="*/ 1537780 w 3076069"/>
                <a:gd name="connsiteY0-122" fmla="*/ 750825 h 1321259"/>
                <a:gd name="connsiteX1-123" fmla="*/ 313981 w 3076069"/>
                <a:gd name="connsiteY1-124" fmla="*/ 1321259 h 1321259"/>
                <a:gd name="connsiteX2-125" fmla="*/ 0 w 3076069"/>
                <a:gd name="connsiteY2-126" fmla="*/ 1228607 h 1321259"/>
                <a:gd name="connsiteX3-127" fmla="*/ 962613 w 3076069"/>
                <a:gd name="connsiteY3-128" fmla="*/ 837478 h 1321259"/>
                <a:gd name="connsiteX4-129" fmla="*/ 935005 w 3076069"/>
                <a:gd name="connsiteY4-130" fmla="*/ 450949 h 1321259"/>
                <a:gd name="connsiteX5-131" fmla="*/ 212596 w 3076069"/>
                <a:gd name="connsiteY5-132" fmla="*/ 119640 h 1321259"/>
                <a:gd name="connsiteX6-133" fmla="*/ 456466 w 3076069"/>
                <a:gd name="connsiteY6-134" fmla="*/ 50617 h 1321259"/>
                <a:gd name="connsiteX7-135" fmla="*/ 1528577 w 3076069"/>
                <a:gd name="connsiteY7-136" fmla="*/ 501566 h 1321259"/>
                <a:gd name="connsiteX8-137" fmla="*/ 2623695 w 3076069"/>
                <a:gd name="connsiteY8-138" fmla="*/ 0 h 1321259"/>
                <a:gd name="connsiteX9-139" fmla="*/ 2927383 w 3076069"/>
                <a:gd name="connsiteY9-140" fmla="*/ 96632 h 1321259"/>
                <a:gd name="connsiteX10-141" fmla="*/ 2131352 w 3076069"/>
                <a:gd name="connsiteY10-142" fmla="*/ 432543 h 1321259"/>
                <a:gd name="connsiteX11-143" fmla="*/ 2292399 w 3076069"/>
                <a:gd name="connsiteY11-144" fmla="*/ 920305 h 1321259"/>
                <a:gd name="connsiteX12-145" fmla="*/ 3076069 w 3076069"/>
                <a:gd name="connsiteY12-146" fmla="*/ 1228607 h 1321259"/>
                <a:gd name="connsiteX13-147" fmla="*/ 2808172 w 3076069"/>
                <a:gd name="connsiteY13-148" fmla="*/ 1316375 h 1321259"/>
                <a:gd name="connsiteX14-149" fmla="*/ 1537780 w 3076069"/>
                <a:gd name="connsiteY14-150" fmla="*/ 750825 h 1321259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  <a:cxn ang="0">
                  <a:pos x="connsiteX7-15" y="connsiteY7-16"/>
                </a:cxn>
                <a:cxn ang="0">
                  <a:pos x="connsiteX8-17" y="connsiteY8-18"/>
                </a:cxn>
                <a:cxn ang="0">
                  <a:pos x="connsiteX9-19" y="connsiteY9-20"/>
                </a:cxn>
                <a:cxn ang="0">
                  <a:pos x="connsiteX10-21" y="connsiteY10-22"/>
                </a:cxn>
                <a:cxn ang="0">
                  <a:pos x="connsiteX11-23" y="connsiteY11-24"/>
                </a:cxn>
                <a:cxn ang="0">
                  <a:pos x="connsiteX12-25" y="connsiteY12-26"/>
                </a:cxn>
                <a:cxn ang="0">
                  <a:pos x="connsiteX13-27" y="connsiteY13-28"/>
                </a:cxn>
                <a:cxn ang="0">
                  <a:pos x="connsiteX14-29" y="connsiteY14-30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+mn-ea"/>
                <a:cs typeface="Arial" panose="020B0604020202020204"/>
              </a:endParaRPr>
            </a:p>
          </p:txBody>
        </p:sp>
        <p:sp>
          <p:nvSpPr>
            <p:cNvPr id="444" name="Freeform 443"/>
            <p:cNvSpPr/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445" name="Freeform 444"/>
            <p:cNvSpPr/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446" name="Freeform 445"/>
            <p:cNvSpPr/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cxnSp>
          <p:nvCxnSpPr>
            <p:cNvPr id="447" name="Straight Connector 446"/>
            <p:cNvCxnSpPr>
              <a:cxnSpLocks noChangeShapeType="1"/>
              <a:endCxn id="442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48" name="Straight Connector 447"/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449" name="Group 140"/>
          <p:cNvGrpSpPr/>
          <p:nvPr/>
        </p:nvGrpSpPr>
        <p:grpSpPr bwMode="auto">
          <a:xfrm>
            <a:off x="2292914" y="1991230"/>
            <a:ext cx="352425" cy="876300"/>
            <a:chOff x="4140" y="429"/>
            <a:chExt cx="1425" cy="2396"/>
          </a:xfrm>
        </p:grpSpPr>
        <p:sp>
          <p:nvSpPr>
            <p:cNvPr id="450" name="Freeform 141"/>
            <p:cNvSpPr/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451" name="Rectangle 142"/>
            <p:cNvSpPr>
              <a:spLocks noChangeArrowheads="1"/>
            </p:cNvSpPr>
            <p:nvPr/>
          </p:nvSpPr>
          <p:spPr bwMode="auto">
            <a:xfrm>
              <a:off x="4204" y="429"/>
              <a:ext cx="1046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452" name="Freeform 143"/>
            <p:cNvSpPr/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453" name="Freeform 144"/>
            <p:cNvSpPr/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454" name="Rectangle 145"/>
            <p:cNvSpPr>
              <a:spLocks noChangeArrowheads="1"/>
            </p:cNvSpPr>
            <p:nvPr/>
          </p:nvSpPr>
          <p:spPr bwMode="auto">
            <a:xfrm>
              <a:off x="4211" y="694"/>
              <a:ext cx="597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grpSp>
          <p:nvGrpSpPr>
            <p:cNvPr id="455" name="Group 146"/>
            <p:cNvGrpSpPr/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80" name="AutoShape 147"/>
              <p:cNvSpPr>
                <a:spLocks noChangeArrowheads="1"/>
              </p:cNvSpPr>
              <p:nvPr/>
            </p:nvSpPr>
            <p:spPr bwMode="auto">
              <a:xfrm>
                <a:off x="615" y="2568"/>
                <a:ext cx="721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481" name="AutoShape 148"/>
              <p:cNvSpPr>
                <a:spLocks noChangeArrowheads="1"/>
              </p:cNvSpPr>
              <p:nvPr/>
            </p:nvSpPr>
            <p:spPr bwMode="auto">
              <a:xfrm>
                <a:off x="631" y="2584"/>
                <a:ext cx="689" cy="10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</p:grpSp>
        <p:sp>
          <p:nvSpPr>
            <p:cNvPr id="456" name="Rectangle 149"/>
            <p:cNvSpPr>
              <a:spLocks noChangeArrowheads="1"/>
            </p:cNvSpPr>
            <p:nvPr/>
          </p:nvSpPr>
          <p:spPr bwMode="auto">
            <a:xfrm>
              <a:off x="4223" y="1019"/>
              <a:ext cx="597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grpSp>
          <p:nvGrpSpPr>
            <p:cNvPr id="457" name="Group 150"/>
            <p:cNvGrpSpPr/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78" name="AutoShape 151"/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1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479" name="AutoShape 152"/>
              <p:cNvSpPr>
                <a:spLocks noChangeArrowheads="1"/>
              </p:cNvSpPr>
              <p:nvPr/>
            </p:nvSpPr>
            <p:spPr bwMode="auto">
              <a:xfrm>
                <a:off x="634" y="2585"/>
                <a:ext cx="689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</p:grpSp>
        <p:sp>
          <p:nvSpPr>
            <p:cNvPr id="458" name="Rectangle 153"/>
            <p:cNvSpPr>
              <a:spLocks noChangeArrowheads="1"/>
            </p:cNvSpPr>
            <p:nvPr/>
          </p:nvSpPr>
          <p:spPr bwMode="auto">
            <a:xfrm>
              <a:off x="4217" y="1358"/>
              <a:ext cx="597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459" name="Rectangle 154"/>
            <p:cNvSpPr>
              <a:spLocks noChangeArrowheads="1"/>
            </p:cNvSpPr>
            <p:nvPr/>
          </p:nvSpPr>
          <p:spPr bwMode="auto">
            <a:xfrm>
              <a:off x="4230" y="1653"/>
              <a:ext cx="597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grpSp>
          <p:nvGrpSpPr>
            <p:cNvPr id="460" name="Group 155"/>
            <p:cNvGrpSpPr/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476" name="AutoShape 156"/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0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477" name="AutoShape 157"/>
              <p:cNvSpPr>
                <a:spLocks noChangeArrowheads="1"/>
              </p:cNvSpPr>
              <p:nvPr/>
            </p:nvSpPr>
            <p:spPr bwMode="auto">
              <a:xfrm>
                <a:off x="632" y="2584"/>
                <a:ext cx="688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</p:grpSp>
        <p:sp>
          <p:nvSpPr>
            <p:cNvPr id="461" name="Freeform 158"/>
            <p:cNvSpPr/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grpSp>
          <p:nvGrpSpPr>
            <p:cNvPr id="462" name="Group 159"/>
            <p:cNvGrpSpPr/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474" name="AutoShape 160"/>
              <p:cNvSpPr>
                <a:spLocks noChangeArrowheads="1"/>
              </p:cNvSpPr>
              <p:nvPr/>
            </p:nvSpPr>
            <p:spPr bwMode="auto">
              <a:xfrm>
                <a:off x="611" y="2569"/>
                <a:ext cx="728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475" name="AutoShape 161"/>
              <p:cNvSpPr>
                <a:spLocks noChangeArrowheads="1"/>
              </p:cNvSpPr>
              <p:nvPr/>
            </p:nvSpPr>
            <p:spPr bwMode="auto">
              <a:xfrm>
                <a:off x="627" y="2586"/>
                <a:ext cx="696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</p:grpSp>
        <p:sp>
          <p:nvSpPr>
            <p:cNvPr id="463" name="Rectangle 162"/>
            <p:cNvSpPr>
              <a:spLocks noChangeArrowheads="1"/>
            </p:cNvSpPr>
            <p:nvPr/>
          </p:nvSpPr>
          <p:spPr bwMode="auto">
            <a:xfrm>
              <a:off x="5250" y="429"/>
              <a:ext cx="71" cy="2287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464" name="Freeform 163"/>
            <p:cNvSpPr/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465" name="Freeform 164"/>
            <p:cNvSpPr/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466" name="Oval 165"/>
            <p:cNvSpPr>
              <a:spLocks noChangeArrowheads="1"/>
            </p:cNvSpPr>
            <p:nvPr/>
          </p:nvSpPr>
          <p:spPr bwMode="auto">
            <a:xfrm>
              <a:off x="5520" y="2612"/>
              <a:ext cx="45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467" name="Freeform 166"/>
            <p:cNvSpPr/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468" name="AutoShape 167"/>
            <p:cNvSpPr>
              <a:spLocks noChangeArrowheads="1"/>
            </p:cNvSpPr>
            <p:nvPr/>
          </p:nvSpPr>
          <p:spPr bwMode="auto">
            <a:xfrm>
              <a:off x="4140" y="2677"/>
              <a:ext cx="1200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469" name="AutoShape 168"/>
            <p:cNvSpPr>
              <a:spLocks noChangeArrowheads="1"/>
            </p:cNvSpPr>
            <p:nvPr/>
          </p:nvSpPr>
          <p:spPr bwMode="auto">
            <a:xfrm>
              <a:off x="4204" y="2712"/>
              <a:ext cx="1072" cy="82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470" name="Oval 169"/>
            <p:cNvSpPr>
              <a:spLocks noChangeArrowheads="1"/>
            </p:cNvSpPr>
            <p:nvPr/>
          </p:nvSpPr>
          <p:spPr bwMode="auto">
            <a:xfrm>
              <a:off x="4307" y="2382"/>
              <a:ext cx="160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471" name="Oval 170"/>
            <p:cNvSpPr>
              <a:spLocks noChangeArrowheads="1"/>
            </p:cNvSpPr>
            <p:nvPr/>
          </p:nvSpPr>
          <p:spPr bwMode="auto">
            <a:xfrm>
              <a:off x="4487" y="2382"/>
              <a:ext cx="160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472" name="Oval 171"/>
            <p:cNvSpPr>
              <a:spLocks noChangeArrowheads="1"/>
            </p:cNvSpPr>
            <p:nvPr/>
          </p:nvSpPr>
          <p:spPr bwMode="auto">
            <a:xfrm>
              <a:off x="4660" y="2382"/>
              <a:ext cx="160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473" name="Rectangle 172"/>
            <p:cNvSpPr>
              <a:spLocks noChangeArrowheads="1"/>
            </p:cNvSpPr>
            <p:nvPr/>
          </p:nvSpPr>
          <p:spPr bwMode="auto">
            <a:xfrm>
              <a:off x="5064" y="1835"/>
              <a:ext cx="83" cy="760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</p:grpSp>
      <p:sp>
        <p:nvSpPr>
          <p:cNvPr id="482" name="Rectangle 4"/>
          <p:cNvSpPr txBox="1">
            <a:spLocks noChangeArrowheads="1"/>
          </p:cNvSpPr>
          <p:nvPr/>
        </p:nvSpPr>
        <p:spPr bwMode="auto">
          <a:xfrm>
            <a:off x="1197539" y="1361756"/>
            <a:ext cx="8150225" cy="554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+mn-lt"/>
                <a:ea typeface="MS PGothic" panose="020B0600070205080204" pitchFamily="34" charset="-128"/>
                <a:cs typeface="+mn-cs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+mn-lt"/>
                <a:ea typeface="Arial" panose="020B0604020202020204" pitchFamily="34" charset="0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+mn-cs"/>
              </a:defRPr>
            </a:lvl5pPr>
            <a:lvl6pPr marL="25146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cs typeface="+mn-cs"/>
              </a:defRPr>
            </a:lvl6pPr>
            <a:lvl7pPr marL="29718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cs typeface="+mn-cs"/>
              </a:defRPr>
            </a:lvl7pPr>
            <a:lvl8pPr marL="34290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cs typeface="+mn-cs"/>
              </a:defRPr>
            </a:lvl8pPr>
            <a:lvl9pPr marL="38862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cs typeface="+mn-cs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SzPct val="100000"/>
              <a:buFont typeface="Wingdings" panose="05000000000000000000" pitchFamily="2" charset="2"/>
              <a:buNone/>
              <a:defRPr/>
            </a:pPr>
            <a:r>
              <a:rPr kumimoji="0" lang="en-US" altLang="en-US" sz="2800" b="0" i="1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Rs &lt; Rc  平均端到端吞吐量是多少？</a:t>
            </a:r>
            <a:r>
              <a:rPr kumimoji="0" lang="en-US" altLang="en-US" sz="2800" b="0" i="1" u="none" strike="noStrike" kern="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r>
              <a:rPr kumimoji="0" lang="en-US" altLang="en-US" sz="2800" b="0" i="1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r>
              <a:rPr kumimoji="0" lang="en-US" altLang="en-US" sz="2800" b="0" i="1" u="none" strike="noStrike" kern="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r>
              <a:rPr kumimoji="0" lang="en-US" altLang="en-US" sz="2800" b="0" i="1" u="none" strike="noStrike" kern="0" cap="none" spc="0" normalizeH="0" baseline="0" noProof="0" dirty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r>
              <a: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endParaRPr kumimoji="0" lang="en-US" altLang="en-US" sz="2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grpSp>
        <p:nvGrpSpPr>
          <p:cNvPr id="483" name="Group 34"/>
          <p:cNvGrpSpPr/>
          <p:nvPr/>
        </p:nvGrpSpPr>
        <p:grpSpPr bwMode="auto">
          <a:xfrm>
            <a:off x="2745351" y="2343655"/>
            <a:ext cx="2136775" cy="307975"/>
            <a:chOff x="2249" y="3430"/>
            <a:chExt cx="1389" cy="256"/>
          </a:xfrm>
        </p:grpSpPr>
        <p:sp>
          <p:nvSpPr>
            <p:cNvPr id="484" name="Oval 35"/>
            <p:cNvSpPr>
              <a:spLocks noChangeArrowheads="1"/>
            </p:cNvSpPr>
            <p:nvPr/>
          </p:nvSpPr>
          <p:spPr bwMode="auto">
            <a:xfrm>
              <a:off x="3569" y="3433"/>
              <a:ext cx="69" cy="253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rou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endParaRPr>
            </a:p>
          </p:txBody>
        </p:sp>
        <p:sp>
          <p:nvSpPr>
            <p:cNvPr id="485" name="Rectangle 36"/>
            <p:cNvSpPr>
              <a:spLocks noChangeArrowheads="1"/>
            </p:cNvSpPr>
            <p:nvPr/>
          </p:nvSpPr>
          <p:spPr bwMode="auto">
            <a:xfrm>
              <a:off x="2275" y="3433"/>
              <a:ext cx="1326" cy="253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miter lim="800000"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endParaRPr>
            </a:p>
          </p:txBody>
        </p:sp>
        <p:sp>
          <p:nvSpPr>
            <p:cNvPr id="486" name="Oval 37"/>
            <p:cNvSpPr>
              <a:spLocks noChangeArrowheads="1"/>
            </p:cNvSpPr>
            <p:nvPr/>
          </p:nvSpPr>
          <p:spPr bwMode="auto">
            <a:xfrm>
              <a:off x="2249" y="3430"/>
              <a:ext cx="69" cy="253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487" name="Rectangle 38"/>
            <p:cNvSpPr>
              <a:spLocks noChangeArrowheads="1"/>
            </p:cNvSpPr>
            <p:nvPr/>
          </p:nvSpPr>
          <p:spPr bwMode="auto">
            <a:xfrm>
              <a:off x="3562" y="3438"/>
              <a:ext cx="44" cy="245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noFill/>
              <a:miter lim="800000"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endParaRPr>
            </a:p>
          </p:txBody>
        </p:sp>
      </p:grpSp>
      <p:sp>
        <p:nvSpPr>
          <p:cNvPr id="488" name="Text Box 39"/>
          <p:cNvSpPr txBox="1">
            <a:spLocks noChangeArrowheads="1"/>
          </p:cNvSpPr>
          <p:nvPr/>
        </p:nvSpPr>
        <p:spPr bwMode="auto">
          <a:xfrm>
            <a:off x="2534214" y="2270741"/>
            <a:ext cx="2586037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  R</a:t>
            </a:r>
            <a:r>
              <a:rPr kumimoji="0" lang="en-US" altLang="en-US" sz="28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s</a:t>
            </a:r>
            <a:r>
              <a:rPr kumimoji="0" lang="en-US" altLang="en-US" sz="20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 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bits/sec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489" name="AutoShape 42"/>
          <p:cNvSpPr>
            <a:spLocks noChangeArrowheads="1"/>
          </p:cNvSpPr>
          <p:nvPr/>
        </p:nvSpPr>
        <p:spPr bwMode="auto">
          <a:xfrm flipV="1">
            <a:off x="1934139" y="2111880"/>
            <a:ext cx="895350" cy="565150"/>
          </a:xfrm>
          <a:custGeom>
            <a:avLst/>
            <a:gdLst>
              <a:gd name="T0" fmla="*/ 2147483647 w 21600"/>
              <a:gd name="T1" fmla="*/ 0 h 21600"/>
              <a:gd name="T2" fmla="*/ 2147483647 w 21600"/>
              <a:gd name="T3" fmla="*/ 2147483647 h 21600"/>
              <a:gd name="T4" fmla="*/ 2147483647 w 21600"/>
              <a:gd name="T5" fmla="*/ 2147483647 h 21600"/>
              <a:gd name="T6" fmla="*/ 2147483647 w 21600"/>
              <a:gd name="T7" fmla="*/ 2147483647 h 21600"/>
              <a:gd name="T8" fmla="*/ 17694720 60000 65536"/>
              <a:gd name="T9" fmla="*/ 5898240 60000 65536"/>
              <a:gd name="T10" fmla="*/ 5898240 60000 65536"/>
              <a:gd name="T11" fmla="*/ 0 60000 65536"/>
              <a:gd name="T12" fmla="*/ 12427 w 21600"/>
              <a:gd name="T13" fmla="*/ 2912 h 21600"/>
              <a:gd name="T14" fmla="*/ 18227 w 21600"/>
              <a:gd name="T15" fmla="*/ 9246 h 2160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600" h="21600">
                <a:moveTo>
                  <a:pt x="21600" y="6079"/>
                </a:moveTo>
                <a:lnTo>
                  <a:pt x="15126" y="0"/>
                </a:lnTo>
                <a:lnTo>
                  <a:pt x="15126" y="2912"/>
                </a:lnTo>
                <a:lnTo>
                  <a:pt x="12427" y="2912"/>
                </a:lnTo>
                <a:cubicBezTo>
                  <a:pt x="5564" y="2912"/>
                  <a:pt x="0" y="7052"/>
                  <a:pt x="0" y="12158"/>
                </a:cubicBezTo>
                <a:lnTo>
                  <a:pt x="0" y="21600"/>
                </a:lnTo>
                <a:lnTo>
                  <a:pt x="6474" y="21600"/>
                </a:lnTo>
                <a:lnTo>
                  <a:pt x="6474" y="12158"/>
                </a:lnTo>
                <a:cubicBezTo>
                  <a:pt x="6474" y="10550"/>
                  <a:pt x="9139" y="9246"/>
                  <a:pt x="12427" y="9246"/>
                </a:cubicBezTo>
                <a:lnTo>
                  <a:pt x="15126" y="9246"/>
                </a:lnTo>
                <a:lnTo>
                  <a:pt x="15126" y="12158"/>
                </a:lnTo>
                <a:lnTo>
                  <a:pt x="21600" y="6079"/>
                </a:lnTo>
                <a:close/>
              </a:path>
            </a:pathLst>
          </a:custGeom>
          <a:gradFill rotWithShape="1">
            <a:gsLst>
              <a:gs pos="0">
                <a:srgbClr val="FFFFFF"/>
              </a:gs>
              <a:gs pos="100000">
                <a:srgbClr val="CC0000"/>
              </a:gs>
            </a:gsLst>
            <a:lin ang="0" scaled="1"/>
          </a:gradFill>
          <a:ln w="9525">
            <a:solidFill>
              <a:srgbClr val="CC0000"/>
            </a:solidFill>
            <a:miter lim="800000"/>
          </a:ln>
        </p:spPr>
        <p:txBody>
          <a:bodyPr rot="10800000"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sp>
        <p:nvSpPr>
          <p:cNvPr id="490" name="AutoShape 43"/>
          <p:cNvSpPr>
            <a:spLocks noChangeArrowheads="1"/>
          </p:cNvSpPr>
          <p:nvPr/>
        </p:nvSpPr>
        <p:spPr bwMode="auto">
          <a:xfrm>
            <a:off x="8168251" y="2318255"/>
            <a:ext cx="941624" cy="379413"/>
          </a:xfrm>
          <a:prstGeom prst="rightArrow">
            <a:avLst>
              <a:gd name="adj1" fmla="val 50000"/>
              <a:gd name="adj2" fmla="val 53870"/>
            </a:avLst>
          </a:prstGeom>
          <a:gradFill rotWithShape="1">
            <a:gsLst>
              <a:gs pos="0">
                <a:srgbClr val="FFFFFF"/>
              </a:gs>
              <a:gs pos="100000">
                <a:srgbClr val="CC0000"/>
              </a:gs>
            </a:gsLst>
            <a:lin ang="0" scaled="1"/>
          </a:gradFill>
          <a:ln w="9525">
            <a:solidFill>
              <a:srgbClr val="CC0000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grpSp>
        <p:nvGrpSpPr>
          <p:cNvPr id="491" name="Group 54"/>
          <p:cNvGrpSpPr/>
          <p:nvPr/>
        </p:nvGrpSpPr>
        <p:grpSpPr bwMode="auto">
          <a:xfrm>
            <a:off x="6118790" y="2210305"/>
            <a:ext cx="2577607" cy="569913"/>
            <a:chOff x="3130" y="3069"/>
            <a:chExt cx="1765" cy="366"/>
          </a:xfrm>
        </p:grpSpPr>
        <p:grpSp>
          <p:nvGrpSpPr>
            <p:cNvPr id="492" name="Group 45"/>
            <p:cNvGrpSpPr/>
            <p:nvPr/>
          </p:nvGrpSpPr>
          <p:grpSpPr bwMode="auto">
            <a:xfrm>
              <a:off x="3130" y="3069"/>
              <a:ext cx="1765" cy="366"/>
              <a:chOff x="2249" y="3430"/>
              <a:chExt cx="1389" cy="256"/>
            </a:xfrm>
          </p:grpSpPr>
          <p:sp>
            <p:nvSpPr>
              <p:cNvPr id="494" name="Oval 46"/>
              <p:cNvSpPr>
                <a:spLocks noChangeArrowheads="1"/>
              </p:cNvSpPr>
              <p:nvPr/>
            </p:nvSpPr>
            <p:spPr bwMode="auto">
              <a:xfrm>
                <a:off x="3569" y="3433"/>
                <a:ext cx="69" cy="253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rou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MS PGothic" panose="020B0600070205080204" pitchFamily="34" charset="-128"/>
                </a:endParaRPr>
              </a:p>
            </p:txBody>
          </p:sp>
          <p:sp>
            <p:nvSpPr>
              <p:cNvPr id="495" name="Rectangle 47"/>
              <p:cNvSpPr>
                <a:spLocks noChangeArrowheads="1"/>
              </p:cNvSpPr>
              <p:nvPr/>
            </p:nvSpPr>
            <p:spPr bwMode="auto">
              <a:xfrm>
                <a:off x="2275" y="3433"/>
                <a:ext cx="1329" cy="253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miter lim="800000"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MS PGothic" panose="020B0600070205080204" pitchFamily="34" charset="-128"/>
                </a:endParaRPr>
              </a:p>
            </p:txBody>
          </p:sp>
          <p:sp>
            <p:nvSpPr>
              <p:cNvPr id="496" name="Oval 48"/>
              <p:cNvSpPr>
                <a:spLocks noChangeArrowheads="1"/>
              </p:cNvSpPr>
              <p:nvPr/>
            </p:nvSpPr>
            <p:spPr bwMode="auto">
              <a:xfrm>
                <a:off x="2249" y="3430"/>
                <a:ext cx="69" cy="253"/>
              </a:xfrm>
              <a:prstGeom prst="ellipse">
                <a:avLst/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497" name="Rectangle 49"/>
              <p:cNvSpPr>
                <a:spLocks noChangeArrowheads="1"/>
              </p:cNvSpPr>
              <p:nvPr/>
            </p:nvSpPr>
            <p:spPr bwMode="auto">
              <a:xfrm>
                <a:off x="3562" y="3438"/>
                <a:ext cx="44" cy="246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noFill/>
                <a:miter lim="800000"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MS PGothic" panose="020B0600070205080204" pitchFamily="34" charset="-128"/>
                </a:endParaRPr>
              </a:p>
            </p:txBody>
          </p:sp>
        </p:grpSp>
        <p:sp>
          <p:nvSpPr>
            <p:cNvPr id="493" name="Text Box 50"/>
            <p:cNvSpPr txBox="1">
              <a:spLocks noChangeArrowheads="1"/>
            </p:cNvSpPr>
            <p:nvPr/>
          </p:nvSpPr>
          <p:spPr bwMode="auto">
            <a:xfrm>
              <a:off x="3181" y="3135"/>
              <a:ext cx="1702" cy="2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R</a:t>
              </a:r>
              <a:r>
                <a:rPr kumimoji="0" lang="en-US" altLang="en-US" sz="28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c</a:t>
              </a:r>
              <a:r>
                <a:rPr kumimoji="0" lang="en-US" altLang="en-US" sz="20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 </a:t>
              </a: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bits/sec</a:t>
              </a:r>
              <a:endParaRPr kumimoji="0" lang="en-US" alt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</p:grpSp>
      <p:sp>
        <p:nvSpPr>
          <p:cNvPr id="498" name="Rectangle 56"/>
          <p:cNvSpPr>
            <a:spLocks noChangeArrowheads="1"/>
          </p:cNvSpPr>
          <p:nvPr/>
        </p:nvSpPr>
        <p:spPr bwMode="auto">
          <a:xfrm>
            <a:off x="1234051" y="3170791"/>
            <a:ext cx="8062913" cy="554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1630" indent="-34163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Tx/>
              <a:buNone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>Rs &gt; Rc  平均端到端吞吐量是多少？</a:t>
            </a:r>
            <a:r>
              <a:rPr kumimoji="0" lang="en-US" altLang="en-US" sz="2800" b="0" i="1" u="none" strike="noStrike" kern="120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/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/>
            </a:r>
            <a:r>
              <a:rPr kumimoji="0" lang="en-US" altLang="en-US" sz="2800" b="0" i="1" u="none" strike="noStrike" kern="120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/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/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rPr>
              <a:t/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grpSp>
        <p:nvGrpSpPr>
          <p:cNvPr id="499" name="Group 209"/>
          <p:cNvGrpSpPr/>
          <p:nvPr/>
        </p:nvGrpSpPr>
        <p:grpSpPr bwMode="auto">
          <a:xfrm>
            <a:off x="1327659" y="5111236"/>
            <a:ext cx="8847138" cy="1282702"/>
            <a:chOff x="186" y="3246"/>
            <a:chExt cx="5573" cy="808"/>
          </a:xfrm>
        </p:grpSpPr>
        <p:sp>
          <p:nvSpPr>
            <p:cNvPr id="500" name="Rectangle 102"/>
            <p:cNvSpPr>
              <a:spLocks noChangeArrowheads="1"/>
            </p:cNvSpPr>
            <p:nvPr/>
          </p:nvSpPr>
          <p:spPr bwMode="auto">
            <a:xfrm>
              <a:off x="186" y="3414"/>
              <a:ext cx="5521" cy="640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CC0000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501" name="Text Box 101"/>
            <p:cNvSpPr txBox="1">
              <a:spLocks noChangeArrowheads="1"/>
            </p:cNvSpPr>
            <p:nvPr/>
          </p:nvSpPr>
          <p:spPr bwMode="auto">
            <a:xfrm>
              <a:off x="238" y="3585"/>
              <a:ext cx="5521" cy="3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端到端路径上限制端到端吞吐量的链路</a:t>
              </a:r>
              <a:endPara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502" name="Text Box 104"/>
            <p:cNvSpPr txBox="1">
              <a:spLocks noChangeArrowheads="1"/>
            </p:cNvSpPr>
            <p:nvPr/>
          </p:nvSpPr>
          <p:spPr bwMode="auto">
            <a:xfrm>
              <a:off x="375" y="3246"/>
              <a:ext cx="1629" cy="33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800" b="0" i="1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瓶颈链路</a:t>
              </a:r>
              <a:endParaRPr kumimoji="0" lang="en-US" altLang="en-US" sz="2800" b="0" i="1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</p:grpSp>
      <p:sp>
        <p:nvSpPr>
          <p:cNvPr id="503" name="AutoShape 51"/>
          <p:cNvSpPr>
            <a:spLocks noChangeArrowheads="1"/>
          </p:cNvSpPr>
          <p:nvPr/>
        </p:nvSpPr>
        <p:spPr bwMode="auto">
          <a:xfrm>
            <a:off x="4883714" y="2311905"/>
            <a:ext cx="1365250" cy="381000"/>
          </a:xfrm>
          <a:prstGeom prst="rightArrow">
            <a:avLst>
              <a:gd name="adj1" fmla="val 50000"/>
              <a:gd name="adj2" fmla="val 89583"/>
            </a:avLst>
          </a:prstGeom>
          <a:gradFill rotWithShape="1">
            <a:gsLst>
              <a:gs pos="0">
                <a:srgbClr val="FFFFFF"/>
              </a:gs>
              <a:gs pos="100000">
                <a:srgbClr val="CC0000"/>
              </a:gs>
            </a:gsLst>
            <a:lin ang="0" scaled="1"/>
          </a:gradFill>
          <a:ln w="9525">
            <a:solidFill>
              <a:srgbClr val="CC0000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grpSp>
        <p:nvGrpSpPr>
          <p:cNvPr id="504" name="Group 132"/>
          <p:cNvGrpSpPr/>
          <p:nvPr/>
        </p:nvGrpSpPr>
        <p:grpSpPr bwMode="auto">
          <a:xfrm flipH="1">
            <a:off x="9058681" y="2157918"/>
            <a:ext cx="871538" cy="885825"/>
            <a:chOff x="-44" y="1473"/>
            <a:chExt cx="981" cy="1105"/>
          </a:xfrm>
        </p:grpSpPr>
        <p:pic>
          <p:nvPicPr>
            <p:cNvPr id="505" name="Picture 133" descr="desktop_computer_stylized_medium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06" name="Freeform 134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</p:grpSp>
      <p:sp>
        <p:nvSpPr>
          <p:cNvPr id="507" name="AutoShape 327"/>
          <p:cNvSpPr>
            <a:spLocks noChangeArrowheads="1"/>
          </p:cNvSpPr>
          <p:nvPr/>
        </p:nvSpPr>
        <p:spPr bwMode="auto">
          <a:xfrm>
            <a:off x="1846826" y="1854705"/>
            <a:ext cx="407988" cy="431800"/>
          </a:xfrm>
          <a:prstGeom prst="can">
            <a:avLst>
              <a:gd name="adj" fmla="val 21398"/>
            </a:avLst>
          </a:prstGeom>
          <a:gradFill rotWithShape="1">
            <a:gsLst>
              <a:gs pos="0">
                <a:srgbClr val="000099"/>
              </a:gs>
              <a:gs pos="100000">
                <a:srgbClr val="FFFFFF"/>
              </a:gs>
            </a:gsLst>
            <a:lin ang="0" scaled="1"/>
          </a:gradFill>
          <a:ln w="9525">
            <a:solidFill>
              <a:srgbClr val="000000"/>
            </a:solidFill>
            <a:rou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/>
            </a:endParaRPr>
          </a:p>
        </p:txBody>
      </p:sp>
      <p:grpSp>
        <p:nvGrpSpPr>
          <p:cNvPr id="508" name="Group 206"/>
          <p:cNvGrpSpPr/>
          <p:nvPr/>
        </p:nvGrpSpPr>
        <p:grpSpPr bwMode="auto">
          <a:xfrm>
            <a:off x="1908739" y="3723447"/>
            <a:ext cx="8126412" cy="1166813"/>
            <a:chOff x="775" y="2474"/>
            <a:chExt cx="5119" cy="735"/>
          </a:xfrm>
        </p:grpSpPr>
        <p:grpSp>
          <p:nvGrpSpPr>
            <p:cNvPr id="509" name="Group 173"/>
            <p:cNvGrpSpPr/>
            <p:nvPr/>
          </p:nvGrpSpPr>
          <p:grpSpPr bwMode="auto">
            <a:xfrm>
              <a:off x="1056" y="2589"/>
              <a:ext cx="222" cy="552"/>
              <a:chOff x="4140" y="429"/>
              <a:chExt cx="1425" cy="2396"/>
            </a:xfrm>
          </p:grpSpPr>
          <p:sp>
            <p:nvSpPr>
              <p:cNvPr id="540" name="Freeform 174"/>
              <p:cNvSpPr/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541" name="Rectangle 175"/>
              <p:cNvSpPr>
                <a:spLocks noChangeArrowheads="1"/>
              </p:cNvSpPr>
              <p:nvPr/>
            </p:nvSpPr>
            <p:spPr bwMode="auto">
              <a:xfrm>
                <a:off x="4204" y="429"/>
                <a:ext cx="1046" cy="2283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542" name="Freeform 176"/>
              <p:cNvSpPr/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543" name="Freeform 177"/>
              <p:cNvSpPr/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544" name="Rectangle 178"/>
              <p:cNvSpPr>
                <a:spLocks noChangeArrowheads="1"/>
              </p:cNvSpPr>
              <p:nvPr/>
            </p:nvSpPr>
            <p:spPr bwMode="auto">
              <a:xfrm>
                <a:off x="4211" y="694"/>
                <a:ext cx="597" cy="48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grpSp>
            <p:nvGrpSpPr>
              <p:cNvPr id="545" name="Group 179"/>
              <p:cNvGrpSpPr/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570" name="AutoShape 180"/>
                <p:cNvSpPr>
                  <a:spLocks noChangeArrowheads="1"/>
                </p:cNvSpPr>
                <p:nvPr/>
              </p:nvSpPr>
              <p:spPr bwMode="auto">
                <a:xfrm>
                  <a:off x="615" y="2568"/>
                  <a:ext cx="721" cy="137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Arial" panose="020B0604020202020204"/>
                  </a:endParaRPr>
                </a:p>
              </p:txBody>
            </p:sp>
            <p:sp>
              <p:nvSpPr>
                <p:cNvPr id="571" name="AutoShape 181"/>
                <p:cNvSpPr>
                  <a:spLocks noChangeArrowheads="1"/>
                </p:cNvSpPr>
                <p:nvPr/>
              </p:nvSpPr>
              <p:spPr bwMode="auto">
                <a:xfrm>
                  <a:off x="631" y="2584"/>
                  <a:ext cx="689" cy="10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Arial" panose="020B0604020202020204"/>
                  </a:endParaRPr>
                </a:p>
              </p:txBody>
            </p:sp>
          </p:grpSp>
          <p:sp>
            <p:nvSpPr>
              <p:cNvPr id="546" name="Rectangle 182"/>
              <p:cNvSpPr>
                <a:spLocks noChangeArrowheads="1"/>
              </p:cNvSpPr>
              <p:nvPr/>
            </p:nvSpPr>
            <p:spPr bwMode="auto">
              <a:xfrm>
                <a:off x="4223" y="1019"/>
                <a:ext cx="597" cy="48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grpSp>
            <p:nvGrpSpPr>
              <p:cNvPr id="547" name="Group 183"/>
              <p:cNvGrpSpPr/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568" name="AutoShape 184"/>
                <p:cNvSpPr>
                  <a:spLocks noChangeArrowheads="1"/>
                </p:cNvSpPr>
                <p:nvPr/>
              </p:nvSpPr>
              <p:spPr bwMode="auto">
                <a:xfrm>
                  <a:off x="617" y="2567"/>
                  <a:ext cx="721" cy="14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Arial" panose="020B0604020202020204"/>
                  </a:endParaRPr>
                </a:p>
              </p:txBody>
            </p:sp>
            <p:sp>
              <p:nvSpPr>
                <p:cNvPr id="569" name="AutoShape 185"/>
                <p:cNvSpPr>
                  <a:spLocks noChangeArrowheads="1"/>
                </p:cNvSpPr>
                <p:nvPr/>
              </p:nvSpPr>
              <p:spPr bwMode="auto">
                <a:xfrm>
                  <a:off x="634" y="2585"/>
                  <a:ext cx="689" cy="10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Arial" panose="020B0604020202020204"/>
                  </a:endParaRPr>
                </a:p>
              </p:txBody>
            </p:sp>
          </p:grpSp>
          <p:sp>
            <p:nvSpPr>
              <p:cNvPr id="548" name="Rectangle 186"/>
              <p:cNvSpPr>
                <a:spLocks noChangeArrowheads="1"/>
              </p:cNvSpPr>
              <p:nvPr/>
            </p:nvSpPr>
            <p:spPr bwMode="auto">
              <a:xfrm>
                <a:off x="4217" y="1358"/>
                <a:ext cx="597" cy="48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549" name="Rectangle 187"/>
              <p:cNvSpPr>
                <a:spLocks noChangeArrowheads="1"/>
              </p:cNvSpPr>
              <p:nvPr/>
            </p:nvSpPr>
            <p:spPr bwMode="auto">
              <a:xfrm>
                <a:off x="4230" y="1653"/>
                <a:ext cx="597" cy="48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grpSp>
            <p:nvGrpSpPr>
              <p:cNvPr id="550" name="Group 188"/>
              <p:cNvGrpSpPr/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566" name="AutoShape 189"/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0" cy="14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Arial" panose="020B0604020202020204"/>
                  </a:endParaRPr>
                </a:p>
              </p:txBody>
            </p:sp>
            <p:sp>
              <p:nvSpPr>
                <p:cNvPr id="567" name="AutoShape 190"/>
                <p:cNvSpPr>
                  <a:spLocks noChangeArrowheads="1"/>
                </p:cNvSpPr>
                <p:nvPr/>
              </p:nvSpPr>
              <p:spPr bwMode="auto">
                <a:xfrm>
                  <a:off x="632" y="2584"/>
                  <a:ext cx="688" cy="108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Arial" panose="020B0604020202020204"/>
                  </a:endParaRPr>
                </a:p>
              </p:txBody>
            </p:sp>
          </p:grpSp>
          <p:sp>
            <p:nvSpPr>
              <p:cNvPr id="551" name="Freeform 191"/>
              <p:cNvSpPr/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grpSp>
            <p:nvGrpSpPr>
              <p:cNvPr id="552" name="Group 192"/>
              <p:cNvGrpSpPr/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564" name="AutoShape 193"/>
                <p:cNvSpPr>
                  <a:spLocks noChangeArrowheads="1"/>
                </p:cNvSpPr>
                <p:nvPr/>
              </p:nvSpPr>
              <p:spPr bwMode="auto">
                <a:xfrm>
                  <a:off x="611" y="2568"/>
                  <a:ext cx="728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Arial" panose="020B0604020202020204"/>
                  </a:endParaRPr>
                </a:p>
              </p:txBody>
            </p:sp>
            <p:sp>
              <p:nvSpPr>
                <p:cNvPr id="565" name="AutoShape 194"/>
                <p:cNvSpPr>
                  <a:spLocks noChangeArrowheads="1"/>
                </p:cNvSpPr>
                <p:nvPr/>
              </p:nvSpPr>
              <p:spPr bwMode="auto">
                <a:xfrm>
                  <a:off x="627" y="2586"/>
                  <a:ext cx="696" cy="10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Arial" panose="020B0604020202020204"/>
                  </a:endParaRPr>
                </a:p>
              </p:txBody>
            </p:sp>
          </p:grpSp>
          <p:sp>
            <p:nvSpPr>
              <p:cNvPr id="553" name="Rectangle 195"/>
              <p:cNvSpPr>
                <a:spLocks noChangeArrowheads="1"/>
              </p:cNvSpPr>
              <p:nvPr/>
            </p:nvSpPr>
            <p:spPr bwMode="auto">
              <a:xfrm>
                <a:off x="5250" y="429"/>
                <a:ext cx="71" cy="2287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554" name="Freeform 196"/>
              <p:cNvSpPr/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555" name="Freeform 197"/>
              <p:cNvSpPr/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556" name="Oval 198"/>
              <p:cNvSpPr>
                <a:spLocks noChangeArrowheads="1"/>
              </p:cNvSpPr>
              <p:nvPr/>
            </p:nvSpPr>
            <p:spPr bwMode="auto">
              <a:xfrm>
                <a:off x="5520" y="2612"/>
                <a:ext cx="45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557" name="Freeform 199"/>
              <p:cNvSpPr/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558" name="AutoShape 200"/>
              <p:cNvSpPr>
                <a:spLocks noChangeArrowheads="1"/>
              </p:cNvSpPr>
              <p:nvPr/>
            </p:nvSpPr>
            <p:spPr bwMode="auto">
              <a:xfrm>
                <a:off x="4140" y="2677"/>
                <a:ext cx="1200" cy="148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559" name="AutoShape 201"/>
              <p:cNvSpPr>
                <a:spLocks noChangeArrowheads="1"/>
              </p:cNvSpPr>
              <p:nvPr/>
            </p:nvSpPr>
            <p:spPr bwMode="auto">
              <a:xfrm>
                <a:off x="4204" y="2712"/>
                <a:ext cx="1072" cy="8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560" name="Oval 202"/>
              <p:cNvSpPr>
                <a:spLocks noChangeArrowheads="1"/>
              </p:cNvSpPr>
              <p:nvPr/>
            </p:nvSpPr>
            <p:spPr bwMode="auto">
              <a:xfrm>
                <a:off x="4307" y="2382"/>
                <a:ext cx="160" cy="143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561" name="Oval 203"/>
              <p:cNvSpPr>
                <a:spLocks noChangeArrowheads="1"/>
              </p:cNvSpPr>
              <p:nvPr/>
            </p:nvSpPr>
            <p:spPr bwMode="auto">
              <a:xfrm>
                <a:off x="4487" y="2382"/>
                <a:ext cx="160" cy="143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562" name="Oval 204"/>
              <p:cNvSpPr>
                <a:spLocks noChangeArrowheads="1"/>
              </p:cNvSpPr>
              <p:nvPr/>
            </p:nvSpPr>
            <p:spPr bwMode="auto">
              <a:xfrm>
                <a:off x="4660" y="2382"/>
                <a:ext cx="160" cy="139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563" name="Rectangle 205"/>
              <p:cNvSpPr>
                <a:spLocks noChangeArrowheads="1"/>
              </p:cNvSpPr>
              <p:nvPr/>
            </p:nvSpPr>
            <p:spPr bwMode="auto">
              <a:xfrm>
                <a:off x="5064" y="1835"/>
                <a:ext cx="83" cy="760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</p:grpSp>
        <p:sp>
          <p:nvSpPr>
            <p:cNvPr id="510" name="Line 57"/>
            <p:cNvSpPr>
              <a:spLocks noChangeShapeType="1"/>
            </p:cNvSpPr>
            <p:nvPr/>
          </p:nvSpPr>
          <p:spPr bwMode="auto">
            <a:xfrm>
              <a:off x="1354" y="2913"/>
              <a:ext cx="3661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grpSp>
          <p:nvGrpSpPr>
            <p:cNvPr id="511" name="Group 58"/>
            <p:cNvGrpSpPr/>
            <p:nvPr/>
          </p:nvGrpSpPr>
          <p:grpSpPr bwMode="auto">
            <a:xfrm>
              <a:off x="2731" y="2870"/>
              <a:ext cx="607" cy="108"/>
              <a:chOff x="3603" y="243"/>
              <a:chExt cx="357" cy="106"/>
            </a:xfrm>
          </p:grpSpPr>
          <p:sp>
            <p:nvSpPr>
              <p:cNvPr id="531" name="Line 60"/>
              <p:cNvSpPr>
                <a:spLocks noChangeShapeType="1"/>
              </p:cNvSpPr>
              <p:nvPr/>
            </p:nvSpPr>
            <p:spPr bwMode="auto">
              <a:xfrm>
                <a:off x="3603" y="289"/>
                <a:ext cx="0" cy="6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532" name="Line 61"/>
              <p:cNvSpPr>
                <a:spLocks noChangeShapeType="1"/>
              </p:cNvSpPr>
              <p:nvPr/>
            </p:nvSpPr>
            <p:spPr bwMode="auto">
              <a:xfrm>
                <a:off x="3960" y="289"/>
                <a:ext cx="0" cy="6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533" name="Rectangle 62"/>
              <p:cNvSpPr>
                <a:spLocks noChangeArrowheads="1"/>
              </p:cNvSpPr>
              <p:nvPr/>
            </p:nvSpPr>
            <p:spPr bwMode="auto">
              <a:xfrm>
                <a:off x="3603" y="289"/>
                <a:ext cx="354" cy="5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grpSp>
            <p:nvGrpSpPr>
              <p:cNvPr id="534" name="Group 64"/>
              <p:cNvGrpSpPr/>
              <p:nvPr/>
            </p:nvGrpSpPr>
            <p:grpSpPr bwMode="auto">
              <a:xfrm>
                <a:off x="3749" y="248"/>
                <a:ext cx="119" cy="65"/>
                <a:chOff x="2894" y="850"/>
                <a:chExt cx="94" cy="96"/>
              </a:xfrm>
            </p:grpSpPr>
            <p:sp>
              <p:nvSpPr>
                <p:cNvPr id="538" name="Line 66"/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rgbClr val="000000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Arial" panose="020B0604020202020204"/>
                  </a:endParaRPr>
                </a:p>
              </p:txBody>
            </p:sp>
            <p:sp>
              <p:nvSpPr>
                <p:cNvPr id="539" name="Line 67"/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rgbClr val="000000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Arial" panose="020B0604020202020204"/>
                  </a:endParaRPr>
                </a:p>
              </p:txBody>
            </p:sp>
          </p:grpSp>
          <p:grpSp>
            <p:nvGrpSpPr>
              <p:cNvPr id="535" name="Group 68"/>
              <p:cNvGrpSpPr/>
              <p:nvPr/>
            </p:nvGrpSpPr>
            <p:grpSpPr bwMode="auto">
              <a:xfrm flipV="1">
                <a:off x="3689" y="243"/>
                <a:ext cx="124" cy="66"/>
                <a:chOff x="2848" y="848"/>
                <a:chExt cx="98" cy="98"/>
              </a:xfrm>
            </p:grpSpPr>
            <p:sp>
              <p:nvSpPr>
                <p:cNvPr id="536" name="Line 69"/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rgbClr val="000000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Arial" panose="020B0604020202020204"/>
                  </a:endParaRPr>
                </a:p>
              </p:txBody>
            </p:sp>
            <p:sp>
              <p:nvSpPr>
                <p:cNvPr id="537" name="Line 71"/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rgbClr val="000000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Arial" panose="020B0604020202020204"/>
                  </a:endParaRPr>
                </a:p>
              </p:txBody>
            </p:sp>
          </p:grpSp>
        </p:grpSp>
        <p:sp>
          <p:nvSpPr>
            <p:cNvPr id="512" name="AutoShape 90"/>
            <p:cNvSpPr>
              <a:spLocks noChangeArrowheads="1"/>
            </p:cNvSpPr>
            <p:nvPr/>
          </p:nvSpPr>
          <p:spPr bwMode="auto">
            <a:xfrm>
              <a:off x="4741" y="2812"/>
              <a:ext cx="609" cy="239"/>
            </a:xfrm>
            <a:prstGeom prst="rightArrow">
              <a:avLst>
                <a:gd name="adj1" fmla="val 50000"/>
                <a:gd name="adj2" fmla="val 53870"/>
              </a:avLst>
            </a:prstGeom>
            <a:gradFill rotWithShape="1">
              <a:gsLst>
                <a:gs pos="0">
                  <a:srgbClr val="FFFFFF"/>
                </a:gs>
                <a:gs pos="100000">
                  <a:srgbClr val="CC0000"/>
                </a:gs>
              </a:gsLst>
              <a:lin ang="0" scaled="1"/>
            </a:gradFill>
            <a:ln w="9525">
              <a:solidFill>
                <a:srgbClr val="CC0000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grpSp>
          <p:nvGrpSpPr>
            <p:cNvPr id="513" name="Group 92"/>
            <p:cNvGrpSpPr/>
            <p:nvPr/>
          </p:nvGrpSpPr>
          <p:grpSpPr bwMode="auto">
            <a:xfrm>
              <a:off x="1328" y="2739"/>
              <a:ext cx="1347" cy="360"/>
              <a:chOff x="2249" y="3459"/>
              <a:chExt cx="1389" cy="257"/>
            </a:xfrm>
          </p:grpSpPr>
          <p:sp>
            <p:nvSpPr>
              <p:cNvPr id="527" name="Oval 93"/>
              <p:cNvSpPr>
                <a:spLocks noChangeArrowheads="1"/>
              </p:cNvSpPr>
              <p:nvPr/>
            </p:nvSpPr>
            <p:spPr bwMode="auto">
              <a:xfrm>
                <a:off x="3569" y="3463"/>
                <a:ext cx="69" cy="253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rou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MS PGothic" panose="020B0600070205080204" pitchFamily="34" charset="-128"/>
                </a:endParaRPr>
              </a:p>
            </p:txBody>
          </p:sp>
          <p:sp>
            <p:nvSpPr>
              <p:cNvPr id="528" name="Rectangle 94"/>
              <p:cNvSpPr>
                <a:spLocks noChangeArrowheads="1"/>
              </p:cNvSpPr>
              <p:nvPr/>
            </p:nvSpPr>
            <p:spPr bwMode="auto">
              <a:xfrm>
                <a:off x="2275" y="3459"/>
                <a:ext cx="1326" cy="253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miter lim="800000"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MS PGothic" panose="020B0600070205080204" pitchFamily="34" charset="-128"/>
                </a:endParaRPr>
              </a:p>
            </p:txBody>
          </p:sp>
          <p:sp>
            <p:nvSpPr>
              <p:cNvPr id="529" name="Oval 95"/>
              <p:cNvSpPr>
                <a:spLocks noChangeArrowheads="1"/>
              </p:cNvSpPr>
              <p:nvPr/>
            </p:nvSpPr>
            <p:spPr bwMode="auto">
              <a:xfrm>
                <a:off x="2249" y="3460"/>
                <a:ext cx="69" cy="253"/>
              </a:xfrm>
              <a:prstGeom prst="ellipse">
                <a:avLst/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530" name="Rectangle 96"/>
              <p:cNvSpPr>
                <a:spLocks noChangeArrowheads="1"/>
              </p:cNvSpPr>
              <p:nvPr/>
            </p:nvSpPr>
            <p:spPr bwMode="auto">
              <a:xfrm>
                <a:off x="3562" y="3462"/>
                <a:ext cx="44" cy="246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noFill/>
                <a:miter lim="800000"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MS PGothic" panose="020B0600070205080204" pitchFamily="34" charset="-128"/>
                </a:endParaRPr>
              </a:p>
            </p:txBody>
          </p:sp>
        </p:grpSp>
        <p:sp>
          <p:nvSpPr>
            <p:cNvPr id="514" name="Text Box 97"/>
            <p:cNvSpPr txBox="1">
              <a:spLocks noChangeArrowheads="1"/>
            </p:cNvSpPr>
            <p:nvPr/>
          </p:nvSpPr>
          <p:spPr bwMode="auto">
            <a:xfrm>
              <a:off x="1313" y="2811"/>
              <a:ext cx="141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R</a:t>
              </a:r>
              <a:r>
                <a:rPr kumimoji="0" lang="en-US" altLang="en-US" sz="28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s</a:t>
              </a:r>
              <a:r>
                <a:rPr kumimoji="0" lang="en-US" altLang="en-US" sz="20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 </a:t>
              </a: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bits/sec</a:t>
              </a:r>
              <a:endParaRPr kumimoji="0" lang="en-US" alt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grpSp>
          <p:nvGrpSpPr>
            <p:cNvPr id="515" name="Group 83"/>
            <p:cNvGrpSpPr/>
            <p:nvPr/>
          </p:nvGrpSpPr>
          <p:grpSpPr bwMode="auto">
            <a:xfrm>
              <a:off x="3419" y="2828"/>
              <a:ext cx="1621" cy="194"/>
              <a:chOff x="2249" y="3430"/>
              <a:chExt cx="1389" cy="256"/>
            </a:xfrm>
          </p:grpSpPr>
          <p:sp>
            <p:nvSpPr>
              <p:cNvPr id="523" name="Oval 84"/>
              <p:cNvSpPr>
                <a:spLocks noChangeArrowheads="1"/>
              </p:cNvSpPr>
              <p:nvPr/>
            </p:nvSpPr>
            <p:spPr bwMode="auto">
              <a:xfrm>
                <a:off x="3569" y="3433"/>
                <a:ext cx="69" cy="253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rou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MS PGothic" panose="020B0600070205080204" pitchFamily="34" charset="-128"/>
                </a:endParaRPr>
              </a:p>
            </p:txBody>
          </p:sp>
          <p:sp>
            <p:nvSpPr>
              <p:cNvPr id="524" name="Rectangle 85"/>
              <p:cNvSpPr>
                <a:spLocks noChangeArrowheads="1"/>
              </p:cNvSpPr>
              <p:nvPr/>
            </p:nvSpPr>
            <p:spPr bwMode="auto">
              <a:xfrm>
                <a:off x="2275" y="3433"/>
                <a:ext cx="1326" cy="253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miter lim="800000"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MS PGothic" panose="020B0600070205080204" pitchFamily="34" charset="-128"/>
                </a:endParaRPr>
              </a:p>
            </p:txBody>
          </p:sp>
          <p:sp>
            <p:nvSpPr>
              <p:cNvPr id="525" name="Oval 86"/>
              <p:cNvSpPr>
                <a:spLocks noChangeArrowheads="1"/>
              </p:cNvSpPr>
              <p:nvPr/>
            </p:nvSpPr>
            <p:spPr bwMode="auto">
              <a:xfrm>
                <a:off x="2249" y="3430"/>
                <a:ext cx="69" cy="253"/>
              </a:xfrm>
              <a:prstGeom prst="ellipse">
                <a:avLst/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526" name="Rectangle 87"/>
              <p:cNvSpPr>
                <a:spLocks noChangeArrowheads="1"/>
              </p:cNvSpPr>
              <p:nvPr/>
            </p:nvSpPr>
            <p:spPr bwMode="auto">
              <a:xfrm>
                <a:off x="3562" y="3438"/>
                <a:ext cx="45" cy="245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noFill/>
                <a:miter lim="800000"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MS PGothic" panose="020B0600070205080204" pitchFamily="34" charset="-128"/>
                </a:endParaRPr>
              </a:p>
            </p:txBody>
          </p:sp>
        </p:grpSp>
        <p:sp>
          <p:nvSpPr>
            <p:cNvPr id="516" name="Text Box 88"/>
            <p:cNvSpPr txBox="1">
              <a:spLocks noChangeArrowheads="1"/>
            </p:cNvSpPr>
            <p:nvPr/>
          </p:nvSpPr>
          <p:spPr bwMode="auto">
            <a:xfrm>
              <a:off x="3475" y="2780"/>
              <a:ext cx="162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  R</a:t>
              </a:r>
              <a:r>
                <a:rPr kumimoji="0" lang="en-US" altLang="en-US" sz="28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c</a:t>
              </a:r>
              <a:r>
                <a:rPr kumimoji="0" lang="en-US" altLang="en-US" sz="20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 </a:t>
              </a: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bits/sec</a:t>
              </a:r>
              <a:endParaRPr kumimoji="0" lang="en-US" alt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517" name="AutoShape 98"/>
            <p:cNvSpPr>
              <a:spLocks noChangeArrowheads="1"/>
            </p:cNvSpPr>
            <p:nvPr/>
          </p:nvSpPr>
          <p:spPr bwMode="auto">
            <a:xfrm>
              <a:off x="2668" y="2808"/>
              <a:ext cx="860" cy="240"/>
            </a:xfrm>
            <a:prstGeom prst="rightArrow">
              <a:avLst>
                <a:gd name="adj1" fmla="val 50000"/>
                <a:gd name="adj2" fmla="val 89583"/>
              </a:avLst>
            </a:prstGeom>
            <a:gradFill rotWithShape="1">
              <a:gsLst>
                <a:gs pos="0">
                  <a:srgbClr val="FFFFFF"/>
                </a:gs>
                <a:gs pos="100000">
                  <a:srgbClr val="CC0000"/>
                </a:gs>
              </a:gsLst>
              <a:lin ang="0" scaled="1"/>
            </a:gradFill>
            <a:ln w="9525">
              <a:solidFill>
                <a:srgbClr val="CC0000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518" name="AutoShape 89"/>
            <p:cNvSpPr>
              <a:spLocks noChangeArrowheads="1"/>
            </p:cNvSpPr>
            <p:nvPr/>
          </p:nvSpPr>
          <p:spPr bwMode="auto">
            <a:xfrm flipV="1">
              <a:off x="814" y="2682"/>
              <a:ext cx="564" cy="356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17694720 60000 65536"/>
                <a:gd name="T9" fmla="*/ 5898240 60000 65536"/>
                <a:gd name="T10" fmla="*/ 5898240 60000 65536"/>
                <a:gd name="T11" fmla="*/ 0 60000 65536"/>
                <a:gd name="T12" fmla="*/ 12409 w 21600"/>
                <a:gd name="T13" fmla="*/ 2912 h 21600"/>
                <a:gd name="T14" fmla="*/ 18230 w 21600"/>
                <a:gd name="T15" fmla="*/ 9222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21600" y="6079"/>
                  </a:moveTo>
                  <a:lnTo>
                    <a:pt x="15126" y="0"/>
                  </a:lnTo>
                  <a:lnTo>
                    <a:pt x="15126" y="2912"/>
                  </a:lnTo>
                  <a:lnTo>
                    <a:pt x="12427" y="2912"/>
                  </a:lnTo>
                  <a:cubicBezTo>
                    <a:pt x="5564" y="2912"/>
                    <a:pt x="0" y="7052"/>
                    <a:pt x="0" y="12158"/>
                  </a:cubicBezTo>
                  <a:lnTo>
                    <a:pt x="0" y="21600"/>
                  </a:lnTo>
                  <a:lnTo>
                    <a:pt x="6474" y="21600"/>
                  </a:lnTo>
                  <a:lnTo>
                    <a:pt x="6474" y="12158"/>
                  </a:lnTo>
                  <a:cubicBezTo>
                    <a:pt x="6474" y="10550"/>
                    <a:pt x="9139" y="9246"/>
                    <a:pt x="12427" y="9246"/>
                  </a:cubicBezTo>
                  <a:lnTo>
                    <a:pt x="15126" y="9246"/>
                  </a:lnTo>
                  <a:lnTo>
                    <a:pt x="15126" y="12158"/>
                  </a:lnTo>
                  <a:lnTo>
                    <a:pt x="21600" y="6079"/>
                  </a:lnTo>
                  <a:close/>
                </a:path>
              </a:pathLst>
            </a:custGeom>
            <a:gradFill rotWithShape="1">
              <a:gsLst>
                <a:gs pos="0">
                  <a:srgbClr val="FFFFFF"/>
                </a:gs>
                <a:gs pos="100000">
                  <a:srgbClr val="CC0000"/>
                </a:gs>
              </a:gsLst>
              <a:lin ang="0" scaled="1"/>
            </a:gradFill>
            <a:ln w="9525">
              <a:solidFill>
                <a:srgbClr val="CC0000"/>
              </a:solidFill>
              <a:miter lim="800000"/>
            </a:ln>
          </p:spPr>
          <p:txBody>
            <a:bodyPr rot="10800000"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grpSp>
          <p:nvGrpSpPr>
            <p:cNvPr id="519" name="Group 135"/>
            <p:cNvGrpSpPr/>
            <p:nvPr/>
          </p:nvGrpSpPr>
          <p:grpSpPr bwMode="auto">
            <a:xfrm flipH="1">
              <a:off x="5345" y="2651"/>
              <a:ext cx="549" cy="558"/>
              <a:chOff x="-248" y="1473"/>
              <a:chExt cx="981" cy="1105"/>
            </a:xfrm>
          </p:grpSpPr>
          <p:pic>
            <p:nvPicPr>
              <p:cNvPr id="521" name="Picture 136" descr="desktop_computer_stylized_medium"/>
              <p:cNvPicPr>
                <a:picLocks noChangeAspect="1" noChangeArrowheads="1"/>
              </p:cNvPicPr>
              <p:nvPr/>
            </p:nvPicPr>
            <p:blipFill>
              <a:blip r:embed="rId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248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522" name="Freeform 137"/>
              <p:cNvSpPr/>
              <p:nvPr/>
            </p:nvSpPr>
            <p:spPr bwMode="auto">
              <a:xfrm flipH="1">
                <a:off x="20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8034 w 356"/>
                  <a:gd name="T3" fmla="*/ 1220 h 368"/>
                  <a:gd name="T4" fmla="*/ 21394 w 356"/>
                  <a:gd name="T5" fmla="*/ 25425 h 368"/>
                  <a:gd name="T6" fmla="*/ 4715 w 356"/>
                  <a:gd name="T7" fmla="*/ 31797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prstDash val="solid"/>
                    <a:rou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</p:grpSp>
        <p:sp>
          <p:nvSpPr>
            <p:cNvPr id="520" name="AutoShape 327"/>
            <p:cNvSpPr>
              <a:spLocks noChangeArrowheads="1"/>
            </p:cNvSpPr>
            <p:nvPr/>
          </p:nvSpPr>
          <p:spPr bwMode="auto">
            <a:xfrm>
              <a:off x="775" y="2474"/>
              <a:ext cx="257" cy="272"/>
            </a:xfrm>
            <a:prstGeom prst="can">
              <a:avLst>
                <a:gd name="adj" fmla="val 21398"/>
              </a:avLst>
            </a:pr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</p:grpSp>
      <p:sp>
        <p:nvSpPr>
          <p:cNvPr id="14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引言：1-</a:t>
            </a:r>
            <a:fld id="{C4204591-24BD-A542-B9D5-F8D8A88D2FEE}" type="slidenum">
              <a:rPr lang="en-US" smtClean="0"/>
            </a:fld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MS PGothic" panose="020B0600070205080204" pitchFamily="34" charset="-128"/>
              </a:rPr>
              <a:t>吞吐量：网络场景</a:t>
            </a:r>
            <a:endParaRPr lang="en-US" sz="4400" dirty="0"/>
          </a:p>
        </p:txBody>
      </p:sp>
      <p:grpSp>
        <p:nvGrpSpPr>
          <p:cNvPr id="3" name="Group 2"/>
          <p:cNvGrpSpPr/>
          <p:nvPr/>
        </p:nvGrpSpPr>
        <p:grpSpPr>
          <a:xfrm>
            <a:off x="1066778" y="1303830"/>
            <a:ext cx="4754562" cy="5021997"/>
            <a:chOff x="6096000" y="1390614"/>
            <a:chExt cx="4754562" cy="5021997"/>
          </a:xfrm>
        </p:grpSpPr>
        <p:sp>
          <p:nvSpPr>
            <p:cNvPr id="602" name="Text Box 44"/>
            <p:cNvSpPr txBox="1">
              <a:spLocks noChangeArrowheads="1"/>
            </p:cNvSpPr>
            <p:nvPr/>
          </p:nvSpPr>
          <p:spPr bwMode="auto">
            <a:xfrm>
              <a:off x="6096000" y="5581614"/>
              <a:ext cx="4754562" cy="8309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10 条连接（较公平地）共享骨干瓶颈链路 R bits/sec</a:t>
              </a:r>
              <a:r>
                <a:rPr kumimoji="0" lang="en-US" alt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/>
              </a:r>
              <a:r>
                <a:rPr kumimoji="0" lang="en-US" altLang="en-US" sz="24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/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/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603" name="Freeform 296"/>
            <p:cNvSpPr/>
            <p:nvPr/>
          </p:nvSpPr>
          <p:spPr bwMode="auto">
            <a:xfrm>
              <a:off x="6742112" y="2666964"/>
              <a:ext cx="3127375" cy="1498600"/>
            </a:xfrm>
            <a:custGeom>
              <a:avLst/>
              <a:gdLst>
                <a:gd name="T0" fmla="*/ 2147483647 w 1877"/>
                <a:gd name="T1" fmla="*/ 2147483647 h 917"/>
                <a:gd name="T2" fmla="*/ 2147483647 w 1877"/>
                <a:gd name="T3" fmla="*/ 2147483647 h 917"/>
                <a:gd name="T4" fmla="*/ 2147483647 w 1877"/>
                <a:gd name="T5" fmla="*/ 2147483647 h 917"/>
                <a:gd name="T6" fmla="*/ 2147483647 w 1877"/>
                <a:gd name="T7" fmla="*/ 2147483647 h 917"/>
                <a:gd name="T8" fmla="*/ 2147483647 w 1877"/>
                <a:gd name="T9" fmla="*/ 2147483647 h 917"/>
                <a:gd name="T10" fmla="*/ 2147483647 w 1877"/>
                <a:gd name="T11" fmla="*/ 2147483647 h 917"/>
                <a:gd name="T12" fmla="*/ 2147483647 w 1877"/>
                <a:gd name="T13" fmla="*/ 2147483647 h 917"/>
                <a:gd name="T14" fmla="*/ 2147483647 w 1877"/>
                <a:gd name="T15" fmla="*/ 2147483647 h 917"/>
                <a:gd name="T16" fmla="*/ 2147483647 w 1877"/>
                <a:gd name="T17" fmla="*/ 2147483647 h 917"/>
                <a:gd name="T18" fmla="*/ 2147483647 w 1877"/>
                <a:gd name="T19" fmla="*/ 2147483647 h 917"/>
                <a:gd name="T20" fmla="*/ 2147483647 w 1877"/>
                <a:gd name="T21" fmla="*/ 2147483647 h 917"/>
                <a:gd name="T22" fmla="*/ 2147483647 w 1877"/>
                <a:gd name="T23" fmla="*/ 2147483647 h 917"/>
                <a:gd name="T24" fmla="*/ 2147483647 w 1877"/>
                <a:gd name="T25" fmla="*/ 2147483647 h 917"/>
                <a:gd name="T26" fmla="*/ 2147483647 w 1877"/>
                <a:gd name="T27" fmla="*/ 2147483647 h 917"/>
                <a:gd name="T28" fmla="*/ 2147483647 w 1877"/>
                <a:gd name="T29" fmla="*/ 2147483647 h 917"/>
                <a:gd name="T30" fmla="*/ 2147483647 w 1877"/>
                <a:gd name="T31" fmla="*/ 2147483647 h 91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877"/>
                <a:gd name="T49" fmla="*/ 0 h 917"/>
                <a:gd name="T50" fmla="*/ 1877 w 1877"/>
                <a:gd name="T51" fmla="*/ 917 h 917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877" h="917">
                  <a:moveTo>
                    <a:pt x="889" y="23"/>
                  </a:moveTo>
                  <a:cubicBezTo>
                    <a:pt x="804" y="39"/>
                    <a:pt x="771" y="98"/>
                    <a:pt x="692" y="109"/>
                  </a:cubicBezTo>
                  <a:cubicBezTo>
                    <a:pt x="613" y="120"/>
                    <a:pt x="511" y="81"/>
                    <a:pt x="415" y="91"/>
                  </a:cubicBezTo>
                  <a:cubicBezTo>
                    <a:pt x="319" y="101"/>
                    <a:pt x="174" y="126"/>
                    <a:pt x="112" y="170"/>
                  </a:cubicBezTo>
                  <a:cubicBezTo>
                    <a:pt x="51" y="214"/>
                    <a:pt x="66" y="294"/>
                    <a:pt x="50" y="353"/>
                  </a:cubicBezTo>
                  <a:cubicBezTo>
                    <a:pt x="34" y="412"/>
                    <a:pt x="0" y="479"/>
                    <a:pt x="14" y="528"/>
                  </a:cubicBezTo>
                  <a:cubicBezTo>
                    <a:pt x="29" y="577"/>
                    <a:pt x="57" y="608"/>
                    <a:pt x="139" y="650"/>
                  </a:cubicBezTo>
                  <a:cubicBezTo>
                    <a:pt x="221" y="692"/>
                    <a:pt x="372" y="742"/>
                    <a:pt x="505" y="781"/>
                  </a:cubicBezTo>
                  <a:cubicBezTo>
                    <a:pt x="638" y="820"/>
                    <a:pt x="789" y="866"/>
                    <a:pt x="933" y="886"/>
                  </a:cubicBezTo>
                  <a:cubicBezTo>
                    <a:pt x="1077" y="906"/>
                    <a:pt x="1246" y="917"/>
                    <a:pt x="1370" y="901"/>
                  </a:cubicBezTo>
                  <a:cubicBezTo>
                    <a:pt x="1494" y="885"/>
                    <a:pt x="1594" y="839"/>
                    <a:pt x="1676" y="793"/>
                  </a:cubicBezTo>
                  <a:cubicBezTo>
                    <a:pt x="1758" y="747"/>
                    <a:pt x="1843" y="720"/>
                    <a:pt x="1860" y="624"/>
                  </a:cubicBezTo>
                  <a:cubicBezTo>
                    <a:pt x="1877" y="528"/>
                    <a:pt x="1835" y="306"/>
                    <a:pt x="1776" y="219"/>
                  </a:cubicBezTo>
                  <a:cubicBezTo>
                    <a:pt x="1717" y="132"/>
                    <a:pt x="1599" y="134"/>
                    <a:pt x="1503" y="100"/>
                  </a:cubicBezTo>
                  <a:cubicBezTo>
                    <a:pt x="1407" y="66"/>
                    <a:pt x="1302" y="26"/>
                    <a:pt x="1200" y="13"/>
                  </a:cubicBezTo>
                  <a:cubicBezTo>
                    <a:pt x="1098" y="0"/>
                    <a:pt x="974" y="7"/>
                    <a:pt x="889" y="23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604" name="Text Box 35"/>
            <p:cNvSpPr txBox="1">
              <a:spLocks noChangeArrowheads="1"/>
            </p:cNvSpPr>
            <p:nvPr/>
          </p:nvSpPr>
          <p:spPr bwMode="auto">
            <a:xfrm>
              <a:off x="6605587" y="2290727"/>
              <a:ext cx="676275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R</a:t>
              </a:r>
              <a:r>
                <a:rPr kumimoji="0" lang="en-US" altLang="en-US" sz="32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s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605" name="Oval 40"/>
            <p:cNvSpPr>
              <a:spLocks noChangeArrowheads="1"/>
            </p:cNvSpPr>
            <p:nvPr/>
          </p:nvSpPr>
          <p:spPr bwMode="auto">
            <a:xfrm rot="5400000">
              <a:off x="8470106" y="3718683"/>
              <a:ext cx="50800" cy="525462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rou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endParaRPr>
            </a:p>
          </p:txBody>
        </p:sp>
        <p:sp>
          <p:nvSpPr>
            <p:cNvPr id="606" name="Rectangle 41"/>
            <p:cNvSpPr>
              <a:spLocks noChangeArrowheads="1"/>
            </p:cNvSpPr>
            <p:nvPr/>
          </p:nvSpPr>
          <p:spPr bwMode="auto">
            <a:xfrm rot="5400000">
              <a:off x="8003381" y="3224971"/>
              <a:ext cx="984250" cy="525462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miter lim="800000"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endParaRPr>
            </a:p>
          </p:txBody>
        </p:sp>
        <p:sp>
          <p:nvSpPr>
            <p:cNvPr id="607" name="Oval 42"/>
            <p:cNvSpPr>
              <a:spLocks noChangeArrowheads="1"/>
            </p:cNvSpPr>
            <p:nvPr/>
          </p:nvSpPr>
          <p:spPr bwMode="auto">
            <a:xfrm rot="5400000">
              <a:off x="8474075" y="2739989"/>
              <a:ext cx="52387" cy="525463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608" name="Rectangle 43"/>
            <p:cNvSpPr>
              <a:spLocks noChangeArrowheads="1"/>
            </p:cNvSpPr>
            <p:nvPr/>
          </p:nvSpPr>
          <p:spPr bwMode="auto">
            <a:xfrm rot="5400000">
              <a:off x="8474075" y="3711539"/>
              <a:ext cx="31750" cy="511175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noFill/>
              <a:miter lim="800000"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endParaRPr>
            </a:p>
          </p:txBody>
        </p:sp>
        <p:sp>
          <p:nvSpPr>
            <p:cNvPr id="609" name="Oval 31"/>
            <p:cNvSpPr>
              <a:spLocks noChangeArrowheads="1"/>
            </p:cNvSpPr>
            <p:nvPr/>
          </p:nvSpPr>
          <p:spPr bwMode="auto">
            <a:xfrm rot="1792560">
              <a:off x="7480300" y="2614577"/>
              <a:ext cx="38100" cy="158750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rou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endParaRPr>
            </a:p>
          </p:txBody>
        </p:sp>
        <p:sp>
          <p:nvSpPr>
            <p:cNvPr id="610" name="Rectangle 32"/>
            <p:cNvSpPr>
              <a:spLocks noChangeArrowheads="1"/>
            </p:cNvSpPr>
            <p:nvPr/>
          </p:nvSpPr>
          <p:spPr bwMode="auto">
            <a:xfrm rot="1792560">
              <a:off x="6815137" y="2411377"/>
              <a:ext cx="730250" cy="158750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miter lim="800000"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endParaRPr>
            </a:p>
          </p:txBody>
        </p:sp>
        <p:sp>
          <p:nvSpPr>
            <p:cNvPr id="611" name="Oval 33"/>
            <p:cNvSpPr>
              <a:spLocks noChangeArrowheads="1"/>
            </p:cNvSpPr>
            <p:nvPr/>
          </p:nvSpPr>
          <p:spPr bwMode="auto">
            <a:xfrm rot="1792560">
              <a:off x="6850062" y="2211352"/>
              <a:ext cx="38100" cy="158750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612" name="Rectangle 34"/>
            <p:cNvSpPr>
              <a:spLocks noChangeArrowheads="1"/>
            </p:cNvSpPr>
            <p:nvPr/>
          </p:nvSpPr>
          <p:spPr bwMode="auto">
            <a:xfrm rot="1792560">
              <a:off x="7477125" y="2611402"/>
              <a:ext cx="23812" cy="153987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noFill/>
              <a:miter lim="800000"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endParaRPr>
            </a:p>
          </p:txBody>
        </p:sp>
        <p:sp>
          <p:nvSpPr>
            <p:cNvPr id="613" name="Line 456"/>
            <p:cNvSpPr>
              <a:spLocks noChangeShapeType="1"/>
            </p:cNvSpPr>
            <p:nvPr/>
          </p:nvSpPr>
          <p:spPr bwMode="auto">
            <a:xfrm rot="1792560">
              <a:off x="6686550" y="2482814"/>
              <a:ext cx="955675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614" name="Oval 469"/>
            <p:cNvSpPr>
              <a:spLocks noChangeArrowheads="1"/>
            </p:cNvSpPr>
            <p:nvPr/>
          </p:nvSpPr>
          <p:spPr bwMode="auto">
            <a:xfrm rot="2768172">
              <a:off x="7989887" y="2617752"/>
              <a:ext cx="47625" cy="142875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rou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endParaRPr>
            </a:p>
          </p:txBody>
        </p:sp>
        <p:sp>
          <p:nvSpPr>
            <p:cNvPr id="615" name="Rectangle 470"/>
            <p:cNvSpPr>
              <a:spLocks noChangeArrowheads="1"/>
            </p:cNvSpPr>
            <p:nvPr/>
          </p:nvSpPr>
          <p:spPr bwMode="auto">
            <a:xfrm rot="2768172">
              <a:off x="7268369" y="2285170"/>
              <a:ext cx="915988" cy="142875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miter lim="800000"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endParaRPr>
            </a:p>
          </p:txBody>
        </p:sp>
        <p:sp>
          <p:nvSpPr>
            <p:cNvPr id="616" name="Oval 471"/>
            <p:cNvSpPr>
              <a:spLocks noChangeArrowheads="1"/>
            </p:cNvSpPr>
            <p:nvPr/>
          </p:nvSpPr>
          <p:spPr bwMode="auto">
            <a:xfrm rot="2768172">
              <a:off x="7419975" y="1958939"/>
              <a:ext cx="47625" cy="142875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617" name="Rectangle 472"/>
            <p:cNvSpPr>
              <a:spLocks noChangeArrowheads="1"/>
            </p:cNvSpPr>
            <p:nvPr/>
          </p:nvSpPr>
          <p:spPr bwMode="auto">
            <a:xfrm rot="2768172">
              <a:off x="7989887" y="2609814"/>
              <a:ext cx="30163" cy="138113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noFill/>
              <a:miter lim="800000"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endParaRPr>
            </a:p>
          </p:txBody>
        </p:sp>
        <p:sp>
          <p:nvSpPr>
            <p:cNvPr id="618" name="Line 473"/>
            <p:cNvSpPr>
              <a:spLocks noChangeShapeType="1"/>
            </p:cNvSpPr>
            <p:nvPr/>
          </p:nvSpPr>
          <p:spPr bwMode="auto">
            <a:xfrm rot="2768172">
              <a:off x="7111999" y="2341527"/>
              <a:ext cx="1196975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619" name="Oval 476"/>
            <p:cNvSpPr>
              <a:spLocks noChangeArrowheads="1"/>
            </p:cNvSpPr>
            <p:nvPr/>
          </p:nvSpPr>
          <p:spPr bwMode="auto">
            <a:xfrm rot="19807440" flipH="1">
              <a:off x="6943725" y="4467189"/>
              <a:ext cx="38100" cy="158750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rou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endParaRPr>
            </a:p>
          </p:txBody>
        </p:sp>
        <p:sp>
          <p:nvSpPr>
            <p:cNvPr id="620" name="Rectangle 477"/>
            <p:cNvSpPr>
              <a:spLocks noChangeArrowheads="1"/>
            </p:cNvSpPr>
            <p:nvPr/>
          </p:nvSpPr>
          <p:spPr bwMode="auto">
            <a:xfrm rot="19807440" flipH="1">
              <a:off x="6916737" y="4263989"/>
              <a:ext cx="730250" cy="158750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miter lim="800000"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endParaRPr>
            </a:p>
          </p:txBody>
        </p:sp>
        <p:sp>
          <p:nvSpPr>
            <p:cNvPr id="621" name="Oval 478"/>
            <p:cNvSpPr>
              <a:spLocks noChangeArrowheads="1"/>
            </p:cNvSpPr>
            <p:nvPr/>
          </p:nvSpPr>
          <p:spPr bwMode="auto">
            <a:xfrm rot="19807440" flipH="1">
              <a:off x="7575550" y="4063964"/>
              <a:ext cx="36512" cy="158750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622" name="Rectangle 479"/>
            <p:cNvSpPr>
              <a:spLocks noChangeArrowheads="1"/>
            </p:cNvSpPr>
            <p:nvPr/>
          </p:nvSpPr>
          <p:spPr bwMode="auto">
            <a:xfrm rot="19807440" flipH="1">
              <a:off x="6959600" y="4464014"/>
              <a:ext cx="23812" cy="153988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noFill/>
              <a:miter lim="800000"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endParaRPr>
            </a:p>
          </p:txBody>
        </p:sp>
        <p:sp>
          <p:nvSpPr>
            <p:cNvPr id="623" name="Line 480"/>
            <p:cNvSpPr>
              <a:spLocks noChangeShapeType="1"/>
            </p:cNvSpPr>
            <p:nvPr/>
          </p:nvSpPr>
          <p:spPr bwMode="auto">
            <a:xfrm rot="19807440" flipH="1">
              <a:off x="6821487" y="4335427"/>
              <a:ext cx="955675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624" name="Oval 483"/>
            <p:cNvSpPr>
              <a:spLocks noChangeArrowheads="1"/>
            </p:cNvSpPr>
            <p:nvPr/>
          </p:nvSpPr>
          <p:spPr bwMode="auto">
            <a:xfrm rot="18831828" flipV="1">
              <a:off x="8197850" y="4240177"/>
              <a:ext cx="47625" cy="142875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rou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endParaRPr>
            </a:p>
          </p:txBody>
        </p:sp>
        <p:sp>
          <p:nvSpPr>
            <p:cNvPr id="625" name="Rectangle 484"/>
            <p:cNvSpPr>
              <a:spLocks noChangeArrowheads="1"/>
            </p:cNvSpPr>
            <p:nvPr/>
          </p:nvSpPr>
          <p:spPr bwMode="auto">
            <a:xfrm rot="18831828" flipV="1">
              <a:off x="7475537" y="4571964"/>
              <a:ext cx="917575" cy="142875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miter lim="800000"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endParaRPr>
            </a:p>
          </p:txBody>
        </p:sp>
        <p:sp>
          <p:nvSpPr>
            <p:cNvPr id="626" name="Oval 485"/>
            <p:cNvSpPr>
              <a:spLocks noChangeArrowheads="1"/>
            </p:cNvSpPr>
            <p:nvPr/>
          </p:nvSpPr>
          <p:spPr bwMode="auto">
            <a:xfrm rot="18831828" flipV="1">
              <a:off x="7629525" y="4898989"/>
              <a:ext cx="47625" cy="142875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627" name="Rectangle 486"/>
            <p:cNvSpPr>
              <a:spLocks noChangeArrowheads="1"/>
            </p:cNvSpPr>
            <p:nvPr/>
          </p:nvSpPr>
          <p:spPr bwMode="auto">
            <a:xfrm rot="18831828" flipV="1">
              <a:off x="8197850" y="4249702"/>
              <a:ext cx="30162" cy="138112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noFill/>
              <a:miter lim="800000"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endParaRPr>
            </a:p>
          </p:txBody>
        </p:sp>
        <p:sp>
          <p:nvSpPr>
            <p:cNvPr id="628" name="Line 487"/>
            <p:cNvSpPr>
              <a:spLocks noChangeShapeType="1"/>
            </p:cNvSpPr>
            <p:nvPr/>
          </p:nvSpPr>
          <p:spPr bwMode="auto">
            <a:xfrm rot="18831828" flipV="1">
              <a:off x="7319962" y="4657690"/>
              <a:ext cx="1196975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629" name="Oval 500"/>
            <p:cNvSpPr>
              <a:spLocks noChangeArrowheads="1"/>
            </p:cNvSpPr>
            <p:nvPr/>
          </p:nvSpPr>
          <p:spPr bwMode="auto">
            <a:xfrm rot="19807440" flipH="1">
              <a:off x="9150350" y="2586002"/>
              <a:ext cx="38100" cy="158750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rou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endParaRPr>
            </a:p>
          </p:txBody>
        </p:sp>
        <p:sp>
          <p:nvSpPr>
            <p:cNvPr id="630" name="Rectangle 501"/>
            <p:cNvSpPr>
              <a:spLocks noChangeArrowheads="1"/>
            </p:cNvSpPr>
            <p:nvPr/>
          </p:nvSpPr>
          <p:spPr bwMode="auto">
            <a:xfrm rot="19807440" flipH="1">
              <a:off x="9123362" y="2382802"/>
              <a:ext cx="730250" cy="158750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miter lim="800000"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endParaRPr>
            </a:p>
          </p:txBody>
        </p:sp>
        <p:sp>
          <p:nvSpPr>
            <p:cNvPr id="631" name="Oval 502"/>
            <p:cNvSpPr>
              <a:spLocks noChangeArrowheads="1"/>
            </p:cNvSpPr>
            <p:nvPr/>
          </p:nvSpPr>
          <p:spPr bwMode="auto">
            <a:xfrm rot="19807440" flipH="1">
              <a:off x="9782175" y="2182777"/>
              <a:ext cx="36512" cy="158750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632" name="Rectangle 503"/>
            <p:cNvSpPr>
              <a:spLocks noChangeArrowheads="1"/>
            </p:cNvSpPr>
            <p:nvPr/>
          </p:nvSpPr>
          <p:spPr bwMode="auto">
            <a:xfrm rot="19807440" flipH="1">
              <a:off x="9166225" y="2582827"/>
              <a:ext cx="25400" cy="153987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noFill/>
              <a:miter lim="800000"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endParaRPr>
            </a:p>
          </p:txBody>
        </p:sp>
        <p:sp>
          <p:nvSpPr>
            <p:cNvPr id="633" name="Line 504"/>
            <p:cNvSpPr>
              <a:spLocks noChangeShapeType="1"/>
            </p:cNvSpPr>
            <p:nvPr/>
          </p:nvSpPr>
          <p:spPr bwMode="auto">
            <a:xfrm rot="19807440" flipH="1">
              <a:off x="9028112" y="2454239"/>
              <a:ext cx="955675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634" name="Oval 507"/>
            <p:cNvSpPr>
              <a:spLocks noChangeArrowheads="1"/>
            </p:cNvSpPr>
            <p:nvPr/>
          </p:nvSpPr>
          <p:spPr bwMode="auto">
            <a:xfrm rot="1792560">
              <a:off x="9907587" y="4546564"/>
              <a:ext cx="38100" cy="158750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rou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endParaRPr>
            </a:p>
          </p:txBody>
        </p:sp>
        <p:sp>
          <p:nvSpPr>
            <p:cNvPr id="635" name="Rectangle 508"/>
            <p:cNvSpPr>
              <a:spLocks noChangeArrowheads="1"/>
            </p:cNvSpPr>
            <p:nvPr/>
          </p:nvSpPr>
          <p:spPr bwMode="auto">
            <a:xfrm rot="1792560">
              <a:off x="9240837" y="4341777"/>
              <a:ext cx="731838" cy="158750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miter lim="800000"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endParaRPr>
            </a:p>
          </p:txBody>
        </p:sp>
        <p:sp>
          <p:nvSpPr>
            <p:cNvPr id="636" name="Oval 509"/>
            <p:cNvSpPr>
              <a:spLocks noChangeArrowheads="1"/>
            </p:cNvSpPr>
            <p:nvPr/>
          </p:nvSpPr>
          <p:spPr bwMode="auto">
            <a:xfrm rot="1792560">
              <a:off x="9275762" y="4141752"/>
              <a:ext cx="38100" cy="158750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637" name="Rectangle 510"/>
            <p:cNvSpPr>
              <a:spLocks noChangeArrowheads="1"/>
            </p:cNvSpPr>
            <p:nvPr/>
          </p:nvSpPr>
          <p:spPr bwMode="auto">
            <a:xfrm rot="1792560">
              <a:off x="9902825" y="4543389"/>
              <a:ext cx="25400" cy="152400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noFill/>
              <a:miter lim="800000"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endParaRPr>
            </a:p>
          </p:txBody>
        </p:sp>
        <p:sp>
          <p:nvSpPr>
            <p:cNvPr id="638" name="Line 511"/>
            <p:cNvSpPr>
              <a:spLocks noChangeShapeType="1"/>
            </p:cNvSpPr>
            <p:nvPr/>
          </p:nvSpPr>
          <p:spPr bwMode="auto">
            <a:xfrm rot="1792560">
              <a:off x="9102725" y="4441789"/>
              <a:ext cx="1062037" cy="1270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639" name="Text Box 513"/>
            <p:cNvSpPr txBox="1">
              <a:spLocks noChangeArrowheads="1"/>
            </p:cNvSpPr>
            <p:nvPr/>
          </p:nvSpPr>
          <p:spPr bwMode="auto">
            <a:xfrm>
              <a:off x="7575550" y="1849402"/>
              <a:ext cx="676275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R</a:t>
              </a:r>
              <a:r>
                <a:rPr kumimoji="0" lang="en-US" altLang="en-US" sz="32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s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640" name="Text Box 514"/>
            <p:cNvSpPr txBox="1">
              <a:spLocks noChangeArrowheads="1"/>
            </p:cNvSpPr>
            <p:nvPr/>
          </p:nvSpPr>
          <p:spPr bwMode="auto">
            <a:xfrm>
              <a:off x="9402762" y="2357402"/>
              <a:ext cx="676275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R</a:t>
              </a:r>
              <a:r>
                <a:rPr kumimoji="0" lang="en-US" altLang="en-US" sz="32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s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641" name="Freeform 515"/>
            <p:cNvSpPr/>
            <p:nvPr/>
          </p:nvSpPr>
          <p:spPr bwMode="auto">
            <a:xfrm>
              <a:off x="7569200" y="2717764"/>
              <a:ext cx="800100" cy="1381125"/>
            </a:xfrm>
            <a:custGeom>
              <a:avLst/>
              <a:gdLst>
                <a:gd name="T0" fmla="*/ 0 w 504"/>
                <a:gd name="T1" fmla="*/ 0 h 870"/>
                <a:gd name="T2" fmla="*/ 2147483647 w 504"/>
                <a:gd name="T3" fmla="*/ 2147483647 h 870"/>
                <a:gd name="T4" fmla="*/ 2147483647 w 504"/>
                <a:gd name="T5" fmla="*/ 2147483647 h 870"/>
                <a:gd name="T6" fmla="*/ 2147483647 w 504"/>
                <a:gd name="T7" fmla="*/ 2147483647 h 870"/>
                <a:gd name="T8" fmla="*/ 2147483647 w 504"/>
                <a:gd name="T9" fmla="*/ 2147483647 h 870"/>
                <a:gd name="T10" fmla="*/ 2147483647 w 504"/>
                <a:gd name="T11" fmla="*/ 2147483647 h 870"/>
                <a:gd name="T12" fmla="*/ 2147483647 w 504"/>
                <a:gd name="T13" fmla="*/ 2147483647 h 870"/>
                <a:gd name="T14" fmla="*/ 2147483647 w 504"/>
                <a:gd name="T15" fmla="*/ 2147483647 h 870"/>
                <a:gd name="T16" fmla="*/ 2147483647 w 504"/>
                <a:gd name="T17" fmla="*/ 2147483647 h 870"/>
                <a:gd name="T18" fmla="*/ 2147483647 w 504"/>
                <a:gd name="T19" fmla="*/ 2147483647 h 87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504"/>
                <a:gd name="T31" fmla="*/ 0 h 870"/>
                <a:gd name="T32" fmla="*/ 504 w 504"/>
                <a:gd name="T33" fmla="*/ 870 h 87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504" h="870">
                  <a:moveTo>
                    <a:pt x="0" y="0"/>
                  </a:moveTo>
                  <a:cubicBezTo>
                    <a:pt x="21" y="11"/>
                    <a:pt x="79" y="44"/>
                    <a:pt x="129" y="63"/>
                  </a:cubicBezTo>
                  <a:cubicBezTo>
                    <a:pt x="179" y="82"/>
                    <a:pt x="255" y="102"/>
                    <a:pt x="299" y="112"/>
                  </a:cubicBezTo>
                  <a:cubicBezTo>
                    <a:pt x="343" y="122"/>
                    <a:pt x="362" y="116"/>
                    <a:pt x="392" y="121"/>
                  </a:cubicBezTo>
                  <a:cubicBezTo>
                    <a:pt x="417" y="124"/>
                    <a:pt x="469" y="100"/>
                    <a:pt x="479" y="145"/>
                  </a:cubicBezTo>
                  <a:cubicBezTo>
                    <a:pt x="490" y="191"/>
                    <a:pt x="504" y="700"/>
                    <a:pt x="490" y="772"/>
                  </a:cubicBezTo>
                  <a:cubicBezTo>
                    <a:pt x="477" y="845"/>
                    <a:pt x="447" y="842"/>
                    <a:pt x="406" y="839"/>
                  </a:cubicBezTo>
                  <a:cubicBezTo>
                    <a:pt x="365" y="836"/>
                    <a:pt x="323" y="835"/>
                    <a:pt x="286" y="833"/>
                  </a:cubicBezTo>
                  <a:cubicBezTo>
                    <a:pt x="250" y="831"/>
                    <a:pt x="226" y="822"/>
                    <a:pt x="192" y="828"/>
                  </a:cubicBezTo>
                  <a:cubicBezTo>
                    <a:pt x="158" y="834"/>
                    <a:pt x="107" y="861"/>
                    <a:pt x="84" y="870"/>
                  </a:cubicBezTo>
                </a:path>
              </a:pathLst>
            </a:custGeom>
            <a:noFill/>
            <a:ln w="38100">
              <a:solidFill>
                <a:srgbClr val="FF33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642" name="Text Box 516"/>
            <p:cNvSpPr txBox="1">
              <a:spLocks noChangeArrowheads="1"/>
            </p:cNvSpPr>
            <p:nvPr/>
          </p:nvSpPr>
          <p:spPr bwMode="auto">
            <a:xfrm>
              <a:off x="6583362" y="3833062"/>
              <a:ext cx="674688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R</a:t>
              </a:r>
              <a:r>
                <a:rPr kumimoji="0" lang="en-US" altLang="en-US" sz="32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c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643" name="Freeform 517"/>
            <p:cNvSpPr/>
            <p:nvPr/>
          </p:nvSpPr>
          <p:spPr bwMode="auto">
            <a:xfrm>
              <a:off x="8032750" y="2695539"/>
              <a:ext cx="431800" cy="1570038"/>
            </a:xfrm>
            <a:custGeom>
              <a:avLst/>
              <a:gdLst>
                <a:gd name="T0" fmla="*/ 0 w 272"/>
                <a:gd name="T1" fmla="*/ 0 h 989"/>
                <a:gd name="T2" fmla="*/ 2147483647 w 272"/>
                <a:gd name="T3" fmla="*/ 2147483647 h 989"/>
                <a:gd name="T4" fmla="*/ 2147483647 w 272"/>
                <a:gd name="T5" fmla="*/ 2147483647 h 989"/>
                <a:gd name="T6" fmla="*/ 2147483647 w 272"/>
                <a:gd name="T7" fmla="*/ 2147483647 h 989"/>
                <a:gd name="T8" fmla="*/ 2147483647 w 272"/>
                <a:gd name="T9" fmla="*/ 2147483647 h 989"/>
                <a:gd name="T10" fmla="*/ 2147483647 w 272"/>
                <a:gd name="T11" fmla="*/ 2147483647 h 989"/>
                <a:gd name="T12" fmla="*/ 2147483647 w 272"/>
                <a:gd name="T13" fmla="*/ 2147483647 h 98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72"/>
                <a:gd name="T22" fmla="*/ 0 h 989"/>
                <a:gd name="T23" fmla="*/ 272 w 272"/>
                <a:gd name="T24" fmla="*/ 989 h 98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72" h="989">
                  <a:moveTo>
                    <a:pt x="0" y="0"/>
                  </a:moveTo>
                  <a:cubicBezTo>
                    <a:pt x="15" y="13"/>
                    <a:pt x="49" y="56"/>
                    <a:pt x="92" y="80"/>
                  </a:cubicBezTo>
                  <a:cubicBezTo>
                    <a:pt x="231" y="84"/>
                    <a:pt x="204" y="89"/>
                    <a:pt x="257" y="147"/>
                  </a:cubicBezTo>
                  <a:cubicBezTo>
                    <a:pt x="270" y="295"/>
                    <a:pt x="272" y="652"/>
                    <a:pt x="268" y="774"/>
                  </a:cubicBezTo>
                  <a:cubicBezTo>
                    <a:pt x="268" y="895"/>
                    <a:pt x="261" y="853"/>
                    <a:pt x="257" y="875"/>
                  </a:cubicBezTo>
                  <a:cubicBezTo>
                    <a:pt x="251" y="894"/>
                    <a:pt x="257" y="889"/>
                    <a:pt x="242" y="908"/>
                  </a:cubicBezTo>
                  <a:cubicBezTo>
                    <a:pt x="227" y="927"/>
                    <a:pt x="183" y="972"/>
                    <a:pt x="167" y="989"/>
                  </a:cubicBezTo>
                </a:path>
              </a:pathLst>
            </a:custGeom>
            <a:noFill/>
            <a:ln w="38100">
              <a:solidFill>
                <a:srgbClr val="FF33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644" name="Freeform 518"/>
            <p:cNvSpPr/>
            <p:nvPr/>
          </p:nvSpPr>
          <p:spPr bwMode="auto">
            <a:xfrm>
              <a:off x="8616950" y="2679664"/>
              <a:ext cx="638175" cy="1538288"/>
            </a:xfrm>
            <a:custGeom>
              <a:avLst/>
              <a:gdLst>
                <a:gd name="T0" fmla="*/ 2147483647 w 402"/>
                <a:gd name="T1" fmla="*/ 0 h 969"/>
                <a:gd name="T2" fmla="*/ 2147483647 w 402"/>
                <a:gd name="T3" fmla="*/ 2147483647 h 969"/>
                <a:gd name="T4" fmla="*/ 2147483647 w 402"/>
                <a:gd name="T5" fmla="*/ 2147483647 h 969"/>
                <a:gd name="T6" fmla="*/ 2147483647 w 402"/>
                <a:gd name="T7" fmla="*/ 2147483647 h 969"/>
                <a:gd name="T8" fmla="*/ 2147483647 w 402"/>
                <a:gd name="T9" fmla="*/ 2147483647 h 969"/>
                <a:gd name="T10" fmla="*/ 2147483647 w 402"/>
                <a:gd name="T11" fmla="*/ 2147483647 h 969"/>
                <a:gd name="T12" fmla="*/ 2147483647 w 402"/>
                <a:gd name="T13" fmla="*/ 2147483647 h 969"/>
                <a:gd name="T14" fmla="*/ 2147483647 w 402"/>
                <a:gd name="T15" fmla="*/ 2147483647 h 969"/>
                <a:gd name="T16" fmla="*/ 2147483647 w 402"/>
                <a:gd name="T17" fmla="*/ 2147483647 h 9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402"/>
                <a:gd name="T28" fmla="*/ 0 h 969"/>
                <a:gd name="T29" fmla="*/ 402 w 402"/>
                <a:gd name="T30" fmla="*/ 969 h 969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402" h="969">
                  <a:moveTo>
                    <a:pt x="306" y="0"/>
                  </a:moveTo>
                  <a:cubicBezTo>
                    <a:pt x="295" y="5"/>
                    <a:pt x="262" y="24"/>
                    <a:pt x="240" y="36"/>
                  </a:cubicBezTo>
                  <a:cubicBezTo>
                    <a:pt x="218" y="48"/>
                    <a:pt x="199" y="58"/>
                    <a:pt x="174" y="72"/>
                  </a:cubicBezTo>
                  <a:cubicBezTo>
                    <a:pt x="149" y="86"/>
                    <a:pt x="115" y="101"/>
                    <a:pt x="90" y="119"/>
                  </a:cubicBezTo>
                  <a:cubicBezTo>
                    <a:pt x="64" y="136"/>
                    <a:pt x="72" y="127"/>
                    <a:pt x="25" y="178"/>
                  </a:cubicBezTo>
                  <a:cubicBezTo>
                    <a:pt x="14" y="223"/>
                    <a:pt x="0" y="732"/>
                    <a:pt x="14" y="804"/>
                  </a:cubicBezTo>
                  <a:cubicBezTo>
                    <a:pt x="27" y="877"/>
                    <a:pt x="53" y="854"/>
                    <a:pt x="98" y="871"/>
                  </a:cubicBezTo>
                  <a:cubicBezTo>
                    <a:pt x="144" y="888"/>
                    <a:pt x="209" y="884"/>
                    <a:pt x="261" y="900"/>
                  </a:cubicBezTo>
                  <a:cubicBezTo>
                    <a:pt x="312" y="916"/>
                    <a:pt x="373" y="955"/>
                    <a:pt x="402" y="969"/>
                  </a:cubicBezTo>
                </a:path>
              </a:pathLst>
            </a:custGeom>
            <a:noFill/>
            <a:ln w="38100">
              <a:solidFill>
                <a:srgbClr val="FF33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645" name="Text Box 519"/>
            <p:cNvSpPr txBox="1">
              <a:spLocks noChangeArrowheads="1"/>
            </p:cNvSpPr>
            <p:nvPr/>
          </p:nvSpPr>
          <p:spPr bwMode="auto">
            <a:xfrm>
              <a:off x="7842250" y="4444964"/>
              <a:ext cx="676275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R</a:t>
              </a:r>
              <a:r>
                <a:rPr kumimoji="0" lang="en-US" altLang="en-US" sz="32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c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646" name="Text Box 520"/>
            <p:cNvSpPr txBox="1">
              <a:spLocks noChangeArrowheads="1"/>
            </p:cNvSpPr>
            <p:nvPr/>
          </p:nvSpPr>
          <p:spPr bwMode="auto">
            <a:xfrm>
              <a:off x="9529762" y="3932202"/>
              <a:ext cx="674688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R</a:t>
              </a:r>
              <a:r>
                <a:rPr kumimoji="0" lang="en-US" altLang="en-US" sz="32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c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sp>
          <p:nvSpPr>
            <p:cNvPr id="647" name="Text Box 521"/>
            <p:cNvSpPr txBox="1">
              <a:spLocks noChangeArrowheads="1"/>
            </p:cNvSpPr>
            <p:nvPr/>
          </p:nvSpPr>
          <p:spPr bwMode="auto">
            <a:xfrm>
              <a:off x="8558212" y="3303552"/>
              <a:ext cx="676275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rPr>
                <a:t>R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/>
              </a:endParaRPr>
            </a:p>
          </p:txBody>
        </p:sp>
        <p:grpSp>
          <p:nvGrpSpPr>
            <p:cNvPr id="649" name="Group 81"/>
            <p:cNvGrpSpPr/>
            <p:nvPr/>
          </p:nvGrpSpPr>
          <p:grpSpPr bwMode="auto">
            <a:xfrm>
              <a:off x="6435725" y="1730339"/>
              <a:ext cx="352425" cy="660400"/>
              <a:chOff x="4140" y="429"/>
              <a:chExt cx="1425" cy="2396"/>
            </a:xfrm>
          </p:grpSpPr>
          <p:sp>
            <p:nvSpPr>
              <p:cNvPr id="650" name="Freeform 82"/>
              <p:cNvSpPr/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651" name="Rectangle 83"/>
              <p:cNvSpPr>
                <a:spLocks noChangeArrowheads="1"/>
              </p:cNvSpPr>
              <p:nvPr/>
            </p:nvSpPr>
            <p:spPr bwMode="auto">
              <a:xfrm>
                <a:off x="4204" y="429"/>
                <a:ext cx="1046" cy="2287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652" name="Freeform 84"/>
              <p:cNvSpPr/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653" name="Freeform 85"/>
              <p:cNvSpPr/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654" name="Rectangle 86"/>
              <p:cNvSpPr>
                <a:spLocks noChangeArrowheads="1"/>
              </p:cNvSpPr>
              <p:nvPr/>
            </p:nvSpPr>
            <p:spPr bwMode="auto">
              <a:xfrm>
                <a:off x="4211" y="694"/>
                <a:ext cx="597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grpSp>
            <p:nvGrpSpPr>
              <p:cNvPr id="655" name="Group 87"/>
              <p:cNvGrpSpPr/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680" name="AutoShape 88"/>
                <p:cNvSpPr>
                  <a:spLocks noChangeArrowheads="1"/>
                </p:cNvSpPr>
                <p:nvPr/>
              </p:nvSpPr>
              <p:spPr bwMode="auto">
                <a:xfrm>
                  <a:off x="615" y="2560"/>
                  <a:ext cx="721" cy="14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Arial" panose="020B0604020202020204"/>
                  </a:endParaRPr>
                </a:p>
              </p:txBody>
            </p:sp>
            <p:sp>
              <p:nvSpPr>
                <p:cNvPr id="681" name="AutoShape 89"/>
                <p:cNvSpPr>
                  <a:spLocks noChangeArrowheads="1"/>
                </p:cNvSpPr>
                <p:nvPr/>
              </p:nvSpPr>
              <p:spPr bwMode="auto">
                <a:xfrm>
                  <a:off x="631" y="2582"/>
                  <a:ext cx="689" cy="11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Arial" panose="020B0604020202020204"/>
                  </a:endParaRPr>
                </a:p>
              </p:txBody>
            </p:sp>
          </p:grpSp>
          <p:sp>
            <p:nvSpPr>
              <p:cNvPr id="656" name="Rectangle 90"/>
              <p:cNvSpPr>
                <a:spLocks noChangeArrowheads="1"/>
              </p:cNvSpPr>
              <p:nvPr/>
            </p:nvSpPr>
            <p:spPr bwMode="auto">
              <a:xfrm>
                <a:off x="4223" y="1016"/>
                <a:ext cx="597" cy="52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grpSp>
            <p:nvGrpSpPr>
              <p:cNvPr id="657" name="Group 91"/>
              <p:cNvGrpSpPr/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678" name="AutoShape 92"/>
                <p:cNvSpPr>
                  <a:spLocks noChangeArrowheads="1"/>
                </p:cNvSpPr>
                <p:nvPr/>
              </p:nvSpPr>
              <p:spPr bwMode="auto">
                <a:xfrm>
                  <a:off x="617" y="2567"/>
                  <a:ext cx="721" cy="137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Arial" panose="020B0604020202020204"/>
                  </a:endParaRPr>
                </a:p>
              </p:txBody>
            </p:sp>
            <p:sp>
              <p:nvSpPr>
                <p:cNvPr id="679" name="AutoShape 93"/>
                <p:cNvSpPr>
                  <a:spLocks noChangeArrowheads="1"/>
                </p:cNvSpPr>
                <p:nvPr/>
              </p:nvSpPr>
              <p:spPr bwMode="auto">
                <a:xfrm>
                  <a:off x="634" y="2585"/>
                  <a:ext cx="689" cy="102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Arial" panose="020B0604020202020204"/>
                  </a:endParaRPr>
                </a:p>
              </p:txBody>
            </p:sp>
          </p:grpSp>
          <p:sp>
            <p:nvSpPr>
              <p:cNvPr id="658" name="Rectangle 94"/>
              <p:cNvSpPr>
                <a:spLocks noChangeArrowheads="1"/>
              </p:cNvSpPr>
              <p:nvPr/>
            </p:nvSpPr>
            <p:spPr bwMode="auto">
              <a:xfrm>
                <a:off x="4217" y="1356"/>
                <a:ext cx="597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659" name="Rectangle 95"/>
              <p:cNvSpPr>
                <a:spLocks noChangeArrowheads="1"/>
              </p:cNvSpPr>
              <p:nvPr/>
            </p:nvSpPr>
            <p:spPr bwMode="auto">
              <a:xfrm>
                <a:off x="4230" y="1656"/>
                <a:ext cx="597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grpSp>
            <p:nvGrpSpPr>
              <p:cNvPr id="660" name="Group 96"/>
              <p:cNvGrpSpPr/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676" name="AutoShape 97"/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0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Arial" panose="020B0604020202020204"/>
                  </a:endParaRPr>
                </a:p>
              </p:txBody>
            </p:sp>
            <p:sp>
              <p:nvSpPr>
                <p:cNvPr id="677" name="AutoShape 98"/>
                <p:cNvSpPr>
                  <a:spLocks noChangeArrowheads="1"/>
                </p:cNvSpPr>
                <p:nvPr/>
              </p:nvSpPr>
              <p:spPr bwMode="auto">
                <a:xfrm>
                  <a:off x="632" y="2584"/>
                  <a:ext cx="688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Arial" panose="020B0604020202020204"/>
                  </a:endParaRPr>
                </a:p>
              </p:txBody>
            </p:sp>
          </p:grpSp>
          <p:sp>
            <p:nvSpPr>
              <p:cNvPr id="661" name="Freeform 99"/>
              <p:cNvSpPr/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grpSp>
            <p:nvGrpSpPr>
              <p:cNvPr id="662" name="Group 100"/>
              <p:cNvGrpSpPr/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674" name="AutoShape 101"/>
                <p:cNvSpPr>
                  <a:spLocks noChangeArrowheads="1"/>
                </p:cNvSpPr>
                <p:nvPr/>
              </p:nvSpPr>
              <p:spPr bwMode="auto">
                <a:xfrm>
                  <a:off x="611" y="2569"/>
                  <a:ext cx="728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Arial" panose="020B0604020202020204"/>
                  </a:endParaRPr>
                </a:p>
              </p:txBody>
            </p:sp>
            <p:sp>
              <p:nvSpPr>
                <p:cNvPr id="675" name="AutoShape 102"/>
                <p:cNvSpPr>
                  <a:spLocks noChangeArrowheads="1"/>
                </p:cNvSpPr>
                <p:nvPr/>
              </p:nvSpPr>
              <p:spPr bwMode="auto">
                <a:xfrm>
                  <a:off x="627" y="2586"/>
                  <a:ext cx="696" cy="10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Arial" panose="020B0604020202020204"/>
                  </a:endParaRPr>
                </a:p>
              </p:txBody>
            </p:sp>
          </p:grpSp>
          <p:sp>
            <p:nvSpPr>
              <p:cNvPr id="663" name="Rectangle 103"/>
              <p:cNvSpPr>
                <a:spLocks noChangeArrowheads="1"/>
              </p:cNvSpPr>
              <p:nvPr/>
            </p:nvSpPr>
            <p:spPr bwMode="auto">
              <a:xfrm>
                <a:off x="5250" y="429"/>
                <a:ext cx="71" cy="2287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664" name="Freeform 104"/>
              <p:cNvSpPr/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665" name="Freeform 105"/>
              <p:cNvSpPr/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666" name="Oval 106"/>
              <p:cNvSpPr>
                <a:spLocks noChangeArrowheads="1"/>
              </p:cNvSpPr>
              <p:nvPr/>
            </p:nvSpPr>
            <p:spPr bwMode="auto">
              <a:xfrm>
                <a:off x="5520" y="2612"/>
                <a:ext cx="45" cy="98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667" name="Freeform 107"/>
              <p:cNvSpPr/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668" name="AutoShape 108"/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200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669" name="AutoShape 109"/>
              <p:cNvSpPr>
                <a:spLocks noChangeArrowheads="1"/>
              </p:cNvSpPr>
              <p:nvPr/>
            </p:nvSpPr>
            <p:spPr bwMode="auto">
              <a:xfrm>
                <a:off x="4204" y="2710"/>
                <a:ext cx="1072" cy="8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670" name="Oval 110"/>
              <p:cNvSpPr>
                <a:spLocks noChangeArrowheads="1"/>
              </p:cNvSpPr>
              <p:nvPr/>
            </p:nvSpPr>
            <p:spPr bwMode="auto">
              <a:xfrm>
                <a:off x="4307" y="2382"/>
                <a:ext cx="160" cy="14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671" name="Oval 111"/>
              <p:cNvSpPr>
                <a:spLocks noChangeArrowheads="1"/>
              </p:cNvSpPr>
              <p:nvPr/>
            </p:nvSpPr>
            <p:spPr bwMode="auto">
              <a:xfrm>
                <a:off x="4487" y="2382"/>
                <a:ext cx="160" cy="144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672" name="Oval 112"/>
              <p:cNvSpPr>
                <a:spLocks noChangeArrowheads="1"/>
              </p:cNvSpPr>
              <p:nvPr/>
            </p:nvSpPr>
            <p:spPr bwMode="auto">
              <a:xfrm>
                <a:off x="4660" y="2382"/>
                <a:ext cx="160" cy="138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673" name="Rectangle 113"/>
              <p:cNvSpPr>
                <a:spLocks noChangeArrowheads="1"/>
              </p:cNvSpPr>
              <p:nvPr/>
            </p:nvSpPr>
            <p:spPr bwMode="auto">
              <a:xfrm>
                <a:off x="5064" y="1834"/>
                <a:ext cx="83" cy="760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</p:grpSp>
        <p:grpSp>
          <p:nvGrpSpPr>
            <p:cNvPr id="682" name="Group 114"/>
            <p:cNvGrpSpPr/>
            <p:nvPr/>
          </p:nvGrpSpPr>
          <p:grpSpPr bwMode="auto">
            <a:xfrm>
              <a:off x="7010400" y="1390614"/>
              <a:ext cx="352425" cy="660400"/>
              <a:chOff x="4140" y="429"/>
              <a:chExt cx="1425" cy="2396"/>
            </a:xfrm>
          </p:grpSpPr>
          <p:sp>
            <p:nvSpPr>
              <p:cNvPr id="683" name="Freeform 115"/>
              <p:cNvSpPr/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684" name="Rectangle 116"/>
              <p:cNvSpPr>
                <a:spLocks noChangeArrowheads="1"/>
              </p:cNvSpPr>
              <p:nvPr/>
            </p:nvSpPr>
            <p:spPr bwMode="auto">
              <a:xfrm>
                <a:off x="4204" y="429"/>
                <a:ext cx="1046" cy="2287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685" name="Freeform 117"/>
              <p:cNvSpPr/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686" name="Freeform 118"/>
              <p:cNvSpPr/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687" name="Rectangle 119"/>
              <p:cNvSpPr>
                <a:spLocks noChangeArrowheads="1"/>
              </p:cNvSpPr>
              <p:nvPr/>
            </p:nvSpPr>
            <p:spPr bwMode="auto">
              <a:xfrm>
                <a:off x="4211" y="694"/>
                <a:ext cx="597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grpSp>
            <p:nvGrpSpPr>
              <p:cNvPr id="688" name="Group 120"/>
              <p:cNvGrpSpPr/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713" name="AutoShape 121"/>
                <p:cNvSpPr>
                  <a:spLocks noChangeArrowheads="1"/>
                </p:cNvSpPr>
                <p:nvPr/>
              </p:nvSpPr>
              <p:spPr bwMode="auto">
                <a:xfrm>
                  <a:off x="615" y="2560"/>
                  <a:ext cx="721" cy="14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Arial" panose="020B0604020202020204"/>
                  </a:endParaRPr>
                </a:p>
              </p:txBody>
            </p:sp>
            <p:sp>
              <p:nvSpPr>
                <p:cNvPr id="714" name="AutoShape 122"/>
                <p:cNvSpPr>
                  <a:spLocks noChangeArrowheads="1"/>
                </p:cNvSpPr>
                <p:nvPr/>
              </p:nvSpPr>
              <p:spPr bwMode="auto">
                <a:xfrm>
                  <a:off x="631" y="2582"/>
                  <a:ext cx="689" cy="11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Arial" panose="020B0604020202020204"/>
                  </a:endParaRPr>
                </a:p>
              </p:txBody>
            </p:sp>
          </p:grpSp>
          <p:sp>
            <p:nvSpPr>
              <p:cNvPr id="689" name="Rectangle 123"/>
              <p:cNvSpPr>
                <a:spLocks noChangeArrowheads="1"/>
              </p:cNvSpPr>
              <p:nvPr/>
            </p:nvSpPr>
            <p:spPr bwMode="auto">
              <a:xfrm>
                <a:off x="4223" y="1016"/>
                <a:ext cx="597" cy="52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grpSp>
            <p:nvGrpSpPr>
              <p:cNvPr id="690" name="Group 124"/>
              <p:cNvGrpSpPr/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711" name="AutoShape 125"/>
                <p:cNvSpPr>
                  <a:spLocks noChangeArrowheads="1"/>
                </p:cNvSpPr>
                <p:nvPr/>
              </p:nvSpPr>
              <p:spPr bwMode="auto">
                <a:xfrm>
                  <a:off x="617" y="2567"/>
                  <a:ext cx="721" cy="137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Arial" panose="020B0604020202020204"/>
                  </a:endParaRPr>
                </a:p>
              </p:txBody>
            </p:sp>
            <p:sp>
              <p:nvSpPr>
                <p:cNvPr id="712" name="AutoShape 126"/>
                <p:cNvSpPr>
                  <a:spLocks noChangeArrowheads="1"/>
                </p:cNvSpPr>
                <p:nvPr/>
              </p:nvSpPr>
              <p:spPr bwMode="auto">
                <a:xfrm>
                  <a:off x="634" y="2585"/>
                  <a:ext cx="689" cy="102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Arial" panose="020B0604020202020204"/>
                  </a:endParaRPr>
                </a:p>
              </p:txBody>
            </p:sp>
          </p:grpSp>
          <p:sp>
            <p:nvSpPr>
              <p:cNvPr id="691" name="Rectangle 127"/>
              <p:cNvSpPr>
                <a:spLocks noChangeArrowheads="1"/>
              </p:cNvSpPr>
              <p:nvPr/>
            </p:nvSpPr>
            <p:spPr bwMode="auto">
              <a:xfrm>
                <a:off x="4217" y="1356"/>
                <a:ext cx="597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692" name="Rectangle 128"/>
              <p:cNvSpPr>
                <a:spLocks noChangeArrowheads="1"/>
              </p:cNvSpPr>
              <p:nvPr/>
            </p:nvSpPr>
            <p:spPr bwMode="auto">
              <a:xfrm>
                <a:off x="4230" y="1656"/>
                <a:ext cx="597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grpSp>
            <p:nvGrpSpPr>
              <p:cNvPr id="693" name="Group 129"/>
              <p:cNvGrpSpPr/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709" name="AutoShape 130"/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0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Arial" panose="020B0604020202020204"/>
                  </a:endParaRPr>
                </a:p>
              </p:txBody>
            </p:sp>
            <p:sp>
              <p:nvSpPr>
                <p:cNvPr id="710" name="AutoShape 131"/>
                <p:cNvSpPr>
                  <a:spLocks noChangeArrowheads="1"/>
                </p:cNvSpPr>
                <p:nvPr/>
              </p:nvSpPr>
              <p:spPr bwMode="auto">
                <a:xfrm>
                  <a:off x="632" y="2584"/>
                  <a:ext cx="688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Arial" panose="020B0604020202020204"/>
                  </a:endParaRPr>
                </a:p>
              </p:txBody>
            </p:sp>
          </p:grpSp>
          <p:sp>
            <p:nvSpPr>
              <p:cNvPr id="694" name="Freeform 132"/>
              <p:cNvSpPr/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grpSp>
            <p:nvGrpSpPr>
              <p:cNvPr id="695" name="Group 133"/>
              <p:cNvGrpSpPr/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707" name="AutoShape 134"/>
                <p:cNvSpPr>
                  <a:spLocks noChangeArrowheads="1"/>
                </p:cNvSpPr>
                <p:nvPr/>
              </p:nvSpPr>
              <p:spPr bwMode="auto">
                <a:xfrm>
                  <a:off x="611" y="2569"/>
                  <a:ext cx="728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Arial" panose="020B0604020202020204"/>
                  </a:endParaRPr>
                </a:p>
              </p:txBody>
            </p:sp>
            <p:sp>
              <p:nvSpPr>
                <p:cNvPr id="708" name="AutoShape 135"/>
                <p:cNvSpPr>
                  <a:spLocks noChangeArrowheads="1"/>
                </p:cNvSpPr>
                <p:nvPr/>
              </p:nvSpPr>
              <p:spPr bwMode="auto">
                <a:xfrm>
                  <a:off x="627" y="2586"/>
                  <a:ext cx="696" cy="10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Arial" panose="020B0604020202020204"/>
                  </a:endParaRPr>
                </a:p>
              </p:txBody>
            </p:sp>
          </p:grpSp>
          <p:sp>
            <p:nvSpPr>
              <p:cNvPr id="696" name="Rectangle 136"/>
              <p:cNvSpPr>
                <a:spLocks noChangeArrowheads="1"/>
              </p:cNvSpPr>
              <p:nvPr/>
            </p:nvSpPr>
            <p:spPr bwMode="auto">
              <a:xfrm>
                <a:off x="5250" y="429"/>
                <a:ext cx="71" cy="2287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697" name="Freeform 137"/>
              <p:cNvSpPr/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698" name="Freeform 138"/>
              <p:cNvSpPr/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699" name="Oval 139"/>
              <p:cNvSpPr>
                <a:spLocks noChangeArrowheads="1"/>
              </p:cNvSpPr>
              <p:nvPr/>
            </p:nvSpPr>
            <p:spPr bwMode="auto">
              <a:xfrm>
                <a:off x="5520" y="2612"/>
                <a:ext cx="45" cy="98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700" name="Freeform 140"/>
              <p:cNvSpPr/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701" name="AutoShape 141"/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200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702" name="AutoShape 142"/>
              <p:cNvSpPr>
                <a:spLocks noChangeArrowheads="1"/>
              </p:cNvSpPr>
              <p:nvPr/>
            </p:nvSpPr>
            <p:spPr bwMode="auto">
              <a:xfrm>
                <a:off x="4204" y="2710"/>
                <a:ext cx="1072" cy="8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703" name="Oval 143"/>
              <p:cNvSpPr>
                <a:spLocks noChangeArrowheads="1"/>
              </p:cNvSpPr>
              <p:nvPr/>
            </p:nvSpPr>
            <p:spPr bwMode="auto">
              <a:xfrm>
                <a:off x="4307" y="2382"/>
                <a:ext cx="160" cy="14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704" name="Oval 144"/>
              <p:cNvSpPr>
                <a:spLocks noChangeArrowheads="1"/>
              </p:cNvSpPr>
              <p:nvPr/>
            </p:nvSpPr>
            <p:spPr bwMode="auto">
              <a:xfrm>
                <a:off x="4487" y="2382"/>
                <a:ext cx="160" cy="144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705" name="Oval 145"/>
              <p:cNvSpPr>
                <a:spLocks noChangeArrowheads="1"/>
              </p:cNvSpPr>
              <p:nvPr/>
            </p:nvSpPr>
            <p:spPr bwMode="auto">
              <a:xfrm>
                <a:off x="4660" y="2382"/>
                <a:ext cx="160" cy="138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706" name="Rectangle 146"/>
              <p:cNvSpPr>
                <a:spLocks noChangeArrowheads="1"/>
              </p:cNvSpPr>
              <p:nvPr/>
            </p:nvSpPr>
            <p:spPr bwMode="auto">
              <a:xfrm>
                <a:off x="5064" y="1834"/>
                <a:ext cx="83" cy="760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</p:grpSp>
        <p:grpSp>
          <p:nvGrpSpPr>
            <p:cNvPr id="715" name="Group 147"/>
            <p:cNvGrpSpPr/>
            <p:nvPr/>
          </p:nvGrpSpPr>
          <p:grpSpPr bwMode="auto">
            <a:xfrm>
              <a:off x="9861550" y="1646202"/>
              <a:ext cx="352425" cy="660400"/>
              <a:chOff x="4140" y="429"/>
              <a:chExt cx="1425" cy="2396"/>
            </a:xfrm>
          </p:grpSpPr>
          <p:sp>
            <p:nvSpPr>
              <p:cNvPr id="716" name="Freeform 148"/>
              <p:cNvSpPr/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717" name="Rectangle 149"/>
              <p:cNvSpPr>
                <a:spLocks noChangeArrowheads="1"/>
              </p:cNvSpPr>
              <p:nvPr/>
            </p:nvSpPr>
            <p:spPr bwMode="auto">
              <a:xfrm>
                <a:off x="4204" y="429"/>
                <a:ext cx="1046" cy="2287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718" name="Freeform 150"/>
              <p:cNvSpPr/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719" name="Freeform 151"/>
              <p:cNvSpPr/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720" name="Rectangle 152"/>
              <p:cNvSpPr>
                <a:spLocks noChangeArrowheads="1"/>
              </p:cNvSpPr>
              <p:nvPr/>
            </p:nvSpPr>
            <p:spPr bwMode="auto">
              <a:xfrm>
                <a:off x="4211" y="694"/>
                <a:ext cx="597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grpSp>
            <p:nvGrpSpPr>
              <p:cNvPr id="721" name="Group 153"/>
              <p:cNvGrpSpPr/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746" name="AutoShape 154"/>
                <p:cNvSpPr>
                  <a:spLocks noChangeArrowheads="1"/>
                </p:cNvSpPr>
                <p:nvPr/>
              </p:nvSpPr>
              <p:spPr bwMode="auto">
                <a:xfrm>
                  <a:off x="615" y="2560"/>
                  <a:ext cx="721" cy="14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Arial" panose="020B0604020202020204"/>
                  </a:endParaRPr>
                </a:p>
              </p:txBody>
            </p:sp>
            <p:sp>
              <p:nvSpPr>
                <p:cNvPr id="747" name="AutoShape 155"/>
                <p:cNvSpPr>
                  <a:spLocks noChangeArrowheads="1"/>
                </p:cNvSpPr>
                <p:nvPr/>
              </p:nvSpPr>
              <p:spPr bwMode="auto">
                <a:xfrm>
                  <a:off x="631" y="2582"/>
                  <a:ext cx="689" cy="11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Arial" panose="020B0604020202020204"/>
                  </a:endParaRPr>
                </a:p>
              </p:txBody>
            </p:sp>
          </p:grpSp>
          <p:sp>
            <p:nvSpPr>
              <p:cNvPr id="722" name="Rectangle 156"/>
              <p:cNvSpPr>
                <a:spLocks noChangeArrowheads="1"/>
              </p:cNvSpPr>
              <p:nvPr/>
            </p:nvSpPr>
            <p:spPr bwMode="auto">
              <a:xfrm>
                <a:off x="4223" y="1016"/>
                <a:ext cx="597" cy="52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grpSp>
            <p:nvGrpSpPr>
              <p:cNvPr id="723" name="Group 157"/>
              <p:cNvGrpSpPr/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744" name="AutoShape 158"/>
                <p:cNvSpPr>
                  <a:spLocks noChangeArrowheads="1"/>
                </p:cNvSpPr>
                <p:nvPr/>
              </p:nvSpPr>
              <p:spPr bwMode="auto">
                <a:xfrm>
                  <a:off x="617" y="2567"/>
                  <a:ext cx="721" cy="137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Arial" panose="020B0604020202020204"/>
                  </a:endParaRPr>
                </a:p>
              </p:txBody>
            </p:sp>
            <p:sp>
              <p:nvSpPr>
                <p:cNvPr id="745" name="AutoShape 159"/>
                <p:cNvSpPr>
                  <a:spLocks noChangeArrowheads="1"/>
                </p:cNvSpPr>
                <p:nvPr/>
              </p:nvSpPr>
              <p:spPr bwMode="auto">
                <a:xfrm>
                  <a:off x="634" y="2585"/>
                  <a:ext cx="689" cy="102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Arial" panose="020B0604020202020204"/>
                  </a:endParaRPr>
                </a:p>
              </p:txBody>
            </p:sp>
          </p:grpSp>
          <p:sp>
            <p:nvSpPr>
              <p:cNvPr id="724" name="Rectangle 160"/>
              <p:cNvSpPr>
                <a:spLocks noChangeArrowheads="1"/>
              </p:cNvSpPr>
              <p:nvPr/>
            </p:nvSpPr>
            <p:spPr bwMode="auto">
              <a:xfrm>
                <a:off x="4217" y="1356"/>
                <a:ext cx="597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725" name="Rectangle 161"/>
              <p:cNvSpPr>
                <a:spLocks noChangeArrowheads="1"/>
              </p:cNvSpPr>
              <p:nvPr/>
            </p:nvSpPr>
            <p:spPr bwMode="auto">
              <a:xfrm>
                <a:off x="4230" y="1656"/>
                <a:ext cx="597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grpSp>
            <p:nvGrpSpPr>
              <p:cNvPr id="726" name="Group 162"/>
              <p:cNvGrpSpPr/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742" name="AutoShape 163"/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0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Arial" panose="020B0604020202020204"/>
                  </a:endParaRPr>
                </a:p>
              </p:txBody>
            </p:sp>
            <p:sp>
              <p:nvSpPr>
                <p:cNvPr id="743" name="AutoShape 164"/>
                <p:cNvSpPr>
                  <a:spLocks noChangeArrowheads="1"/>
                </p:cNvSpPr>
                <p:nvPr/>
              </p:nvSpPr>
              <p:spPr bwMode="auto">
                <a:xfrm>
                  <a:off x="632" y="2584"/>
                  <a:ext cx="688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Arial" panose="020B0604020202020204"/>
                  </a:endParaRPr>
                </a:p>
              </p:txBody>
            </p:sp>
          </p:grpSp>
          <p:sp>
            <p:nvSpPr>
              <p:cNvPr id="727" name="Freeform 165"/>
              <p:cNvSpPr/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grpSp>
            <p:nvGrpSpPr>
              <p:cNvPr id="728" name="Group 166"/>
              <p:cNvGrpSpPr/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740" name="AutoShape 167"/>
                <p:cNvSpPr>
                  <a:spLocks noChangeArrowheads="1"/>
                </p:cNvSpPr>
                <p:nvPr/>
              </p:nvSpPr>
              <p:spPr bwMode="auto">
                <a:xfrm>
                  <a:off x="611" y="2569"/>
                  <a:ext cx="728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Arial" panose="020B0604020202020204"/>
                  </a:endParaRPr>
                </a:p>
              </p:txBody>
            </p:sp>
            <p:sp>
              <p:nvSpPr>
                <p:cNvPr id="741" name="AutoShape 168"/>
                <p:cNvSpPr>
                  <a:spLocks noChangeArrowheads="1"/>
                </p:cNvSpPr>
                <p:nvPr/>
              </p:nvSpPr>
              <p:spPr bwMode="auto">
                <a:xfrm>
                  <a:off x="627" y="2586"/>
                  <a:ext cx="696" cy="10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MS PGothic" panose="020B0600070205080204" pitchFamily="34" charset="-128"/>
                    <a:cs typeface="Arial" panose="020B0604020202020204"/>
                  </a:endParaRPr>
                </a:p>
              </p:txBody>
            </p:sp>
          </p:grpSp>
          <p:sp>
            <p:nvSpPr>
              <p:cNvPr id="729" name="Rectangle 169"/>
              <p:cNvSpPr>
                <a:spLocks noChangeArrowheads="1"/>
              </p:cNvSpPr>
              <p:nvPr/>
            </p:nvSpPr>
            <p:spPr bwMode="auto">
              <a:xfrm>
                <a:off x="5250" y="429"/>
                <a:ext cx="71" cy="2287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730" name="Freeform 170"/>
              <p:cNvSpPr/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731" name="Freeform 171"/>
              <p:cNvSpPr/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732" name="Oval 172"/>
              <p:cNvSpPr>
                <a:spLocks noChangeArrowheads="1"/>
              </p:cNvSpPr>
              <p:nvPr/>
            </p:nvSpPr>
            <p:spPr bwMode="auto">
              <a:xfrm>
                <a:off x="5520" y="2612"/>
                <a:ext cx="45" cy="98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733" name="Freeform 173"/>
              <p:cNvSpPr/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734" name="AutoShape 174"/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200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735" name="AutoShape 175"/>
              <p:cNvSpPr>
                <a:spLocks noChangeArrowheads="1"/>
              </p:cNvSpPr>
              <p:nvPr/>
            </p:nvSpPr>
            <p:spPr bwMode="auto">
              <a:xfrm>
                <a:off x="4204" y="2710"/>
                <a:ext cx="1072" cy="8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736" name="Oval 176"/>
              <p:cNvSpPr>
                <a:spLocks noChangeArrowheads="1"/>
              </p:cNvSpPr>
              <p:nvPr/>
            </p:nvSpPr>
            <p:spPr bwMode="auto">
              <a:xfrm>
                <a:off x="4307" y="2382"/>
                <a:ext cx="160" cy="14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737" name="Oval 177"/>
              <p:cNvSpPr>
                <a:spLocks noChangeArrowheads="1"/>
              </p:cNvSpPr>
              <p:nvPr/>
            </p:nvSpPr>
            <p:spPr bwMode="auto">
              <a:xfrm>
                <a:off x="4487" y="2382"/>
                <a:ext cx="160" cy="144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738" name="Oval 178"/>
              <p:cNvSpPr>
                <a:spLocks noChangeArrowheads="1"/>
              </p:cNvSpPr>
              <p:nvPr/>
            </p:nvSpPr>
            <p:spPr bwMode="auto">
              <a:xfrm>
                <a:off x="4660" y="2382"/>
                <a:ext cx="160" cy="138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  <p:sp>
            <p:nvSpPr>
              <p:cNvPr id="739" name="Rectangle 179"/>
              <p:cNvSpPr>
                <a:spLocks noChangeArrowheads="1"/>
              </p:cNvSpPr>
              <p:nvPr/>
            </p:nvSpPr>
            <p:spPr bwMode="auto">
              <a:xfrm>
                <a:off x="5064" y="1834"/>
                <a:ext cx="83" cy="760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</p:grpSp>
        <p:grpSp>
          <p:nvGrpSpPr>
            <p:cNvPr id="748" name="Group 180"/>
            <p:cNvGrpSpPr/>
            <p:nvPr/>
          </p:nvGrpSpPr>
          <p:grpSpPr bwMode="auto">
            <a:xfrm flipH="1">
              <a:off x="10010775" y="4435439"/>
              <a:ext cx="803275" cy="771525"/>
              <a:chOff x="-44" y="1473"/>
              <a:chExt cx="981" cy="1105"/>
            </a:xfrm>
          </p:grpSpPr>
          <p:pic>
            <p:nvPicPr>
              <p:cNvPr id="749" name="Picture 181" descr="desktop_computer_stylized_medium"/>
              <p:cNvPicPr>
                <a:picLocks noChangeAspect="1" noChangeArrowheads="1"/>
              </p:cNvPicPr>
              <p:nvPr/>
            </p:nvPicPr>
            <p:blipFill>
              <a:blip r:embed="rId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50" name="Freeform 182"/>
              <p:cNvSpPr/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8034 w 356"/>
                  <a:gd name="T3" fmla="*/ 1220 h 368"/>
                  <a:gd name="T4" fmla="*/ 21394 w 356"/>
                  <a:gd name="T5" fmla="*/ 25425 h 368"/>
                  <a:gd name="T6" fmla="*/ 4715 w 356"/>
                  <a:gd name="T7" fmla="*/ 31797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prstDash val="solid"/>
                    <a:rou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</p:grpSp>
        <p:grpSp>
          <p:nvGrpSpPr>
            <p:cNvPr id="751" name="Group 183"/>
            <p:cNvGrpSpPr/>
            <p:nvPr/>
          </p:nvGrpSpPr>
          <p:grpSpPr bwMode="auto">
            <a:xfrm>
              <a:off x="6096000" y="4416389"/>
              <a:ext cx="803275" cy="771525"/>
              <a:chOff x="-44" y="1473"/>
              <a:chExt cx="981" cy="1105"/>
            </a:xfrm>
          </p:grpSpPr>
          <p:pic>
            <p:nvPicPr>
              <p:cNvPr id="752" name="Picture 184" descr="desktop_computer_stylized_medium"/>
              <p:cNvPicPr>
                <a:picLocks noChangeAspect="1" noChangeArrowheads="1"/>
              </p:cNvPicPr>
              <p:nvPr/>
            </p:nvPicPr>
            <p:blipFill>
              <a:blip r:embed="rId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53" name="Freeform 185"/>
              <p:cNvSpPr/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8034 w 356"/>
                  <a:gd name="T3" fmla="*/ 1220 h 368"/>
                  <a:gd name="T4" fmla="*/ 21394 w 356"/>
                  <a:gd name="T5" fmla="*/ 25425 h 368"/>
                  <a:gd name="T6" fmla="*/ 4715 w 356"/>
                  <a:gd name="T7" fmla="*/ 31797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prstDash val="solid"/>
                    <a:rou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</p:grpSp>
        <p:grpSp>
          <p:nvGrpSpPr>
            <p:cNvPr id="754" name="Group 186"/>
            <p:cNvGrpSpPr/>
            <p:nvPr/>
          </p:nvGrpSpPr>
          <p:grpSpPr bwMode="auto">
            <a:xfrm>
              <a:off x="6718300" y="4865652"/>
              <a:ext cx="803275" cy="771525"/>
              <a:chOff x="-44" y="1473"/>
              <a:chExt cx="981" cy="1105"/>
            </a:xfrm>
          </p:grpSpPr>
          <p:pic>
            <p:nvPicPr>
              <p:cNvPr id="755" name="Picture 187" descr="desktop_computer_stylized_medium"/>
              <p:cNvPicPr>
                <a:picLocks noChangeAspect="1" noChangeArrowheads="1"/>
              </p:cNvPicPr>
              <p:nvPr/>
            </p:nvPicPr>
            <p:blipFill>
              <a:blip r:embed="rId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56" name="Freeform 188"/>
              <p:cNvSpPr/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8034 w 356"/>
                  <a:gd name="T3" fmla="*/ 1220 h 368"/>
                  <a:gd name="T4" fmla="*/ 21394 w 356"/>
                  <a:gd name="T5" fmla="*/ 25425 h 368"/>
                  <a:gd name="T6" fmla="*/ 4715 w 356"/>
                  <a:gd name="T7" fmla="*/ 31797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prstDash val="solid"/>
                    <a:rou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/>
                </a:endParaRPr>
              </a:p>
            </p:txBody>
          </p:sp>
        </p:grpSp>
      </p:grpSp>
      <p:grpSp>
        <p:nvGrpSpPr>
          <p:cNvPr id="4" name="Group 3"/>
          <p:cNvGrpSpPr/>
          <p:nvPr/>
        </p:nvGrpSpPr>
        <p:grpSpPr>
          <a:xfrm>
            <a:off x="6423336" y="1491893"/>
            <a:ext cx="4706682" cy="4114800"/>
            <a:chOff x="877941" y="1593850"/>
            <a:chExt cx="4706682" cy="4114800"/>
          </a:xfrm>
        </p:grpSpPr>
        <p:sp>
          <p:nvSpPr>
            <p:cNvPr id="648" name="Rectangle 523"/>
            <p:cNvSpPr txBox="1">
              <a:spLocks noChangeArrowheads="1"/>
            </p:cNvSpPr>
            <p:nvPr/>
          </p:nvSpPr>
          <p:spPr bwMode="auto">
            <a:xfrm>
              <a:off x="877941" y="1593850"/>
              <a:ext cx="4522733" cy="411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>
              <a:lvl1pPr marL="342900" indent="-342900" algn="l" rtl="0" eaLnBrk="0" fontAlgn="base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+mn-lt"/>
                  <a:ea typeface="MS PGothic" panose="020B0600070205080204" pitchFamily="34" charset="-128"/>
                  <a:cs typeface="+mn-cs"/>
                </a:defRPr>
              </a:lvl1pPr>
              <a:lvl2pPr marL="742950" indent="-285750" algn="l" rtl="0" eaLnBrk="0" fontAlgn="base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+mn-lt"/>
                  <a:ea typeface="Arial" panose="020B0604020202020204" pitchFamily="34" charset="0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+mn-cs"/>
                </a:defRPr>
              </a:lvl5pPr>
              <a:lvl6pPr marL="2514600" indent="-228600" algn="l" rtl="0" fontAlgn="base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cs typeface="+mn-cs"/>
                </a:defRPr>
              </a:lvl6pPr>
              <a:lvl7pPr marL="2971800" indent="-228600" algn="l" rtl="0" fontAlgn="base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cs typeface="+mn-cs"/>
                </a:defRPr>
              </a:lvl7pPr>
              <a:lvl8pPr marL="3429000" indent="-228600" algn="l" rtl="0" fontAlgn="base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cs typeface="+mn-cs"/>
                </a:defRPr>
              </a:lvl8pPr>
              <a:lvl9pPr marL="3886200" indent="-228600" algn="l" rtl="0" fontAlgn="base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cs typeface="+mn-cs"/>
                </a:defRPr>
              </a:lvl9pPr>
            </a:lstStyle>
            <a:p>
              <a:pPr marL="342900" marR="0" lvl="0" indent="-342900" algn="l" defTabSz="914400" rtl="0" eaLnBrk="1" fontAlgn="base" latinLnBrk="0" hangingPunct="1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/>
              </a:pPr>
              <a:r>
                <a:rPr kumimoji="0" lang="en-US" altLang="en-US" sz="32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每条连接的端到端吞吐量：min(Rc, Rs, R/10)</a:t>
              </a:r>
              <a:r>
                <a:rPr kumimoji="0" lang="en-US" altLang="en-US" sz="3200" b="0" i="1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/>
              </a:r>
              <a:r>
                <a:rPr kumimoji="0" lang="en-US" altLang="en-US" sz="3200" b="0" i="1" u="none" strike="noStrike" kern="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/>
              </a:r>
              <a:r>
                <a:rPr kumimoji="0" lang="en-US" altLang="en-US" sz="3200" b="0" i="1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/>
              </a:r>
              <a:r>
                <a:rPr kumimoji="0" lang="en-US" altLang="en-US" sz="3200" b="0" i="1" u="none" strike="noStrike" kern="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/>
              </a:r>
              <a:r>
                <a:rPr kumimoji="0" lang="en-US" altLang="en-US" sz="3200" b="0" i="1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/>
              </a:r>
              <a:endParaRPr kumimoji="0" lang="en-US" altLang="en-US" sz="3200" b="0" i="1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  <a:p>
              <a:pPr marL="342900" marR="0" lvl="0" indent="-342900" algn="l" defTabSz="914400" rtl="0" eaLnBrk="1" fontAlgn="base" latinLnBrk="0" hangingPunct="1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/>
              </a:pPr>
              <a:r>
                <a:rPr kumimoji="0" lang="en-US" altLang="en-US" sz="32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实践中：Rc 或 Rs 往往是瓶颈</a:t>
              </a:r>
              <a:r>
                <a:rPr kumimoji="0" lang="en-US" altLang="en-US" sz="3200" b="0" i="1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/>
              </a:r>
              <a:r>
                <a:rPr kumimoji="0" lang="en-US" altLang="en-US" sz="3200" b="0" i="1" u="none" strike="noStrike" kern="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/>
              </a:r>
              <a:r>
                <a:rPr kumimoji="0" lang="en-US" altLang="en-US" sz="32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/>
              </a:r>
              <a:r>
                <a:rPr kumimoji="0" lang="en-US" altLang="en-US" sz="3200" b="0" i="1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/>
              </a:r>
              <a:r>
                <a:rPr kumimoji="0" lang="en-US" altLang="en-US" sz="3200" b="0" i="1" u="none" strike="noStrike" kern="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/>
              </a:r>
              <a:r>
                <a:rPr kumimoji="0" lang="en-US" altLang="en-US" sz="32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/>
              </a:r>
              <a:endParaRPr kumimoji="0" lang="en-US" altLang="en-US" sz="3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757" name="TextBox 1"/>
            <p:cNvSpPr txBox="1">
              <a:spLocks noChangeArrowheads="1"/>
            </p:cNvSpPr>
            <p:nvPr/>
          </p:nvSpPr>
          <p:spPr bwMode="auto">
            <a:xfrm>
              <a:off x="1077710" y="4985599"/>
              <a:ext cx="4506913" cy="522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rPr>
                <a:t>* 更多示例见在线交互练习：http://gaia.cs.umass.edu/kurose_ross/</a:t>
              </a:r>
              <a:r>
                <a:rPr kumimoji="0" lang="en-US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/>
                </a:rPr>
                <a:t/>
              </a:r>
              <a:endParaRPr kumimoji="0" lang="en-US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/>
              </a:endParaRPr>
            </a:p>
          </p:txBody>
        </p:sp>
      </p:grpSp>
      <p:sp>
        <p:nvSpPr>
          <p:cNvPr id="161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引言：1-</a:t>
            </a:r>
            <a:fld id="{C4204591-24BD-A542-B9D5-F8D8A88D2FEE}" type="slidenum">
              <a:rPr lang="en-US" smtClean="0"/>
            </a:fld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/>
          <a:lstStyle/>
          <a:p>
            <a:r>
              <a:rPr lang="en-US" altLang="en-US" dirty="0">
                <a:cs typeface="Calibri" panose="020F0502020204030204" pitchFamily="34" charset="0"/>
              </a:rPr>
              <a:t>第 1 章：路线图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引言：1-</a:t>
            </a:r>
            <a:fld id="{C4204591-24BD-A542-B9D5-F8D8A88D2FEE}" type="slidenum">
              <a:rPr lang="en-US" smtClean="0"/>
            </a:fld>
            <a:endParaRPr lang="en-US" dirty="0"/>
          </a:p>
        </p:txBody>
      </p:sp>
      <p:sp>
        <p:nvSpPr>
          <p:cNvPr id="9" name="Rectangle 4"/>
          <p:cNvSpPr>
            <a:spLocks noGrp="1" noChangeArrowheads="1"/>
          </p:cNvSpPr>
          <p:nvPr>
            <p:ph sz="half" idx="2"/>
          </p:nvPr>
        </p:nvSpPr>
        <p:spPr>
          <a:xfrm>
            <a:off x="798690" y="1414011"/>
            <a:ext cx="6618109" cy="5029078"/>
          </a:xfrm>
        </p:spPr>
        <p:txBody>
          <a:bodyPr>
            <a:normAutofit fontScale="92500"/>
          </a:bodyPr>
          <a:lstStyle/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什么是互联网？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/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/>
            </a:r>
            <a:endParaRPr lang="en-US" altLang="ja-JP" sz="3200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什么是协议？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/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/>
            </a:r>
            <a:endParaRPr lang="en-US" altLang="ja-JP" sz="3200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网络边缘：主机、接入网、物理媒体</a:t>
            </a:r>
            <a:endParaRPr lang="en-US" altLang="en-US" sz="3200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8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网络核心：分组/电路交换、互联网结构</a:t>
            </a:r>
            <a:endParaRPr lang="en-US" altLang="en-US" sz="3200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性能：丢失、时延、吞吐量</a:t>
            </a:r>
            <a:endParaRPr lang="en-US" altLang="en-US" sz="3200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marL="403225" indent="-285750" eaLnBrk="1" hangingPunct="1">
              <a:spcBef>
                <a:spcPts val="800"/>
              </a:spcBef>
              <a:buClr>
                <a:srgbClr val="0000A8"/>
              </a:buClr>
            </a:pPr>
            <a:r>
              <a:rPr lang="en-US" altLang="en-US" sz="3200" dirty="0">
                <a:latin typeface="Calibri" panose="020F0502020204030204" pitchFamily="34" charset="0"/>
                <a:cs typeface="Calibri" panose="020F0502020204030204" pitchFamily="34" charset="0"/>
              </a:rPr>
              <a:t>安全</a:t>
            </a:r>
            <a:endParaRPr lang="en-US" altLang="en-US" sz="3200" dirty="0"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marL="403225" indent="-285750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协议分层、服务模型</a:t>
            </a:r>
            <a:endParaRPr lang="en-US" altLang="en-US" sz="3200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历史</a:t>
            </a:r>
            <a:endParaRPr lang="en-US" altLang="en-US" sz="3200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eaLnBrk="1" hangingPunct="1">
              <a:buFont typeface="Wingdings" panose="05000000000000000000" pitchFamily="2" charset="2"/>
              <a:buNone/>
            </a:pPr>
            <a:endParaRPr lang="en-US" altLang="en-US" sz="2400" dirty="0"/>
          </a:p>
        </p:txBody>
      </p:sp>
      <p:pic>
        <p:nvPicPr>
          <p:cNvPr id="7" name="Picture 6" descr="Kurose&amp;Ross 8th ed cover picture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7774329" y="1293471"/>
            <a:ext cx="3657600" cy="2743200"/>
          </a:xfrm>
          <a:prstGeom prst="rect">
            <a:avLst/>
          </a:prstGeom>
        </p:spPr>
      </p:pic>
    </p:spTree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MS PGothic" panose="020B0600070205080204" pitchFamily="34" charset="-128"/>
              </a:rPr>
              <a:t>网络安全</a:t>
            </a:r>
            <a:endParaRPr lang="en-US" sz="4400" dirty="0"/>
          </a:p>
        </p:txBody>
      </p:sp>
      <p:sp>
        <p:nvSpPr>
          <p:cNvPr id="17" name="Rectangle 5"/>
          <p:cNvSpPr txBox="1">
            <a:spLocks noChangeArrowheads="1"/>
          </p:cNvSpPr>
          <p:nvPr/>
        </p:nvSpPr>
        <p:spPr>
          <a:xfrm>
            <a:off x="980180" y="1520385"/>
            <a:ext cx="10342830" cy="492270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655" indent="-287655"/>
            <a:r>
              <a:rPr lang="en-US" altLang="en-US" sz="3200" dirty="0">
                <a:solidFill>
                  <a:srgbClr val="C00000"/>
                </a:solidFill>
                <a:ea typeface="MS PGothic" panose="020B0600070205080204" pitchFamily="34" charset="-128"/>
              </a:rPr>
              <a:t>互联网最初设计时并未充分考虑安全性</a:t>
            </a:r>
            <a:endParaRPr lang="en-US" altLang="en-US" sz="3200" dirty="0">
              <a:solidFill>
                <a:srgbClr val="C00000"/>
              </a:solidFill>
              <a:ea typeface="MS PGothic" panose="020B0600070205080204" pitchFamily="34" charset="-128"/>
            </a:endParaRPr>
          </a:p>
          <a:p>
            <a:pPr marL="682625" lvl="1" indent="-225425"/>
            <a:r>
              <a:rPr lang="en-US" altLang="en-US" sz="2800" i="1" dirty="0">
                <a:ea typeface="Arial" panose="020B0604020202020204" pitchFamily="34" charset="0"/>
              </a:rPr>
              <a:t>最初愿景：“一群彼此信任的用户连接到一个透明网络” </a:t>
            </a:r>
            <a:r>
              <a:rPr lang="en-US" altLang="en-US" sz="2800" dirty="0">
                <a:ea typeface="Arial" panose="020B0604020202020204" pitchFamily="34" charset="0"/>
              </a:rPr>
              <a:t/>
            </a:r>
            <a:r>
              <a:rPr lang="en-US" altLang="en-US" sz="2800" dirty="0">
                <a:ea typeface="MS PGothic" panose="020B0600070205080204" pitchFamily="34" charset="-128"/>
              </a:rPr>
              <a:t/>
            </a:r>
            <a:r>
              <a:rPr lang="en-US" altLang="ja-JP" sz="2800" dirty="0">
                <a:ea typeface="MS PGothic" panose="020B0600070205080204" pitchFamily="34" charset="-128"/>
              </a:rPr>
              <a:t/>
            </a:r>
            <a:r>
              <a:rPr lang="en-US" altLang="ja-JP" sz="2800" dirty="0">
                <a:ea typeface="MS PGothic" panose="020B0600070205080204" pitchFamily="34" charset="-128"/>
                <a:sym typeface="Wingdings" panose="05000000000000000000" pitchFamily="2" charset="2"/>
              </a:rPr>
              <a:t/>
            </a:r>
            <a:endParaRPr lang="en-US" altLang="ja-JP" sz="2800" dirty="0">
              <a:ea typeface="MS PGothic" panose="020B0600070205080204" pitchFamily="34" charset="-128"/>
            </a:endParaRPr>
          </a:p>
          <a:p>
            <a:pPr marL="682625" lvl="1" indent="-225425"/>
            <a:r>
              <a:rPr lang="en-US" altLang="en-US" sz="2800" dirty="0">
                <a:ea typeface="Arial" panose="020B0604020202020204" pitchFamily="34" charset="0"/>
              </a:rPr>
              <a:t>互联网协议设计者一直在“补课”</a:t>
            </a:r>
            <a:r>
              <a:rPr lang="en-US" altLang="en-US" sz="2800" dirty="0">
                <a:ea typeface="MS PGothic" panose="020B0600070205080204" pitchFamily="34" charset="-128"/>
              </a:rPr>
              <a:t/>
            </a:r>
            <a:r>
              <a:rPr lang="en-US" altLang="ja-JP" sz="2800" dirty="0">
                <a:ea typeface="MS PGothic" panose="020B0600070205080204" pitchFamily="34" charset="-128"/>
              </a:rPr>
              <a:t/>
            </a:r>
            <a:endParaRPr lang="en-US" altLang="ja-JP" sz="2800" dirty="0">
              <a:ea typeface="MS PGothic" panose="020B0600070205080204" pitchFamily="34" charset="-128"/>
            </a:endParaRPr>
          </a:p>
          <a:p>
            <a:pPr marL="682625" lvl="1" indent="-225425"/>
            <a:r>
              <a:rPr lang="en-US" altLang="en-US" sz="2800" dirty="0">
                <a:ea typeface="Arial" panose="020B0604020202020204" pitchFamily="34" charset="0"/>
              </a:rPr>
              <a:t>所有层都必须考虑安全问题！</a:t>
            </a:r>
            <a:endParaRPr lang="en-US" altLang="en-US" sz="2800" dirty="0">
              <a:ea typeface="Arial" panose="020B0604020202020204" pitchFamily="34" charset="0"/>
            </a:endParaRPr>
          </a:p>
          <a:p>
            <a:pPr marL="287655" indent="-287655"/>
            <a:r>
              <a:rPr lang="en-US" altLang="en-US" sz="3200" dirty="0">
                <a:solidFill>
                  <a:srgbClr val="C00000"/>
                </a:solidFill>
                <a:ea typeface="MS PGothic" panose="020B0600070205080204" pitchFamily="34" charset="-128"/>
              </a:rPr>
              <a:t>现在我们需要思考：</a:t>
            </a:r>
            <a:endParaRPr lang="en-US" altLang="en-US" sz="3200" dirty="0">
              <a:solidFill>
                <a:srgbClr val="C00000"/>
              </a:solidFill>
              <a:ea typeface="MS PGothic" panose="020B0600070205080204" pitchFamily="34" charset="-128"/>
            </a:endParaRPr>
          </a:p>
          <a:p>
            <a:pPr marL="682625" lvl="1" indent="-225425"/>
            <a:r>
              <a:rPr lang="en-US" altLang="en-US" sz="2800" dirty="0">
                <a:ea typeface="Arial" panose="020B0604020202020204" pitchFamily="34" charset="0"/>
              </a:rPr>
              <a:t>攻击者如何攻击计算机网络</a:t>
            </a:r>
            <a:endParaRPr lang="en-US" altLang="en-US" sz="2800" dirty="0">
              <a:ea typeface="Arial" panose="020B0604020202020204" pitchFamily="34" charset="0"/>
            </a:endParaRPr>
          </a:p>
          <a:p>
            <a:pPr marL="682625" lvl="1" indent="-225425"/>
            <a:r>
              <a:rPr lang="en-US" altLang="en-US" sz="2800" dirty="0">
                <a:ea typeface="Arial" panose="020B0604020202020204" pitchFamily="34" charset="0"/>
              </a:rPr>
              <a:t>我们如何防御网络攻击</a:t>
            </a:r>
            <a:endParaRPr lang="en-US" altLang="en-US" sz="2800" dirty="0">
              <a:ea typeface="Arial" panose="020B0604020202020204" pitchFamily="34" charset="0"/>
            </a:endParaRPr>
          </a:p>
          <a:p>
            <a:pPr marL="682625" lvl="1" indent="-225425"/>
            <a:r>
              <a:rPr lang="en-US" altLang="en-US" sz="2800" dirty="0">
                <a:ea typeface="Arial" panose="020B0604020202020204" pitchFamily="34" charset="0"/>
              </a:rPr>
              <a:t>如何设计能够抵御攻击的体系结构</a:t>
            </a:r>
            <a:endParaRPr lang="en-US" altLang="en-US" sz="2800" dirty="0">
              <a:ea typeface="Arial" panose="020B0604020202020204" pitchFamily="34" charset="0"/>
            </a:endParaRPr>
          </a:p>
        </p:txBody>
      </p:sp>
      <p:sp>
        <p:nvSpPr>
          <p:cNvPr id="4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引言：1-</a:t>
            </a:r>
            <a:fld id="{C4204591-24BD-A542-B9D5-F8D8A88D2FEE}" type="slidenum">
              <a:rPr lang="en-US" smtClean="0"/>
            </a:fld>
            <a:endParaRPr lang="en-US" dirty="0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med" p14:dur="700">
        <p:fade/>
      </p:transition>
    </mc:Choice>
    <mc:Fallback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00"/>
                            </p:stCondLst>
                            <p:childTnLst>
                              <p:par>
                                <p:cTn id="17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1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MS PGothic" panose="020B0600070205080204" pitchFamily="34" charset="-128"/>
              </a:rPr>
              <a:t>网络安全</a:t>
            </a:r>
            <a:endParaRPr lang="en-US" sz="4400" dirty="0"/>
          </a:p>
        </p:txBody>
      </p:sp>
      <p:sp>
        <p:nvSpPr>
          <p:cNvPr id="17" name="Rectangle 5"/>
          <p:cNvSpPr txBox="1">
            <a:spLocks noChangeArrowheads="1"/>
          </p:cNvSpPr>
          <p:nvPr/>
        </p:nvSpPr>
        <p:spPr>
          <a:xfrm>
            <a:off x="980180" y="1520385"/>
            <a:ext cx="10342830" cy="492270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655" marR="0" lvl="0" indent="-28765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互联网最初设计时并未充分考虑安全性</a:t>
            </a: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最初愿景：“一群彼此信任的用户连接到一个透明网络” 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/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  <a:sym typeface="Wingdings" panose="05000000000000000000" pitchFamily="2" charset="2"/>
              </a:rPr>
              <a:t/>
            </a:r>
            <a:endParaRPr kumimoji="0" lang="en-US" altLang="ja-JP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互联网协议设计者一直在“补课”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endParaRPr kumimoji="0" lang="en-US" altLang="ja-JP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所有层都必须考虑安全问题！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Arial" panose="020B0604020202020204" pitchFamily="34" charset="0"/>
              <a:cs typeface="+mn-cs"/>
            </a:endParaRPr>
          </a:p>
          <a:p>
            <a:pPr marL="287655" marR="0" lvl="0" indent="-28765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现在我们需要思考：</a:t>
            </a: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攻击者如何攻击计算机网络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Arial" panose="020B0604020202020204" pitchFamily="34" charset="0"/>
              <a:cs typeface="+mn-cs"/>
            </a:endParaRP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我们如何防御网络攻击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Arial" panose="020B0604020202020204" pitchFamily="34" charset="0"/>
              <a:cs typeface="+mn-cs"/>
            </a:endParaRP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如何设计能够抵御攻击的体系结构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Arial" panose="020B0604020202020204" pitchFamily="34" charset="0"/>
              <a:cs typeface="+mn-cs"/>
            </a:endParaRPr>
          </a:p>
        </p:txBody>
      </p:sp>
      <p:sp>
        <p:nvSpPr>
          <p:cNvPr id="4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引言：1-</a:t>
            </a:r>
            <a:fld id="{C4204591-24BD-A542-B9D5-F8D8A88D2FEE}" type="slidenum">
              <a:rPr lang="en-US" smtClean="0"/>
            </a:fld>
            <a:endParaRPr lang="en-US" dirty="0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med" p14:dur="700">
        <p:fade/>
      </p:transition>
    </mc:Choice>
    <mc:Fallback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00"/>
                            </p:stCondLst>
                            <p:childTnLst>
                              <p:par>
                                <p:cTn id="17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1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MS PGothic" panose="020B0600070205080204" pitchFamily="34" charset="-128"/>
              </a:rPr>
              <a:t>攻击者：分组截获</a:t>
            </a:r>
            <a:r>
              <a:rPr lang="en-US" altLang="en-US" dirty="0">
                <a:ea typeface="MS PGothic" panose="020B0600070205080204" pitchFamily="34" charset="-128"/>
              </a:rPr>
              <a:t/>
            </a:r>
            <a:r>
              <a:rPr lang="en-US" altLang="en-US" sz="4400" dirty="0">
                <a:ea typeface="MS PGothic" panose="020B0600070205080204" pitchFamily="34" charset="-128"/>
              </a:rPr>
              <a:t/>
            </a:r>
            <a:r>
              <a:rPr lang="en-US" altLang="en-US" dirty="0">
                <a:ea typeface="MS PGothic" panose="020B0600070205080204" pitchFamily="34" charset="-128"/>
              </a:rPr>
              <a:t/>
            </a:r>
            <a:r>
              <a:rPr lang="en-US" altLang="en-US" sz="4400" dirty="0">
                <a:ea typeface="MS PGothic" panose="020B0600070205080204" pitchFamily="34" charset="-128"/>
              </a:rPr>
              <a:t/>
            </a:r>
            <a:endParaRPr lang="en-US" sz="4400" dirty="0"/>
          </a:p>
        </p:txBody>
      </p:sp>
      <p:sp>
        <p:nvSpPr>
          <p:cNvPr id="17" name="Rectangle 5"/>
          <p:cNvSpPr txBox="1">
            <a:spLocks noChangeArrowheads="1"/>
          </p:cNvSpPr>
          <p:nvPr/>
        </p:nvSpPr>
        <p:spPr>
          <a:xfrm>
            <a:off x="841312" y="1344535"/>
            <a:ext cx="10342830" cy="208446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None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分组“嗅探”： </a:t>
            </a:r>
            <a:r>
              <a:rPr kumimoji="0" lang="en-US" altLang="ja-JP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r>
              <a:rPr kumimoji="0" lang="en-US" altLang="ja-JP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endParaRPr kumimoji="0" lang="en-US" altLang="ja-JP" sz="2800" b="0" i="1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广播媒体（共享 Ethernet、无线）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Arial" panose="020B0604020202020204" pitchFamily="34" charset="0"/>
              <a:cs typeface="+mn-cs"/>
            </a:endParaRP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混杂模式网络接口读取/记录经过的所有分组（例如包括密码！）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Arial" panose="020B0604020202020204" pitchFamily="34" charset="0"/>
              <a:cs typeface="+mn-cs"/>
            </a:endParaRPr>
          </a:p>
        </p:txBody>
      </p:sp>
      <p:grpSp>
        <p:nvGrpSpPr>
          <p:cNvPr id="5" name="Group 90"/>
          <p:cNvGrpSpPr/>
          <p:nvPr/>
        </p:nvGrpSpPr>
        <p:grpSpPr bwMode="auto">
          <a:xfrm flipH="1">
            <a:off x="5864103" y="3398264"/>
            <a:ext cx="735012" cy="681037"/>
            <a:chOff x="-44" y="1473"/>
            <a:chExt cx="981" cy="1105"/>
          </a:xfrm>
        </p:grpSpPr>
        <p:pic>
          <p:nvPicPr>
            <p:cNvPr id="7" name="Picture 91" descr="desktop_computer_stylized_medium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" name="Freeform 92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9" name="Freeform 43"/>
          <p:cNvSpPr/>
          <p:nvPr/>
        </p:nvSpPr>
        <p:spPr bwMode="auto">
          <a:xfrm>
            <a:off x="3359028" y="4133276"/>
            <a:ext cx="4587875" cy="728663"/>
          </a:xfrm>
          <a:custGeom>
            <a:avLst/>
            <a:gdLst>
              <a:gd name="T0" fmla="*/ 2147483647 w 2620"/>
              <a:gd name="T1" fmla="*/ 0 h 459"/>
              <a:gd name="T2" fmla="*/ 0 w 2620"/>
              <a:gd name="T3" fmla="*/ 2147483647 h 459"/>
              <a:gd name="T4" fmla="*/ 2147483647 w 2620"/>
              <a:gd name="T5" fmla="*/ 2147483647 h 459"/>
              <a:gd name="T6" fmla="*/ 2147483647 w 2620"/>
              <a:gd name="T7" fmla="*/ 2147483647 h 459"/>
              <a:gd name="T8" fmla="*/ 0 60000 65536"/>
              <a:gd name="T9" fmla="*/ 0 60000 65536"/>
              <a:gd name="T10" fmla="*/ 0 60000 65536"/>
              <a:gd name="T11" fmla="*/ 0 60000 65536"/>
              <a:gd name="T12" fmla="*/ 0 w 2620"/>
              <a:gd name="T13" fmla="*/ 0 h 459"/>
              <a:gd name="T14" fmla="*/ 2620 w 2620"/>
              <a:gd name="T15" fmla="*/ 459 h 459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620" h="459">
                <a:moveTo>
                  <a:pt x="2" y="0"/>
                </a:moveTo>
                <a:lnTo>
                  <a:pt x="0" y="253"/>
                </a:lnTo>
                <a:lnTo>
                  <a:pt x="2620" y="253"/>
                </a:lnTo>
                <a:lnTo>
                  <a:pt x="2620" y="459"/>
                </a:lnTo>
              </a:path>
            </a:pathLst>
          </a:cu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" name="Freeform 44"/>
          <p:cNvSpPr/>
          <p:nvPr/>
        </p:nvSpPr>
        <p:spPr bwMode="auto">
          <a:xfrm>
            <a:off x="6191128" y="4003101"/>
            <a:ext cx="4762" cy="522288"/>
          </a:xfrm>
          <a:custGeom>
            <a:avLst/>
            <a:gdLst>
              <a:gd name="T0" fmla="*/ 0 w 3"/>
              <a:gd name="T1" fmla="*/ 2147483647 h 329"/>
              <a:gd name="T2" fmla="*/ 2147483647 w 3"/>
              <a:gd name="T3" fmla="*/ 0 h 329"/>
              <a:gd name="T4" fmla="*/ 0 60000 65536"/>
              <a:gd name="T5" fmla="*/ 0 60000 65536"/>
              <a:gd name="T6" fmla="*/ 0 w 3"/>
              <a:gd name="T7" fmla="*/ 0 h 329"/>
              <a:gd name="T8" fmla="*/ 3 w 3"/>
              <a:gd name="T9" fmla="*/ 329 h 329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" h="329">
                <a:moveTo>
                  <a:pt x="0" y="329"/>
                </a:moveTo>
                <a:lnTo>
                  <a:pt x="3" y="0"/>
                </a:lnTo>
              </a:path>
            </a:pathLst>
          </a:cu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1" name="Line 45"/>
          <p:cNvSpPr>
            <a:spLocks noChangeShapeType="1"/>
          </p:cNvSpPr>
          <p:nvPr/>
        </p:nvSpPr>
        <p:spPr bwMode="auto">
          <a:xfrm flipV="1">
            <a:off x="4533778" y="4525389"/>
            <a:ext cx="0" cy="3746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2" name="Line 46"/>
          <p:cNvSpPr>
            <a:spLocks noChangeShapeType="1"/>
          </p:cNvSpPr>
          <p:nvPr/>
        </p:nvSpPr>
        <p:spPr bwMode="auto">
          <a:xfrm flipV="1">
            <a:off x="4552828" y="5236589"/>
            <a:ext cx="0" cy="2413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" name="Text Box 47"/>
          <p:cNvSpPr txBox="1">
            <a:spLocks noChangeArrowheads="1"/>
          </p:cNvSpPr>
          <p:nvPr/>
        </p:nvSpPr>
        <p:spPr bwMode="auto">
          <a:xfrm>
            <a:off x="2816103" y="3422076"/>
            <a:ext cx="3873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A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" name="Text Box 48"/>
          <p:cNvSpPr txBox="1">
            <a:spLocks noChangeArrowheads="1"/>
          </p:cNvSpPr>
          <p:nvPr/>
        </p:nvSpPr>
        <p:spPr bwMode="auto">
          <a:xfrm>
            <a:off x="8285040" y="4885751"/>
            <a:ext cx="3889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B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5" name="Text Box 49"/>
          <p:cNvSpPr txBox="1">
            <a:spLocks noChangeArrowheads="1"/>
          </p:cNvSpPr>
          <p:nvPr/>
        </p:nvSpPr>
        <p:spPr bwMode="auto">
          <a:xfrm>
            <a:off x="6383215" y="3399851"/>
            <a:ext cx="404813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C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</p:txBody>
      </p:sp>
      <p:grpSp>
        <p:nvGrpSpPr>
          <p:cNvPr id="4" name="Group 3"/>
          <p:cNvGrpSpPr/>
          <p:nvPr/>
        </p:nvGrpSpPr>
        <p:grpSpPr>
          <a:xfrm>
            <a:off x="5156078" y="4004689"/>
            <a:ext cx="2635250" cy="984250"/>
            <a:chOff x="5156078" y="4004689"/>
            <a:chExt cx="2635250" cy="984250"/>
          </a:xfrm>
        </p:grpSpPr>
        <p:grpSp>
          <p:nvGrpSpPr>
            <p:cNvPr id="16" name="Group 50"/>
            <p:cNvGrpSpPr/>
            <p:nvPr/>
          </p:nvGrpSpPr>
          <p:grpSpPr bwMode="auto">
            <a:xfrm>
              <a:off x="5187828" y="4652389"/>
              <a:ext cx="2295525" cy="336550"/>
              <a:chOff x="2418" y="3342"/>
              <a:chExt cx="1446" cy="212"/>
            </a:xfrm>
          </p:grpSpPr>
          <p:sp>
            <p:nvSpPr>
              <p:cNvPr id="18" name="Rectangle 51"/>
              <p:cNvSpPr>
                <a:spLocks noChangeArrowheads="1"/>
              </p:cNvSpPr>
              <p:nvPr/>
            </p:nvSpPr>
            <p:spPr bwMode="auto">
              <a:xfrm>
                <a:off x="2463" y="3366"/>
                <a:ext cx="1356" cy="174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9" name="Line 52"/>
              <p:cNvSpPr>
                <a:spLocks noChangeShapeType="1"/>
              </p:cNvSpPr>
              <p:nvPr/>
            </p:nvSpPr>
            <p:spPr bwMode="auto">
              <a:xfrm>
                <a:off x="2784" y="3372"/>
                <a:ext cx="0" cy="168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" name="Line 53"/>
              <p:cNvSpPr>
                <a:spLocks noChangeShapeType="1"/>
              </p:cNvSpPr>
              <p:nvPr/>
            </p:nvSpPr>
            <p:spPr bwMode="auto">
              <a:xfrm>
                <a:off x="3186" y="3375"/>
                <a:ext cx="0" cy="168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" name="Line 54"/>
              <p:cNvSpPr>
                <a:spLocks noChangeShapeType="1"/>
              </p:cNvSpPr>
              <p:nvPr/>
            </p:nvSpPr>
            <p:spPr bwMode="auto">
              <a:xfrm>
                <a:off x="3321" y="3375"/>
                <a:ext cx="0" cy="168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" name="Text Box 55"/>
              <p:cNvSpPr txBox="1">
                <a:spLocks noChangeArrowheads="1"/>
              </p:cNvSpPr>
              <p:nvPr/>
            </p:nvSpPr>
            <p:spPr bwMode="auto">
              <a:xfrm>
                <a:off x="2418" y="3342"/>
                <a:ext cx="1446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src:B dest:A     payload</a:t>
                </a:r>
                <a:endPara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3" name="Freeform 56"/>
            <p:cNvSpPr/>
            <p:nvPr/>
          </p:nvSpPr>
          <p:spPr bwMode="auto">
            <a:xfrm>
              <a:off x="5156078" y="4607939"/>
              <a:ext cx="2635250" cy="241300"/>
            </a:xfrm>
            <a:custGeom>
              <a:avLst/>
              <a:gdLst>
                <a:gd name="T0" fmla="*/ 2147483647 w 1660"/>
                <a:gd name="T1" fmla="*/ 2147483647 h 152"/>
                <a:gd name="T2" fmla="*/ 2147483647 w 1660"/>
                <a:gd name="T3" fmla="*/ 0 h 152"/>
                <a:gd name="T4" fmla="*/ 0 w 1660"/>
                <a:gd name="T5" fmla="*/ 2147483647 h 152"/>
                <a:gd name="T6" fmla="*/ 0 60000 65536"/>
                <a:gd name="T7" fmla="*/ 0 60000 65536"/>
                <a:gd name="T8" fmla="*/ 0 60000 65536"/>
                <a:gd name="T9" fmla="*/ 0 w 1660"/>
                <a:gd name="T10" fmla="*/ 0 h 152"/>
                <a:gd name="T11" fmla="*/ 1660 w 1660"/>
                <a:gd name="T12" fmla="*/ 152 h 15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60" h="152">
                  <a:moveTo>
                    <a:pt x="1660" y="152"/>
                  </a:moveTo>
                  <a:lnTo>
                    <a:pt x="1660" y="0"/>
                  </a:lnTo>
                  <a:lnTo>
                    <a:pt x="0" y="4"/>
                  </a:lnTo>
                </a:path>
              </a:pathLst>
            </a:custGeom>
            <a:noFill/>
            <a:ln w="28575">
              <a:solidFill>
                <a:srgbClr val="CC0000"/>
              </a:solidFill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" name="Line 57"/>
            <p:cNvSpPr>
              <a:spLocks noChangeShapeType="1"/>
            </p:cNvSpPr>
            <p:nvPr/>
          </p:nvSpPr>
          <p:spPr bwMode="auto">
            <a:xfrm flipV="1">
              <a:off x="6299078" y="4004689"/>
              <a:ext cx="0" cy="603250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26" name="Picture 60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91090" y="3466526"/>
            <a:ext cx="471488" cy="442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175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7" name="Group 54"/>
          <p:cNvGrpSpPr/>
          <p:nvPr/>
        </p:nvGrpSpPr>
        <p:grpSpPr bwMode="auto">
          <a:xfrm>
            <a:off x="3184403" y="3460176"/>
            <a:ext cx="365125" cy="712788"/>
            <a:chOff x="4140" y="429"/>
            <a:chExt cx="1425" cy="2396"/>
          </a:xfrm>
        </p:grpSpPr>
        <p:sp>
          <p:nvSpPr>
            <p:cNvPr id="28" name="Freeform 55"/>
            <p:cNvSpPr/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" name="Rectangle 56"/>
            <p:cNvSpPr>
              <a:spLocks noChangeArrowheads="1"/>
            </p:cNvSpPr>
            <p:nvPr/>
          </p:nvSpPr>
          <p:spPr bwMode="auto">
            <a:xfrm>
              <a:off x="4208" y="429"/>
              <a:ext cx="1047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" name="Freeform 57"/>
            <p:cNvSpPr/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" name="Freeform 58"/>
            <p:cNvSpPr/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" name="Rectangle 59"/>
            <p:cNvSpPr>
              <a:spLocks noChangeArrowheads="1"/>
            </p:cNvSpPr>
            <p:nvPr/>
          </p:nvSpPr>
          <p:spPr bwMode="auto">
            <a:xfrm>
              <a:off x="4214" y="690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grpSp>
          <p:nvGrpSpPr>
            <p:cNvPr id="33" name="Group 60"/>
            <p:cNvGrpSpPr/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58" name="AutoShape 61"/>
              <p:cNvSpPr>
                <a:spLocks noChangeArrowheads="1"/>
              </p:cNvSpPr>
              <p:nvPr/>
            </p:nvSpPr>
            <p:spPr bwMode="auto">
              <a:xfrm>
                <a:off x="612" y="2569"/>
                <a:ext cx="727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59" name="AutoShape 62"/>
              <p:cNvSpPr>
                <a:spLocks noChangeArrowheads="1"/>
              </p:cNvSpPr>
              <p:nvPr/>
            </p:nvSpPr>
            <p:spPr bwMode="auto">
              <a:xfrm>
                <a:off x="627" y="2584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4" name="Rectangle 63"/>
            <p:cNvSpPr>
              <a:spLocks noChangeArrowheads="1"/>
            </p:cNvSpPr>
            <p:nvPr/>
          </p:nvSpPr>
          <p:spPr bwMode="auto">
            <a:xfrm>
              <a:off x="4227" y="1021"/>
              <a:ext cx="595" cy="4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grpSp>
          <p:nvGrpSpPr>
            <p:cNvPr id="35" name="Group 64"/>
            <p:cNvGrpSpPr/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56" name="AutoShape 65"/>
              <p:cNvSpPr>
                <a:spLocks noChangeArrowheads="1"/>
              </p:cNvSpPr>
              <p:nvPr/>
            </p:nvSpPr>
            <p:spPr bwMode="auto">
              <a:xfrm>
                <a:off x="614" y="2569"/>
                <a:ext cx="727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57" name="AutoShape 66"/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6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6" name="Rectangle 67"/>
            <p:cNvSpPr>
              <a:spLocks noChangeArrowheads="1"/>
            </p:cNvSpPr>
            <p:nvPr/>
          </p:nvSpPr>
          <p:spPr bwMode="auto">
            <a:xfrm>
              <a:off x="4214" y="1358"/>
              <a:ext cx="601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7" name="Rectangle 68"/>
            <p:cNvSpPr>
              <a:spLocks noChangeArrowheads="1"/>
            </p:cNvSpPr>
            <p:nvPr/>
          </p:nvSpPr>
          <p:spPr bwMode="auto">
            <a:xfrm>
              <a:off x="4227" y="1656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grpSp>
          <p:nvGrpSpPr>
            <p:cNvPr id="38" name="Group 69"/>
            <p:cNvGrpSpPr/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54" name="AutoShape 70"/>
              <p:cNvSpPr>
                <a:spLocks noChangeArrowheads="1"/>
              </p:cNvSpPr>
              <p:nvPr/>
            </p:nvSpPr>
            <p:spPr bwMode="auto">
              <a:xfrm>
                <a:off x="614" y="2570"/>
                <a:ext cx="725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55" name="AutoShape 71"/>
              <p:cNvSpPr>
                <a:spLocks noChangeArrowheads="1"/>
              </p:cNvSpPr>
              <p:nvPr/>
            </p:nvSpPr>
            <p:spPr bwMode="auto">
              <a:xfrm>
                <a:off x="629" y="2585"/>
                <a:ext cx="695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9" name="Freeform 72"/>
            <p:cNvSpPr/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40" name="Group 73"/>
            <p:cNvGrpSpPr/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52" name="AutoShape 74"/>
              <p:cNvSpPr>
                <a:spLocks noChangeArrowheads="1"/>
              </p:cNvSpPr>
              <p:nvPr/>
            </p:nvSpPr>
            <p:spPr bwMode="auto">
              <a:xfrm>
                <a:off x="616" y="2566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53" name="AutoShape 75"/>
              <p:cNvSpPr>
                <a:spLocks noChangeArrowheads="1"/>
              </p:cNvSpPr>
              <p:nvPr/>
            </p:nvSpPr>
            <p:spPr bwMode="auto">
              <a:xfrm>
                <a:off x="632" y="2583"/>
                <a:ext cx="695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41" name="Rectangle 76"/>
            <p:cNvSpPr>
              <a:spLocks noChangeArrowheads="1"/>
            </p:cNvSpPr>
            <p:nvPr/>
          </p:nvSpPr>
          <p:spPr bwMode="auto">
            <a:xfrm>
              <a:off x="5249" y="429"/>
              <a:ext cx="68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" name="Freeform 77"/>
            <p:cNvSpPr/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3" name="Freeform 78"/>
            <p:cNvSpPr/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4" name="Oval 79"/>
            <p:cNvSpPr>
              <a:spLocks noChangeArrowheads="1"/>
            </p:cNvSpPr>
            <p:nvPr/>
          </p:nvSpPr>
          <p:spPr bwMode="auto">
            <a:xfrm>
              <a:off x="5515" y="2612"/>
              <a:ext cx="50" cy="96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5" name="Freeform 80"/>
            <p:cNvSpPr/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6" name="AutoShape 81"/>
            <p:cNvSpPr>
              <a:spLocks noChangeArrowheads="1"/>
            </p:cNvSpPr>
            <p:nvPr/>
          </p:nvSpPr>
          <p:spPr bwMode="auto">
            <a:xfrm>
              <a:off x="4140" y="2676"/>
              <a:ext cx="1202" cy="149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7" name="AutoShape 82"/>
            <p:cNvSpPr>
              <a:spLocks noChangeArrowheads="1"/>
            </p:cNvSpPr>
            <p:nvPr/>
          </p:nvSpPr>
          <p:spPr bwMode="auto">
            <a:xfrm>
              <a:off x="4208" y="2713"/>
              <a:ext cx="1066" cy="80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8" name="Oval 83"/>
            <p:cNvSpPr>
              <a:spLocks noChangeArrowheads="1"/>
            </p:cNvSpPr>
            <p:nvPr/>
          </p:nvSpPr>
          <p:spPr bwMode="auto">
            <a:xfrm>
              <a:off x="4307" y="2382"/>
              <a:ext cx="161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9" name="Oval 84"/>
            <p:cNvSpPr>
              <a:spLocks noChangeArrowheads="1"/>
            </p:cNvSpPr>
            <p:nvPr/>
          </p:nvSpPr>
          <p:spPr bwMode="auto">
            <a:xfrm>
              <a:off x="4487" y="2382"/>
              <a:ext cx="161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" name="Oval 85"/>
            <p:cNvSpPr>
              <a:spLocks noChangeArrowheads="1"/>
            </p:cNvSpPr>
            <p:nvPr/>
          </p:nvSpPr>
          <p:spPr bwMode="auto">
            <a:xfrm>
              <a:off x="4660" y="2382"/>
              <a:ext cx="161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1" name="Rectangle 86"/>
            <p:cNvSpPr>
              <a:spLocks noChangeArrowheads="1"/>
            </p:cNvSpPr>
            <p:nvPr/>
          </p:nvSpPr>
          <p:spPr bwMode="auto">
            <a:xfrm>
              <a:off x="5063" y="1832"/>
              <a:ext cx="87" cy="763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60" name="Group 87"/>
          <p:cNvGrpSpPr/>
          <p:nvPr/>
        </p:nvGrpSpPr>
        <p:grpSpPr bwMode="auto">
          <a:xfrm flipH="1">
            <a:off x="7677028" y="4777801"/>
            <a:ext cx="735012" cy="681038"/>
            <a:chOff x="-44" y="1473"/>
            <a:chExt cx="981" cy="1105"/>
          </a:xfrm>
        </p:grpSpPr>
        <p:pic>
          <p:nvPicPr>
            <p:cNvPr id="61" name="Picture 88" descr="desktop_computer_stylized_medium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2" name="Freeform 89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1456133" y="5624388"/>
            <a:ext cx="10506683" cy="1029566"/>
            <a:chOff x="1456133" y="5624388"/>
            <a:chExt cx="10506683" cy="1029566"/>
          </a:xfrm>
        </p:grpSpPr>
        <p:sp>
          <p:nvSpPr>
            <p:cNvPr id="25" name="Rectangle 59"/>
            <p:cNvSpPr>
              <a:spLocks noChangeArrowheads="1"/>
            </p:cNvSpPr>
            <p:nvPr/>
          </p:nvSpPr>
          <p:spPr bwMode="auto">
            <a:xfrm>
              <a:off x="1712057" y="5737966"/>
              <a:ext cx="10250759" cy="915988"/>
            </a:xfrm>
            <a:prstGeom prst="rect">
              <a:avLst/>
            </a:prstGeom>
            <a:noFill/>
            <a:ln>
              <a:noFill/>
            </a:ln>
          </p:spPr>
          <p:txBody>
            <a:bodyPr/>
            <a:lstStyle/>
            <a:p>
              <a:pPr marL="457200" marR="0" lvl="1" indent="0" algn="l" defTabSz="914400" rtl="0" eaLnBrk="1" fontAlgn="auto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0"/>
                </a:buClr>
                <a:buSzPct val="100000"/>
                <a:buFontTx/>
                <a:buNone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MS PGothic" panose="020B0600070205080204" pitchFamily="34" charset="-128"/>
                </a:rPr>
                <a:t>本章末实验使用的 Wireshark 软件就是一个（免费的）分组嗅探器</a:t>
              </a: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MS PGothic" panose="020B0600070205080204" pitchFamily="34" charset="-128"/>
              </a:endParaRPr>
            </a:p>
            <a:p>
              <a:pPr marL="742950" marR="0" lvl="1" indent="-285750" algn="l" defTabSz="914400" rtl="0" eaLnBrk="1" fontAlgn="auto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ED7D31"/>
                </a:buClr>
                <a:buSzPct val="75000"/>
                <a:buFont typeface="Wingdings" panose="05000000000000000000" charset="0"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Gill Sans MT" panose="020B0502020104020203" pitchFamily="34" charset="0"/>
                <a:ea typeface="MS PGothic" panose="020B0600070205080204" pitchFamily="34" charset="-128"/>
                <a:cs typeface="MS PGothic" panose="020B0600070205080204" pitchFamily="34" charset="-128"/>
              </a:endParaRPr>
            </a:p>
          </p:txBody>
        </p:sp>
        <p:pic>
          <p:nvPicPr>
            <p:cNvPr id="8194" name="Picture 2" descr="Image result for wireshark logo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456133" y="5624388"/>
              <a:ext cx="667509" cy="66750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82" name="Group 81"/>
          <p:cNvGrpSpPr/>
          <p:nvPr/>
        </p:nvGrpSpPr>
        <p:grpSpPr>
          <a:xfrm>
            <a:off x="4054353" y="4784334"/>
            <a:ext cx="958850" cy="476251"/>
            <a:chOff x="7493876" y="2774731"/>
            <a:chExt cx="1481958" cy="894622"/>
          </a:xfrm>
        </p:grpSpPr>
        <p:sp>
          <p:nvSpPr>
            <p:cNvPr id="83" name="Freeform 82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4" name="Oval 83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85" name="Group 84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6" name="Freeform 85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7" name="Freeform 86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" name="Freeform 87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" name="Freeform 88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71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引言：1-</a:t>
            </a:r>
            <a:fld id="{C4204591-24BD-A542-B9D5-F8D8A88D2FEE}" type="slidenum">
              <a:rPr lang="en-US" smtClean="0"/>
            </a:fld>
            <a:endParaRPr lang="en-US" dirty="0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med" p14:dur="700">
        <p:fade/>
      </p:transition>
    </mc:Choice>
    <mc:Fallback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MS PGothic" panose="020B0600070205080204" pitchFamily="34" charset="-128"/>
              </a:rPr>
              <a:t>攻击者：伪造身份</a:t>
            </a:r>
            <a:endParaRPr lang="en-US" sz="4400" dirty="0"/>
          </a:p>
        </p:txBody>
      </p:sp>
      <p:sp>
        <p:nvSpPr>
          <p:cNvPr id="17" name="Rectangle 5"/>
          <p:cNvSpPr txBox="1">
            <a:spLocks noChangeArrowheads="1"/>
          </p:cNvSpPr>
          <p:nvPr/>
        </p:nvSpPr>
        <p:spPr>
          <a:xfrm>
            <a:off x="774909" y="1560282"/>
            <a:ext cx="10342830" cy="208446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None/>
              <a:defRPr/>
            </a:pPr>
            <a:r>
              <a:rPr kumimoji="0" lang="en-US" altLang="en-US" sz="36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IP 欺骗：注入带有伪造源地址的分组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grpSp>
        <p:nvGrpSpPr>
          <p:cNvPr id="5" name="Group 90"/>
          <p:cNvGrpSpPr/>
          <p:nvPr/>
        </p:nvGrpSpPr>
        <p:grpSpPr bwMode="auto">
          <a:xfrm flipH="1">
            <a:off x="5850455" y="3016127"/>
            <a:ext cx="735012" cy="681037"/>
            <a:chOff x="-44" y="1473"/>
            <a:chExt cx="981" cy="1105"/>
          </a:xfrm>
        </p:grpSpPr>
        <p:pic>
          <p:nvPicPr>
            <p:cNvPr id="7" name="Picture 91" descr="desktop_computer_stylized_medium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" name="Freeform 92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9" name="Freeform 43"/>
          <p:cNvSpPr/>
          <p:nvPr/>
        </p:nvSpPr>
        <p:spPr bwMode="auto">
          <a:xfrm>
            <a:off x="3345380" y="3751139"/>
            <a:ext cx="4587875" cy="728663"/>
          </a:xfrm>
          <a:custGeom>
            <a:avLst/>
            <a:gdLst>
              <a:gd name="T0" fmla="*/ 2147483647 w 2620"/>
              <a:gd name="T1" fmla="*/ 0 h 459"/>
              <a:gd name="T2" fmla="*/ 0 w 2620"/>
              <a:gd name="T3" fmla="*/ 2147483647 h 459"/>
              <a:gd name="T4" fmla="*/ 2147483647 w 2620"/>
              <a:gd name="T5" fmla="*/ 2147483647 h 459"/>
              <a:gd name="T6" fmla="*/ 2147483647 w 2620"/>
              <a:gd name="T7" fmla="*/ 2147483647 h 459"/>
              <a:gd name="T8" fmla="*/ 0 60000 65536"/>
              <a:gd name="T9" fmla="*/ 0 60000 65536"/>
              <a:gd name="T10" fmla="*/ 0 60000 65536"/>
              <a:gd name="T11" fmla="*/ 0 60000 65536"/>
              <a:gd name="T12" fmla="*/ 0 w 2620"/>
              <a:gd name="T13" fmla="*/ 0 h 459"/>
              <a:gd name="T14" fmla="*/ 2620 w 2620"/>
              <a:gd name="T15" fmla="*/ 459 h 459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620" h="459">
                <a:moveTo>
                  <a:pt x="2" y="0"/>
                </a:moveTo>
                <a:lnTo>
                  <a:pt x="0" y="253"/>
                </a:lnTo>
                <a:lnTo>
                  <a:pt x="2620" y="253"/>
                </a:lnTo>
                <a:lnTo>
                  <a:pt x="2620" y="459"/>
                </a:lnTo>
              </a:path>
            </a:pathLst>
          </a:cu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" name="Freeform 44"/>
          <p:cNvSpPr/>
          <p:nvPr/>
        </p:nvSpPr>
        <p:spPr bwMode="auto">
          <a:xfrm>
            <a:off x="6177480" y="3620964"/>
            <a:ext cx="4762" cy="522288"/>
          </a:xfrm>
          <a:custGeom>
            <a:avLst/>
            <a:gdLst>
              <a:gd name="T0" fmla="*/ 0 w 3"/>
              <a:gd name="T1" fmla="*/ 2147483647 h 329"/>
              <a:gd name="T2" fmla="*/ 2147483647 w 3"/>
              <a:gd name="T3" fmla="*/ 0 h 329"/>
              <a:gd name="T4" fmla="*/ 0 60000 65536"/>
              <a:gd name="T5" fmla="*/ 0 60000 65536"/>
              <a:gd name="T6" fmla="*/ 0 w 3"/>
              <a:gd name="T7" fmla="*/ 0 h 329"/>
              <a:gd name="T8" fmla="*/ 3 w 3"/>
              <a:gd name="T9" fmla="*/ 329 h 329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" h="329">
                <a:moveTo>
                  <a:pt x="0" y="329"/>
                </a:moveTo>
                <a:lnTo>
                  <a:pt x="3" y="0"/>
                </a:lnTo>
              </a:path>
            </a:pathLst>
          </a:cu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1" name="Line 45"/>
          <p:cNvSpPr>
            <a:spLocks noChangeShapeType="1"/>
          </p:cNvSpPr>
          <p:nvPr/>
        </p:nvSpPr>
        <p:spPr bwMode="auto">
          <a:xfrm flipV="1">
            <a:off x="4520130" y="4143252"/>
            <a:ext cx="0" cy="3746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2" name="Line 46"/>
          <p:cNvSpPr>
            <a:spLocks noChangeShapeType="1"/>
          </p:cNvSpPr>
          <p:nvPr/>
        </p:nvSpPr>
        <p:spPr bwMode="auto">
          <a:xfrm flipV="1">
            <a:off x="4539180" y="4854452"/>
            <a:ext cx="0" cy="2413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" name="Text Box 47"/>
          <p:cNvSpPr txBox="1">
            <a:spLocks noChangeArrowheads="1"/>
          </p:cNvSpPr>
          <p:nvPr/>
        </p:nvSpPr>
        <p:spPr bwMode="auto">
          <a:xfrm>
            <a:off x="2802455" y="3039939"/>
            <a:ext cx="3873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A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4" name="Text Box 48"/>
          <p:cNvSpPr txBox="1">
            <a:spLocks noChangeArrowheads="1"/>
          </p:cNvSpPr>
          <p:nvPr/>
        </p:nvSpPr>
        <p:spPr bwMode="auto">
          <a:xfrm>
            <a:off x="8271392" y="4503614"/>
            <a:ext cx="3889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B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5" name="Text Box 49"/>
          <p:cNvSpPr txBox="1">
            <a:spLocks noChangeArrowheads="1"/>
          </p:cNvSpPr>
          <p:nvPr/>
        </p:nvSpPr>
        <p:spPr bwMode="auto">
          <a:xfrm>
            <a:off x="6369567" y="3017714"/>
            <a:ext cx="404813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rPr>
              <a:t>C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+mn-cs"/>
            </a:endParaRPr>
          </a:p>
        </p:txBody>
      </p:sp>
      <p:pic>
        <p:nvPicPr>
          <p:cNvPr id="26" name="Picture 60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77442" y="3084389"/>
            <a:ext cx="471488" cy="442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175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7" name="Group 54"/>
          <p:cNvGrpSpPr/>
          <p:nvPr/>
        </p:nvGrpSpPr>
        <p:grpSpPr bwMode="auto">
          <a:xfrm>
            <a:off x="3170755" y="3078039"/>
            <a:ext cx="365125" cy="712788"/>
            <a:chOff x="4140" y="429"/>
            <a:chExt cx="1425" cy="2396"/>
          </a:xfrm>
        </p:grpSpPr>
        <p:sp>
          <p:nvSpPr>
            <p:cNvPr id="28" name="Freeform 55"/>
            <p:cNvSpPr/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" name="Rectangle 56"/>
            <p:cNvSpPr>
              <a:spLocks noChangeArrowheads="1"/>
            </p:cNvSpPr>
            <p:nvPr/>
          </p:nvSpPr>
          <p:spPr bwMode="auto">
            <a:xfrm>
              <a:off x="4208" y="429"/>
              <a:ext cx="1047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0" name="Freeform 57"/>
            <p:cNvSpPr/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" name="Freeform 58"/>
            <p:cNvSpPr/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" name="Rectangle 59"/>
            <p:cNvSpPr>
              <a:spLocks noChangeArrowheads="1"/>
            </p:cNvSpPr>
            <p:nvPr/>
          </p:nvSpPr>
          <p:spPr bwMode="auto">
            <a:xfrm>
              <a:off x="4214" y="690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grpSp>
          <p:nvGrpSpPr>
            <p:cNvPr id="33" name="Group 60"/>
            <p:cNvGrpSpPr/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58" name="AutoShape 61"/>
              <p:cNvSpPr>
                <a:spLocks noChangeArrowheads="1"/>
              </p:cNvSpPr>
              <p:nvPr/>
            </p:nvSpPr>
            <p:spPr bwMode="auto">
              <a:xfrm>
                <a:off x="612" y="2569"/>
                <a:ext cx="727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59" name="AutoShape 62"/>
              <p:cNvSpPr>
                <a:spLocks noChangeArrowheads="1"/>
              </p:cNvSpPr>
              <p:nvPr/>
            </p:nvSpPr>
            <p:spPr bwMode="auto">
              <a:xfrm>
                <a:off x="627" y="2584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4" name="Rectangle 63"/>
            <p:cNvSpPr>
              <a:spLocks noChangeArrowheads="1"/>
            </p:cNvSpPr>
            <p:nvPr/>
          </p:nvSpPr>
          <p:spPr bwMode="auto">
            <a:xfrm>
              <a:off x="4227" y="1021"/>
              <a:ext cx="595" cy="4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grpSp>
          <p:nvGrpSpPr>
            <p:cNvPr id="35" name="Group 64"/>
            <p:cNvGrpSpPr/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56" name="AutoShape 65"/>
              <p:cNvSpPr>
                <a:spLocks noChangeArrowheads="1"/>
              </p:cNvSpPr>
              <p:nvPr/>
            </p:nvSpPr>
            <p:spPr bwMode="auto">
              <a:xfrm>
                <a:off x="614" y="2569"/>
                <a:ext cx="727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57" name="AutoShape 66"/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6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6" name="Rectangle 67"/>
            <p:cNvSpPr>
              <a:spLocks noChangeArrowheads="1"/>
            </p:cNvSpPr>
            <p:nvPr/>
          </p:nvSpPr>
          <p:spPr bwMode="auto">
            <a:xfrm>
              <a:off x="4214" y="1358"/>
              <a:ext cx="601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37" name="Rectangle 68"/>
            <p:cNvSpPr>
              <a:spLocks noChangeArrowheads="1"/>
            </p:cNvSpPr>
            <p:nvPr/>
          </p:nvSpPr>
          <p:spPr bwMode="auto">
            <a:xfrm>
              <a:off x="4227" y="1656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grpSp>
          <p:nvGrpSpPr>
            <p:cNvPr id="38" name="Group 69"/>
            <p:cNvGrpSpPr/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54" name="AutoShape 70"/>
              <p:cNvSpPr>
                <a:spLocks noChangeArrowheads="1"/>
              </p:cNvSpPr>
              <p:nvPr/>
            </p:nvSpPr>
            <p:spPr bwMode="auto">
              <a:xfrm>
                <a:off x="614" y="2570"/>
                <a:ext cx="725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55" name="AutoShape 71"/>
              <p:cNvSpPr>
                <a:spLocks noChangeArrowheads="1"/>
              </p:cNvSpPr>
              <p:nvPr/>
            </p:nvSpPr>
            <p:spPr bwMode="auto">
              <a:xfrm>
                <a:off x="629" y="2585"/>
                <a:ext cx="695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9" name="Freeform 72"/>
            <p:cNvSpPr/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40" name="Group 73"/>
            <p:cNvGrpSpPr/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52" name="AutoShape 74"/>
              <p:cNvSpPr>
                <a:spLocks noChangeArrowheads="1"/>
              </p:cNvSpPr>
              <p:nvPr/>
            </p:nvSpPr>
            <p:spPr bwMode="auto">
              <a:xfrm>
                <a:off x="616" y="2566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53" name="AutoShape 75"/>
              <p:cNvSpPr>
                <a:spLocks noChangeArrowheads="1"/>
              </p:cNvSpPr>
              <p:nvPr/>
            </p:nvSpPr>
            <p:spPr bwMode="auto">
              <a:xfrm>
                <a:off x="632" y="2583"/>
                <a:ext cx="695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41" name="Rectangle 76"/>
            <p:cNvSpPr>
              <a:spLocks noChangeArrowheads="1"/>
            </p:cNvSpPr>
            <p:nvPr/>
          </p:nvSpPr>
          <p:spPr bwMode="auto">
            <a:xfrm>
              <a:off x="5249" y="429"/>
              <a:ext cx="68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2" name="Freeform 77"/>
            <p:cNvSpPr/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3" name="Freeform 78"/>
            <p:cNvSpPr/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4" name="Oval 79"/>
            <p:cNvSpPr>
              <a:spLocks noChangeArrowheads="1"/>
            </p:cNvSpPr>
            <p:nvPr/>
          </p:nvSpPr>
          <p:spPr bwMode="auto">
            <a:xfrm>
              <a:off x="5515" y="2612"/>
              <a:ext cx="50" cy="96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5" name="Freeform 80"/>
            <p:cNvSpPr/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6" name="AutoShape 81"/>
            <p:cNvSpPr>
              <a:spLocks noChangeArrowheads="1"/>
            </p:cNvSpPr>
            <p:nvPr/>
          </p:nvSpPr>
          <p:spPr bwMode="auto">
            <a:xfrm>
              <a:off x="4140" y="2676"/>
              <a:ext cx="1202" cy="149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7" name="AutoShape 82"/>
            <p:cNvSpPr>
              <a:spLocks noChangeArrowheads="1"/>
            </p:cNvSpPr>
            <p:nvPr/>
          </p:nvSpPr>
          <p:spPr bwMode="auto">
            <a:xfrm>
              <a:off x="4208" y="2713"/>
              <a:ext cx="1066" cy="80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8" name="Oval 83"/>
            <p:cNvSpPr>
              <a:spLocks noChangeArrowheads="1"/>
            </p:cNvSpPr>
            <p:nvPr/>
          </p:nvSpPr>
          <p:spPr bwMode="auto">
            <a:xfrm>
              <a:off x="4307" y="2382"/>
              <a:ext cx="161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49" name="Oval 84"/>
            <p:cNvSpPr>
              <a:spLocks noChangeArrowheads="1"/>
            </p:cNvSpPr>
            <p:nvPr/>
          </p:nvSpPr>
          <p:spPr bwMode="auto">
            <a:xfrm>
              <a:off x="4487" y="2382"/>
              <a:ext cx="161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0" name="Oval 85"/>
            <p:cNvSpPr>
              <a:spLocks noChangeArrowheads="1"/>
            </p:cNvSpPr>
            <p:nvPr/>
          </p:nvSpPr>
          <p:spPr bwMode="auto">
            <a:xfrm>
              <a:off x="4660" y="2382"/>
              <a:ext cx="161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51" name="Rectangle 86"/>
            <p:cNvSpPr>
              <a:spLocks noChangeArrowheads="1"/>
            </p:cNvSpPr>
            <p:nvPr/>
          </p:nvSpPr>
          <p:spPr bwMode="auto">
            <a:xfrm>
              <a:off x="5063" y="1832"/>
              <a:ext cx="87" cy="763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60" name="Group 87"/>
          <p:cNvGrpSpPr/>
          <p:nvPr/>
        </p:nvGrpSpPr>
        <p:grpSpPr bwMode="auto">
          <a:xfrm flipH="1">
            <a:off x="7663380" y="4395664"/>
            <a:ext cx="735012" cy="681038"/>
            <a:chOff x="-44" y="1473"/>
            <a:chExt cx="981" cy="1105"/>
          </a:xfrm>
        </p:grpSpPr>
        <p:pic>
          <p:nvPicPr>
            <p:cNvPr id="61" name="Picture 88" descr="desktop_computer_stylized_medium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2" name="Freeform 89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82" name="Group 81"/>
          <p:cNvGrpSpPr/>
          <p:nvPr/>
        </p:nvGrpSpPr>
        <p:grpSpPr>
          <a:xfrm>
            <a:off x="4040705" y="4402197"/>
            <a:ext cx="958850" cy="476251"/>
            <a:chOff x="7493876" y="2774731"/>
            <a:chExt cx="1481958" cy="894622"/>
          </a:xfrm>
        </p:grpSpPr>
        <p:sp>
          <p:nvSpPr>
            <p:cNvPr id="83" name="Freeform 82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4" name="Oval 83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85" name="Group 84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6" name="Freeform 85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7" name="Freeform 86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" name="Freeform 87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" name="Freeform 88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" name="Group 3"/>
          <p:cNvGrpSpPr/>
          <p:nvPr/>
        </p:nvGrpSpPr>
        <p:grpSpPr>
          <a:xfrm>
            <a:off x="3280164" y="3584927"/>
            <a:ext cx="2967038" cy="819150"/>
            <a:chOff x="3293812" y="3967064"/>
            <a:chExt cx="2967038" cy="819150"/>
          </a:xfrm>
        </p:grpSpPr>
        <p:sp>
          <p:nvSpPr>
            <p:cNvPr id="72" name="Freeform 77"/>
            <p:cNvSpPr/>
            <p:nvPr/>
          </p:nvSpPr>
          <p:spPr bwMode="auto">
            <a:xfrm>
              <a:off x="3293812" y="3967064"/>
              <a:ext cx="2967038" cy="704850"/>
            </a:xfrm>
            <a:custGeom>
              <a:avLst/>
              <a:gdLst>
                <a:gd name="T0" fmla="*/ 2147483647 w 1869"/>
                <a:gd name="T1" fmla="*/ 0 h 444"/>
                <a:gd name="T2" fmla="*/ 2147483647 w 1869"/>
                <a:gd name="T3" fmla="*/ 2147483647 h 444"/>
                <a:gd name="T4" fmla="*/ 0 w 1869"/>
                <a:gd name="T5" fmla="*/ 2147483647 h 444"/>
                <a:gd name="T6" fmla="*/ 0 60000 65536"/>
                <a:gd name="T7" fmla="*/ 0 60000 65536"/>
                <a:gd name="T8" fmla="*/ 0 60000 65536"/>
                <a:gd name="T9" fmla="*/ 0 w 1869"/>
                <a:gd name="T10" fmla="*/ 0 h 444"/>
                <a:gd name="T11" fmla="*/ 1869 w 1869"/>
                <a:gd name="T12" fmla="*/ 444 h 44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69" h="444">
                  <a:moveTo>
                    <a:pt x="1869" y="0"/>
                  </a:moveTo>
                  <a:lnTo>
                    <a:pt x="1869" y="444"/>
                  </a:lnTo>
                  <a:lnTo>
                    <a:pt x="0" y="444"/>
                  </a:lnTo>
                </a:path>
              </a:pathLst>
            </a:custGeom>
            <a:noFill/>
            <a:ln w="28575">
              <a:solidFill>
                <a:srgbClr val="CC0000"/>
              </a:solidFill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73" name="Group 78"/>
            <p:cNvGrpSpPr/>
            <p:nvPr/>
          </p:nvGrpSpPr>
          <p:grpSpPr bwMode="auto">
            <a:xfrm>
              <a:off x="3760537" y="4449664"/>
              <a:ext cx="2295525" cy="336550"/>
              <a:chOff x="2418" y="3342"/>
              <a:chExt cx="1446" cy="212"/>
            </a:xfrm>
          </p:grpSpPr>
          <p:sp>
            <p:nvSpPr>
              <p:cNvPr id="74" name="Rectangle 79"/>
              <p:cNvSpPr>
                <a:spLocks noChangeArrowheads="1"/>
              </p:cNvSpPr>
              <p:nvPr/>
            </p:nvSpPr>
            <p:spPr bwMode="auto">
              <a:xfrm>
                <a:off x="2463" y="3366"/>
                <a:ext cx="1356" cy="174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75" name="Line 80"/>
              <p:cNvSpPr>
                <a:spLocks noChangeShapeType="1"/>
              </p:cNvSpPr>
              <p:nvPr/>
            </p:nvSpPr>
            <p:spPr bwMode="auto">
              <a:xfrm>
                <a:off x="2784" y="3372"/>
                <a:ext cx="0" cy="168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6" name="Line 81"/>
              <p:cNvSpPr>
                <a:spLocks noChangeShapeType="1"/>
              </p:cNvSpPr>
              <p:nvPr/>
            </p:nvSpPr>
            <p:spPr bwMode="auto">
              <a:xfrm>
                <a:off x="3186" y="3375"/>
                <a:ext cx="0" cy="168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7" name="Line 82"/>
              <p:cNvSpPr>
                <a:spLocks noChangeShapeType="1"/>
              </p:cNvSpPr>
              <p:nvPr/>
            </p:nvSpPr>
            <p:spPr bwMode="auto">
              <a:xfrm>
                <a:off x="3321" y="3375"/>
                <a:ext cx="0" cy="168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8" name="Text Box 83"/>
              <p:cNvSpPr txBox="1">
                <a:spLocks noChangeArrowheads="1"/>
              </p:cNvSpPr>
              <p:nvPr/>
            </p:nvSpPr>
            <p:spPr bwMode="auto">
              <a:xfrm>
                <a:off x="2418" y="3342"/>
                <a:ext cx="1446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src:B</a:t>
                </a: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rPr>
                  <a:t> dest:A     payload</a:t>
                </a:r>
                <a:endPara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</p:grpSp>
      <p:sp>
        <p:nvSpPr>
          <p:cNvPr id="67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引言：1-</a:t>
            </a:r>
            <a:fld id="{C4204591-24BD-A542-B9D5-F8D8A88D2FEE}" type="slidenum">
              <a:rPr lang="en-US" smtClean="0"/>
            </a:fld>
            <a:endParaRPr lang="en-US" dirty="0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med" p14:dur="700">
        <p:fade/>
      </p:transition>
    </mc:Choice>
    <mc:Fallback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MS PGothic" panose="020B0600070205080204" pitchFamily="34" charset="-128"/>
              </a:rPr>
              <a:t>攻击者：拒绝服务</a:t>
            </a:r>
            <a:endParaRPr lang="en-US" altLang="en-US" sz="4400" dirty="0">
              <a:ea typeface="MS PGothic" panose="020B0600070205080204" pitchFamily="34" charset="-128"/>
            </a:endParaRPr>
          </a:p>
        </p:txBody>
      </p:sp>
      <p:grpSp>
        <p:nvGrpSpPr>
          <p:cNvPr id="5" name="Group 131"/>
          <p:cNvGrpSpPr/>
          <p:nvPr/>
        </p:nvGrpSpPr>
        <p:grpSpPr bwMode="auto">
          <a:xfrm flipH="1">
            <a:off x="7546011" y="3759781"/>
            <a:ext cx="735012" cy="681037"/>
            <a:chOff x="-44" y="1473"/>
            <a:chExt cx="981" cy="1105"/>
          </a:xfrm>
        </p:grpSpPr>
        <p:pic>
          <p:nvPicPr>
            <p:cNvPr id="7" name="Picture 132" descr="desktop_computer_stylized_medium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" name="Freeform 133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9" name="Group 186"/>
          <p:cNvGrpSpPr/>
          <p:nvPr/>
        </p:nvGrpSpPr>
        <p:grpSpPr bwMode="auto">
          <a:xfrm>
            <a:off x="8087348" y="4002668"/>
            <a:ext cx="831850" cy="1260475"/>
            <a:chOff x="5069" y="1396"/>
            <a:chExt cx="524" cy="794"/>
          </a:xfrm>
        </p:grpSpPr>
        <p:sp>
          <p:nvSpPr>
            <p:cNvPr id="10" name="Text Box 21"/>
            <p:cNvSpPr txBox="1">
              <a:spLocks noChangeArrowheads="1"/>
            </p:cNvSpPr>
            <p:nvPr/>
          </p:nvSpPr>
          <p:spPr bwMode="auto">
            <a:xfrm>
              <a:off x="5069" y="1940"/>
              <a:ext cx="52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rPr>
                <a:t>目标</a:t>
              </a: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+mn-cs"/>
              </a:endParaRPr>
            </a:p>
          </p:txBody>
        </p:sp>
        <p:grpSp>
          <p:nvGrpSpPr>
            <p:cNvPr id="11" name="Group 153"/>
            <p:cNvGrpSpPr/>
            <p:nvPr/>
          </p:nvGrpSpPr>
          <p:grpSpPr bwMode="auto">
            <a:xfrm>
              <a:off x="5200" y="1396"/>
              <a:ext cx="258" cy="574"/>
              <a:chOff x="4140" y="429"/>
              <a:chExt cx="1425" cy="2396"/>
            </a:xfrm>
          </p:grpSpPr>
          <p:sp>
            <p:nvSpPr>
              <p:cNvPr id="12" name="Freeform 154"/>
              <p:cNvSpPr/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" name="Rectangle 155"/>
              <p:cNvSpPr>
                <a:spLocks noChangeArrowheads="1"/>
              </p:cNvSpPr>
              <p:nvPr/>
            </p:nvSpPr>
            <p:spPr bwMode="auto">
              <a:xfrm>
                <a:off x="4206" y="429"/>
                <a:ext cx="1049" cy="2283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14" name="Freeform 156"/>
              <p:cNvSpPr/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" name="Freeform 157"/>
              <p:cNvSpPr/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" name="Rectangle 158"/>
              <p:cNvSpPr>
                <a:spLocks noChangeArrowheads="1"/>
              </p:cNvSpPr>
              <p:nvPr/>
            </p:nvSpPr>
            <p:spPr bwMode="auto">
              <a:xfrm>
                <a:off x="4212" y="692"/>
                <a:ext cx="597" cy="50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grpSp>
            <p:nvGrpSpPr>
              <p:cNvPr id="18" name="Group 159"/>
              <p:cNvGrpSpPr/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43" name="AutoShape 160"/>
                <p:cNvSpPr>
                  <a:spLocks noChangeArrowheads="1"/>
                </p:cNvSpPr>
                <p:nvPr/>
              </p:nvSpPr>
              <p:spPr bwMode="auto">
                <a:xfrm>
                  <a:off x="612" y="2567"/>
                  <a:ext cx="724" cy="14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4" name="AutoShape 161"/>
                <p:cNvSpPr>
                  <a:spLocks noChangeArrowheads="1"/>
                </p:cNvSpPr>
                <p:nvPr/>
              </p:nvSpPr>
              <p:spPr bwMode="auto">
                <a:xfrm>
                  <a:off x="626" y="2583"/>
                  <a:ext cx="689" cy="108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19" name="Rectangle 162"/>
              <p:cNvSpPr>
                <a:spLocks noChangeArrowheads="1"/>
              </p:cNvSpPr>
              <p:nvPr/>
            </p:nvSpPr>
            <p:spPr bwMode="auto">
              <a:xfrm>
                <a:off x="4223" y="1018"/>
                <a:ext cx="597" cy="50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grpSp>
            <p:nvGrpSpPr>
              <p:cNvPr id="20" name="Group 163"/>
              <p:cNvGrpSpPr/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41" name="AutoShape 164"/>
                <p:cNvSpPr>
                  <a:spLocks noChangeArrowheads="1"/>
                </p:cNvSpPr>
                <p:nvPr/>
              </p:nvSpPr>
              <p:spPr bwMode="auto">
                <a:xfrm>
                  <a:off x="615" y="2566"/>
                  <a:ext cx="724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2" name="AutoShape 165"/>
                <p:cNvSpPr>
                  <a:spLocks noChangeArrowheads="1"/>
                </p:cNvSpPr>
                <p:nvPr/>
              </p:nvSpPr>
              <p:spPr bwMode="auto">
                <a:xfrm>
                  <a:off x="628" y="2584"/>
                  <a:ext cx="689" cy="10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21" name="Rectangle 166"/>
              <p:cNvSpPr>
                <a:spLocks noChangeArrowheads="1"/>
              </p:cNvSpPr>
              <p:nvPr/>
            </p:nvSpPr>
            <p:spPr bwMode="auto">
              <a:xfrm>
                <a:off x="4217" y="1360"/>
                <a:ext cx="597" cy="46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22" name="Rectangle 167"/>
              <p:cNvSpPr>
                <a:spLocks noChangeArrowheads="1"/>
              </p:cNvSpPr>
              <p:nvPr/>
            </p:nvSpPr>
            <p:spPr bwMode="auto">
              <a:xfrm>
                <a:off x="4228" y="1656"/>
                <a:ext cx="597" cy="46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grpSp>
            <p:nvGrpSpPr>
              <p:cNvPr id="23" name="Group 168"/>
              <p:cNvGrpSpPr/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39" name="AutoShape 169"/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2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0" name="AutoShape 170"/>
                <p:cNvSpPr>
                  <a:spLocks noChangeArrowheads="1"/>
                </p:cNvSpPr>
                <p:nvPr/>
              </p:nvSpPr>
              <p:spPr bwMode="auto">
                <a:xfrm>
                  <a:off x="630" y="2583"/>
                  <a:ext cx="688" cy="108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24" name="Freeform 171"/>
              <p:cNvSpPr/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25" name="Group 172"/>
              <p:cNvGrpSpPr/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37" name="AutoShape 173"/>
                <p:cNvSpPr>
                  <a:spLocks noChangeArrowheads="1"/>
                </p:cNvSpPr>
                <p:nvPr/>
              </p:nvSpPr>
              <p:spPr bwMode="auto">
                <a:xfrm>
                  <a:off x="611" y="2567"/>
                  <a:ext cx="729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8" name="AutoShape 174"/>
                <p:cNvSpPr>
                  <a:spLocks noChangeArrowheads="1"/>
                </p:cNvSpPr>
                <p:nvPr/>
              </p:nvSpPr>
              <p:spPr bwMode="auto">
                <a:xfrm>
                  <a:off x="625" y="2584"/>
                  <a:ext cx="695" cy="10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26" name="Rectangle 175"/>
              <p:cNvSpPr>
                <a:spLocks noChangeArrowheads="1"/>
              </p:cNvSpPr>
              <p:nvPr/>
            </p:nvSpPr>
            <p:spPr bwMode="auto">
              <a:xfrm>
                <a:off x="5250" y="429"/>
                <a:ext cx="66" cy="2287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27" name="Freeform 176"/>
              <p:cNvSpPr/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" name="Freeform 177"/>
              <p:cNvSpPr/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" name="Oval 178"/>
              <p:cNvSpPr>
                <a:spLocks noChangeArrowheads="1"/>
              </p:cNvSpPr>
              <p:nvPr/>
            </p:nvSpPr>
            <p:spPr bwMode="auto">
              <a:xfrm>
                <a:off x="5515" y="2612"/>
                <a:ext cx="50" cy="96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30" name="Freeform 179"/>
              <p:cNvSpPr/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1" name="AutoShape 180"/>
              <p:cNvSpPr>
                <a:spLocks noChangeArrowheads="1"/>
              </p:cNvSpPr>
              <p:nvPr/>
            </p:nvSpPr>
            <p:spPr bwMode="auto">
              <a:xfrm>
                <a:off x="4140" y="2679"/>
                <a:ext cx="1199" cy="146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32" name="AutoShape 181"/>
              <p:cNvSpPr>
                <a:spLocks noChangeArrowheads="1"/>
              </p:cNvSpPr>
              <p:nvPr/>
            </p:nvSpPr>
            <p:spPr bwMode="auto">
              <a:xfrm>
                <a:off x="4206" y="2712"/>
                <a:ext cx="1072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33" name="Oval 182"/>
              <p:cNvSpPr>
                <a:spLocks noChangeArrowheads="1"/>
              </p:cNvSpPr>
              <p:nvPr/>
            </p:nvSpPr>
            <p:spPr bwMode="auto">
              <a:xfrm>
                <a:off x="4306" y="2383"/>
                <a:ext cx="160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34" name="Oval 183"/>
              <p:cNvSpPr>
                <a:spLocks noChangeArrowheads="1"/>
              </p:cNvSpPr>
              <p:nvPr/>
            </p:nvSpPr>
            <p:spPr bwMode="auto">
              <a:xfrm>
                <a:off x="4488" y="2383"/>
                <a:ext cx="160" cy="146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35" name="Oval 184"/>
              <p:cNvSpPr>
                <a:spLocks noChangeArrowheads="1"/>
              </p:cNvSpPr>
              <p:nvPr/>
            </p:nvSpPr>
            <p:spPr bwMode="auto">
              <a:xfrm>
                <a:off x="4665" y="2383"/>
                <a:ext cx="155" cy="138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36" name="Rectangle 185"/>
              <p:cNvSpPr>
                <a:spLocks noChangeArrowheads="1"/>
              </p:cNvSpPr>
              <p:nvPr/>
            </p:nvSpPr>
            <p:spPr bwMode="auto">
              <a:xfrm>
                <a:off x="5062" y="1836"/>
                <a:ext cx="83" cy="760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+mn-cs"/>
                </a:endParaRPr>
              </a:p>
            </p:txBody>
          </p:sp>
        </p:grpSp>
      </p:grpSp>
      <p:sp>
        <p:nvSpPr>
          <p:cNvPr id="45" name="Rectangle 3"/>
          <p:cNvSpPr txBox="1">
            <a:spLocks noChangeArrowheads="1"/>
          </p:cNvSpPr>
          <p:nvPr/>
        </p:nvSpPr>
        <p:spPr>
          <a:xfrm>
            <a:off x="727345" y="1393213"/>
            <a:ext cx="9863871" cy="1524447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None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拒绝服务（DoS）：攻击者用伪造流量淹没资源，使资源（服务器、带宽）无法为合法流量所用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6" name="Rectangle 4"/>
          <p:cNvSpPr>
            <a:spLocks noChangeArrowheads="1"/>
          </p:cNvSpPr>
          <p:nvPr/>
        </p:nvSpPr>
        <p:spPr bwMode="auto">
          <a:xfrm>
            <a:off x="1761658" y="3116853"/>
            <a:ext cx="4114800" cy="533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57200" indent="-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457200" marR="0" lvl="0" indent="-457200" algn="l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rgbClr val="ED7D31"/>
              </a:buClr>
              <a:buSzPct val="85000"/>
              <a:buFont typeface="ZapfDingbats" charset="2"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1. 选择目标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7" name="Rectangle 5"/>
          <p:cNvSpPr>
            <a:spLocks noChangeArrowheads="1"/>
          </p:cNvSpPr>
          <p:nvPr/>
        </p:nvSpPr>
        <p:spPr bwMode="auto">
          <a:xfrm>
            <a:off x="1788645" y="3635965"/>
            <a:ext cx="3795713" cy="914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57200" indent="-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457200" marR="0" lvl="0" indent="-457200" algn="l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rgbClr val="ED7D31"/>
              </a:buClr>
              <a:buSzPct val="85000"/>
              <a:buFont typeface="ZapfDingbats" charset="2"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2. 入侵网络中的多台主机（见僵尸网络）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  <a:p>
            <a:pPr marL="457200" marR="0" lvl="0" indent="-457200" algn="l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rgbClr val="ED7D31"/>
              </a:buClr>
              <a:buSzPct val="85000"/>
              <a:buFont typeface="ZapfDingbats" charset="2"/>
              <a:buAutoNum type="arabicPeriod" startAt="2"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8" name="Rectangle 6"/>
          <p:cNvSpPr>
            <a:spLocks noChangeArrowheads="1"/>
          </p:cNvSpPr>
          <p:nvPr/>
        </p:nvSpPr>
        <p:spPr bwMode="auto">
          <a:xfrm>
            <a:off x="1728360" y="4894191"/>
            <a:ext cx="4114800" cy="1219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57200" indent="-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457200" marR="0" lvl="0" indent="-457200" algn="l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rgbClr val="ED7D31"/>
              </a:buClr>
              <a:buSzPct val="85000"/>
              <a:buFont typeface="ZapfDingbats" charset="2"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3. 从被攻陷主机向目标发送分组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grpSp>
        <p:nvGrpSpPr>
          <p:cNvPr id="49" name="Group 152"/>
          <p:cNvGrpSpPr/>
          <p:nvPr/>
        </p:nvGrpSpPr>
        <p:grpSpPr bwMode="auto">
          <a:xfrm>
            <a:off x="6876086" y="3297818"/>
            <a:ext cx="2720975" cy="2674938"/>
            <a:chOff x="-262" y="2555"/>
            <a:chExt cx="1714" cy="1685"/>
          </a:xfrm>
        </p:grpSpPr>
        <p:sp>
          <p:nvSpPr>
            <p:cNvPr id="50" name="Line 63"/>
            <p:cNvSpPr>
              <a:spLocks noChangeShapeType="1"/>
            </p:cNvSpPr>
            <p:nvPr/>
          </p:nvSpPr>
          <p:spPr bwMode="auto">
            <a:xfrm flipV="1">
              <a:off x="160" y="3261"/>
              <a:ext cx="436" cy="166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" name="Line 64"/>
            <p:cNvSpPr>
              <a:spLocks noChangeShapeType="1"/>
            </p:cNvSpPr>
            <p:nvPr/>
          </p:nvSpPr>
          <p:spPr bwMode="auto">
            <a:xfrm flipV="1">
              <a:off x="413" y="3470"/>
              <a:ext cx="226" cy="324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2" name="Line 65"/>
            <p:cNvSpPr>
              <a:spLocks noChangeShapeType="1"/>
            </p:cNvSpPr>
            <p:nvPr/>
          </p:nvSpPr>
          <p:spPr bwMode="auto">
            <a:xfrm flipH="1" flipV="1">
              <a:off x="857" y="3410"/>
              <a:ext cx="595" cy="456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3" name="Line 66"/>
            <p:cNvSpPr>
              <a:spLocks noChangeShapeType="1"/>
            </p:cNvSpPr>
            <p:nvPr/>
          </p:nvSpPr>
          <p:spPr bwMode="auto">
            <a:xfrm>
              <a:off x="735" y="2555"/>
              <a:ext cx="16" cy="460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4" name="Line 67"/>
            <p:cNvSpPr>
              <a:spLocks noChangeShapeType="1"/>
            </p:cNvSpPr>
            <p:nvPr/>
          </p:nvSpPr>
          <p:spPr bwMode="auto">
            <a:xfrm flipH="1">
              <a:off x="829" y="3011"/>
              <a:ext cx="473" cy="181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5" name="Line 68"/>
            <p:cNvSpPr>
              <a:spLocks noChangeShapeType="1"/>
            </p:cNvSpPr>
            <p:nvPr/>
          </p:nvSpPr>
          <p:spPr bwMode="auto">
            <a:xfrm>
              <a:off x="-262" y="3083"/>
              <a:ext cx="879" cy="111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6" name="Line 69"/>
            <p:cNvSpPr>
              <a:spLocks noChangeShapeType="1"/>
            </p:cNvSpPr>
            <p:nvPr/>
          </p:nvSpPr>
          <p:spPr bwMode="auto">
            <a:xfrm flipV="1">
              <a:off x="-201" y="3362"/>
              <a:ext cx="800" cy="649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" name="Line 70"/>
            <p:cNvSpPr>
              <a:spLocks noChangeShapeType="1"/>
            </p:cNvSpPr>
            <p:nvPr/>
          </p:nvSpPr>
          <p:spPr bwMode="auto">
            <a:xfrm flipH="1">
              <a:off x="852" y="2623"/>
              <a:ext cx="352" cy="398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" name="Line 71"/>
            <p:cNvSpPr>
              <a:spLocks noChangeShapeType="1"/>
            </p:cNvSpPr>
            <p:nvPr/>
          </p:nvSpPr>
          <p:spPr bwMode="auto">
            <a:xfrm flipV="1">
              <a:off x="494" y="3582"/>
              <a:ext cx="198" cy="658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9" name="Line 72"/>
            <p:cNvSpPr>
              <a:spLocks noChangeShapeType="1"/>
            </p:cNvSpPr>
            <p:nvPr/>
          </p:nvSpPr>
          <p:spPr bwMode="auto">
            <a:xfrm>
              <a:off x="162" y="2738"/>
              <a:ext cx="416" cy="258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60" name="Group 113"/>
          <p:cNvGrpSpPr/>
          <p:nvPr/>
        </p:nvGrpSpPr>
        <p:grpSpPr bwMode="auto">
          <a:xfrm flipH="1">
            <a:off x="9041436" y="2937456"/>
            <a:ext cx="735012" cy="681037"/>
            <a:chOff x="-44" y="1473"/>
            <a:chExt cx="981" cy="1105"/>
          </a:xfrm>
        </p:grpSpPr>
        <p:pic>
          <p:nvPicPr>
            <p:cNvPr id="61" name="Picture 114" descr="desktop_computer_stylized_medium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2" name="Freeform 115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63" name="Group 116"/>
          <p:cNvGrpSpPr/>
          <p:nvPr/>
        </p:nvGrpSpPr>
        <p:grpSpPr bwMode="auto">
          <a:xfrm flipH="1">
            <a:off x="9328773" y="3774068"/>
            <a:ext cx="735013" cy="681038"/>
            <a:chOff x="-44" y="1473"/>
            <a:chExt cx="981" cy="1105"/>
          </a:xfrm>
        </p:grpSpPr>
        <p:pic>
          <p:nvPicPr>
            <p:cNvPr id="64" name="Picture 117" descr="desktop_computer_stylized_medium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5" name="Freeform 118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66" name="Group 119"/>
          <p:cNvGrpSpPr/>
          <p:nvPr/>
        </p:nvGrpSpPr>
        <p:grpSpPr bwMode="auto">
          <a:xfrm flipH="1">
            <a:off x="9387511" y="4475743"/>
            <a:ext cx="735012" cy="681038"/>
            <a:chOff x="-44" y="1473"/>
            <a:chExt cx="981" cy="1105"/>
          </a:xfrm>
        </p:grpSpPr>
        <p:pic>
          <p:nvPicPr>
            <p:cNvPr id="67" name="Picture 120" descr="desktop_computer_stylized_medium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8" name="Freeform 121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69" name="Group 122"/>
          <p:cNvGrpSpPr/>
          <p:nvPr/>
        </p:nvGrpSpPr>
        <p:grpSpPr bwMode="auto">
          <a:xfrm flipH="1">
            <a:off x="9424023" y="5256793"/>
            <a:ext cx="735013" cy="681038"/>
            <a:chOff x="-44" y="1473"/>
            <a:chExt cx="981" cy="1105"/>
          </a:xfrm>
        </p:grpSpPr>
        <p:pic>
          <p:nvPicPr>
            <p:cNvPr id="70" name="Picture 123" descr="desktop_computer_stylized_medium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" name="Freeform 124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72" name="Group 125"/>
          <p:cNvGrpSpPr/>
          <p:nvPr/>
        </p:nvGrpSpPr>
        <p:grpSpPr bwMode="auto">
          <a:xfrm flipH="1">
            <a:off x="8079411" y="3066043"/>
            <a:ext cx="735012" cy="681038"/>
            <a:chOff x="-44" y="1473"/>
            <a:chExt cx="981" cy="1105"/>
          </a:xfrm>
        </p:grpSpPr>
        <p:pic>
          <p:nvPicPr>
            <p:cNvPr id="73" name="Picture 126" descr="desktop_computer_stylized_medium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4" name="Freeform 127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75" name="Group 128"/>
          <p:cNvGrpSpPr/>
          <p:nvPr/>
        </p:nvGrpSpPr>
        <p:grpSpPr bwMode="auto">
          <a:xfrm flipH="1">
            <a:off x="7074523" y="3127956"/>
            <a:ext cx="735013" cy="681037"/>
            <a:chOff x="-44" y="1473"/>
            <a:chExt cx="981" cy="1105"/>
          </a:xfrm>
        </p:grpSpPr>
        <p:pic>
          <p:nvPicPr>
            <p:cNvPr id="76" name="Picture 129" descr="desktop_computer_stylized_medium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7" name="Freeform 130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78" name="Group 134"/>
          <p:cNvGrpSpPr/>
          <p:nvPr/>
        </p:nvGrpSpPr>
        <p:grpSpPr bwMode="auto">
          <a:xfrm flipH="1">
            <a:off x="6358561" y="3832806"/>
            <a:ext cx="735012" cy="681037"/>
            <a:chOff x="-44" y="1473"/>
            <a:chExt cx="981" cy="1105"/>
          </a:xfrm>
        </p:grpSpPr>
        <p:pic>
          <p:nvPicPr>
            <p:cNvPr id="79" name="Picture 135" descr="desktop_computer_stylized_medium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0" name="Freeform 136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81" name="Group 137"/>
          <p:cNvGrpSpPr/>
          <p:nvPr/>
        </p:nvGrpSpPr>
        <p:grpSpPr bwMode="auto">
          <a:xfrm flipH="1">
            <a:off x="6990386" y="4567818"/>
            <a:ext cx="735012" cy="681038"/>
            <a:chOff x="-44" y="1473"/>
            <a:chExt cx="981" cy="1105"/>
          </a:xfrm>
        </p:grpSpPr>
        <p:pic>
          <p:nvPicPr>
            <p:cNvPr id="82" name="Picture 138" descr="desktop_computer_stylized_medium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3" name="Freeform 139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84" name="Group 140"/>
          <p:cNvGrpSpPr/>
          <p:nvPr/>
        </p:nvGrpSpPr>
        <p:grpSpPr bwMode="auto">
          <a:xfrm flipH="1">
            <a:off x="7520611" y="5177418"/>
            <a:ext cx="735012" cy="681038"/>
            <a:chOff x="-44" y="1473"/>
            <a:chExt cx="981" cy="1105"/>
          </a:xfrm>
        </p:grpSpPr>
        <p:pic>
          <p:nvPicPr>
            <p:cNvPr id="85" name="Picture 141" descr="desktop_computer_stylized_medium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6" name="Freeform 142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87" name="Group 143"/>
          <p:cNvGrpSpPr/>
          <p:nvPr/>
        </p:nvGrpSpPr>
        <p:grpSpPr bwMode="auto">
          <a:xfrm flipH="1">
            <a:off x="6598273" y="5467931"/>
            <a:ext cx="735013" cy="681037"/>
            <a:chOff x="-44" y="1473"/>
            <a:chExt cx="981" cy="1105"/>
          </a:xfrm>
        </p:grpSpPr>
        <p:pic>
          <p:nvPicPr>
            <p:cNvPr id="88" name="Picture 144" descr="desktop_computer_stylized_medium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9" name="Freeform 145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90" name="Group 146"/>
          <p:cNvGrpSpPr/>
          <p:nvPr/>
        </p:nvGrpSpPr>
        <p:grpSpPr bwMode="auto">
          <a:xfrm flipH="1">
            <a:off x="7790486" y="5974343"/>
            <a:ext cx="735012" cy="681038"/>
            <a:chOff x="-44" y="1473"/>
            <a:chExt cx="981" cy="1105"/>
          </a:xfrm>
        </p:grpSpPr>
        <p:pic>
          <p:nvPicPr>
            <p:cNvPr id="91" name="Picture 147" descr="desktop_computer_stylized_medium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2" name="Freeform 148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93" name="Group 149"/>
          <p:cNvGrpSpPr/>
          <p:nvPr/>
        </p:nvGrpSpPr>
        <p:grpSpPr bwMode="auto">
          <a:xfrm flipH="1">
            <a:off x="8535023" y="5585406"/>
            <a:ext cx="735013" cy="681037"/>
            <a:chOff x="-44" y="1473"/>
            <a:chExt cx="981" cy="1105"/>
          </a:xfrm>
        </p:grpSpPr>
        <p:pic>
          <p:nvPicPr>
            <p:cNvPr id="94" name="Picture 150" descr="desktop_computer_stylized_medium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5" name="Freeform 151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96" name="Group 89"/>
          <p:cNvGrpSpPr/>
          <p:nvPr/>
        </p:nvGrpSpPr>
        <p:grpSpPr bwMode="auto">
          <a:xfrm>
            <a:off x="6383961" y="3005718"/>
            <a:ext cx="3525837" cy="3408363"/>
            <a:chOff x="2920" y="1824"/>
            <a:chExt cx="2221" cy="2147"/>
          </a:xfrm>
        </p:grpSpPr>
        <p:pic>
          <p:nvPicPr>
            <p:cNvPr id="97" name="Picture 7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967" y="1922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8" name="Picture 54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21" y="1922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9" name="Picture 55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0" y="2376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0" name="Picture 56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70" y="2803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1" name="Picture 57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620" y="3230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2" name="Picture 58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7" y="3692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3" name="Picture 59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44" y="3308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4" name="Picture 60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758" y="2339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5" name="Picture 61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4" y="3395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6" name="Picture 62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52" y="1824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07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引言：1-</a:t>
            </a:r>
            <a:fld id="{C4204591-24BD-A542-B9D5-F8D8A88D2FEE}" type="slidenum">
              <a:rPr lang="en-US" smtClean="0"/>
            </a:fld>
            <a:endParaRPr lang="en-US" dirty="0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med" p14:dur="700">
        <p:fade/>
      </p:transition>
    </mc:Choice>
    <mc:Fallback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500"/>
                            </p:stCondLst>
                            <p:childTnLst>
                              <p:par>
                                <p:cTn id="21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6" grpId="0" autoUpdateAnimBg="0" build="p"/>
      <p:bldP spid="47" grpId="0" autoUpdateAnimBg="0"/>
      <p:bldP spid="48" grpId="0" autoUpdateAnimBg="0"/>
    </p:bld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800" dirty="0">
                <a:ea typeface="MS PGothic" panose="020B0600070205080204" pitchFamily="34" charset="-128"/>
              </a:rPr>
              <a:t>防线：</a:t>
            </a:r>
            <a:endParaRPr lang="en-US" altLang="en-US" sz="4800" dirty="0">
              <a:ea typeface="MS PGothic" panose="020B0600070205080204" pitchFamily="34" charset="-128"/>
            </a:endParaRPr>
          </a:p>
        </p:txBody>
      </p:sp>
      <p:sp>
        <p:nvSpPr>
          <p:cNvPr id="107" name="Rectangle 5"/>
          <p:cNvSpPr txBox="1">
            <a:spLocks noChangeArrowheads="1"/>
          </p:cNvSpPr>
          <p:nvPr/>
        </p:nvSpPr>
        <p:spPr>
          <a:xfrm>
            <a:off x="841312" y="1344535"/>
            <a:ext cx="10342830" cy="4892492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5130" marR="0" lvl="0" indent="-27495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认证：证明你确实是你所声称的身份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/>
            </a: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Arial" panose="020B0604020202020204" pitchFamily="34" charset="0"/>
              <a:cs typeface="+mn-cs"/>
            </a:endParaRPr>
          </a:p>
          <a:p>
            <a:pPr marL="748030" marR="0" lvl="1" indent="-27495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蜂窝网络通过 SIM 卡提供硬件身份；传统互联网没有这样的硬件辅助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Arial" panose="020B0604020202020204" pitchFamily="34" charset="0"/>
              <a:cs typeface="+mn-cs"/>
            </a:endParaRPr>
          </a:p>
          <a:p>
            <a:pPr marL="405130" marR="0" lvl="0" indent="-27495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机密性：通过加密实现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/>
            </a: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Arial" panose="020B0604020202020204" pitchFamily="34" charset="0"/>
              <a:cs typeface="+mn-cs"/>
            </a:endParaRPr>
          </a:p>
          <a:p>
            <a:pPr marL="405130" marR="0" lvl="0" indent="-27495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完整性检查：数字签名可防止/检测篡改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/>
            </a: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Arial" panose="020B0604020202020204" pitchFamily="34" charset="0"/>
              <a:cs typeface="+mn-cs"/>
            </a:endParaRPr>
          </a:p>
          <a:p>
            <a:pPr marL="405130" marR="0" lvl="0" indent="-27495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访问限制：受密码保护的 VPN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/>
            </a: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Arial" panose="020B0604020202020204" pitchFamily="34" charset="0"/>
              <a:cs typeface="+mn-cs"/>
            </a:endParaRPr>
          </a:p>
          <a:p>
            <a:pPr marL="405130" marR="0" lvl="0" indent="-27495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防火墙：接入网和核心网中的专用“中间盒”：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/>
            </a: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Arial" panose="020B0604020202020204" pitchFamily="34" charset="0"/>
              <a:cs typeface="+mn-cs"/>
            </a:endParaRPr>
          </a:p>
          <a:p>
            <a:pPr marL="1143000" marR="0" lvl="2" indent="-228600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默认关闭：过滤入站分组，限制发送方、接收方和应用 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Arial" panose="020B0604020202020204" pitchFamily="34" charset="0"/>
              <a:cs typeface="+mn-cs"/>
            </a:endParaRPr>
          </a:p>
          <a:p>
            <a:pPr marL="1143000" marR="0" lvl="2" indent="-228600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检测并响应 DoS 攻击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Arial" panose="020B0604020202020204" pitchFamily="34" charset="0"/>
              <a:cs typeface="+mn-cs"/>
            </a:endParaRP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anose="05000000000000000000" pitchFamily="2" charset="2"/>
              <a:buChar char="§"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Arial" panose="020B0604020202020204" pitchFamily="34" charset="0"/>
              <a:cs typeface="+mn-cs"/>
            </a:endParaRPr>
          </a:p>
        </p:txBody>
      </p:sp>
      <p:sp>
        <p:nvSpPr>
          <p:cNvPr id="108" name="Rectangle 59"/>
          <p:cNvSpPr>
            <a:spLocks noChangeArrowheads="1"/>
          </p:cNvSpPr>
          <p:nvPr/>
        </p:nvSpPr>
        <p:spPr bwMode="auto">
          <a:xfrm>
            <a:off x="1080914" y="6172356"/>
            <a:ext cx="10250759" cy="685644"/>
          </a:xfrm>
          <a:prstGeom prst="rect">
            <a:avLst/>
          </a:prstGeom>
          <a:noFill/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……安全相关内容还有很多（贯穿全书，尤其第 8 章）</a:t>
            </a:r>
            <a:endParaRPr kumimoji="0" lang="en-US" altLang="en-US" sz="2800" b="0" i="1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引言：1-</a:t>
            </a:r>
            <a:fld id="{C4204591-24BD-A542-B9D5-F8D8A88D2FEE}" type="slidenum">
              <a:rPr lang="en-US" smtClean="0"/>
            </a:fld>
            <a:endParaRPr lang="en-US" dirty="0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med" p14:dur="700">
        <p:fade/>
      </p:transition>
    </mc:Choice>
    <mc:Fallback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0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0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10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10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10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10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10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8" grpId="0"/>
    </p:bld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/>
          <a:lstStyle/>
          <a:p>
            <a:r>
              <a:rPr lang="en-US" altLang="en-US" dirty="0">
                <a:cs typeface="Calibri" panose="020F0502020204030204" pitchFamily="34" charset="0"/>
              </a:rPr>
              <a:t>第 1 章：路线图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引言：1-</a:t>
            </a:r>
            <a:fld id="{C4204591-24BD-A542-B9D5-F8D8A88D2FEE}" type="slidenum">
              <a:rPr lang="en-US" smtClean="0"/>
            </a:fld>
            <a:endParaRPr lang="en-US" dirty="0"/>
          </a:p>
        </p:txBody>
      </p:sp>
      <p:sp>
        <p:nvSpPr>
          <p:cNvPr id="9" name="Rectangle 4"/>
          <p:cNvSpPr>
            <a:spLocks noGrp="1" noChangeArrowheads="1"/>
          </p:cNvSpPr>
          <p:nvPr>
            <p:ph sz="half" idx="2"/>
          </p:nvPr>
        </p:nvSpPr>
        <p:spPr>
          <a:xfrm>
            <a:off x="798690" y="1414011"/>
            <a:ext cx="6618109" cy="5029078"/>
          </a:xfrm>
        </p:spPr>
        <p:txBody>
          <a:bodyPr>
            <a:normAutofit fontScale="92500"/>
          </a:bodyPr>
          <a:lstStyle/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什么是互联网？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/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/>
            </a:r>
            <a:endParaRPr lang="en-US" altLang="ja-JP" sz="3200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什么是协议？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/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/>
            </a:r>
            <a:endParaRPr lang="en-US" altLang="ja-JP" sz="3200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网络边缘：主机、接入网、物理媒体</a:t>
            </a:r>
            <a:endParaRPr lang="en-US" altLang="en-US" sz="3200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网络核心：分组/电路交换、互联网结构</a:t>
            </a:r>
            <a:endParaRPr lang="en-US" altLang="en-US" sz="3200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性能：丢失、时延、吞吐量</a:t>
            </a:r>
            <a:endParaRPr lang="en-US" altLang="en-US" sz="3200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安全</a:t>
            </a:r>
            <a:endParaRPr lang="en-US" altLang="en-US" sz="3200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marL="403225" indent="-285750">
              <a:spcBef>
                <a:spcPts val="800"/>
              </a:spcBef>
              <a:buClr>
                <a:srgbClr val="0000A8"/>
              </a:buClr>
            </a:pPr>
            <a:r>
              <a:rPr lang="en-US" altLang="en-US" sz="3200" dirty="0">
                <a:latin typeface="Calibri" panose="020F0502020204030204" pitchFamily="34" charset="0"/>
                <a:cs typeface="Calibri" panose="020F0502020204030204" pitchFamily="34" charset="0"/>
              </a:rPr>
              <a:t>协议分层、服务模型</a:t>
            </a:r>
            <a:endParaRPr lang="en-US" altLang="en-US" sz="3200" dirty="0"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历史</a:t>
            </a:r>
            <a:endParaRPr lang="en-US" altLang="en-US" sz="3200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eaLnBrk="1" hangingPunct="1">
              <a:buFont typeface="Wingdings" panose="05000000000000000000" pitchFamily="2" charset="2"/>
              <a:buNone/>
            </a:pPr>
            <a:endParaRPr lang="en-US" altLang="en-US" sz="2400" dirty="0"/>
          </a:p>
        </p:txBody>
      </p:sp>
      <p:pic>
        <p:nvPicPr>
          <p:cNvPr id="7" name="Picture 6" descr="Kurose&amp;Ross 8th ed cover picture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7774329" y="1293471"/>
            <a:ext cx="3657600" cy="2743200"/>
          </a:xfrm>
          <a:prstGeom prst="rect">
            <a:avLst/>
          </a:prstGeom>
        </p:spPr>
      </p:pic>
    </p:spTree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MS PGothic" panose="020B0600070205080204" pitchFamily="34" charset="-128"/>
              </a:rPr>
              <a:t>协议“分层”和参考模型</a:t>
            </a:r>
            <a:r>
              <a:rPr lang="en-US" altLang="en-US" dirty="0">
                <a:ea typeface="MS PGothic" panose="020B0600070205080204" pitchFamily="34" charset="-128"/>
              </a:rPr>
              <a:t/>
            </a:r>
            <a:r>
              <a:rPr lang="en-US" altLang="ja-JP" sz="4400" dirty="0">
                <a:ea typeface="MS PGothic" panose="020B0600070205080204" pitchFamily="34" charset="-128"/>
              </a:rPr>
              <a:t/>
            </a:r>
            <a:r>
              <a:rPr lang="en-US" altLang="ja-JP" dirty="0">
                <a:ea typeface="MS PGothic" panose="020B0600070205080204" pitchFamily="34" charset="-128"/>
              </a:rPr>
              <a:t/>
            </a:r>
            <a:r>
              <a:rPr lang="en-US" altLang="ja-JP" sz="4400" dirty="0">
                <a:ea typeface="MS PGothic" panose="020B0600070205080204" pitchFamily="34" charset="-128"/>
              </a:rPr>
              <a:t/>
            </a:r>
            <a:r>
              <a:rPr lang="en-US" altLang="ja-JP" dirty="0">
                <a:ea typeface="MS PGothic" panose="020B0600070205080204" pitchFamily="34" charset="-128"/>
              </a:rPr>
              <a:t/>
            </a:r>
            <a:r>
              <a:rPr lang="en-US" altLang="ja-JP" sz="4400" dirty="0">
                <a:ea typeface="MS PGothic" panose="020B0600070205080204" pitchFamily="34" charset="-128"/>
              </a:rPr>
              <a:t/>
            </a:r>
            <a:endParaRPr lang="en-US" altLang="en-US" sz="4400" dirty="0">
              <a:ea typeface="MS PGothic" panose="020B0600070205080204" pitchFamily="34" charset="-128"/>
            </a:endParaRPr>
          </a:p>
        </p:txBody>
      </p:sp>
      <p:sp>
        <p:nvSpPr>
          <p:cNvPr id="45" name="Rectangle 3"/>
          <p:cNvSpPr txBox="1">
            <a:spLocks noChangeArrowheads="1"/>
          </p:cNvSpPr>
          <p:nvPr/>
        </p:nvSpPr>
        <p:spPr>
          <a:xfrm>
            <a:off x="800566" y="1575775"/>
            <a:ext cx="5615905" cy="504987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75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None/>
              <a:defRPr/>
            </a:pPr>
            <a:r>
              <a:rPr kumimoji="0" lang="en-US" altLang="en-US" sz="3600" b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网络很复杂，</a:t>
            </a:r>
            <a:endParaRPr kumimoji="0" lang="en-US" altLang="en-US" sz="3600" b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75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None/>
              <a:defRPr/>
            </a:pPr>
            <a:r>
              <a:rPr kumimoji="0" lang="en-US" altLang="en-US" sz="3600" b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包含许多“部件”：</a:t>
            </a:r>
            <a:r>
              <a:rPr kumimoji="0" lang="en-US" altLang="ja-JP" sz="3600" b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endParaRPr kumimoji="0" lang="en-US" altLang="ja-JP" sz="3600" b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主机</a:t>
            </a: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Arial" panose="020B0604020202020204" pitchFamily="34" charset="0"/>
              <a:cs typeface="+mn-cs"/>
            </a:endParaRP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路由器</a:t>
            </a: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Arial" panose="020B0604020202020204" pitchFamily="34" charset="0"/>
              <a:cs typeface="+mn-cs"/>
            </a:endParaRP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各种媒体的链路</a:t>
            </a: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Arial" panose="020B0604020202020204" pitchFamily="34" charset="0"/>
              <a:cs typeface="+mn-cs"/>
            </a:endParaRP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应用</a:t>
            </a: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Arial" panose="020B0604020202020204" pitchFamily="34" charset="0"/>
              <a:cs typeface="+mn-cs"/>
            </a:endParaRP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协议</a:t>
            </a: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Arial" panose="020B0604020202020204" pitchFamily="34" charset="0"/>
              <a:cs typeface="+mn-cs"/>
            </a:endParaRP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硬件、软件</a:t>
            </a: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Arial" panose="020B0604020202020204" pitchFamily="34" charset="0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75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None/>
              <a:defRPr/>
            </a:pPr>
            <a:endParaRPr kumimoji="0" lang="en-US" altLang="ja-JP" sz="3200" b="0" i="1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1" name="Rectangle 4"/>
          <p:cNvSpPr txBox="1">
            <a:spLocks noChangeArrowheads="1"/>
          </p:cNvSpPr>
          <p:nvPr/>
        </p:nvSpPr>
        <p:spPr>
          <a:xfrm>
            <a:off x="6584274" y="1539452"/>
            <a:ext cx="4531739" cy="434303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77800" marR="0" lvl="0" indent="-47625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None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问题：有没有办法组织网络结构？</a:t>
            </a:r>
            <a:r>
              <a:rPr kumimoji="0" lang="en-US" altLang="en-US" sz="2400" b="0" i="0" u="sng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  <a:p>
            <a:pPr marL="522605" indent="-224155"/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以及组织我们对网络的讨论？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引言：1-</a:t>
            </a:r>
            <a:fld id="{C4204591-24BD-A542-B9D5-F8D8A88D2FEE}" type="slidenum">
              <a:rPr lang="en-US" smtClean="0"/>
            </a:fld>
            <a:endParaRPr lang="en-US" dirty="0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med" p14:dur="700">
        <p:fade/>
      </p:transition>
    </mc:Choice>
    <mc:Fallback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10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1" grpId="0"/>
    </p:bld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MS PGothic" panose="020B0600070205080204" pitchFamily="34" charset="-128"/>
              </a:rPr>
              <a:t>例子：航空旅行的组织</a:t>
            </a:r>
            <a:r>
              <a:rPr lang="en-US" altLang="en-US" dirty="0">
                <a:ea typeface="MS PGothic" panose="020B0600070205080204" pitchFamily="34" charset="-128"/>
              </a:rPr>
              <a:t/>
            </a:r>
            <a:r>
              <a:rPr lang="en-US" altLang="en-US" sz="4400" dirty="0">
                <a:ea typeface="MS PGothic" panose="020B0600070205080204" pitchFamily="34" charset="-128"/>
              </a:rPr>
              <a:t/>
            </a:r>
            <a:endParaRPr lang="en-US" altLang="en-US" sz="4400" dirty="0">
              <a:ea typeface="MS PGothic" panose="020B0600070205080204" pitchFamily="34" charset="-128"/>
            </a:endParaRPr>
          </a:p>
        </p:txBody>
      </p:sp>
      <p:sp>
        <p:nvSpPr>
          <p:cNvPr id="7" name="Rectangle 3"/>
          <p:cNvSpPr txBox="1">
            <a:spLocks noChangeArrowheads="1"/>
          </p:cNvSpPr>
          <p:nvPr/>
        </p:nvSpPr>
        <p:spPr>
          <a:xfrm>
            <a:off x="2345096" y="6081243"/>
            <a:ext cx="9529651" cy="54292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57200" marR="0" lvl="0" indent="-4572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defRPr/>
            </a:pPr>
            <a:r>
              <a:rPr kumimoji="0" lang="en-US" altLang="en-US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一系列步骤，涉及多种服务</a:t>
            </a:r>
            <a:endParaRPr kumimoji="0" lang="en-US" altLang="en-US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" name="Text Box 5"/>
          <p:cNvSpPr txBox="1">
            <a:spLocks noChangeArrowheads="1"/>
          </p:cNvSpPr>
          <p:nvPr/>
        </p:nvSpPr>
        <p:spPr bwMode="auto">
          <a:xfrm>
            <a:off x="1110119" y="1935719"/>
            <a:ext cx="3719769" cy="284797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机票（购买）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行李（托运）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登机口（登机）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跑道起飞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飞机航线安排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" name="Text Box 6"/>
          <p:cNvSpPr txBox="1">
            <a:spLocks noChangeArrowheads="1"/>
          </p:cNvSpPr>
          <p:nvPr/>
        </p:nvSpPr>
        <p:spPr bwMode="auto">
          <a:xfrm>
            <a:off x="7623765" y="1942018"/>
            <a:ext cx="2625654" cy="28478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机票（投诉）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行李（提取）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登机口（下机）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跑道降落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飞机航线安排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" name="Text Box 7"/>
          <p:cNvSpPr txBox="1">
            <a:spLocks noChangeArrowheads="1"/>
          </p:cNvSpPr>
          <p:nvPr/>
        </p:nvSpPr>
        <p:spPr bwMode="auto">
          <a:xfrm>
            <a:off x="4389746" y="4831320"/>
            <a:ext cx="3570798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飞机航线安排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2" name="Freeform 8"/>
          <p:cNvSpPr/>
          <p:nvPr/>
        </p:nvSpPr>
        <p:spPr bwMode="auto">
          <a:xfrm>
            <a:off x="879891" y="2080182"/>
            <a:ext cx="7827767" cy="3289301"/>
          </a:xfrm>
          <a:custGeom>
            <a:avLst/>
            <a:gdLst>
              <a:gd name="T0" fmla="*/ 0 w 4100"/>
              <a:gd name="T1" fmla="*/ 0 h 2072"/>
              <a:gd name="T2" fmla="*/ 4 w 4100"/>
              <a:gd name="T3" fmla="*/ 1736 h 2072"/>
              <a:gd name="T4" fmla="*/ 804 w 4100"/>
              <a:gd name="T5" fmla="*/ 2064 h 2072"/>
              <a:gd name="T6" fmla="*/ 3468 w 4100"/>
              <a:gd name="T7" fmla="*/ 2072 h 2072"/>
              <a:gd name="T8" fmla="*/ 4100 w 4100"/>
              <a:gd name="T9" fmla="*/ 1736 h 2072"/>
              <a:gd name="T10" fmla="*/ 4100 w 4100"/>
              <a:gd name="T11" fmla="*/ 96 h 2072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4100"/>
              <a:gd name="T19" fmla="*/ 0 h 2072"/>
              <a:gd name="T20" fmla="*/ 4100 w 4100"/>
              <a:gd name="T21" fmla="*/ 2072 h 2072"/>
              <a:gd name="connsiteX0" fmla="*/ 0 w 10000"/>
              <a:gd name="connsiteY0" fmla="*/ 0 h 10000"/>
              <a:gd name="connsiteX1" fmla="*/ 10 w 10000"/>
              <a:gd name="connsiteY1" fmla="*/ 8378 h 10000"/>
              <a:gd name="connsiteX2" fmla="*/ 1961 w 10000"/>
              <a:gd name="connsiteY2" fmla="*/ 9961 h 10000"/>
              <a:gd name="connsiteX3" fmla="*/ 8459 w 10000"/>
              <a:gd name="connsiteY3" fmla="*/ 10000 h 10000"/>
              <a:gd name="connsiteX4" fmla="*/ 10000 w 10000"/>
              <a:gd name="connsiteY4" fmla="*/ 8378 h 10000"/>
              <a:gd name="connsiteX0-1" fmla="*/ 0 w 8459"/>
              <a:gd name="connsiteY0-2" fmla="*/ 0 h 10000"/>
              <a:gd name="connsiteX1-3" fmla="*/ 10 w 8459"/>
              <a:gd name="connsiteY1-4" fmla="*/ 8378 h 10000"/>
              <a:gd name="connsiteX2-5" fmla="*/ 1961 w 8459"/>
              <a:gd name="connsiteY2-6" fmla="*/ 9961 h 10000"/>
              <a:gd name="connsiteX3-7" fmla="*/ 8459 w 8459"/>
              <a:gd name="connsiteY3-8" fmla="*/ 10000 h 10000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</a:cxnLst>
            <a:rect l="l" t="t" r="r" b="b"/>
            <a:pathLst>
              <a:path w="8459" h="10000">
                <a:moveTo>
                  <a:pt x="0" y="0"/>
                </a:moveTo>
                <a:cubicBezTo>
                  <a:pt x="3" y="2793"/>
                  <a:pt x="7" y="5585"/>
                  <a:pt x="10" y="8378"/>
                </a:cubicBezTo>
                <a:lnTo>
                  <a:pt x="1961" y="9961"/>
                </a:lnTo>
                <a:lnTo>
                  <a:pt x="8459" y="10000"/>
                </a:lnTo>
              </a:path>
            </a:pathLst>
          </a:custGeom>
          <a:noFill/>
          <a:ln w="44450">
            <a:solidFill>
              <a:srgbClr val="C00000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      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" name="Freeform 2"/>
          <p:cNvSpPr/>
          <p:nvPr/>
        </p:nvSpPr>
        <p:spPr>
          <a:xfrm flipH="1">
            <a:off x="8627458" y="2106453"/>
            <a:ext cx="1822537" cy="3263030"/>
          </a:xfrm>
          <a:custGeom>
            <a:avLst/>
            <a:gdLst>
              <a:gd name="connsiteX0" fmla="*/ 1822537 w 1822537"/>
              <a:gd name="connsiteY0" fmla="*/ 3263030 h 3263030"/>
              <a:gd name="connsiteX1" fmla="*/ 6263 w 1822537"/>
              <a:gd name="connsiteY1" fmla="*/ 2743200 h 3263030"/>
              <a:gd name="connsiteX2" fmla="*/ 0 w 1822537"/>
              <a:gd name="connsiteY2" fmla="*/ 0 h 32630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822537" h="3263030">
                <a:moveTo>
                  <a:pt x="1822537" y="3263030"/>
                </a:moveTo>
                <a:lnTo>
                  <a:pt x="6263" y="2743200"/>
                </a:lnTo>
                <a:cubicBezTo>
                  <a:pt x="4175" y="1828800"/>
                  <a:pt x="2088" y="914400"/>
                  <a:pt x="0" y="0"/>
                </a:cubicBezTo>
              </a:path>
            </a:pathLst>
          </a:custGeom>
          <a:noFill/>
          <a:ln w="44450">
            <a:solidFill>
              <a:srgbClr val="C00000"/>
            </a:solidFill>
            <a:tailEnd type="triangle" w="med" len="sm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                   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" name="Rectangle 3"/>
          <p:cNvSpPr txBox="1">
            <a:spLocks noChangeArrowheads="1"/>
          </p:cNvSpPr>
          <p:nvPr/>
        </p:nvSpPr>
        <p:spPr>
          <a:xfrm>
            <a:off x="1882900" y="5634038"/>
            <a:ext cx="9529651" cy="542925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None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你会如何定义/讨论航空旅行系统？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cxnSp>
        <p:nvCxnSpPr>
          <p:cNvPr id="5" name="Straight Arrow Connector 4"/>
          <p:cNvCxnSpPr/>
          <p:nvPr/>
        </p:nvCxnSpPr>
        <p:spPr>
          <a:xfrm>
            <a:off x="1564598" y="1798817"/>
            <a:ext cx="7600013" cy="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TextBox 7"/>
          <p:cNvSpPr txBox="1"/>
          <p:nvPr/>
        </p:nvSpPr>
        <p:spPr>
          <a:xfrm>
            <a:off x="2473378" y="1558977"/>
            <a:ext cx="5581913" cy="461665"/>
          </a:xfrm>
          <a:prstGeom prst="rect">
            <a:avLst/>
          </a:prstGeom>
          <a:solidFill>
            <a:schemeClr val="bg1"/>
          </a:solidFill>
        </p:spPr>
        <p:txBody>
          <a:bodyPr wrap="none" rtlCol="0">
            <a:spAutoFit/>
          </a:bodyPr>
          <a:lstStyle/>
          <a:p>
            <a:r>
              <a:rPr lang="en-US" sz="2400" i="1" dirty="0"/>
              <a:t>人员和行李的端到端运输</a:t>
            </a:r>
            <a:endParaRPr lang="en-US" sz="2400" i="1" dirty="0"/>
          </a:p>
        </p:txBody>
      </p:sp>
      <p:grpSp>
        <p:nvGrpSpPr>
          <p:cNvPr id="21" name="Group 20"/>
          <p:cNvGrpSpPr/>
          <p:nvPr/>
        </p:nvGrpSpPr>
        <p:grpSpPr>
          <a:xfrm>
            <a:off x="4267725" y="1021517"/>
            <a:ext cx="1528763" cy="620713"/>
            <a:chOff x="-1042195" y="4302698"/>
            <a:chExt cx="1528763" cy="620713"/>
          </a:xfrm>
        </p:grpSpPr>
        <p:pic>
          <p:nvPicPr>
            <p:cNvPr id="22" name="Picture 11" descr="yylgaifm[1]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1042195" y="4463036"/>
              <a:ext cx="1528763" cy="4603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3" name="Line 12"/>
            <p:cNvSpPr>
              <a:spLocks noChangeShapeType="1"/>
            </p:cNvSpPr>
            <p:nvPr/>
          </p:nvSpPr>
          <p:spPr bwMode="auto">
            <a:xfrm>
              <a:off x="-561182" y="4302698"/>
              <a:ext cx="450850" cy="158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" name="Line 13"/>
            <p:cNvSpPr>
              <a:spLocks noChangeShapeType="1"/>
            </p:cNvSpPr>
            <p:nvPr/>
          </p:nvSpPr>
          <p:spPr bwMode="auto">
            <a:xfrm>
              <a:off x="-408782" y="4455098"/>
              <a:ext cx="450850" cy="158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" name="Line 14"/>
            <p:cNvSpPr>
              <a:spLocks noChangeShapeType="1"/>
            </p:cNvSpPr>
            <p:nvPr/>
          </p:nvSpPr>
          <p:spPr bwMode="auto">
            <a:xfrm>
              <a:off x="-256382" y="4607498"/>
              <a:ext cx="450850" cy="158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7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引言：1-</a:t>
            </a:r>
            <a:fld id="{C4204591-24BD-A542-B9D5-F8D8A88D2FEE}" type="slidenum">
              <a:rPr lang="en-US" smtClean="0"/>
            </a:fld>
            <a:endParaRPr lang="en-US" dirty="0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med" p14:dur="700">
        <p:fade/>
      </p:transition>
    </mc:Choice>
    <mc:Fallback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1" dur="500"/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1000"/>
                            </p:stCondLst>
                            <p:childTnLst>
                              <p:par>
                                <p:cTn id="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2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5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9" grpId="0"/>
      <p:bldP spid="10" grpId="0"/>
      <p:bldP spid="11" grpId="0"/>
      <p:bldP spid="12" grpId="0" animBg="1"/>
      <p:bldP spid="3" grpId="0" animBg="1"/>
      <p:bldP spid="15" grpId="0" build="allAtOnce"/>
    </p:bld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" name="Group 18"/>
          <p:cNvGrpSpPr/>
          <p:nvPr/>
        </p:nvGrpSpPr>
        <p:grpSpPr>
          <a:xfrm>
            <a:off x="464981" y="2052861"/>
            <a:ext cx="10432006" cy="2708042"/>
            <a:chOff x="464981" y="1753061"/>
            <a:chExt cx="10432006" cy="2708042"/>
          </a:xfrm>
        </p:grpSpPr>
        <p:sp>
          <p:nvSpPr>
            <p:cNvPr id="41" name="Rectangle 40"/>
            <p:cNvSpPr/>
            <p:nvPr/>
          </p:nvSpPr>
          <p:spPr>
            <a:xfrm>
              <a:off x="464981" y="4061418"/>
              <a:ext cx="10421481" cy="399685"/>
            </a:xfrm>
            <a:prstGeom prst="rect">
              <a:avLst/>
            </a:prstGeom>
            <a:solidFill>
              <a:schemeClr val="accent1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" name="Rectangle 39"/>
            <p:cNvSpPr/>
            <p:nvPr/>
          </p:nvSpPr>
          <p:spPr>
            <a:xfrm>
              <a:off x="475506" y="3495132"/>
              <a:ext cx="10421481" cy="399685"/>
            </a:xfrm>
            <a:prstGeom prst="rect">
              <a:avLst/>
            </a:prstGeom>
            <a:solidFill>
              <a:schemeClr val="accent1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9" name="Rectangle 38"/>
            <p:cNvSpPr/>
            <p:nvPr/>
          </p:nvSpPr>
          <p:spPr>
            <a:xfrm>
              <a:off x="470508" y="2945434"/>
              <a:ext cx="10421481" cy="399685"/>
            </a:xfrm>
            <a:prstGeom prst="rect">
              <a:avLst/>
            </a:prstGeom>
            <a:solidFill>
              <a:schemeClr val="accent1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" name="Rectangle 37"/>
            <p:cNvSpPr/>
            <p:nvPr/>
          </p:nvSpPr>
          <p:spPr>
            <a:xfrm>
              <a:off x="471525" y="2357714"/>
              <a:ext cx="10421481" cy="399685"/>
            </a:xfrm>
            <a:prstGeom prst="rect">
              <a:avLst/>
            </a:prstGeom>
            <a:solidFill>
              <a:schemeClr val="accent1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" name="Rectangle 16"/>
            <p:cNvSpPr/>
            <p:nvPr/>
          </p:nvSpPr>
          <p:spPr>
            <a:xfrm>
              <a:off x="464982" y="1753061"/>
              <a:ext cx="10421481" cy="399685"/>
            </a:xfrm>
            <a:prstGeom prst="rect">
              <a:avLst/>
            </a:prstGeom>
            <a:solidFill>
              <a:schemeClr val="accent1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5" name="Group 14"/>
          <p:cNvGrpSpPr/>
          <p:nvPr/>
        </p:nvGrpSpPr>
        <p:grpSpPr>
          <a:xfrm>
            <a:off x="7572969" y="1945699"/>
            <a:ext cx="2929467" cy="2895601"/>
            <a:chOff x="1574800" y="1788319"/>
            <a:chExt cx="2929467" cy="2895601"/>
          </a:xfrm>
        </p:grpSpPr>
        <p:sp>
          <p:nvSpPr>
            <p:cNvPr id="28" name="Rectangle 27"/>
            <p:cNvSpPr/>
            <p:nvPr/>
          </p:nvSpPr>
          <p:spPr>
            <a:xfrm>
              <a:off x="1591733" y="1788319"/>
              <a:ext cx="2794000" cy="2895601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29" name="Straight Connector 28"/>
            <p:cNvCxnSpPr/>
            <p:nvPr/>
          </p:nvCxnSpPr>
          <p:spPr>
            <a:xfrm>
              <a:off x="1574800" y="2421466"/>
              <a:ext cx="2929467" cy="0"/>
            </a:xfrm>
            <a:prstGeom prst="line">
              <a:avLst/>
            </a:prstGeom>
            <a:ln w="2540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/>
            <p:cNvCxnSpPr/>
            <p:nvPr/>
          </p:nvCxnSpPr>
          <p:spPr>
            <a:xfrm>
              <a:off x="1574800" y="3009694"/>
              <a:ext cx="2929467" cy="0"/>
            </a:xfrm>
            <a:prstGeom prst="line">
              <a:avLst/>
            </a:prstGeom>
            <a:ln w="2540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/>
            <p:cNvCxnSpPr/>
            <p:nvPr/>
          </p:nvCxnSpPr>
          <p:spPr>
            <a:xfrm>
              <a:off x="1574800" y="3581400"/>
              <a:ext cx="2929467" cy="0"/>
            </a:xfrm>
            <a:prstGeom prst="line">
              <a:avLst/>
            </a:prstGeom>
            <a:ln w="2540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/>
            <p:cNvCxnSpPr/>
            <p:nvPr/>
          </p:nvCxnSpPr>
          <p:spPr>
            <a:xfrm>
              <a:off x="1574800" y="4115129"/>
              <a:ext cx="2929467" cy="0"/>
            </a:xfrm>
            <a:prstGeom prst="line">
              <a:avLst/>
            </a:prstGeom>
            <a:ln w="2540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" name="Rectangle 3"/>
          <p:cNvSpPr/>
          <p:nvPr/>
        </p:nvSpPr>
        <p:spPr>
          <a:xfrm>
            <a:off x="965209" y="1935719"/>
            <a:ext cx="2794000" cy="289560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MS PGothic" panose="020B0600070205080204" pitchFamily="34" charset="-128"/>
              </a:rPr>
              <a:t>例子：航空旅行的组织</a:t>
            </a:r>
            <a:r>
              <a:rPr lang="en-US" altLang="en-US" dirty="0">
                <a:ea typeface="MS PGothic" panose="020B0600070205080204" pitchFamily="34" charset="-128"/>
              </a:rPr>
              <a:t/>
            </a:r>
            <a:r>
              <a:rPr lang="en-US" altLang="en-US" sz="4400" dirty="0">
                <a:ea typeface="MS PGothic" panose="020B0600070205080204" pitchFamily="34" charset="-128"/>
              </a:rPr>
              <a:t/>
            </a:r>
            <a:endParaRPr lang="en-US" altLang="en-US" sz="4400" dirty="0">
              <a:ea typeface="MS PGothic" panose="020B0600070205080204" pitchFamily="34" charset="-128"/>
            </a:endParaRPr>
          </a:p>
        </p:txBody>
      </p:sp>
      <p:sp>
        <p:nvSpPr>
          <p:cNvPr id="9" name="Text Box 5"/>
          <p:cNvSpPr txBox="1">
            <a:spLocks noChangeArrowheads="1"/>
          </p:cNvSpPr>
          <p:nvPr/>
        </p:nvSpPr>
        <p:spPr bwMode="auto">
          <a:xfrm>
            <a:off x="1110119" y="1935719"/>
            <a:ext cx="2616935" cy="28478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机票（购买）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行李（托运）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登机口（登机）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跑道起飞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飞机航线安排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" name="Text Box 6"/>
          <p:cNvSpPr txBox="1">
            <a:spLocks noChangeArrowheads="1"/>
          </p:cNvSpPr>
          <p:nvPr/>
        </p:nvSpPr>
        <p:spPr bwMode="auto">
          <a:xfrm>
            <a:off x="7623765" y="1942018"/>
            <a:ext cx="2625654" cy="28478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机票（投诉）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行李（提取）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登机口（下机）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跑道降落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飞机航线安排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cxnSp>
        <p:nvCxnSpPr>
          <p:cNvPr id="8" name="Straight Connector 7"/>
          <p:cNvCxnSpPr/>
          <p:nvPr/>
        </p:nvCxnSpPr>
        <p:spPr>
          <a:xfrm>
            <a:off x="948276" y="2568866"/>
            <a:ext cx="2929467" cy="0"/>
          </a:xfrm>
          <a:prstGeom prst="line">
            <a:avLst/>
          </a:prstGeom>
          <a:ln w="254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Straight Connector 19"/>
          <p:cNvCxnSpPr/>
          <p:nvPr/>
        </p:nvCxnSpPr>
        <p:spPr>
          <a:xfrm>
            <a:off x="948276" y="3157094"/>
            <a:ext cx="2929467" cy="0"/>
          </a:xfrm>
          <a:prstGeom prst="line">
            <a:avLst/>
          </a:prstGeom>
          <a:ln w="254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Straight Connector 25"/>
          <p:cNvCxnSpPr/>
          <p:nvPr/>
        </p:nvCxnSpPr>
        <p:spPr>
          <a:xfrm>
            <a:off x="948276" y="3728800"/>
            <a:ext cx="2929467" cy="0"/>
          </a:xfrm>
          <a:prstGeom prst="line">
            <a:avLst/>
          </a:prstGeom>
          <a:ln w="254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Straight Connector 26"/>
          <p:cNvCxnSpPr/>
          <p:nvPr/>
        </p:nvCxnSpPr>
        <p:spPr>
          <a:xfrm>
            <a:off x="948276" y="4262529"/>
            <a:ext cx="2929467" cy="0"/>
          </a:xfrm>
          <a:prstGeom prst="line">
            <a:avLst/>
          </a:prstGeom>
          <a:ln w="254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Rectangle 15"/>
          <p:cNvSpPr/>
          <p:nvPr/>
        </p:nvSpPr>
        <p:spPr>
          <a:xfrm>
            <a:off x="4260623" y="4272051"/>
            <a:ext cx="2794000" cy="5687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1" name="Text Box 7"/>
          <p:cNvSpPr txBox="1">
            <a:spLocks noChangeArrowheads="1"/>
          </p:cNvSpPr>
          <p:nvPr/>
        </p:nvSpPr>
        <p:spPr bwMode="auto">
          <a:xfrm>
            <a:off x="4453486" y="4300858"/>
            <a:ext cx="2511265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飞机航线安排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grpSp>
        <p:nvGrpSpPr>
          <p:cNvPr id="60" name="Group 59"/>
          <p:cNvGrpSpPr/>
          <p:nvPr/>
        </p:nvGrpSpPr>
        <p:grpSpPr>
          <a:xfrm>
            <a:off x="3948545" y="1999560"/>
            <a:ext cx="3522823" cy="2811596"/>
            <a:chOff x="3948545" y="1699760"/>
            <a:chExt cx="3522823" cy="2811596"/>
          </a:xfrm>
        </p:grpSpPr>
        <p:sp>
          <p:nvSpPr>
            <p:cNvPr id="42" name="TextBox 41"/>
            <p:cNvSpPr txBox="1"/>
            <p:nvPr/>
          </p:nvSpPr>
          <p:spPr>
            <a:xfrm>
              <a:off x="4400060" y="1699760"/>
              <a:ext cx="2507418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28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订票服务</a:t>
              </a:r>
              <a:endPara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3" name="TextBox 42"/>
            <p:cNvSpPr txBox="1"/>
            <p:nvPr/>
          </p:nvSpPr>
          <p:spPr>
            <a:xfrm>
              <a:off x="4384331" y="2292643"/>
              <a:ext cx="2542106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28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行李服务</a:t>
              </a:r>
              <a:endPara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4" name="TextBox 43"/>
            <p:cNvSpPr txBox="1"/>
            <p:nvPr/>
          </p:nvSpPr>
          <p:spPr>
            <a:xfrm>
              <a:off x="4686266" y="2872078"/>
              <a:ext cx="1921103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28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登机口服务</a:t>
              </a:r>
              <a:endPara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5" name="TextBox 44"/>
            <p:cNvSpPr txBox="1"/>
            <p:nvPr/>
          </p:nvSpPr>
          <p:spPr>
            <a:xfrm>
              <a:off x="4485939" y="3451513"/>
              <a:ext cx="2354234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28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跑道服务</a:t>
              </a:r>
              <a:endPara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9" name="Group 58"/>
            <p:cNvGrpSpPr/>
            <p:nvPr/>
          </p:nvGrpSpPr>
          <p:grpSpPr>
            <a:xfrm>
              <a:off x="3948545" y="3988136"/>
              <a:ext cx="3522823" cy="523220"/>
              <a:chOff x="3976681" y="3974068"/>
              <a:chExt cx="3522823" cy="523220"/>
            </a:xfrm>
          </p:grpSpPr>
          <p:sp>
            <p:nvSpPr>
              <p:cNvPr id="51" name="Rectangle 50"/>
              <p:cNvSpPr/>
              <p:nvPr/>
            </p:nvSpPr>
            <p:spPr>
              <a:xfrm>
                <a:off x="3976681" y="4046279"/>
                <a:ext cx="3522823" cy="402622"/>
              </a:xfrm>
              <a:prstGeom prst="rect">
                <a:avLst/>
              </a:prstGeom>
              <a:solidFill>
                <a:schemeClr val="accent1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" name="TextBox 57"/>
              <p:cNvSpPr txBox="1"/>
              <p:nvPr/>
            </p:nvSpPr>
            <p:spPr>
              <a:xfrm>
                <a:off x="4506558" y="3974068"/>
                <a:ext cx="2327304" cy="5232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2800" b="0" i="1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航线服务</a:t>
                </a:r>
                <a:endParaRPr kumimoji="0" lang="en-US" sz="28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61" name="Rectangle 40"/>
          <p:cNvSpPr txBox="1">
            <a:spLocks noChangeArrowheads="1"/>
          </p:cNvSpPr>
          <p:nvPr/>
        </p:nvSpPr>
        <p:spPr>
          <a:xfrm>
            <a:off x="2393447" y="5094287"/>
            <a:ext cx="7613650" cy="176371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None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分层：每一层实现一种服务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通过本层内部动作实现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Arial" panose="020B0604020202020204" pitchFamily="34" charset="0"/>
              <a:cs typeface="+mn-cs"/>
            </a:endParaRP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并依赖下层提供的服务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Arial" panose="020B0604020202020204" pitchFamily="34" charset="0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None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33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引言：1-</a:t>
            </a:r>
            <a:fld id="{C4204591-24BD-A542-B9D5-F8D8A88D2FEE}" type="slidenum">
              <a:rPr lang="en-US" smtClean="0"/>
            </a:fld>
            <a:endParaRPr lang="en-US" dirty="0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med" p14:dur="700">
        <p:fade/>
      </p:transition>
    </mc:Choice>
    <mc:Fallback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MS PGothic" panose="020B0600070205080204" pitchFamily="34" charset="-128"/>
              </a:rPr>
              <a:t>为什么要分层？</a:t>
            </a:r>
            <a:endParaRPr lang="en-US" sz="4400" dirty="0"/>
          </a:p>
        </p:txBody>
      </p:sp>
      <p:sp>
        <p:nvSpPr>
          <p:cNvPr id="17" name="Rectangle 5"/>
          <p:cNvSpPr txBox="1">
            <a:spLocks noChangeArrowheads="1"/>
          </p:cNvSpPr>
          <p:nvPr/>
        </p:nvSpPr>
        <p:spPr>
          <a:xfrm>
            <a:off x="780297" y="1203575"/>
            <a:ext cx="10162523" cy="492270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None/>
              <a:defRPr/>
            </a:pPr>
            <a:r>
              <a:rPr kumimoji="0" lang="en-US" altLang="en-US" sz="3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设计/讨论复杂系统的一种方法：</a:t>
            </a:r>
            <a:endParaRPr kumimoji="0" lang="en-US" altLang="en-US" sz="3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" name="Rectangle 5"/>
          <p:cNvSpPr txBox="1">
            <a:spLocks noChangeArrowheads="1"/>
          </p:cNvSpPr>
          <p:nvPr/>
        </p:nvSpPr>
        <p:spPr>
          <a:xfrm>
            <a:off x="722834" y="1935296"/>
            <a:ext cx="7431816" cy="434558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573405" marR="0" lvl="0" indent="-355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清晰结构有助于识别系统各部分及其关系</a:t>
            </a:r>
            <a:r>
              <a:rPr kumimoji="0" lang="en-US" altLang="ja-JP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endParaRPr kumimoji="0" lang="en-US" altLang="ja-JP" sz="3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  <a:p>
            <a:pPr marL="982980" marR="0" lvl="1" indent="-355600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分层参考模型便于讨论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/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/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Arial" panose="020B0604020202020204" pitchFamily="34" charset="0"/>
              <a:cs typeface="+mn-cs"/>
            </a:endParaRPr>
          </a:p>
          <a:p>
            <a:pPr marL="573405" marR="0" lvl="0" indent="-355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模块化使系统维护和更新更容易</a:t>
            </a: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  <a:p>
            <a:pPr marL="982980" marR="0" lvl="1" indent="-355600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改变某层服务的实现：对系统其余部分透明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r>
              <a:rPr kumimoji="0" lang="en-US" altLang="ja-JP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endParaRPr kumimoji="0" lang="en-US" altLang="ja-JP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  <a:p>
            <a:pPr marL="982980" marR="0" lvl="1" indent="-355600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例如，改变登机口流程不会影响系统其他部分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endParaRPr kumimoji="0" lang="en-US" altLang="ja-JP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引言：1-</a:t>
            </a:r>
            <a:fld id="{C4204591-24BD-A542-B9D5-F8D8A88D2FEE}" type="slidenum">
              <a:rPr lang="en-US" smtClean="0"/>
            </a:fld>
            <a:endParaRPr lang="en-US" dirty="0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med" p14:dur="700">
        <p:fade/>
      </p:transition>
    </mc:Choice>
    <mc:Fallback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10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1000"/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1000"/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1000"/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1000"/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MS PGothic" panose="020B0600070205080204" pitchFamily="34" charset="-128"/>
              </a:rPr>
              <a:t>分层的互联网协议栈</a:t>
            </a:r>
            <a:r>
              <a:rPr lang="en-US" altLang="en-US" dirty="0">
                <a:ea typeface="MS PGothic" panose="020B0600070205080204" pitchFamily="34" charset="-128"/>
              </a:rPr>
              <a:t/>
            </a:r>
            <a:r>
              <a:rPr lang="en-US" altLang="en-US" sz="4400" dirty="0">
                <a:ea typeface="MS PGothic" panose="020B0600070205080204" pitchFamily="34" charset="-128"/>
              </a:rPr>
              <a:t/>
            </a:r>
            <a:endParaRPr lang="en-US" sz="4400" dirty="0"/>
          </a:p>
        </p:txBody>
      </p:sp>
      <p:sp>
        <p:nvSpPr>
          <p:cNvPr id="17" name="Rectangle 5"/>
          <p:cNvSpPr txBox="1">
            <a:spLocks noChangeArrowheads="1"/>
          </p:cNvSpPr>
          <p:nvPr/>
        </p:nvSpPr>
        <p:spPr>
          <a:xfrm>
            <a:off x="979383" y="1472008"/>
            <a:ext cx="7368749" cy="492270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655" marR="0" lvl="0" indent="-287655" algn="l" defTabSz="914400" rtl="0" eaLnBrk="1" fontAlgn="auto" latinLnBrk="0" hangingPunct="1">
              <a:lnSpc>
                <a:spcPct val="8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应用层：支持网络应用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  <a:p>
            <a:pPr marL="682625" marR="0" lvl="1" indent="-225425" algn="l" defTabSz="914400" rtl="0" eaLnBrk="1" fontAlgn="auto" latinLnBrk="0" hangingPunct="1">
              <a:lnSpc>
                <a:spcPct val="8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HTTP, IMAP, SMTP, DNS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Arial" panose="020B0604020202020204" pitchFamily="34" charset="0"/>
              <a:cs typeface="+mn-cs"/>
            </a:endParaRPr>
          </a:p>
          <a:p>
            <a:pPr marL="287655" marR="0" lvl="0" indent="-287655" algn="l" defTabSz="914400" rtl="0" eaLnBrk="1" fontAlgn="auto" latinLnBrk="0" hangingPunct="1">
              <a:lnSpc>
                <a:spcPct val="8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传输层：进程到进程的数据传输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  <a:p>
            <a:pPr marL="682625" marR="0" lvl="1" indent="-225425" algn="l" defTabSz="914400" rtl="0" eaLnBrk="1" fontAlgn="auto" latinLnBrk="0" hangingPunct="1">
              <a:lnSpc>
                <a:spcPct val="8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TCP, UDP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Arial" panose="020B0604020202020204" pitchFamily="34" charset="0"/>
              <a:cs typeface="+mn-cs"/>
            </a:endParaRPr>
          </a:p>
          <a:p>
            <a:pPr marL="287655" marR="0" lvl="0" indent="-287655" algn="l" defTabSz="914400" rtl="0" eaLnBrk="1" fontAlgn="auto" latinLnBrk="0" hangingPunct="1">
              <a:lnSpc>
                <a:spcPct val="8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网络层：将数据报从源路由到目的地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  <a:p>
            <a:pPr marL="682625" marR="0" lvl="1" indent="-225425" algn="l" defTabSz="914400" rtl="0" eaLnBrk="1" fontAlgn="auto" latinLnBrk="0" hangingPunct="1">
              <a:lnSpc>
                <a:spcPct val="8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IP、路由协议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Arial" panose="020B0604020202020204" pitchFamily="34" charset="0"/>
              <a:cs typeface="+mn-cs"/>
            </a:endParaRPr>
          </a:p>
          <a:p>
            <a:pPr marL="287655" marR="0" lvl="0" indent="-287655" algn="l" defTabSz="914400" rtl="0" eaLnBrk="1" fontAlgn="auto" latinLnBrk="0" hangingPunct="1">
              <a:lnSpc>
                <a:spcPct val="8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链路层：相邻网络元素之间的数据传输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  <a:p>
            <a:pPr marL="682625" marR="0" lvl="1" indent="-225425" algn="l" defTabSz="914400" rtl="0" eaLnBrk="1" fontAlgn="auto" latinLnBrk="0" hangingPunct="1">
              <a:lnSpc>
                <a:spcPct val="8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Ethernet、802.11（WiFi）、PPP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Arial" panose="020B0604020202020204" pitchFamily="34" charset="0"/>
              <a:cs typeface="+mn-cs"/>
            </a:endParaRPr>
          </a:p>
          <a:p>
            <a:pPr marL="287655" marR="0" lvl="0" indent="-287655" algn="l" defTabSz="914400" rtl="0" eaLnBrk="1" fontAlgn="auto" latinLnBrk="0" hangingPunct="1">
              <a:lnSpc>
                <a:spcPct val="8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物理层：“线缆上”的比特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endParaRPr kumimoji="0" lang="en-US" altLang="ja-JP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8" name="Rectangle 6"/>
          <p:cNvSpPr>
            <a:spLocks noChangeArrowheads="1"/>
          </p:cNvSpPr>
          <p:nvPr/>
        </p:nvSpPr>
        <p:spPr bwMode="auto">
          <a:xfrm>
            <a:off x="8913284" y="1902006"/>
            <a:ext cx="1892300" cy="3530600"/>
          </a:xfrm>
          <a:prstGeom prst="rect">
            <a:avLst/>
          </a:prstGeom>
          <a:solidFill>
            <a:schemeClr val="bg1"/>
          </a:solidFill>
          <a:ln w="38100">
            <a:solidFill>
              <a:schemeClr val="tx1"/>
            </a:solidFill>
            <a:miter lim="800000"/>
          </a:ln>
          <a:effectLst>
            <a:outerShdw blurRad="304800" dist="38100" dir="18900000" algn="bl" rotWithShape="0">
              <a:prstClr val="black">
                <a:alpha val="40000"/>
              </a:prstClr>
            </a:outerShdw>
          </a:effec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ts val="206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" name="Text Box 7"/>
          <p:cNvSpPr txBox="1">
            <a:spLocks noChangeArrowheads="1"/>
          </p:cNvSpPr>
          <p:nvPr/>
        </p:nvSpPr>
        <p:spPr bwMode="auto">
          <a:xfrm>
            <a:off x="9503820" y="4217549"/>
            <a:ext cx="700833" cy="4564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ts val="276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链路层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" name="Line 8"/>
          <p:cNvSpPr>
            <a:spLocks noChangeShapeType="1"/>
          </p:cNvSpPr>
          <p:nvPr/>
        </p:nvSpPr>
        <p:spPr bwMode="auto">
          <a:xfrm>
            <a:off x="8906934" y="2637698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ts val="206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1" name="Line 9"/>
          <p:cNvSpPr>
            <a:spLocks noChangeShapeType="1"/>
          </p:cNvSpPr>
          <p:nvPr/>
        </p:nvSpPr>
        <p:spPr bwMode="auto">
          <a:xfrm>
            <a:off x="8906934" y="3342548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ts val="206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2" name="Line 10"/>
          <p:cNvSpPr>
            <a:spLocks noChangeShapeType="1"/>
          </p:cNvSpPr>
          <p:nvPr/>
        </p:nvSpPr>
        <p:spPr bwMode="auto">
          <a:xfrm>
            <a:off x="8906934" y="4053748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ts val="206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" name="Line 11"/>
          <p:cNvSpPr>
            <a:spLocks noChangeShapeType="1"/>
          </p:cNvSpPr>
          <p:nvPr/>
        </p:nvSpPr>
        <p:spPr bwMode="auto">
          <a:xfrm>
            <a:off x="8906934" y="4764948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ts val="206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" name="Text Box 7"/>
          <p:cNvSpPr txBox="1">
            <a:spLocks noChangeArrowheads="1"/>
          </p:cNvSpPr>
          <p:nvPr/>
        </p:nvSpPr>
        <p:spPr bwMode="auto">
          <a:xfrm>
            <a:off x="8942478" y="2070093"/>
            <a:ext cx="1795813" cy="4564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ts val="276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应用层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5" name="Text Box 7"/>
          <p:cNvSpPr txBox="1">
            <a:spLocks noChangeArrowheads="1"/>
          </p:cNvSpPr>
          <p:nvPr/>
        </p:nvSpPr>
        <p:spPr bwMode="auto">
          <a:xfrm>
            <a:off x="9139934" y="3510968"/>
            <a:ext cx="1400896" cy="4564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ts val="276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网络层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6" name="Text Box 7"/>
          <p:cNvSpPr txBox="1">
            <a:spLocks noChangeArrowheads="1"/>
          </p:cNvSpPr>
          <p:nvPr/>
        </p:nvSpPr>
        <p:spPr bwMode="auto">
          <a:xfrm>
            <a:off x="9024889" y="2776676"/>
            <a:ext cx="1547860" cy="4564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ts val="276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传输层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8" name="Text Box 7"/>
          <p:cNvSpPr txBox="1">
            <a:spLocks noChangeArrowheads="1"/>
          </p:cNvSpPr>
          <p:nvPr/>
        </p:nvSpPr>
        <p:spPr bwMode="auto">
          <a:xfrm>
            <a:off x="9197943" y="4884466"/>
            <a:ext cx="1340302" cy="4564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ts val="276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物理层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grpSp>
        <p:nvGrpSpPr>
          <p:cNvPr id="4" name="Group 3"/>
          <p:cNvGrpSpPr/>
          <p:nvPr/>
        </p:nvGrpSpPr>
        <p:grpSpPr>
          <a:xfrm>
            <a:off x="8931728" y="1894114"/>
            <a:ext cx="1877786" cy="734786"/>
            <a:chOff x="8980714" y="751114"/>
            <a:chExt cx="1877786" cy="734786"/>
          </a:xfrm>
        </p:grpSpPr>
        <p:sp>
          <p:nvSpPr>
            <p:cNvPr id="3" name="Rectangle 2"/>
            <p:cNvSpPr/>
            <p:nvPr/>
          </p:nvSpPr>
          <p:spPr>
            <a:xfrm>
              <a:off x="8980714" y="751114"/>
              <a:ext cx="1877786" cy="734786"/>
            </a:xfrm>
            <a:prstGeom prst="rect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9" name="Text Box 7"/>
            <p:cNvSpPr txBox="1">
              <a:spLocks noChangeArrowheads="1"/>
            </p:cNvSpPr>
            <p:nvPr/>
          </p:nvSpPr>
          <p:spPr bwMode="auto">
            <a:xfrm>
              <a:off x="9029564" y="899878"/>
              <a:ext cx="1795813" cy="456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276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应用层</a:t>
              </a: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20" name="Group 19"/>
          <p:cNvGrpSpPr/>
          <p:nvPr/>
        </p:nvGrpSpPr>
        <p:grpSpPr>
          <a:xfrm>
            <a:off x="8933979" y="2649498"/>
            <a:ext cx="1861418" cy="688224"/>
            <a:chOff x="8993850" y="766270"/>
            <a:chExt cx="1861418" cy="688224"/>
          </a:xfrm>
        </p:grpSpPr>
        <p:sp>
          <p:nvSpPr>
            <p:cNvPr id="21" name="Rectangle 20"/>
            <p:cNvSpPr/>
            <p:nvPr/>
          </p:nvSpPr>
          <p:spPr>
            <a:xfrm>
              <a:off x="8993850" y="766270"/>
              <a:ext cx="1861418" cy="688224"/>
            </a:xfrm>
            <a:prstGeom prst="rect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2" name="Text Box 7"/>
            <p:cNvSpPr txBox="1">
              <a:spLocks noChangeArrowheads="1"/>
            </p:cNvSpPr>
            <p:nvPr/>
          </p:nvSpPr>
          <p:spPr bwMode="auto">
            <a:xfrm>
              <a:off x="9153542" y="899878"/>
              <a:ext cx="1547860" cy="456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276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传输层</a:t>
              </a: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23" name="Group 22"/>
          <p:cNvGrpSpPr/>
          <p:nvPr/>
        </p:nvGrpSpPr>
        <p:grpSpPr>
          <a:xfrm>
            <a:off x="8931286" y="3357646"/>
            <a:ext cx="1861418" cy="677992"/>
            <a:chOff x="8993850" y="766270"/>
            <a:chExt cx="1861418" cy="677992"/>
          </a:xfrm>
        </p:grpSpPr>
        <p:sp>
          <p:nvSpPr>
            <p:cNvPr id="24" name="Rectangle 23"/>
            <p:cNvSpPr/>
            <p:nvPr/>
          </p:nvSpPr>
          <p:spPr>
            <a:xfrm>
              <a:off x="8993850" y="766270"/>
              <a:ext cx="1861418" cy="677992"/>
            </a:xfrm>
            <a:prstGeom prst="rect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5" name="Text Box 7"/>
            <p:cNvSpPr txBox="1">
              <a:spLocks noChangeArrowheads="1"/>
            </p:cNvSpPr>
            <p:nvPr/>
          </p:nvSpPr>
          <p:spPr bwMode="auto">
            <a:xfrm>
              <a:off x="9227024" y="899878"/>
              <a:ext cx="1400896" cy="456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276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网络层</a:t>
              </a: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26" name="Group 25"/>
          <p:cNvGrpSpPr/>
          <p:nvPr/>
        </p:nvGrpSpPr>
        <p:grpSpPr>
          <a:xfrm>
            <a:off x="8931824" y="4072257"/>
            <a:ext cx="1861418" cy="677992"/>
            <a:chOff x="8993850" y="766270"/>
            <a:chExt cx="1861418" cy="677992"/>
          </a:xfrm>
        </p:grpSpPr>
        <p:sp>
          <p:nvSpPr>
            <p:cNvPr id="27" name="Rectangle 26"/>
            <p:cNvSpPr/>
            <p:nvPr/>
          </p:nvSpPr>
          <p:spPr>
            <a:xfrm>
              <a:off x="8993850" y="766270"/>
              <a:ext cx="1861418" cy="677992"/>
            </a:xfrm>
            <a:prstGeom prst="rect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8" name="Text Box 7"/>
            <p:cNvSpPr txBox="1">
              <a:spLocks noChangeArrowheads="1"/>
            </p:cNvSpPr>
            <p:nvPr/>
          </p:nvSpPr>
          <p:spPr bwMode="auto">
            <a:xfrm>
              <a:off x="9577056" y="899878"/>
              <a:ext cx="700834" cy="456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276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链路层</a:t>
              </a: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</p:grpSp>
      <p:grpSp>
        <p:nvGrpSpPr>
          <p:cNvPr id="29" name="Group 28"/>
          <p:cNvGrpSpPr/>
          <p:nvPr/>
        </p:nvGrpSpPr>
        <p:grpSpPr>
          <a:xfrm>
            <a:off x="8925900" y="4785252"/>
            <a:ext cx="1861418" cy="639758"/>
            <a:chOff x="8993850" y="784041"/>
            <a:chExt cx="1861418" cy="639758"/>
          </a:xfrm>
        </p:grpSpPr>
        <p:sp>
          <p:nvSpPr>
            <p:cNvPr id="30" name="Rectangle 29"/>
            <p:cNvSpPr/>
            <p:nvPr/>
          </p:nvSpPr>
          <p:spPr>
            <a:xfrm>
              <a:off x="8993850" y="784041"/>
              <a:ext cx="1861418" cy="639758"/>
            </a:xfrm>
            <a:prstGeom prst="rect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1" name="Text Box 7"/>
            <p:cNvSpPr txBox="1">
              <a:spLocks noChangeArrowheads="1"/>
            </p:cNvSpPr>
            <p:nvPr/>
          </p:nvSpPr>
          <p:spPr bwMode="auto">
            <a:xfrm>
              <a:off x="9257324" y="899878"/>
              <a:ext cx="1340303" cy="456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276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物理层</a:t>
              </a: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32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引言：1-</a:t>
            </a:r>
            <a:fld id="{C4204591-24BD-A542-B9D5-F8D8A88D2FEE}" type="slidenum">
              <a:rPr lang="en-US" smtClean="0"/>
            </a:fld>
            <a:endParaRPr lang="en-US" dirty="0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med" p14:dur="700">
        <p:fade/>
      </p:transition>
    </mc:Choice>
    <mc:Fallback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1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6" dur="500"/>
                                        <p:tgtEl>
                                          <p:spTgt spid="1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9" dur="500"/>
                                        <p:tgtEl>
                                          <p:spTgt spid="1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51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5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0" dur="500"/>
                                        <p:tgtEl>
                                          <p:spTgt spid="17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2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6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0" name="Freeform 10"/>
          <p:cNvSpPr/>
          <p:nvPr/>
        </p:nvSpPr>
        <p:spPr bwMode="auto">
          <a:xfrm rot="10800000" flipH="1">
            <a:off x="10916607" y="1577038"/>
            <a:ext cx="450309" cy="4061761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  <a:gd name="connsiteX0" fmla="*/ 11593 w 11593"/>
              <a:gd name="connsiteY0" fmla="*/ 0 h 10109"/>
              <a:gd name="connsiteX1" fmla="*/ 0 w 11593"/>
              <a:gd name="connsiteY1" fmla="*/ 109 h 10109"/>
              <a:gd name="connsiteX2" fmla="*/ 0 w 11593"/>
              <a:gd name="connsiteY2" fmla="*/ 10109 h 10109"/>
              <a:gd name="connsiteX3" fmla="*/ 10000 w 11593"/>
              <a:gd name="connsiteY3" fmla="*/ 5606 h 10109"/>
              <a:gd name="connsiteX4" fmla="*/ 11593 w 11593"/>
              <a:gd name="connsiteY4" fmla="*/ 0 h 10109"/>
              <a:gd name="connsiteX0-1" fmla="*/ 11593 w 12080"/>
              <a:gd name="connsiteY0-2" fmla="*/ 0 h 10109"/>
              <a:gd name="connsiteX1-3" fmla="*/ 0 w 12080"/>
              <a:gd name="connsiteY1-4" fmla="*/ 109 h 10109"/>
              <a:gd name="connsiteX2-5" fmla="*/ 0 w 12080"/>
              <a:gd name="connsiteY2-6" fmla="*/ 10109 h 10109"/>
              <a:gd name="connsiteX3-7" fmla="*/ 12080 w 12080"/>
              <a:gd name="connsiteY3-8" fmla="*/ 1850 h 10109"/>
              <a:gd name="connsiteX4-9" fmla="*/ 11593 w 12080"/>
              <a:gd name="connsiteY4-10" fmla="*/ 0 h 10109"/>
              <a:gd name="connsiteX0-11" fmla="*/ 11593 w 12080"/>
              <a:gd name="connsiteY0-12" fmla="*/ 2239 h 12348"/>
              <a:gd name="connsiteX1-13" fmla="*/ 0 w 12080"/>
              <a:gd name="connsiteY1-14" fmla="*/ 0 h 12348"/>
              <a:gd name="connsiteX2-15" fmla="*/ 0 w 12080"/>
              <a:gd name="connsiteY2-16" fmla="*/ 12348 h 12348"/>
              <a:gd name="connsiteX3-17" fmla="*/ 12080 w 12080"/>
              <a:gd name="connsiteY3-18" fmla="*/ 4089 h 12348"/>
              <a:gd name="connsiteX4-19" fmla="*/ 11593 w 12080"/>
              <a:gd name="connsiteY4-20" fmla="*/ 2239 h 12348"/>
              <a:gd name="connsiteX0-21" fmla="*/ 12841 w 13328"/>
              <a:gd name="connsiteY0-22" fmla="*/ 10034 h 20143"/>
              <a:gd name="connsiteX1-23" fmla="*/ 0 w 13328"/>
              <a:gd name="connsiteY1-24" fmla="*/ 0 h 20143"/>
              <a:gd name="connsiteX2-25" fmla="*/ 1248 w 13328"/>
              <a:gd name="connsiteY2-26" fmla="*/ 20143 h 20143"/>
              <a:gd name="connsiteX3-27" fmla="*/ 13328 w 13328"/>
              <a:gd name="connsiteY3-28" fmla="*/ 11884 h 20143"/>
              <a:gd name="connsiteX4-29" fmla="*/ 12841 w 13328"/>
              <a:gd name="connsiteY4-30" fmla="*/ 10034 h 20143"/>
              <a:gd name="connsiteX0-31" fmla="*/ 12425 w 13328"/>
              <a:gd name="connsiteY0-32" fmla="*/ 0 h 21660"/>
              <a:gd name="connsiteX1-33" fmla="*/ 0 w 13328"/>
              <a:gd name="connsiteY1-34" fmla="*/ 1517 h 21660"/>
              <a:gd name="connsiteX2-35" fmla="*/ 1248 w 13328"/>
              <a:gd name="connsiteY2-36" fmla="*/ 21660 h 21660"/>
              <a:gd name="connsiteX3-37" fmla="*/ 13328 w 13328"/>
              <a:gd name="connsiteY3-38" fmla="*/ 13401 h 21660"/>
              <a:gd name="connsiteX4-39" fmla="*/ 12425 w 13328"/>
              <a:gd name="connsiteY4-40" fmla="*/ 0 h 21660"/>
              <a:gd name="connsiteX0-41" fmla="*/ 12425 w 12496"/>
              <a:gd name="connsiteY0-42" fmla="*/ 0 h 21660"/>
              <a:gd name="connsiteX1-43" fmla="*/ 0 w 12496"/>
              <a:gd name="connsiteY1-44" fmla="*/ 1517 h 21660"/>
              <a:gd name="connsiteX2-45" fmla="*/ 1248 w 12496"/>
              <a:gd name="connsiteY2-46" fmla="*/ 21660 h 21660"/>
              <a:gd name="connsiteX3-47" fmla="*/ 12496 w 12496"/>
              <a:gd name="connsiteY3-48" fmla="*/ 4855 h 21660"/>
              <a:gd name="connsiteX4-49" fmla="*/ 12425 w 12496"/>
              <a:gd name="connsiteY4-50" fmla="*/ 0 h 21660"/>
              <a:gd name="connsiteX0-51" fmla="*/ 12425 w 12496"/>
              <a:gd name="connsiteY0-52" fmla="*/ 0 h 21660"/>
              <a:gd name="connsiteX1-53" fmla="*/ 0 w 12496"/>
              <a:gd name="connsiteY1-54" fmla="*/ 1517 h 21660"/>
              <a:gd name="connsiteX2-55" fmla="*/ 1248 w 12496"/>
              <a:gd name="connsiteY2-56" fmla="*/ 21660 h 21660"/>
              <a:gd name="connsiteX3-57" fmla="*/ 12496 w 12496"/>
              <a:gd name="connsiteY3-58" fmla="*/ 4855 h 21660"/>
              <a:gd name="connsiteX4-59" fmla="*/ 12425 w 12496"/>
              <a:gd name="connsiteY4-60" fmla="*/ 0 h 21660"/>
              <a:gd name="connsiteX0-61" fmla="*/ 12425 w 12496"/>
              <a:gd name="connsiteY0-62" fmla="*/ 0 h 21660"/>
              <a:gd name="connsiteX1-63" fmla="*/ 0 w 12496"/>
              <a:gd name="connsiteY1-64" fmla="*/ 1517 h 21660"/>
              <a:gd name="connsiteX2-65" fmla="*/ 1248 w 12496"/>
              <a:gd name="connsiteY2-66" fmla="*/ 21660 h 21660"/>
              <a:gd name="connsiteX3-67" fmla="*/ 12496 w 12496"/>
              <a:gd name="connsiteY3-68" fmla="*/ 4855 h 21660"/>
              <a:gd name="connsiteX4-69" fmla="*/ 12425 w 12496"/>
              <a:gd name="connsiteY4-70" fmla="*/ 0 h 21660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</a:cxnLst>
            <a:rect l="l" t="t" r="r" b="b"/>
            <a:pathLst>
              <a:path w="12496" h="21660">
                <a:moveTo>
                  <a:pt x="12425" y="0"/>
                </a:moveTo>
                <a:lnTo>
                  <a:pt x="0" y="1517"/>
                </a:lnTo>
                <a:lnTo>
                  <a:pt x="1248" y="21660"/>
                </a:lnTo>
                <a:cubicBezTo>
                  <a:pt x="4581" y="12959"/>
                  <a:pt x="6667" y="10269"/>
                  <a:pt x="12496" y="4855"/>
                </a:cubicBezTo>
                <a:cubicBezTo>
                  <a:pt x="12472" y="3237"/>
                  <a:pt x="12449" y="1618"/>
                  <a:pt x="12425" y="0"/>
                </a:cubicBez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MS PGothic" panose="020B0600070205080204" pitchFamily="34" charset="-128"/>
              </a:rPr>
              <a:t>服务、分层与封装</a:t>
            </a:r>
            <a:endParaRPr lang="en-US" sz="4400" dirty="0"/>
          </a:p>
        </p:txBody>
      </p:sp>
      <p:sp>
        <p:nvSpPr>
          <p:cNvPr id="13" name="Text Box 8"/>
          <p:cNvSpPr txBox="1">
            <a:spLocks noChangeArrowheads="1"/>
          </p:cNvSpPr>
          <p:nvPr/>
        </p:nvSpPr>
        <p:spPr bwMode="auto">
          <a:xfrm>
            <a:off x="449705" y="5724388"/>
            <a:ext cx="110013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源</a:t>
            </a:r>
            <a:endParaRPr kumimoji="0" lang="en-US" altLang="en-US" sz="2400" b="0" i="1" u="none" strike="noStrike" kern="120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4" name="Freeform 10"/>
          <p:cNvSpPr/>
          <p:nvPr/>
        </p:nvSpPr>
        <p:spPr bwMode="auto">
          <a:xfrm rot="10800000">
            <a:off x="975630" y="1559549"/>
            <a:ext cx="450309" cy="4061761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  <a:gd name="connsiteX0" fmla="*/ 11593 w 11593"/>
              <a:gd name="connsiteY0" fmla="*/ 0 h 10109"/>
              <a:gd name="connsiteX1" fmla="*/ 0 w 11593"/>
              <a:gd name="connsiteY1" fmla="*/ 109 h 10109"/>
              <a:gd name="connsiteX2" fmla="*/ 0 w 11593"/>
              <a:gd name="connsiteY2" fmla="*/ 10109 h 10109"/>
              <a:gd name="connsiteX3" fmla="*/ 10000 w 11593"/>
              <a:gd name="connsiteY3" fmla="*/ 5606 h 10109"/>
              <a:gd name="connsiteX4" fmla="*/ 11593 w 11593"/>
              <a:gd name="connsiteY4" fmla="*/ 0 h 10109"/>
              <a:gd name="connsiteX0-1" fmla="*/ 11593 w 12080"/>
              <a:gd name="connsiteY0-2" fmla="*/ 0 h 10109"/>
              <a:gd name="connsiteX1-3" fmla="*/ 0 w 12080"/>
              <a:gd name="connsiteY1-4" fmla="*/ 109 h 10109"/>
              <a:gd name="connsiteX2-5" fmla="*/ 0 w 12080"/>
              <a:gd name="connsiteY2-6" fmla="*/ 10109 h 10109"/>
              <a:gd name="connsiteX3-7" fmla="*/ 12080 w 12080"/>
              <a:gd name="connsiteY3-8" fmla="*/ 1850 h 10109"/>
              <a:gd name="connsiteX4-9" fmla="*/ 11593 w 12080"/>
              <a:gd name="connsiteY4-10" fmla="*/ 0 h 10109"/>
              <a:gd name="connsiteX0-11" fmla="*/ 11593 w 12080"/>
              <a:gd name="connsiteY0-12" fmla="*/ 2239 h 12348"/>
              <a:gd name="connsiteX1-13" fmla="*/ 0 w 12080"/>
              <a:gd name="connsiteY1-14" fmla="*/ 0 h 12348"/>
              <a:gd name="connsiteX2-15" fmla="*/ 0 w 12080"/>
              <a:gd name="connsiteY2-16" fmla="*/ 12348 h 12348"/>
              <a:gd name="connsiteX3-17" fmla="*/ 12080 w 12080"/>
              <a:gd name="connsiteY3-18" fmla="*/ 4089 h 12348"/>
              <a:gd name="connsiteX4-19" fmla="*/ 11593 w 12080"/>
              <a:gd name="connsiteY4-20" fmla="*/ 2239 h 12348"/>
              <a:gd name="connsiteX0-21" fmla="*/ 12841 w 13328"/>
              <a:gd name="connsiteY0-22" fmla="*/ 10034 h 20143"/>
              <a:gd name="connsiteX1-23" fmla="*/ 0 w 13328"/>
              <a:gd name="connsiteY1-24" fmla="*/ 0 h 20143"/>
              <a:gd name="connsiteX2-25" fmla="*/ 1248 w 13328"/>
              <a:gd name="connsiteY2-26" fmla="*/ 20143 h 20143"/>
              <a:gd name="connsiteX3-27" fmla="*/ 13328 w 13328"/>
              <a:gd name="connsiteY3-28" fmla="*/ 11884 h 20143"/>
              <a:gd name="connsiteX4-29" fmla="*/ 12841 w 13328"/>
              <a:gd name="connsiteY4-30" fmla="*/ 10034 h 20143"/>
              <a:gd name="connsiteX0-31" fmla="*/ 12425 w 13328"/>
              <a:gd name="connsiteY0-32" fmla="*/ 0 h 21660"/>
              <a:gd name="connsiteX1-33" fmla="*/ 0 w 13328"/>
              <a:gd name="connsiteY1-34" fmla="*/ 1517 h 21660"/>
              <a:gd name="connsiteX2-35" fmla="*/ 1248 w 13328"/>
              <a:gd name="connsiteY2-36" fmla="*/ 21660 h 21660"/>
              <a:gd name="connsiteX3-37" fmla="*/ 13328 w 13328"/>
              <a:gd name="connsiteY3-38" fmla="*/ 13401 h 21660"/>
              <a:gd name="connsiteX4-39" fmla="*/ 12425 w 13328"/>
              <a:gd name="connsiteY4-40" fmla="*/ 0 h 21660"/>
              <a:gd name="connsiteX0-41" fmla="*/ 12425 w 12496"/>
              <a:gd name="connsiteY0-42" fmla="*/ 0 h 21660"/>
              <a:gd name="connsiteX1-43" fmla="*/ 0 w 12496"/>
              <a:gd name="connsiteY1-44" fmla="*/ 1517 h 21660"/>
              <a:gd name="connsiteX2-45" fmla="*/ 1248 w 12496"/>
              <a:gd name="connsiteY2-46" fmla="*/ 21660 h 21660"/>
              <a:gd name="connsiteX3-47" fmla="*/ 12496 w 12496"/>
              <a:gd name="connsiteY3-48" fmla="*/ 4855 h 21660"/>
              <a:gd name="connsiteX4-49" fmla="*/ 12425 w 12496"/>
              <a:gd name="connsiteY4-50" fmla="*/ 0 h 21660"/>
              <a:gd name="connsiteX0-51" fmla="*/ 12425 w 12496"/>
              <a:gd name="connsiteY0-52" fmla="*/ 0 h 21660"/>
              <a:gd name="connsiteX1-53" fmla="*/ 0 w 12496"/>
              <a:gd name="connsiteY1-54" fmla="*/ 1517 h 21660"/>
              <a:gd name="connsiteX2-55" fmla="*/ 1248 w 12496"/>
              <a:gd name="connsiteY2-56" fmla="*/ 21660 h 21660"/>
              <a:gd name="connsiteX3-57" fmla="*/ 12496 w 12496"/>
              <a:gd name="connsiteY3-58" fmla="*/ 4855 h 21660"/>
              <a:gd name="connsiteX4-59" fmla="*/ 12425 w 12496"/>
              <a:gd name="connsiteY4-60" fmla="*/ 0 h 21660"/>
              <a:gd name="connsiteX0-61" fmla="*/ 12425 w 12496"/>
              <a:gd name="connsiteY0-62" fmla="*/ 0 h 21660"/>
              <a:gd name="connsiteX1-63" fmla="*/ 0 w 12496"/>
              <a:gd name="connsiteY1-64" fmla="*/ 1517 h 21660"/>
              <a:gd name="connsiteX2-65" fmla="*/ 1248 w 12496"/>
              <a:gd name="connsiteY2-66" fmla="*/ 21660 h 21660"/>
              <a:gd name="connsiteX3-67" fmla="*/ 12496 w 12496"/>
              <a:gd name="connsiteY3-68" fmla="*/ 4855 h 21660"/>
              <a:gd name="connsiteX4-69" fmla="*/ 12425 w 12496"/>
              <a:gd name="connsiteY4-70" fmla="*/ 0 h 21660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</a:cxnLst>
            <a:rect l="l" t="t" r="r" b="b"/>
            <a:pathLst>
              <a:path w="12496" h="21660">
                <a:moveTo>
                  <a:pt x="12425" y="0"/>
                </a:moveTo>
                <a:lnTo>
                  <a:pt x="0" y="1517"/>
                </a:lnTo>
                <a:lnTo>
                  <a:pt x="1248" y="21660"/>
                </a:lnTo>
                <a:cubicBezTo>
                  <a:pt x="4581" y="12959"/>
                  <a:pt x="6667" y="10269"/>
                  <a:pt x="12496" y="4855"/>
                </a:cubicBezTo>
                <a:cubicBezTo>
                  <a:pt x="12472" y="3237"/>
                  <a:pt x="12449" y="1618"/>
                  <a:pt x="12425" y="0"/>
                </a:cubicBez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4" name="Group 190"/>
          <p:cNvGrpSpPr/>
          <p:nvPr/>
        </p:nvGrpSpPr>
        <p:grpSpPr bwMode="auto">
          <a:xfrm flipH="1">
            <a:off x="635446" y="5073984"/>
            <a:ext cx="803275" cy="771525"/>
            <a:chOff x="-44" y="1473"/>
            <a:chExt cx="981" cy="1105"/>
          </a:xfrm>
        </p:grpSpPr>
        <p:pic>
          <p:nvPicPr>
            <p:cNvPr id="25" name="Picture 191" descr="desktop_computer_stylized_medium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6" name="Freeform 192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4" name="TextBox 143"/>
          <p:cNvSpPr txBox="1"/>
          <p:nvPr/>
        </p:nvSpPr>
        <p:spPr>
          <a:xfrm>
            <a:off x="3462727" y="3394795"/>
            <a:ext cx="5831174" cy="208672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95275" indent="-295275">
              <a:lnSpc>
                <a:spcPct val="90000"/>
              </a:lnSpc>
              <a:buClr>
                <a:srgbClr val="0000A3"/>
              </a:buClr>
              <a:buFont typeface="Wingdings" panose="05000000000000000000" pitchFamily="2" charset="2"/>
              <a:buChar char="§"/>
            </a:pPr>
            <a:r>
              <a:rPr lang="en-US" sz="2400" dirty="0"/>
              <a:t>传输层协议用传输层首部 Ht 封装应用层报文 M，形成传输层报文段</a:t>
            </a:r>
            <a:r>
              <a:rPr lang="en-US" sz="2400" dirty="0">
                <a:solidFill>
                  <a:srgbClr val="0000A3"/>
                </a:solidFill>
              </a:rPr>
              <a:t/>
            </a:r>
            <a:r>
              <a:rPr lang="en-US" sz="2400" dirty="0"/>
              <a:t/>
            </a:r>
            <a:r>
              <a:rPr lang="en-US" sz="2400" i="1" dirty="0"/>
              <a:t/>
            </a:r>
            <a:r>
              <a:rPr lang="en-US" sz="2400" dirty="0"/>
              <a:t/>
            </a:r>
            <a:r>
              <a:rPr lang="en-US" sz="2400" baseline="-25000" dirty="0"/>
              <a:t/>
            </a:r>
            <a:r>
              <a:rPr lang="en-US" sz="2400" dirty="0"/>
              <a:t/>
            </a:r>
            <a:r>
              <a:rPr lang="en-US" sz="2400" dirty="0">
                <a:solidFill>
                  <a:srgbClr val="C00000"/>
                </a:solidFill>
              </a:rPr>
              <a:t/>
            </a:r>
            <a:endParaRPr lang="en-US" sz="2400" baseline="-25000" dirty="0">
              <a:solidFill>
                <a:srgbClr val="C00000"/>
              </a:solidFill>
            </a:endParaRPr>
          </a:p>
          <a:p>
            <a:pPr marL="574675" lvl="1" indent="-231775">
              <a:lnSpc>
                <a:spcPct val="90000"/>
              </a:lnSpc>
              <a:buClr>
                <a:srgbClr val="0000A3"/>
              </a:buClr>
              <a:buFont typeface="Arial" panose="020B0604020202020204" pitchFamily="34" charset="0"/>
              <a:buChar char="•"/>
            </a:pPr>
            <a:r>
              <a:rPr lang="en-US" sz="2400" dirty="0"/>
              <a:t>传输层协议使用 Ht 来实现其服务</a:t>
            </a:r>
            <a:r>
              <a:rPr lang="en-US" sz="2400" baseline="-25000" dirty="0"/>
              <a:t/>
            </a:r>
            <a:r>
              <a:rPr lang="en-US" sz="2400" dirty="0"/>
              <a:t/>
            </a:r>
            <a:endParaRPr lang="en-US" sz="2400" baseline="-25000" dirty="0"/>
          </a:p>
        </p:txBody>
      </p:sp>
      <p:grpSp>
        <p:nvGrpSpPr>
          <p:cNvPr id="212" name="Group 211"/>
          <p:cNvGrpSpPr/>
          <p:nvPr/>
        </p:nvGrpSpPr>
        <p:grpSpPr>
          <a:xfrm>
            <a:off x="1334125" y="1421667"/>
            <a:ext cx="1765726" cy="4034752"/>
            <a:chOff x="1484027" y="1706480"/>
            <a:chExt cx="1765726" cy="4034752"/>
          </a:xfrm>
        </p:grpSpPr>
        <p:sp>
          <p:nvSpPr>
            <p:cNvPr id="11" name="Rectangle 24"/>
            <p:cNvSpPr>
              <a:spLocks noChangeArrowheads="1"/>
            </p:cNvSpPr>
            <p:nvPr/>
          </p:nvSpPr>
          <p:spPr bwMode="auto">
            <a:xfrm>
              <a:off x="1528997" y="1870247"/>
              <a:ext cx="1648917" cy="3870985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</a:ln>
            <a:effectLst>
              <a:outerShdw blurRad="76200" dist="38100" dir="18900000" sx="101000" sy="101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2" name="Text Box 26"/>
            <p:cNvSpPr txBox="1">
              <a:spLocks noChangeArrowheads="1"/>
            </p:cNvSpPr>
            <p:nvPr/>
          </p:nvSpPr>
          <p:spPr bwMode="auto">
            <a:xfrm>
              <a:off x="1484027" y="1706480"/>
              <a:ext cx="1765726" cy="40330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应用层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传输层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网络层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链路层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物理层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cxnSp>
          <p:nvCxnSpPr>
            <p:cNvPr id="117" name="Straight Connector 116"/>
            <p:cNvCxnSpPr/>
            <p:nvPr/>
          </p:nvCxnSpPr>
          <p:spPr>
            <a:xfrm>
              <a:off x="1534432" y="2675745"/>
              <a:ext cx="164348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Straight Connector 147"/>
            <p:cNvCxnSpPr/>
            <p:nvPr/>
          </p:nvCxnSpPr>
          <p:spPr>
            <a:xfrm>
              <a:off x="1506952" y="3472722"/>
              <a:ext cx="165597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Straight Connector 148"/>
            <p:cNvCxnSpPr/>
            <p:nvPr/>
          </p:nvCxnSpPr>
          <p:spPr>
            <a:xfrm>
              <a:off x="1509450" y="4209737"/>
              <a:ext cx="166846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Straight Connector 149"/>
            <p:cNvCxnSpPr/>
            <p:nvPr/>
          </p:nvCxnSpPr>
          <p:spPr>
            <a:xfrm>
              <a:off x="1511947" y="4991726"/>
              <a:ext cx="165097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7" name="Group 950"/>
          <p:cNvGrpSpPr/>
          <p:nvPr/>
        </p:nvGrpSpPr>
        <p:grpSpPr bwMode="auto">
          <a:xfrm>
            <a:off x="11107713" y="4961744"/>
            <a:ext cx="374754" cy="833726"/>
            <a:chOff x="4140" y="429"/>
            <a:chExt cx="1425" cy="2396"/>
          </a:xfrm>
        </p:grpSpPr>
        <p:sp>
          <p:nvSpPr>
            <p:cNvPr id="168" name="Freeform 951"/>
            <p:cNvSpPr/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9" name="Rectangle 952"/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0" name="Freeform 953"/>
            <p:cNvSpPr/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1" name="Freeform 954"/>
            <p:cNvSpPr/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2" name="Rectangle 955"/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3" name="Group 956"/>
            <p:cNvGrpSpPr/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98" name="AutoShape 957"/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9" name="AutoShape 958"/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4" name="Rectangle 959"/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5" name="Group 960"/>
            <p:cNvGrpSpPr/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96" name="AutoShape 961"/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7" name="AutoShape 962"/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6" name="Rectangle 963"/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7" name="Rectangle 964"/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8" name="Group 965"/>
            <p:cNvGrpSpPr/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94" name="AutoShape 966"/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5" name="AutoShape 967"/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9" name="Freeform 968"/>
            <p:cNvSpPr/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80" name="Group 969"/>
            <p:cNvGrpSpPr/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2" name="AutoShape 970"/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3" name="AutoShape 971"/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1" name="Rectangle 972"/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2" name="Freeform 973"/>
            <p:cNvSpPr/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3" name="Freeform 974"/>
            <p:cNvSpPr/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4" name="Oval 975"/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5" name="Freeform 976"/>
            <p:cNvSpPr/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6" name="AutoShape 977"/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7" name="AutoShape 978"/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8" name="Oval 979"/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9" name="Oval 980"/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0" name="Oval 981"/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1" name="Rectangle 982"/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206" name="Text Box 8"/>
          <p:cNvSpPr txBox="1">
            <a:spLocks noChangeArrowheads="1"/>
          </p:cNvSpPr>
          <p:nvPr/>
        </p:nvSpPr>
        <p:spPr bwMode="auto">
          <a:xfrm>
            <a:off x="10216734" y="5716780"/>
            <a:ext cx="167545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en-US" altLang="en-US" sz="2400" i="1" dirty="0">
                <a:solidFill>
                  <a:srgbClr val="000099"/>
                </a:solidFill>
                <a:latin typeface="Arial" panose="020B0604020202020204" pitchFamily="34" charset="0"/>
              </a:rPr>
              <a:t>目的地</a:t>
            </a:r>
            <a:endParaRPr kumimoji="0" lang="en-US" altLang="en-US" sz="2400" b="0" i="1" u="none" strike="noStrike" kern="120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213" name="Group 212"/>
          <p:cNvGrpSpPr/>
          <p:nvPr/>
        </p:nvGrpSpPr>
        <p:grpSpPr>
          <a:xfrm>
            <a:off x="9221450" y="1413548"/>
            <a:ext cx="1765726" cy="4034752"/>
            <a:chOff x="1484027" y="1706480"/>
            <a:chExt cx="1765726" cy="4034752"/>
          </a:xfrm>
        </p:grpSpPr>
        <p:sp>
          <p:nvSpPr>
            <p:cNvPr id="214" name="Rectangle 24"/>
            <p:cNvSpPr>
              <a:spLocks noChangeArrowheads="1"/>
            </p:cNvSpPr>
            <p:nvPr/>
          </p:nvSpPr>
          <p:spPr bwMode="auto">
            <a:xfrm>
              <a:off x="1528997" y="1870247"/>
              <a:ext cx="1648917" cy="3870985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</a:ln>
            <a:effectLst>
              <a:outerShdw blurRad="76200" dist="38100" dir="18900000" sx="101000" sy="101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15" name="Text Box 26"/>
            <p:cNvSpPr txBox="1">
              <a:spLocks noChangeArrowheads="1"/>
            </p:cNvSpPr>
            <p:nvPr/>
          </p:nvSpPr>
          <p:spPr bwMode="auto">
            <a:xfrm>
              <a:off x="1484027" y="1706480"/>
              <a:ext cx="1765726" cy="40330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应用层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传输层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网络层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链路层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物理层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cxnSp>
          <p:nvCxnSpPr>
            <p:cNvPr id="216" name="Straight Connector 215"/>
            <p:cNvCxnSpPr/>
            <p:nvPr/>
          </p:nvCxnSpPr>
          <p:spPr>
            <a:xfrm>
              <a:off x="1534432" y="2675745"/>
              <a:ext cx="164348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7" name="Straight Connector 216"/>
            <p:cNvCxnSpPr/>
            <p:nvPr/>
          </p:nvCxnSpPr>
          <p:spPr>
            <a:xfrm>
              <a:off x="1506952" y="3472722"/>
              <a:ext cx="165597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8" name="Straight Connector 217"/>
            <p:cNvCxnSpPr/>
            <p:nvPr/>
          </p:nvCxnSpPr>
          <p:spPr>
            <a:xfrm>
              <a:off x="1509450" y="4209737"/>
              <a:ext cx="166846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9" name="Straight Connector 218"/>
            <p:cNvCxnSpPr/>
            <p:nvPr/>
          </p:nvCxnSpPr>
          <p:spPr>
            <a:xfrm>
              <a:off x="1511947" y="4991726"/>
              <a:ext cx="165097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7" name="Group 76"/>
          <p:cNvGrpSpPr/>
          <p:nvPr/>
        </p:nvGrpSpPr>
        <p:grpSpPr>
          <a:xfrm>
            <a:off x="3211642" y="2368401"/>
            <a:ext cx="5768716" cy="914472"/>
            <a:chOff x="3211642" y="2368401"/>
            <a:chExt cx="5768716" cy="914472"/>
          </a:xfrm>
        </p:grpSpPr>
        <p:cxnSp>
          <p:nvCxnSpPr>
            <p:cNvPr id="78" name="Straight Arrow Connector 77"/>
            <p:cNvCxnSpPr/>
            <p:nvPr/>
          </p:nvCxnSpPr>
          <p:spPr>
            <a:xfrm>
              <a:off x="3211642" y="2610788"/>
              <a:ext cx="5651292" cy="0"/>
            </a:xfrm>
            <a:prstGeom prst="straightConnector1">
              <a:avLst/>
            </a:prstGeom>
            <a:ln w="19050">
              <a:solidFill>
                <a:schemeClr val="tx1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9" name="TextBox 78"/>
            <p:cNvSpPr txBox="1"/>
            <p:nvPr/>
          </p:nvSpPr>
          <p:spPr>
            <a:xfrm>
              <a:off x="3359490" y="2717590"/>
              <a:ext cx="5620868" cy="56528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5000"/>
                </a:lnSpc>
              </a:pPr>
              <a:r>
                <a:rPr lang="en-US" dirty="0">
                  <a:solidFill>
                    <a:srgbClr val="C00000"/>
                  </a:solidFill>
                </a:rPr>
                <a:t>传输层协议利用网络层服务，将 M（例如可靠地）从一个进程传送到另一个进程</a:t>
              </a:r>
              <a:r>
                <a:rPr lang="en-US" dirty="0"/>
                <a:t/>
              </a:r>
              <a:r>
                <a:rPr lang="en-US" i="1" dirty="0"/>
                <a:t/>
              </a:r>
              <a:r>
                <a:rPr lang="en-US" dirty="0"/>
                <a:t/>
              </a:r>
              <a:endParaRPr lang="en-US" dirty="0"/>
            </a:p>
          </p:txBody>
        </p:sp>
        <p:sp>
          <p:nvSpPr>
            <p:cNvPr id="80" name="Rectangle 79"/>
            <p:cNvSpPr/>
            <p:nvPr/>
          </p:nvSpPr>
          <p:spPr>
            <a:xfrm>
              <a:off x="5584583" y="2368401"/>
              <a:ext cx="971760" cy="38974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81" name="Group 185"/>
            <p:cNvGrpSpPr/>
            <p:nvPr/>
          </p:nvGrpSpPr>
          <p:grpSpPr bwMode="auto">
            <a:xfrm>
              <a:off x="5690803" y="2434313"/>
              <a:ext cx="908050" cy="301625"/>
              <a:chOff x="1848" y="2046"/>
              <a:chExt cx="572" cy="190"/>
            </a:xfrm>
          </p:grpSpPr>
          <p:grpSp>
            <p:nvGrpSpPr>
              <p:cNvPr id="82" name="Group 179"/>
              <p:cNvGrpSpPr/>
              <p:nvPr/>
            </p:nvGrpSpPr>
            <p:grpSpPr bwMode="auto">
              <a:xfrm>
                <a:off x="1848" y="2047"/>
                <a:ext cx="187" cy="184"/>
                <a:chOff x="1959" y="2058"/>
                <a:chExt cx="187" cy="184"/>
              </a:xfrm>
            </p:grpSpPr>
            <p:sp>
              <p:nvSpPr>
                <p:cNvPr id="86" name="Rectangle 180"/>
                <p:cNvSpPr>
                  <a:spLocks noChangeArrowheads="1"/>
                </p:cNvSpPr>
                <p:nvPr/>
              </p:nvSpPr>
              <p:spPr bwMode="auto">
                <a:xfrm>
                  <a:off x="1964" y="2075"/>
                  <a:ext cx="177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7" name="Rectangle 181"/>
                <p:cNvSpPr>
                  <a:spLocks noChangeArrowheads="1"/>
                </p:cNvSpPr>
                <p:nvPr/>
              </p:nvSpPr>
              <p:spPr bwMode="auto">
                <a:xfrm>
                  <a:off x="1959" y="2058"/>
                  <a:ext cx="187" cy="18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H</a:t>
                  </a:r>
                  <a:r>
                    <a:rPr kumimoji="0" lang="en-US" altLang="en-US" sz="1800" b="0" i="0" u="none" strike="noStrike" kern="1200" cap="none" spc="0" normalizeH="0" baseline="-2500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t</a:t>
                  </a:r>
                  <a:endPara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grpSp>
            <p:nvGrpSpPr>
              <p:cNvPr id="83" name="Group 182"/>
              <p:cNvGrpSpPr/>
              <p:nvPr/>
            </p:nvGrpSpPr>
            <p:grpSpPr bwMode="auto">
              <a:xfrm>
                <a:off x="1992" y="2046"/>
                <a:ext cx="428" cy="190"/>
                <a:chOff x="780" y="1553"/>
                <a:chExt cx="428" cy="190"/>
              </a:xfrm>
            </p:grpSpPr>
            <p:sp>
              <p:nvSpPr>
                <p:cNvPr id="84" name="Rectangle 183"/>
                <p:cNvSpPr>
                  <a:spLocks noChangeArrowheads="1"/>
                </p:cNvSpPr>
                <p:nvPr/>
              </p:nvSpPr>
              <p:spPr bwMode="auto">
                <a:xfrm>
                  <a:off x="817" y="1571"/>
                  <a:ext cx="312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5" name="Rectangle 184"/>
                <p:cNvSpPr>
                  <a:spLocks noChangeArrowheads="1"/>
                </p:cNvSpPr>
                <p:nvPr/>
              </p:nvSpPr>
              <p:spPr bwMode="auto">
                <a:xfrm>
                  <a:off x="780" y="1553"/>
                  <a:ext cx="428" cy="1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M</a:t>
                  </a:r>
                  <a:endPara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</p:grpSp>
      </p:grpSp>
      <p:sp>
        <p:nvSpPr>
          <p:cNvPr id="89" name="TextBox 88"/>
          <p:cNvSpPr txBox="1"/>
          <p:nvPr/>
        </p:nvSpPr>
        <p:spPr>
          <a:xfrm>
            <a:off x="3375461" y="1789390"/>
            <a:ext cx="5618811" cy="56528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5000"/>
              </a:lnSpc>
            </a:pPr>
            <a:r>
              <a:rPr lang="en-US" dirty="0">
                <a:solidFill>
                  <a:srgbClr val="C00000"/>
                </a:solidFill>
              </a:rPr>
              <a:t>应用利用传输层服务交换报文，以实现某种应用服务</a:t>
            </a:r>
            <a:r>
              <a:rPr lang="en-US" dirty="0"/>
              <a:t/>
            </a:r>
            <a:r>
              <a:rPr lang="en-US" dirty="0">
                <a:solidFill>
                  <a:srgbClr val="C00000"/>
                </a:solidFill>
              </a:rPr>
              <a:t/>
            </a:r>
            <a:r>
              <a:rPr lang="en-US" dirty="0"/>
              <a:t/>
            </a:r>
            <a:r>
              <a:rPr lang="en-US" i="1" dirty="0"/>
              <a:t/>
            </a:r>
            <a:r>
              <a:rPr lang="en-US" dirty="0"/>
              <a:t/>
            </a:r>
            <a:endParaRPr lang="en-US" dirty="0"/>
          </a:p>
        </p:txBody>
      </p:sp>
      <p:grpSp>
        <p:nvGrpSpPr>
          <p:cNvPr id="90" name="Group 89"/>
          <p:cNvGrpSpPr/>
          <p:nvPr/>
        </p:nvGrpSpPr>
        <p:grpSpPr>
          <a:xfrm>
            <a:off x="3254290" y="1489592"/>
            <a:ext cx="5651292" cy="389744"/>
            <a:chOff x="3270354" y="1798823"/>
            <a:chExt cx="5651292" cy="389744"/>
          </a:xfrm>
        </p:grpSpPr>
        <p:cxnSp>
          <p:nvCxnSpPr>
            <p:cNvPr id="91" name="Straight Arrow Connector 90"/>
            <p:cNvCxnSpPr/>
            <p:nvPr/>
          </p:nvCxnSpPr>
          <p:spPr>
            <a:xfrm>
              <a:off x="3270354" y="1993691"/>
              <a:ext cx="5651292" cy="0"/>
            </a:xfrm>
            <a:prstGeom prst="straightConnector1">
              <a:avLst/>
            </a:prstGeom>
            <a:ln w="19050">
              <a:solidFill>
                <a:schemeClr val="tx1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2" name="Rectangle 91"/>
            <p:cNvSpPr/>
            <p:nvPr/>
          </p:nvSpPr>
          <p:spPr>
            <a:xfrm>
              <a:off x="5878639" y="1798823"/>
              <a:ext cx="674558" cy="38974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93" name="Group 175"/>
            <p:cNvGrpSpPr/>
            <p:nvPr/>
          </p:nvGrpSpPr>
          <p:grpSpPr bwMode="auto">
            <a:xfrm>
              <a:off x="5953468" y="1857555"/>
              <a:ext cx="679450" cy="301625"/>
              <a:chOff x="780" y="1553"/>
              <a:chExt cx="428" cy="190"/>
            </a:xfrm>
          </p:grpSpPr>
          <p:sp>
            <p:nvSpPr>
              <p:cNvPr id="94" name="Rectangle 176"/>
              <p:cNvSpPr>
                <a:spLocks noChangeArrowheads="1"/>
              </p:cNvSpPr>
              <p:nvPr/>
            </p:nvSpPr>
            <p:spPr bwMode="auto">
              <a:xfrm>
                <a:off x="817" y="1569"/>
                <a:ext cx="312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95" name="Rectangle 177"/>
              <p:cNvSpPr>
                <a:spLocks noChangeArrowheads="1"/>
              </p:cNvSpPr>
              <p:nvPr/>
            </p:nvSpPr>
            <p:spPr bwMode="auto">
              <a:xfrm>
                <a:off x="780" y="1553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  <a:endPara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</p:grpSp>
      <p:sp>
        <p:nvSpPr>
          <p:cNvPr id="3" name="TextBox 2"/>
          <p:cNvSpPr txBox="1"/>
          <p:nvPr/>
        </p:nvSpPr>
        <p:spPr>
          <a:xfrm>
            <a:off x="6982691" y="-781396"/>
            <a:ext cx="4571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endParaRPr lang="en-US" dirty="0"/>
          </a:p>
        </p:txBody>
      </p:sp>
      <p:sp>
        <p:nvSpPr>
          <p:cNvPr id="88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引言：1-</a:t>
            </a:r>
            <a:fld id="{C4204591-24BD-A542-B9D5-F8D8A88D2FEE}" type="slidenum">
              <a:rPr lang="en-US" smtClean="0"/>
            </a:fld>
            <a:endParaRPr lang="en-US" dirty="0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med" p14:dur="700">
        <p:fade/>
      </p:transition>
    </mc:Choice>
    <mc:Fallback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7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4" grpId="0"/>
      <p:bldP spid="89" grpId="0"/>
      <p:bldP spid="89" grpId="1"/>
    </p:bld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0" name="Freeform 10"/>
          <p:cNvSpPr/>
          <p:nvPr/>
        </p:nvSpPr>
        <p:spPr bwMode="auto">
          <a:xfrm rot="10800000" flipH="1">
            <a:off x="10916607" y="1577038"/>
            <a:ext cx="450309" cy="4061761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  <a:gd name="connsiteX0" fmla="*/ 11593 w 11593"/>
              <a:gd name="connsiteY0" fmla="*/ 0 h 10109"/>
              <a:gd name="connsiteX1" fmla="*/ 0 w 11593"/>
              <a:gd name="connsiteY1" fmla="*/ 109 h 10109"/>
              <a:gd name="connsiteX2" fmla="*/ 0 w 11593"/>
              <a:gd name="connsiteY2" fmla="*/ 10109 h 10109"/>
              <a:gd name="connsiteX3" fmla="*/ 10000 w 11593"/>
              <a:gd name="connsiteY3" fmla="*/ 5606 h 10109"/>
              <a:gd name="connsiteX4" fmla="*/ 11593 w 11593"/>
              <a:gd name="connsiteY4" fmla="*/ 0 h 10109"/>
              <a:gd name="connsiteX0-1" fmla="*/ 11593 w 12080"/>
              <a:gd name="connsiteY0-2" fmla="*/ 0 h 10109"/>
              <a:gd name="connsiteX1-3" fmla="*/ 0 w 12080"/>
              <a:gd name="connsiteY1-4" fmla="*/ 109 h 10109"/>
              <a:gd name="connsiteX2-5" fmla="*/ 0 w 12080"/>
              <a:gd name="connsiteY2-6" fmla="*/ 10109 h 10109"/>
              <a:gd name="connsiteX3-7" fmla="*/ 12080 w 12080"/>
              <a:gd name="connsiteY3-8" fmla="*/ 1850 h 10109"/>
              <a:gd name="connsiteX4-9" fmla="*/ 11593 w 12080"/>
              <a:gd name="connsiteY4-10" fmla="*/ 0 h 10109"/>
              <a:gd name="connsiteX0-11" fmla="*/ 11593 w 12080"/>
              <a:gd name="connsiteY0-12" fmla="*/ 2239 h 12348"/>
              <a:gd name="connsiteX1-13" fmla="*/ 0 w 12080"/>
              <a:gd name="connsiteY1-14" fmla="*/ 0 h 12348"/>
              <a:gd name="connsiteX2-15" fmla="*/ 0 w 12080"/>
              <a:gd name="connsiteY2-16" fmla="*/ 12348 h 12348"/>
              <a:gd name="connsiteX3-17" fmla="*/ 12080 w 12080"/>
              <a:gd name="connsiteY3-18" fmla="*/ 4089 h 12348"/>
              <a:gd name="connsiteX4-19" fmla="*/ 11593 w 12080"/>
              <a:gd name="connsiteY4-20" fmla="*/ 2239 h 12348"/>
              <a:gd name="connsiteX0-21" fmla="*/ 12841 w 13328"/>
              <a:gd name="connsiteY0-22" fmla="*/ 10034 h 20143"/>
              <a:gd name="connsiteX1-23" fmla="*/ 0 w 13328"/>
              <a:gd name="connsiteY1-24" fmla="*/ 0 h 20143"/>
              <a:gd name="connsiteX2-25" fmla="*/ 1248 w 13328"/>
              <a:gd name="connsiteY2-26" fmla="*/ 20143 h 20143"/>
              <a:gd name="connsiteX3-27" fmla="*/ 13328 w 13328"/>
              <a:gd name="connsiteY3-28" fmla="*/ 11884 h 20143"/>
              <a:gd name="connsiteX4-29" fmla="*/ 12841 w 13328"/>
              <a:gd name="connsiteY4-30" fmla="*/ 10034 h 20143"/>
              <a:gd name="connsiteX0-31" fmla="*/ 12425 w 13328"/>
              <a:gd name="connsiteY0-32" fmla="*/ 0 h 21660"/>
              <a:gd name="connsiteX1-33" fmla="*/ 0 w 13328"/>
              <a:gd name="connsiteY1-34" fmla="*/ 1517 h 21660"/>
              <a:gd name="connsiteX2-35" fmla="*/ 1248 w 13328"/>
              <a:gd name="connsiteY2-36" fmla="*/ 21660 h 21660"/>
              <a:gd name="connsiteX3-37" fmla="*/ 13328 w 13328"/>
              <a:gd name="connsiteY3-38" fmla="*/ 13401 h 21660"/>
              <a:gd name="connsiteX4-39" fmla="*/ 12425 w 13328"/>
              <a:gd name="connsiteY4-40" fmla="*/ 0 h 21660"/>
              <a:gd name="connsiteX0-41" fmla="*/ 12425 w 12496"/>
              <a:gd name="connsiteY0-42" fmla="*/ 0 h 21660"/>
              <a:gd name="connsiteX1-43" fmla="*/ 0 w 12496"/>
              <a:gd name="connsiteY1-44" fmla="*/ 1517 h 21660"/>
              <a:gd name="connsiteX2-45" fmla="*/ 1248 w 12496"/>
              <a:gd name="connsiteY2-46" fmla="*/ 21660 h 21660"/>
              <a:gd name="connsiteX3-47" fmla="*/ 12496 w 12496"/>
              <a:gd name="connsiteY3-48" fmla="*/ 4855 h 21660"/>
              <a:gd name="connsiteX4-49" fmla="*/ 12425 w 12496"/>
              <a:gd name="connsiteY4-50" fmla="*/ 0 h 21660"/>
              <a:gd name="connsiteX0-51" fmla="*/ 12425 w 12496"/>
              <a:gd name="connsiteY0-52" fmla="*/ 0 h 21660"/>
              <a:gd name="connsiteX1-53" fmla="*/ 0 w 12496"/>
              <a:gd name="connsiteY1-54" fmla="*/ 1517 h 21660"/>
              <a:gd name="connsiteX2-55" fmla="*/ 1248 w 12496"/>
              <a:gd name="connsiteY2-56" fmla="*/ 21660 h 21660"/>
              <a:gd name="connsiteX3-57" fmla="*/ 12496 w 12496"/>
              <a:gd name="connsiteY3-58" fmla="*/ 4855 h 21660"/>
              <a:gd name="connsiteX4-59" fmla="*/ 12425 w 12496"/>
              <a:gd name="connsiteY4-60" fmla="*/ 0 h 21660"/>
              <a:gd name="connsiteX0-61" fmla="*/ 12425 w 12496"/>
              <a:gd name="connsiteY0-62" fmla="*/ 0 h 21660"/>
              <a:gd name="connsiteX1-63" fmla="*/ 0 w 12496"/>
              <a:gd name="connsiteY1-64" fmla="*/ 1517 h 21660"/>
              <a:gd name="connsiteX2-65" fmla="*/ 1248 w 12496"/>
              <a:gd name="connsiteY2-66" fmla="*/ 21660 h 21660"/>
              <a:gd name="connsiteX3-67" fmla="*/ 12496 w 12496"/>
              <a:gd name="connsiteY3-68" fmla="*/ 4855 h 21660"/>
              <a:gd name="connsiteX4-69" fmla="*/ 12425 w 12496"/>
              <a:gd name="connsiteY4-70" fmla="*/ 0 h 21660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</a:cxnLst>
            <a:rect l="l" t="t" r="r" b="b"/>
            <a:pathLst>
              <a:path w="12496" h="21660">
                <a:moveTo>
                  <a:pt x="12425" y="0"/>
                </a:moveTo>
                <a:lnTo>
                  <a:pt x="0" y="1517"/>
                </a:lnTo>
                <a:lnTo>
                  <a:pt x="1248" y="21660"/>
                </a:lnTo>
                <a:cubicBezTo>
                  <a:pt x="4581" y="12959"/>
                  <a:pt x="6667" y="10269"/>
                  <a:pt x="12496" y="4855"/>
                </a:cubicBezTo>
                <a:cubicBezTo>
                  <a:pt x="12472" y="3237"/>
                  <a:pt x="12449" y="1618"/>
                  <a:pt x="12425" y="0"/>
                </a:cubicBez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MS PGothic" panose="020B0600070205080204" pitchFamily="34" charset="-128"/>
              </a:rPr>
              <a:t>服务、分层与封装</a:t>
            </a:r>
            <a:endParaRPr lang="en-US" sz="4400" dirty="0"/>
          </a:p>
        </p:txBody>
      </p:sp>
      <p:sp>
        <p:nvSpPr>
          <p:cNvPr id="13" name="Text Box 8"/>
          <p:cNvSpPr txBox="1">
            <a:spLocks noChangeArrowheads="1"/>
          </p:cNvSpPr>
          <p:nvPr/>
        </p:nvSpPr>
        <p:spPr bwMode="auto">
          <a:xfrm>
            <a:off x="449705" y="5724388"/>
            <a:ext cx="110013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源</a:t>
            </a:r>
            <a:endParaRPr kumimoji="0" lang="en-US" altLang="en-US" sz="2400" b="0" i="1" u="none" strike="noStrike" kern="120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4" name="Freeform 10"/>
          <p:cNvSpPr/>
          <p:nvPr/>
        </p:nvSpPr>
        <p:spPr bwMode="auto">
          <a:xfrm rot="10800000">
            <a:off x="975630" y="1559549"/>
            <a:ext cx="450309" cy="4061761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  <a:gd name="connsiteX0" fmla="*/ 11593 w 11593"/>
              <a:gd name="connsiteY0" fmla="*/ 0 h 10109"/>
              <a:gd name="connsiteX1" fmla="*/ 0 w 11593"/>
              <a:gd name="connsiteY1" fmla="*/ 109 h 10109"/>
              <a:gd name="connsiteX2" fmla="*/ 0 w 11593"/>
              <a:gd name="connsiteY2" fmla="*/ 10109 h 10109"/>
              <a:gd name="connsiteX3" fmla="*/ 10000 w 11593"/>
              <a:gd name="connsiteY3" fmla="*/ 5606 h 10109"/>
              <a:gd name="connsiteX4" fmla="*/ 11593 w 11593"/>
              <a:gd name="connsiteY4" fmla="*/ 0 h 10109"/>
              <a:gd name="connsiteX0-1" fmla="*/ 11593 w 12080"/>
              <a:gd name="connsiteY0-2" fmla="*/ 0 h 10109"/>
              <a:gd name="connsiteX1-3" fmla="*/ 0 w 12080"/>
              <a:gd name="connsiteY1-4" fmla="*/ 109 h 10109"/>
              <a:gd name="connsiteX2-5" fmla="*/ 0 w 12080"/>
              <a:gd name="connsiteY2-6" fmla="*/ 10109 h 10109"/>
              <a:gd name="connsiteX3-7" fmla="*/ 12080 w 12080"/>
              <a:gd name="connsiteY3-8" fmla="*/ 1850 h 10109"/>
              <a:gd name="connsiteX4-9" fmla="*/ 11593 w 12080"/>
              <a:gd name="connsiteY4-10" fmla="*/ 0 h 10109"/>
              <a:gd name="connsiteX0-11" fmla="*/ 11593 w 12080"/>
              <a:gd name="connsiteY0-12" fmla="*/ 2239 h 12348"/>
              <a:gd name="connsiteX1-13" fmla="*/ 0 w 12080"/>
              <a:gd name="connsiteY1-14" fmla="*/ 0 h 12348"/>
              <a:gd name="connsiteX2-15" fmla="*/ 0 w 12080"/>
              <a:gd name="connsiteY2-16" fmla="*/ 12348 h 12348"/>
              <a:gd name="connsiteX3-17" fmla="*/ 12080 w 12080"/>
              <a:gd name="connsiteY3-18" fmla="*/ 4089 h 12348"/>
              <a:gd name="connsiteX4-19" fmla="*/ 11593 w 12080"/>
              <a:gd name="connsiteY4-20" fmla="*/ 2239 h 12348"/>
              <a:gd name="connsiteX0-21" fmla="*/ 12841 w 13328"/>
              <a:gd name="connsiteY0-22" fmla="*/ 10034 h 20143"/>
              <a:gd name="connsiteX1-23" fmla="*/ 0 w 13328"/>
              <a:gd name="connsiteY1-24" fmla="*/ 0 h 20143"/>
              <a:gd name="connsiteX2-25" fmla="*/ 1248 w 13328"/>
              <a:gd name="connsiteY2-26" fmla="*/ 20143 h 20143"/>
              <a:gd name="connsiteX3-27" fmla="*/ 13328 w 13328"/>
              <a:gd name="connsiteY3-28" fmla="*/ 11884 h 20143"/>
              <a:gd name="connsiteX4-29" fmla="*/ 12841 w 13328"/>
              <a:gd name="connsiteY4-30" fmla="*/ 10034 h 20143"/>
              <a:gd name="connsiteX0-31" fmla="*/ 12425 w 13328"/>
              <a:gd name="connsiteY0-32" fmla="*/ 0 h 21660"/>
              <a:gd name="connsiteX1-33" fmla="*/ 0 w 13328"/>
              <a:gd name="connsiteY1-34" fmla="*/ 1517 h 21660"/>
              <a:gd name="connsiteX2-35" fmla="*/ 1248 w 13328"/>
              <a:gd name="connsiteY2-36" fmla="*/ 21660 h 21660"/>
              <a:gd name="connsiteX3-37" fmla="*/ 13328 w 13328"/>
              <a:gd name="connsiteY3-38" fmla="*/ 13401 h 21660"/>
              <a:gd name="connsiteX4-39" fmla="*/ 12425 w 13328"/>
              <a:gd name="connsiteY4-40" fmla="*/ 0 h 21660"/>
              <a:gd name="connsiteX0-41" fmla="*/ 12425 w 12496"/>
              <a:gd name="connsiteY0-42" fmla="*/ 0 h 21660"/>
              <a:gd name="connsiteX1-43" fmla="*/ 0 w 12496"/>
              <a:gd name="connsiteY1-44" fmla="*/ 1517 h 21660"/>
              <a:gd name="connsiteX2-45" fmla="*/ 1248 w 12496"/>
              <a:gd name="connsiteY2-46" fmla="*/ 21660 h 21660"/>
              <a:gd name="connsiteX3-47" fmla="*/ 12496 w 12496"/>
              <a:gd name="connsiteY3-48" fmla="*/ 4855 h 21660"/>
              <a:gd name="connsiteX4-49" fmla="*/ 12425 w 12496"/>
              <a:gd name="connsiteY4-50" fmla="*/ 0 h 21660"/>
              <a:gd name="connsiteX0-51" fmla="*/ 12425 w 12496"/>
              <a:gd name="connsiteY0-52" fmla="*/ 0 h 21660"/>
              <a:gd name="connsiteX1-53" fmla="*/ 0 w 12496"/>
              <a:gd name="connsiteY1-54" fmla="*/ 1517 h 21660"/>
              <a:gd name="connsiteX2-55" fmla="*/ 1248 w 12496"/>
              <a:gd name="connsiteY2-56" fmla="*/ 21660 h 21660"/>
              <a:gd name="connsiteX3-57" fmla="*/ 12496 w 12496"/>
              <a:gd name="connsiteY3-58" fmla="*/ 4855 h 21660"/>
              <a:gd name="connsiteX4-59" fmla="*/ 12425 w 12496"/>
              <a:gd name="connsiteY4-60" fmla="*/ 0 h 21660"/>
              <a:gd name="connsiteX0-61" fmla="*/ 12425 w 12496"/>
              <a:gd name="connsiteY0-62" fmla="*/ 0 h 21660"/>
              <a:gd name="connsiteX1-63" fmla="*/ 0 w 12496"/>
              <a:gd name="connsiteY1-64" fmla="*/ 1517 h 21660"/>
              <a:gd name="connsiteX2-65" fmla="*/ 1248 w 12496"/>
              <a:gd name="connsiteY2-66" fmla="*/ 21660 h 21660"/>
              <a:gd name="connsiteX3-67" fmla="*/ 12496 w 12496"/>
              <a:gd name="connsiteY3-68" fmla="*/ 4855 h 21660"/>
              <a:gd name="connsiteX4-69" fmla="*/ 12425 w 12496"/>
              <a:gd name="connsiteY4-70" fmla="*/ 0 h 21660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</a:cxnLst>
            <a:rect l="l" t="t" r="r" b="b"/>
            <a:pathLst>
              <a:path w="12496" h="21660">
                <a:moveTo>
                  <a:pt x="12425" y="0"/>
                </a:moveTo>
                <a:lnTo>
                  <a:pt x="0" y="1517"/>
                </a:lnTo>
                <a:lnTo>
                  <a:pt x="1248" y="21660"/>
                </a:lnTo>
                <a:cubicBezTo>
                  <a:pt x="4581" y="12959"/>
                  <a:pt x="6667" y="10269"/>
                  <a:pt x="12496" y="4855"/>
                </a:cubicBezTo>
                <a:cubicBezTo>
                  <a:pt x="12472" y="3237"/>
                  <a:pt x="12449" y="1618"/>
                  <a:pt x="12425" y="0"/>
                </a:cubicBez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4" name="Group 190"/>
          <p:cNvGrpSpPr/>
          <p:nvPr/>
        </p:nvGrpSpPr>
        <p:grpSpPr bwMode="auto">
          <a:xfrm flipH="1">
            <a:off x="635446" y="5073984"/>
            <a:ext cx="803275" cy="771525"/>
            <a:chOff x="-44" y="1473"/>
            <a:chExt cx="981" cy="1105"/>
          </a:xfrm>
        </p:grpSpPr>
        <p:pic>
          <p:nvPicPr>
            <p:cNvPr id="25" name="Picture 191" descr="desktop_computer_stylized_medium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6" name="Freeform 192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cxnSp>
        <p:nvCxnSpPr>
          <p:cNvPr id="127" name="Straight Arrow Connector 126"/>
          <p:cNvCxnSpPr/>
          <p:nvPr/>
        </p:nvCxnSpPr>
        <p:spPr>
          <a:xfrm>
            <a:off x="3211642" y="2610788"/>
            <a:ext cx="5651292" cy="0"/>
          </a:xfrm>
          <a:prstGeom prst="straightConnector1">
            <a:avLst/>
          </a:prstGeom>
          <a:ln w="19050"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8" name="TextBox 127"/>
          <p:cNvSpPr txBox="1"/>
          <p:nvPr/>
        </p:nvSpPr>
        <p:spPr>
          <a:xfrm>
            <a:off x="3359490" y="2717590"/>
            <a:ext cx="5620868" cy="56528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5000"/>
              </a:lnSpc>
            </a:pPr>
            <a:r>
              <a:rPr lang="en-US" dirty="0">
                <a:solidFill>
                  <a:srgbClr val="C00000"/>
                </a:solidFill>
              </a:rPr>
              <a:t>传输层协议利用网络层服务，将 M（例如可靠地）从一个进程传送到另一个进程</a:t>
            </a:r>
            <a:r>
              <a:rPr lang="en-US" dirty="0"/>
              <a:t/>
            </a:r>
            <a:r>
              <a:rPr lang="en-US" i="1" dirty="0"/>
              <a:t/>
            </a:r>
            <a:r>
              <a:rPr lang="en-US" dirty="0"/>
              <a:t/>
            </a:r>
            <a:endParaRPr lang="en-US" dirty="0"/>
          </a:p>
        </p:txBody>
      </p:sp>
      <p:sp>
        <p:nvSpPr>
          <p:cNvPr id="143" name="Rectangle 142"/>
          <p:cNvSpPr/>
          <p:nvPr/>
        </p:nvSpPr>
        <p:spPr>
          <a:xfrm>
            <a:off x="5584583" y="2368401"/>
            <a:ext cx="971760" cy="38974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33" name="Group 185"/>
          <p:cNvGrpSpPr/>
          <p:nvPr/>
        </p:nvGrpSpPr>
        <p:grpSpPr bwMode="auto">
          <a:xfrm>
            <a:off x="5690803" y="2434313"/>
            <a:ext cx="908050" cy="301625"/>
            <a:chOff x="1848" y="2046"/>
            <a:chExt cx="572" cy="190"/>
          </a:xfrm>
        </p:grpSpPr>
        <p:grpSp>
          <p:nvGrpSpPr>
            <p:cNvPr id="134" name="Group 179"/>
            <p:cNvGrpSpPr/>
            <p:nvPr/>
          </p:nvGrpSpPr>
          <p:grpSpPr bwMode="auto">
            <a:xfrm>
              <a:off x="1848" y="2047"/>
              <a:ext cx="187" cy="184"/>
              <a:chOff x="1959" y="2058"/>
              <a:chExt cx="187" cy="184"/>
            </a:xfrm>
          </p:grpSpPr>
          <p:sp>
            <p:nvSpPr>
              <p:cNvPr id="138" name="Rectangle 180"/>
              <p:cNvSpPr>
                <a:spLocks noChangeArrowheads="1"/>
              </p:cNvSpPr>
              <p:nvPr/>
            </p:nvSpPr>
            <p:spPr bwMode="auto">
              <a:xfrm>
                <a:off x="1964" y="2075"/>
                <a:ext cx="177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39" name="Rectangle 181"/>
              <p:cNvSpPr>
                <a:spLocks noChangeArrowheads="1"/>
              </p:cNvSpPr>
              <p:nvPr/>
            </p:nvSpPr>
            <p:spPr bwMode="auto">
              <a:xfrm>
                <a:off x="1959" y="2058"/>
                <a:ext cx="187" cy="1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t</a:t>
                </a:r>
                <a:endPara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135" name="Group 182"/>
            <p:cNvGrpSpPr/>
            <p:nvPr/>
          </p:nvGrpSpPr>
          <p:grpSpPr bwMode="auto">
            <a:xfrm>
              <a:off x="1992" y="2046"/>
              <a:ext cx="428" cy="190"/>
              <a:chOff x="780" y="1553"/>
              <a:chExt cx="428" cy="190"/>
            </a:xfrm>
          </p:grpSpPr>
          <p:sp>
            <p:nvSpPr>
              <p:cNvPr id="136" name="Rectangle 183"/>
              <p:cNvSpPr>
                <a:spLocks noChangeArrowheads="1"/>
              </p:cNvSpPr>
              <p:nvPr/>
            </p:nvSpPr>
            <p:spPr bwMode="auto">
              <a:xfrm>
                <a:off x="817" y="1571"/>
                <a:ext cx="312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37" name="Rectangle 184"/>
              <p:cNvSpPr>
                <a:spLocks noChangeArrowheads="1"/>
              </p:cNvSpPr>
              <p:nvPr/>
            </p:nvSpPr>
            <p:spPr bwMode="auto">
              <a:xfrm>
                <a:off x="780" y="1553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  <a:endPara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</p:grpSp>
      <p:sp>
        <p:nvSpPr>
          <p:cNvPr id="144" name="TextBox 143"/>
          <p:cNvSpPr txBox="1"/>
          <p:nvPr/>
        </p:nvSpPr>
        <p:spPr>
          <a:xfrm>
            <a:off x="3462727" y="4339175"/>
            <a:ext cx="5831174" cy="208672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95275" indent="-295275">
              <a:lnSpc>
                <a:spcPct val="90000"/>
              </a:lnSpc>
              <a:buClr>
                <a:srgbClr val="0000A3"/>
              </a:buClr>
              <a:buFont typeface="Wingdings" panose="05000000000000000000" pitchFamily="2" charset="2"/>
              <a:buChar char="§"/>
            </a:pPr>
            <a:r>
              <a:rPr lang="en-US" sz="2400" dirty="0"/>
              <a:t>网络层协议用网络层首部 Hn 封装传输层报文段 [Ht | M]，形成网络层数据报 </a:t>
            </a:r>
            <a:r>
              <a:rPr lang="en-US" sz="2400" dirty="0">
                <a:solidFill>
                  <a:srgbClr val="0000A3"/>
                </a:solidFill>
              </a:rPr>
              <a:t/>
            </a:r>
            <a:r>
              <a:rPr lang="en-US" sz="2400" dirty="0"/>
              <a:t/>
            </a:r>
            <a:r>
              <a:rPr lang="en-US" sz="2000" dirty="0"/>
              <a:t/>
            </a:r>
            <a:r>
              <a:rPr lang="en-US" sz="2000" baseline="-25000" dirty="0"/>
              <a:t/>
            </a:r>
            <a:r>
              <a:rPr lang="en-US" sz="2000" dirty="0"/>
              <a:t/>
            </a:r>
            <a:r>
              <a:rPr lang="en-US" sz="2400" dirty="0"/>
              <a:t/>
            </a:r>
            <a:r>
              <a:rPr lang="en-US" sz="2400" baseline="-25000" dirty="0"/>
              <a:t/>
            </a:r>
            <a:r>
              <a:rPr lang="en-US" sz="2400" dirty="0"/>
              <a:t/>
            </a:r>
            <a:r>
              <a:rPr lang="en-US" sz="2400" dirty="0">
                <a:solidFill>
                  <a:srgbClr val="C00000"/>
                </a:solidFill>
              </a:rPr>
              <a:t/>
            </a:r>
            <a:endParaRPr lang="en-US" sz="2400" dirty="0">
              <a:solidFill>
                <a:srgbClr val="C00000"/>
              </a:solidFill>
            </a:endParaRPr>
          </a:p>
          <a:p>
            <a:pPr marL="574675" lvl="1" indent="-231775">
              <a:lnSpc>
                <a:spcPct val="90000"/>
              </a:lnSpc>
              <a:buClr>
                <a:srgbClr val="0000A3"/>
              </a:buClr>
              <a:buFont typeface="Arial" panose="020B0604020202020204" pitchFamily="34" charset="0"/>
              <a:buChar char="•"/>
            </a:pPr>
            <a:r>
              <a:rPr lang="en-US" sz="2400" dirty="0"/>
              <a:t>网络层协议使用 Hn 来实现其服务</a:t>
            </a:r>
            <a:r>
              <a:rPr lang="en-US" sz="2400" baseline="-25000" dirty="0"/>
              <a:t/>
            </a:r>
            <a:r>
              <a:rPr lang="en-US" sz="2400" dirty="0"/>
              <a:t/>
            </a:r>
            <a:endParaRPr lang="en-US" sz="2400" baseline="-25000" dirty="0"/>
          </a:p>
        </p:txBody>
      </p:sp>
      <p:grpSp>
        <p:nvGrpSpPr>
          <p:cNvPr id="212" name="Group 211"/>
          <p:cNvGrpSpPr/>
          <p:nvPr/>
        </p:nvGrpSpPr>
        <p:grpSpPr>
          <a:xfrm>
            <a:off x="1334125" y="1421667"/>
            <a:ext cx="1765726" cy="4034752"/>
            <a:chOff x="1484027" y="1706480"/>
            <a:chExt cx="1765726" cy="4034752"/>
          </a:xfrm>
        </p:grpSpPr>
        <p:sp>
          <p:nvSpPr>
            <p:cNvPr id="11" name="Rectangle 24"/>
            <p:cNvSpPr>
              <a:spLocks noChangeArrowheads="1"/>
            </p:cNvSpPr>
            <p:nvPr/>
          </p:nvSpPr>
          <p:spPr bwMode="auto">
            <a:xfrm>
              <a:off x="1528997" y="1870247"/>
              <a:ext cx="1648917" cy="3870985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</a:ln>
            <a:effectLst>
              <a:outerShdw blurRad="76200" dist="38100" dir="18900000" sx="101000" sy="101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2" name="Text Box 26"/>
            <p:cNvSpPr txBox="1">
              <a:spLocks noChangeArrowheads="1"/>
            </p:cNvSpPr>
            <p:nvPr/>
          </p:nvSpPr>
          <p:spPr bwMode="auto">
            <a:xfrm>
              <a:off x="1484027" y="1706480"/>
              <a:ext cx="1765726" cy="40330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应用层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传输层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网络层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链路层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物理层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cxnSp>
          <p:nvCxnSpPr>
            <p:cNvPr id="117" name="Straight Connector 116"/>
            <p:cNvCxnSpPr/>
            <p:nvPr/>
          </p:nvCxnSpPr>
          <p:spPr>
            <a:xfrm>
              <a:off x="1534432" y="2675745"/>
              <a:ext cx="164348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Straight Connector 147"/>
            <p:cNvCxnSpPr/>
            <p:nvPr/>
          </p:nvCxnSpPr>
          <p:spPr>
            <a:xfrm>
              <a:off x="1506952" y="3472722"/>
              <a:ext cx="165597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Straight Connector 148"/>
            <p:cNvCxnSpPr/>
            <p:nvPr/>
          </p:nvCxnSpPr>
          <p:spPr>
            <a:xfrm>
              <a:off x="1509450" y="4209737"/>
              <a:ext cx="166846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Straight Connector 149"/>
            <p:cNvCxnSpPr/>
            <p:nvPr/>
          </p:nvCxnSpPr>
          <p:spPr>
            <a:xfrm>
              <a:off x="1511947" y="4991726"/>
              <a:ext cx="165097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7" name="Group 950"/>
          <p:cNvGrpSpPr/>
          <p:nvPr/>
        </p:nvGrpSpPr>
        <p:grpSpPr bwMode="auto">
          <a:xfrm>
            <a:off x="11107713" y="4961744"/>
            <a:ext cx="374754" cy="833726"/>
            <a:chOff x="4140" y="429"/>
            <a:chExt cx="1425" cy="2396"/>
          </a:xfrm>
        </p:grpSpPr>
        <p:sp>
          <p:nvSpPr>
            <p:cNvPr id="168" name="Freeform 951"/>
            <p:cNvSpPr/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9" name="Rectangle 952"/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0" name="Freeform 953"/>
            <p:cNvSpPr/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1" name="Freeform 954"/>
            <p:cNvSpPr/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2" name="Rectangle 955"/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3" name="Group 956"/>
            <p:cNvGrpSpPr/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98" name="AutoShape 957"/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9" name="AutoShape 958"/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4" name="Rectangle 959"/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5" name="Group 960"/>
            <p:cNvGrpSpPr/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96" name="AutoShape 961"/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7" name="AutoShape 962"/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6" name="Rectangle 963"/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7" name="Rectangle 964"/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8" name="Group 965"/>
            <p:cNvGrpSpPr/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94" name="AutoShape 966"/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5" name="AutoShape 967"/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9" name="Freeform 968"/>
            <p:cNvSpPr/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80" name="Group 969"/>
            <p:cNvGrpSpPr/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2" name="AutoShape 970"/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3" name="AutoShape 971"/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1" name="Rectangle 972"/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2" name="Freeform 973"/>
            <p:cNvSpPr/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3" name="Freeform 974"/>
            <p:cNvSpPr/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4" name="Oval 975"/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5" name="Freeform 976"/>
            <p:cNvSpPr/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6" name="AutoShape 977"/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7" name="AutoShape 978"/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8" name="Oval 979"/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9" name="Oval 980"/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0" name="Oval 981"/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1" name="Rectangle 982"/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206" name="Text Box 8"/>
          <p:cNvSpPr txBox="1">
            <a:spLocks noChangeArrowheads="1"/>
          </p:cNvSpPr>
          <p:nvPr/>
        </p:nvSpPr>
        <p:spPr bwMode="auto">
          <a:xfrm>
            <a:off x="10216734" y="5716780"/>
            <a:ext cx="167545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en-US" altLang="en-US" sz="2400" i="1" dirty="0">
                <a:solidFill>
                  <a:srgbClr val="000099"/>
                </a:solidFill>
                <a:latin typeface="Arial" panose="020B0604020202020204" pitchFamily="34" charset="0"/>
              </a:rPr>
              <a:t>目的地</a:t>
            </a:r>
            <a:endParaRPr kumimoji="0" lang="en-US" altLang="en-US" sz="2400" b="0" i="1" u="none" strike="noStrike" kern="120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207" name="Group 206"/>
          <p:cNvGrpSpPr/>
          <p:nvPr/>
        </p:nvGrpSpPr>
        <p:grpSpPr>
          <a:xfrm>
            <a:off x="3254290" y="1489592"/>
            <a:ext cx="5651292" cy="389744"/>
            <a:chOff x="3270354" y="1798823"/>
            <a:chExt cx="5651292" cy="389744"/>
          </a:xfrm>
        </p:grpSpPr>
        <p:cxnSp>
          <p:nvCxnSpPr>
            <p:cNvPr id="8" name="Straight Arrow Connector 7"/>
            <p:cNvCxnSpPr/>
            <p:nvPr/>
          </p:nvCxnSpPr>
          <p:spPr>
            <a:xfrm>
              <a:off x="3270354" y="1993691"/>
              <a:ext cx="5651292" cy="0"/>
            </a:xfrm>
            <a:prstGeom prst="straightConnector1">
              <a:avLst/>
            </a:prstGeom>
            <a:ln w="19050">
              <a:solidFill>
                <a:schemeClr val="tx1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2" name="Rectangle 111"/>
            <p:cNvSpPr/>
            <p:nvPr/>
          </p:nvSpPr>
          <p:spPr>
            <a:xfrm>
              <a:off x="5878639" y="1798823"/>
              <a:ext cx="674558" cy="38974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96" name="Group 175"/>
            <p:cNvGrpSpPr/>
            <p:nvPr/>
          </p:nvGrpSpPr>
          <p:grpSpPr bwMode="auto">
            <a:xfrm>
              <a:off x="5953468" y="1857555"/>
              <a:ext cx="679450" cy="301625"/>
              <a:chOff x="780" y="1553"/>
              <a:chExt cx="428" cy="190"/>
            </a:xfrm>
          </p:grpSpPr>
          <p:sp>
            <p:nvSpPr>
              <p:cNvPr id="97" name="Rectangle 176"/>
              <p:cNvSpPr>
                <a:spLocks noChangeArrowheads="1"/>
              </p:cNvSpPr>
              <p:nvPr/>
            </p:nvSpPr>
            <p:spPr bwMode="auto">
              <a:xfrm>
                <a:off x="817" y="1569"/>
                <a:ext cx="312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98" name="Rectangle 177"/>
              <p:cNvSpPr>
                <a:spLocks noChangeArrowheads="1"/>
              </p:cNvSpPr>
              <p:nvPr/>
            </p:nvSpPr>
            <p:spPr bwMode="auto">
              <a:xfrm>
                <a:off x="780" y="1553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  <a:endPara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</p:grpSp>
      <p:grpSp>
        <p:nvGrpSpPr>
          <p:cNvPr id="213" name="Group 212"/>
          <p:cNvGrpSpPr/>
          <p:nvPr/>
        </p:nvGrpSpPr>
        <p:grpSpPr>
          <a:xfrm>
            <a:off x="9221450" y="1413548"/>
            <a:ext cx="1765726" cy="4034752"/>
            <a:chOff x="1484027" y="1706480"/>
            <a:chExt cx="1765726" cy="4034752"/>
          </a:xfrm>
        </p:grpSpPr>
        <p:sp>
          <p:nvSpPr>
            <p:cNvPr id="214" name="Rectangle 24"/>
            <p:cNvSpPr>
              <a:spLocks noChangeArrowheads="1"/>
            </p:cNvSpPr>
            <p:nvPr/>
          </p:nvSpPr>
          <p:spPr bwMode="auto">
            <a:xfrm>
              <a:off x="1528997" y="1870247"/>
              <a:ext cx="1648917" cy="3870985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</a:ln>
            <a:effectLst>
              <a:outerShdw blurRad="76200" dist="38100" dir="18900000" sx="101000" sy="101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15" name="Text Box 26"/>
            <p:cNvSpPr txBox="1">
              <a:spLocks noChangeArrowheads="1"/>
            </p:cNvSpPr>
            <p:nvPr/>
          </p:nvSpPr>
          <p:spPr bwMode="auto">
            <a:xfrm>
              <a:off x="1484027" y="1706480"/>
              <a:ext cx="1765726" cy="40330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应用层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传输层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网络层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链路层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物理层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cxnSp>
          <p:nvCxnSpPr>
            <p:cNvPr id="216" name="Straight Connector 215"/>
            <p:cNvCxnSpPr/>
            <p:nvPr/>
          </p:nvCxnSpPr>
          <p:spPr>
            <a:xfrm>
              <a:off x="1534432" y="2675745"/>
              <a:ext cx="164348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7" name="Straight Connector 216"/>
            <p:cNvCxnSpPr/>
            <p:nvPr/>
          </p:nvCxnSpPr>
          <p:spPr>
            <a:xfrm>
              <a:off x="1506952" y="3472722"/>
              <a:ext cx="165597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8" name="Straight Connector 217"/>
            <p:cNvCxnSpPr/>
            <p:nvPr/>
          </p:nvCxnSpPr>
          <p:spPr>
            <a:xfrm>
              <a:off x="1509450" y="4209737"/>
              <a:ext cx="166846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9" name="Straight Connector 218"/>
            <p:cNvCxnSpPr/>
            <p:nvPr/>
          </p:nvCxnSpPr>
          <p:spPr>
            <a:xfrm>
              <a:off x="1511947" y="4991726"/>
              <a:ext cx="165097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" name="Group 2"/>
          <p:cNvGrpSpPr/>
          <p:nvPr/>
        </p:nvGrpSpPr>
        <p:grpSpPr>
          <a:xfrm>
            <a:off x="3211642" y="3319499"/>
            <a:ext cx="5882482" cy="895263"/>
            <a:chOff x="3211642" y="3319499"/>
            <a:chExt cx="5882482" cy="895263"/>
          </a:xfrm>
        </p:grpSpPr>
        <p:cxnSp>
          <p:nvCxnSpPr>
            <p:cNvPr id="78" name="Straight Arrow Connector 77"/>
            <p:cNvCxnSpPr/>
            <p:nvPr/>
          </p:nvCxnSpPr>
          <p:spPr>
            <a:xfrm>
              <a:off x="3211642" y="3542677"/>
              <a:ext cx="5651292" cy="0"/>
            </a:xfrm>
            <a:prstGeom prst="straightConnector1">
              <a:avLst/>
            </a:prstGeom>
            <a:ln w="19050">
              <a:solidFill>
                <a:schemeClr val="tx1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0" name="Rectangle 79"/>
            <p:cNvSpPr/>
            <p:nvPr/>
          </p:nvSpPr>
          <p:spPr>
            <a:xfrm>
              <a:off x="5356172" y="3319499"/>
              <a:ext cx="1210365" cy="38974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6" name="Group 5"/>
            <p:cNvGrpSpPr/>
            <p:nvPr/>
          </p:nvGrpSpPr>
          <p:grpSpPr>
            <a:xfrm>
              <a:off x="5418625" y="3360607"/>
              <a:ext cx="1058375" cy="307296"/>
              <a:chOff x="5509436" y="3287899"/>
              <a:chExt cx="1058375" cy="307296"/>
            </a:xfrm>
          </p:grpSpPr>
          <p:grpSp>
            <p:nvGrpSpPr>
              <p:cNvPr id="83" name="Group 182"/>
              <p:cNvGrpSpPr/>
              <p:nvPr/>
            </p:nvGrpSpPr>
            <p:grpSpPr bwMode="auto">
              <a:xfrm>
                <a:off x="5510535" y="3293570"/>
                <a:ext cx="1057276" cy="301625"/>
                <a:chOff x="469" y="1531"/>
                <a:chExt cx="666" cy="190"/>
              </a:xfrm>
            </p:grpSpPr>
            <p:sp>
              <p:nvSpPr>
                <p:cNvPr id="84" name="Rectangle 183"/>
                <p:cNvSpPr>
                  <a:spLocks noChangeArrowheads="1"/>
                </p:cNvSpPr>
                <p:nvPr/>
              </p:nvSpPr>
              <p:spPr bwMode="auto">
                <a:xfrm>
                  <a:off x="469" y="1549"/>
                  <a:ext cx="666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5" name="Rectangle 184"/>
                <p:cNvSpPr>
                  <a:spLocks noChangeArrowheads="1"/>
                </p:cNvSpPr>
                <p:nvPr/>
              </p:nvSpPr>
              <p:spPr bwMode="auto">
                <a:xfrm>
                  <a:off x="873" y="1531"/>
                  <a:ext cx="239" cy="1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M</a:t>
                  </a:r>
                  <a:endPara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87" name="Rectangle 181"/>
              <p:cNvSpPr>
                <a:spLocks noChangeArrowheads="1"/>
              </p:cNvSpPr>
              <p:nvPr/>
            </p:nvSpPr>
            <p:spPr bwMode="auto">
              <a:xfrm>
                <a:off x="5771740" y="3305237"/>
                <a:ext cx="296863" cy="2619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t</a:t>
                </a:r>
                <a:endPara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88" name="Rectangle 181"/>
              <p:cNvSpPr>
                <a:spLocks noChangeArrowheads="1"/>
              </p:cNvSpPr>
              <p:nvPr/>
            </p:nvSpPr>
            <p:spPr bwMode="auto">
              <a:xfrm>
                <a:off x="5509436" y="3287899"/>
                <a:ext cx="296863" cy="2921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n</a:t>
                </a:r>
                <a:endPara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cxnSp>
            <p:nvCxnSpPr>
              <p:cNvPr id="4" name="Straight Connector 3"/>
              <p:cNvCxnSpPr/>
              <p:nvPr/>
            </p:nvCxnSpPr>
            <p:spPr>
              <a:xfrm>
                <a:off x="6076877" y="3322145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Straight Connector 90"/>
              <p:cNvCxnSpPr/>
              <p:nvPr/>
            </p:nvCxnSpPr>
            <p:spPr>
              <a:xfrm>
                <a:off x="5796378" y="3320433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79" name="TextBox 78"/>
            <p:cNvSpPr txBox="1"/>
            <p:nvPr/>
          </p:nvSpPr>
          <p:spPr>
            <a:xfrm>
              <a:off x="3359490" y="3649479"/>
              <a:ext cx="5734634" cy="56528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5000"/>
                </a:lnSpc>
              </a:pPr>
              <a:r>
                <a:rPr lang="en-US" dirty="0">
                  <a:solidFill>
                    <a:srgbClr val="C00000"/>
                  </a:solidFill>
                </a:rPr>
                <a:t>网络层协议利用链路层服务，将传输层报文段 [Ht | M] 从一台主机传送到另一台主机</a:t>
              </a:r>
              <a:r>
                <a:rPr lang="en-US" dirty="0"/>
                <a:t/>
              </a:r>
              <a:r>
                <a:rPr lang="en-US" baseline="-25000" dirty="0"/>
                <a:t/>
              </a:r>
              <a:r>
                <a:rPr lang="en-US" dirty="0"/>
                <a:t/>
              </a:r>
              <a:r>
                <a:rPr lang="en-US" i="1" dirty="0"/>
                <a:t/>
              </a:r>
              <a:r>
                <a:rPr lang="en-US" dirty="0"/>
                <a:t/>
              </a:r>
              <a:endParaRPr lang="en-US" dirty="0"/>
            </a:p>
          </p:txBody>
        </p:sp>
      </p:grpSp>
      <p:sp>
        <p:nvSpPr>
          <p:cNvPr id="8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引言：1-</a:t>
            </a:r>
            <a:fld id="{C4204591-24BD-A542-B9D5-F8D8A88D2FEE}" type="slidenum">
              <a:rPr lang="en-US" smtClean="0"/>
            </a:fld>
            <a:endParaRPr lang="en-US" dirty="0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med" p14:dur="700">
        <p:fade/>
      </p:transition>
    </mc:Choice>
    <mc:Fallback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8" grpId="0"/>
      <p:bldP spid="144" grpId="0"/>
    </p:bld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0" name="Freeform 10"/>
          <p:cNvSpPr/>
          <p:nvPr/>
        </p:nvSpPr>
        <p:spPr bwMode="auto">
          <a:xfrm rot="10800000" flipH="1">
            <a:off x="10916607" y="1577038"/>
            <a:ext cx="450309" cy="4061761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  <a:gd name="connsiteX0" fmla="*/ 11593 w 11593"/>
              <a:gd name="connsiteY0" fmla="*/ 0 h 10109"/>
              <a:gd name="connsiteX1" fmla="*/ 0 w 11593"/>
              <a:gd name="connsiteY1" fmla="*/ 109 h 10109"/>
              <a:gd name="connsiteX2" fmla="*/ 0 w 11593"/>
              <a:gd name="connsiteY2" fmla="*/ 10109 h 10109"/>
              <a:gd name="connsiteX3" fmla="*/ 10000 w 11593"/>
              <a:gd name="connsiteY3" fmla="*/ 5606 h 10109"/>
              <a:gd name="connsiteX4" fmla="*/ 11593 w 11593"/>
              <a:gd name="connsiteY4" fmla="*/ 0 h 10109"/>
              <a:gd name="connsiteX0-1" fmla="*/ 11593 w 12080"/>
              <a:gd name="connsiteY0-2" fmla="*/ 0 h 10109"/>
              <a:gd name="connsiteX1-3" fmla="*/ 0 w 12080"/>
              <a:gd name="connsiteY1-4" fmla="*/ 109 h 10109"/>
              <a:gd name="connsiteX2-5" fmla="*/ 0 w 12080"/>
              <a:gd name="connsiteY2-6" fmla="*/ 10109 h 10109"/>
              <a:gd name="connsiteX3-7" fmla="*/ 12080 w 12080"/>
              <a:gd name="connsiteY3-8" fmla="*/ 1850 h 10109"/>
              <a:gd name="connsiteX4-9" fmla="*/ 11593 w 12080"/>
              <a:gd name="connsiteY4-10" fmla="*/ 0 h 10109"/>
              <a:gd name="connsiteX0-11" fmla="*/ 11593 w 12080"/>
              <a:gd name="connsiteY0-12" fmla="*/ 2239 h 12348"/>
              <a:gd name="connsiteX1-13" fmla="*/ 0 w 12080"/>
              <a:gd name="connsiteY1-14" fmla="*/ 0 h 12348"/>
              <a:gd name="connsiteX2-15" fmla="*/ 0 w 12080"/>
              <a:gd name="connsiteY2-16" fmla="*/ 12348 h 12348"/>
              <a:gd name="connsiteX3-17" fmla="*/ 12080 w 12080"/>
              <a:gd name="connsiteY3-18" fmla="*/ 4089 h 12348"/>
              <a:gd name="connsiteX4-19" fmla="*/ 11593 w 12080"/>
              <a:gd name="connsiteY4-20" fmla="*/ 2239 h 12348"/>
              <a:gd name="connsiteX0-21" fmla="*/ 12841 w 13328"/>
              <a:gd name="connsiteY0-22" fmla="*/ 10034 h 20143"/>
              <a:gd name="connsiteX1-23" fmla="*/ 0 w 13328"/>
              <a:gd name="connsiteY1-24" fmla="*/ 0 h 20143"/>
              <a:gd name="connsiteX2-25" fmla="*/ 1248 w 13328"/>
              <a:gd name="connsiteY2-26" fmla="*/ 20143 h 20143"/>
              <a:gd name="connsiteX3-27" fmla="*/ 13328 w 13328"/>
              <a:gd name="connsiteY3-28" fmla="*/ 11884 h 20143"/>
              <a:gd name="connsiteX4-29" fmla="*/ 12841 w 13328"/>
              <a:gd name="connsiteY4-30" fmla="*/ 10034 h 20143"/>
              <a:gd name="connsiteX0-31" fmla="*/ 12425 w 13328"/>
              <a:gd name="connsiteY0-32" fmla="*/ 0 h 21660"/>
              <a:gd name="connsiteX1-33" fmla="*/ 0 w 13328"/>
              <a:gd name="connsiteY1-34" fmla="*/ 1517 h 21660"/>
              <a:gd name="connsiteX2-35" fmla="*/ 1248 w 13328"/>
              <a:gd name="connsiteY2-36" fmla="*/ 21660 h 21660"/>
              <a:gd name="connsiteX3-37" fmla="*/ 13328 w 13328"/>
              <a:gd name="connsiteY3-38" fmla="*/ 13401 h 21660"/>
              <a:gd name="connsiteX4-39" fmla="*/ 12425 w 13328"/>
              <a:gd name="connsiteY4-40" fmla="*/ 0 h 21660"/>
              <a:gd name="connsiteX0-41" fmla="*/ 12425 w 12496"/>
              <a:gd name="connsiteY0-42" fmla="*/ 0 h 21660"/>
              <a:gd name="connsiteX1-43" fmla="*/ 0 w 12496"/>
              <a:gd name="connsiteY1-44" fmla="*/ 1517 h 21660"/>
              <a:gd name="connsiteX2-45" fmla="*/ 1248 w 12496"/>
              <a:gd name="connsiteY2-46" fmla="*/ 21660 h 21660"/>
              <a:gd name="connsiteX3-47" fmla="*/ 12496 w 12496"/>
              <a:gd name="connsiteY3-48" fmla="*/ 4855 h 21660"/>
              <a:gd name="connsiteX4-49" fmla="*/ 12425 w 12496"/>
              <a:gd name="connsiteY4-50" fmla="*/ 0 h 21660"/>
              <a:gd name="connsiteX0-51" fmla="*/ 12425 w 12496"/>
              <a:gd name="connsiteY0-52" fmla="*/ 0 h 21660"/>
              <a:gd name="connsiteX1-53" fmla="*/ 0 w 12496"/>
              <a:gd name="connsiteY1-54" fmla="*/ 1517 h 21660"/>
              <a:gd name="connsiteX2-55" fmla="*/ 1248 w 12496"/>
              <a:gd name="connsiteY2-56" fmla="*/ 21660 h 21660"/>
              <a:gd name="connsiteX3-57" fmla="*/ 12496 w 12496"/>
              <a:gd name="connsiteY3-58" fmla="*/ 4855 h 21660"/>
              <a:gd name="connsiteX4-59" fmla="*/ 12425 w 12496"/>
              <a:gd name="connsiteY4-60" fmla="*/ 0 h 21660"/>
              <a:gd name="connsiteX0-61" fmla="*/ 12425 w 12496"/>
              <a:gd name="connsiteY0-62" fmla="*/ 0 h 21660"/>
              <a:gd name="connsiteX1-63" fmla="*/ 0 w 12496"/>
              <a:gd name="connsiteY1-64" fmla="*/ 1517 h 21660"/>
              <a:gd name="connsiteX2-65" fmla="*/ 1248 w 12496"/>
              <a:gd name="connsiteY2-66" fmla="*/ 21660 h 21660"/>
              <a:gd name="connsiteX3-67" fmla="*/ 12496 w 12496"/>
              <a:gd name="connsiteY3-68" fmla="*/ 4855 h 21660"/>
              <a:gd name="connsiteX4-69" fmla="*/ 12425 w 12496"/>
              <a:gd name="connsiteY4-70" fmla="*/ 0 h 21660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</a:cxnLst>
            <a:rect l="l" t="t" r="r" b="b"/>
            <a:pathLst>
              <a:path w="12496" h="21660">
                <a:moveTo>
                  <a:pt x="12425" y="0"/>
                </a:moveTo>
                <a:lnTo>
                  <a:pt x="0" y="1517"/>
                </a:lnTo>
                <a:lnTo>
                  <a:pt x="1248" y="21660"/>
                </a:lnTo>
                <a:cubicBezTo>
                  <a:pt x="4581" y="12959"/>
                  <a:pt x="6667" y="10269"/>
                  <a:pt x="12496" y="4855"/>
                </a:cubicBezTo>
                <a:cubicBezTo>
                  <a:pt x="12472" y="3237"/>
                  <a:pt x="12449" y="1618"/>
                  <a:pt x="12425" y="0"/>
                </a:cubicBez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MS PGothic" panose="020B0600070205080204" pitchFamily="34" charset="-128"/>
              </a:rPr>
              <a:t>服务、分层与封装</a:t>
            </a:r>
            <a:endParaRPr lang="en-US" sz="4400" dirty="0"/>
          </a:p>
        </p:txBody>
      </p:sp>
      <p:sp>
        <p:nvSpPr>
          <p:cNvPr id="13" name="Text Box 8"/>
          <p:cNvSpPr txBox="1">
            <a:spLocks noChangeArrowheads="1"/>
          </p:cNvSpPr>
          <p:nvPr/>
        </p:nvSpPr>
        <p:spPr bwMode="auto">
          <a:xfrm>
            <a:off x="449705" y="5724388"/>
            <a:ext cx="110013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源</a:t>
            </a:r>
            <a:endParaRPr kumimoji="0" lang="en-US" altLang="en-US" sz="2400" b="0" i="1" u="none" strike="noStrike" kern="120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4" name="Freeform 10"/>
          <p:cNvSpPr/>
          <p:nvPr/>
        </p:nvSpPr>
        <p:spPr bwMode="auto">
          <a:xfrm rot="10800000">
            <a:off x="975630" y="1559549"/>
            <a:ext cx="450309" cy="4061761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  <a:gd name="connsiteX0" fmla="*/ 11593 w 11593"/>
              <a:gd name="connsiteY0" fmla="*/ 0 h 10109"/>
              <a:gd name="connsiteX1" fmla="*/ 0 w 11593"/>
              <a:gd name="connsiteY1" fmla="*/ 109 h 10109"/>
              <a:gd name="connsiteX2" fmla="*/ 0 w 11593"/>
              <a:gd name="connsiteY2" fmla="*/ 10109 h 10109"/>
              <a:gd name="connsiteX3" fmla="*/ 10000 w 11593"/>
              <a:gd name="connsiteY3" fmla="*/ 5606 h 10109"/>
              <a:gd name="connsiteX4" fmla="*/ 11593 w 11593"/>
              <a:gd name="connsiteY4" fmla="*/ 0 h 10109"/>
              <a:gd name="connsiteX0-1" fmla="*/ 11593 w 12080"/>
              <a:gd name="connsiteY0-2" fmla="*/ 0 h 10109"/>
              <a:gd name="connsiteX1-3" fmla="*/ 0 w 12080"/>
              <a:gd name="connsiteY1-4" fmla="*/ 109 h 10109"/>
              <a:gd name="connsiteX2-5" fmla="*/ 0 w 12080"/>
              <a:gd name="connsiteY2-6" fmla="*/ 10109 h 10109"/>
              <a:gd name="connsiteX3-7" fmla="*/ 12080 w 12080"/>
              <a:gd name="connsiteY3-8" fmla="*/ 1850 h 10109"/>
              <a:gd name="connsiteX4-9" fmla="*/ 11593 w 12080"/>
              <a:gd name="connsiteY4-10" fmla="*/ 0 h 10109"/>
              <a:gd name="connsiteX0-11" fmla="*/ 11593 w 12080"/>
              <a:gd name="connsiteY0-12" fmla="*/ 2239 h 12348"/>
              <a:gd name="connsiteX1-13" fmla="*/ 0 w 12080"/>
              <a:gd name="connsiteY1-14" fmla="*/ 0 h 12348"/>
              <a:gd name="connsiteX2-15" fmla="*/ 0 w 12080"/>
              <a:gd name="connsiteY2-16" fmla="*/ 12348 h 12348"/>
              <a:gd name="connsiteX3-17" fmla="*/ 12080 w 12080"/>
              <a:gd name="connsiteY3-18" fmla="*/ 4089 h 12348"/>
              <a:gd name="connsiteX4-19" fmla="*/ 11593 w 12080"/>
              <a:gd name="connsiteY4-20" fmla="*/ 2239 h 12348"/>
              <a:gd name="connsiteX0-21" fmla="*/ 12841 w 13328"/>
              <a:gd name="connsiteY0-22" fmla="*/ 10034 h 20143"/>
              <a:gd name="connsiteX1-23" fmla="*/ 0 w 13328"/>
              <a:gd name="connsiteY1-24" fmla="*/ 0 h 20143"/>
              <a:gd name="connsiteX2-25" fmla="*/ 1248 w 13328"/>
              <a:gd name="connsiteY2-26" fmla="*/ 20143 h 20143"/>
              <a:gd name="connsiteX3-27" fmla="*/ 13328 w 13328"/>
              <a:gd name="connsiteY3-28" fmla="*/ 11884 h 20143"/>
              <a:gd name="connsiteX4-29" fmla="*/ 12841 w 13328"/>
              <a:gd name="connsiteY4-30" fmla="*/ 10034 h 20143"/>
              <a:gd name="connsiteX0-31" fmla="*/ 12425 w 13328"/>
              <a:gd name="connsiteY0-32" fmla="*/ 0 h 21660"/>
              <a:gd name="connsiteX1-33" fmla="*/ 0 w 13328"/>
              <a:gd name="connsiteY1-34" fmla="*/ 1517 h 21660"/>
              <a:gd name="connsiteX2-35" fmla="*/ 1248 w 13328"/>
              <a:gd name="connsiteY2-36" fmla="*/ 21660 h 21660"/>
              <a:gd name="connsiteX3-37" fmla="*/ 13328 w 13328"/>
              <a:gd name="connsiteY3-38" fmla="*/ 13401 h 21660"/>
              <a:gd name="connsiteX4-39" fmla="*/ 12425 w 13328"/>
              <a:gd name="connsiteY4-40" fmla="*/ 0 h 21660"/>
              <a:gd name="connsiteX0-41" fmla="*/ 12425 w 12496"/>
              <a:gd name="connsiteY0-42" fmla="*/ 0 h 21660"/>
              <a:gd name="connsiteX1-43" fmla="*/ 0 w 12496"/>
              <a:gd name="connsiteY1-44" fmla="*/ 1517 h 21660"/>
              <a:gd name="connsiteX2-45" fmla="*/ 1248 w 12496"/>
              <a:gd name="connsiteY2-46" fmla="*/ 21660 h 21660"/>
              <a:gd name="connsiteX3-47" fmla="*/ 12496 w 12496"/>
              <a:gd name="connsiteY3-48" fmla="*/ 4855 h 21660"/>
              <a:gd name="connsiteX4-49" fmla="*/ 12425 w 12496"/>
              <a:gd name="connsiteY4-50" fmla="*/ 0 h 21660"/>
              <a:gd name="connsiteX0-51" fmla="*/ 12425 w 12496"/>
              <a:gd name="connsiteY0-52" fmla="*/ 0 h 21660"/>
              <a:gd name="connsiteX1-53" fmla="*/ 0 w 12496"/>
              <a:gd name="connsiteY1-54" fmla="*/ 1517 h 21660"/>
              <a:gd name="connsiteX2-55" fmla="*/ 1248 w 12496"/>
              <a:gd name="connsiteY2-56" fmla="*/ 21660 h 21660"/>
              <a:gd name="connsiteX3-57" fmla="*/ 12496 w 12496"/>
              <a:gd name="connsiteY3-58" fmla="*/ 4855 h 21660"/>
              <a:gd name="connsiteX4-59" fmla="*/ 12425 w 12496"/>
              <a:gd name="connsiteY4-60" fmla="*/ 0 h 21660"/>
              <a:gd name="connsiteX0-61" fmla="*/ 12425 w 12496"/>
              <a:gd name="connsiteY0-62" fmla="*/ 0 h 21660"/>
              <a:gd name="connsiteX1-63" fmla="*/ 0 w 12496"/>
              <a:gd name="connsiteY1-64" fmla="*/ 1517 h 21660"/>
              <a:gd name="connsiteX2-65" fmla="*/ 1248 w 12496"/>
              <a:gd name="connsiteY2-66" fmla="*/ 21660 h 21660"/>
              <a:gd name="connsiteX3-67" fmla="*/ 12496 w 12496"/>
              <a:gd name="connsiteY3-68" fmla="*/ 4855 h 21660"/>
              <a:gd name="connsiteX4-69" fmla="*/ 12425 w 12496"/>
              <a:gd name="connsiteY4-70" fmla="*/ 0 h 21660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</a:cxnLst>
            <a:rect l="l" t="t" r="r" b="b"/>
            <a:pathLst>
              <a:path w="12496" h="21660">
                <a:moveTo>
                  <a:pt x="12425" y="0"/>
                </a:moveTo>
                <a:lnTo>
                  <a:pt x="0" y="1517"/>
                </a:lnTo>
                <a:lnTo>
                  <a:pt x="1248" y="21660"/>
                </a:lnTo>
                <a:cubicBezTo>
                  <a:pt x="4581" y="12959"/>
                  <a:pt x="6667" y="10269"/>
                  <a:pt x="12496" y="4855"/>
                </a:cubicBezTo>
                <a:cubicBezTo>
                  <a:pt x="12472" y="3237"/>
                  <a:pt x="12449" y="1618"/>
                  <a:pt x="12425" y="0"/>
                </a:cubicBez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4" name="Group 190"/>
          <p:cNvGrpSpPr/>
          <p:nvPr/>
        </p:nvGrpSpPr>
        <p:grpSpPr bwMode="auto">
          <a:xfrm flipH="1">
            <a:off x="635446" y="5073984"/>
            <a:ext cx="803275" cy="771525"/>
            <a:chOff x="-44" y="1473"/>
            <a:chExt cx="981" cy="1105"/>
          </a:xfrm>
        </p:grpSpPr>
        <p:pic>
          <p:nvPicPr>
            <p:cNvPr id="25" name="Picture 191" descr="desktop_computer_stylized_medium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6" name="Freeform 192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cxnSp>
        <p:nvCxnSpPr>
          <p:cNvPr id="127" name="Straight Arrow Connector 126"/>
          <p:cNvCxnSpPr/>
          <p:nvPr/>
        </p:nvCxnSpPr>
        <p:spPr>
          <a:xfrm>
            <a:off x="3211642" y="2610788"/>
            <a:ext cx="5651292" cy="0"/>
          </a:xfrm>
          <a:prstGeom prst="straightConnector1">
            <a:avLst/>
          </a:prstGeom>
          <a:ln w="19050"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3" name="Rectangle 142"/>
          <p:cNvSpPr/>
          <p:nvPr/>
        </p:nvSpPr>
        <p:spPr>
          <a:xfrm>
            <a:off x="5584583" y="2368401"/>
            <a:ext cx="971760" cy="38974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33" name="Group 185"/>
          <p:cNvGrpSpPr/>
          <p:nvPr/>
        </p:nvGrpSpPr>
        <p:grpSpPr bwMode="auto">
          <a:xfrm>
            <a:off x="5690803" y="2434313"/>
            <a:ext cx="908050" cy="301625"/>
            <a:chOff x="1848" y="2046"/>
            <a:chExt cx="572" cy="190"/>
          </a:xfrm>
        </p:grpSpPr>
        <p:grpSp>
          <p:nvGrpSpPr>
            <p:cNvPr id="134" name="Group 179"/>
            <p:cNvGrpSpPr/>
            <p:nvPr/>
          </p:nvGrpSpPr>
          <p:grpSpPr bwMode="auto">
            <a:xfrm>
              <a:off x="1848" y="2047"/>
              <a:ext cx="187" cy="184"/>
              <a:chOff x="1959" y="2058"/>
              <a:chExt cx="187" cy="184"/>
            </a:xfrm>
          </p:grpSpPr>
          <p:sp>
            <p:nvSpPr>
              <p:cNvPr id="138" name="Rectangle 180"/>
              <p:cNvSpPr>
                <a:spLocks noChangeArrowheads="1"/>
              </p:cNvSpPr>
              <p:nvPr/>
            </p:nvSpPr>
            <p:spPr bwMode="auto">
              <a:xfrm>
                <a:off x="1964" y="2075"/>
                <a:ext cx="177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39" name="Rectangle 181"/>
              <p:cNvSpPr>
                <a:spLocks noChangeArrowheads="1"/>
              </p:cNvSpPr>
              <p:nvPr/>
            </p:nvSpPr>
            <p:spPr bwMode="auto">
              <a:xfrm>
                <a:off x="1959" y="2058"/>
                <a:ext cx="187" cy="1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t</a:t>
                </a:r>
                <a:endPara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135" name="Group 182"/>
            <p:cNvGrpSpPr/>
            <p:nvPr/>
          </p:nvGrpSpPr>
          <p:grpSpPr bwMode="auto">
            <a:xfrm>
              <a:off x="1992" y="2046"/>
              <a:ext cx="428" cy="190"/>
              <a:chOff x="780" y="1553"/>
              <a:chExt cx="428" cy="190"/>
            </a:xfrm>
          </p:grpSpPr>
          <p:sp>
            <p:nvSpPr>
              <p:cNvPr id="136" name="Rectangle 183"/>
              <p:cNvSpPr>
                <a:spLocks noChangeArrowheads="1"/>
              </p:cNvSpPr>
              <p:nvPr/>
            </p:nvSpPr>
            <p:spPr bwMode="auto">
              <a:xfrm>
                <a:off x="817" y="1571"/>
                <a:ext cx="312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37" name="Rectangle 184"/>
              <p:cNvSpPr>
                <a:spLocks noChangeArrowheads="1"/>
              </p:cNvSpPr>
              <p:nvPr/>
            </p:nvSpPr>
            <p:spPr bwMode="auto">
              <a:xfrm>
                <a:off x="780" y="1553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  <a:endPara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</p:grpSp>
      <p:sp>
        <p:nvSpPr>
          <p:cNvPr id="144" name="TextBox 143"/>
          <p:cNvSpPr txBox="1"/>
          <p:nvPr/>
        </p:nvSpPr>
        <p:spPr>
          <a:xfrm>
            <a:off x="3371603" y="5096823"/>
            <a:ext cx="5831174" cy="10895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95275" indent="-295275">
              <a:lnSpc>
                <a:spcPct val="90000"/>
              </a:lnSpc>
              <a:buClr>
                <a:srgbClr val="0000A3"/>
              </a:buClr>
              <a:buFont typeface="Wingdings" panose="05000000000000000000" pitchFamily="2" charset="2"/>
              <a:buChar char="§"/>
            </a:pPr>
            <a:r>
              <a:rPr lang="en-US" sz="2400" dirty="0"/>
              <a:t>链路层协议用链路层首部 Hl 封装网络数据报 [Hn | [Ht | M]]，形成链路层帧 </a:t>
            </a:r>
            <a:r>
              <a:rPr lang="en-US" sz="2400" dirty="0">
                <a:solidFill>
                  <a:srgbClr val="0000A3"/>
                </a:solidFill>
              </a:rPr>
              <a:t/>
            </a:r>
            <a:r>
              <a:rPr lang="en-US" sz="2400" dirty="0"/>
              <a:t/>
            </a:r>
            <a:r>
              <a:rPr lang="en-US" sz="2000" dirty="0"/>
              <a:t/>
            </a:r>
            <a:r>
              <a:rPr lang="en-US" sz="2000" baseline="-25000" dirty="0"/>
              <a:t/>
            </a:r>
            <a:r>
              <a:rPr lang="en-US" sz="2000" dirty="0"/>
              <a:t/>
            </a:r>
            <a:r>
              <a:rPr lang="en-US" sz="2000" baseline="-25000" dirty="0"/>
              <a:t/>
            </a:r>
            <a:r>
              <a:rPr lang="en-US" sz="2000" dirty="0"/>
              <a:t/>
            </a:r>
            <a:r>
              <a:rPr lang="en-US" sz="2400" dirty="0"/>
              <a:t/>
            </a:r>
            <a:r>
              <a:rPr lang="en-US" sz="2400" baseline="-25000" dirty="0"/>
              <a:t/>
            </a:r>
            <a:r>
              <a:rPr lang="en-US" sz="2400" dirty="0"/>
              <a:t/>
            </a:r>
            <a:r>
              <a:rPr lang="en-US" sz="2400" dirty="0">
                <a:solidFill>
                  <a:srgbClr val="C00000"/>
                </a:solidFill>
              </a:rPr>
              <a:t/>
            </a:r>
            <a:endParaRPr lang="en-US" sz="2400" dirty="0">
              <a:solidFill>
                <a:srgbClr val="C00000"/>
              </a:solidFill>
            </a:endParaRPr>
          </a:p>
        </p:txBody>
      </p:sp>
      <p:grpSp>
        <p:nvGrpSpPr>
          <p:cNvPr id="212" name="Group 211"/>
          <p:cNvGrpSpPr/>
          <p:nvPr/>
        </p:nvGrpSpPr>
        <p:grpSpPr>
          <a:xfrm>
            <a:off x="1334125" y="1421667"/>
            <a:ext cx="1765726" cy="4034752"/>
            <a:chOff x="1484027" y="1706480"/>
            <a:chExt cx="1765726" cy="4034752"/>
          </a:xfrm>
        </p:grpSpPr>
        <p:sp>
          <p:nvSpPr>
            <p:cNvPr id="11" name="Rectangle 24"/>
            <p:cNvSpPr>
              <a:spLocks noChangeArrowheads="1"/>
            </p:cNvSpPr>
            <p:nvPr/>
          </p:nvSpPr>
          <p:spPr bwMode="auto">
            <a:xfrm>
              <a:off x="1528997" y="1870247"/>
              <a:ext cx="1648917" cy="3870985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</a:ln>
            <a:effectLst>
              <a:outerShdw blurRad="76200" dist="38100" dir="18900000" sx="101000" sy="101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2" name="Text Box 26"/>
            <p:cNvSpPr txBox="1">
              <a:spLocks noChangeArrowheads="1"/>
            </p:cNvSpPr>
            <p:nvPr/>
          </p:nvSpPr>
          <p:spPr bwMode="auto">
            <a:xfrm>
              <a:off x="1484027" y="1706480"/>
              <a:ext cx="1765726" cy="40330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应用层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传输层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网络层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链路层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物理层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cxnSp>
          <p:nvCxnSpPr>
            <p:cNvPr id="117" name="Straight Connector 116"/>
            <p:cNvCxnSpPr/>
            <p:nvPr/>
          </p:nvCxnSpPr>
          <p:spPr>
            <a:xfrm>
              <a:off x="1534432" y="2675745"/>
              <a:ext cx="164348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Straight Connector 147"/>
            <p:cNvCxnSpPr/>
            <p:nvPr/>
          </p:nvCxnSpPr>
          <p:spPr>
            <a:xfrm>
              <a:off x="1506952" y="3472722"/>
              <a:ext cx="165597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Straight Connector 148"/>
            <p:cNvCxnSpPr/>
            <p:nvPr/>
          </p:nvCxnSpPr>
          <p:spPr>
            <a:xfrm>
              <a:off x="1509450" y="4209737"/>
              <a:ext cx="166846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Straight Connector 149"/>
            <p:cNvCxnSpPr/>
            <p:nvPr/>
          </p:nvCxnSpPr>
          <p:spPr>
            <a:xfrm>
              <a:off x="1511947" y="4991726"/>
              <a:ext cx="165097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7" name="Group 950"/>
          <p:cNvGrpSpPr/>
          <p:nvPr/>
        </p:nvGrpSpPr>
        <p:grpSpPr bwMode="auto">
          <a:xfrm>
            <a:off x="11107713" y="4961744"/>
            <a:ext cx="374754" cy="833726"/>
            <a:chOff x="4140" y="429"/>
            <a:chExt cx="1425" cy="2396"/>
          </a:xfrm>
        </p:grpSpPr>
        <p:sp>
          <p:nvSpPr>
            <p:cNvPr id="168" name="Freeform 951"/>
            <p:cNvSpPr/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9" name="Rectangle 952"/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0" name="Freeform 953"/>
            <p:cNvSpPr/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1" name="Freeform 954"/>
            <p:cNvSpPr/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2" name="Rectangle 955"/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3" name="Group 956"/>
            <p:cNvGrpSpPr/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98" name="AutoShape 957"/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9" name="AutoShape 958"/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4" name="Rectangle 959"/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5" name="Group 960"/>
            <p:cNvGrpSpPr/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96" name="AutoShape 961"/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7" name="AutoShape 962"/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6" name="Rectangle 963"/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7" name="Rectangle 964"/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8" name="Group 965"/>
            <p:cNvGrpSpPr/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94" name="AutoShape 966"/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5" name="AutoShape 967"/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9" name="Freeform 968"/>
            <p:cNvSpPr/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80" name="Group 969"/>
            <p:cNvGrpSpPr/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2" name="AutoShape 970"/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3" name="AutoShape 971"/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1" name="Rectangle 972"/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2" name="Freeform 973"/>
            <p:cNvSpPr/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3" name="Freeform 974"/>
            <p:cNvSpPr/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4" name="Oval 975"/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5" name="Freeform 976"/>
            <p:cNvSpPr/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6" name="AutoShape 977"/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7" name="AutoShape 978"/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8" name="Oval 979"/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9" name="Oval 980"/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0" name="Oval 981"/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1" name="Rectangle 982"/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206" name="Text Box 8"/>
          <p:cNvSpPr txBox="1">
            <a:spLocks noChangeArrowheads="1"/>
          </p:cNvSpPr>
          <p:nvPr/>
        </p:nvSpPr>
        <p:spPr bwMode="auto">
          <a:xfrm>
            <a:off x="10216734" y="5716780"/>
            <a:ext cx="167545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en-US" altLang="en-US" sz="2400" i="1" dirty="0">
                <a:solidFill>
                  <a:srgbClr val="000099"/>
                </a:solidFill>
                <a:latin typeface="Arial" panose="020B0604020202020204" pitchFamily="34" charset="0"/>
              </a:rPr>
              <a:t>目的地</a:t>
            </a:r>
            <a:endParaRPr kumimoji="0" lang="en-US" altLang="en-US" sz="2400" b="0" i="1" u="none" strike="noStrike" kern="120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207" name="Group 206"/>
          <p:cNvGrpSpPr/>
          <p:nvPr/>
        </p:nvGrpSpPr>
        <p:grpSpPr>
          <a:xfrm>
            <a:off x="3254290" y="1489592"/>
            <a:ext cx="5651292" cy="389744"/>
            <a:chOff x="3270354" y="1798823"/>
            <a:chExt cx="5651292" cy="389744"/>
          </a:xfrm>
        </p:grpSpPr>
        <p:cxnSp>
          <p:nvCxnSpPr>
            <p:cNvPr id="8" name="Straight Arrow Connector 7"/>
            <p:cNvCxnSpPr/>
            <p:nvPr/>
          </p:nvCxnSpPr>
          <p:spPr>
            <a:xfrm>
              <a:off x="3270354" y="1993691"/>
              <a:ext cx="5651292" cy="0"/>
            </a:xfrm>
            <a:prstGeom prst="straightConnector1">
              <a:avLst/>
            </a:prstGeom>
            <a:ln w="19050">
              <a:solidFill>
                <a:schemeClr val="tx1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2" name="Rectangle 111"/>
            <p:cNvSpPr/>
            <p:nvPr/>
          </p:nvSpPr>
          <p:spPr>
            <a:xfrm>
              <a:off x="5878639" y="1798823"/>
              <a:ext cx="674558" cy="38974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96" name="Group 175"/>
            <p:cNvGrpSpPr/>
            <p:nvPr/>
          </p:nvGrpSpPr>
          <p:grpSpPr bwMode="auto">
            <a:xfrm>
              <a:off x="5953468" y="1857555"/>
              <a:ext cx="679450" cy="301625"/>
              <a:chOff x="780" y="1553"/>
              <a:chExt cx="428" cy="190"/>
            </a:xfrm>
          </p:grpSpPr>
          <p:sp>
            <p:nvSpPr>
              <p:cNvPr id="97" name="Rectangle 176"/>
              <p:cNvSpPr>
                <a:spLocks noChangeArrowheads="1"/>
              </p:cNvSpPr>
              <p:nvPr/>
            </p:nvSpPr>
            <p:spPr bwMode="auto">
              <a:xfrm>
                <a:off x="817" y="1569"/>
                <a:ext cx="312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98" name="Rectangle 177"/>
              <p:cNvSpPr>
                <a:spLocks noChangeArrowheads="1"/>
              </p:cNvSpPr>
              <p:nvPr/>
            </p:nvSpPr>
            <p:spPr bwMode="auto">
              <a:xfrm>
                <a:off x="780" y="1553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  <a:endPara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</p:grpSp>
      <p:grpSp>
        <p:nvGrpSpPr>
          <p:cNvPr id="213" name="Group 212"/>
          <p:cNvGrpSpPr/>
          <p:nvPr/>
        </p:nvGrpSpPr>
        <p:grpSpPr>
          <a:xfrm>
            <a:off x="9221450" y="1413548"/>
            <a:ext cx="1765726" cy="4034752"/>
            <a:chOff x="1484027" y="1706480"/>
            <a:chExt cx="1765726" cy="4034752"/>
          </a:xfrm>
        </p:grpSpPr>
        <p:sp>
          <p:nvSpPr>
            <p:cNvPr id="214" name="Rectangle 24"/>
            <p:cNvSpPr>
              <a:spLocks noChangeArrowheads="1"/>
            </p:cNvSpPr>
            <p:nvPr/>
          </p:nvSpPr>
          <p:spPr bwMode="auto">
            <a:xfrm>
              <a:off x="1528997" y="1870247"/>
              <a:ext cx="1648917" cy="3870985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</a:ln>
            <a:effectLst>
              <a:outerShdw blurRad="76200" dist="38100" dir="18900000" sx="101000" sy="101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15" name="Text Box 26"/>
            <p:cNvSpPr txBox="1">
              <a:spLocks noChangeArrowheads="1"/>
            </p:cNvSpPr>
            <p:nvPr/>
          </p:nvSpPr>
          <p:spPr bwMode="auto">
            <a:xfrm>
              <a:off x="1484027" y="1706480"/>
              <a:ext cx="1765726" cy="40330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应用层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传输层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网络层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链路层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物理层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cxnSp>
          <p:nvCxnSpPr>
            <p:cNvPr id="216" name="Straight Connector 215"/>
            <p:cNvCxnSpPr/>
            <p:nvPr/>
          </p:nvCxnSpPr>
          <p:spPr>
            <a:xfrm>
              <a:off x="1534432" y="2675745"/>
              <a:ext cx="164348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7" name="Straight Connector 216"/>
            <p:cNvCxnSpPr/>
            <p:nvPr/>
          </p:nvCxnSpPr>
          <p:spPr>
            <a:xfrm>
              <a:off x="1506952" y="3472722"/>
              <a:ext cx="165597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8" name="Straight Connector 217"/>
            <p:cNvCxnSpPr/>
            <p:nvPr/>
          </p:nvCxnSpPr>
          <p:spPr>
            <a:xfrm>
              <a:off x="1509450" y="4209737"/>
              <a:ext cx="166846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9" name="Straight Connector 218"/>
            <p:cNvCxnSpPr/>
            <p:nvPr/>
          </p:nvCxnSpPr>
          <p:spPr>
            <a:xfrm>
              <a:off x="1511947" y="4991726"/>
              <a:ext cx="165097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78" name="Straight Arrow Connector 77"/>
          <p:cNvCxnSpPr/>
          <p:nvPr/>
        </p:nvCxnSpPr>
        <p:spPr>
          <a:xfrm>
            <a:off x="3211642" y="3542677"/>
            <a:ext cx="5651292" cy="0"/>
          </a:xfrm>
          <a:prstGeom prst="straightConnector1">
            <a:avLst/>
          </a:prstGeom>
          <a:ln w="19050"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0" name="Rectangle 79"/>
          <p:cNvSpPr/>
          <p:nvPr/>
        </p:nvSpPr>
        <p:spPr>
          <a:xfrm>
            <a:off x="5356172" y="3319499"/>
            <a:ext cx="1210365" cy="38974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6" name="Group 5"/>
          <p:cNvGrpSpPr/>
          <p:nvPr/>
        </p:nvGrpSpPr>
        <p:grpSpPr>
          <a:xfrm>
            <a:off x="5418625" y="3360607"/>
            <a:ext cx="1058375" cy="307296"/>
            <a:chOff x="5509436" y="3287899"/>
            <a:chExt cx="1058375" cy="307296"/>
          </a:xfrm>
        </p:grpSpPr>
        <p:grpSp>
          <p:nvGrpSpPr>
            <p:cNvPr id="83" name="Group 182"/>
            <p:cNvGrpSpPr/>
            <p:nvPr/>
          </p:nvGrpSpPr>
          <p:grpSpPr bwMode="auto">
            <a:xfrm>
              <a:off x="5510535" y="3293570"/>
              <a:ext cx="1057276" cy="301625"/>
              <a:chOff x="469" y="1531"/>
              <a:chExt cx="666" cy="190"/>
            </a:xfrm>
          </p:grpSpPr>
          <p:sp>
            <p:nvSpPr>
              <p:cNvPr id="84" name="Rectangle 183"/>
              <p:cNvSpPr>
                <a:spLocks noChangeArrowheads="1"/>
              </p:cNvSpPr>
              <p:nvPr/>
            </p:nvSpPr>
            <p:spPr bwMode="auto">
              <a:xfrm>
                <a:off x="469" y="1549"/>
                <a:ext cx="666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85" name="Rectangle 184"/>
              <p:cNvSpPr>
                <a:spLocks noChangeArrowheads="1"/>
              </p:cNvSpPr>
              <p:nvPr/>
            </p:nvSpPr>
            <p:spPr bwMode="auto">
              <a:xfrm>
                <a:off x="873" y="1531"/>
                <a:ext cx="239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  <a:endPara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87" name="Rectangle 181"/>
            <p:cNvSpPr>
              <a:spLocks noChangeArrowheads="1"/>
            </p:cNvSpPr>
            <p:nvPr/>
          </p:nvSpPr>
          <p:spPr bwMode="auto">
            <a:xfrm>
              <a:off x="5771740" y="3305237"/>
              <a:ext cx="296863" cy="2619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  <a:endParaRPr kumimoji="0" lang="en-US" altLang="en-US" sz="1800" b="0" i="0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88" name="Rectangle 181"/>
            <p:cNvSpPr>
              <a:spLocks noChangeArrowheads="1"/>
            </p:cNvSpPr>
            <p:nvPr/>
          </p:nvSpPr>
          <p:spPr bwMode="auto">
            <a:xfrm>
              <a:off x="5509436" y="3287899"/>
              <a:ext cx="296863" cy="2921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  <a:endParaRPr kumimoji="0" lang="en-US" altLang="en-US" sz="1800" b="0" i="0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cxnSp>
          <p:nvCxnSpPr>
            <p:cNvPr id="4" name="Straight Connector 3"/>
            <p:cNvCxnSpPr/>
            <p:nvPr/>
          </p:nvCxnSpPr>
          <p:spPr>
            <a:xfrm>
              <a:off x="6076877" y="3322145"/>
              <a:ext cx="0" cy="257175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Straight Connector 90"/>
            <p:cNvCxnSpPr/>
            <p:nvPr/>
          </p:nvCxnSpPr>
          <p:spPr>
            <a:xfrm>
              <a:off x="5796378" y="3320433"/>
              <a:ext cx="0" cy="257175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2" name="TextBox 101"/>
          <p:cNvSpPr txBox="1"/>
          <p:nvPr/>
        </p:nvSpPr>
        <p:spPr>
          <a:xfrm>
            <a:off x="3374573" y="4483522"/>
            <a:ext cx="5620868" cy="56528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5000"/>
              </a:lnSpc>
            </a:pPr>
            <a:r>
              <a:rPr lang="en-US" dirty="0">
                <a:solidFill>
                  <a:srgbClr val="C00000"/>
                </a:solidFill>
              </a:rPr>
              <a:t>链路层协议利用链路服务，将数据报 [Hn | [Ht | M]] 从主机传送到相邻主机</a:t>
            </a:r>
            <a:r>
              <a:rPr lang="en-US" dirty="0"/>
              <a:t/>
            </a:r>
            <a:r>
              <a:rPr lang="en-US" baseline="-25000" dirty="0"/>
              <a:t/>
            </a:r>
            <a:r>
              <a:rPr lang="en-US" dirty="0"/>
              <a:t/>
            </a:r>
            <a:r>
              <a:rPr lang="en-US" baseline="-25000" dirty="0"/>
              <a:t/>
            </a:r>
            <a:r>
              <a:rPr lang="en-US" dirty="0"/>
              <a:t/>
            </a:r>
            <a:r>
              <a:rPr lang="en-US" i="1" dirty="0"/>
              <a:t/>
            </a:r>
            <a:r>
              <a:rPr lang="en-US" dirty="0"/>
              <a:t/>
            </a:r>
            <a:endParaRPr lang="en-US" dirty="0"/>
          </a:p>
        </p:txBody>
      </p:sp>
      <p:grpSp>
        <p:nvGrpSpPr>
          <p:cNvPr id="7" name="Group 6"/>
          <p:cNvGrpSpPr/>
          <p:nvPr/>
        </p:nvGrpSpPr>
        <p:grpSpPr>
          <a:xfrm>
            <a:off x="3226725" y="4169060"/>
            <a:ext cx="5651292" cy="374226"/>
            <a:chOff x="3226725" y="4169060"/>
            <a:chExt cx="5651292" cy="374226"/>
          </a:xfrm>
        </p:grpSpPr>
        <p:cxnSp>
          <p:nvCxnSpPr>
            <p:cNvPr id="86" name="Straight Arrow Connector 85"/>
            <p:cNvCxnSpPr/>
            <p:nvPr/>
          </p:nvCxnSpPr>
          <p:spPr>
            <a:xfrm>
              <a:off x="3226725" y="4376720"/>
              <a:ext cx="5651292" cy="0"/>
            </a:xfrm>
            <a:prstGeom prst="straightConnector1">
              <a:avLst/>
            </a:prstGeom>
            <a:ln w="19050">
              <a:solidFill>
                <a:schemeClr val="tx1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" name="Group 4"/>
            <p:cNvGrpSpPr/>
            <p:nvPr/>
          </p:nvGrpSpPr>
          <p:grpSpPr>
            <a:xfrm>
              <a:off x="5062983" y="4169060"/>
              <a:ext cx="1518637" cy="374226"/>
              <a:chOff x="5062983" y="4252185"/>
              <a:chExt cx="1518637" cy="374226"/>
            </a:xfrm>
          </p:grpSpPr>
          <p:sp>
            <p:nvSpPr>
              <p:cNvPr id="89" name="Rectangle 88"/>
              <p:cNvSpPr/>
              <p:nvPr/>
            </p:nvSpPr>
            <p:spPr>
              <a:xfrm>
                <a:off x="5062983" y="4252185"/>
                <a:ext cx="1518637" cy="37422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92" name="Group 182"/>
              <p:cNvGrpSpPr/>
              <p:nvPr/>
            </p:nvGrpSpPr>
            <p:grpSpPr bwMode="auto">
              <a:xfrm>
                <a:off x="5144294" y="4283446"/>
                <a:ext cx="1347789" cy="301625"/>
                <a:chOff x="286" y="1531"/>
                <a:chExt cx="849" cy="190"/>
              </a:xfrm>
            </p:grpSpPr>
            <p:sp>
              <p:nvSpPr>
                <p:cNvPr id="100" name="Rectangle 183"/>
                <p:cNvSpPr>
                  <a:spLocks noChangeArrowheads="1"/>
                </p:cNvSpPr>
                <p:nvPr/>
              </p:nvSpPr>
              <p:spPr bwMode="auto">
                <a:xfrm>
                  <a:off x="286" y="1549"/>
                  <a:ext cx="849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1" name="Rectangle 184"/>
                <p:cNvSpPr>
                  <a:spLocks noChangeArrowheads="1"/>
                </p:cNvSpPr>
                <p:nvPr/>
              </p:nvSpPr>
              <p:spPr bwMode="auto">
                <a:xfrm>
                  <a:off x="873" y="1531"/>
                  <a:ext cx="239" cy="1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M</a:t>
                  </a:r>
                  <a:endPara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93" name="Rectangle 181"/>
              <p:cNvSpPr>
                <a:spLocks noChangeArrowheads="1"/>
              </p:cNvSpPr>
              <p:nvPr/>
            </p:nvSpPr>
            <p:spPr bwMode="auto">
              <a:xfrm>
                <a:off x="5696012" y="4295113"/>
                <a:ext cx="296863" cy="2619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t</a:t>
                </a:r>
                <a:endPara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94" name="Rectangle 181"/>
              <p:cNvSpPr>
                <a:spLocks noChangeArrowheads="1"/>
              </p:cNvSpPr>
              <p:nvPr/>
            </p:nvSpPr>
            <p:spPr bwMode="auto">
              <a:xfrm>
                <a:off x="5433708" y="4277775"/>
                <a:ext cx="296863" cy="2921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n</a:t>
                </a:r>
                <a:endPara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cxnSp>
            <p:nvCxnSpPr>
              <p:cNvPr id="95" name="Straight Connector 94"/>
              <p:cNvCxnSpPr/>
              <p:nvPr/>
            </p:nvCxnSpPr>
            <p:spPr>
              <a:xfrm>
                <a:off x="6001149" y="4312021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9" name="Straight Connector 98"/>
              <p:cNvCxnSpPr/>
              <p:nvPr/>
            </p:nvCxnSpPr>
            <p:spPr>
              <a:xfrm>
                <a:off x="5720650" y="4310309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3" name="Rectangle 181"/>
              <p:cNvSpPr>
                <a:spLocks noChangeArrowheads="1"/>
              </p:cNvSpPr>
              <p:nvPr/>
            </p:nvSpPr>
            <p:spPr bwMode="auto">
              <a:xfrm>
                <a:off x="5149178" y="4281528"/>
                <a:ext cx="296863" cy="2921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l</a:t>
                </a:r>
                <a:endPara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cxnSp>
            <p:nvCxnSpPr>
              <p:cNvPr id="104" name="Straight Connector 103"/>
              <p:cNvCxnSpPr/>
              <p:nvPr/>
            </p:nvCxnSpPr>
            <p:spPr>
              <a:xfrm>
                <a:off x="5418102" y="4309558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106" name="Straight Arrow Connector 105"/>
          <p:cNvCxnSpPr/>
          <p:nvPr/>
        </p:nvCxnSpPr>
        <p:spPr>
          <a:xfrm>
            <a:off x="3594027" y="-1079199"/>
            <a:ext cx="5651292" cy="0"/>
          </a:xfrm>
          <a:prstGeom prst="straightConnector1">
            <a:avLst/>
          </a:prstGeom>
          <a:ln w="19050"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7" name="Rectangle 106"/>
          <p:cNvSpPr/>
          <p:nvPr/>
        </p:nvSpPr>
        <p:spPr>
          <a:xfrm>
            <a:off x="5738557" y="-1302377"/>
            <a:ext cx="1210365" cy="38974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08" name="Group 107"/>
          <p:cNvGrpSpPr/>
          <p:nvPr/>
        </p:nvGrpSpPr>
        <p:grpSpPr>
          <a:xfrm>
            <a:off x="5801010" y="-1261269"/>
            <a:ext cx="1058375" cy="307296"/>
            <a:chOff x="5509436" y="3287899"/>
            <a:chExt cx="1058375" cy="307296"/>
          </a:xfrm>
        </p:grpSpPr>
        <p:grpSp>
          <p:nvGrpSpPr>
            <p:cNvPr id="110" name="Group 182"/>
            <p:cNvGrpSpPr/>
            <p:nvPr/>
          </p:nvGrpSpPr>
          <p:grpSpPr bwMode="auto">
            <a:xfrm>
              <a:off x="5510535" y="3293570"/>
              <a:ext cx="1057276" cy="301625"/>
              <a:chOff x="469" y="1531"/>
              <a:chExt cx="666" cy="190"/>
            </a:xfrm>
          </p:grpSpPr>
          <p:sp>
            <p:nvSpPr>
              <p:cNvPr id="116" name="Rectangle 183"/>
              <p:cNvSpPr>
                <a:spLocks noChangeArrowheads="1"/>
              </p:cNvSpPr>
              <p:nvPr/>
            </p:nvSpPr>
            <p:spPr bwMode="auto">
              <a:xfrm>
                <a:off x="469" y="1549"/>
                <a:ext cx="666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18" name="Rectangle 184"/>
              <p:cNvSpPr>
                <a:spLocks noChangeArrowheads="1"/>
              </p:cNvSpPr>
              <p:nvPr/>
            </p:nvSpPr>
            <p:spPr bwMode="auto">
              <a:xfrm>
                <a:off x="873" y="1531"/>
                <a:ext cx="239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  <a:endPara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11" name="Rectangle 181"/>
            <p:cNvSpPr>
              <a:spLocks noChangeArrowheads="1"/>
            </p:cNvSpPr>
            <p:nvPr/>
          </p:nvSpPr>
          <p:spPr bwMode="auto">
            <a:xfrm>
              <a:off x="5771740" y="3305237"/>
              <a:ext cx="296863" cy="2619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  <a:endParaRPr kumimoji="0" lang="en-US" altLang="en-US" sz="1800" b="0" i="0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13" name="Rectangle 181"/>
            <p:cNvSpPr>
              <a:spLocks noChangeArrowheads="1"/>
            </p:cNvSpPr>
            <p:nvPr/>
          </p:nvSpPr>
          <p:spPr bwMode="auto">
            <a:xfrm>
              <a:off x="5509436" y="3287899"/>
              <a:ext cx="296863" cy="2921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  <a:endParaRPr kumimoji="0" lang="en-US" altLang="en-US" sz="1800" b="0" i="0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cxnSp>
          <p:nvCxnSpPr>
            <p:cNvPr id="114" name="Straight Connector 113"/>
            <p:cNvCxnSpPr/>
            <p:nvPr/>
          </p:nvCxnSpPr>
          <p:spPr>
            <a:xfrm>
              <a:off x="6076877" y="3322145"/>
              <a:ext cx="0" cy="257175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Straight Connector 114"/>
            <p:cNvCxnSpPr/>
            <p:nvPr/>
          </p:nvCxnSpPr>
          <p:spPr>
            <a:xfrm>
              <a:off x="5796378" y="3320433"/>
              <a:ext cx="0" cy="257175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9" name="TextBox 118"/>
          <p:cNvSpPr txBox="1"/>
          <p:nvPr/>
        </p:nvSpPr>
        <p:spPr>
          <a:xfrm>
            <a:off x="3359490" y="3649479"/>
            <a:ext cx="5734634" cy="56528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5000"/>
              </a:lnSpc>
            </a:pPr>
            <a:r>
              <a:rPr lang="en-US" dirty="0">
                <a:solidFill>
                  <a:srgbClr val="C00000"/>
                </a:solidFill>
              </a:rPr>
              <a:t>网络层协议利用链路层服务，将传输层报文段 [Ht | M] 从一台主机传送到另一台主机</a:t>
            </a:r>
            <a:r>
              <a:rPr lang="en-US" dirty="0"/>
              <a:t/>
            </a:r>
            <a:r>
              <a:rPr lang="en-US" baseline="-25000" dirty="0"/>
              <a:t/>
            </a:r>
            <a:r>
              <a:rPr lang="en-US" dirty="0"/>
              <a:t/>
            </a:r>
            <a:r>
              <a:rPr lang="en-US" i="1" dirty="0"/>
              <a:t/>
            </a:r>
            <a:r>
              <a:rPr lang="en-US" dirty="0"/>
              <a:t/>
            </a:r>
            <a:endParaRPr lang="en-US" dirty="0"/>
          </a:p>
        </p:txBody>
      </p:sp>
      <p:sp>
        <p:nvSpPr>
          <p:cNvPr id="109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引言：1-</a:t>
            </a:r>
            <a:fld id="{C4204591-24BD-A542-B9D5-F8D8A88D2FEE}" type="slidenum">
              <a:rPr lang="en-US" smtClean="0"/>
            </a:fld>
            <a:endParaRPr lang="en-US" dirty="0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med" p14:dur="700">
        <p:fade/>
      </p:transition>
    </mc:Choice>
    <mc:Fallback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4" grpId="0"/>
      <p:bldP spid="102" grpId="0"/>
      <p:bldP spid="119" grpId="0"/>
    </p:bld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" name="Freeform 8"/>
          <p:cNvSpPr/>
          <p:nvPr/>
        </p:nvSpPr>
        <p:spPr bwMode="auto">
          <a:xfrm>
            <a:off x="3548141" y="1573968"/>
            <a:ext cx="4992" cy="3104606"/>
          </a:xfrm>
          <a:custGeom>
            <a:avLst/>
            <a:gdLst>
              <a:gd name="T0" fmla="*/ 0 w 4100"/>
              <a:gd name="T1" fmla="*/ 0 h 2072"/>
              <a:gd name="T2" fmla="*/ 4 w 4100"/>
              <a:gd name="T3" fmla="*/ 1736 h 2072"/>
              <a:gd name="T4" fmla="*/ 804 w 4100"/>
              <a:gd name="T5" fmla="*/ 2064 h 2072"/>
              <a:gd name="T6" fmla="*/ 3468 w 4100"/>
              <a:gd name="T7" fmla="*/ 2072 h 2072"/>
              <a:gd name="T8" fmla="*/ 4100 w 4100"/>
              <a:gd name="T9" fmla="*/ 1736 h 2072"/>
              <a:gd name="T10" fmla="*/ 4100 w 4100"/>
              <a:gd name="T11" fmla="*/ 96 h 2072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4100"/>
              <a:gd name="T19" fmla="*/ 0 h 2072"/>
              <a:gd name="T20" fmla="*/ 4100 w 4100"/>
              <a:gd name="T21" fmla="*/ 2072 h 2072"/>
              <a:gd name="connsiteX0" fmla="*/ 0 w 10000"/>
              <a:gd name="connsiteY0" fmla="*/ 0 h 10000"/>
              <a:gd name="connsiteX1" fmla="*/ 10 w 10000"/>
              <a:gd name="connsiteY1" fmla="*/ 8378 h 10000"/>
              <a:gd name="connsiteX2" fmla="*/ 1961 w 10000"/>
              <a:gd name="connsiteY2" fmla="*/ 9961 h 10000"/>
              <a:gd name="connsiteX3" fmla="*/ 8459 w 10000"/>
              <a:gd name="connsiteY3" fmla="*/ 10000 h 10000"/>
              <a:gd name="connsiteX4" fmla="*/ 10000 w 10000"/>
              <a:gd name="connsiteY4" fmla="*/ 8378 h 10000"/>
              <a:gd name="connsiteX0-1" fmla="*/ 0 w 8459"/>
              <a:gd name="connsiteY0-2" fmla="*/ 0 h 10000"/>
              <a:gd name="connsiteX1-3" fmla="*/ 10 w 8459"/>
              <a:gd name="connsiteY1-4" fmla="*/ 8378 h 10000"/>
              <a:gd name="connsiteX2-5" fmla="*/ 1961 w 8459"/>
              <a:gd name="connsiteY2-6" fmla="*/ 9961 h 10000"/>
              <a:gd name="connsiteX3-7" fmla="*/ 8459 w 8459"/>
              <a:gd name="connsiteY3-8" fmla="*/ 10000 h 10000"/>
              <a:gd name="connsiteX0-9" fmla="*/ 0 w 2318"/>
              <a:gd name="connsiteY0-10" fmla="*/ 0 h 9961"/>
              <a:gd name="connsiteX1-11" fmla="*/ 12 w 2318"/>
              <a:gd name="connsiteY1-12" fmla="*/ 8378 h 9961"/>
              <a:gd name="connsiteX2-13" fmla="*/ 2318 w 2318"/>
              <a:gd name="connsiteY2-14" fmla="*/ 9961 h 9961"/>
              <a:gd name="connsiteX0-15" fmla="*/ 0 w 52"/>
              <a:gd name="connsiteY0-16" fmla="*/ 0 h 8411"/>
              <a:gd name="connsiteX1-17" fmla="*/ 52 w 52"/>
              <a:gd name="connsiteY1-18" fmla="*/ 8411 h 8411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</a:cxnLst>
            <a:rect l="l" t="t" r="r" b="b"/>
            <a:pathLst>
              <a:path w="52" h="8411">
                <a:moveTo>
                  <a:pt x="0" y="0"/>
                </a:moveTo>
                <a:cubicBezTo>
                  <a:pt x="17" y="2804"/>
                  <a:pt x="35" y="5607"/>
                  <a:pt x="52" y="8411"/>
                </a:cubicBezTo>
              </a:path>
            </a:pathLst>
          </a:custGeom>
          <a:noFill/>
          <a:ln w="44450">
            <a:solidFill>
              <a:srgbClr val="C00000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      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20" name="Freeform 10"/>
          <p:cNvSpPr/>
          <p:nvPr/>
        </p:nvSpPr>
        <p:spPr bwMode="auto">
          <a:xfrm rot="10800000" flipH="1">
            <a:off x="10916607" y="1577038"/>
            <a:ext cx="450309" cy="4061761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  <a:gd name="connsiteX0" fmla="*/ 11593 w 11593"/>
              <a:gd name="connsiteY0" fmla="*/ 0 h 10109"/>
              <a:gd name="connsiteX1" fmla="*/ 0 w 11593"/>
              <a:gd name="connsiteY1" fmla="*/ 109 h 10109"/>
              <a:gd name="connsiteX2" fmla="*/ 0 w 11593"/>
              <a:gd name="connsiteY2" fmla="*/ 10109 h 10109"/>
              <a:gd name="connsiteX3" fmla="*/ 10000 w 11593"/>
              <a:gd name="connsiteY3" fmla="*/ 5606 h 10109"/>
              <a:gd name="connsiteX4" fmla="*/ 11593 w 11593"/>
              <a:gd name="connsiteY4" fmla="*/ 0 h 10109"/>
              <a:gd name="connsiteX0-1" fmla="*/ 11593 w 12080"/>
              <a:gd name="connsiteY0-2" fmla="*/ 0 h 10109"/>
              <a:gd name="connsiteX1-3" fmla="*/ 0 w 12080"/>
              <a:gd name="connsiteY1-4" fmla="*/ 109 h 10109"/>
              <a:gd name="connsiteX2-5" fmla="*/ 0 w 12080"/>
              <a:gd name="connsiteY2-6" fmla="*/ 10109 h 10109"/>
              <a:gd name="connsiteX3-7" fmla="*/ 12080 w 12080"/>
              <a:gd name="connsiteY3-8" fmla="*/ 1850 h 10109"/>
              <a:gd name="connsiteX4-9" fmla="*/ 11593 w 12080"/>
              <a:gd name="connsiteY4-10" fmla="*/ 0 h 10109"/>
              <a:gd name="connsiteX0-11" fmla="*/ 11593 w 12080"/>
              <a:gd name="connsiteY0-12" fmla="*/ 2239 h 12348"/>
              <a:gd name="connsiteX1-13" fmla="*/ 0 w 12080"/>
              <a:gd name="connsiteY1-14" fmla="*/ 0 h 12348"/>
              <a:gd name="connsiteX2-15" fmla="*/ 0 w 12080"/>
              <a:gd name="connsiteY2-16" fmla="*/ 12348 h 12348"/>
              <a:gd name="connsiteX3-17" fmla="*/ 12080 w 12080"/>
              <a:gd name="connsiteY3-18" fmla="*/ 4089 h 12348"/>
              <a:gd name="connsiteX4-19" fmla="*/ 11593 w 12080"/>
              <a:gd name="connsiteY4-20" fmla="*/ 2239 h 12348"/>
              <a:gd name="connsiteX0-21" fmla="*/ 12841 w 13328"/>
              <a:gd name="connsiteY0-22" fmla="*/ 10034 h 20143"/>
              <a:gd name="connsiteX1-23" fmla="*/ 0 w 13328"/>
              <a:gd name="connsiteY1-24" fmla="*/ 0 h 20143"/>
              <a:gd name="connsiteX2-25" fmla="*/ 1248 w 13328"/>
              <a:gd name="connsiteY2-26" fmla="*/ 20143 h 20143"/>
              <a:gd name="connsiteX3-27" fmla="*/ 13328 w 13328"/>
              <a:gd name="connsiteY3-28" fmla="*/ 11884 h 20143"/>
              <a:gd name="connsiteX4-29" fmla="*/ 12841 w 13328"/>
              <a:gd name="connsiteY4-30" fmla="*/ 10034 h 20143"/>
              <a:gd name="connsiteX0-31" fmla="*/ 12425 w 13328"/>
              <a:gd name="connsiteY0-32" fmla="*/ 0 h 21660"/>
              <a:gd name="connsiteX1-33" fmla="*/ 0 w 13328"/>
              <a:gd name="connsiteY1-34" fmla="*/ 1517 h 21660"/>
              <a:gd name="connsiteX2-35" fmla="*/ 1248 w 13328"/>
              <a:gd name="connsiteY2-36" fmla="*/ 21660 h 21660"/>
              <a:gd name="connsiteX3-37" fmla="*/ 13328 w 13328"/>
              <a:gd name="connsiteY3-38" fmla="*/ 13401 h 21660"/>
              <a:gd name="connsiteX4-39" fmla="*/ 12425 w 13328"/>
              <a:gd name="connsiteY4-40" fmla="*/ 0 h 21660"/>
              <a:gd name="connsiteX0-41" fmla="*/ 12425 w 12496"/>
              <a:gd name="connsiteY0-42" fmla="*/ 0 h 21660"/>
              <a:gd name="connsiteX1-43" fmla="*/ 0 w 12496"/>
              <a:gd name="connsiteY1-44" fmla="*/ 1517 h 21660"/>
              <a:gd name="connsiteX2-45" fmla="*/ 1248 w 12496"/>
              <a:gd name="connsiteY2-46" fmla="*/ 21660 h 21660"/>
              <a:gd name="connsiteX3-47" fmla="*/ 12496 w 12496"/>
              <a:gd name="connsiteY3-48" fmla="*/ 4855 h 21660"/>
              <a:gd name="connsiteX4-49" fmla="*/ 12425 w 12496"/>
              <a:gd name="connsiteY4-50" fmla="*/ 0 h 21660"/>
              <a:gd name="connsiteX0-51" fmla="*/ 12425 w 12496"/>
              <a:gd name="connsiteY0-52" fmla="*/ 0 h 21660"/>
              <a:gd name="connsiteX1-53" fmla="*/ 0 w 12496"/>
              <a:gd name="connsiteY1-54" fmla="*/ 1517 h 21660"/>
              <a:gd name="connsiteX2-55" fmla="*/ 1248 w 12496"/>
              <a:gd name="connsiteY2-56" fmla="*/ 21660 h 21660"/>
              <a:gd name="connsiteX3-57" fmla="*/ 12496 w 12496"/>
              <a:gd name="connsiteY3-58" fmla="*/ 4855 h 21660"/>
              <a:gd name="connsiteX4-59" fmla="*/ 12425 w 12496"/>
              <a:gd name="connsiteY4-60" fmla="*/ 0 h 21660"/>
              <a:gd name="connsiteX0-61" fmla="*/ 12425 w 12496"/>
              <a:gd name="connsiteY0-62" fmla="*/ 0 h 21660"/>
              <a:gd name="connsiteX1-63" fmla="*/ 0 w 12496"/>
              <a:gd name="connsiteY1-64" fmla="*/ 1517 h 21660"/>
              <a:gd name="connsiteX2-65" fmla="*/ 1248 w 12496"/>
              <a:gd name="connsiteY2-66" fmla="*/ 21660 h 21660"/>
              <a:gd name="connsiteX3-67" fmla="*/ 12496 w 12496"/>
              <a:gd name="connsiteY3-68" fmla="*/ 4855 h 21660"/>
              <a:gd name="connsiteX4-69" fmla="*/ 12425 w 12496"/>
              <a:gd name="connsiteY4-70" fmla="*/ 0 h 21660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</a:cxnLst>
            <a:rect l="l" t="t" r="r" b="b"/>
            <a:pathLst>
              <a:path w="12496" h="21660">
                <a:moveTo>
                  <a:pt x="12425" y="0"/>
                </a:moveTo>
                <a:lnTo>
                  <a:pt x="0" y="1517"/>
                </a:lnTo>
                <a:lnTo>
                  <a:pt x="1248" y="21660"/>
                </a:lnTo>
                <a:cubicBezTo>
                  <a:pt x="4581" y="12959"/>
                  <a:pt x="6667" y="10269"/>
                  <a:pt x="12496" y="4855"/>
                </a:cubicBezTo>
                <a:cubicBezTo>
                  <a:pt x="12472" y="3237"/>
                  <a:pt x="12449" y="1618"/>
                  <a:pt x="12425" y="0"/>
                </a:cubicBez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MS PGothic" panose="020B0600070205080204" pitchFamily="34" charset="-128"/>
              </a:rPr>
              <a:t>服务、分层与封装</a:t>
            </a:r>
            <a:endParaRPr lang="en-US" sz="4400" dirty="0"/>
          </a:p>
        </p:txBody>
      </p:sp>
      <p:sp>
        <p:nvSpPr>
          <p:cNvPr id="13" name="Text Box 8"/>
          <p:cNvSpPr txBox="1">
            <a:spLocks noChangeArrowheads="1"/>
          </p:cNvSpPr>
          <p:nvPr/>
        </p:nvSpPr>
        <p:spPr bwMode="auto">
          <a:xfrm>
            <a:off x="449705" y="5724388"/>
            <a:ext cx="110013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源</a:t>
            </a:r>
            <a:endParaRPr kumimoji="0" lang="en-US" altLang="en-US" sz="2400" b="0" i="1" u="none" strike="noStrike" kern="120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4" name="Freeform 10"/>
          <p:cNvSpPr/>
          <p:nvPr/>
        </p:nvSpPr>
        <p:spPr bwMode="auto">
          <a:xfrm rot="10800000">
            <a:off x="975630" y="1559549"/>
            <a:ext cx="450309" cy="4061761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  <a:gd name="connsiteX0" fmla="*/ 11593 w 11593"/>
              <a:gd name="connsiteY0" fmla="*/ 0 h 10109"/>
              <a:gd name="connsiteX1" fmla="*/ 0 w 11593"/>
              <a:gd name="connsiteY1" fmla="*/ 109 h 10109"/>
              <a:gd name="connsiteX2" fmla="*/ 0 w 11593"/>
              <a:gd name="connsiteY2" fmla="*/ 10109 h 10109"/>
              <a:gd name="connsiteX3" fmla="*/ 10000 w 11593"/>
              <a:gd name="connsiteY3" fmla="*/ 5606 h 10109"/>
              <a:gd name="connsiteX4" fmla="*/ 11593 w 11593"/>
              <a:gd name="connsiteY4" fmla="*/ 0 h 10109"/>
              <a:gd name="connsiteX0-1" fmla="*/ 11593 w 12080"/>
              <a:gd name="connsiteY0-2" fmla="*/ 0 h 10109"/>
              <a:gd name="connsiteX1-3" fmla="*/ 0 w 12080"/>
              <a:gd name="connsiteY1-4" fmla="*/ 109 h 10109"/>
              <a:gd name="connsiteX2-5" fmla="*/ 0 w 12080"/>
              <a:gd name="connsiteY2-6" fmla="*/ 10109 h 10109"/>
              <a:gd name="connsiteX3-7" fmla="*/ 12080 w 12080"/>
              <a:gd name="connsiteY3-8" fmla="*/ 1850 h 10109"/>
              <a:gd name="connsiteX4-9" fmla="*/ 11593 w 12080"/>
              <a:gd name="connsiteY4-10" fmla="*/ 0 h 10109"/>
              <a:gd name="connsiteX0-11" fmla="*/ 11593 w 12080"/>
              <a:gd name="connsiteY0-12" fmla="*/ 2239 h 12348"/>
              <a:gd name="connsiteX1-13" fmla="*/ 0 w 12080"/>
              <a:gd name="connsiteY1-14" fmla="*/ 0 h 12348"/>
              <a:gd name="connsiteX2-15" fmla="*/ 0 w 12080"/>
              <a:gd name="connsiteY2-16" fmla="*/ 12348 h 12348"/>
              <a:gd name="connsiteX3-17" fmla="*/ 12080 w 12080"/>
              <a:gd name="connsiteY3-18" fmla="*/ 4089 h 12348"/>
              <a:gd name="connsiteX4-19" fmla="*/ 11593 w 12080"/>
              <a:gd name="connsiteY4-20" fmla="*/ 2239 h 12348"/>
              <a:gd name="connsiteX0-21" fmla="*/ 12841 w 13328"/>
              <a:gd name="connsiteY0-22" fmla="*/ 10034 h 20143"/>
              <a:gd name="connsiteX1-23" fmla="*/ 0 w 13328"/>
              <a:gd name="connsiteY1-24" fmla="*/ 0 h 20143"/>
              <a:gd name="connsiteX2-25" fmla="*/ 1248 w 13328"/>
              <a:gd name="connsiteY2-26" fmla="*/ 20143 h 20143"/>
              <a:gd name="connsiteX3-27" fmla="*/ 13328 w 13328"/>
              <a:gd name="connsiteY3-28" fmla="*/ 11884 h 20143"/>
              <a:gd name="connsiteX4-29" fmla="*/ 12841 w 13328"/>
              <a:gd name="connsiteY4-30" fmla="*/ 10034 h 20143"/>
              <a:gd name="connsiteX0-31" fmla="*/ 12425 w 13328"/>
              <a:gd name="connsiteY0-32" fmla="*/ 0 h 21660"/>
              <a:gd name="connsiteX1-33" fmla="*/ 0 w 13328"/>
              <a:gd name="connsiteY1-34" fmla="*/ 1517 h 21660"/>
              <a:gd name="connsiteX2-35" fmla="*/ 1248 w 13328"/>
              <a:gd name="connsiteY2-36" fmla="*/ 21660 h 21660"/>
              <a:gd name="connsiteX3-37" fmla="*/ 13328 w 13328"/>
              <a:gd name="connsiteY3-38" fmla="*/ 13401 h 21660"/>
              <a:gd name="connsiteX4-39" fmla="*/ 12425 w 13328"/>
              <a:gd name="connsiteY4-40" fmla="*/ 0 h 21660"/>
              <a:gd name="connsiteX0-41" fmla="*/ 12425 w 12496"/>
              <a:gd name="connsiteY0-42" fmla="*/ 0 h 21660"/>
              <a:gd name="connsiteX1-43" fmla="*/ 0 w 12496"/>
              <a:gd name="connsiteY1-44" fmla="*/ 1517 h 21660"/>
              <a:gd name="connsiteX2-45" fmla="*/ 1248 w 12496"/>
              <a:gd name="connsiteY2-46" fmla="*/ 21660 h 21660"/>
              <a:gd name="connsiteX3-47" fmla="*/ 12496 w 12496"/>
              <a:gd name="connsiteY3-48" fmla="*/ 4855 h 21660"/>
              <a:gd name="connsiteX4-49" fmla="*/ 12425 w 12496"/>
              <a:gd name="connsiteY4-50" fmla="*/ 0 h 21660"/>
              <a:gd name="connsiteX0-51" fmla="*/ 12425 w 12496"/>
              <a:gd name="connsiteY0-52" fmla="*/ 0 h 21660"/>
              <a:gd name="connsiteX1-53" fmla="*/ 0 w 12496"/>
              <a:gd name="connsiteY1-54" fmla="*/ 1517 h 21660"/>
              <a:gd name="connsiteX2-55" fmla="*/ 1248 w 12496"/>
              <a:gd name="connsiteY2-56" fmla="*/ 21660 h 21660"/>
              <a:gd name="connsiteX3-57" fmla="*/ 12496 w 12496"/>
              <a:gd name="connsiteY3-58" fmla="*/ 4855 h 21660"/>
              <a:gd name="connsiteX4-59" fmla="*/ 12425 w 12496"/>
              <a:gd name="connsiteY4-60" fmla="*/ 0 h 21660"/>
              <a:gd name="connsiteX0-61" fmla="*/ 12425 w 12496"/>
              <a:gd name="connsiteY0-62" fmla="*/ 0 h 21660"/>
              <a:gd name="connsiteX1-63" fmla="*/ 0 w 12496"/>
              <a:gd name="connsiteY1-64" fmla="*/ 1517 h 21660"/>
              <a:gd name="connsiteX2-65" fmla="*/ 1248 w 12496"/>
              <a:gd name="connsiteY2-66" fmla="*/ 21660 h 21660"/>
              <a:gd name="connsiteX3-67" fmla="*/ 12496 w 12496"/>
              <a:gd name="connsiteY3-68" fmla="*/ 4855 h 21660"/>
              <a:gd name="connsiteX4-69" fmla="*/ 12425 w 12496"/>
              <a:gd name="connsiteY4-70" fmla="*/ 0 h 21660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</a:cxnLst>
            <a:rect l="l" t="t" r="r" b="b"/>
            <a:pathLst>
              <a:path w="12496" h="21660">
                <a:moveTo>
                  <a:pt x="12425" y="0"/>
                </a:moveTo>
                <a:lnTo>
                  <a:pt x="0" y="1517"/>
                </a:lnTo>
                <a:lnTo>
                  <a:pt x="1248" y="21660"/>
                </a:lnTo>
                <a:cubicBezTo>
                  <a:pt x="4581" y="12959"/>
                  <a:pt x="6667" y="10269"/>
                  <a:pt x="12496" y="4855"/>
                </a:cubicBezTo>
                <a:cubicBezTo>
                  <a:pt x="12472" y="3237"/>
                  <a:pt x="12449" y="1618"/>
                  <a:pt x="12425" y="0"/>
                </a:cubicBez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4" name="Group 190"/>
          <p:cNvGrpSpPr/>
          <p:nvPr/>
        </p:nvGrpSpPr>
        <p:grpSpPr bwMode="auto">
          <a:xfrm flipH="1">
            <a:off x="635446" y="5073984"/>
            <a:ext cx="803275" cy="771525"/>
            <a:chOff x="-44" y="1473"/>
            <a:chExt cx="981" cy="1105"/>
          </a:xfrm>
        </p:grpSpPr>
        <p:pic>
          <p:nvPicPr>
            <p:cNvPr id="25" name="Picture 191" descr="desktop_computer_stylized_medium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6" name="Freeform 192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12" name="Group 211"/>
          <p:cNvGrpSpPr/>
          <p:nvPr/>
        </p:nvGrpSpPr>
        <p:grpSpPr>
          <a:xfrm>
            <a:off x="1334125" y="1421667"/>
            <a:ext cx="1765726" cy="4034752"/>
            <a:chOff x="1484027" y="1706480"/>
            <a:chExt cx="1765726" cy="4034752"/>
          </a:xfrm>
        </p:grpSpPr>
        <p:sp>
          <p:nvSpPr>
            <p:cNvPr id="11" name="Rectangle 24"/>
            <p:cNvSpPr>
              <a:spLocks noChangeArrowheads="1"/>
            </p:cNvSpPr>
            <p:nvPr/>
          </p:nvSpPr>
          <p:spPr bwMode="auto">
            <a:xfrm>
              <a:off x="1528997" y="1870247"/>
              <a:ext cx="1648917" cy="3870985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</a:ln>
            <a:effectLst>
              <a:outerShdw blurRad="76200" dist="38100" dir="18900000" sx="101000" sy="101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2" name="Text Box 26"/>
            <p:cNvSpPr txBox="1">
              <a:spLocks noChangeArrowheads="1"/>
            </p:cNvSpPr>
            <p:nvPr/>
          </p:nvSpPr>
          <p:spPr bwMode="auto">
            <a:xfrm>
              <a:off x="1484027" y="1706480"/>
              <a:ext cx="1765726" cy="40330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应用层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传输层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网络层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链路层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物理层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cxnSp>
          <p:nvCxnSpPr>
            <p:cNvPr id="117" name="Straight Connector 116"/>
            <p:cNvCxnSpPr/>
            <p:nvPr/>
          </p:nvCxnSpPr>
          <p:spPr>
            <a:xfrm>
              <a:off x="1534432" y="2675745"/>
              <a:ext cx="164348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Straight Connector 147"/>
            <p:cNvCxnSpPr/>
            <p:nvPr/>
          </p:nvCxnSpPr>
          <p:spPr>
            <a:xfrm>
              <a:off x="1506952" y="3472722"/>
              <a:ext cx="165597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Straight Connector 148"/>
            <p:cNvCxnSpPr/>
            <p:nvPr/>
          </p:nvCxnSpPr>
          <p:spPr>
            <a:xfrm>
              <a:off x="1509450" y="4209737"/>
              <a:ext cx="166846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Straight Connector 149"/>
            <p:cNvCxnSpPr/>
            <p:nvPr/>
          </p:nvCxnSpPr>
          <p:spPr>
            <a:xfrm>
              <a:off x="1511947" y="4991726"/>
              <a:ext cx="165097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7" name="Group 950"/>
          <p:cNvGrpSpPr/>
          <p:nvPr/>
        </p:nvGrpSpPr>
        <p:grpSpPr bwMode="auto">
          <a:xfrm>
            <a:off x="11107713" y="4961744"/>
            <a:ext cx="374754" cy="833726"/>
            <a:chOff x="4140" y="429"/>
            <a:chExt cx="1425" cy="2396"/>
          </a:xfrm>
        </p:grpSpPr>
        <p:sp>
          <p:nvSpPr>
            <p:cNvPr id="168" name="Freeform 951"/>
            <p:cNvSpPr/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9" name="Rectangle 952"/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0" name="Freeform 953"/>
            <p:cNvSpPr/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1" name="Freeform 954"/>
            <p:cNvSpPr/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2" name="Rectangle 955"/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3" name="Group 956"/>
            <p:cNvGrpSpPr/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98" name="AutoShape 957"/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9" name="AutoShape 958"/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4" name="Rectangle 959"/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5" name="Group 960"/>
            <p:cNvGrpSpPr/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96" name="AutoShape 961"/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7" name="AutoShape 962"/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6" name="Rectangle 963"/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7" name="Rectangle 964"/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8" name="Group 965"/>
            <p:cNvGrpSpPr/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94" name="AutoShape 966"/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5" name="AutoShape 967"/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9" name="Freeform 968"/>
            <p:cNvSpPr/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80" name="Group 969"/>
            <p:cNvGrpSpPr/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2" name="AutoShape 970"/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3" name="AutoShape 971"/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1" name="Rectangle 972"/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2" name="Freeform 973"/>
            <p:cNvSpPr/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3" name="Freeform 974"/>
            <p:cNvSpPr/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4" name="Oval 975"/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5" name="Freeform 976"/>
            <p:cNvSpPr/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6" name="AutoShape 977"/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7" name="AutoShape 978"/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8" name="Oval 979"/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9" name="Oval 980"/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0" name="Oval 981"/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1" name="Rectangle 982"/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206" name="Text Box 8"/>
          <p:cNvSpPr txBox="1">
            <a:spLocks noChangeArrowheads="1"/>
          </p:cNvSpPr>
          <p:nvPr/>
        </p:nvSpPr>
        <p:spPr bwMode="auto">
          <a:xfrm>
            <a:off x="10216734" y="5716780"/>
            <a:ext cx="167545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en-US" altLang="en-US" sz="2400" i="1" dirty="0">
                <a:solidFill>
                  <a:srgbClr val="000099"/>
                </a:solidFill>
                <a:latin typeface="Arial" panose="020B0604020202020204" pitchFamily="34" charset="0"/>
              </a:rPr>
              <a:t>目的地</a:t>
            </a:r>
            <a:endParaRPr kumimoji="0" lang="en-US" altLang="en-US" sz="2400" b="0" i="1" u="none" strike="noStrike" kern="120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213" name="Group 212"/>
          <p:cNvGrpSpPr/>
          <p:nvPr/>
        </p:nvGrpSpPr>
        <p:grpSpPr>
          <a:xfrm>
            <a:off x="9221450" y="1413548"/>
            <a:ext cx="1765726" cy="4034752"/>
            <a:chOff x="1484027" y="1706480"/>
            <a:chExt cx="1765726" cy="4034752"/>
          </a:xfrm>
        </p:grpSpPr>
        <p:sp>
          <p:nvSpPr>
            <p:cNvPr id="214" name="Rectangle 24"/>
            <p:cNvSpPr>
              <a:spLocks noChangeArrowheads="1"/>
            </p:cNvSpPr>
            <p:nvPr/>
          </p:nvSpPr>
          <p:spPr bwMode="auto">
            <a:xfrm>
              <a:off x="1528997" y="1870247"/>
              <a:ext cx="1648917" cy="3870985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</a:ln>
            <a:effectLst>
              <a:outerShdw blurRad="76200" dist="38100" dir="18900000" sx="101000" sy="101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15" name="Text Box 26"/>
            <p:cNvSpPr txBox="1">
              <a:spLocks noChangeArrowheads="1"/>
            </p:cNvSpPr>
            <p:nvPr/>
          </p:nvSpPr>
          <p:spPr bwMode="auto">
            <a:xfrm>
              <a:off x="1484027" y="1706480"/>
              <a:ext cx="1765726" cy="40330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应用层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传输层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网络层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链路层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物理层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cxnSp>
          <p:nvCxnSpPr>
            <p:cNvPr id="216" name="Straight Connector 215"/>
            <p:cNvCxnSpPr/>
            <p:nvPr/>
          </p:nvCxnSpPr>
          <p:spPr>
            <a:xfrm>
              <a:off x="1534432" y="2675745"/>
              <a:ext cx="164348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7" name="Straight Connector 216"/>
            <p:cNvCxnSpPr/>
            <p:nvPr/>
          </p:nvCxnSpPr>
          <p:spPr>
            <a:xfrm>
              <a:off x="1506952" y="3472722"/>
              <a:ext cx="165597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8" name="Straight Connector 217"/>
            <p:cNvCxnSpPr/>
            <p:nvPr/>
          </p:nvCxnSpPr>
          <p:spPr>
            <a:xfrm>
              <a:off x="1509450" y="4209737"/>
              <a:ext cx="166846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9" name="Straight Connector 218"/>
            <p:cNvCxnSpPr/>
            <p:nvPr/>
          </p:nvCxnSpPr>
          <p:spPr>
            <a:xfrm>
              <a:off x="1511947" y="4991726"/>
              <a:ext cx="165097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3" name="Rectangle 142"/>
          <p:cNvSpPr/>
          <p:nvPr/>
        </p:nvSpPr>
        <p:spPr>
          <a:xfrm>
            <a:off x="5584583" y="2368401"/>
            <a:ext cx="971760" cy="38974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33" name="Group 185"/>
          <p:cNvGrpSpPr/>
          <p:nvPr/>
        </p:nvGrpSpPr>
        <p:grpSpPr bwMode="auto">
          <a:xfrm>
            <a:off x="5690803" y="2434313"/>
            <a:ext cx="908050" cy="301625"/>
            <a:chOff x="1848" y="2046"/>
            <a:chExt cx="572" cy="190"/>
          </a:xfrm>
        </p:grpSpPr>
        <p:grpSp>
          <p:nvGrpSpPr>
            <p:cNvPr id="134" name="Group 179"/>
            <p:cNvGrpSpPr/>
            <p:nvPr/>
          </p:nvGrpSpPr>
          <p:grpSpPr bwMode="auto">
            <a:xfrm>
              <a:off x="1848" y="2047"/>
              <a:ext cx="187" cy="184"/>
              <a:chOff x="1959" y="2058"/>
              <a:chExt cx="187" cy="184"/>
            </a:xfrm>
          </p:grpSpPr>
          <p:sp>
            <p:nvSpPr>
              <p:cNvPr id="138" name="Rectangle 180"/>
              <p:cNvSpPr>
                <a:spLocks noChangeArrowheads="1"/>
              </p:cNvSpPr>
              <p:nvPr/>
            </p:nvSpPr>
            <p:spPr bwMode="auto">
              <a:xfrm>
                <a:off x="1964" y="2075"/>
                <a:ext cx="177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39" name="Rectangle 181"/>
              <p:cNvSpPr>
                <a:spLocks noChangeArrowheads="1"/>
              </p:cNvSpPr>
              <p:nvPr/>
            </p:nvSpPr>
            <p:spPr bwMode="auto">
              <a:xfrm>
                <a:off x="1959" y="2058"/>
                <a:ext cx="187" cy="1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t</a:t>
                </a:r>
                <a:endPara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135" name="Group 182"/>
            <p:cNvGrpSpPr/>
            <p:nvPr/>
          </p:nvGrpSpPr>
          <p:grpSpPr bwMode="auto">
            <a:xfrm>
              <a:off x="1992" y="2046"/>
              <a:ext cx="428" cy="190"/>
              <a:chOff x="780" y="1553"/>
              <a:chExt cx="428" cy="190"/>
            </a:xfrm>
          </p:grpSpPr>
          <p:sp>
            <p:nvSpPr>
              <p:cNvPr id="136" name="Rectangle 183"/>
              <p:cNvSpPr>
                <a:spLocks noChangeArrowheads="1"/>
              </p:cNvSpPr>
              <p:nvPr/>
            </p:nvSpPr>
            <p:spPr bwMode="auto">
              <a:xfrm>
                <a:off x="817" y="1571"/>
                <a:ext cx="312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37" name="Rectangle 184"/>
              <p:cNvSpPr>
                <a:spLocks noChangeArrowheads="1"/>
              </p:cNvSpPr>
              <p:nvPr/>
            </p:nvSpPr>
            <p:spPr bwMode="auto">
              <a:xfrm>
                <a:off x="780" y="1553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  <a:endPara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</p:grpSp>
      <p:grpSp>
        <p:nvGrpSpPr>
          <p:cNvPr id="96" name="Group 175"/>
          <p:cNvGrpSpPr/>
          <p:nvPr/>
        </p:nvGrpSpPr>
        <p:grpSpPr bwMode="auto">
          <a:xfrm>
            <a:off x="5937404" y="1548324"/>
            <a:ext cx="679450" cy="301625"/>
            <a:chOff x="780" y="1553"/>
            <a:chExt cx="428" cy="190"/>
          </a:xfrm>
        </p:grpSpPr>
        <p:sp>
          <p:nvSpPr>
            <p:cNvPr id="97" name="Rectangle 176"/>
            <p:cNvSpPr>
              <a:spLocks noChangeArrowheads="1"/>
            </p:cNvSpPr>
            <p:nvPr/>
          </p:nvSpPr>
          <p:spPr bwMode="auto">
            <a:xfrm>
              <a:off x="817" y="1569"/>
              <a:ext cx="312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98" name="Rectangle 177"/>
            <p:cNvSpPr>
              <a:spLocks noChangeArrowheads="1"/>
            </p:cNvSpPr>
            <p:nvPr/>
          </p:nvSpPr>
          <p:spPr bwMode="auto">
            <a:xfrm>
              <a:off x="780" y="1553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M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80" name="Rectangle 79"/>
          <p:cNvSpPr/>
          <p:nvPr/>
        </p:nvSpPr>
        <p:spPr>
          <a:xfrm>
            <a:off x="5356172" y="3319499"/>
            <a:ext cx="1210365" cy="38974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6" name="Group 5"/>
          <p:cNvGrpSpPr/>
          <p:nvPr/>
        </p:nvGrpSpPr>
        <p:grpSpPr>
          <a:xfrm>
            <a:off x="5418625" y="3360607"/>
            <a:ext cx="1058375" cy="307296"/>
            <a:chOff x="5509436" y="3287899"/>
            <a:chExt cx="1058375" cy="307296"/>
          </a:xfrm>
        </p:grpSpPr>
        <p:grpSp>
          <p:nvGrpSpPr>
            <p:cNvPr id="83" name="Group 182"/>
            <p:cNvGrpSpPr/>
            <p:nvPr/>
          </p:nvGrpSpPr>
          <p:grpSpPr bwMode="auto">
            <a:xfrm>
              <a:off x="5510535" y="3293570"/>
              <a:ext cx="1057276" cy="301625"/>
              <a:chOff x="469" y="1531"/>
              <a:chExt cx="666" cy="190"/>
            </a:xfrm>
          </p:grpSpPr>
          <p:sp>
            <p:nvSpPr>
              <p:cNvPr id="84" name="Rectangle 183"/>
              <p:cNvSpPr>
                <a:spLocks noChangeArrowheads="1"/>
              </p:cNvSpPr>
              <p:nvPr/>
            </p:nvSpPr>
            <p:spPr bwMode="auto">
              <a:xfrm>
                <a:off x="469" y="1549"/>
                <a:ext cx="666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85" name="Rectangle 184"/>
              <p:cNvSpPr>
                <a:spLocks noChangeArrowheads="1"/>
              </p:cNvSpPr>
              <p:nvPr/>
            </p:nvSpPr>
            <p:spPr bwMode="auto">
              <a:xfrm>
                <a:off x="873" y="1531"/>
                <a:ext cx="239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  <a:endPara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87" name="Rectangle 181"/>
            <p:cNvSpPr>
              <a:spLocks noChangeArrowheads="1"/>
            </p:cNvSpPr>
            <p:nvPr/>
          </p:nvSpPr>
          <p:spPr bwMode="auto">
            <a:xfrm>
              <a:off x="5771740" y="3305237"/>
              <a:ext cx="296863" cy="2619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  <a:endParaRPr kumimoji="0" lang="en-US" altLang="en-US" sz="1800" b="0" i="0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88" name="Rectangle 181"/>
            <p:cNvSpPr>
              <a:spLocks noChangeArrowheads="1"/>
            </p:cNvSpPr>
            <p:nvPr/>
          </p:nvSpPr>
          <p:spPr bwMode="auto">
            <a:xfrm>
              <a:off x="5509436" y="3287899"/>
              <a:ext cx="296863" cy="2921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  <a:endParaRPr kumimoji="0" lang="en-US" altLang="en-US" sz="1800" b="0" i="0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cxnSp>
          <p:nvCxnSpPr>
            <p:cNvPr id="4" name="Straight Connector 3"/>
            <p:cNvCxnSpPr/>
            <p:nvPr/>
          </p:nvCxnSpPr>
          <p:spPr>
            <a:xfrm>
              <a:off x="6076877" y="3322145"/>
              <a:ext cx="0" cy="257175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Straight Connector 90"/>
            <p:cNvCxnSpPr/>
            <p:nvPr/>
          </p:nvCxnSpPr>
          <p:spPr>
            <a:xfrm>
              <a:off x="5796378" y="3320433"/>
              <a:ext cx="0" cy="257175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" name="Group 8"/>
          <p:cNvGrpSpPr/>
          <p:nvPr/>
        </p:nvGrpSpPr>
        <p:grpSpPr>
          <a:xfrm>
            <a:off x="7629993" y="1484027"/>
            <a:ext cx="1535906" cy="3792511"/>
            <a:chOff x="7629993" y="1484027"/>
            <a:chExt cx="1535906" cy="3792511"/>
          </a:xfrm>
        </p:grpSpPr>
        <p:sp>
          <p:nvSpPr>
            <p:cNvPr id="119" name="Freeform 118"/>
            <p:cNvSpPr/>
            <p:nvPr/>
          </p:nvSpPr>
          <p:spPr>
            <a:xfrm flipH="1">
              <a:off x="7629993" y="1484027"/>
              <a:ext cx="1201062" cy="3792511"/>
            </a:xfrm>
            <a:custGeom>
              <a:avLst/>
              <a:gdLst>
                <a:gd name="connsiteX0" fmla="*/ 1822537 w 1822537"/>
                <a:gd name="connsiteY0" fmla="*/ 3263030 h 3263030"/>
                <a:gd name="connsiteX1" fmla="*/ 6263 w 1822537"/>
                <a:gd name="connsiteY1" fmla="*/ 2743200 h 3263030"/>
                <a:gd name="connsiteX2" fmla="*/ 0 w 1822537"/>
                <a:gd name="connsiteY2" fmla="*/ 0 h 3263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22537" h="3263030">
                  <a:moveTo>
                    <a:pt x="1822537" y="3263030"/>
                  </a:moveTo>
                  <a:lnTo>
                    <a:pt x="6263" y="2743200"/>
                  </a:lnTo>
                  <a:cubicBezTo>
                    <a:pt x="4175" y="1828800"/>
                    <a:pt x="2088" y="914400"/>
                    <a:pt x="0" y="0"/>
                  </a:cubicBezTo>
                </a:path>
              </a:pathLst>
            </a:custGeom>
            <a:noFill/>
            <a:ln w="44450">
              <a:solidFill>
                <a:srgbClr val="C00000"/>
              </a:solidFill>
              <a:tailEnd type="triangle" w="med" len="sm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20" name="Group 119"/>
            <p:cNvGrpSpPr/>
            <p:nvPr/>
          </p:nvGrpSpPr>
          <p:grpSpPr>
            <a:xfrm>
              <a:off x="7693325" y="4097936"/>
              <a:ext cx="1470663" cy="389744"/>
              <a:chOff x="6216702" y="5375649"/>
              <a:chExt cx="1470663" cy="389744"/>
            </a:xfrm>
          </p:grpSpPr>
          <p:sp>
            <p:nvSpPr>
              <p:cNvPr id="121" name="Rectangle 120"/>
              <p:cNvSpPr/>
              <p:nvPr/>
            </p:nvSpPr>
            <p:spPr>
              <a:xfrm>
                <a:off x="6477000" y="5375649"/>
                <a:ext cx="1210365" cy="389744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122" name="Group 182"/>
              <p:cNvGrpSpPr/>
              <p:nvPr/>
            </p:nvGrpSpPr>
            <p:grpSpPr bwMode="auto">
              <a:xfrm>
                <a:off x="6216702" y="5392448"/>
                <a:ext cx="1381126" cy="301625"/>
                <a:chOff x="265" y="1531"/>
                <a:chExt cx="870" cy="190"/>
              </a:xfrm>
            </p:grpSpPr>
            <p:sp>
              <p:nvSpPr>
                <p:cNvPr id="130" name="Rectangle 183"/>
                <p:cNvSpPr>
                  <a:spLocks noChangeArrowheads="1"/>
                </p:cNvSpPr>
                <p:nvPr/>
              </p:nvSpPr>
              <p:spPr bwMode="auto">
                <a:xfrm>
                  <a:off x="265" y="1549"/>
                  <a:ext cx="870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31" name="Rectangle 184"/>
                <p:cNvSpPr>
                  <a:spLocks noChangeArrowheads="1"/>
                </p:cNvSpPr>
                <p:nvPr/>
              </p:nvSpPr>
              <p:spPr bwMode="auto">
                <a:xfrm>
                  <a:off x="873" y="1531"/>
                  <a:ext cx="239" cy="1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M</a:t>
                  </a:r>
                  <a:endPara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123" name="Rectangle 181"/>
              <p:cNvSpPr>
                <a:spLocks noChangeArrowheads="1"/>
              </p:cNvSpPr>
              <p:nvPr/>
            </p:nvSpPr>
            <p:spPr bwMode="auto">
              <a:xfrm>
                <a:off x="6801757" y="5404115"/>
                <a:ext cx="296863" cy="2619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t</a:t>
                </a:r>
                <a:endPara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24" name="Rectangle 181"/>
              <p:cNvSpPr>
                <a:spLocks noChangeArrowheads="1"/>
              </p:cNvSpPr>
              <p:nvPr/>
            </p:nvSpPr>
            <p:spPr bwMode="auto">
              <a:xfrm>
                <a:off x="6539453" y="5386777"/>
                <a:ext cx="296863" cy="2921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n</a:t>
                </a:r>
                <a:endPara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cxnSp>
            <p:nvCxnSpPr>
              <p:cNvPr id="125" name="Straight Connector 124"/>
              <p:cNvCxnSpPr/>
              <p:nvPr/>
            </p:nvCxnSpPr>
            <p:spPr>
              <a:xfrm>
                <a:off x="7106894" y="5421023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6" name="Straight Connector 125"/>
              <p:cNvCxnSpPr/>
              <p:nvPr/>
            </p:nvCxnSpPr>
            <p:spPr>
              <a:xfrm>
                <a:off x="6826395" y="5419311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8" name="Rectangle 181"/>
              <p:cNvSpPr>
                <a:spLocks noChangeArrowheads="1"/>
              </p:cNvSpPr>
              <p:nvPr/>
            </p:nvSpPr>
            <p:spPr bwMode="auto">
              <a:xfrm>
                <a:off x="6236418" y="5394426"/>
                <a:ext cx="296863" cy="2921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l</a:t>
                </a:r>
                <a:endPara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cxnSp>
            <p:nvCxnSpPr>
              <p:cNvPr id="129" name="Straight Connector 128"/>
              <p:cNvCxnSpPr/>
              <p:nvPr/>
            </p:nvCxnSpPr>
            <p:spPr>
              <a:xfrm>
                <a:off x="6505708" y="5419900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2" name="Group 131"/>
            <p:cNvGrpSpPr/>
            <p:nvPr/>
          </p:nvGrpSpPr>
          <p:grpSpPr>
            <a:xfrm>
              <a:off x="8014421" y="3363106"/>
              <a:ext cx="1058375" cy="307296"/>
              <a:chOff x="5509436" y="3287899"/>
              <a:chExt cx="1058375" cy="307296"/>
            </a:xfrm>
          </p:grpSpPr>
          <p:grpSp>
            <p:nvGrpSpPr>
              <p:cNvPr id="140" name="Group 182"/>
              <p:cNvGrpSpPr/>
              <p:nvPr/>
            </p:nvGrpSpPr>
            <p:grpSpPr bwMode="auto">
              <a:xfrm>
                <a:off x="5510535" y="3293570"/>
                <a:ext cx="1057276" cy="301625"/>
                <a:chOff x="469" y="1531"/>
                <a:chExt cx="666" cy="190"/>
              </a:xfrm>
            </p:grpSpPr>
            <p:sp>
              <p:nvSpPr>
                <p:cNvPr id="147" name="Rectangle 183"/>
                <p:cNvSpPr>
                  <a:spLocks noChangeArrowheads="1"/>
                </p:cNvSpPr>
                <p:nvPr/>
              </p:nvSpPr>
              <p:spPr bwMode="auto">
                <a:xfrm>
                  <a:off x="469" y="1549"/>
                  <a:ext cx="666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51" name="Rectangle 184"/>
                <p:cNvSpPr>
                  <a:spLocks noChangeArrowheads="1"/>
                </p:cNvSpPr>
                <p:nvPr/>
              </p:nvSpPr>
              <p:spPr bwMode="auto">
                <a:xfrm>
                  <a:off x="873" y="1531"/>
                  <a:ext cx="239" cy="1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M</a:t>
                  </a:r>
                  <a:endPara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141" name="Rectangle 181"/>
              <p:cNvSpPr>
                <a:spLocks noChangeArrowheads="1"/>
              </p:cNvSpPr>
              <p:nvPr/>
            </p:nvSpPr>
            <p:spPr bwMode="auto">
              <a:xfrm>
                <a:off x="5771740" y="3305237"/>
                <a:ext cx="296863" cy="2619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t</a:t>
                </a:r>
                <a:endPara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42" name="Rectangle 181"/>
              <p:cNvSpPr>
                <a:spLocks noChangeArrowheads="1"/>
              </p:cNvSpPr>
              <p:nvPr/>
            </p:nvSpPr>
            <p:spPr bwMode="auto">
              <a:xfrm>
                <a:off x="5509436" y="3287899"/>
                <a:ext cx="296863" cy="2921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n</a:t>
                </a:r>
                <a:endPara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cxnSp>
            <p:nvCxnSpPr>
              <p:cNvPr id="145" name="Straight Connector 144"/>
              <p:cNvCxnSpPr/>
              <p:nvPr/>
            </p:nvCxnSpPr>
            <p:spPr>
              <a:xfrm>
                <a:off x="6076877" y="3322145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6" name="Straight Connector 145"/>
              <p:cNvCxnSpPr/>
              <p:nvPr/>
            </p:nvCxnSpPr>
            <p:spPr>
              <a:xfrm>
                <a:off x="5796378" y="3320433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7" name="Group 6"/>
            <p:cNvGrpSpPr/>
            <p:nvPr/>
          </p:nvGrpSpPr>
          <p:grpSpPr>
            <a:xfrm>
              <a:off x="8257849" y="2658970"/>
              <a:ext cx="908050" cy="301625"/>
              <a:chOff x="6877524" y="6049441"/>
              <a:chExt cx="908050" cy="301625"/>
            </a:xfrm>
          </p:grpSpPr>
          <p:grpSp>
            <p:nvGrpSpPr>
              <p:cNvPr id="155" name="Group 179"/>
              <p:cNvGrpSpPr/>
              <p:nvPr/>
            </p:nvGrpSpPr>
            <p:grpSpPr bwMode="auto">
              <a:xfrm>
                <a:off x="6877524" y="6051029"/>
                <a:ext cx="296863" cy="292100"/>
                <a:chOff x="1959" y="2058"/>
                <a:chExt cx="187" cy="184"/>
              </a:xfrm>
            </p:grpSpPr>
            <p:sp>
              <p:nvSpPr>
                <p:cNvPr id="159" name="Rectangle 180"/>
                <p:cNvSpPr>
                  <a:spLocks noChangeArrowheads="1"/>
                </p:cNvSpPr>
                <p:nvPr/>
              </p:nvSpPr>
              <p:spPr bwMode="auto">
                <a:xfrm>
                  <a:off x="1964" y="2075"/>
                  <a:ext cx="177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60" name="Rectangle 181"/>
                <p:cNvSpPr>
                  <a:spLocks noChangeArrowheads="1"/>
                </p:cNvSpPr>
                <p:nvPr/>
              </p:nvSpPr>
              <p:spPr bwMode="auto">
                <a:xfrm>
                  <a:off x="1959" y="2058"/>
                  <a:ext cx="187" cy="18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H</a:t>
                  </a:r>
                  <a:r>
                    <a:rPr kumimoji="0" lang="en-US" altLang="en-US" sz="1800" b="0" i="0" u="none" strike="noStrike" kern="1200" cap="none" spc="0" normalizeH="0" baseline="-2500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t</a:t>
                  </a:r>
                  <a:endPara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grpSp>
            <p:nvGrpSpPr>
              <p:cNvPr id="156" name="Group 182"/>
              <p:cNvGrpSpPr/>
              <p:nvPr/>
            </p:nvGrpSpPr>
            <p:grpSpPr bwMode="auto">
              <a:xfrm>
                <a:off x="7106124" y="6049441"/>
                <a:ext cx="679450" cy="301625"/>
                <a:chOff x="780" y="1553"/>
                <a:chExt cx="428" cy="190"/>
              </a:xfrm>
            </p:grpSpPr>
            <p:sp>
              <p:nvSpPr>
                <p:cNvPr id="157" name="Rectangle 183"/>
                <p:cNvSpPr>
                  <a:spLocks noChangeArrowheads="1"/>
                </p:cNvSpPr>
                <p:nvPr/>
              </p:nvSpPr>
              <p:spPr bwMode="auto">
                <a:xfrm>
                  <a:off x="817" y="1571"/>
                  <a:ext cx="312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58" name="Rectangle 184"/>
                <p:cNvSpPr>
                  <a:spLocks noChangeArrowheads="1"/>
                </p:cNvSpPr>
                <p:nvPr/>
              </p:nvSpPr>
              <p:spPr bwMode="auto">
                <a:xfrm>
                  <a:off x="780" y="1553"/>
                  <a:ext cx="428" cy="1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4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M</a:t>
                  </a:r>
                  <a:endPara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</p:grpSp>
        <p:grpSp>
          <p:nvGrpSpPr>
            <p:cNvPr id="162" name="Group 175"/>
            <p:cNvGrpSpPr/>
            <p:nvPr/>
          </p:nvGrpSpPr>
          <p:grpSpPr bwMode="auto">
            <a:xfrm>
              <a:off x="8465451" y="1880020"/>
              <a:ext cx="679450" cy="301625"/>
              <a:chOff x="780" y="1553"/>
              <a:chExt cx="428" cy="190"/>
            </a:xfrm>
          </p:grpSpPr>
          <p:sp>
            <p:nvSpPr>
              <p:cNvPr id="163" name="Rectangle 176"/>
              <p:cNvSpPr>
                <a:spLocks noChangeArrowheads="1"/>
              </p:cNvSpPr>
              <p:nvPr/>
            </p:nvSpPr>
            <p:spPr bwMode="auto">
              <a:xfrm>
                <a:off x="817" y="1569"/>
                <a:ext cx="312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64" name="Rectangle 177"/>
              <p:cNvSpPr>
                <a:spLocks noChangeArrowheads="1"/>
              </p:cNvSpPr>
              <p:nvPr/>
            </p:nvSpPr>
            <p:spPr bwMode="auto">
              <a:xfrm>
                <a:off x="780" y="1553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  <a:endPara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</p:grpSp>
      <p:sp>
        <p:nvSpPr>
          <p:cNvPr id="165" name="Freeform 8"/>
          <p:cNvSpPr/>
          <p:nvPr/>
        </p:nvSpPr>
        <p:spPr bwMode="auto">
          <a:xfrm>
            <a:off x="3570599" y="4675377"/>
            <a:ext cx="4136844" cy="601045"/>
          </a:xfrm>
          <a:custGeom>
            <a:avLst/>
            <a:gdLst>
              <a:gd name="T0" fmla="*/ 0 w 4100"/>
              <a:gd name="T1" fmla="*/ 0 h 2072"/>
              <a:gd name="T2" fmla="*/ 4 w 4100"/>
              <a:gd name="T3" fmla="*/ 1736 h 2072"/>
              <a:gd name="T4" fmla="*/ 804 w 4100"/>
              <a:gd name="T5" fmla="*/ 2064 h 2072"/>
              <a:gd name="T6" fmla="*/ 3468 w 4100"/>
              <a:gd name="T7" fmla="*/ 2072 h 2072"/>
              <a:gd name="T8" fmla="*/ 4100 w 4100"/>
              <a:gd name="T9" fmla="*/ 1736 h 2072"/>
              <a:gd name="T10" fmla="*/ 4100 w 4100"/>
              <a:gd name="T11" fmla="*/ 96 h 2072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4100"/>
              <a:gd name="T19" fmla="*/ 0 h 2072"/>
              <a:gd name="T20" fmla="*/ 4100 w 4100"/>
              <a:gd name="T21" fmla="*/ 2072 h 2072"/>
              <a:gd name="connsiteX0" fmla="*/ 0 w 10000"/>
              <a:gd name="connsiteY0" fmla="*/ 0 h 10000"/>
              <a:gd name="connsiteX1" fmla="*/ 10 w 10000"/>
              <a:gd name="connsiteY1" fmla="*/ 8378 h 10000"/>
              <a:gd name="connsiteX2" fmla="*/ 1961 w 10000"/>
              <a:gd name="connsiteY2" fmla="*/ 9961 h 10000"/>
              <a:gd name="connsiteX3" fmla="*/ 8459 w 10000"/>
              <a:gd name="connsiteY3" fmla="*/ 10000 h 10000"/>
              <a:gd name="connsiteX4" fmla="*/ 10000 w 10000"/>
              <a:gd name="connsiteY4" fmla="*/ 8378 h 10000"/>
              <a:gd name="connsiteX0-1" fmla="*/ 0 w 8459"/>
              <a:gd name="connsiteY0-2" fmla="*/ 0 h 10000"/>
              <a:gd name="connsiteX1-3" fmla="*/ 10 w 8459"/>
              <a:gd name="connsiteY1-4" fmla="*/ 8378 h 10000"/>
              <a:gd name="connsiteX2-5" fmla="*/ 1961 w 8459"/>
              <a:gd name="connsiteY2-6" fmla="*/ 9961 h 10000"/>
              <a:gd name="connsiteX3-7" fmla="*/ 8459 w 8459"/>
              <a:gd name="connsiteY3-8" fmla="*/ 10000 h 10000"/>
              <a:gd name="connsiteX0-9" fmla="*/ 0 w 9988"/>
              <a:gd name="connsiteY0-10" fmla="*/ 0 h 1622"/>
              <a:gd name="connsiteX1-11" fmla="*/ 2306 w 9988"/>
              <a:gd name="connsiteY1-12" fmla="*/ 1583 h 1622"/>
              <a:gd name="connsiteX2-13" fmla="*/ 9988 w 9988"/>
              <a:gd name="connsiteY2-14" fmla="*/ 1622 h 1622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</a:cxnLst>
            <a:rect l="l" t="t" r="r" b="b"/>
            <a:pathLst>
              <a:path w="9988" h="1622">
                <a:moveTo>
                  <a:pt x="0" y="0"/>
                </a:moveTo>
                <a:lnTo>
                  <a:pt x="2306" y="1583"/>
                </a:lnTo>
                <a:lnTo>
                  <a:pt x="9988" y="1622"/>
                </a:lnTo>
              </a:path>
            </a:pathLst>
          </a:custGeom>
          <a:noFill/>
          <a:ln w="44450">
            <a:solidFill>
              <a:srgbClr val="C00000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      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5" name="Group 14"/>
          <p:cNvGrpSpPr/>
          <p:nvPr/>
        </p:nvGrpSpPr>
        <p:grpSpPr>
          <a:xfrm>
            <a:off x="3186222" y="2137612"/>
            <a:ext cx="1079388" cy="1910319"/>
            <a:chOff x="3186222" y="2137612"/>
            <a:chExt cx="1079388" cy="1910319"/>
          </a:xfrm>
        </p:grpSpPr>
        <p:sp>
          <p:nvSpPr>
            <p:cNvPr id="10" name="TextBox 9"/>
            <p:cNvSpPr txBox="1"/>
            <p:nvPr/>
          </p:nvSpPr>
          <p:spPr>
            <a:xfrm>
              <a:off x="3186222" y="2137612"/>
              <a:ext cx="997068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报文</a:t>
              </a:r>
              <a:endParaRPr lang="en-US" dirty="0"/>
            </a:p>
          </p:txBody>
        </p:sp>
        <p:sp>
          <p:nvSpPr>
            <p:cNvPr id="166" name="TextBox 165"/>
            <p:cNvSpPr txBox="1"/>
            <p:nvPr/>
          </p:nvSpPr>
          <p:spPr>
            <a:xfrm>
              <a:off x="3192100" y="2928436"/>
              <a:ext cx="995272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报文段</a:t>
              </a:r>
              <a:endParaRPr lang="en-US" dirty="0"/>
            </a:p>
          </p:txBody>
        </p:sp>
        <p:sp>
          <p:nvSpPr>
            <p:cNvPr id="200" name="TextBox 199"/>
            <p:cNvSpPr txBox="1"/>
            <p:nvPr/>
          </p:nvSpPr>
          <p:spPr>
            <a:xfrm>
              <a:off x="3186532" y="3678599"/>
              <a:ext cx="1079078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数据报</a:t>
              </a:r>
              <a:endParaRPr lang="en-US" dirty="0"/>
            </a:p>
          </p:txBody>
        </p:sp>
      </p:grpSp>
      <p:sp>
        <p:nvSpPr>
          <p:cNvPr id="201" name="TextBox 200"/>
          <p:cNvSpPr txBox="1"/>
          <p:nvPr/>
        </p:nvSpPr>
        <p:spPr>
          <a:xfrm>
            <a:off x="3188967" y="4455188"/>
            <a:ext cx="74097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/>
              <a:t>帧</a:t>
            </a:r>
            <a:endParaRPr lang="en-US" dirty="0"/>
          </a:p>
        </p:txBody>
      </p:sp>
      <p:grpSp>
        <p:nvGrpSpPr>
          <p:cNvPr id="3" name="Group 2"/>
          <p:cNvGrpSpPr/>
          <p:nvPr/>
        </p:nvGrpSpPr>
        <p:grpSpPr>
          <a:xfrm>
            <a:off x="5144294" y="4194650"/>
            <a:ext cx="1347789" cy="307296"/>
            <a:chOff x="5144294" y="4194650"/>
            <a:chExt cx="1347789" cy="307296"/>
          </a:xfrm>
        </p:grpSpPr>
        <p:grpSp>
          <p:nvGrpSpPr>
            <p:cNvPr id="210" name="Group 182"/>
            <p:cNvGrpSpPr/>
            <p:nvPr/>
          </p:nvGrpSpPr>
          <p:grpSpPr bwMode="auto">
            <a:xfrm>
              <a:off x="5144294" y="4200321"/>
              <a:ext cx="1347789" cy="301625"/>
              <a:chOff x="286" y="1531"/>
              <a:chExt cx="849" cy="190"/>
            </a:xfrm>
          </p:grpSpPr>
          <p:sp>
            <p:nvSpPr>
              <p:cNvPr id="226" name="Rectangle 183"/>
              <p:cNvSpPr>
                <a:spLocks noChangeArrowheads="1"/>
              </p:cNvSpPr>
              <p:nvPr/>
            </p:nvSpPr>
            <p:spPr bwMode="auto">
              <a:xfrm>
                <a:off x="286" y="1549"/>
                <a:ext cx="849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27" name="Rectangle 184"/>
              <p:cNvSpPr>
                <a:spLocks noChangeArrowheads="1"/>
              </p:cNvSpPr>
              <p:nvPr/>
            </p:nvSpPr>
            <p:spPr bwMode="auto">
              <a:xfrm>
                <a:off x="873" y="1531"/>
                <a:ext cx="239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  <a:endPara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1" name="Rectangle 181"/>
            <p:cNvSpPr>
              <a:spLocks noChangeArrowheads="1"/>
            </p:cNvSpPr>
            <p:nvPr/>
          </p:nvSpPr>
          <p:spPr bwMode="auto">
            <a:xfrm>
              <a:off x="5696012" y="4211988"/>
              <a:ext cx="296863" cy="2619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  <a:endParaRPr kumimoji="0" lang="en-US" altLang="en-US" sz="1800" b="0" i="0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1" name="Rectangle 181"/>
            <p:cNvSpPr>
              <a:spLocks noChangeArrowheads="1"/>
            </p:cNvSpPr>
            <p:nvPr/>
          </p:nvSpPr>
          <p:spPr bwMode="auto">
            <a:xfrm>
              <a:off x="5433708" y="4194650"/>
              <a:ext cx="296863" cy="2921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  <a:endParaRPr kumimoji="0" lang="en-US" altLang="en-US" sz="1800" b="0" i="0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cxnSp>
          <p:nvCxnSpPr>
            <p:cNvPr id="222" name="Straight Connector 221"/>
            <p:cNvCxnSpPr/>
            <p:nvPr/>
          </p:nvCxnSpPr>
          <p:spPr>
            <a:xfrm>
              <a:off x="6001149" y="4228896"/>
              <a:ext cx="0" cy="257175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" name="Straight Connector 222"/>
            <p:cNvCxnSpPr/>
            <p:nvPr/>
          </p:nvCxnSpPr>
          <p:spPr>
            <a:xfrm>
              <a:off x="5720650" y="4227184"/>
              <a:ext cx="0" cy="257175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4" name="Rectangle 181"/>
            <p:cNvSpPr>
              <a:spLocks noChangeArrowheads="1"/>
            </p:cNvSpPr>
            <p:nvPr/>
          </p:nvSpPr>
          <p:spPr bwMode="auto">
            <a:xfrm>
              <a:off x="5149178" y="4198403"/>
              <a:ext cx="296863" cy="2921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l</a:t>
              </a:r>
              <a:endParaRPr kumimoji="0" lang="en-US" altLang="en-US" sz="1800" b="0" i="0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cxnSp>
          <p:nvCxnSpPr>
            <p:cNvPr id="225" name="Straight Connector 224"/>
            <p:cNvCxnSpPr/>
            <p:nvPr/>
          </p:nvCxnSpPr>
          <p:spPr>
            <a:xfrm>
              <a:off x="5418102" y="4226433"/>
              <a:ext cx="0" cy="257175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27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引言：1-</a:t>
            </a:r>
            <a:fld id="{C4204591-24BD-A542-B9D5-F8D8A88D2FEE}" type="slidenum">
              <a:rPr lang="en-US" smtClean="0"/>
            </a:fld>
            <a:endParaRPr lang="en-US" dirty="0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med" p14:dur="700">
        <p:fade/>
      </p:transition>
    </mc:Choice>
    <mc:Fallback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16667E-7 1.48148E-6 L -0.17917 0.01018 " pathEditMode="relative" rAng="0" ptsTypes="AA">
                                      <p:cBhvr>
                                        <p:cTn id="6" dur="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958" y="509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54167E-6 -1.85185E-6 L -0.20157 0.03403 " pathEditMode="relative" rAng="0" ptsTypes="AA">
                                      <p:cBhvr>
                                        <p:cTn id="8" dur="20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78" y="1690"/>
                                    </p:animMotion>
                                  </p:childTnLst>
                                </p:cTn>
                              </p:par>
                              <p:par>
                                <p:cTn id="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75E-6 4.81481E-6 L -0.22096 0.04953 " pathEditMode="relative" rAng="0" ptsTypes="AA">
                                      <p:cBhvr>
                                        <p:cTn id="10" dur="20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1055" y="2477"/>
                                    </p:animMotion>
                                  </p:childTnLst>
                                </p:cTn>
                              </p:par>
                              <p:par>
                                <p:cTn id="1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54167E-6 2.22222E-6 L -0.16224 -0.00625 " pathEditMode="relative" rAng="0" ptsTypes="AA">
                                      <p:cBhvr>
                                        <p:cTn id="12" dur="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112" y="-32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2000"/>
                            </p:stCondLst>
                            <p:childTnLst>
                              <p:par>
                                <p:cTn id="14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2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3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6" dur="500"/>
                                        <p:tgtEl>
                                          <p:spTgt spid="20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500"/>
                            </p:stCondLst>
                            <p:childTnLst>
                              <p:par>
                                <p:cTn id="29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1000"/>
                            </p:stCondLst>
                            <p:childTnLst>
                              <p:par>
                                <p:cTn id="3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1500"/>
                            </p:stCondLst>
                            <p:childTnLst>
                              <p:par>
                                <p:cTn id="37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8" grpId="0" animBg="1"/>
      <p:bldP spid="165" grpId="0" animBg="1"/>
      <p:bldP spid="201" grpId="0"/>
      <p:bldP spid="201" grpId="1"/>
    </p:bld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8" name="Freeform 99"/>
          <p:cNvSpPr/>
          <p:nvPr/>
        </p:nvSpPr>
        <p:spPr bwMode="auto">
          <a:xfrm>
            <a:off x="8197855" y="4478480"/>
            <a:ext cx="454072" cy="992421"/>
          </a:xfrm>
          <a:custGeom>
            <a:avLst/>
            <a:gdLst>
              <a:gd name="T0" fmla="*/ 2147483646 w 413"/>
              <a:gd name="T1" fmla="*/ 2147483646 h 715"/>
              <a:gd name="T2" fmla="*/ 2147483646 w 413"/>
              <a:gd name="T3" fmla="*/ 0 h 715"/>
              <a:gd name="T4" fmla="*/ 0 w 413"/>
              <a:gd name="T5" fmla="*/ 2147483646 h 715"/>
              <a:gd name="T6" fmla="*/ 2147483646 w 413"/>
              <a:gd name="T7" fmla="*/ 2147483646 h 715"/>
              <a:gd name="T8" fmla="*/ 2147483646 w 413"/>
              <a:gd name="T9" fmla="*/ 2147483646 h 71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13"/>
              <a:gd name="T16" fmla="*/ 0 h 715"/>
              <a:gd name="T17" fmla="*/ 413 w 413"/>
              <a:gd name="T18" fmla="*/ 715 h 715"/>
              <a:gd name="connsiteX0" fmla="*/ 10000 w 10000"/>
              <a:gd name="connsiteY0" fmla="*/ 7972 h 8825"/>
              <a:gd name="connsiteX1" fmla="*/ 218 w 10000"/>
              <a:gd name="connsiteY1" fmla="*/ 0 h 8825"/>
              <a:gd name="connsiteX2" fmla="*/ 0 w 10000"/>
              <a:gd name="connsiteY2" fmla="*/ 8448 h 8825"/>
              <a:gd name="connsiteX3" fmla="*/ 7224 w 10000"/>
              <a:gd name="connsiteY3" fmla="*/ 8825 h 8825"/>
              <a:gd name="connsiteX4" fmla="*/ 10000 w 10000"/>
              <a:gd name="connsiteY4" fmla="*/ 7972 h 8825"/>
              <a:gd name="connsiteX0-1" fmla="*/ 6901 w 7224"/>
              <a:gd name="connsiteY0-2" fmla="*/ 7744 h 10000"/>
              <a:gd name="connsiteX1-3" fmla="*/ 218 w 7224"/>
              <a:gd name="connsiteY1-4" fmla="*/ 0 h 10000"/>
              <a:gd name="connsiteX2-5" fmla="*/ 0 w 7224"/>
              <a:gd name="connsiteY2-6" fmla="*/ 9573 h 10000"/>
              <a:gd name="connsiteX3-7" fmla="*/ 7224 w 7224"/>
              <a:gd name="connsiteY3-8" fmla="*/ 10000 h 10000"/>
              <a:gd name="connsiteX4-9" fmla="*/ 6901 w 7224"/>
              <a:gd name="connsiteY4-10" fmla="*/ 7744 h 10000"/>
              <a:gd name="connsiteX0-11" fmla="*/ 9553 w 9587"/>
              <a:gd name="connsiteY0-12" fmla="*/ 7744 h 9750"/>
              <a:gd name="connsiteX1-13" fmla="*/ 302 w 9587"/>
              <a:gd name="connsiteY1-14" fmla="*/ 0 h 9750"/>
              <a:gd name="connsiteX2-15" fmla="*/ 0 w 9587"/>
              <a:gd name="connsiteY2-16" fmla="*/ 9573 h 9750"/>
              <a:gd name="connsiteX3-17" fmla="*/ 9464 w 9587"/>
              <a:gd name="connsiteY3-18" fmla="*/ 9750 h 9750"/>
              <a:gd name="connsiteX4-19" fmla="*/ 9553 w 9587"/>
              <a:gd name="connsiteY4-20" fmla="*/ 7744 h 9750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</a:cxnLst>
            <a:rect l="l" t="t" r="r" b="b"/>
            <a:pathLst>
              <a:path w="9587" h="9750">
                <a:moveTo>
                  <a:pt x="9553" y="7744"/>
                </a:moveTo>
                <a:lnTo>
                  <a:pt x="302" y="0"/>
                </a:lnTo>
                <a:cubicBezTo>
                  <a:pt x="201" y="3191"/>
                  <a:pt x="101" y="6382"/>
                  <a:pt x="0" y="9573"/>
                </a:cubicBezTo>
                <a:lnTo>
                  <a:pt x="9464" y="9750"/>
                </a:lnTo>
                <a:cubicBezTo>
                  <a:pt x="9314" y="8998"/>
                  <a:pt x="9702" y="8496"/>
                  <a:pt x="9553" y="7744"/>
                </a:cubicBez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97" name="Group 296"/>
          <p:cNvGrpSpPr/>
          <p:nvPr/>
        </p:nvGrpSpPr>
        <p:grpSpPr>
          <a:xfrm>
            <a:off x="8637066" y="5115960"/>
            <a:ext cx="958850" cy="476251"/>
            <a:chOff x="7493876" y="2774731"/>
            <a:chExt cx="1481958" cy="894622"/>
          </a:xfrm>
        </p:grpSpPr>
        <p:sp>
          <p:nvSpPr>
            <p:cNvPr id="298" name="Freeform 297"/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-1" fmla="*/ 8187558 w 8187558"/>
                <a:gd name="connsiteY0-2" fmla="*/ 0 h 2617076"/>
                <a:gd name="connsiteX1-3" fmla="*/ 8187558 w 8187558"/>
                <a:gd name="connsiteY1-4" fmla="*/ 1271752 h 2617076"/>
                <a:gd name="connsiteX2-5" fmla="*/ 4025462 w 8187558"/>
                <a:gd name="connsiteY2-6" fmla="*/ 2617076 h 2617076"/>
                <a:gd name="connsiteX3-7" fmla="*/ 0 w 8187558"/>
                <a:gd name="connsiteY3-8" fmla="*/ 1229711 h 2617076"/>
                <a:gd name="connsiteX4-9" fmla="*/ 31531 w 8187558"/>
                <a:gd name="connsiteY4-10" fmla="*/ 147145 h 2617076"/>
                <a:gd name="connsiteX5-11" fmla="*/ 4046482 w 8187558"/>
                <a:gd name="connsiteY5-12" fmla="*/ 1576552 h 2617076"/>
                <a:gd name="connsiteX6-13" fmla="*/ 8187558 w 8187558"/>
                <a:gd name="connsiteY6-14" fmla="*/ 0 h 2617076"/>
                <a:gd name="connsiteX0-15" fmla="*/ 8187558 w 8187558"/>
                <a:gd name="connsiteY0-16" fmla="*/ 0 h 2617076"/>
                <a:gd name="connsiteX1-17" fmla="*/ 8187558 w 8187558"/>
                <a:gd name="connsiteY1-18" fmla="*/ 1271752 h 2617076"/>
                <a:gd name="connsiteX2-19" fmla="*/ 4025462 w 8187558"/>
                <a:gd name="connsiteY2-20" fmla="*/ 2617076 h 2617076"/>
                <a:gd name="connsiteX3-21" fmla="*/ 0 w 8187558"/>
                <a:gd name="connsiteY3-22" fmla="*/ 1229711 h 2617076"/>
                <a:gd name="connsiteX4-23" fmla="*/ 31531 w 8187558"/>
                <a:gd name="connsiteY4-24" fmla="*/ 147145 h 2617076"/>
                <a:gd name="connsiteX5-25" fmla="*/ 4046482 w 8187558"/>
                <a:gd name="connsiteY5-26" fmla="*/ 1576552 h 2617076"/>
                <a:gd name="connsiteX6-27" fmla="*/ 8187558 w 8187558"/>
                <a:gd name="connsiteY6-28" fmla="*/ 0 h 2617076"/>
                <a:gd name="connsiteX0-29" fmla="*/ 8187558 w 8187558"/>
                <a:gd name="connsiteY0-30" fmla="*/ 0 h 2617076"/>
                <a:gd name="connsiteX1-31" fmla="*/ 8187558 w 8187558"/>
                <a:gd name="connsiteY1-32" fmla="*/ 1271752 h 2617076"/>
                <a:gd name="connsiteX2-33" fmla="*/ 4025462 w 8187558"/>
                <a:gd name="connsiteY2-34" fmla="*/ 2617076 h 2617076"/>
                <a:gd name="connsiteX3-35" fmla="*/ 0 w 8187558"/>
                <a:gd name="connsiteY3-36" fmla="*/ 1229711 h 2617076"/>
                <a:gd name="connsiteX4-37" fmla="*/ 31531 w 8187558"/>
                <a:gd name="connsiteY4-38" fmla="*/ 147145 h 2617076"/>
                <a:gd name="connsiteX5-39" fmla="*/ 4046482 w 8187558"/>
                <a:gd name="connsiteY5-40" fmla="*/ 1576552 h 2617076"/>
                <a:gd name="connsiteX6-41" fmla="*/ 8187558 w 8187558"/>
                <a:gd name="connsiteY6-42" fmla="*/ 0 h 2617076"/>
                <a:gd name="connsiteX0-43" fmla="*/ 8187558 w 8187558"/>
                <a:gd name="connsiteY0-44" fmla="*/ 0 h 2617076"/>
                <a:gd name="connsiteX1-45" fmla="*/ 8187558 w 8187558"/>
                <a:gd name="connsiteY1-46" fmla="*/ 1271752 h 2617076"/>
                <a:gd name="connsiteX2-47" fmla="*/ 4025462 w 8187558"/>
                <a:gd name="connsiteY2-48" fmla="*/ 2617076 h 2617076"/>
                <a:gd name="connsiteX3-49" fmla="*/ 0 w 8187558"/>
                <a:gd name="connsiteY3-50" fmla="*/ 1229711 h 2617076"/>
                <a:gd name="connsiteX4-51" fmla="*/ 31531 w 8187558"/>
                <a:gd name="connsiteY4-52" fmla="*/ 147145 h 2617076"/>
                <a:gd name="connsiteX5-53" fmla="*/ 4046482 w 8187558"/>
                <a:gd name="connsiteY5-54" fmla="*/ 1576552 h 2617076"/>
                <a:gd name="connsiteX6-55" fmla="*/ 8187558 w 8187558"/>
                <a:gd name="connsiteY6-56" fmla="*/ 0 h 2617076"/>
                <a:gd name="connsiteX0-57" fmla="*/ 8187558 w 8187558"/>
                <a:gd name="connsiteY0-58" fmla="*/ 0 h 2617076"/>
                <a:gd name="connsiteX1-59" fmla="*/ 8187558 w 8187558"/>
                <a:gd name="connsiteY1-60" fmla="*/ 1271752 h 2617076"/>
                <a:gd name="connsiteX2-61" fmla="*/ 4025462 w 8187558"/>
                <a:gd name="connsiteY2-62" fmla="*/ 2617076 h 2617076"/>
                <a:gd name="connsiteX3-63" fmla="*/ 0 w 8187558"/>
                <a:gd name="connsiteY3-64" fmla="*/ 1229711 h 2617076"/>
                <a:gd name="connsiteX4-65" fmla="*/ 31531 w 8187558"/>
                <a:gd name="connsiteY4-66" fmla="*/ 147145 h 2617076"/>
                <a:gd name="connsiteX5-67" fmla="*/ 4046482 w 8187558"/>
                <a:gd name="connsiteY5-68" fmla="*/ 1576552 h 2617076"/>
                <a:gd name="connsiteX6-69" fmla="*/ 8187558 w 8187558"/>
                <a:gd name="connsiteY6-70" fmla="*/ 0 h 2617076"/>
                <a:gd name="connsiteX0-71" fmla="*/ 8187558 w 8187558"/>
                <a:gd name="connsiteY0-72" fmla="*/ 0 h 2617076"/>
                <a:gd name="connsiteX1-73" fmla="*/ 8187558 w 8187558"/>
                <a:gd name="connsiteY1-74" fmla="*/ 1271752 h 2617076"/>
                <a:gd name="connsiteX2-75" fmla="*/ 4025462 w 8187558"/>
                <a:gd name="connsiteY2-76" fmla="*/ 2617076 h 2617076"/>
                <a:gd name="connsiteX3-77" fmla="*/ 0 w 8187558"/>
                <a:gd name="connsiteY3-78" fmla="*/ 1229711 h 2617076"/>
                <a:gd name="connsiteX4-79" fmla="*/ 31531 w 8187558"/>
                <a:gd name="connsiteY4-80" fmla="*/ 147145 h 2617076"/>
                <a:gd name="connsiteX5-81" fmla="*/ 4046482 w 8187558"/>
                <a:gd name="connsiteY5-82" fmla="*/ 1576552 h 2617076"/>
                <a:gd name="connsiteX6-83" fmla="*/ 8187558 w 8187558"/>
                <a:gd name="connsiteY6-84" fmla="*/ 0 h 2617076"/>
                <a:gd name="connsiteX0-85" fmla="*/ 8187558 w 8187558"/>
                <a:gd name="connsiteY0-86" fmla="*/ 0 h 2638097"/>
                <a:gd name="connsiteX1-87" fmla="*/ 8187558 w 8187558"/>
                <a:gd name="connsiteY1-88" fmla="*/ 1271752 h 2638097"/>
                <a:gd name="connsiteX2-89" fmla="*/ 4099035 w 8187558"/>
                <a:gd name="connsiteY2-90" fmla="*/ 2638097 h 2638097"/>
                <a:gd name="connsiteX3-91" fmla="*/ 0 w 8187558"/>
                <a:gd name="connsiteY3-92" fmla="*/ 1229711 h 2638097"/>
                <a:gd name="connsiteX4-93" fmla="*/ 31531 w 8187558"/>
                <a:gd name="connsiteY4-94" fmla="*/ 147145 h 2638097"/>
                <a:gd name="connsiteX5-95" fmla="*/ 4046482 w 8187558"/>
                <a:gd name="connsiteY5-96" fmla="*/ 1576552 h 2638097"/>
                <a:gd name="connsiteX6-97" fmla="*/ 8187558 w 8187558"/>
                <a:gd name="connsiteY6-98" fmla="*/ 0 h 2638097"/>
                <a:gd name="connsiteX0-99" fmla="*/ 8187558 w 8187558"/>
                <a:gd name="connsiteY0-100" fmla="*/ 0 h 2638097"/>
                <a:gd name="connsiteX1-101" fmla="*/ 8187558 w 8187558"/>
                <a:gd name="connsiteY1-102" fmla="*/ 1271752 h 2638097"/>
                <a:gd name="connsiteX2-103" fmla="*/ 4099035 w 8187558"/>
                <a:gd name="connsiteY2-104" fmla="*/ 2638097 h 2638097"/>
                <a:gd name="connsiteX3-105" fmla="*/ 0 w 8187558"/>
                <a:gd name="connsiteY3-106" fmla="*/ 1229711 h 2638097"/>
                <a:gd name="connsiteX4-107" fmla="*/ 31531 w 8187558"/>
                <a:gd name="connsiteY4-108" fmla="*/ 147145 h 2638097"/>
                <a:gd name="connsiteX5-109" fmla="*/ 4046482 w 8187558"/>
                <a:gd name="connsiteY5-110" fmla="*/ 1576552 h 2638097"/>
                <a:gd name="connsiteX6-111" fmla="*/ 8187558 w 8187558"/>
                <a:gd name="connsiteY6-112" fmla="*/ 0 h 2638097"/>
                <a:gd name="connsiteX0-113" fmla="*/ 8187558 w 8187558"/>
                <a:gd name="connsiteY0-114" fmla="*/ 0 h 2638097"/>
                <a:gd name="connsiteX1-115" fmla="*/ 8187558 w 8187558"/>
                <a:gd name="connsiteY1-116" fmla="*/ 1271752 h 2638097"/>
                <a:gd name="connsiteX2-117" fmla="*/ 4099035 w 8187558"/>
                <a:gd name="connsiteY2-118" fmla="*/ 2638097 h 2638097"/>
                <a:gd name="connsiteX3-119" fmla="*/ 0 w 8187558"/>
                <a:gd name="connsiteY3-120" fmla="*/ 1229711 h 2638097"/>
                <a:gd name="connsiteX4-121" fmla="*/ 31531 w 8187558"/>
                <a:gd name="connsiteY4-122" fmla="*/ 147145 h 2638097"/>
                <a:gd name="connsiteX5-123" fmla="*/ 4046482 w 8187558"/>
                <a:gd name="connsiteY5-124" fmla="*/ 1576552 h 2638097"/>
                <a:gd name="connsiteX6-125" fmla="*/ 8187558 w 8187558"/>
                <a:gd name="connsiteY6-126" fmla="*/ 0 h 2638097"/>
                <a:gd name="connsiteX0-127" fmla="*/ 8187558 w 8187558"/>
                <a:gd name="connsiteY0-128" fmla="*/ 0 h 2638097"/>
                <a:gd name="connsiteX1-129" fmla="*/ 8187558 w 8187558"/>
                <a:gd name="connsiteY1-130" fmla="*/ 1271752 h 2638097"/>
                <a:gd name="connsiteX2-131" fmla="*/ 4099035 w 8187558"/>
                <a:gd name="connsiteY2-132" fmla="*/ 2638097 h 2638097"/>
                <a:gd name="connsiteX3-133" fmla="*/ 0 w 8187558"/>
                <a:gd name="connsiteY3-134" fmla="*/ 1229711 h 2638097"/>
                <a:gd name="connsiteX4-135" fmla="*/ 31531 w 8187558"/>
                <a:gd name="connsiteY4-136" fmla="*/ 147145 h 2638097"/>
                <a:gd name="connsiteX5-137" fmla="*/ 4046482 w 8187558"/>
                <a:gd name="connsiteY5-138" fmla="*/ 1576552 h 2638097"/>
                <a:gd name="connsiteX6-139" fmla="*/ 8187558 w 8187558"/>
                <a:gd name="connsiteY6-140" fmla="*/ 0 h 2638097"/>
                <a:gd name="connsiteX0-141" fmla="*/ 8187558 w 8187558"/>
                <a:gd name="connsiteY0-142" fmla="*/ 0 h 2638097"/>
                <a:gd name="connsiteX1-143" fmla="*/ 8187558 w 8187558"/>
                <a:gd name="connsiteY1-144" fmla="*/ 1271752 h 2638097"/>
                <a:gd name="connsiteX2-145" fmla="*/ 4099035 w 8187558"/>
                <a:gd name="connsiteY2-146" fmla="*/ 2638097 h 2638097"/>
                <a:gd name="connsiteX3-147" fmla="*/ 0 w 8187558"/>
                <a:gd name="connsiteY3-148" fmla="*/ 1229711 h 2638097"/>
                <a:gd name="connsiteX4-149" fmla="*/ 31531 w 8187558"/>
                <a:gd name="connsiteY4-150" fmla="*/ 147145 h 2638097"/>
                <a:gd name="connsiteX5-151" fmla="*/ 4088524 w 8187558"/>
                <a:gd name="connsiteY5-152" fmla="*/ 1597573 h 2638097"/>
                <a:gd name="connsiteX6-153" fmla="*/ 8187558 w 8187558"/>
                <a:gd name="connsiteY6-154" fmla="*/ 0 h 2638097"/>
                <a:gd name="connsiteX0-155" fmla="*/ 8187558 w 8187558"/>
                <a:gd name="connsiteY0-156" fmla="*/ 0 h 2638097"/>
                <a:gd name="connsiteX1-157" fmla="*/ 8187558 w 8187558"/>
                <a:gd name="connsiteY1-158" fmla="*/ 1271752 h 2638097"/>
                <a:gd name="connsiteX2-159" fmla="*/ 4099035 w 8187558"/>
                <a:gd name="connsiteY2-160" fmla="*/ 2638097 h 2638097"/>
                <a:gd name="connsiteX3-161" fmla="*/ 0 w 8187558"/>
                <a:gd name="connsiteY3-162" fmla="*/ 1229711 h 2638097"/>
                <a:gd name="connsiteX4-163" fmla="*/ 31531 w 8187558"/>
                <a:gd name="connsiteY4-164" fmla="*/ 147145 h 2638097"/>
                <a:gd name="connsiteX5-165" fmla="*/ 4088524 w 8187558"/>
                <a:gd name="connsiteY5-166" fmla="*/ 1597573 h 2638097"/>
                <a:gd name="connsiteX6-167" fmla="*/ 8187558 w 8187558"/>
                <a:gd name="connsiteY6-168" fmla="*/ 0 h 2638097"/>
                <a:gd name="connsiteX0-169" fmla="*/ 8187558 w 8187558"/>
                <a:gd name="connsiteY0-170" fmla="*/ 0 h 2638097"/>
                <a:gd name="connsiteX1-171" fmla="*/ 8187558 w 8187558"/>
                <a:gd name="connsiteY1-172" fmla="*/ 1271752 h 2638097"/>
                <a:gd name="connsiteX2-173" fmla="*/ 4099035 w 8187558"/>
                <a:gd name="connsiteY2-174" fmla="*/ 2638097 h 2638097"/>
                <a:gd name="connsiteX3-175" fmla="*/ 0 w 8187558"/>
                <a:gd name="connsiteY3-176" fmla="*/ 1229711 h 2638097"/>
                <a:gd name="connsiteX4-177" fmla="*/ 31531 w 8187558"/>
                <a:gd name="connsiteY4-178" fmla="*/ 147145 h 2638097"/>
                <a:gd name="connsiteX5-179" fmla="*/ 4099035 w 8187558"/>
                <a:gd name="connsiteY5-180" fmla="*/ 1566042 h 2638097"/>
                <a:gd name="connsiteX6-181" fmla="*/ 8187558 w 8187558"/>
                <a:gd name="connsiteY6-182" fmla="*/ 0 h 2638097"/>
                <a:gd name="connsiteX0-183" fmla="*/ 8187558 w 8187558"/>
                <a:gd name="connsiteY0-184" fmla="*/ 0 h 2638097"/>
                <a:gd name="connsiteX1-185" fmla="*/ 8187558 w 8187558"/>
                <a:gd name="connsiteY1-186" fmla="*/ 1271752 h 2638097"/>
                <a:gd name="connsiteX2-187" fmla="*/ 4099035 w 8187558"/>
                <a:gd name="connsiteY2-188" fmla="*/ 2638097 h 2638097"/>
                <a:gd name="connsiteX3-189" fmla="*/ 0 w 8187558"/>
                <a:gd name="connsiteY3-190" fmla="*/ 1229711 h 2638097"/>
                <a:gd name="connsiteX4-191" fmla="*/ 31531 w 8187558"/>
                <a:gd name="connsiteY4-192" fmla="*/ 147145 h 2638097"/>
                <a:gd name="connsiteX5-193" fmla="*/ 4099035 w 8187558"/>
                <a:gd name="connsiteY5-194" fmla="*/ 1566042 h 2638097"/>
                <a:gd name="connsiteX6-195" fmla="*/ 8187558 w 8187558"/>
                <a:gd name="connsiteY6-196" fmla="*/ 0 h 2638097"/>
                <a:gd name="connsiteX0-197" fmla="*/ 8187558 w 8187558"/>
                <a:gd name="connsiteY0-198" fmla="*/ 0 h 2638097"/>
                <a:gd name="connsiteX1-199" fmla="*/ 8187558 w 8187558"/>
                <a:gd name="connsiteY1-200" fmla="*/ 1271752 h 2638097"/>
                <a:gd name="connsiteX2-201" fmla="*/ 4099035 w 8187558"/>
                <a:gd name="connsiteY2-202" fmla="*/ 2638097 h 2638097"/>
                <a:gd name="connsiteX3-203" fmla="*/ 0 w 8187558"/>
                <a:gd name="connsiteY3-204" fmla="*/ 1229711 h 2638097"/>
                <a:gd name="connsiteX4-205" fmla="*/ 31531 w 8187558"/>
                <a:gd name="connsiteY4-206" fmla="*/ 147145 h 2638097"/>
                <a:gd name="connsiteX5-207" fmla="*/ 4099035 w 8187558"/>
                <a:gd name="connsiteY5-208" fmla="*/ 1566042 h 2638097"/>
                <a:gd name="connsiteX6-209" fmla="*/ 8187558 w 8187558"/>
                <a:gd name="connsiteY6-210" fmla="*/ 0 h 2638097"/>
                <a:gd name="connsiteX0-211" fmla="*/ 8187558 w 8187558"/>
                <a:gd name="connsiteY0-212" fmla="*/ 0 h 2638097"/>
                <a:gd name="connsiteX1-213" fmla="*/ 8187558 w 8187558"/>
                <a:gd name="connsiteY1-214" fmla="*/ 1271752 h 2638097"/>
                <a:gd name="connsiteX2-215" fmla="*/ 4099035 w 8187558"/>
                <a:gd name="connsiteY2-216" fmla="*/ 2638097 h 2638097"/>
                <a:gd name="connsiteX3-217" fmla="*/ 0 w 8187558"/>
                <a:gd name="connsiteY3-218" fmla="*/ 1229711 h 2638097"/>
                <a:gd name="connsiteX4-219" fmla="*/ 31531 w 8187558"/>
                <a:gd name="connsiteY4-220" fmla="*/ 147145 h 2638097"/>
                <a:gd name="connsiteX5-221" fmla="*/ 4099035 w 8187558"/>
                <a:gd name="connsiteY5-222" fmla="*/ 1566042 h 2638097"/>
                <a:gd name="connsiteX6-223" fmla="*/ 8187558 w 8187558"/>
                <a:gd name="connsiteY6-224" fmla="*/ 0 h 2638097"/>
                <a:gd name="connsiteX0-225" fmla="*/ 8187558 w 8187558"/>
                <a:gd name="connsiteY0-226" fmla="*/ 0 h 2638097"/>
                <a:gd name="connsiteX1-227" fmla="*/ 8187558 w 8187558"/>
                <a:gd name="connsiteY1-228" fmla="*/ 1271752 h 2638097"/>
                <a:gd name="connsiteX2-229" fmla="*/ 4099035 w 8187558"/>
                <a:gd name="connsiteY2-230" fmla="*/ 2638097 h 2638097"/>
                <a:gd name="connsiteX3-231" fmla="*/ 0 w 8187558"/>
                <a:gd name="connsiteY3-232" fmla="*/ 1229711 h 2638097"/>
                <a:gd name="connsiteX4-233" fmla="*/ 31531 w 8187558"/>
                <a:gd name="connsiteY4-234" fmla="*/ 147145 h 2638097"/>
                <a:gd name="connsiteX5-235" fmla="*/ 4099035 w 8187558"/>
                <a:gd name="connsiteY5-236" fmla="*/ 1566042 h 2638097"/>
                <a:gd name="connsiteX6-237" fmla="*/ 8187558 w 8187558"/>
                <a:gd name="connsiteY6-238" fmla="*/ 0 h 2638097"/>
                <a:gd name="connsiteX0-239" fmla="*/ 8187558 w 8187558"/>
                <a:gd name="connsiteY0-240" fmla="*/ 0 h 2638097"/>
                <a:gd name="connsiteX1-241" fmla="*/ 8187558 w 8187558"/>
                <a:gd name="connsiteY1-242" fmla="*/ 1271752 h 2638097"/>
                <a:gd name="connsiteX2-243" fmla="*/ 4099035 w 8187558"/>
                <a:gd name="connsiteY2-244" fmla="*/ 2638097 h 2638097"/>
                <a:gd name="connsiteX3-245" fmla="*/ 0 w 8187558"/>
                <a:gd name="connsiteY3-246" fmla="*/ 1229711 h 2638097"/>
                <a:gd name="connsiteX4-247" fmla="*/ 31531 w 8187558"/>
                <a:gd name="connsiteY4-248" fmla="*/ 147145 h 2638097"/>
                <a:gd name="connsiteX5-249" fmla="*/ 4099035 w 8187558"/>
                <a:gd name="connsiteY5-250" fmla="*/ 1566042 h 2638097"/>
                <a:gd name="connsiteX6-251" fmla="*/ 8187558 w 8187558"/>
                <a:gd name="connsiteY6-252" fmla="*/ 0 h 2638097"/>
                <a:gd name="connsiteX0-253" fmla="*/ 8187558 w 8187558"/>
                <a:gd name="connsiteY0-254" fmla="*/ 0 h 2638097"/>
                <a:gd name="connsiteX1-255" fmla="*/ 8187558 w 8187558"/>
                <a:gd name="connsiteY1-256" fmla="*/ 1271752 h 2638097"/>
                <a:gd name="connsiteX2-257" fmla="*/ 4099035 w 8187558"/>
                <a:gd name="connsiteY2-258" fmla="*/ 2638097 h 2638097"/>
                <a:gd name="connsiteX3-259" fmla="*/ 0 w 8187558"/>
                <a:gd name="connsiteY3-260" fmla="*/ 1229711 h 2638097"/>
                <a:gd name="connsiteX4-261" fmla="*/ 31531 w 8187558"/>
                <a:gd name="connsiteY4-262" fmla="*/ 147145 h 2638097"/>
                <a:gd name="connsiteX5-263" fmla="*/ 4099035 w 8187558"/>
                <a:gd name="connsiteY5-264" fmla="*/ 1566042 h 2638097"/>
                <a:gd name="connsiteX6-265" fmla="*/ 8187558 w 8187558"/>
                <a:gd name="connsiteY6-266" fmla="*/ 0 h 2638097"/>
                <a:gd name="connsiteX0-267" fmla="*/ 8187558 w 8187558"/>
                <a:gd name="connsiteY0-268" fmla="*/ 0 h 2638097"/>
                <a:gd name="connsiteX1-269" fmla="*/ 8187558 w 8187558"/>
                <a:gd name="connsiteY1-270" fmla="*/ 1271752 h 2638097"/>
                <a:gd name="connsiteX2-271" fmla="*/ 4099035 w 8187558"/>
                <a:gd name="connsiteY2-272" fmla="*/ 2638097 h 2638097"/>
                <a:gd name="connsiteX3-273" fmla="*/ 0 w 8187558"/>
                <a:gd name="connsiteY3-274" fmla="*/ 1229711 h 2638097"/>
                <a:gd name="connsiteX4-275" fmla="*/ 31531 w 8187558"/>
                <a:gd name="connsiteY4-276" fmla="*/ 147145 h 2638097"/>
                <a:gd name="connsiteX5-277" fmla="*/ 4099035 w 8187558"/>
                <a:gd name="connsiteY5-278" fmla="*/ 1566042 h 2638097"/>
                <a:gd name="connsiteX6-279" fmla="*/ 8187558 w 8187558"/>
                <a:gd name="connsiteY6-280" fmla="*/ 0 h 2638097"/>
                <a:gd name="connsiteX0-281" fmla="*/ 8187558 w 8187558"/>
                <a:gd name="connsiteY0-282" fmla="*/ 0 h 2638097"/>
                <a:gd name="connsiteX1-283" fmla="*/ 8187558 w 8187558"/>
                <a:gd name="connsiteY1-284" fmla="*/ 1271752 h 2638097"/>
                <a:gd name="connsiteX2-285" fmla="*/ 4099035 w 8187558"/>
                <a:gd name="connsiteY2-286" fmla="*/ 2638097 h 2638097"/>
                <a:gd name="connsiteX3-287" fmla="*/ 0 w 8187558"/>
                <a:gd name="connsiteY3-288" fmla="*/ 1229711 h 2638097"/>
                <a:gd name="connsiteX4-289" fmla="*/ 31531 w 8187558"/>
                <a:gd name="connsiteY4-290" fmla="*/ 147145 h 2638097"/>
                <a:gd name="connsiteX5-291" fmla="*/ 4099035 w 8187558"/>
                <a:gd name="connsiteY5-292" fmla="*/ 1566042 h 2638097"/>
                <a:gd name="connsiteX6-293" fmla="*/ 8187558 w 8187558"/>
                <a:gd name="connsiteY6-294" fmla="*/ 0 h 2638097"/>
                <a:gd name="connsiteX0-295" fmla="*/ 8176538 w 8176538"/>
                <a:gd name="connsiteY0-296" fmla="*/ 0 h 2638097"/>
                <a:gd name="connsiteX1-297" fmla="*/ 8176538 w 8176538"/>
                <a:gd name="connsiteY1-298" fmla="*/ 1271752 h 2638097"/>
                <a:gd name="connsiteX2-299" fmla="*/ 4088015 w 8176538"/>
                <a:gd name="connsiteY2-300" fmla="*/ 2638097 h 2638097"/>
                <a:gd name="connsiteX3-301" fmla="*/ 0 w 8176538"/>
                <a:gd name="connsiteY3-302" fmla="*/ 1269888 h 2638097"/>
                <a:gd name="connsiteX4-303" fmla="*/ 20511 w 8176538"/>
                <a:gd name="connsiteY4-304" fmla="*/ 147145 h 2638097"/>
                <a:gd name="connsiteX5-305" fmla="*/ 4088015 w 8176538"/>
                <a:gd name="connsiteY5-306" fmla="*/ 1566042 h 2638097"/>
                <a:gd name="connsiteX6-307" fmla="*/ 8176538 w 8176538"/>
                <a:gd name="connsiteY6-308" fmla="*/ 0 h 2638097"/>
                <a:gd name="connsiteX0-309" fmla="*/ 8176538 w 8176538"/>
                <a:gd name="connsiteY0-310" fmla="*/ 0 h 2772020"/>
                <a:gd name="connsiteX1-311" fmla="*/ 8176538 w 8176538"/>
                <a:gd name="connsiteY1-312" fmla="*/ 1271752 h 2772020"/>
                <a:gd name="connsiteX2-313" fmla="*/ 4099034 w 8176538"/>
                <a:gd name="connsiteY2-314" fmla="*/ 2772020 h 2772020"/>
                <a:gd name="connsiteX3-315" fmla="*/ 0 w 8176538"/>
                <a:gd name="connsiteY3-316" fmla="*/ 1269888 h 2772020"/>
                <a:gd name="connsiteX4-317" fmla="*/ 20511 w 8176538"/>
                <a:gd name="connsiteY4-318" fmla="*/ 147145 h 2772020"/>
                <a:gd name="connsiteX5-319" fmla="*/ 4088015 w 8176538"/>
                <a:gd name="connsiteY5-320" fmla="*/ 1566042 h 2772020"/>
                <a:gd name="connsiteX6-321" fmla="*/ 8176538 w 8176538"/>
                <a:gd name="connsiteY6-322" fmla="*/ 0 h 2772020"/>
                <a:gd name="connsiteX0-323" fmla="*/ 8176538 w 8176538"/>
                <a:gd name="connsiteY0-324" fmla="*/ 0 h 2772339"/>
                <a:gd name="connsiteX1-325" fmla="*/ 8176538 w 8176538"/>
                <a:gd name="connsiteY1-326" fmla="*/ 1378890 h 2772339"/>
                <a:gd name="connsiteX2-327" fmla="*/ 4099034 w 8176538"/>
                <a:gd name="connsiteY2-328" fmla="*/ 2772020 h 2772339"/>
                <a:gd name="connsiteX3-329" fmla="*/ 0 w 8176538"/>
                <a:gd name="connsiteY3-330" fmla="*/ 1269888 h 2772339"/>
                <a:gd name="connsiteX4-331" fmla="*/ 20511 w 8176538"/>
                <a:gd name="connsiteY4-332" fmla="*/ 147145 h 2772339"/>
                <a:gd name="connsiteX5-333" fmla="*/ 4088015 w 8176538"/>
                <a:gd name="connsiteY5-334" fmla="*/ 1566042 h 2772339"/>
                <a:gd name="connsiteX6-335" fmla="*/ 8176538 w 8176538"/>
                <a:gd name="connsiteY6-336" fmla="*/ 0 h 2772339"/>
                <a:gd name="connsiteX0-337" fmla="*/ 8176538 w 8176538"/>
                <a:gd name="connsiteY0-338" fmla="*/ 0 h 2825888"/>
                <a:gd name="connsiteX1-339" fmla="*/ 8176538 w 8176538"/>
                <a:gd name="connsiteY1-340" fmla="*/ 1378890 h 2825888"/>
                <a:gd name="connsiteX2-341" fmla="*/ 4099034 w 8176538"/>
                <a:gd name="connsiteY2-342" fmla="*/ 2825590 h 2825888"/>
                <a:gd name="connsiteX3-343" fmla="*/ 0 w 8176538"/>
                <a:gd name="connsiteY3-344" fmla="*/ 1269888 h 2825888"/>
                <a:gd name="connsiteX4-345" fmla="*/ 20511 w 8176538"/>
                <a:gd name="connsiteY4-346" fmla="*/ 147145 h 2825888"/>
                <a:gd name="connsiteX5-347" fmla="*/ 4088015 w 8176538"/>
                <a:gd name="connsiteY5-348" fmla="*/ 1566042 h 2825888"/>
                <a:gd name="connsiteX6-349" fmla="*/ 8176538 w 8176538"/>
                <a:gd name="connsiteY6-350" fmla="*/ 0 h 2825888"/>
                <a:gd name="connsiteX0-351" fmla="*/ 8165518 w 8165518"/>
                <a:gd name="connsiteY0-352" fmla="*/ 0 h 2825606"/>
                <a:gd name="connsiteX1-353" fmla="*/ 8165518 w 8165518"/>
                <a:gd name="connsiteY1-354" fmla="*/ 1378890 h 2825606"/>
                <a:gd name="connsiteX2-355" fmla="*/ 4088014 w 8165518"/>
                <a:gd name="connsiteY2-356" fmla="*/ 2825590 h 2825606"/>
                <a:gd name="connsiteX3-357" fmla="*/ 0 w 8165518"/>
                <a:gd name="connsiteY3-358" fmla="*/ 1403811 h 2825606"/>
                <a:gd name="connsiteX4-359" fmla="*/ 9491 w 8165518"/>
                <a:gd name="connsiteY4-360" fmla="*/ 147145 h 2825606"/>
                <a:gd name="connsiteX5-361" fmla="*/ 4076995 w 8165518"/>
                <a:gd name="connsiteY5-362" fmla="*/ 1566042 h 2825606"/>
                <a:gd name="connsiteX6-363" fmla="*/ 8165518 w 8165518"/>
                <a:gd name="connsiteY6-364" fmla="*/ 0 h 2825606"/>
                <a:gd name="connsiteX0-365" fmla="*/ 8165518 w 8165518"/>
                <a:gd name="connsiteY0-366" fmla="*/ 0 h 2879174"/>
                <a:gd name="connsiteX1-367" fmla="*/ 8165518 w 8165518"/>
                <a:gd name="connsiteY1-368" fmla="*/ 1378890 h 2879174"/>
                <a:gd name="connsiteX2-369" fmla="*/ 4132092 w 8165518"/>
                <a:gd name="connsiteY2-370" fmla="*/ 2879159 h 2879174"/>
                <a:gd name="connsiteX3-371" fmla="*/ 0 w 8165518"/>
                <a:gd name="connsiteY3-372" fmla="*/ 1403811 h 2879174"/>
                <a:gd name="connsiteX4-373" fmla="*/ 9491 w 8165518"/>
                <a:gd name="connsiteY4-374" fmla="*/ 147145 h 2879174"/>
                <a:gd name="connsiteX5-375" fmla="*/ 4076995 w 8165518"/>
                <a:gd name="connsiteY5-376" fmla="*/ 1566042 h 2879174"/>
                <a:gd name="connsiteX6-377" fmla="*/ 8165518 w 8165518"/>
                <a:gd name="connsiteY6-378" fmla="*/ 0 h 2879174"/>
                <a:gd name="connsiteX0-379" fmla="*/ 8165518 w 8176537"/>
                <a:gd name="connsiteY0-380" fmla="*/ 0 h 2879410"/>
                <a:gd name="connsiteX1-381" fmla="*/ 8176537 w 8176537"/>
                <a:gd name="connsiteY1-382" fmla="*/ 1499420 h 2879410"/>
                <a:gd name="connsiteX2-383" fmla="*/ 4132092 w 8176537"/>
                <a:gd name="connsiteY2-384" fmla="*/ 2879159 h 2879410"/>
                <a:gd name="connsiteX3-385" fmla="*/ 0 w 8176537"/>
                <a:gd name="connsiteY3-386" fmla="*/ 1403811 h 2879410"/>
                <a:gd name="connsiteX4-387" fmla="*/ 9491 w 8176537"/>
                <a:gd name="connsiteY4-388" fmla="*/ 147145 h 2879410"/>
                <a:gd name="connsiteX5-389" fmla="*/ 4076995 w 8176537"/>
                <a:gd name="connsiteY5-390" fmla="*/ 1566042 h 2879410"/>
                <a:gd name="connsiteX6-391" fmla="*/ 8165518 w 8176537"/>
                <a:gd name="connsiteY6-392" fmla="*/ 0 h 2879410"/>
                <a:gd name="connsiteX0-393" fmla="*/ 8165518 w 8176537"/>
                <a:gd name="connsiteY0-394" fmla="*/ 0 h 2879262"/>
                <a:gd name="connsiteX1-395" fmla="*/ 8176537 w 8176537"/>
                <a:gd name="connsiteY1-396" fmla="*/ 1499420 h 2879262"/>
                <a:gd name="connsiteX2-397" fmla="*/ 4132092 w 8176537"/>
                <a:gd name="connsiteY2-398" fmla="*/ 2879159 h 2879262"/>
                <a:gd name="connsiteX3-399" fmla="*/ 0 w 8176537"/>
                <a:gd name="connsiteY3-400" fmla="*/ 1403811 h 2879262"/>
                <a:gd name="connsiteX4-401" fmla="*/ 9491 w 8176537"/>
                <a:gd name="connsiteY4-402" fmla="*/ 147145 h 2879262"/>
                <a:gd name="connsiteX5-403" fmla="*/ 4076995 w 8176537"/>
                <a:gd name="connsiteY5-404" fmla="*/ 1566042 h 2879262"/>
                <a:gd name="connsiteX6-405" fmla="*/ 8165518 w 8176537"/>
                <a:gd name="connsiteY6-406" fmla="*/ 0 h 2879262"/>
                <a:gd name="connsiteX0-407" fmla="*/ 8165518 w 8176537"/>
                <a:gd name="connsiteY0-408" fmla="*/ 0 h 2879163"/>
                <a:gd name="connsiteX1-409" fmla="*/ 8176537 w 8176537"/>
                <a:gd name="connsiteY1-410" fmla="*/ 1499420 h 2879163"/>
                <a:gd name="connsiteX2-411" fmla="*/ 4132092 w 8176537"/>
                <a:gd name="connsiteY2-412" fmla="*/ 2879159 h 2879163"/>
                <a:gd name="connsiteX3-413" fmla="*/ 0 w 8176537"/>
                <a:gd name="connsiteY3-414" fmla="*/ 1510948 h 2879163"/>
                <a:gd name="connsiteX4-415" fmla="*/ 9491 w 8176537"/>
                <a:gd name="connsiteY4-416" fmla="*/ 147145 h 2879163"/>
                <a:gd name="connsiteX5-417" fmla="*/ 4076995 w 8176537"/>
                <a:gd name="connsiteY5-418" fmla="*/ 1566042 h 2879163"/>
                <a:gd name="connsiteX6-419" fmla="*/ 8165518 w 8176537"/>
                <a:gd name="connsiteY6-420" fmla="*/ 0 h 2879163"/>
                <a:gd name="connsiteX0-421" fmla="*/ 8165518 w 8198577"/>
                <a:gd name="connsiteY0-422" fmla="*/ 0 h 2879451"/>
                <a:gd name="connsiteX1-423" fmla="*/ 8198577 w 8198577"/>
                <a:gd name="connsiteY1-424" fmla="*/ 1606558 h 2879451"/>
                <a:gd name="connsiteX2-425" fmla="*/ 4132092 w 8198577"/>
                <a:gd name="connsiteY2-426" fmla="*/ 2879159 h 2879451"/>
                <a:gd name="connsiteX3-427" fmla="*/ 0 w 8198577"/>
                <a:gd name="connsiteY3-428" fmla="*/ 1510948 h 2879451"/>
                <a:gd name="connsiteX4-429" fmla="*/ 9491 w 8198577"/>
                <a:gd name="connsiteY4-430" fmla="*/ 147145 h 2879451"/>
                <a:gd name="connsiteX5-431" fmla="*/ 4076995 w 8198577"/>
                <a:gd name="connsiteY5-432" fmla="*/ 1566042 h 2879451"/>
                <a:gd name="connsiteX6-433" fmla="*/ 8165518 w 8198577"/>
                <a:gd name="connsiteY6-434" fmla="*/ 0 h 2879451"/>
                <a:gd name="connsiteX0-435" fmla="*/ 8165518 w 8165518"/>
                <a:gd name="connsiteY0-436" fmla="*/ 0 h 2880066"/>
                <a:gd name="connsiteX1-437" fmla="*/ 8165518 w 8165518"/>
                <a:gd name="connsiteY1-438" fmla="*/ 1673520 h 2880066"/>
                <a:gd name="connsiteX2-439" fmla="*/ 4132092 w 8165518"/>
                <a:gd name="connsiteY2-440" fmla="*/ 2879159 h 2880066"/>
                <a:gd name="connsiteX3-441" fmla="*/ 0 w 8165518"/>
                <a:gd name="connsiteY3-442" fmla="*/ 1510948 h 2880066"/>
                <a:gd name="connsiteX4-443" fmla="*/ 9491 w 8165518"/>
                <a:gd name="connsiteY4-444" fmla="*/ 147145 h 2880066"/>
                <a:gd name="connsiteX5-445" fmla="*/ 4076995 w 8165518"/>
                <a:gd name="connsiteY5-446" fmla="*/ 1566042 h 2880066"/>
                <a:gd name="connsiteX6-447" fmla="*/ 8165518 w 8165518"/>
                <a:gd name="connsiteY6-448" fmla="*/ 0 h 2880066"/>
                <a:gd name="connsiteX0-449" fmla="*/ 8156794 w 8156794"/>
                <a:gd name="connsiteY0-450" fmla="*/ 0 h 2879270"/>
                <a:gd name="connsiteX1-451" fmla="*/ 8156794 w 8156794"/>
                <a:gd name="connsiteY1-452" fmla="*/ 1673520 h 2879270"/>
                <a:gd name="connsiteX2-453" fmla="*/ 4123368 w 8156794"/>
                <a:gd name="connsiteY2-454" fmla="*/ 2879159 h 2879270"/>
                <a:gd name="connsiteX3-455" fmla="*/ 2295 w 8156794"/>
                <a:gd name="connsiteY3-456" fmla="*/ 1618086 h 2879270"/>
                <a:gd name="connsiteX4-457" fmla="*/ 767 w 8156794"/>
                <a:gd name="connsiteY4-458" fmla="*/ 147145 h 2879270"/>
                <a:gd name="connsiteX5-459" fmla="*/ 4068271 w 8156794"/>
                <a:gd name="connsiteY5-460" fmla="*/ 1566042 h 2879270"/>
                <a:gd name="connsiteX6-461" fmla="*/ 8156794 w 8156794"/>
                <a:gd name="connsiteY6-462" fmla="*/ 0 h 2879270"/>
                <a:gd name="connsiteX0-463" fmla="*/ 8156794 w 8156794"/>
                <a:gd name="connsiteY0-464" fmla="*/ 0 h 2973000"/>
                <a:gd name="connsiteX1-465" fmla="*/ 8156794 w 8156794"/>
                <a:gd name="connsiteY1-466" fmla="*/ 1673520 h 2973000"/>
                <a:gd name="connsiteX2-467" fmla="*/ 4134388 w 8156794"/>
                <a:gd name="connsiteY2-468" fmla="*/ 2972904 h 2973000"/>
                <a:gd name="connsiteX3-469" fmla="*/ 2295 w 8156794"/>
                <a:gd name="connsiteY3-470" fmla="*/ 1618086 h 2973000"/>
                <a:gd name="connsiteX4-471" fmla="*/ 767 w 8156794"/>
                <a:gd name="connsiteY4-472" fmla="*/ 147145 h 2973000"/>
                <a:gd name="connsiteX5-473" fmla="*/ 4068271 w 8156794"/>
                <a:gd name="connsiteY5-474" fmla="*/ 1566042 h 2973000"/>
                <a:gd name="connsiteX6-475" fmla="*/ 8156794 w 8156794"/>
                <a:gd name="connsiteY6-476" fmla="*/ 0 h 2973000"/>
                <a:gd name="connsiteX0-477" fmla="*/ 8156794 w 8156794"/>
                <a:gd name="connsiteY0-478" fmla="*/ 0 h 2973000"/>
                <a:gd name="connsiteX1-479" fmla="*/ 8156794 w 8156794"/>
                <a:gd name="connsiteY1-480" fmla="*/ 1673520 h 2973000"/>
                <a:gd name="connsiteX2-481" fmla="*/ 4134388 w 8156794"/>
                <a:gd name="connsiteY2-482" fmla="*/ 2972904 h 2973000"/>
                <a:gd name="connsiteX3-483" fmla="*/ 2295 w 8156794"/>
                <a:gd name="connsiteY3-484" fmla="*/ 1618086 h 2973000"/>
                <a:gd name="connsiteX4-485" fmla="*/ 767 w 8156794"/>
                <a:gd name="connsiteY4-486" fmla="*/ 147145 h 2973000"/>
                <a:gd name="connsiteX5-487" fmla="*/ 4068271 w 8156794"/>
                <a:gd name="connsiteY5-488" fmla="*/ 1566042 h 2973000"/>
                <a:gd name="connsiteX6-489" fmla="*/ 8156794 w 8156794"/>
                <a:gd name="connsiteY6-490" fmla="*/ 0 h 2973000"/>
                <a:gd name="connsiteX0-491" fmla="*/ 8156794 w 8156794"/>
                <a:gd name="connsiteY0-492" fmla="*/ 0 h 2973000"/>
                <a:gd name="connsiteX1-493" fmla="*/ 8156794 w 8156794"/>
                <a:gd name="connsiteY1-494" fmla="*/ 1673520 h 2973000"/>
                <a:gd name="connsiteX2-495" fmla="*/ 4134388 w 8156794"/>
                <a:gd name="connsiteY2-496" fmla="*/ 2972904 h 2973000"/>
                <a:gd name="connsiteX3-497" fmla="*/ 2295 w 8156794"/>
                <a:gd name="connsiteY3-498" fmla="*/ 1618086 h 2973000"/>
                <a:gd name="connsiteX4-499" fmla="*/ 767 w 8156794"/>
                <a:gd name="connsiteY4-500" fmla="*/ 147145 h 2973000"/>
                <a:gd name="connsiteX5-501" fmla="*/ 4068271 w 8156794"/>
                <a:gd name="connsiteY5-502" fmla="*/ 1566042 h 2973000"/>
                <a:gd name="connsiteX6-503" fmla="*/ 8156794 w 8156794"/>
                <a:gd name="connsiteY6-504" fmla="*/ 0 h 2973000"/>
                <a:gd name="connsiteX0-505" fmla="*/ 8156794 w 8156794"/>
                <a:gd name="connsiteY0-506" fmla="*/ 0 h 2973020"/>
                <a:gd name="connsiteX1-507" fmla="*/ 8156794 w 8156794"/>
                <a:gd name="connsiteY1-508" fmla="*/ 1673520 h 2973020"/>
                <a:gd name="connsiteX2-509" fmla="*/ 4134388 w 8156794"/>
                <a:gd name="connsiteY2-510" fmla="*/ 2972904 h 2973020"/>
                <a:gd name="connsiteX3-511" fmla="*/ 2295 w 8156794"/>
                <a:gd name="connsiteY3-512" fmla="*/ 1618086 h 2973020"/>
                <a:gd name="connsiteX4-513" fmla="*/ 767 w 8156794"/>
                <a:gd name="connsiteY4-514" fmla="*/ 147145 h 2973020"/>
                <a:gd name="connsiteX5-515" fmla="*/ 4068271 w 8156794"/>
                <a:gd name="connsiteY5-516" fmla="*/ 1566042 h 2973020"/>
                <a:gd name="connsiteX6-517" fmla="*/ 8156794 w 8156794"/>
                <a:gd name="connsiteY6-518" fmla="*/ 0 h 2973020"/>
                <a:gd name="connsiteX0-519" fmla="*/ 8156794 w 8156794"/>
                <a:gd name="connsiteY0-520" fmla="*/ 0 h 2973021"/>
                <a:gd name="connsiteX1-521" fmla="*/ 8156794 w 8156794"/>
                <a:gd name="connsiteY1-522" fmla="*/ 1673520 h 2973021"/>
                <a:gd name="connsiteX2-523" fmla="*/ 4134388 w 8156794"/>
                <a:gd name="connsiteY2-524" fmla="*/ 2972904 h 2973021"/>
                <a:gd name="connsiteX3-525" fmla="*/ 2295 w 8156794"/>
                <a:gd name="connsiteY3-526" fmla="*/ 1618086 h 2973021"/>
                <a:gd name="connsiteX4-527" fmla="*/ 767 w 8156794"/>
                <a:gd name="connsiteY4-528" fmla="*/ 147145 h 2973021"/>
                <a:gd name="connsiteX5-529" fmla="*/ 4068271 w 8156794"/>
                <a:gd name="connsiteY5-530" fmla="*/ 1566042 h 2973021"/>
                <a:gd name="connsiteX6-531" fmla="*/ 8156794 w 8156794"/>
                <a:gd name="connsiteY6-532" fmla="*/ 0 h 2973021"/>
                <a:gd name="connsiteX0-533" fmla="*/ 8156794 w 8156794"/>
                <a:gd name="connsiteY0-534" fmla="*/ 0 h 2973021"/>
                <a:gd name="connsiteX1-535" fmla="*/ 8156794 w 8156794"/>
                <a:gd name="connsiteY1-536" fmla="*/ 1673520 h 2973021"/>
                <a:gd name="connsiteX2-537" fmla="*/ 4134388 w 8156794"/>
                <a:gd name="connsiteY2-538" fmla="*/ 2972904 h 2973021"/>
                <a:gd name="connsiteX3-539" fmla="*/ 2295 w 8156794"/>
                <a:gd name="connsiteY3-540" fmla="*/ 1618086 h 2973021"/>
                <a:gd name="connsiteX4-541" fmla="*/ 767 w 8156794"/>
                <a:gd name="connsiteY4-542" fmla="*/ 147145 h 2973021"/>
                <a:gd name="connsiteX5-543" fmla="*/ 4068271 w 8156794"/>
                <a:gd name="connsiteY5-544" fmla="*/ 1566042 h 2973021"/>
                <a:gd name="connsiteX6-545" fmla="*/ 8156794 w 8156794"/>
                <a:gd name="connsiteY6-546" fmla="*/ 0 h 2973021"/>
                <a:gd name="connsiteX0-547" fmla="*/ 8156794 w 8156794"/>
                <a:gd name="connsiteY0-548" fmla="*/ 0 h 2973021"/>
                <a:gd name="connsiteX1-549" fmla="*/ 8156794 w 8156794"/>
                <a:gd name="connsiteY1-550" fmla="*/ 1673520 h 2973021"/>
                <a:gd name="connsiteX2-551" fmla="*/ 4134388 w 8156794"/>
                <a:gd name="connsiteY2-552" fmla="*/ 2972904 h 2973021"/>
                <a:gd name="connsiteX3-553" fmla="*/ 2295 w 8156794"/>
                <a:gd name="connsiteY3-554" fmla="*/ 1618086 h 2973021"/>
                <a:gd name="connsiteX4-555" fmla="*/ 767 w 8156794"/>
                <a:gd name="connsiteY4-556" fmla="*/ 147145 h 2973021"/>
                <a:gd name="connsiteX5-557" fmla="*/ 4068271 w 8156794"/>
                <a:gd name="connsiteY5-558" fmla="*/ 1566042 h 2973021"/>
                <a:gd name="connsiteX6-559" fmla="*/ 8156794 w 8156794"/>
                <a:gd name="connsiteY6-560" fmla="*/ 0 h 2973021"/>
                <a:gd name="connsiteX0-561" fmla="*/ 8156794 w 8156794"/>
                <a:gd name="connsiteY0-562" fmla="*/ 0 h 2973021"/>
                <a:gd name="connsiteX1-563" fmla="*/ 8156794 w 8156794"/>
                <a:gd name="connsiteY1-564" fmla="*/ 1673520 h 2973021"/>
                <a:gd name="connsiteX2-565" fmla="*/ 4134388 w 8156794"/>
                <a:gd name="connsiteY2-566" fmla="*/ 2972904 h 2973021"/>
                <a:gd name="connsiteX3-567" fmla="*/ 2295 w 8156794"/>
                <a:gd name="connsiteY3-568" fmla="*/ 1618086 h 2973021"/>
                <a:gd name="connsiteX4-569" fmla="*/ 767 w 8156794"/>
                <a:gd name="connsiteY4-570" fmla="*/ 147145 h 2973021"/>
                <a:gd name="connsiteX5-571" fmla="*/ 4068271 w 8156794"/>
                <a:gd name="connsiteY5-572" fmla="*/ 1566042 h 2973021"/>
                <a:gd name="connsiteX6-573" fmla="*/ 8156794 w 8156794"/>
                <a:gd name="connsiteY6-574" fmla="*/ 0 h 2973021"/>
                <a:gd name="connsiteX0-575" fmla="*/ 8156794 w 8156794"/>
                <a:gd name="connsiteY0-576" fmla="*/ 0 h 2973141"/>
                <a:gd name="connsiteX1-577" fmla="*/ 8156794 w 8156794"/>
                <a:gd name="connsiteY1-578" fmla="*/ 1673520 h 2973141"/>
                <a:gd name="connsiteX2-579" fmla="*/ 4134388 w 8156794"/>
                <a:gd name="connsiteY2-580" fmla="*/ 2972904 h 2973141"/>
                <a:gd name="connsiteX3-581" fmla="*/ 2295 w 8156794"/>
                <a:gd name="connsiteY3-582" fmla="*/ 1618086 h 2973141"/>
                <a:gd name="connsiteX4-583" fmla="*/ 767 w 8156794"/>
                <a:gd name="connsiteY4-584" fmla="*/ 147145 h 2973141"/>
                <a:gd name="connsiteX5-585" fmla="*/ 4068271 w 8156794"/>
                <a:gd name="connsiteY5-586" fmla="*/ 1566042 h 2973141"/>
                <a:gd name="connsiteX6-587" fmla="*/ 8156794 w 8156794"/>
                <a:gd name="connsiteY6-588" fmla="*/ 0 h 2973141"/>
                <a:gd name="connsiteX0-589" fmla="*/ 8156794 w 8156794"/>
                <a:gd name="connsiteY0-590" fmla="*/ 0 h 3066827"/>
                <a:gd name="connsiteX1-591" fmla="*/ 8156794 w 8156794"/>
                <a:gd name="connsiteY1-592" fmla="*/ 1673520 h 3066827"/>
                <a:gd name="connsiteX2-593" fmla="*/ 4123353 w 8156794"/>
                <a:gd name="connsiteY2-594" fmla="*/ 3066650 h 3066827"/>
                <a:gd name="connsiteX3-595" fmla="*/ 2295 w 8156794"/>
                <a:gd name="connsiteY3-596" fmla="*/ 1618086 h 3066827"/>
                <a:gd name="connsiteX4-597" fmla="*/ 767 w 8156794"/>
                <a:gd name="connsiteY4-598" fmla="*/ 147145 h 3066827"/>
                <a:gd name="connsiteX5-599" fmla="*/ 4068271 w 8156794"/>
                <a:gd name="connsiteY5-600" fmla="*/ 1566042 h 3066827"/>
                <a:gd name="connsiteX6-601" fmla="*/ 8156794 w 8156794"/>
                <a:gd name="connsiteY6-602" fmla="*/ 0 h 3066827"/>
                <a:gd name="connsiteX0-603" fmla="*/ 8123689 w 8156794"/>
                <a:gd name="connsiteY0-604" fmla="*/ 0 h 2999866"/>
                <a:gd name="connsiteX1-605" fmla="*/ 8156794 w 8156794"/>
                <a:gd name="connsiteY1-606" fmla="*/ 1606559 h 2999866"/>
                <a:gd name="connsiteX2-607" fmla="*/ 4123353 w 8156794"/>
                <a:gd name="connsiteY2-608" fmla="*/ 2999689 h 2999866"/>
                <a:gd name="connsiteX3-609" fmla="*/ 2295 w 8156794"/>
                <a:gd name="connsiteY3-610" fmla="*/ 1551125 h 2999866"/>
                <a:gd name="connsiteX4-611" fmla="*/ 767 w 8156794"/>
                <a:gd name="connsiteY4-612" fmla="*/ 80184 h 2999866"/>
                <a:gd name="connsiteX5-613" fmla="*/ 4068271 w 8156794"/>
                <a:gd name="connsiteY5-614" fmla="*/ 1499081 h 2999866"/>
                <a:gd name="connsiteX6-615" fmla="*/ 8123689 w 8156794"/>
                <a:gd name="connsiteY6-616" fmla="*/ 0 h 2999866"/>
                <a:gd name="connsiteX0-617" fmla="*/ 8167828 w 8167828"/>
                <a:gd name="connsiteY0-618" fmla="*/ 0 h 3026651"/>
                <a:gd name="connsiteX1-619" fmla="*/ 8156794 w 8167828"/>
                <a:gd name="connsiteY1-620" fmla="*/ 1633344 h 3026651"/>
                <a:gd name="connsiteX2-621" fmla="*/ 4123353 w 8167828"/>
                <a:gd name="connsiteY2-622" fmla="*/ 3026474 h 3026651"/>
                <a:gd name="connsiteX3-623" fmla="*/ 2295 w 8167828"/>
                <a:gd name="connsiteY3-624" fmla="*/ 1577910 h 3026651"/>
                <a:gd name="connsiteX4-625" fmla="*/ 767 w 8167828"/>
                <a:gd name="connsiteY4-626" fmla="*/ 106969 h 3026651"/>
                <a:gd name="connsiteX5-627" fmla="*/ 4068271 w 8167828"/>
                <a:gd name="connsiteY5-628" fmla="*/ 1525866 h 3026651"/>
                <a:gd name="connsiteX6-629" fmla="*/ 8167828 w 8167828"/>
                <a:gd name="connsiteY6-630" fmla="*/ 0 h 3026651"/>
                <a:gd name="connsiteX0-631" fmla="*/ 8167828 w 8167828"/>
                <a:gd name="connsiteY0-632" fmla="*/ 0 h 3027228"/>
                <a:gd name="connsiteX1-633" fmla="*/ 8145760 w 8167828"/>
                <a:gd name="connsiteY1-634" fmla="*/ 1686913 h 3027228"/>
                <a:gd name="connsiteX2-635" fmla="*/ 4123353 w 8167828"/>
                <a:gd name="connsiteY2-636" fmla="*/ 3026474 h 3027228"/>
                <a:gd name="connsiteX3-637" fmla="*/ 2295 w 8167828"/>
                <a:gd name="connsiteY3-638" fmla="*/ 1577910 h 3027228"/>
                <a:gd name="connsiteX4-639" fmla="*/ 767 w 8167828"/>
                <a:gd name="connsiteY4-640" fmla="*/ 106969 h 3027228"/>
                <a:gd name="connsiteX5-641" fmla="*/ 4068271 w 8167828"/>
                <a:gd name="connsiteY5-642" fmla="*/ 1525866 h 3027228"/>
                <a:gd name="connsiteX6-643" fmla="*/ 8167828 w 8167828"/>
                <a:gd name="connsiteY6-644" fmla="*/ 0 h 3027228"/>
                <a:gd name="connsiteX0-645" fmla="*/ 8156794 w 8156794"/>
                <a:gd name="connsiteY0-646" fmla="*/ 0 h 2933483"/>
                <a:gd name="connsiteX1-647" fmla="*/ 8145760 w 8156794"/>
                <a:gd name="connsiteY1-648" fmla="*/ 1593168 h 2933483"/>
                <a:gd name="connsiteX2-649" fmla="*/ 4123353 w 8156794"/>
                <a:gd name="connsiteY2-650" fmla="*/ 2932729 h 2933483"/>
                <a:gd name="connsiteX3-651" fmla="*/ 2295 w 8156794"/>
                <a:gd name="connsiteY3-652" fmla="*/ 1484165 h 2933483"/>
                <a:gd name="connsiteX4-653" fmla="*/ 767 w 8156794"/>
                <a:gd name="connsiteY4-654" fmla="*/ 13224 h 2933483"/>
                <a:gd name="connsiteX5-655" fmla="*/ 4068271 w 8156794"/>
                <a:gd name="connsiteY5-656" fmla="*/ 1432121 h 2933483"/>
                <a:gd name="connsiteX6-657" fmla="*/ 8156794 w 8156794"/>
                <a:gd name="connsiteY6-658" fmla="*/ 0 h 2933483"/>
                <a:gd name="connsiteX0-659" fmla="*/ 8156794 w 8156794"/>
                <a:gd name="connsiteY0-660" fmla="*/ 0 h 2933483"/>
                <a:gd name="connsiteX1-661" fmla="*/ 8145760 w 8156794"/>
                <a:gd name="connsiteY1-662" fmla="*/ 1593168 h 2933483"/>
                <a:gd name="connsiteX2-663" fmla="*/ 4123353 w 8156794"/>
                <a:gd name="connsiteY2-664" fmla="*/ 2932729 h 2933483"/>
                <a:gd name="connsiteX3-665" fmla="*/ 2295 w 8156794"/>
                <a:gd name="connsiteY3-666" fmla="*/ 1484165 h 2933483"/>
                <a:gd name="connsiteX4-667" fmla="*/ 767 w 8156794"/>
                <a:gd name="connsiteY4-668" fmla="*/ 13224 h 2933483"/>
                <a:gd name="connsiteX5-669" fmla="*/ 4068271 w 8156794"/>
                <a:gd name="connsiteY5-670" fmla="*/ 1432121 h 2933483"/>
                <a:gd name="connsiteX6-671" fmla="*/ 8156794 w 8156794"/>
                <a:gd name="connsiteY6-672" fmla="*/ 0 h 2933483"/>
                <a:gd name="connsiteX0-673" fmla="*/ 8123689 w 8145760"/>
                <a:gd name="connsiteY0-674" fmla="*/ 13560 h 2920259"/>
                <a:gd name="connsiteX1-675" fmla="*/ 8145760 w 8145760"/>
                <a:gd name="connsiteY1-676" fmla="*/ 1579944 h 2920259"/>
                <a:gd name="connsiteX2-677" fmla="*/ 4123353 w 8145760"/>
                <a:gd name="connsiteY2-678" fmla="*/ 2919505 h 2920259"/>
                <a:gd name="connsiteX3-679" fmla="*/ 2295 w 8145760"/>
                <a:gd name="connsiteY3-680" fmla="*/ 1470941 h 2920259"/>
                <a:gd name="connsiteX4-681" fmla="*/ 767 w 8145760"/>
                <a:gd name="connsiteY4-682" fmla="*/ 0 h 2920259"/>
                <a:gd name="connsiteX5-683" fmla="*/ 4068271 w 8145760"/>
                <a:gd name="connsiteY5-684" fmla="*/ 1418897 h 2920259"/>
                <a:gd name="connsiteX6-685" fmla="*/ 8123689 w 8145760"/>
                <a:gd name="connsiteY6-686" fmla="*/ 13560 h 2920259"/>
                <a:gd name="connsiteX0-687" fmla="*/ 8178863 w 8178863"/>
                <a:gd name="connsiteY0-688" fmla="*/ 26952 h 2920259"/>
                <a:gd name="connsiteX1-689" fmla="*/ 8145760 w 8178863"/>
                <a:gd name="connsiteY1-690" fmla="*/ 1579944 h 2920259"/>
                <a:gd name="connsiteX2-691" fmla="*/ 4123353 w 8178863"/>
                <a:gd name="connsiteY2-692" fmla="*/ 2919505 h 2920259"/>
                <a:gd name="connsiteX3-693" fmla="*/ 2295 w 8178863"/>
                <a:gd name="connsiteY3-694" fmla="*/ 1470941 h 2920259"/>
                <a:gd name="connsiteX4-695" fmla="*/ 767 w 8178863"/>
                <a:gd name="connsiteY4-696" fmla="*/ 0 h 2920259"/>
                <a:gd name="connsiteX5-697" fmla="*/ 4068271 w 8178863"/>
                <a:gd name="connsiteY5-698" fmla="*/ 1418897 h 2920259"/>
                <a:gd name="connsiteX6-699" fmla="*/ 8178863 w 8178863"/>
                <a:gd name="connsiteY6-700" fmla="*/ 26952 h 2920259"/>
                <a:gd name="connsiteX0-701" fmla="*/ 8167827 w 8167827"/>
                <a:gd name="connsiteY0-702" fmla="*/ 40343 h 2920259"/>
                <a:gd name="connsiteX1-703" fmla="*/ 8145760 w 8167827"/>
                <a:gd name="connsiteY1-704" fmla="*/ 1579944 h 2920259"/>
                <a:gd name="connsiteX2-705" fmla="*/ 4123353 w 8167827"/>
                <a:gd name="connsiteY2-706" fmla="*/ 2919505 h 2920259"/>
                <a:gd name="connsiteX3-707" fmla="*/ 2295 w 8167827"/>
                <a:gd name="connsiteY3-708" fmla="*/ 1470941 h 2920259"/>
                <a:gd name="connsiteX4-709" fmla="*/ 767 w 8167827"/>
                <a:gd name="connsiteY4-710" fmla="*/ 0 h 2920259"/>
                <a:gd name="connsiteX5-711" fmla="*/ 4068271 w 8167827"/>
                <a:gd name="connsiteY5-712" fmla="*/ 1418897 h 2920259"/>
                <a:gd name="connsiteX6-713" fmla="*/ 8167827 w 8167827"/>
                <a:gd name="connsiteY6-714" fmla="*/ 40343 h 2920259"/>
                <a:gd name="connsiteX0-715" fmla="*/ 8123687 w 8145760"/>
                <a:gd name="connsiteY0-716" fmla="*/ 53735 h 2920259"/>
                <a:gd name="connsiteX1-717" fmla="*/ 8145760 w 8145760"/>
                <a:gd name="connsiteY1-718" fmla="*/ 1579944 h 2920259"/>
                <a:gd name="connsiteX2-719" fmla="*/ 4123353 w 8145760"/>
                <a:gd name="connsiteY2-720" fmla="*/ 2919505 h 2920259"/>
                <a:gd name="connsiteX3-721" fmla="*/ 2295 w 8145760"/>
                <a:gd name="connsiteY3-722" fmla="*/ 1470941 h 2920259"/>
                <a:gd name="connsiteX4-723" fmla="*/ 767 w 8145760"/>
                <a:gd name="connsiteY4-724" fmla="*/ 0 h 2920259"/>
                <a:gd name="connsiteX5-725" fmla="*/ 4068271 w 8145760"/>
                <a:gd name="connsiteY5-726" fmla="*/ 1418897 h 2920259"/>
                <a:gd name="connsiteX6-727" fmla="*/ 8123687 w 8145760"/>
                <a:gd name="connsiteY6-728" fmla="*/ 53735 h 2920259"/>
                <a:gd name="connsiteX0-729" fmla="*/ 8161918 w 8161918"/>
                <a:gd name="connsiteY0-730" fmla="*/ 0 h 2943855"/>
                <a:gd name="connsiteX1-731" fmla="*/ 8145760 w 8161918"/>
                <a:gd name="connsiteY1-732" fmla="*/ 1603540 h 2943855"/>
                <a:gd name="connsiteX2-733" fmla="*/ 4123353 w 8161918"/>
                <a:gd name="connsiteY2-734" fmla="*/ 2943101 h 2943855"/>
                <a:gd name="connsiteX3-735" fmla="*/ 2295 w 8161918"/>
                <a:gd name="connsiteY3-736" fmla="*/ 1494537 h 2943855"/>
                <a:gd name="connsiteX4-737" fmla="*/ 767 w 8161918"/>
                <a:gd name="connsiteY4-738" fmla="*/ 23596 h 2943855"/>
                <a:gd name="connsiteX5-739" fmla="*/ 4068271 w 8161918"/>
                <a:gd name="connsiteY5-740" fmla="*/ 1442493 h 2943855"/>
                <a:gd name="connsiteX6-741" fmla="*/ 8161918 w 8161918"/>
                <a:gd name="connsiteY6-742" fmla="*/ 0 h 2943855"/>
                <a:gd name="connsiteX0-743" fmla="*/ 8144926 w 8145760"/>
                <a:gd name="connsiteY0-744" fmla="*/ 43424 h 2920259"/>
                <a:gd name="connsiteX1-745" fmla="*/ 8145760 w 8145760"/>
                <a:gd name="connsiteY1-746" fmla="*/ 1579944 h 2920259"/>
                <a:gd name="connsiteX2-747" fmla="*/ 4123353 w 8145760"/>
                <a:gd name="connsiteY2-748" fmla="*/ 2919505 h 2920259"/>
                <a:gd name="connsiteX3-749" fmla="*/ 2295 w 8145760"/>
                <a:gd name="connsiteY3-750" fmla="*/ 1470941 h 2920259"/>
                <a:gd name="connsiteX4-751" fmla="*/ 767 w 8145760"/>
                <a:gd name="connsiteY4-752" fmla="*/ 0 h 2920259"/>
                <a:gd name="connsiteX5-753" fmla="*/ 4068271 w 8145760"/>
                <a:gd name="connsiteY5-754" fmla="*/ 1418897 h 2920259"/>
                <a:gd name="connsiteX6-755" fmla="*/ 8144926 w 8145760"/>
                <a:gd name="connsiteY6-756" fmla="*/ 43424 h 2920259"/>
                <a:gd name="connsiteX0-757" fmla="*/ 8161918 w 8161918"/>
                <a:gd name="connsiteY0-758" fmla="*/ 0 h 2959321"/>
                <a:gd name="connsiteX1-759" fmla="*/ 8145760 w 8161918"/>
                <a:gd name="connsiteY1-760" fmla="*/ 1619006 h 2959321"/>
                <a:gd name="connsiteX2-761" fmla="*/ 4123353 w 8161918"/>
                <a:gd name="connsiteY2-762" fmla="*/ 2958567 h 2959321"/>
                <a:gd name="connsiteX3-763" fmla="*/ 2295 w 8161918"/>
                <a:gd name="connsiteY3-764" fmla="*/ 1510003 h 2959321"/>
                <a:gd name="connsiteX4-765" fmla="*/ 767 w 8161918"/>
                <a:gd name="connsiteY4-766" fmla="*/ 39062 h 2959321"/>
                <a:gd name="connsiteX5-767" fmla="*/ 4068271 w 8161918"/>
                <a:gd name="connsiteY5-768" fmla="*/ 1457959 h 2959321"/>
                <a:gd name="connsiteX6-769" fmla="*/ 8161918 w 8161918"/>
                <a:gd name="connsiteY6-770" fmla="*/ 0 h 2959321"/>
                <a:gd name="connsiteX0-771" fmla="*/ 8161918 w 8162752"/>
                <a:gd name="connsiteY0-772" fmla="*/ 0 h 2959488"/>
                <a:gd name="connsiteX1-773" fmla="*/ 8162752 w 8162752"/>
                <a:gd name="connsiteY1-774" fmla="*/ 1629317 h 2959488"/>
                <a:gd name="connsiteX2-775" fmla="*/ 4123353 w 8162752"/>
                <a:gd name="connsiteY2-776" fmla="*/ 2958567 h 2959488"/>
                <a:gd name="connsiteX3-777" fmla="*/ 2295 w 8162752"/>
                <a:gd name="connsiteY3-778" fmla="*/ 1510003 h 2959488"/>
                <a:gd name="connsiteX4-779" fmla="*/ 767 w 8162752"/>
                <a:gd name="connsiteY4-780" fmla="*/ 39062 h 2959488"/>
                <a:gd name="connsiteX5-781" fmla="*/ 4068271 w 8162752"/>
                <a:gd name="connsiteY5-782" fmla="*/ 1457959 h 2959488"/>
                <a:gd name="connsiteX6-783" fmla="*/ 8161918 w 8162752"/>
                <a:gd name="connsiteY6-784" fmla="*/ 0 h 2959488"/>
                <a:gd name="connsiteX0-785" fmla="*/ 8165930 w 8166764"/>
                <a:gd name="connsiteY0-786" fmla="*/ 7337 h 2966825"/>
                <a:gd name="connsiteX1-787" fmla="*/ 8166764 w 8166764"/>
                <a:gd name="connsiteY1-788" fmla="*/ 1636654 h 2966825"/>
                <a:gd name="connsiteX2-789" fmla="*/ 4127365 w 8166764"/>
                <a:gd name="connsiteY2-790" fmla="*/ 2965904 h 2966825"/>
                <a:gd name="connsiteX3-791" fmla="*/ 6307 w 8166764"/>
                <a:gd name="connsiteY3-792" fmla="*/ 1517340 h 2966825"/>
                <a:gd name="connsiteX4-793" fmla="*/ 532 w 8166764"/>
                <a:gd name="connsiteY4-794" fmla="*/ 0 h 2966825"/>
                <a:gd name="connsiteX5-795" fmla="*/ 4072283 w 8166764"/>
                <a:gd name="connsiteY5-796" fmla="*/ 1465296 h 2966825"/>
                <a:gd name="connsiteX6-797" fmla="*/ 8165930 w 8166764"/>
                <a:gd name="connsiteY6-798" fmla="*/ 7337 h 2966825"/>
                <a:gd name="connsiteX0-799" fmla="*/ 8168119 w 8168953"/>
                <a:gd name="connsiteY0-800" fmla="*/ 7337 h 2966682"/>
                <a:gd name="connsiteX1-801" fmla="*/ 8168953 w 8168953"/>
                <a:gd name="connsiteY1-802" fmla="*/ 1636654 h 2966682"/>
                <a:gd name="connsiteX2-803" fmla="*/ 4129554 w 8168953"/>
                <a:gd name="connsiteY2-804" fmla="*/ 2965904 h 2966682"/>
                <a:gd name="connsiteX3-805" fmla="*/ 0 w 8168953"/>
                <a:gd name="connsiteY3-806" fmla="*/ 1527651 h 2966682"/>
                <a:gd name="connsiteX4-807" fmla="*/ 2721 w 8168953"/>
                <a:gd name="connsiteY4-808" fmla="*/ 0 h 2966682"/>
                <a:gd name="connsiteX5-809" fmla="*/ 4074472 w 8168953"/>
                <a:gd name="connsiteY5-810" fmla="*/ 1465296 h 2966682"/>
                <a:gd name="connsiteX6-811" fmla="*/ 8168119 w 8168953"/>
                <a:gd name="connsiteY6-812" fmla="*/ 7337 h 2966682"/>
                <a:gd name="connsiteX0-813" fmla="*/ 8168119 w 8168953"/>
                <a:gd name="connsiteY0-814" fmla="*/ 7337 h 3100377"/>
                <a:gd name="connsiteX1-815" fmla="*/ 8168953 w 8168953"/>
                <a:gd name="connsiteY1-816" fmla="*/ 1636654 h 3100377"/>
                <a:gd name="connsiteX2-817" fmla="*/ 4118520 w 8168953"/>
                <a:gd name="connsiteY2-818" fmla="*/ 3099826 h 3100377"/>
                <a:gd name="connsiteX3-819" fmla="*/ 0 w 8168953"/>
                <a:gd name="connsiteY3-820" fmla="*/ 1527651 h 3100377"/>
                <a:gd name="connsiteX4-821" fmla="*/ 2721 w 8168953"/>
                <a:gd name="connsiteY4-822" fmla="*/ 0 h 3100377"/>
                <a:gd name="connsiteX5-823" fmla="*/ 4074472 w 8168953"/>
                <a:gd name="connsiteY5-824" fmla="*/ 1465296 h 3100377"/>
                <a:gd name="connsiteX6-825" fmla="*/ 8168119 w 8168953"/>
                <a:gd name="connsiteY6-826" fmla="*/ 7337 h 3100377"/>
                <a:gd name="connsiteX0-827" fmla="*/ 8168119 w 8168953"/>
                <a:gd name="connsiteY0-828" fmla="*/ 7337 h 3100429"/>
                <a:gd name="connsiteX1-829" fmla="*/ 8168953 w 8168953"/>
                <a:gd name="connsiteY1-830" fmla="*/ 1636654 h 3100429"/>
                <a:gd name="connsiteX2-831" fmla="*/ 4118520 w 8168953"/>
                <a:gd name="connsiteY2-832" fmla="*/ 3099826 h 3100429"/>
                <a:gd name="connsiteX3-833" fmla="*/ 0 w 8168953"/>
                <a:gd name="connsiteY3-834" fmla="*/ 1527651 h 3100429"/>
                <a:gd name="connsiteX4-835" fmla="*/ 2721 w 8168953"/>
                <a:gd name="connsiteY4-836" fmla="*/ 0 h 3100429"/>
                <a:gd name="connsiteX5-837" fmla="*/ 4074472 w 8168953"/>
                <a:gd name="connsiteY5-838" fmla="*/ 1465296 h 3100429"/>
                <a:gd name="connsiteX6-839" fmla="*/ 8168119 w 8168953"/>
                <a:gd name="connsiteY6-840" fmla="*/ 7337 h 3100429"/>
                <a:gd name="connsiteX0-841" fmla="*/ 8165849 w 8166683"/>
                <a:gd name="connsiteY0-842" fmla="*/ 7337 h 3099826"/>
                <a:gd name="connsiteX1-843" fmla="*/ 8166683 w 8166683"/>
                <a:gd name="connsiteY1-844" fmla="*/ 1636654 h 3099826"/>
                <a:gd name="connsiteX2-845" fmla="*/ 4116250 w 8166683"/>
                <a:gd name="connsiteY2-846" fmla="*/ 3099826 h 3099826"/>
                <a:gd name="connsiteX3-847" fmla="*/ 8764 w 8166683"/>
                <a:gd name="connsiteY3-848" fmla="*/ 1634789 h 3099826"/>
                <a:gd name="connsiteX4-849" fmla="*/ 451 w 8166683"/>
                <a:gd name="connsiteY4-850" fmla="*/ 0 h 3099826"/>
                <a:gd name="connsiteX5-851" fmla="*/ 4072202 w 8166683"/>
                <a:gd name="connsiteY5-852" fmla="*/ 1465296 h 3099826"/>
                <a:gd name="connsiteX6-853" fmla="*/ 8165849 w 8166683"/>
                <a:gd name="connsiteY6-854" fmla="*/ 7337 h 3099826"/>
                <a:gd name="connsiteX0-855" fmla="*/ 8165849 w 8166683"/>
                <a:gd name="connsiteY0-856" fmla="*/ 7337 h 3099826"/>
                <a:gd name="connsiteX1-857" fmla="*/ 8166683 w 8166683"/>
                <a:gd name="connsiteY1-858" fmla="*/ 1636654 h 3099826"/>
                <a:gd name="connsiteX2-859" fmla="*/ 4116250 w 8166683"/>
                <a:gd name="connsiteY2-860" fmla="*/ 3099826 h 3099826"/>
                <a:gd name="connsiteX3-861" fmla="*/ 8764 w 8166683"/>
                <a:gd name="connsiteY3-862" fmla="*/ 1634789 h 3099826"/>
                <a:gd name="connsiteX4-863" fmla="*/ 451 w 8166683"/>
                <a:gd name="connsiteY4-864" fmla="*/ 0 h 3099826"/>
                <a:gd name="connsiteX5-865" fmla="*/ 4072202 w 8166683"/>
                <a:gd name="connsiteY5-866" fmla="*/ 1465296 h 3099826"/>
                <a:gd name="connsiteX6-867" fmla="*/ 8165849 w 8166683"/>
                <a:gd name="connsiteY6-868" fmla="*/ 7337 h 3099826"/>
                <a:gd name="connsiteX0-869" fmla="*/ 8165849 w 8166683"/>
                <a:gd name="connsiteY0-870" fmla="*/ 7337 h 3099826"/>
                <a:gd name="connsiteX1-871" fmla="*/ 8166683 w 8166683"/>
                <a:gd name="connsiteY1-872" fmla="*/ 1636654 h 3099826"/>
                <a:gd name="connsiteX2-873" fmla="*/ 4116250 w 8166683"/>
                <a:gd name="connsiteY2-874" fmla="*/ 3099826 h 3099826"/>
                <a:gd name="connsiteX3-875" fmla="*/ 8764 w 8166683"/>
                <a:gd name="connsiteY3-876" fmla="*/ 1634789 h 3099826"/>
                <a:gd name="connsiteX4-877" fmla="*/ 451 w 8166683"/>
                <a:gd name="connsiteY4-878" fmla="*/ 0 h 3099826"/>
                <a:gd name="connsiteX5-879" fmla="*/ 4061168 w 8166683"/>
                <a:gd name="connsiteY5-880" fmla="*/ 1438511 h 3099826"/>
                <a:gd name="connsiteX6-881" fmla="*/ 8165849 w 8166683"/>
                <a:gd name="connsiteY6-882" fmla="*/ 7337 h 3099826"/>
                <a:gd name="connsiteX0-883" fmla="*/ 8165849 w 8166683"/>
                <a:gd name="connsiteY0-884" fmla="*/ 7337 h 3099826"/>
                <a:gd name="connsiteX1-885" fmla="*/ 8166683 w 8166683"/>
                <a:gd name="connsiteY1-886" fmla="*/ 1636654 h 3099826"/>
                <a:gd name="connsiteX2-887" fmla="*/ 4116250 w 8166683"/>
                <a:gd name="connsiteY2-888" fmla="*/ 3099826 h 3099826"/>
                <a:gd name="connsiteX3-889" fmla="*/ 8764 w 8166683"/>
                <a:gd name="connsiteY3-890" fmla="*/ 1634789 h 3099826"/>
                <a:gd name="connsiteX4-891" fmla="*/ 451 w 8166683"/>
                <a:gd name="connsiteY4-892" fmla="*/ 0 h 3099826"/>
                <a:gd name="connsiteX5-893" fmla="*/ 4061168 w 8166683"/>
                <a:gd name="connsiteY5-894" fmla="*/ 1438511 h 3099826"/>
                <a:gd name="connsiteX6-895" fmla="*/ 8165849 w 8166683"/>
                <a:gd name="connsiteY6-896" fmla="*/ 7337 h 309982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9" name="Oval 298"/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300" name="Group 299"/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01" name="Freeform 300"/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2" name="Freeform 301"/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3" name="Freeform 302"/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4" name="Freeform 303"/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32" name="Rectangle 90"/>
          <p:cNvSpPr>
            <a:spLocks noChangeArrowheads="1"/>
          </p:cNvSpPr>
          <p:nvPr/>
        </p:nvSpPr>
        <p:spPr bwMode="auto">
          <a:xfrm>
            <a:off x="6916745" y="4489446"/>
            <a:ext cx="1273175" cy="946150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</a:ln>
          <a:effectLst>
            <a:outerShdw blurRad="127000" dist="38100" dir="18900000" sx="103000" sy="103000" algn="bl" rotWithShape="0">
              <a:prstClr val="black">
                <a:alpha val="40000"/>
              </a:prstClr>
            </a:outerShdw>
          </a:effec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34" name="Text Box 92"/>
          <p:cNvSpPr txBox="1">
            <a:spLocks noChangeArrowheads="1"/>
          </p:cNvSpPr>
          <p:nvPr/>
        </p:nvSpPr>
        <p:spPr bwMode="auto">
          <a:xfrm>
            <a:off x="6873882" y="4456108"/>
            <a:ext cx="1317625" cy="996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网络层</a:t>
            </a: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链路层</a:t>
            </a: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物理层</a:t>
            </a: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44" name="Rectangle 24"/>
          <p:cNvSpPr>
            <a:spLocks noChangeArrowheads="1"/>
          </p:cNvSpPr>
          <p:nvPr/>
        </p:nvSpPr>
        <p:spPr bwMode="auto">
          <a:xfrm>
            <a:off x="2886137" y="4865756"/>
            <a:ext cx="1273175" cy="1536700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</a:ln>
          <a:effectLst>
            <a:outerShdw blurRad="76200" dist="38100" dir="18900000" sx="101000" sy="101000" algn="bl" rotWithShape="0">
              <a:prstClr val="black">
                <a:alpha val="40000"/>
              </a:prstClr>
            </a:outerShdw>
          </a:effec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45" name="Text Box 26"/>
          <p:cNvSpPr txBox="1">
            <a:spLocks noChangeArrowheads="1"/>
          </p:cNvSpPr>
          <p:nvPr/>
        </p:nvSpPr>
        <p:spPr bwMode="auto">
          <a:xfrm>
            <a:off x="2832765" y="4821907"/>
            <a:ext cx="1317625" cy="1600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应用层</a:t>
            </a: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传输层</a:t>
            </a: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网络层</a:t>
            </a: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链路层</a:t>
            </a: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物理层</a:t>
            </a: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46" name="Line 25"/>
          <p:cNvSpPr>
            <a:spLocks noChangeShapeType="1"/>
          </p:cNvSpPr>
          <p:nvPr/>
        </p:nvSpPr>
        <p:spPr bwMode="auto">
          <a:xfrm>
            <a:off x="2886136" y="5183257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7" name="Line 27"/>
          <p:cNvSpPr>
            <a:spLocks noChangeShapeType="1"/>
          </p:cNvSpPr>
          <p:nvPr/>
        </p:nvSpPr>
        <p:spPr bwMode="auto">
          <a:xfrm>
            <a:off x="2894074" y="5503932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8" name="Line 28"/>
          <p:cNvSpPr>
            <a:spLocks noChangeShapeType="1"/>
          </p:cNvSpPr>
          <p:nvPr/>
        </p:nvSpPr>
        <p:spPr bwMode="auto">
          <a:xfrm>
            <a:off x="2898836" y="5784919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9" name="Line 29"/>
          <p:cNvSpPr>
            <a:spLocks noChangeShapeType="1"/>
          </p:cNvSpPr>
          <p:nvPr/>
        </p:nvSpPr>
        <p:spPr bwMode="auto">
          <a:xfrm>
            <a:off x="2898836" y="6061144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79" name="Rectangle 24"/>
          <p:cNvSpPr>
            <a:spLocks noChangeArrowheads="1"/>
          </p:cNvSpPr>
          <p:nvPr/>
        </p:nvSpPr>
        <p:spPr bwMode="auto">
          <a:xfrm>
            <a:off x="3816357" y="985833"/>
            <a:ext cx="1273175" cy="1536700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</a:ln>
          <a:effectLst>
            <a:outerShdw blurRad="76200" dist="38100" dir="18900000" sx="101000" sy="101000" algn="bl" rotWithShape="0">
              <a:prstClr val="black">
                <a:alpha val="40000"/>
              </a:prstClr>
            </a:outerShdw>
          </a:effec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81" name="Text Box 26"/>
          <p:cNvSpPr txBox="1">
            <a:spLocks noChangeArrowheads="1"/>
          </p:cNvSpPr>
          <p:nvPr/>
        </p:nvSpPr>
        <p:spPr bwMode="auto">
          <a:xfrm>
            <a:off x="3762985" y="941984"/>
            <a:ext cx="1317625" cy="1600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应用层</a:t>
            </a: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传输层</a:t>
            </a: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网络层</a:t>
            </a: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链路层</a:t>
            </a: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物理层</a:t>
            </a: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59" name="Freeform 3"/>
          <p:cNvSpPr/>
          <p:nvPr/>
        </p:nvSpPr>
        <p:spPr bwMode="auto">
          <a:xfrm>
            <a:off x="8317497" y="2564096"/>
            <a:ext cx="638175" cy="781777"/>
          </a:xfrm>
          <a:custGeom>
            <a:avLst/>
            <a:gdLst>
              <a:gd name="T0" fmla="*/ 2147483646 w 402"/>
              <a:gd name="T1" fmla="*/ 2147483646 h 537"/>
              <a:gd name="T2" fmla="*/ 2147483646 w 402"/>
              <a:gd name="T3" fmla="*/ 0 h 537"/>
              <a:gd name="T4" fmla="*/ 0 w 402"/>
              <a:gd name="T5" fmla="*/ 2147483646 h 537"/>
              <a:gd name="T6" fmla="*/ 2147483646 w 402"/>
              <a:gd name="T7" fmla="*/ 2147483646 h 537"/>
              <a:gd name="T8" fmla="*/ 2147483646 w 402"/>
              <a:gd name="T9" fmla="*/ 2147483646 h 53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02"/>
              <a:gd name="T16" fmla="*/ 0 h 537"/>
              <a:gd name="T17" fmla="*/ 402 w 402"/>
              <a:gd name="T18" fmla="*/ 537 h 53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02" h="537">
                <a:moveTo>
                  <a:pt x="402" y="363"/>
                </a:moveTo>
                <a:lnTo>
                  <a:pt x="28" y="0"/>
                </a:lnTo>
                <a:lnTo>
                  <a:pt x="0" y="470"/>
                </a:lnTo>
                <a:lnTo>
                  <a:pt x="242" y="537"/>
                </a:lnTo>
                <a:lnTo>
                  <a:pt x="402" y="363"/>
                </a:ln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305" name="Group 304"/>
          <p:cNvGrpSpPr/>
          <p:nvPr/>
        </p:nvGrpSpPr>
        <p:grpSpPr>
          <a:xfrm>
            <a:off x="8737109" y="2942202"/>
            <a:ext cx="959348" cy="478062"/>
            <a:chOff x="3668110" y="2448910"/>
            <a:chExt cx="3794234" cy="2165130"/>
          </a:xfrm>
        </p:grpSpPr>
        <p:sp>
          <p:nvSpPr>
            <p:cNvPr id="306" name="Rectangle 305"/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7" name="Freeform 306"/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308" name="Group 307"/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309" name="Freeform 308"/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-1" fmla="*/ 3725333 w 4641485"/>
                  <a:gd name="connsiteY0-2" fmla="*/ 0 h 1049866"/>
                  <a:gd name="connsiteX1-3" fmla="*/ 4641485 w 4641485"/>
                  <a:gd name="connsiteY1-4" fmla="*/ 239402 h 1049866"/>
                  <a:gd name="connsiteX2-5" fmla="*/ 3962400 w 4641485"/>
                  <a:gd name="connsiteY2-6" fmla="*/ 541866 h 1049866"/>
                  <a:gd name="connsiteX3-7" fmla="*/ 3742267 w 4641485"/>
                  <a:gd name="connsiteY3-8" fmla="*/ 457200 h 1049866"/>
                  <a:gd name="connsiteX4-9" fmla="*/ 2269067 w 4641485"/>
                  <a:gd name="connsiteY4-10" fmla="*/ 1049866 h 1049866"/>
                  <a:gd name="connsiteX5-11" fmla="*/ 880533 w 4641485"/>
                  <a:gd name="connsiteY5-12" fmla="*/ 457200 h 1049866"/>
                  <a:gd name="connsiteX6-13" fmla="*/ 592667 w 4641485"/>
                  <a:gd name="connsiteY6-14" fmla="*/ 541866 h 1049866"/>
                  <a:gd name="connsiteX7-15" fmla="*/ 0 w 4641485"/>
                  <a:gd name="connsiteY7-16" fmla="*/ 254000 h 1049866"/>
                  <a:gd name="connsiteX8-17" fmla="*/ 880533 w 4641485"/>
                  <a:gd name="connsiteY8-18" fmla="*/ 16933 h 1049866"/>
                  <a:gd name="connsiteX9-19" fmla="*/ 2302933 w 4641485"/>
                  <a:gd name="connsiteY9-20" fmla="*/ 626533 h 1049866"/>
                  <a:gd name="connsiteX10-21" fmla="*/ 3725333 w 4641485"/>
                  <a:gd name="connsiteY10-22" fmla="*/ 0 h 1049866"/>
                  <a:gd name="connsiteX0-23" fmla="*/ 3756864 w 4673016"/>
                  <a:gd name="connsiteY0-24" fmla="*/ 0 h 1049866"/>
                  <a:gd name="connsiteX1-25" fmla="*/ 4673016 w 4673016"/>
                  <a:gd name="connsiteY1-26" fmla="*/ 239402 h 1049866"/>
                  <a:gd name="connsiteX2-27" fmla="*/ 3993931 w 4673016"/>
                  <a:gd name="connsiteY2-28" fmla="*/ 541866 h 1049866"/>
                  <a:gd name="connsiteX3-29" fmla="*/ 3773798 w 4673016"/>
                  <a:gd name="connsiteY3-30" fmla="*/ 457200 h 1049866"/>
                  <a:gd name="connsiteX4-31" fmla="*/ 2300598 w 4673016"/>
                  <a:gd name="connsiteY4-32" fmla="*/ 1049866 h 1049866"/>
                  <a:gd name="connsiteX5-33" fmla="*/ 912064 w 4673016"/>
                  <a:gd name="connsiteY5-34" fmla="*/ 457200 h 1049866"/>
                  <a:gd name="connsiteX6-35" fmla="*/ 624198 w 4673016"/>
                  <a:gd name="connsiteY6-36" fmla="*/ 541866 h 1049866"/>
                  <a:gd name="connsiteX7-37" fmla="*/ 0 w 4673016"/>
                  <a:gd name="connsiteY7-38" fmla="*/ 232979 h 1049866"/>
                  <a:gd name="connsiteX8-39" fmla="*/ 912064 w 4673016"/>
                  <a:gd name="connsiteY8-40" fmla="*/ 16933 h 1049866"/>
                  <a:gd name="connsiteX9-41" fmla="*/ 2334464 w 4673016"/>
                  <a:gd name="connsiteY9-42" fmla="*/ 626533 h 1049866"/>
                  <a:gd name="connsiteX10-43" fmla="*/ 3756864 w 4673016"/>
                  <a:gd name="connsiteY10-44" fmla="*/ 0 h 1049866"/>
                  <a:gd name="connsiteX0-45" fmla="*/ 3756864 w 4673016"/>
                  <a:gd name="connsiteY0-46" fmla="*/ 0 h 1049866"/>
                  <a:gd name="connsiteX1-47" fmla="*/ 4673016 w 4673016"/>
                  <a:gd name="connsiteY1-48" fmla="*/ 239402 h 1049866"/>
                  <a:gd name="connsiteX2-49" fmla="*/ 3993931 w 4673016"/>
                  <a:gd name="connsiteY2-50" fmla="*/ 541866 h 1049866"/>
                  <a:gd name="connsiteX3-51" fmla="*/ 3784308 w 4673016"/>
                  <a:gd name="connsiteY3-52" fmla="*/ 404648 h 1049866"/>
                  <a:gd name="connsiteX4-53" fmla="*/ 2300598 w 4673016"/>
                  <a:gd name="connsiteY4-54" fmla="*/ 1049866 h 1049866"/>
                  <a:gd name="connsiteX5-55" fmla="*/ 912064 w 4673016"/>
                  <a:gd name="connsiteY5-56" fmla="*/ 457200 h 1049866"/>
                  <a:gd name="connsiteX6-57" fmla="*/ 624198 w 4673016"/>
                  <a:gd name="connsiteY6-58" fmla="*/ 541866 h 1049866"/>
                  <a:gd name="connsiteX7-59" fmla="*/ 0 w 4673016"/>
                  <a:gd name="connsiteY7-60" fmla="*/ 232979 h 1049866"/>
                  <a:gd name="connsiteX8-61" fmla="*/ 912064 w 4673016"/>
                  <a:gd name="connsiteY8-62" fmla="*/ 16933 h 1049866"/>
                  <a:gd name="connsiteX9-63" fmla="*/ 2334464 w 4673016"/>
                  <a:gd name="connsiteY9-64" fmla="*/ 626533 h 1049866"/>
                  <a:gd name="connsiteX10-65" fmla="*/ 3756864 w 4673016"/>
                  <a:gd name="connsiteY10-66" fmla="*/ 0 h 1049866"/>
                  <a:gd name="connsiteX0-67" fmla="*/ 3756864 w 4673016"/>
                  <a:gd name="connsiteY0-68" fmla="*/ 0 h 1049866"/>
                  <a:gd name="connsiteX1-69" fmla="*/ 4673016 w 4673016"/>
                  <a:gd name="connsiteY1-70" fmla="*/ 239402 h 1049866"/>
                  <a:gd name="connsiteX2-71" fmla="*/ 3993931 w 4673016"/>
                  <a:gd name="connsiteY2-72" fmla="*/ 541866 h 1049866"/>
                  <a:gd name="connsiteX3-73" fmla="*/ 3794818 w 4673016"/>
                  <a:gd name="connsiteY3-74" fmla="*/ 436179 h 1049866"/>
                  <a:gd name="connsiteX4-75" fmla="*/ 2300598 w 4673016"/>
                  <a:gd name="connsiteY4-76" fmla="*/ 1049866 h 1049866"/>
                  <a:gd name="connsiteX5-77" fmla="*/ 912064 w 4673016"/>
                  <a:gd name="connsiteY5-78" fmla="*/ 457200 h 1049866"/>
                  <a:gd name="connsiteX6-79" fmla="*/ 624198 w 4673016"/>
                  <a:gd name="connsiteY6-80" fmla="*/ 541866 h 1049866"/>
                  <a:gd name="connsiteX7-81" fmla="*/ 0 w 4673016"/>
                  <a:gd name="connsiteY7-82" fmla="*/ 232979 h 1049866"/>
                  <a:gd name="connsiteX8-83" fmla="*/ 912064 w 4673016"/>
                  <a:gd name="connsiteY8-84" fmla="*/ 16933 h 1049866"/>
                  <a:gd name="connsiteX9-85" fmla="*/ 2334464 w 4673016"/>
                  <a:gd name="connsiteY9-86" fmla="*/ 626533 h 1049866"/>
                  <a:gd name="connsiteX10-87" fmla="*/ 3756864 w 4673016"/>
                  <a:gd name="connsiteY10-88" fmla="*/ 0 h 1049866"/>
                  <a:gd name="connsiteX0-89" fmla="*/ 3756864 w 4673016"/>
                  <a:gd name="connsiteY0-90" fmla="*/ 0 h 1049866"/>
                  <a:gd name="connsiteX1-91" fmla="*/ 4673016 w 4673016"/>
                  <a:gd name="connsiteY1-92" fmla="*/ 239402 h 1049866"/>
                  <a:gd name="connsiteX2-93" fmla="*/ 3993931 w 4673016"/>
                  <a:gd name="connsiteY2-94" fmla="*/ 541866 h 1049866"/>
                  <a:gd name="connsiteX3-95" fmla="*/ 3794818 w 4673016"/>
                  <a:gd name="connsiteY3-96" fmla="*/ 436179 h 1049866"/>
                  <a:gd name="connsiteX4-97" fmla="*/ 2300598 w 4673016"/>
                  <a:gd name="connsiteY4-98" fmla="*/ 1049866 h 1049866"/>
                  <a:gd name="connsiteX5-99" fmla="*/ 912064 w 4673016"/>
                  <a:gd name="connsiteY5-100" fmla="*/ 457200 h 1049866"/>
                  <a:gd name="connsiteX6-101" fmla="*/ 624198 w 4673016"/>
                  <a:gd name="connsiteY6-102" fmla="*/ 541866 h 1049866"/>
                  <a:gd name="connsiteX7-103" fmla="*/ 0 w 4673016"/>
                  <a:gd name="connsiteY7-104" fmla="*/ 232979 h 1049866"/>
                  <a:gd name="connsiteX8-105" fmla="*/ 912064 w 4673016"/>
                  <a:gd name="connsiteY8-106" fmla="*/ 16933 h 1049866"/>
                  <a:gd name="connsiteX9-107" fmla="*/ 2323954 w 4673016"/>
                  <a:gd name="connsiteY9-108" fmla="*/ 616023 h 1049866"/>
                  <a:gd name="connsiteX10-109" fmla="*/ 3756864 w 4673016"/>
                  <a:gd name="connsiteY10-110" fmla="*/ 0 h 1049866"/>
                  <a:gd name="connsiteX0-111" fmla="*/ 3756864 w 4673016"/>
                  <a:gd name="connsiteY0-112" fmla="*/ 0 h 1049866"/>
                  <a:gd name="connsiteX1-113" fmla="*/ 4673016 w 4673016"/>
                  <a:gd name="connsiteY1-114" fmla="*/ 239402 h 1049866"/>
                  <a:gd name="connsiteX2-115" fmla="*/ 3993931 w 4673016"/>
                  <a:gd name="connsiteY2-116" fmla="*/ 541866 h 1049866"/>
                  <a:gd name="connsiteX3-117" fmla="*/ 3794818 w 4673016"/>
                  <a:gd name="connsiteY3-118" fmla="*/ 436179 h 1049866"/>
                  <a:gd name="connsiteX4-119" fmla="*/ 2300598 w 4673016"/>
                  <a:gd name="connsiteY4-120" fmla="*/ 1049866 h 1049866"/>
                  <a:gd name="connsiteX5-121" fmla="*/ 912064 w 4673016"/>
                  <a:gd name="connsiteY5-122" fmla="*/ 457200 h 1049866"/>
                  <a:gd name="connsiteX6-123" fmla="*/ 624198 w 4673016"/>
                  <a:gd name="connsiteY6-124" fmla="*/ 541866 h 1049866"/>
                  <a:gd name="connsiteX7-125" fmla="*/ 0 w 4673016"/>
                  <a:gd name="connsiteY7-126" fmla="*/ 275021 h 1049866"/>
                  <a:gd name="connsiteX8-127" fmla="*/ 912064 w 4673016"/>
                  <a:gd name="connsiteY8-128" fmla="*/ 16933 h 1049866"/>
                  <a:gd name="connsiteX9-129" fmla="*/ 2323954 w 4673016"/>
                  <a:gd name="connsiteY9-130" fmla="*/ 616023 h 1049866"/>
                  <a:gd name="connsiteX10-131" fmla="*/ 3756864 w 4673016"/>
                  <a:gd name="connsiteY10-132" fmla="*/ 0 h 1049866"/>
                  <a:gd name="connsiteX0-133" fmla="*/ 3756864 w 4673016"/>
                  <a:gd name="connsiteY0-134" fmla="*/ 0 h 1049866"/>
                  <a:gd name="connsiteX1-135" fmla="*/ 4673016 w 4673016"/>
                  <a:gd name="connsiteY1-136" fmla="*/ 239402 h 1049866"/>
                  <a:gd name="connsiteX2-137" fmla="*/ 3993931 w 4673016"/>
                  <a:gd name="connsiteY2-138" fmla="*/ 541866 h 1049866"/>
                  <a:gd name="connsiteX3-139" fmla="*/ 3815839 w 4673016"/>
                  <a:gd name="connsiteY3-140" fmla="*/ 467710 h 1049866"/>
                  <a:gd name="connsiteX4-141" fmla="*/ 2300598 w 4673016"/>
                  <a:gd name="connsiteY4-142" fmla="*/ 1049866 h 1049866"/>
                  <a:gd name="connsiteX5-143" fmla="*/ 912064 w 4673016"/>
                  <a:gd name="connsiteY5-144" fmla="*/ 457200 h 1049866"/>
                  <a:gd name="connsiteX6-145" fmla="*/ 624198 w 4673016"/>
                  <a:gd name="connsiteY6-146" fmla="*/ 541866 h 1049866"/>
                  <a:gd name="connsiteX7-147" fmla="*/ 0 w 4673016"/>
                  <a:gd name="connsiteY7-148" fmla="*/ 275021 h 1049866"/>
                  <a:gd name="connsiteX8-149" fmla="*/ 912064 w 4673016"/>
                  <a:gd name="connsiteY8-150" fmla="*/ 16933 h 1049866"/>
                  <a:gd name="connsiteX9-151" fmla="*/ 2323954 w 4673016"/>
                  <a:gd name="connsiteY9-152" fmla="*/ 616023 h 1049866"/>
                  <a:gd name="connsiteX10-153" fmla="*/ 3756864 w 4673016"/>
                  <a:gd name="connsiteY10-154" fmla="*/ 0 h 104986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10" name="Freeform 309"/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11" name="Freeform 310"/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12" name="Freeform 311"/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-1" fmla="*/ 168165 w 3731172"/>
                  <a:gd name="connsiteY0-2" fmla="*/ 73572 h 1418896"/>
                  <a:gd name="connsiteX1-3" fmla="*/ 451945 w 3731172"/>
                  <a:gd name="connsiteY1-4" fmla="*/ 0 h 1418896"/>
                  <a:gd name="connsiteX2-5" fmla="*/ 1881352 w 3731172"/>
                  <a:gd name="connsiteY2-6" fmla="*/ 599089 h 1418896"/>
                  <a:gd name="connsiteX3-7" fmla="*/ 3363310 w 3731172"/>
                  <a:gd name="connsiteY3-8" fmla="*/ 0 h 1418896"/>
                  <a:gd name="connsiteX4-9" fmla="*/ 3584027 w 3731172"/>
                  <a:gd name="connsiteY4-10" fmla="*/ 73572 h 1418896"/>
                  <a:gd name="connsiteX5-11" fmla="*/ 2627586 w 3731172"/>
                  <a:gd name="connsiteY5-12" fmla="*/ 441434 h 1418896"/>
                  <a:gd name="connsiteX6-13" fmla="*/ 2596055 w 3731172"/>
                  <a:gd name="connsiteY6-14" fmla="*/ 914400 h 1418896"/>
                  <a:gd name="connsiteX7-15" fmla="*/ 3731172 w 3731172"/>
                  <a:gd name="connsiteY7-16" fmla="*/ 1345324 h 1418896"/>
                  <a:gd name="connsiteX8-17" fmla="*/ 3447393 w 3731172"/>
                  <a:gd name="connsiteY8-18" fmla="*/ 1408386 h 1418896"/>
                  <a:gd name="connsiteX9-19" fmla="*/ 1870841 w 3731172"/>
                  <a:gd name="connsiteY9-20" fmla="*/ 746234 h 1418896"/>
                  <a:gd name="connsiteX10-21" fmla="*/ 262758 w 3731172"/>
                  <a:gd name="connsiteY10-22" fmla="*/ 1418896 h 1418896"/>
                  <a:gd name="connsiteX11-23" fmla="*/ 0 w 3731172"/>
                  <a:gd name="connsiteY11-24" fmla="*/ 1324303 h 1418896"/>
                  <a:gd name="connsiteX12-25" fmla="*/ 1145627 w 3731172"/>
                  <a:gd name="connsiteY12-26" fmla="*/ 882869 h 1418896"/>
                  <a:gd name="connsiteX13-27" fmla="*/ 1114096 w 3731172"/>
                  <a:gd name="connsiteY13-28" fmla="*/ 409903 h 1418896"/>
                  <a:gd name="connsiteX14-29" fmla="*/ 441434 w 3731172"/>
                  <a:gd name="connsiteY14-30" fmla="*/ 10510 h 1418896"/>
                  <a:gd name="connsiteX15-31" fmla="*/ 441434 w 3731172"/>
                  <a:gd name="connsiteY15-32" fmla="*/ 10510 h 1418896"/>
                  <a:gd name="connsiteX0-33" fmla="*/ 168165 w 3731172"/>
                  <a:gd name="connsiteY0-34" fmla="*/ 73572 h 1418896"/>
                  <a:gd name="connsiteX1-35" fmla="*/ 451945 w 3731172"/>
                  <a:gd name="connsiteY1-36" fmla="*/ 0 h 1418896"/>
                  <a:gd name="connsiteX2-37" fmla="*/ 1881352 w 3731172"/>
                  <a:gd name="connsiteY2-38" fmla="*/ 599089 h 1418896"/>
                  <a:gd name="connsiteX3-39" fmla="*/ 3363310 w 3731172"/>
                  <a:gd name="connsiteY3-40" fmla="*/ 0 h 1418896"/>
                  <a:gd name="connsiteX4-41" fmla="*/ 3584027 w 3731172"/>
                  <a:gd name="connsiteY4-42" fmla="*/ 73572 h 1418896"/>
                  <a:gd name="connsiteX5-43" fmla="*/ 2627586 w 3731172"/>
                  <a:gd name="connsiteY5-44" fmla="*/ 441434 h 1418896"/>
                  <a:gd name="connsiteX6-45" fmla="*/ 2596055 w 3731172"/>
                  <a:gd name="connsiteY6-46" fmla="*/ 914400 h 1418896"/>
                  <a:gd name="connsiteX7-47" fmla="*/ 3731172 w 3731172"/>
                  <a:gd name="connsiteY7-48" fmla="*/ 1345324 h 1418896"/>
                  <a:gd name="connsiteX8-49" fmla="*/ 3447393 w 3731172"/>
                  <a:gd name="connsiteY8-50" fmla="*/ 1408386 h 1418896"/>
                  <a:gd name="connsiteX9-51" fmla="*/ 1870841 w 3731172"/>
                  <a:gd name="connsiteY9-52" fmla="*/ 746234 h 1418896"/>
                  <a:gd name="connsiteX10-53" fmla="*/ 262758 w 3731172"/>
                  <a:gd name="connsiteY10-54" fmla="*/ 1418896 h 1418896"/>
                  <a:gd name="connsiteX11-55" fmla="*/ 0 w 3731172"/>
                  <a:gd name="connsiteY11-56" fmla="*/ 1324303 h 1418896"/>
                  <a:gd name="connsiteX12-57" fmla="*/ 1145627 w 3731172"/>
                  <a:gd name="connsiteY12-58" fmla="*/ 882869 h 1418896"/>
                  <a:gd name="connsiteX13-59" fmla="*/ 1114096 w 3731172"/>
                  <a:gd name="connsiteY13-60" fmla="*/ 409903 h 1418896"/>
                  <a:gd name="connsiteX14-61" fmla="*/ 441434 w 3731172"/>
                  <a:gd name="connsiteY14-62" fmla="*/ 10510 h 1418896"/>
                  <a:gd name="connsiteX0-63" fmla="*/ 168165 w 3731172"/>
                  <a:gd name="connsiteY0-64" fmla="*/ 73572 h 1418896"/>
                  <a:gd name="connsiteX1-65" fmla="*/ 451945 w 3731172"/>
                  <a:gd name="connsiteY1-66" fmla="*/ 0 h 1418896"/>
                  <a:gd name="connsiteX2-67" fmla="*/ 1881352 w 3731172"/>
                  <a:gd name="connsiteY2-68" fmla="*/ 599089 h 1418896"/>
                  <a:gd name="connsiteX3-69" fmla="*/ 3363310 w 3731172"/>
                  <a:gd name="connsiteY3-70" fmla="*/ 0 h 1418896"/>
                  <a:gd name="connsiteX4-71" fmla="*/ 3584027 w 3731172"/>
                  <a:gd name="connsiteY4-72" fmla="*/ 73572 h 1418896"/>
                  <a:gd name="connsiteX5-73" fmla="*/ 2627586 w 3731172"/>
                  <a:gd name="connsiteY5-74" fmla="*/ 441434 h 1418896"/>
                  <a:gd name="connsiteX6-75" fmla="*/ 2596055 w 3731172"/>
                  <a:gd name="connsiteY6-76" fmla="*/ 914400 h 1418896"/>
                  <a:gd name="connsiteX7-77" fmla="*/ 3731172 w 3731172"/>
                  <a:gd name="connsiteY7-78" fmla="*/ 1345324 h 1418896"/>
                  <a:gd name="connsiteX8-79" fmla="*/ 3447393 w 3731172"/>
                  <a:gd name="connsiteY8-80" fmla="*/ 1408386 h 1418896"/>
                  <a:gd name="connsiteX9-81" fmla="*/ 1870841 w 3731172"/>
                  <a:gd name="connsiteY9-82" fmla="*/ 746234 h 1418896"/>
                  <a:gd name="connsiteX10-83" fmla="*/ 262758 w 3731172"/>
                  <a:gd name="connsiteY10-84" fmla="*/ 1418896 h 1418896"/>
                  <a:gd name="connsiteX11-85" fmla="*/ 0 w 3731172"/>
                  <a:gd name="connsiteY11-86" fmla="*/ 1324303 h 1418896"/>
                  <a:gd name="connsiteX12-87" fmla="*/ 1145627 w 3731172"/>
                  <a:gd name="connsiteY12-88" fmla="*/ 882869 h 1418896"/>
                  <a:gd name="connsiteX13-89" fmla="*/ 1114096 w 3731172"/>
                  <a:gd name="connsiteY13-90" fmla="*/ 409903 h 1418896"/>
                  <a:gd name="connsiteX14-91" fmla="*/ 357351 w 3731172"/>
                  <a:gd name="connsiteY14-92" fmla="*/ 115613 h 1418896"/>
                  <a:gd name="connsiteX0-93" fmla="*/ 168165 w 3731172"/>
                  <a:gd name="connsiteY0-94" fmla="*/ 73572 h 1418896"/>
                  <a:gd name="connsiteX1-95" fmla="*/ 451945 w 3731172"/>
                  <a:gd name="connsiteY1-96" fmla="*/ 0 h 1418896"/>
                  <a:gd name="connsiteX2-97" fmla="*/ 1881352 w 3731172"/>
                  <a:gd name="connsiteY2-98" fmla="*/ 599089 h 1418896"/>
                  <a:gd name="connsiteX3-99" fmla="*/ 3363310 w 3731172"/>
                  <a:gd name="connsiteY3-100" fmla="*/ 0 h 1418896"/>
                  <a:gd name="connsiteX4-101" fmla="*/ 3584027 w 3731172"/>
                  <a:gd name="connsiteY4-102" fmla="*/ 73572 h 1418896"/>
                  <a:gd name="connsiteX5-103" fmla="*/ 2627586 w 3731172"/>
                  <a:gd name="connsiteY5-104" fmla="*/ 441434 h 1418896"/>
                  <a:gd name="connsiteX6-105" fmla="*/ 2596055 w 3731172"/>
                  <a:gd name="connsiteY6-106" fmla="*/ 914400 h 1418896"/>
                  <a:gd name="connsiteX7-107" fmla="*/ 3731172 w 3731172"/>
                  <a:gd name="connsiteY7-108" fmla="*/ 1345324 h 1418896"/>
                  <a:gd name="connsiteX8-109" fmla="*/ 3447393 w 3731172"/>
                  <a:gd name="connsiteY8-110" fmla="*/ 1408386 h 1418896"/>
                  <a:gd name="connsiteX9-111" fmla="*/ 1870841 w 3731172"/>
                  <a:gd name="connsiteY9-112" fmla="*/ 746234 h 1418896"/>
                  <a:gd name="connsiteX10-113" fmla="*/ 262758 w 3731172"/>
                  <a:gd name="connsiteY10-114" fmla="*/ 1418896 h 1418896"/>
                  <a:gd name="connsiteX11-115" fmla="*/ 0 w 3731172"/>
                  <a:gd name="connsiteY11-116" fmla="*/ 1324303 h 1418896"/>
                  <a:gd name="connsiteX12-117" fmla="*/ 1145627 w 3731172"/>
                  <a:gd name="connsiteY12-118" fmla="*/ 882869 h 1418896"/>
                  <a:gd name="connsiteX13-119" fmla="*/ 1114096 w 3731172"/>
                  <a:gd name="connsiteY13-120" fmla="*/ 409903 h 1418896"/>
                  <a:gd name="connsiteX14-121" fmla="*/ 147144 w 3731172"/>
                  <a:gd name="connsiteY14-122" fmla="*/ 63061 h 1418896"/>
                  <a:gd name="connsiteX0-123" fmla="*/ 168165 w 3731172"/>
                  <a:gd name="connsiteY0-124" fmla="*/ 73572 h 1418896"/>
                  <a:gd name="connsiteX1-125" fmla="*/ 451945 w 3731172"/>
                  <a:gd name="connsiteY1-126" fmla="*/ 0 h 1418896"/>
                  <a:gd name="connsiteX2-127" fmla="*/ 1881352 w 3731172"/>
                  <a:gd name="connsiteY2-128" fmla="*/ 599089 h 1418896"/>
                  <a:gd name="connsiteX3-129" fmla="*/ 3363310 w 3731172"/>
                  <a:gd name="connsiteY3-130" fmla="*/ 0 h 1418896"/>
                  <a:gd name="connsiteX4-131" fmla="*/ 3584027 w 3731172"/>
                  <a:gd name="connsiteY4-132" fmla="*/ 73572 h 1418896"/>
                  <a:gd name="connsiteX5-133" fmla="*/ 2627586 w 3731172"/>
                  <a:gd name="connsiteY5-134" fmla="*/ 441434 h 1418896"/>
                  <a:gd name="connsiteX6-135" fmla="*/ 2596055 w 3731172"/>
                  <a:gd name="connsiteY6-136" fmla="*/ 914400 h 1418896"/>
                  <a:gd name="connsiteX7-137" fmla="*/ 3731172 w 3731172"/>
                  <a:gd name="connsiteY7-138" fmla="*/ 1345324 h 1418896"/>
                  <a:gd name="connsiteX8-139" fmla="*/ 3447393 w 3731172"/>
                  <a:gd name="connsiteY8-140" fmla="*/ 1408386 h 1418896"/>
                  <a:gd name="connsiteX9-141" fmla="*/ 1870841 w 3731172"/>
                  <a:gd name="connsiteY9-142" fmla="*/ 746234 h 1418896"/>
                  <a:gd name="connsiteX10-143" fmla="*/ 262758 w 3731172"/>
                  <a:gd name="connsiteY10-144" fmla="*/ 1418896 h 1418896"/>
                  <a:gd name="connsiteX11-145" fmla="*/ 0 w 3731172"/>
                  <a:gd name="connsiteY11-146" fmla="*/ 1324303 h 1418896"/>
                  <a:gd name="connsiteX12-147" fmla="*/ 1145627 w 3731172"/>
                  <a:gd name="connsiteY12-148" fmla="*/ 882869 h 1418896"/>
                  <a:gd name="connsiteX13-149" fmla="*/ 1114096 w 3731172"/>
                  <a:gd name="connsiteY13-150" fmla="*/ 420413 h 1418896"/>
                  <a:gd name="connsiteX14-151" fmla="*/ 147144 w 3731172"/>
                  <a:gd name="connsiteY14-152" fmla="*/ 63061 h 1418896"/>
                  <a:gd name="connsiteX0-153" fmla="*/ 168165 w 3731172"/>
                  <a:gd name="connsiteY0-154" fmla="*/ 73572 h 1418896"/>
                  <a:gd name="connsiteX1-155" fmla="*/ 451945 w 3731172"/>
                  <a:gd name="connsiteY1-156" fmla="*/ 0 h 1418896"/>
                  <a:gd name="connsiteX2-157" fmla="*/ 1881352 w 3731172"/>
                  <a:gd name="connsiteY2-158" fmla="*/ 599089 h 1418896"/>
                  <a:gd name="connsiteX3-159" fmla="*/ 3363310 w 3731172"/>
                  <a:gd name="connsiteY3-160" fmla="*/ 0 h 1418896"/>
                  <a:gd name="connsiteX4-161" fmla="*/ 3584027 w 3731172"/>
                  <a:gd name="connsiteY4-162" fmla="*/ 73572 h 1418896"/>
                  <a:gd name="connsiteX5-163" fmla="*/ 2627586 w 3731172"/>
                  <a:gd name="connsiteY5-164" fmla="*/ 441434 h 1418896"/>
                  <a:gd name="connsiteX6-165" fmla="*/ 2596055 w 3731172"/>
                  <a:gd name="connsiteY6-166" fmla="*/ 914400 h 1418896"/>
                  <a:gd name="connsiteX7-167" fmla="*/ 3731172 w 3731172"/>
                  <a:gd name="connsiteY7-168" fmla="*/ 1345324 h 1418896"/>
                  <a:gd name="connsiteX8-169" fmla="*/ 3447393 w 3731172"/>
                  <a:gd name="connsiteY8-170" fmla="*/ 1408386 h 1418896"/>
                  <a:gd name="connsiteX9-171" fmla="*/ 1870841 w 3731172"/>
                  <a:gd name="connsiteY9-172" fmla="*/ 746234 h 1418896"/>
                  <a:gd name="connsiteX10-173" fmla="*/ 262758 w 3731172"/>
                  <a:gd name="connsiteY10-174" fmla="*/ 1418896 h 1418896"/>
                  <a:gd name="connsiteX11-175" fmla="*/ 0 w 3731172"/>
                  <a:gd name="connsiteY11-176" fmla="*/ 1324303 h 1418896"/>
                  <a:gd name="connsiteX12-177" fmla="*/ 1145627 w 3731172"/>
                  <a:gd name="connsiteY12-178" fmla="*/ 882869 h 1418896"/>
                  <a:gd name="connsiteX13-179" fmla="*/ 1114096 w 3731172"/>
                  <a:gd name="connsiteY13-180" fmla="*/ 420413 h 1418896"/>
                  <a:gd name="connsiteX14-181" fmla="*/ 189185 w 3731172"/>
                  <a:gd name="connsiteY14-182" fmla="*/ 84081 h 1418896"/>
                  <a:gd name="connsiteX0-183" fmla="*/ 168165 w 3731172"/>
                  <a:gd name="connsiteY0-184" fmla="*/ 73572 h 1418896"/>
                  <a:gd name="connsiteX1-185" fmla="*/ 451945 w 3731172"/>
                  <a:gd name="connsiteY1-186" fmla="*/ 0 h 1418896"/>
                  <a:gd name="connsiteX2-187" fmla="*/ 1881352 w 3731172"/>
                  <a:gd name="connsiteY2-188" fmla="*/ 599089 h 1418896"/>
                  <a:gd name="connsiteX3-189" fmla="*/ 3363310 w 3731172"/>
                  <a:gd name="connsiteY3-190" fmla="*/ 0 h 1418896"/>
                  <a:gd name="connsiteX4-191" fmla="*/ 3584027 w 3731172"/>
                  <a:gd name="connsiteY4-192" fmla="*/ 73572 h 1418896"/>
                  <a:gd name="connsiteX5-193" fmla="*/ 2627586 w 3731172"/>
                  <a:gd name="connsiteY5-194" fmla="*/ 441434 h 1418896"/>
                  <a:gd name="connsiteX6-195" fmla="*/ 2596055 w 3731172"/>
                  <a:gd name="connsiteY6-196" fmla="*/ 914400 h 1418896"/>
                  <a:gd name="connsiteX7-197" fmla="*/ 3731172 w 3731172"/>
                  <a:gd name="connsiteY7-198" fmla="*/ 1345324 h 1418896"/>
                  <a:gd name="connsiteX8-199" fmla="*/ 3447393 w 3731172"/>
                  <a:gd name="connsiteY8-200" fmla="*/ 1408386 h 1418896"/>
                  <a:gd name="connsiteX9-201" fmla="*/ 1870841 w 3731172"/>
                  <a:gd name="connsiteY9-202" fmla="*/ 746234 h 1418896"/>
                  <a:gd name="connsiteX10-203" fmla="*/ 262758 w 3731172"/>
                  <a:gd name="connsiteY10-204" fmla="*/ 1418896 h 1418896"/>
                  <a:gd name="connsiteX11-205" fmla="*/ 0 w 3731172"/>
                  <a:gd name="connsiteY11-206" fmla="*/ 1324303 h 1418896"/>
                  <a:gd name="connsiteX12-207" fmla="*/ 1145627 w 3731172"/>
                  <a:gd name="connsiteY12-208" fmla="*/ 882869 h 1418896"/>
                  <a:gd name="connsiteX13-209" fmla="*/ 1114096 w 3731172"/>
                  <a:gd name="connsiteY13-210" fmla="*/ 420413 h 1418896"/>
                  <a:gd name="connsiteX14-211" fmla="*/ 189185 w 3731172"/>
                  <a:gd name="connsiteY14-212" fmla="*/ 84081 h 1418896"/>
                  <a:gd name="connsiteX15-213" fmla="*/ 168165 w 3731172"/>
                  <a:gd name="connsiteY15-214" fmla="*/ 73572 h 1418896"/>
                  <a:gd name="connsiteX0-215" fmla="*/ 168165 w 3731172"/>
                  <a:gd name="connsiteY0-216" fmla="*/ 73572 h 1418896"/>
                  <a:gd name="connsiteX1-217" fmla="*/ 451945 w 3731172"/>
                  <a:gd name="connsiteY1-218" fmla="*/ 0 h 1418896"/>
                  <a:gd name="connsiteX2-219" fmla="*/ 1881352 w 3731172"/>
                  <a:gd name="connsiteY2-220" fmla="*/ 599089 h 1418896"/>
                  <a:gd name="connsiteX3-221" fmla="*/ 3363310 w 3731172"/>
                  <a:gd name="connsiteY3-222" fmla="*/ 0 h 1418896"/>
                  <a:gd name="connsiteX4-223" fmla="*/ 3584027 w 3731172"/>
                  <a:gd name="connsiteY4-224" fmla="*/ 73572 h 1418896"/>
                  <a:gd name="connsiteX5-225" fmla="*/ 2627586 w 3731172"/>
                  <a:gd name="connsiteY5-226" fmla="*/ 441434 h 1418896"/>
                  <a:gd name="connsiteX6-227" fmla="*/ 2596055 w 3731172"/>
                  <a:gd name="connsiteY6-228" fmla="*/ 914400 h 1418896"/>
                  <a:gd name="connsiteX7-229" fmla="*/ 3731172 w 3731172"/>
                  <a:gd name="connsiteY7-230" fmla="*/ 1345324 h 1418896"/>
                  <a:gd name="connsiteX8-231" fmla="*/ 3447393 w 3731172"/>
                  <a:gd name="connsiteY8-232" fmla="*/ 1408386 h 1418896"/>
                  <a:gd name="connsiteX9-233" fmla="*/ 1870841 w 3731172"/>
                  <a:gd name="connsiteY9-234" fmla="*/ 746234 h 1418896"/>
                  <a:gd name="connsiteX10-235" fmla="*/ 262758 w 3731172"/>
                  <a:gd name="connsiteY10-236" fmla="*/ 1418896 h 1418896"/>
                  <a:gd name="connsiteX11-237" fmla="*/ 0 w 3731172"/>
                  <a:gd name="connsiteY11-238" fmla="*/ 1324303 h 1418896"/>
                  <a:gd name="connsiteX12-239" fmla="*/ 1145627 w 3731172"/>
                  <a:gd name="connsiteY12-240" fmla="*/ 882869 h 1418896"/>
                  <a:gd name="connsiteX13-241" fmla="*/ 1156137 w 3731172"/>
                  <a:gd name="connsiteY13-242" fmla="*/ 441434 h 1418896"/>
                  <a:gd name="connsiteX14-243" fmla="*/ 189185 w 3731172"/>
                  <a:gd name="connsiteY14-244" fmla="*/ 84081 h 1418896"/>
                  <a:gd name="connsiteX15-245" fmla="*/ 168165 w 3731172"/>
                  <a:gd name="connsiteY15-246" fmla="*/ 73572 h 1418896"/>
                  <a:gd name="connsiteX0-247" fmla="*/ 168165 w 3731172"/>
                  <a:gd name="connsiteY0-248" fmla="*/ 73572 h 1418896"/>
                  <a:gd name="connsiteX1-249" fmla="*/ 451945 w 3731172"/>
                  <a:gd name="connsiteY1-250" fmla="*/ 0 h 1418896"/>
                  <a:gd name="connsiteX2-251" fmla="*/ 1881352 w 3731172"/>
                  <a:gd name="connsiteY2-252" fmla="*/ 599089 h 1418896"/>
                  <a:gd name="connsiteX3-253" fmla="*/ 3363310 w 3731172"/>
                  <a:gd name="connsiteY3-254" fmla="*/ 0 h 1418896"/>
                  <a:gd name="connsiteX4-255" fmla="*/ 3584027 w 3731172"/>
                  <a:gd name="connsiteY4-256" fmla="*/ 73572 h 1418896"/>
                  <a:gd name="connsiteX5-257" fmla="*/ 2627586 w 3731172"/>
                  <a:gd name="connsiteY5-258" fmla="*/ 441434 h 1418896"/>
                  <a:gd name="connsiteX6-259" fmla="*/ 2596055 w 3731172"/>
                  <a:gd name="connsiteY6-260" fmla="*/ 914400 h 1418896"/>
                  <a:gd name="connsiteX7-261" fmla="*/ 3731172 w 3731172"/>
                  <a:gd name="connsiteY7-262" fmla="*/ 1345324 h 1418896"/>
                  <a:gd name="connsiteX8-263" fmla="*/ 3447393 w 3731172"/>
                  <a:gd name="connsiteY8-264" fmla="*/ 1408386 h 1418896"/>
                  <a:gd name="connsiteX9-265" fmla="*/ 1870841 w 3731172"/>
                  <a:gd name="connsiteY9-266" fmla="*/ 746234 h 1418896"/>
                  <a:gd name="connsiteX10-267" fmla="*/ 262758 w 3731172"/>
                  <a:gd name="connsiteY10-268" fmla="*/ 1418896 h 1418896"/>
                  <a:gd name="connsiteX11-269" fmla="*/ 0 w 3731172"/>
                  <a:gd name="connsiteY11-270" fmla="*/ 1324303 h 1418896"/>
                  <a:gd name="connsiteX12-271" fmla="*/ 1145627 w 3731172"/>
                  <a:gd name="connsiteY12-272" fmla="*/ 882869 h 1418896"/>
                  <a:gd name="connsiteX13-273" fmla="*/ 1145626 w 3731172"/>
                  <a:gd name="connsiteY13-274" fmla="*/ 451945 h 1418896"/>
                  <a:gd name="connsiteX14-275" fmla="*/ 189185 w 3731172"/>
                  <a:gd name="connsiteY14-276" fmla="*/ 84081 h 1418896"/>
                  <a:gd name="connsiteX15-277" fmla="*/ 168165 w 3731172"/>
                  <a:gd name="connsiteY15-278" fmla="*/ 73572 h 1418896"/>
                  <a:gd name="connsiteX0-279" fmla="*/ 168165 w 3731172"/>
                  <a:gd name="connsiteY0-280" fmla="*/ 73572 h 1418896"/>
                  <a:gd name="connsiteX1-281" fmla="*/ 451945 w 3731172"/>
                  <a:gd name="connsiteY1-282" fmla="*/ 0 h 1418896"/>
                  <a:gd name="connsiteX2-283" fmla="*/ 1881352 w 3731172"/>
                  <a:gd name="connsiteY2-284" fmla="*/ 599089 h 1418896"/>
                  <a:gd name="connsiteX3-285" fmla="*/ 3363310 w 3731172"/>
                  <a:gd name="connsiteY3-286" fmla="*/ 0 h 1418896"/>
                  <a:gd name="connsiteX4-287" fmla="*/ 3584027 w 3731172"/>
                  <a:gd name="connsiteY4-288" fmla="*/ 73572 h 1418896"/>
                  <a:gd name="connsiteX5-289" fmla="*/ 2627586 w 3731172"/>
                  <a:gd name="connsiteY5-290" fmla="*/ 441434 h 1418896"/>
                  <a:gd name="connsiteX6-291" fmla="*/ 2596055 w 3731172"/>
                  <a:gd name="connsiteY6-292" fmla="*/ 914400 h 1418896"/>
                  <a:gd name="connsiteX7-293" fmla="*/ 3731172 w 3731172"/>
                  <a:gd name="connsiteY7-294" fmla="*/ 1345324 h 1418896"/>
                  <a:gd name="connsiteX8-295" fmla="*/ 3447393 w 3731172"/>
                  <a:gd name="connsiteY8-296" fmla="*/ 1408386 h 1418896"/>
                  <a:gd name="connsiteX9-297" fmla="*/ 1870841 w 3731172"/>
                  <a:gd name="connsiteY9-298" fmla="*/ 746234 h 1418896"/>
                  <a:gd name="connsiteX10-299" fmla="*/ 262758 w 3731172"/>
                  <a:gd name="connsiteY10-300" fmla="*/ 1418896 h 1418896"/>
                  <a:gd name="connsiteX11-301" fmla="*/ 0 w 3731172"/>
                  <a:gd name="connsiteY11-302" fmla="*/ 1324303 h 1418896"/>
                  <a:gd name="connsiteX12-303" fmla="*/ 1145627 w 3731172"/>
                  <a:gd name="connsiteY12-304" fmla="*/ 903890 h 1418896"/>
                  <a:gd name="connsiteX13-305" fmla="*/ 1145626 w 3731172"/>
                  <a:gd name="connsiteY13-306" fmla="*/ 451945 h 1418896"/>
                  <a:gd name="connsiteX14-307" fmla="*/ 189185 w 3731172"/>
                  <a:gd name="connsiteY14-308" fmla="*/ 84081 h 1418896"/>
                  <a:gd name="connsiteX15-309" fmla="*/ 168165 w 3731172"/>
                  <a:gd name="connsiteY15-310" fmla="*/ 73572 h 1418896"/>
                  <a:gd name="connsiteX0-311" fmla="*/ 147144 w 3710151"/>
                  <a:gd name="connsiteY0-312" fmla="*/ 73572 h 1418896"/>
                  <a:gd name="connsiteX1-313" fmla="*/ 430924 w 3710151"/>
                  <a:gd name="connsiteY1-314" fmla="*/ 0 h 1418896"/>
                  <a:gd name="connsiteX2-315" fmla="*/ 1860331 w 3710151"/>
                  <a:gd name="connsiteY2-316" fmla="*/ 599089 h 1418896"/>
                  <a:gd name="connsiteX3-317" fmla="*/ 3342289 w 3710151"/>
                  <a:gd name="connsiteY3-318" fmla="*/ 0 h 1418896"/>
                  <a:gd name="connsiteX4-319" fmla="*/ 3563006 w 3710151"/>
                  <a:gd name="connsiteY4-320" fmla="*/ 73572 h 1418896"/>
                  <a:gd name="connsiteX5-321" fmla="*/ 2606565 w 3710151"/>
                  <a:gd name="connsiteY5-322" fmla="*/ 441434 h 1418896"/>
                  <a:gd name="connsiteX6-323" fmla="*/ 2575034 w 3710151"/>
                  <a:gd name="connsiteY6-324" fmla="*/ 914400 h 1418896"/>
                  <a:gd name="connsiteX7-325" fmla="*/ 3710151 w 3710151"/>
                  <a:gd name="connsiteY7-326" fmla="*/ 1345324 h 1418896"/>
                  <a:gd name="connsiteX8-327" fmla="*/ 3426372 w 3710151"/>
                  <a:gd name="connsiteY8-328" fmla="*/ 1408386 h 1418896"/>
                  <a:gd name="connsiteX9-329" fmla="*/ 1849820 w 3710151"/>
                  <a:gd name="connsiteY9-330" fmla="*/ 746234 h 1418896"/>
                  <a:gd name="connsiteX10-331" fmla="*/ 241737 w 3710151"/>
                  <a:gd name="connsiteY10-332" fmla="*/ 1418896 h 1418896"/>
                  <a:gd name="connsiteX11-333" fmla="*/ 0 w 3710151"/>
                  <a:gd name="connsiteY11-334" fmla="*/ 1334814 h 1418896"/>
                  <a:gd name="connsiteX12-335" fmla="*/ 1124606 w 3710151"/>
                  <a:gd name="connsiteY12-336" fmla="*/ 903890 h 1418896"/>
                  <a:gd name="connsiteX13-337" fmla="*/ 1124605 w 3710151"/>
                  <a:gd name="connsiteY13-338" fmla="*/ 451945 h 1418896"/>
                  <a:gd name="connsiteX14-339" fmla="*/ 168164 w 3710151"/>
                  <a:gd name="connsiteY14-340" fmla="*/ 84081 h 1418896"/>
                  <a:gd name="connsiteX15-341" fmla="*/ 147144 w 3710151"/>
                  <a:gd name="connsiteY15-342" fmla="*/ 73572 h 1418896"/>
                  <a:gd name="connsiteX0-343" fmla="*/ 147144 w 3710151"/>
                  <a:gd name="connsiteY0-344" fmla="*/ 73572 h 1418896"/>
                  <a:gd name="connsiteX1-345" fmla="*/ 430924 w 3710151"/>
                  <a:gd name="connsiteY1-346" fmla="*/ 0 h 1418896"/>
                  <a:gd name="connsiteX2-347" fmla="*/ 1860331 w 3710151"/>
                  <a:gd name="connsiteY2-348" fmla="*/ 599089 h 1418896"/>
                  <a:gd name="connsiteX3-349" fmla="*/ 3342289 w 3710151"/>
                  <a:gd name="connsiteY3-350" fmla="*/ 0 h 1418896"/>
                  <a:gd name="connsiteX4-351" fmla="*/ 3563006 w 3710151"/>
                  <a:gd name="connsiteY4-352" fmla="*/ 73572 h 1418896"/>
                  <a:gd name="connsiteX5-353" fmla="*/ 2606565 w 3710151"/>
                  <a:gd name="connsiteY5-354" fmla="*/ 441434 h 1418896"/>
                  <a:gd name="connsiteX6-355" fmla="*/ 2606565 w 3710151"/>
                  <a:gd name="connsiteY6-356" fmla="*/ 924910 h 1418896"/>
                  <a:gd name="connsiteX7-357" fmla="*/ 3710151 w 3710151"/>
                  <a:gd name="connsiteY7-358" fmla="*/ 1345324 h 1418896"/>
                  <a:gd name="connsiteX8-359" fmla="*/ 3426372 w 3710151"/>
                  <a:gd name="connsiteY8-360" fmla="*/ 1408386 h 1418896"/>
                  <a:gd name="connsiteX9-361" fmla="*/ 1849820 w 3710151"/>
                  <a:gd name="connsiteY9-362" fmla="*/ 746234 h 1418896"/>
                  <a:gd name="connsiteX10-363" fmla="*/ 241737 w 3710151"/>
                  <a:gd name="connsiteY10-364" fmla="*/ 1418896 h 1418896"/>
                  <a:gd name="connsiteX11-365" fmla="*/ 0 w 3710151"/>
                  <a:gd name="connsiteY11-366" fmla="*/ 1334814 h 1418896"/>
                  <a:gd name="connsiteX12-367" fmla="*/ 1124606 w 3710151"/>
                  <a:gd name="connsiteY12-368" fmla="*/ 903890 h 1418896"/>
                  <a:gd name="connsiteX13-369" fmla="*/ 1124605 w 3710151"/>
                  <a:gd name="connsiteY13-370" fmla="*/ 451945 h 1418896"/>
                  <a:gd name="connsiteX14-371" fmla="*/ 168164 w 3710151"/>
                  <a:gd name="connsiteY14-372" fmla="*/ 84081 h 1418896"/>
                  <a:gd name="connsiteX15-373" fmla="*/ 147144 w 3710151"/>
                  <a:gd name="connsiteY15-374" fmla="*/ 73572 h 1418896"/>
                  <a:gd name="connsiteX0-375" fmla="*/ 147144 w 3710151"/>
                  <a:gd name="connsiteY0-376" fmla="*/ 73572 h 1418896"/>
                  <a:gd name="connsiteX1-377" fmla="*/ 430924 w 3710151"/>
                  <a:gd name="connsiteY1-378" fmla="*/ 0 h 1418896"/>
                  <a:gd name="connsiteX2-379" fmla="*/ 1860331 w 3710151"/>
                  <a:gd name="connsiteY2-380" fmla="*/ 599089 h 1418896"/>
                  <a:gd name="connsiteX3-381" fmla="*/ 3342289 w 3710151"/>
                  <a:gd name="connsiteY3-382" fmla="*/ 0 h 1418896"/>
                  <a:gd name="connsiteX4-383" fmla="*/ 3563006 w 3710151"/>
                  <a:gd name="connsiteY4-384" fmla="*/ 73572 h 1418896"/>
                  <a:gd name="connsiteX5-385" fmla="*/ 2606565 w 3710151"/>
                  <a:gd name="connsiteY5-386" fmla="*/ 441434 h 1418896"/>
                  <a:gd name="connsiteX6-387" fmla="*/ 2610282 w 3710151"/>
                  <a:gd name="connsiteY6-388" fmla="*/ 902607 h 1418896"/>
                  <a:gd name="connsiteX7-389" fmla="*/ 3710151 w 3710151"/>
                  <a:gd name="connsiteY7-390" fmla="*/ 1345324 h 1418896"/>
                  <a:gd name="connsiteX8-391" fmla="*/ 3426372 w 3710151"/>
                  <a:gd name="connsiteY8-392" fmla="*/ 1408386 h 1418896"/>
                  <a:gd name="connsiteX9-393" fmla="*/ 1849820 w 3710151"/>
                  <a:gd name="connsiteY9-394" fmla="*/ 746234 h 1418896"/>
                  <a:gd name="connsiteX10-395" fmla="*/ 241737 w 3710151"/>
                  <a:gd name="connsiteY10-396" fmla="*/ 1418896 h 1418896"/>
                  <a:gd name="connsiteX11-397" fmla="*/ 0 w 3710151"/>
                  <a:gd name="connsiteY11-398" fmla="*/ 1334814 h 1418896"/>
                  <a:gd name="connsiteX12-399" fmla="*/ 1124606 w 3710151"/>
                  <a:gd name="connsiteY12-400" fmla="*/ 903890 h 1418896"/>
                  <a:gd name="connsiteX13-401" fmla="*/ 1124605 w 3710151"/>
                  <a:gd name="connsiteY13-402" fmla="*/ 451945 h 1418896"/>
                  <a:gd name="connsiteX14-403" fmla="*/ 168164 w 3710151"/>
                  <a:gd name="connsiteY14-404" fmla="*/ 84081 h 1418896"/>
                  <a:gd name="connsiteX15-405" fmla="*/ 147144 w 3710151"/>
                  <a:gd name="connsiteY15-406" fmla="*/ 73572 h 1418896"/>
                  <a:gd name="connsiteX0-407" fmla="*/ 147144 w 3710151"/>
                  <a:gd name="connsiteY0-408" fmla="*/ 73572 h 1418896"/>
                  <a:gd name="connsiteX1-409" fmla="*/ 430924 w 3710151"/>
                  <a:gd name="connsiteY1-410" fmla="*/ 0 h 1418896"/>
                  <a:gd name="connsiteX2-411" fmla="*/ 1860331 w 3710151"/>
                  <a:gd name="connsiteY2-412" fmla="*/ 599089 h 1418896"/>
                  <a:gd name="connsiteX3-413" fmla="*/ 3342289 w 3710151"/>
                  <a:gd name="connsiteY3-414" fmla="*/ 0 h 1418896"/>
                  <a:gd name="connsiteX4-415" fmla="*/ 3563006 w 3710151"/>
                  <a:gd name="connsiteY4-416" fmla="*/ 73572 h 1418896"/>
                  <a:gd name="connsiteX5-417" fmla="*/ 2617717 w 3710151"/>
                  <a:gd name="connsiteY5-418" fmla="*/ 445151 h 1418896"/>
                  <a:gd name="connsiteX6-419" fmla="*/ 2610282 w 3710151"/>
                  <a:gd name="connsiteY6-420" fmla="*/ 902607 h 1418896"/>
                  <a:gd name="connsiteX7-421" fmla="*/ 3710151 w 3710151"/>
                  <a:gd name="connsiteY7-422" fmla="*/ 1345324 h 1418896"/>
                  <a:gd name="connsiteX8-423" fmla="*/ 3426372 w 3710151"/>
                  <a:gd name="connsiteY8-424" fmla="*/ 1408386 h 1418896"/>
                  <a:gd name="connsiteX9-425" fmla="*/ 1849820 w 3710151"/>
                  <a:gd name="connsiteY9-426" fmla="*/ 746234 h 1418896"/>
                  <a:gd name="connsiteX10-427" fmla="*/ 241737 w 3710151"/>
                  <a:gd name="connsiteY10-428" fmla="*/ 1418896 h 1418896"/>
                  <a:gd name="connsiteX11-429" fmla="*/ 0 w 3710151"/>
                  <a:gd name="connsiteY11-430" fmla="*/ 1334814 h 1418896"/>
                  <a:gd name="connsiteX12-431" fmla="*/ 1124606 w 3710151"/>
                  <a:gd name="connsiteY12-432" fmla="*/ 903890 h 1418896"/>
                  <a:gd name="connsiteX13-433" fmla="*/ 1124605 w 3710151"/>
                  <a:gd name="connsiteY13-434" fmla="*/ 451945 h 1418896"/>
                  <a:gd name="connsiteX14-435" fmla="*/ 168164 w 3710151"/>
                  <a:gd name="connsiteY14-436" fmla="*/ 84081 h 1418896"/>
                  <a:gd name="connsiteX15-437" fmla="*/ 147144 w 3710151"/>
                  <a:gd name="connsiteY15-438" fmla="*/ 73572 h 1418896"/>
                  <a:gd name="connsiteX0-439" fmla="*/ 147144 w 3710151"/>
                  <a:gd name="connsiteY0-440" fmla="*/ 73572 h 1418896"/>
                  <a:gd name="connsiteX1-441" fmla="*/ 430924 w 3710151"/>
                  <a:gd name="connsiteY1-442" fmla="*/ 0 h 1418896"/>
                  <a:gd name="connsiteX2-443" fmla="*/ 1860331 w 3710151"/>
                  <a:gd name="connsiteY2-444" fmla="*/ 599089 h 1418896"/>
                  <a:gd name="connsiteX3-445" fmla="*/ 3342289 w 3710151"/>
                  <a:gd name="connsiteY3-446" fmla="*/ 0 h 1418896"/>
                  <a:gd name="connsiteX4-447" fmla="*/ 3563006 w 3710151"/>
                  <a:gd name="connsiteY4-448" fmla="*/ 73572 h 1418896"/>
                  <a:gd name="connsiteX5-449" fmla="*/ 2617717 w 3710151"/>
                  <a:gd name="connsiteY5-450" fmla="*/ 448868 h 1418896"/>
                  <a:gd name="connsiteX6-451" fmla="*/ 2610282 w 3710151"/>
                  <a:gd name="connsiteY6-452" fmla="*/ 902607 h 1418896"/>
                  <a:gd name="connsiteX7-453" fmla="*/ 3710151 w 3710151"/>
                  <a:gd name="connsiteY7-454" fmla="*/ 1345324 h 1418896"/>
                  <a:gd name="connsiteX8-455" fmla="*/ 3426372 w 3710151"/>
                  <a:gd name="connsiteY8-456" fmla="*/ 1408386 h 1418896"/>
                  <a:gd name="connsiteX9-457" fmla="*/ 1849820 w 3710151"/>
                  <a:gd name="connsiteY9-458" fmla="*/ 746234 h 1418896"/>
                  <a:gd name="connsiteX10-459" fmla="*/ 241737 w 3710151"/>
                  <a:gd name="connsiteY10-460" fmla="*/ 1418896 h 1418896"/>
                  <a:gd name="connsiteX11-461" fmla="*/ 0 w 3710151"/>
                  <a:gd name="connsiteY11-462" fmla="*/ 1334814 h 1418896"/>
                  <a:gd name="connsiteX12-463" fmla="*/ 1124606 w 3710151"/>
                  <a:gd name="connsiteY12-464" fmla="*/ 903890 h 1418896"/>
                  <a:gd name="connsiteX13-465" fmla="*/ 1124605 w 3710151"/>
                  <a:gd name="connsiteY13-466" fmla="*/ 451945 h 1418896"/>
                  <a:gd name="connsiteX14-467" fmla="*/ 168164 w 3710151"/>
                  <a:gd name="connsiteY14-468" fmla="*/ 84081 h 1418896"/>
                  <a:gd name="connsiteX15-469" fmla="*/ 147144 w 3710151"/>
                  <a:gd name="connsiteY15-470" fmla="*/ 73572 h 1418896"/>
                  <a:gd name="connsiteX0-471" fmla="*/ 147144 w 3710151"/>
                  <a:gd name="connsiteY0-472" fmla="*/ 73572 h 1418896"/>
                  <a:gd name="connsiteX1-473" fmla="*/ 430924 w 3710151"/>
                  <a:gd name="connsiteY1-474" fmla="*/ 0 h 1418896"/>
                  <a:gd name="connsiteX2-475" fmla="*/ 1838028 w 3710151"/>
                  <a:gd name="connsiteY2-476" fmla="*/ 591655 h 1418896"/>
                  <a:gd name="connsiteX3-477" fmla="*/ 3342289 w 3710151"/>
                  <a:gd name="connsiteY3-478" fmla="*/ 0 h 1418896"/>
                  <a:gd name="connsiteX4-479" fmla="*/ 3563006 w 3710151"/>
                  <a:gd name="connsiteY4-480" fmla="*/ 73572 h 1418896"/>
                  <a:gd name="connsiteX5-481" fmla="*/ 2617717 w 3710151"/>
                  <a:gd name="connsiteY5-482" fmla="*/ 448868 h 1418896"/>
                  <a:gd name="connsiteX6-483" fmla="*/ 2610282 w 3710151"/>
                  <a:gd name="connsiteY6-484" fmla="*/ 902607 h 1418896"/>
                  <a:gd name="connsiteX7-485" fmla="*/ 3710151 w 3710151"/>
                  <a:gd name="connsiteY7-486" fmla="*/ 1345324 h 1418896"/>
                  <a:gd name="connsiteX8-487" fmla="*/ 3426372 w 3710151"/>
                  <a:gd name="connsiteY8-488" fmla="*/ 1408386 h 1418896"/>
                  <a:gd name="connsiteX9-489" fmla="*/ 1849820 w 3710151"/>
                  <a:gd name="connsiteY9-490" fmla="*/ 746234 h 1418896"/>
                  <a:gd name="connsiteX10-491" fmla="*/ 241737 w 3710151"/>
                  <a:gd name="connsiteY10-492" fmla="*/ 1418896 h 1418896"/>
                  <a:gd name="connsiteX11-493" fmla="*/ 0 w 3710151"/>
                  <a:gd name="connsiteY11-494" fmla="*/ 1334814 h 1418896"/>
                  <a:gd name="connsiteX12-495" fmla="*/ 1124606 w 3710151"/>
                  <a:gd name="connsiteY12-496" fmla="*/ 903890 h 1418896"/>
                  <a:gd name="connsiteX13-497" fmla="*/ 1124605 w 3710151"/>
                  <a:gd name="connsiteY13-498" fmla="*/ 451945 h 1418896"/>
                  <a:gd name="connsiteX14-499" fmla="*/ 168164 w 3710151"/>
                  <a:gd name="connsiteY14-500" fmla="*/ 84081 h 1418896"/>
                  <a:gd name="connsiteX15-501" fmla="*/ 147144 w 3710151"/>
                  <a:gd name="connsiteY15-502" fmla="*/ 73572 h 1418896"/>
                  <a:gd name="connsiteX0-503" fmla="*/ 147144 w 3710151"/>
                  <a:gd name="connsiteY0-504" fmla="*/ 73572 h 1418896"/>
                  <a:gd name="connsiteX1-505" fmla="*/ 430924 w 3710151"/>
                  <a:gd name="connsiteY1-506" fmla="*/ 0 h 1418896"/>
                  <a:gd name="connsiteX2-507" fmla="*/ 1838028 w 3710151"/>
                  <a:gd name="connsiteY2-508" fmla="*/ 591655 h 1418896"/>
                  <a:gd name="connsiteX3-509" fmla="*/ 3342289 w 3710151"/>
                  <a:gd name="connsiteY3-510" fmla="*/ 0 h 1418896"/>
                  <a:gd name="connsiteX4-511" fmla="*/ 3563006 w 3710151"/>
                  <a:gd name="connsiteY4-512" fmla="*/ 73572 h 1418896"/>
                  <a:gd name="connsiteX5-513" fmla="*/ 2617717 w 3710151"/>
                  <a:gd name="connsiteY5-514" fmla="*/ 448868 h 1418896"/>
                  <a:gd name="connsiteX6-515" fmla="*/ 2610282 w 3710151"/>
                  <a:gd name="connsiteY6-516" fmla="*/ 902607 h 1418896"/>
                  <a:gd name="connsiteX7-517" fmla="*/ 3710151 w 3710151"/>
                  <a:gd name="connsiteY7-518" fmla="*/ 1345324 h 1418896"/>
                  <a:gd name="connsiteX8-519" fmla="*/ 3426372 w 3710151"/>
                  <a:gd name="connsiteY8-520" fmla="*/ 1408386 h 1418896"/>
                  <a:gd name="connsiteX9-521" fmla="*/ 1849820 w 3710151"/>
                  <a:gd name="connsiteY9-522" fmla="*/ 746234 h 1418896"/>
                  <a:gd name="connsiteX10-523" fmla="*/ 241737 w 3710151"/>
                  <a:gd name="connsiteY10-524" fmla="*/ 1418896 h 1418896"/>
                  <a:gd name="connsiteX11-525" fmla="*/ 0 w 3710151"/>
                  <a:gd name="connsiteY11-526" fmla="*/ 1334814 h 1418896"/>
                  <a:gd name="connsiteX12-527" fmla="*/ 1124606 w 3710151"/>
                  <a:gd name="connsiteY12-528" fmla="*/ 903890 h 1418896"/>
                  <a:gd name="connsiteX13-529" fmla="*/ 1087434 w 3710151"/>
                  <a:gd name="connsiteY13-530" fmla="*/ 451945 h 1418896"/>
                  <a:gd name="connsiteX14-531" fmla="*/ 168164 w 3710151"/>
                  <a:gd name="connsiteY14-532" fmla="*/ 84081 h 1418896"/>
                  <a:gd name="connsiteX15-533" fmla="*/ 147144 w 3710151"/>
                  <a:gd name="connsiteY15-534" fmla="*/ 73572 h 1418896"/>
                  <a:gd name="connsiteX0-535" fmla="*/ 147144 w 3710151"/>
                  <a:gd name="connsiteY0-536" fmla="*/ 73572 h 1418896"/>
                  <a:gd name="connsiteX1-537" fmla="*/ 430924 w 3710151"/>
                  <a:gd name="connsiteY1-538" fmla="*/ 0 h 1418896"/>
                  <a:gd name="connsiteX2-539" fmla="*/ 1838028 w 3710151"/>
                  <a:gd name="connsiteY2-540" fmla="*/ 591655 h 1418896"/>
                  <a:gd name="connsiteX3-541" fmla="*/ 3342289 w 3710151"/>
                  <a:gd name="connsiteY3-542" fmla="*/ 0 h 1418896"/>
                  <a:gd name="connsiteX4-543" fmla="*/ 3563006 w 3710151"/>
                  <a:gd name="connsiteY4-544" fmla="*/ 73572 h 1418896"/>
                  <a:gd name="connsiteX5-545" fmla="*/ 2617717 w 3710151"/>
                  <a:gd name="connsiteY5-546" fmla="*/ 448868 h 1418896"/>
                  <a:gd name="connsiteX6-547" fmla="*/ 2610282 w 3710151"/>
                  <a:gd name="connsiteY6-548" fmla="*/ 902607 h 1418896"/>
                  <a:gd name="connsiteX7-549" fmla="*/ 3710151 w 3710151"/>
                  <a:gd name="connsiteY7-550" fmla="*/ 1345324 h 1418896"/>
                  <a:gd name="connsiteX8-551" fmla="*/ 3426372 w 3710151"/>
                  <a:gd name="connsiteY8-552" fmla="*/ 1408386 h 1418896"/>
                  <a:gd name="connsiteX9-553" fmla="*/ 1849820 w 3710151"/>
                  <a:gd name="connsiteY9-554" fmla="*/ 746234 h 1418896"/>
                  <a:gd name="connsiteX10-555" fmla="*/ 241737 w 3710151"/>
                  <a:gd name="connsiteY10-556" fmla="*/ 1418896 h 1418896"/>
                  <a:gd name="connsiteX11-557" fmla="*/ 0 w 3710151"/>
                  <a:gd name="connsiteY11-558" fmla="*/ 1334814 h 1418896"/>
                  <a:gd name="connsiteX12-559" fmla="*/ 1098586 w 3710151"/>
                  <a:gd name="connsiteY12-560" fmla="*/ 903890 h 1418896"/>
                  <a:gd name="connsiteX13-561" fmla="*/ 1087434 w 3710151"/>
                  <a:gd name="connsiteY13-562" fmla="*/ 451945 h 1418896"/>
                  <a:gd name="connsiteX14-563" fmla="*/ 168164 w 3710151"/>
                  <a:gd name="connsiteY14-564" fmla="*/ 84081 h 1418896"/>
                  <a:gd name="connsiteX15-565" fmla="*/ 147144 w 3710151"/>
                  <a:gd name="connsiteY15-566" fmla="*/ 73572 h 1418896"/>
                  <a:gd name="connsiteX0-567" fmla="*/ 162012 w 3725019"/>
                  <a:gd name="connsiteY0-568" fmla="*/ 73572 h 1418896"/>
                  <a:gd name="connsiteX1-569" fmla="*/ 445792 w 3725019"/>
                  <a:gd name="connsiteY1-570" fmla="*/ 0 h 1418896"/>
                  <a:gd name="connsiteX2-571" fmla="*/ 1852896 w 3725019"/>
                  <a:gd name="connsiteY2-572" fmla="*/ 591655 h 1418896"/>
                  <a:gd name="connsiteX3-573" fmla="*/ 3357157 w 3725019"/>
                  <a:gd name="connsiteY3-574" fmla="*/ 0 h 1418896"/>
                  <a:gd name="connsiteX4-575" fmla="*/ 3577874 w 3725019"/>
                  <a:gd name="connsiteY4-576" fmla="*/ 73572 h 1418896"/>
                  <a:gd name="connsiteX5-577" fmla="*/ 2632585 w 3725019"/>
                  <a:gd name="connsiteY5-578" fmla="*/ 448868 h 1418896"/>
                  <a:gd name="connsiteX6-579" fmla="*/ 2625150 w 3725019"/>
                  <a:gd name="connsiteY6-580" fmla="*/ 902607 h 1418896"/>
                  <a:gd name="connsiteX7-581" fmla="*/ 3725019 w 3725019"/>
                  <a:gd name="connsiteY7-582" fmla="*/ 1345324 h 1418896"/>
                  <a:gd name="connsiteX8-583" fmla="*/ 3441240 w 3725019"/>
                  <a:gd name="connsiteY8-584" fmla="*/ 1408386 h 1418896"/>
                  <a:gd name="connsiteX9-585" fmla="*/ 1864688 w 3725019"/>
                  <a:gd name="connsiteY9-586" fmla="*/ 746234 h 1418896"/>
                  <a:gd name="connsiteX10-587" fmla="*/ 256605 w 3725019"/>
                  <a:gd name="connsiteY10-588" fmla="*/ 1418896 h 1418896"/>
                  <a:gd name="connsiteX11-589" fmla="*/ 0 w 3725019"/>
                  <a:gd name="connsiteY11-590" fmla="*/ 1331097 h 1418896"/>
                  <a:gd name="connsiteX12-591" fmla="*/ 1113454 w 3725019"/>
                  <a:gd name="connsiteY12-592" fmla="*/ 903890 h 1418896"/>
                  <a:gd name="connsiteX13-593" fmla="*/ 1102302 w 3725019"/>
                  <a:gd name="connsiteY13-594" fmla="*/ 451945 h 1418896"/>
                  <a:gd name="connsiteX14-595" fmla="*/ 183032 w 3725019"/>
                  <a:gd name="connsiteY14-596" fmla="*/ 84081 h 1418896"/>
                  <a:gd name="connsiteX15-597" fmla="*/ 162012 w 3725019"/>
                  <a:gd name="connsiteY15-598" fmla="*/ 73572 h 141889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978813" y="264748"/>
            <a:ext cx="4683534" cy="1680850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MS PGothic" panose="020B0600070205080204" pitchFamily="34" charset="-128"/>
              </a:rPr>
              <a:t>封装：端到端视角</a:t>
            </a:r>
            <a:endParaRPr lang="en-US" sz="4400" dirty="0"/>
          </a:p>
        </p:txBody>
      </p:sp>
      <p:sp>
        <p:nvSpPr>
          <p:cNvPr id="175" name="Freeform 2"/>
          <p:cNvSpPr/>
          <p:nvPr/>
        </p:nvSpPr>
        <p:spPr bwMode="auto">
          <a:xfrm>
            <a:off x="5037145" y="1701796"/>
            <a:ext cx="4048125" cy="3833813"/>
          </a:xfrm>
          <a:custGeom>
            <a:avLst/>
            <a:gdLst>
              <a:gd name="T0" fmla="*/ 2147483646 w 2550"/>
              <a:gd name="T1" fmla="*/ 0 h 2415"/>
              <a:gd name="T2" fmla="*/ 2147483646 w 2550"/>
              <a:gd name="T3" fmla="*/ 0 h 2415"/>
              <a:gd name="T4" fmla="*/ 2147483646 w 2550"/>
              <a:gd name="T5" fmla="*/ 2147483646 h 2415"/>
              <a:gd name="T6" fmla="*/ 0 w 2550"/>
              <a:gd name="T7" fmla="*/ 2147483646 h 2415"/>
              <a:gd name="T8" fmla="*/ 0 60000 65536"/>
              <a:gd name="T9" fmla="*/ 0 60000 65536"/>
              <a:gd name="T10" fmla="*/ 0 60000 65536"/>
              <a:gd name="T11" fmla="*/ 0 60000 65536"/>
              <a:gd name="T12" fmla="*/ 0 w 2550"/>
              <a:gd name="T13" fmla="*/ 0 h 2415"/>
              <a:gd name="T14" fmla="*/ 2550 w 2550"/>
              <a:gd name="T15" fmla="*/ 2415 h 2415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550" h="2415">
                <a:moveTo>
                  <a:pt x="592" y="0"/>
                </a:moveTo>
                <a:lnTo>
                  <a:pt x="2544" y="0"/>
                </a:lnTo>
                <a:lnTo>
                  <a:pt x="2550" y="2415"/>
                </a:lnTo>
                <a:lnTo>
                  <a:pt x="0" y="2415"/>
                </a:lnTo>
              </a:path>
            </a:pathLst>
          </a:custGeom>
          <a:noFill/>
          <a:ln w="9525">
            <a:solidFill>
              <a:schemeClr val="bg2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76" name="Text Box 8"/>
          <p:cNvSpPr txBox="1">
            <a:spLocks noChangeArrowheads="1"/>
          </p:cNvSpPr>
          <p:nvPr/>
        </p:nvSpPr>
        <p:spPr bwMode="auto">
          <a:xfrm>
            <a:off x="3935420" y="477833"/>
            <a:ext cx="110013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源</a:t>
            </a:r>
            <a:endParaRPr kumimoji="0" lang="en-US" altLang="en-US" sz="2400" b="0" i="1" u="none" strike="noStrike" kern="120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77" name="Freeform 10"/>
          <p:cNvSpPr/>
          <p:nvPr/>
        </p:nvSpPr>
        <p:spPr bwMode="auto">
          <a:xfrm>
            <a:off x="5087944" y="959945"/>
            <a:ext cx="360362" cy="1596219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7" h="1186">
                <a:moveTo>
                  <a:pt x="254" y="466"/>
                </a:moveTo>
                <a:lnTo>
                  <a:pt x="0" y="0"/>
                </a:lnTo>
                <a:lnTo>
                  <a:pt x="0" y="1186"/>
                </a:lnTo>
                <a:lnTo>
                  <a:pt x="267" y="652"/>
                </a:lnTo>
                <a:lnTo>
                  <a:pt x="254" y="466"/>
                </a:ln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80" name="Line 25"/>
          <p:cNvSpPr>
            <a:spLocks noChangeShapeType="1"/>
          </p:cNvSpPr>
          <p:nvPr/>
        </p:nvSpPr>
        <p:spPr bwMode="auto">
          <a:xfrm>
            <a:off x="3816356" y="1303334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82" name="Line 27"/>
          <p:cNvSpPr>
            <a:spLocks noChangeShapeType="1"/>
          </p:cNvSpPr>
          <p:nvPr/>
        </p:nvSpPr>
        <p:spPr bwMode="auto">
          <a:xfrm>
            <a:off x="3824294" y="1624009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83" name="Line 28"/>
          <p:cNvSpPr>
            <a:spLocks noChangeShapeType="1"/>
          </p:cNvSpPr>
          <p:nvPr/>
        </p:nvSpPr>
        <p:spPr bwMode="auto">
          <a:xfrm>
            <a:off x="3829056" y="1904996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84" name="Line 29"/>
          <p:cNvSpPr>
            <a:spLocks noChangeShapeType="1"/>
          </p:cNvSpPr>
          <p:nvPr/>
        </p:nvSpPr>
        <p:spPr bwMode="auto">
          <a:xfrm>
            <a:off x="3829056" y="2181221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85" name="Group 39"/>
          <p:cNvGrpSpPr/>
          <p:nvPr/>
        </p:nvGrpSpPr>
        <p:grpSpPr bwMode="auto">
          <a:xfrm>
            <a:off x="2438406" y="1622421"/>
            <a:ext cx="1208088" cy="303213"/>
            <a:chOff x="501" y="1990"/>
            <a:chExt cx="761" cy="191"/>
          </a:xfrm>
        </p:grpSpPr>
        <p:sp>
          <p:nvSpPr>
            <p:cNvPr id="186" name="Rectangle 40"/>
            <p:cNvSpPr>
              <a:spLocks noChangeArrowheads="1"/>
            </p:cNvSpPr>
            <p:nvPr/>
          </p:nvSpPr>
          <p:spPr bwMode="auto">
            <a:xfrm>
              <a:off x="501" y="2007"/>
              <a:ext cx="682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7" name="Rectangle 41"/>
            <p:cNvSpPr>
              <a:spLocks noChangeArrowheads="1"/>
            </p:cNvSpPr>
            <p:nvPr/>
          </p:nvSpPr>
          <p:spPr bwMode="auto">
            <a:xfrm>
              <a:off x="704" y="1990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  <a:endParaRPr kumimoji="0" lang="en-US" altLang="en-US" sz="1800" b="0" i="0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8" name="Rectangle 42"/>
            <p:cNvSpPr>
              <a:spLocks noChangeArrowheads="1"/>
            </p:cNvSpPr>
            <p:nvPr/>
          </p:nvSpPr>
          <p:spPr bwMode="auto">
            <a:xfrm>
              <a:off x="518" y="1990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  <a:endParaRPr kumimoji="0" lang="en-US" altLang="en-US" sz="1800" b="0" i="0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9" name="Rectangle 43"/>
            <p:cNvSpPr>
              <a:spLocks noChangeArrowheads="1"/>
            </p:cNvSpPr>
            <p:nvPr/>
          </p:nvSpPr>
          <p:spPr bwMode="auto">
            <a:xfrm>
              <a:off x="834" y="1991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M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0" name="Line 44"/>
            <p:cNvSpPr>
              <a:spLocks noChangeShapeType="1"/>
            </p:cNvSpPr>
            <p:nvPr/>
          </p:nvSpPr>
          <p:spPr bwMode="auto">
            <a:xfrm>
              <a:off x="688" y="2013"/>
              <a:ext cx="0" cy="15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1" name="Line 45"/>
            <p:cNvSpPr>
              <a:spLocks noChangeShapeType="1"/>
            </p:cNvSpPr>
            <p:nvPr/>
          </p:nvSpPr>
          <p:spPr bwMode="auto">
            <a:xfrm>
              <a:off x="880" y="2010"/>
              <a:ext cx="0" cy="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92" name="Text Box 5"/>
          <p:cNvSpPr txBox="1">
            <a:spLocks noChangeArrowheads="1"/>
          </p:cNvSpPr>
          <p:nvPr/>
        </p:nvSpPr>
        <p:spPr bwMode="auto">
          <a:xfrm>
            <a:off x="1614494" y="1250945"/>
            <a:ext cx="963612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报文段</a:t>
            </a:r>
            <a:endParaRPr kumimoji="0" lang="en-US" altLang="en-US" sz="16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193" name="Group 178"/>
          <p:cNvGrpSpPr/>
          <p:nvPr/>
        </p:nvGrpSpPr>
        <p:grpSpPr bwMode="auto">
          <a:xfrm>
            <a:off x="2755907" y="1290633"/>
            <a:ext cx="301625" cy="292100"/>
            <a:chOff x="1962" y="2058"/>
            <a:chExt cx="190" cy="184"/>
          </a:xfrm>
        </p:grpSpPr>
        <p:sp>
          <p:nvSpPr>
            <p:cNvPr id="194" name="Rectangle 47"/>
            <p:cNvSpPr>
              <a:spLocks noChangeArrowheads="1"/>
            </p:cNvSpPr>
            <p:nvPr/>
          </p:nvSpPr>
          <p:spPr bwMode="auto">
            <a:xfrm>
              <a:off x="1962" y="2075"/>
              <a:ext cx="177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5" name="Rectangle 48"/>
            <p:cNvSpPr>
              <a:spLocks noChangeArrowheads="1"/>
            </p:cNvSpPr>
            <p:nvPr/>
          </p:nvSpPr>
          <p:spPr bwMode="auto">
            <a:xfrm>
              <a:off x="1965" y="2058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  <a:endParaRPr kumimoji="0" lang="en-US" altLang="en-US" sz="1800" b="0" i="0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196" name="Text Box 4"/>
          <p:cNvSpPr txBox="1">
            <a:spLocks noChangeArrowheads="1"/>
          </p:cNvSpPr>
          <p:nvPr/>
        </p:nvSpPr>
        <p:spPr bwMode="auto">
          <a:xfrm>
            <a:off x="1414470" y="1590670"/>
            <a:ext cx="1042987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数据报</a:t>
            </a:r>
            <a:endParaRPr kumimoji="0" lang="en-US" altLang="en-US" sz="16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97" name="Text Box 54"/>
          <p:cNvSpPr txBox="1">
            <a:spLocks noChangeArrowheads="1"/>
          </p:cNvSpPr>
          <p:nvPr/>
        </p:nvSpPr>
        <p:spPr bwMode="auto">
          <a:xfrm>
            <a:off x="2767020" y="4411659"/>
            <a:ext cx="14128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000" b="0" i="1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目的地</a:t>
            </a:r>
            <a:endParaRPr kumimoji="0" lang="en-US" altLang="en-US" sz="2000" b="0" i="1" u="none" strike="noStrike" kern="120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206" name="Group 64"/>
          <p:cNvGrpSpPr/>
          <p:nvPr/>
        </p:nvGrpSpPr>
        <p:grpSpPr bwMode="auto">
          <a:xfrm>
            <a:off x="1371606" y="5781671"/>
            <a:ext cx="1479550" cy="303213"/>
            <a:chOff x="332" y="2224"/>
            <a:chExt cx="932" cy="191"/>
          </a:xfrm>
        </p:grpSpPr>
        <p:sp>
          <p:nvSpPr>
            <p:cNvPr id="207" name="Rectangle 65"/>
            <p:cNvSpPr>
              <a:spLocks noChangeArrowheads="1"/>
            </p:cNvSpPr>
            <p:nvPr/>
          </p:nvSpPr>
          <p:spPr bwMode="auto">
            <a:xfrm>
              <a:off x="345" y="2241"/>
              <a:ext cx="840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08" name="Rectangle 66"/>
            <p:cNvSpPr>
              <a:spLocks noChangeArrowheads="1"/>
            </p:cNvSpPr>
            <p:nvPr/>
          </p:nvSpPr>
          <p:spPr bwMode="auto">
            <a:xfrm>
              <a:off x="706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  <a:endParaRPr kumimoji="0" lang="en-US" altLang="en-US" sz="1800" b="0" i="0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09" name="Rectangle 67"/>
            <p:cNvSpPr>
              <a:spLocks noChangeArrowheads="1"/>
            </p:cNvSpPr>
            <p:nvPr/>
          </p:nvSpPr>
          <p:spPr bwMode="auto">
            <a:xfrm>
              <a:off x="520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  <a:endParaRPr kumimoji="0" lang="en-US" altLang="en-US" sz="1800" b="0" i="0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10" name="Rectangle 68"/>
            <p:cNvSpPr>
              <a:spLocks noChangeArrowheads="1"/>
            </p:cNvSpPr>
            <p:nvPr/>
          </p:nvSpPr>
          <p:spPr bwMode="auto">
            <a:xfrm>
              <a:off x="332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l</a:t>
              </a:r>
              <a:endParaRPr kumimoji="0" lang="en-US" altLang="en-US" sz="1800" b="0" i="0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11" name="Rectangle 69"/>
            <p:cNvSpPr>
              <a:spLocks noChangeArrowheads="1"/>
            </p:cNvSpPr>
            <p:nvPr/>
          </p:nvSpPr>
          <p:spPr bwMode="auto">
            <a:xfrm>
              <a:off x="836" y="2225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M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12" name="Line 70"/>
            <p:cNvSpPr>
              <a:spLocks noChangeShapeType="1"/>
            </p:cNvSpPr>
            <p:nvPr/>
          </p:nvSpPr>
          <p:spPr bwMode="auto">
            <a:xfrm>
              <a:off x="510" y="2241"/>
              <a:ext cx="0" cy="1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3" name="Line 71"/>
            <p:cNvSpPr>
              <a:spLocks noChangeShapeType="1"/>
            </p:cNvSpPr>
            <p:nvPr/>
          </p:nvSpPr>
          <p:spPr bwMode="auto">
            <a:xfrm>
              <a:off x="690" y="2247"/>
              <a:ext cx="0" cy="15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4" name="Line 72"/>
            <p:cNvSpPr>
              <a:spLocks noChangeShapeType="1"/>
            </p:cNvSpPr>
            <p:nvPr/>
          </p:nvSpPr>
          <p:spPr bwMode="auto">
            <a:xfrm>
              <a:off x="882" y="2244"/>
              <a:ext cx="0" cy="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15" name="Group 73"/>
          <p:cNvGrpSpPr/>
          <p:nvPr/>
        </p:nvGrpSpPr>
        <p:grpSpPr bwMode="auto">
          <a:xfrm>
            <a:off x="1639895" y="5483221"/>
            <a:ext cx="1208087" cy="303213"/>
            <a:chOff x="501" y="1990"/>
            <a:chExt cx="761" cy="191"/>
          </a:xfrm>
        </p:grpSpPr>
        <p:sp>
          <p:nvSpPr>
            <p:cNvPr id="216" name="Rectangle 74"/>
            <p:cNvSpPr>
              <a:spLocks noChangeArrowheads="1"/>
            </p:cNvSpPr>
            <p:nvPr/>
          </p:nvSpPr>
          <p:spPr bwMode="auto">
            <a:xfrm>
              <a:off x="501" y="2007"/>
              <a:ext cx="682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17" name="Rectangle 75"/>
            <p:cNvSpPr>
              <a:spLocks noChangeArrowheads="1"/>
            </p:cNvSpPr>
            <p:nvPr/>
          </p:nvSpPr>
          <p:spPr bwMode="auto">
            <a:xfrm>
              <a:off x="704" y="1990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  <a:endParaRPr kumimoji="0" lang="en-US" altLang="en-US" sz="1800" b="0" i="0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18" name="Rectangle 76"/>
            <p:cNvSpPr>
              <a:spLocks noChangeArrowheads="1"/>
            </p:cNvSpPr>
            <p:nvPr/>
          </p:nvSpPr>
          <p:spPr bwMode="auto">
            <a:xfrm>
              <a:off x="518" y="1990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  <a:endParaRPr kumimoji="0" lang="en-US" altLang="en-US" sz="1800" b="0" i="0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19" name="Rectangle 77"/>
            <p:cNvSpPr>
              <a:spLocks noChangeArrowheads="1"/>
            </p:cNvSpPr>
            <p:nvPr/>
          </p:nvSpPr>
          <p:spPr bwMode="auto">
            <a:xfrm>
              <a:off x="834" y="1991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M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0" name="Line 78"/>
            <p:cNvSpPr>
              <a:spLocks noChangeShapeType="1"/>
            </p:cNvSpPr>
            <p:nvPr/>
          </p:nvSpPr>
          <p:spPr bwMode="auto">
            <a:xfrm>
              <a:off x="688" y="2013"/>
              <a:ext cx="0" cy="15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1" name="Line 79"/>
            <p:cNvSpPr>
              <a:spLocks noChangeShapeType="1"/>
            </p:cNvSpPr>
            <p:nvPr/>
          </p:nvSpPr>
          <p:spPr bwMode="auto">
            <a:xfrm>
              <a:off x="880" y="2010"/>
              <a:ext cx="0" cy="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22" name="Group 80"/>
          <p:cNvGrpSpPr/>
          <p:nvPr/>
        </p:nvGrpSpPr>
        <p:grpSpPr bwMode="auto">
          <a:xfrm>
            <a:off x="1943106" y="5175246"/>
            <a:ext cx="890588" cy="303213"/>
            <a:chOff x="645" y="1734"/>
            <a:chExt cx="561" cy="191"/>
          </a:xfrm>
        </p:grpSpPr>
        <p:sp>
          <p:nvSpPr>
            <p:cNvPr id="223" name="Rectangle 81"/>
            <p:cNvSpPr>
              <a:spLocks noChangeArrowheads="1"/>
            </p:cNvSpPr>
            <p:nvPr/>
          </p:nvSpPr>
          <p:spPr bwMode="auto">
            <a:xfrm>
              <a:off x="645" y="1751"/>
              <a:ext cx="482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4" name="Rectangle 82"/>
            <p:cNvSpPr>
              <a:spLocks noChangeArrowheads="1"/>
            </p:cNvSpPr>
            <p:nvPr/>
          </p:nvSpPr>
          <p:spPr bwMode="auto">
            <a:xfrm>
              <a:off x="648" y="173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  <a:endParaRPr kumimoji="0" lang="en-US" altLang="en-US" sz="1800" b="0" i="0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5" name="Rectangle 83"/>
            <p:cNvSpPr>
              <a:spLocks noChangeArrowheads="1"/>
            </p:cNvSpPr>
            <p:nvPr/>
          </p:nvSpPr>
          <p:spPr bwMode="auto">
            <a:xfrm>
              <a:off x="778" y="1735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M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6" name="Line 84"/>
            <p:cNvSpPr>
              <a:spLocks noChangeShapeType="1"/>
            </p:cNvSpPr>
            <p:nvPr/>
          </p:nvSpPr>
          <p:spPr bwMode="auto">
            <a:xfrm>
              <a:off x="824" y="1754"/>
              <a:ext cx="0" cy="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27" name="Group 85"/>
          <p:cNvGrpSpPr/>
          <p:nvPr/>
        </p:nvGrpSpPr>
        <p:grpSpPr bwMode="auto">
          <a:xfrm>
            <a:off x="2149481" y="4864096"/>
            <a:ext cx="679450" cy="301625"/>
            <a:chOff x="780" y="1553"/>
            <a:chExt cx="428" cy="190"/>
          </a:xfrm>
        </p:grpSpPr>
        <p:sp>
          <p:nvSpPr>
            <p:cNvPr id="228" name="Rectangle 86"/>
            <p:cNvSpPr>
              <a:spLocks noChangeArrowheads="1"/>
            </p:cNvSpPr>
            <p:nvPr/>
          </p:nvSpPr>
          <p:spPr bwMode="auto">
            <a:xfrm>
              <a:off x="817" y="1569"/>
              <a:ext cx="312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9" name="Rectangle 87"/>
            <p:cNvSpPr>
              <a:spLocks noChangeArrowheads="1"/>
            </p:cNvSpPr>
            <p:nvPr/>
          </p:nvSpPr>
          <p:spPr bwMode="auto">
            <a:xfrm>
              <a:off x="780" y="1553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M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233" name="Line 91"/>
          <p:cNvSpPr>
            <a:spLocks noChangeShapeType="1"/>
          </p:cNvSpPr>
          <p:nvPr/>
        </p:nvSpPr>
        <p:spPr bwMode="auto">
          <a:xfrm>
            <a:off x="6916745" y="4806946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35" name="Line 93"/>
          <p:cNvSpPr>
            <a:spLocks noChangeShapeType="1"/>
          </p:cNvSpPr>
          <p:nvPr/>
        </p:nvSpPr>
        <p:spPr bwMode="auto">
          <a:xfrm>
            <a:off x="6924682" y="5127621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38" name="Rectangle 96"/>
          <p:cNvSpPr>
            <a:spLocks noChangeArrowheads="1"/>
          </p:cNvSpPr>
          <p:nvPr/>
        </p:nvSpPr>
        <p:spPr bwMode="auto">
          <a:xfrm>
            <a:off x="7083433" y="2597147"/>
            <a:ext cx="1273175" cy="655638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</a:ln>
          <a:effectLst>
            <a:outerShdw blurRad="50800" dist="38100" dir="18900000" sx="102000" sy="102000" algn="bl" rotWithShape="0">
              <a:prstClr val="black">
                <a:alpha val="40000"/>
              </a:prstClr>
            </a:outerShdw>
          </a:effec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39" name="Line 97"/>
          <p:cNvSpPr>
            <a:spLocks noChangeShapeType="1"/>
          </p:cNvSpPr>
          <p:nvPr/>
        </p:nvSpPr>
        <p:spPr bwMode="auto">
          <a:xfrm>
            <a:off x="7083433" y="2914647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41" name="Freeform 114"/>
          <p:cNvSpPr/>
          <p:nvPr/>
        </p:nvSpPr>
        <p:spPr bwMode="auto">
          <a:xfrm>
            <a:off x="3048006" y="787395"/>
            <a:ext cx="5264150" cy="5494338"/>
          </a:xfrm>
          <a:custGeom>
            <a:avLst/>
            <a:gdLst>
              <a:gd name="T0" fmla="*/ 2147483646 w 3316"/>
              <a:gd name="T1" fmla="*/ 0 h 3461"/>
              <a:gd name="T2" fmla="*/ 2147483646 w 3316"/>
              <a:gd name="T3" fmla="*/ 2147483646 h 3461"/>
              <a:gd name="T4" fmla="*/ 2147483646 w 3316"/>
              <a:gd name="T5" fmla="*/ 2147483646 h 3461"/>
              <a:gd name="T6" fmla="*/ 2147483646 w 3316"/>
              <a:gd name="T7" fmla="*/ 2147483646 h 3461"/>
              <a:gd name="T8" fmla="*/ 2147483646 w 3316"/>
              <a:gd name="T9" fmla="*/ 2147483646 h 3461"/>
              <a:gd name="T10" fmla="*/ 2147483646 w 3316"/>
              <a:gd name="T11" fmla="*/ 2147483646 h 3461"/>
              <a:gd name="T12" fmla="*/ 2147483646 w 3316"/>
              <a:gd name="T13" fmla="*/ 2147483646 h 3461"/>
              <a:gd name="T14" fmla="*/ 2147483646 w 3316"/>
              <a:gd name="T15" fmla="*/ 2147483646 h 3461"/>
              <a:gd name="T16" fmla="*/ 2147483646 w 3316"/>
              <a:gd name="T17" fmla="*/ 2147483646 h 3461"/>
              <a:gd name="T18" fmla="*/ 2147483646 w 3316"/>
              <a:gd name="T19" fmla="*/ 2147483646 h 3461"/>
              <a:gd name="T20" fmla="*/ 2147483646 w 3316"/>
              <a:gd name="T21" fmla="*/ 2147483646 h 3461"/>
              <a:gd name="T22" fmla="*/ 0 w 3316"/>
              <a:gd name="T23" fmla="*/ 2147483646 h 3461"/>
              <a:gd name="T24" fmla="*/ 0 w 3316"/>
              <a:gd name="T25" fmla="*/ 2147483646 h 3461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3316"/>
              <a:gd name="T40" fmla="*/ 0 h 3461"/>
              <a:gd name="T41" fmla="*/ 3316 w 3316"/>
              <a:gd name="T42" fmla="*/ 3461 h 3461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3316" h="3461">
                <a:moveTo>
                  <a:pt x="872" y="0"/>
                </a:moveTo>
                <a:lnTo>
                  <a:pt x="878" y="1481"/>
                </a:lnTo>
                <a:lnTo>
                  <a:pt x="2612" y="1481"/>
                </a:lnTo>
                <a:lnTo>
                  <a:pt x="2612" y="1179"/>
                </a:lnTo>
                <a:lnTo>
                  <a:pt x="3294" y="1179"/>
                </a:lnTo>
                <a:lnTo>
                  <a:pt x="3316" y="3131"/>
                </a:lnTo>
                <a:lnTo>
                  <a:pt x="3148" y="2986"/>
                </a:lnTo>
                <a:lnTo>
                  <a:pt x="3143" y="2387"/>
                </a:lnTo>
                <a:lnTo>
                  <a:pt x="2505" y="2387"/>
                </a:lnTo>
                <a:lnTo>
                  <a:pt x="2505" y="3070"/>
                </a:lnTo>
                <a:lnTo>
                  <a:pt x="1057" y="3461"/>
                </a:lnTo>
                <a:lnTo>
                  <a:pt x="0" y="3461"/>
                </a:lnTo>
                <a:lnTo>
                  <a:pt x="0" y="2505"/>
                </a:lnTo>
              </a:path>
            </a:pathLst>
          </a:custGeom>
          <a:noFill/>
          <a:ln w="28575">
            <a:solidFill>
              <a:srgbClr val="CC0000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42" name="Group 115"/>
          <p:cNvGrpSpPr/>
          <p:nvPr/>
        </p:nvGrpSpPr>
        <p:grpSpPr bwMode="auto">
          <a:xfrm>
            <a:off x="5457831" y="4800596"/>
            <a:ext cx="1479550" cy="303213"/>
            <a:chOff x="332" y="2224"/>
            <a:chExt cx="932" cy="191"/>
          </a:xfrm>
        </p:grpSpPr>
        <p:sp>
          <p:nvSpPr>
            <p:cNvPr id="243" name="Rectangle 116"/>
            <p:cNvSpPr>
              <a:spLocks noChangeArrowheads="1"/>
            </p:cNvSpPr>
            <p:nvPr/>
          </p:nvSpPr>
          <p:spPr bwMode="auto">
            <a:xfrm>
              <a:off x="345" y="2241"/>
              <a:ext cx="840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44" name="Rectangle 117"/>
            <p:cNvSpPr>
              <a:spLocks noChangeArrowheads="1"/>
            </p:cNvSpPr>
            <p:nvPr/>
          </p:nvSpPr>
          <p:spPr bwMode="auto">
            <a:xfrm>
              <a:off x="706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  <a:endParaRPr kumimoji="0" lang="en-US" altLang="en-US" sz="1800" b="0" i="0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45" name="Rectangle 118"/>
            <p:cNvSpPr>
              <a:spLocks noChangeArrowheads="1"/>
            </p:cNvSpPr>
            <p:nvPr/>
          </p:nvSpPr>
          <p:spPr bwMode="auto">
            <a:xfrm>
              <a:off x="520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  <a:endParaRPr kumimoji="0" lang="en-US" altLang="en-US" sz="1800" b="0" i="0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46" name="Rectangle 119"/>
            <p:cNvSpPr>
              <a:spLocks noChangeArrowheads="1"/>
            </p:cNvSpPr>
            <p:nvPr/>
          </p:nvSpPr>
          <p:spPr bwMode="auto">
            <a:xfrm>
              <a:off x="332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l</a:t>
              </a:r>
              <a:endParaRPr kumimoji="0" lang="en-US" altLang="en-US" sz="1800" b="0" i="0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47" name="Rectangle 120"/>
            <p:cNvSpPr>
              <a:spLocks noChangeArrowheads="1"/>
            </p:cNvSpPr>
            <p:nvPr/>
          </p:nvSpPr>
          <p:spPr bwMode="auto">
            <a:xfrm>
              <a:off x="836" y="2225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M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48" name="Line 121"/>
            <p:cNvSpPr>
              <a:spLocks noChangeShapeType="1"/>
            </p:cNvSpPr>
            <p:nvPr/>
          </p:nvSpPr>
          <p:spPr bwMode="auto">
            <a:xfrm>
              <a:off x="510" y="2241"/>
              <a:ext cx="0" cy="1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9" name="Line 122"/>
            <p:cNvSpPr>
              <a:spLocks noChangeShapeType="1"/>
            </p:cNvSpPr>
            <p:nvPr/>
          </p:nvSpPr>
          <p:spPr bwMode="auto">
            <a:xfrm>
              <a:off x="690" y="2247"/>
              <a:ext cx="0" cy="15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0" name="Line 123"/>
            <p:cNvSpPr>
              <a:spLocks noChangeShapeType="1"/>
            </p:cNvSpPr>
            <p:nvPr/>
          </p:nvSpPr>
          <p:spPr bwMode="auto">
            <a:xfrm>
              <a:off x="882" y="2244"/>
              <a:ext cx="0" cy="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51" name="Group 124"/>
          <p:cNvGrpSpPr/>
          <p:nvPr/>
        </p:nvGrpSpPr>
        <p:grpSpPr bwMode="auto">
          <a:xfrm>
            <a:off x="5716595" y="4494208"/>
            <a:ext cx="1208087" cy="303212"/>
            <a:chOff x="501" y="1990"/>
            <a:chExt cx="761" cy="191"/>
          </a:xfrm>
        </p:grpSpPr>
        <p:sp>
          <p:nvSpPr>
            <p:cNvPr id="252" name="Rectangle 125"/>
            <p:cNvSpPr>
              <a:spLocks noChangeArrowheads="1"/>
            </p:cNvSpPr>
            <p:nvPr/>
          </p:nvSpPr>
          <p:spPr bwMode="auto">
            <a:xfrm>
              <a:off x="501" y="2007"/>
              <a:ext cx="682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53" name="Rectangle 126"/>
            <p:cNvSpPr>
              <a:spLocks noChangeArrowheads="1"/>
            </p:cNvSpPr>
            <p:nvPr/>
          </p:nvSpPr>
          <p:spPr bwMode="auto">
            <a:xfrm>
              <a:off x="704" y="1990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  <a:endParaRPr kumimoji="0" lang="en-US" altLang="en-US" sz="1800" b="0" i="0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54" name="Rectangle 127"/>
            <p:cNvSpPr>
              <a:spLocks noChangeArrowheads="1"/>
            </p:cNvSpPr>
            <p:nvPr/>
          </p:nvSpPr>
          <p:spPr bwMode="auto">
            <a:xfrm>
              <a:off x="518" y="1990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  <a:endParaRPr kumimoji="0" lang="en-US" altLang="en-US" sz="1800" b="0" i="0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55" name="Rectangle 128"/>
            <p:cNvSpPr>
              <a:spLocks noChangeArrowheads="1"/>
            </p:cNvSpPr>
            <p:nvPr/>
          </p:nvSpPr>
          <p:spPr bwMode="auto">
            <a:xfrm>
              <a:off x="834" y="1991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M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56" name="Line 129"/>
            <p:cNvSpPr>
              <a:spLocks noChangeShapeType="1"/>
            </p:cNvSpPr>
            <p:nvPr/>
          </p:nvSpPr>
          <p:spPr bwMode="auto">
            <a:xfrm>
              <a:off x="688" y="2013"/>
              <a:ext cx="0" cy="15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7" name="Line 130"/>
            <p:cNvSpPr>
              <a:spLocks noChangeShapeType="1"/>
            </p:cNvSpPr>
            <p:nvPr/>
          </p:nvSpPr>
          <p:spPr bwMode="auto">
            <a:xfrm>
              <a:off x="880" y="2010"/>
              <a:ext cx="0" cy="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58" name="Group 140"/>
          <p:cNvGrpSpPr/>
          <p:nvPr/>
        </p:nvGrpSpPr>
        <p:grpSpPr bwMode="auto">
          <a:xfrm>
            <a:off x="8488370" y="4860921"/>
            <a:ext cx="1208087" cy="303213"/>
            <a:chOff x="501" y="1990"/>
            <a:chExt cx="761" cy="191"/>
          </a:xfrm>
        </p:grpSpPr>
        <p:sp>
          <p:nvSpPr>
            <p:cNvPr id="259" name="Rectangle 141"/>
            <p:cNvSpPr>
              <a:spLocks noChangeArrowheads="1"/>
            </p:cNvSpPr>
            <p:nvPr/>
          </p:nvSpPr>
          <p:spPr bwMode="auto">
            <a:xfrm>
              <a:off x="501" y="2007"/>
              <a:ext cx="682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60" name="Rectangle 142"/>
            <p:cNvSpPr>
              <a:spLocks noChangeArrowheads="1"/>
            </p:cNvSpPr>
            <p:nvPr/>
          </p:nvSpPr>
          <p:spPr bwMode="auto">
            <a:xfrm>
              <a:off x="704" y="1990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  <a:endParaRPr kumimoji="0" lang="en-US" altLang="en-US" sz="1800" b="0" i="0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61" name="Rectangle 143"/>
            <p:cNvSpPr>
              <a:spLocks noChangeArrowheads="1"/>
            </p:cNvSpPr>
            <p:nvPr/>
          </p:nvSpPr>
          <p:spPr bwMode="auto">
            <a:xfrm>
              <a:off x="518" y="1990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  <a:endParaRPr kumimoji="0" lang="en-US" altLang="en-US" sz="1800" b="0" i="0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62" name="Rectangle 144"/>
            <p:cNvSpPr>
              <a:spLocks noChangeArrowheads="1"/>
            </p:cNvSpPr>
            <p:nvPr/>
          </p:nvSpPr>
          <p:spPr bwMode="auto">
            <a:xfrm>
              <a:off x="834" y="1991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M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63" name="Line 145"/>
            <p:cNvSpPr>
              <a:spLocks noChangeShapeType="1"/>
            </p:cNvSpPr>
            <p:nvPr/>
          </p:nvSpPr>
          <p:spPr bwMode="auto">
            <a:xfrm>
              <a:off x="688" y="2013"/>
              <a:ext cx="0" cy="15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4" name="Line 146"/>
            <p:cNvSpPr>
              <a:spLocks noChangeShapeType="1"/>
            </p:cNvSpPr>
            <p:nvPr/>
          </p:nvSpPr>
          <p:spPr bwMode="auto">
            <a:xfrm>
              <a:off x="880" y="2010"/>
              <a:ext cx="0" cy="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65" name="Group 156"/>
          <p:cNvGrpSpPr/>
          <p:nvPr/>
        </p:nvGrpSpPr>
        <p:grpSpPr bwMode="auto">
          <a:xfrm>
            <a:off x="2157419" y="1919283"/>
            <a:ext cx="1479550" cy="303212"/>
            <a:chOff x="332" y="2224"/>
            <a:chExt cx="932" cy="191"/>
          </a:xfrm>
        </p:grpSpPr>
        <p:sp>
          <p:nvSpPr>
            <p:cNvPr id="266" name="Rectangle 157"/>
            <p:cNvSpPr>
              <a:spLocks noChangeArrowheads="1"/>
            </p:cNvSpPr>
            <p:nvPr/>
          </p:nvSpPr>
          <p:spPr bwMode="auto">
            <a:xfrm>
              <a:off x="345" y="2241"/>
              <a:ext cx="840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67" name="Rectangle 158"/>
            <p:cNvSpPr>
              <a:spLocks noChangeArrowheads="1"/>
            </p:cNvSpPr>
            <p:nvPr/>
          </p:nvSpPr>
          <p:spPr bwMode="auto">
            <a:xfrm>
              <a:off x="706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  <a:endParaRPr kumimoji="0" lang="en-US" altLang="en-US" sz="1800" b="0" i="0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68" name="Rectangle 159"/>
            <p:cNvSpPr>
              <a:spLocks noChangeArrowheads="1"/>
            </p:cNvSpPr>
            <p:nvPr/>
          </p:nvSpPr>
          <p:spPr bwMode="auto">
            <a:xfrm>
              <a:off x="520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  <a:endParaRPr kumimoji="0" lang="en-US" altLang="en-US" sz="1800" b="0" i="0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69" name="Rectangle 160"/>
            <p:cNvSpPr>
              <a:spLocks noChangeArrowheads="1"/>
            </p:cNvSpPr>
            <p:nvPr/>
          </p:nvSpPr>
          <p:spPr bwMode="auto">
            <a:xfrm>
              <a:off x="332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l</a:t>
              </a:r>
              <a:endParaRPr kumimoji="0" lang="en-US" altLang="en-US" sz="1800" b="0" i="0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70" name="Rectangle 161"/>
            <p:cNvSpPr>
              <a:spLocks noChangeArrowheads="1"/>
            </p:cNvSpPr>
            <p:nvPr/>
          </p:nvSpPr>
          <p:spPr bwMode="auto">
            <a:xfrm>
              <a:off x="836" y="2225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M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71" name="Line 162"/>
            <p:cNvSpPr>
              <a:spLocks noChangeShapeType="1"/>
            </p:cNvSpPr>
            <p:nvPr/>
          </p:nvSpPr>
          <p:spPr bwMode="auto">
            <a:xfrm>
              <a:off x="510" y="2241"/>
              <a:ext cx="0" cy="1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2" name="Line 163"/>
            <p:cNvSpPr>
              <a:spLocks noChangeShapeType="1"/>
            </p:cNvSpPr>
            <p:nvPr/>
          </p:nvSpPr>
          <p:spPr bwMode="auto">
            <a:xfrm>
              <a:off x="690" y="2247"/>
              <a:ext cx="0" cy="15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3" name="Line 164"/>
            <p:cNvSpPr>
              <a:spLocks noChangeShapeType="1"/>
            </p:cNvSpPr>
            <p:nvPr/>
          </p:nvSpPr>
          <p:spPr bwMode="auto">
            <a:xfrm>
              <a:off x="882" y="2244"/>
              <a:ext cx="0" cy="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274" name="Text Box 166"/>
          <p:cNvSpPr txBox="1">
            <a:spLocks noChangeArrowheads="1"/>
          </p:cNvSpPr>
          <p:nvPr/>
        </p:nvSpPr>
        <p:spPr bwMode="auto">
          <a:xfrm>
            <a:off x="9140831" y="5665783"/>
            <a:ext cx="841449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路由器</a:t>
            </a: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75" name="Text Box 167"/>
          <p:cNvSpPr txBox="1">
            <a:spLocks noChangeArrowheads="1"/>
          </p:cNvSpPr>
          <p:nvPr/>
        </p:nvSpPr>
        <p:spPr bwMode="auto">
          <a:xfrm>
            <a:off x="9155119" y="3386662"/>
            <a:ext cx="86927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交换机</a:t>
            </a: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76" name="Text Box 174"/>
          <p:cNvSpPr txBox="1">
            <a:spLocks noChangeArrowheads="1"/>
          </p:cNvSpPr>
          <p:nvPr/>
        </p:nvSpPr>
        <p:spPr bwMode="auto">
          <a:xfrm>
            <a:off x="1922469" y="946145"/>
            <a:ext cx="1008062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报文</a:t>
            </a:r>
            <a:endParaRPr kumimoji="0" lang="en-US" altLang="en-US" sz="16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277" name="Group 175"/>
          <p:cNvGrpSpPr/>
          <p:nvPr/>
        </p:nvGrpSpPr>
        <p:grpSpPr bwMode="auto">
          <a:xfrm>
            <a:off x="2982919" y="973134"/>
            <a:ext cx="679450" cy="301625"/>
            <a:chOff x="780" y="1553"/>
            <a:chExt cx="428" cy="190"/>
          </a:xfrm>
        </p:grpSpPr>
        <p:sp>
          <p:nvSpPr>
            <p:cNvPr id="278" name="Rectangle 176"/>
            <p:cNvSpPr>
              <a:spLocks noChangeArrowheads="1"/>
            </p:cNvSpPr>
            <p:nvPr/>
          </p:nvSpPr>
          <p:spPr bwMode="auto">
            <a:xfrm>
              <a:off x="817" y="1569"/>
              <a:ext cx="312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79" name="Rectangle 177"/>
            <p:cNvSpPr>
              <a:spLocks noChangeArrowheads="1"/>
            </p:cNvSpPr>
            <p:nvPr/>
          </p:nvSpPr>
          <p:spPr bwMode="auto">
            <a:xfrm>
              <a:off x="780" y="1553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M</a:t>
              </a:r>
              <a:endPara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280" name="Group 185"/>
          <p:cNvGrpSpPr/>
          <p:nvPr/>
        </p:nvGrpSpPr>
        <p:grpSpPr bwMode="auto">
          <a:xfrm>
            <a:off x="2746384" y="1290634"/>
            <a:ext cx="908050" cy="301625"/>
            <a:chOff x="1848" y="2046"/>
            <a:chExt cx="572" cy="190"/>
          </a:xfrm>
        </p:grpSpPr>
        <p:grpSp>
          <p:nvGrpSpPr>
            <p:cNvPr id="281" name="Group 179"/>
            <p:cNvGrpSpPr/>
            <p:nvPr/>
          </p:nvGrpSpPr>
          <p:grpSpPr bwMode="auto">
            <a:xfrm>
              <a:off x="1848" y="2047"/>
              <a:ext cx="187" cy="184"/>
              <a:chOff x="1959" y="2058"/>
              <a:chExt cx="187" cy="184"/>
            </a:xfrm>
          </p:grpSpPr>
          <p:sp>
            <p:nvSpPr>
              <p:cNvPr id="285" name="Rectangle 180"/>
              <p:cNvSpPr>
                <a:spLocks noChangeArrowheads="1"/>
              </p:cNvSpPr>
              <p:nvPr/>
            </p:nvSpPr>
            <p:spPr bwMode="auto">
              <a:xfrm>
                <a:off x="1964" y="2075"/>
                <a:ext cx="177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86" name="Rectangle 181"/>
              <p:cNvSpPr>
                <a:spLocks noChangeArrowheads="1"/>
              </p:cNvSpPr>
              <p:nvPr/>
            </p:nvSpPr>
            <p:spPr bwMode="auto">
              <a:xfrm>
                <a:off x="1959" y="2058"/>
                <a:ext cx="187" cy="1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t</a:t>
                </a:r>
                <a:endPara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282" name="Group 182"/>
            <p:cNvGrpSpPr/>
            <p:nvPr/>
          </p:nvGrpSpPr>
          <p:grpSpPr bwMode="auto">
            <a:xfrm>
              <a:off x="1992" y="2046"/>
              <a:ext cx="428" cy="190"/>
              <a:chOff x="780" y="1553"/>
              <a:chExt cx="428" cy="190"/>
            </a:xfrm>
          </p:grpSpPr>
          <p:sp>
            <p:nvSpPr>
              <p:cNvPr id="283" name="Rectangle 183"/>
              <p:cNvSpPr>
                <a:spLocks noChangeArrowheads="1"/>
              </p:cNvSpPr>
              <p:nvPr/>
            </p:nvSpPr>
            <p:spPr bwMode="auto">
              <a:xfrm>
                <a:off x="817" y="1571"/>
                <a:ext cx="312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84" name="Rectangle 184"/>
              <p:cNvSpPr>
                <a:spLocks noChangeArrowheads="1"/>
              </p:cNvSpPr>
              <p:nvPr/>
            </p:nvSpPr>
            <p:spPr bwMode="auto">
              <a:xfrm>
                <a:off x="780" y="1553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4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  <a:endPara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</p:grpSp>
      <p:grpSp>
        <p:nvGrpSpPr>
          <p:cNvPr id="287" name="Group 187"/>
          <p:cNvGrpSpPr/>
          <p:nvPr/>
        </p:nvGrpSpPr>
        <p:grpSpPr bwMode="auto">
          <a:xfrm>
            <a:off x="2438407" y="1622425"/>
            <a:ext cx="323850" cy="295274"/>
            <a:chOff x="1948" y="2058"/>
            <a:chExt cx="204" cy="184"/>
          </a:xfrm>
        </p:grpSpPr>
        <p:sp>
          <p:nvSpPr>
            <p:cNvPr id="288" name="Rectangle 188"/>
            <p:cNvSpPr>
              <a:spLocks noChangeArrowheads="1"/>
            </p:cNvSpPr>
            <p:nvPr/>
          </p:nvSpPr>
          <p:spPr bwMode="auto">
            <a:xfrm>
              <a:off x="1948" y="2075"/>
              <a:ext cx="191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89" name="Rectangle 189"/>
            <p:cNvSpPr>
              <a:spLocks noChangeArrowheads="1"/>
            </p:cNvSpPr>
            <p:nvPr/>
          </p:nvSpPr>
          <p:spPr bwMode="auto">
            <a:xfrm>
              <a:off x="1965" y="2058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4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  <a:endParaRPr kumimoji="0" lang="en-US" altLang="en-US" sz="1800" b="0" i="0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290" name="Text Box 7"/>
          <p:cNvSpPr txBox="1">
            <a:spLocks noChangeArrowheads="1"/>
          </p:cNvSpPr>
          <p:nvPr/>
        </p:nvSpPr>
        <p:spPr bwMode="auto">
          <a:xfrm>
            <a:off x="1376369" y="1897058"/>
            <a:ext cx="70485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帧</a:t>
            </a:r>
            <a:endParaRPr kumimoji="0" lang="en-US" altLang="en-US" sz="16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294" name="Group 190"/>
          <p:cNvGrpSpPr/>
          <p:nvPr/>
        </p:nvGrpSpPr>
        <p:grpSpPr bwMode="auto">
          <a:xfrm flipH="1">
            <a:off x="5359407" y="1341434"/>
            <a:ext cx="803275" cy="771525"/>
            <a:chOff x="-44" y="1473"/>
            <a:chExt cx="981" cy="1105"/>
          </a:xfrm>
        </p:grpSpPr>
        <p:pic>
          <p:nvPicPr>
            <p:cNvPr id="295" name="Picture 191" descr="desktop_computer_stylized_medium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96" name="Freeform 192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50" name="Freeform 10"/>
          <p:cNvSpPr/>
          <p:nvPr/>
        </p:nvSpPr>
        <p:spPr bwMode="auto">
          <a:xfrm>
            <a:off x="4178506" y="4871041"/>
            <a:ext cx="360362" cy="1522901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7" h="1186">
                <a:moveTo>
                  <a:pt x="254" y="466"/>
                </a:moveTo>
                <a:lnTo>
                  <a:pt x="0" y="0"/>
                </a:lnTo>
                <a:lnTo>
                  <a:pt x="0" y="1186"/>
                </a:lnTo>
                <a:lnTo>
                  <a:pt x="267" y="652"/>
                </a:lnTo>
                <a:lnTo>
                  <a:pt x="254" y="466"/>
                </a:ln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91" name="Group 187"/>
          <p:cNvGrpSpPr/>
          <p:nvPr/>
        </p:nvGrpSpPr>
        <p:grpSpPr bwMode="auto">
          <a:xfrm flipH="1">
            <a:off x="4397382" y="5224459"/>
            <a:ext cx="803275" cy="771525"/>
            <a:chOff x="-44" y="1473"/>
            <a:chExt cx="981" cy="1105"/>
          </a:xfrm>
        </p:grpSpPr>
        <p:pic>
          <p:nvPicPr>
            <p:cNvPr id="292" name="Picture 188" descr="desktop_computer_stylized_medium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93" name="Freeform 189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240" name="Text Box 98"/>
          <p:cNvSpPr txBox="1">
            <a:spLocks noChangeArrowheads="1"/>
          </p:cNvSpPr>
          <p:nvPr/>
        </p:nvSpPr>
        <p:spPr bwMode="auto">
          <a:xfrm>
            <a:off x="7030180" y="2584590"/>
            <a:ext cx="1317625" cy="695325"/>
          </a:xfrm>
          <a:prstGeom prst="rect">
            <a:avLst/>
          </a:prstGeom>
          <a:noFill/>
          <a:ln>
            <a:noFill/>
          </a:ln>
          <a:effectLst>
            <a:outerShdw blurRad="114300" dist="38100" dir="18900000" sx="123000" sy="123000" algn="bl" rotWithShape="0">
              <a:prstClr val="black">
                <a:alpha val="40000"/>
              </a:prst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4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链路层</a:t>
            </a: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物理层</a:t>
            </a: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37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引言：1-</a:t>
            </a:r>
            <a:fld id="{C4204591-24BD-A542-B9D5-F8D8A88D2FEE}" type="slidenum">
              <a:rPr lang="en-US" smtClean="0"/>
            </a:fld>
            <a:endParaRPr lang="en-US" dirty="0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med" p14:dur="700">
        <p:fade/>
      </p:transition>
    </mc:Choice>
    <mc:Fallback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95833E-6 -0.0037 L 3.95833E-6 0.04583 " pathEditMode="relative" rAng="0" ptsTypes="AA">
                                      <p:cBhvr>
                                        <p:cTn id="6" dur="2000" fill="hold"/>
                                        <p:tgtEl>
                                          <p:spTgt spid="2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2477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" dur="2000"/>
                                        <p:tgtEl>
                                          <p:spTgt spid="2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" dur="500"/>
                                        <p:tgtEl>
                                          <p:spTgt spid="19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42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-0.00047 L 0 0.04745 " pathEditMode="relative" rAng="0" ptsTypes="AA">
                                      <p:cBhvr>
                                        <p:cTn id="29" dur="2000" fill="hold"/>
                                        <p:tgtEl>
                                          <p:spTgt spid="28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238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3" dur="5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8.33333E-7 -4.81481E-6 L 8.33333E-7 0.04213 " pathEditMode="relative" rAng="0" ptsTypes="AA">
                                      <p:cBhvr>
                                        <p:cTn id="48" dur="2000" fill="hold"/>
                                        <p:tgtEl>
                                          <p:spTgt spid="18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210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0" dur="500"/>
                                        <p:tgtEl>
                                          <p:spTgt spid="29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08333E-7 -1.85185E-6 C 0.00052 0.04653 -0.00013 0.07292 -0.00013 0.11273 L 0.29818 0.11158 L 0.29818 0.07315 L 0.58698 0.07084 C 0.58763 0.22384 0.58893 0.36829 0.59154 0.52292 L 0.49622 0.51852 C 0.49622 0.49144 0.49492 0.45185 0.49492 0.42454 " pathEditMode="relative" rAng="0" ptsTypes="AAAAAAAA">
                                      <p:cBhvr>
                                        <p:cTn id="64" dur="3000" fill="hold"/>
                                        <p:tgtEl>
                                          <p:spTgt spid="26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9570" y="2613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64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125E-6 2.96296E-6 L -0.00078 -0.04931 " pathEditMode="relative" rAng="0" ptsTypes="AA">
                                      <p:cBhvr>
                                        <p:cTn id="74" dur="2000" fill="hold"/>
                                        <p:tgtEl>
                                          <p:spTgt spid="25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9" y="-2477"/>
                                    </p:animMotion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251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242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206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>
                      <p:stCondLst>
                        <p:cond delay="indefinite"/>
                      </p:stCondLst>
                      <p:childTnLst>
                        <p:par>
                          <p:cTn id="91" fill="hold">
                            <p:stCondLst>
                              <p:cond delay="0"/>
                            </p:stCondLst>
                            <p:childTnLst>
                              <p:par>
                                <p:cTn id="9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222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0" fill="hold">
                      <p:stCondLst>
                        <p:cond delay="indefinite"/>
                      </p:stCondLst>
                      <p:childTnLst>
                        <p:par>
                          <p:cTn id="101" fill="hold">
                            <p:stCondLst>
                              <p:cond delay="0"/>
                            </p:stCondLst>
                            <p:childTnLst>
                              <p:par>
                                <p:cTn id="10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" dur="500"/>
                                        <p:tgtEl>
                                          <p:spTgt spid="2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2" grpId="0"/>
      <p:bldP spid="192" grpId="1"/>
      <p:bldP spid="196" grpId="0"/>
      <p:bldP spid="196" grpId="1"/>
      <p:bldP spid="276" grpId="0"/>
      <p:bldP spid="290" grpId="0"/>
      <p:bldP spid="290" grpId="1"/>
    </p:bld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/>
          <a:lstStyle/>
          <a:p>
            <a:r>
              <a:rPr lang="en-US" altLang="en-US" dirty="0">
                <a:cs typeface="Calibri" panose="020F0502020204030204" pitchFamily="34" charset="0"/>
              </a:rPr>
              <a:t>第 1 章：路线图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引言：1-</a:t>
            </a:r>
            <a:fld id="{C4204591-24BD-A542-B9D5-F8D8A88D2FEE}" type="slidenum">
              <a:rPr lang="en-US" smtClean="0"/>
            </a:fld>
            <a:endParaRPr lang="en-US" dirty="0"/>
          </a:p>
        </p:txBody>
      </p:sp>
      <p:sp>
        <p:nvSpPr>
          <p:cNvPr id="9" name="Rectangle 4"/>
          <p:cNvSpPr>
            <a:spLocks noGrp="1" noChangeArrowheads="1"/>
          </p:cNvSpPr>
          <p:nvPr>
            <p:ph sz="half" idx="2"/>
          </p:nvPr>
        </p:nvSpPr>
        <p:spPr>
          <a:xfrm>
            <a:off x="798690" y="1414011"/>
            <a:ext cx="6618109" cy="5029078"/>
          </a:xfrm>
        </p:spPr>
        <p:txBody>
          <a:bodyPr>
            <a:normAutofit fontScale="92500"/>
          </a:bodyPr>
          <a:lstStyle/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什么是互联网？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/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/>
            </a:r>
            <a:endParaRPr lang="en-US" altLang="ja-JP" sz="3200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什么是协议？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/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/>
            </a:r>
            <a:endParaRPr lang="en-US" altLang="ja-JP" sz="3200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网络边缘：主机、接入网、物理媒体</a:t>
            </a:r>
            <a:endParaRPr lang="en-US" altLang="en-US" sz="3200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8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网络核心：分组/电路交换、互联网结构</a:t>
            </a:r>
            <a:endParaRPr lang="en-US" altLang="en-US" sz="3200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性能：丢失、时延、吞吐量</a:t>
            </a:r>
            <a:endParaRPr lang="en-US" altLang="en-US" sz="3200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安全</a:t>
            </a:r>
            <a:endParaRPr lang="en-US" altLang="en-US" sz="3200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协议分层、服务模型</a:t>
            </a:r>
            <a:endParaRPr lang="en-US" altLang="en-US" sz="3200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marL="403225" indent="-285750" eaLnBrk="1" hangingPunct="1">
              <a:spcBef>
                <a:spcPts val="800"/>
              </a:spcBef>
              <a:buClr>
                <a:srgbClr val="0000A8"/>
              </a:buClr>
            </a:pPr>
            <a:r>
              <a:rPr lang="en-US" altLang="en-US" sz="3200" dirty="0">
                <a:latin typeface="Calibri" panose="020F0502020204030204" pitchFamily="34" charset="0"/>
                <a:cs typeface="Calibri" panose="020F0502020204030204" pitchFamily="34" charset="0"/>
              </a:rPr>
              <a:t>历史</a:t>
            </a:r>
            <a:endParaRPr lang="en-US" altLang="en-US" sz="3200" dirty="0"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eaLnBrk="1" hangingPunct="1">
              <a:buFont typeface="Wingdings" panose="05000000000000000000" pitchFamily="2" charset="2"/>
              <a:buNone/>
            </a:pPr>
            <a:endParaRPr lang="en-US" altLang="en-US" sz="2400" dirty="0"/>
          </a:p>
        </p:txBody>
      </p:sp>
      <p:pic>
        <p:nvPicPr>
          <p:cNvPr id="7" name="Picture 6" descr="Kurose&amp;Ross 8th ed cover picture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7774329" y="1293471"/>
            <a:ext cx="3657600" cy="2743200"/>
          </a:xfrm>
          <a:prstGeom prst="rect">
            <a:avLst/>
          </a:prstGeom>
        </p:spPr>
      </p:pic>
    </p:spTree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 descr="arpanet2"/>
          <p:cNvPicPr>
            <a:picLocks noChangeAspect="1" noChangeArrowheads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8458"/>
          <a:stretch>
            <a:fillRect/>
          </a:stretch>
        </p:blipFill>
        <p:spPr bwMode="auto">
          <a:xfrm>
            <a:off x="9282054" y="4269293"/>
            <a:ext cx="2443026" cy="23702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MS PGothic" panose="020B0600070205080204" pitchFamily="34" charset="-128"/>
              </a:rPr>
              <a:t>互联网历史</a:t>
            </a:r>
            <a:endParaRPr lang="en-US" sz="4400" dirty="0"/>
          </a:p>
        </p:txBody>
      </p:sp>
      <p:sp>
        <p:nvSpPr>
          <p:cNvPr id="17" name="Rectangle 5"/>
          <p:cNvSpPr txBox="1">
            <a:spLocks noChangeArrowheads="1"/>
          </p:cNvSpPr>
          <p:nvPr/>
        </p:nvSpPr>
        <p:spPr>
          <a:xfrm>
            <a:off x="774700" y="2095499"/>
            <a:ext cx="4978400" cy="434758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655" marR="0" lvl="0" indent="-28765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1961：Kleinrock - 排队论显示分组交换的有效性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/>
            </a: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287655" marR="0" lvl="0" indent="-28765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1964：Baran - 军用网络中的分组交换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/>
            </a: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287655" marR="0" lvl="0" indent="-28765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1967：高级研究计划局构想 ARPAnet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/>
            </a: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287655" marR="0" lvl="0" indent="-28765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1969：第一个 ARPAnet 节点投入运行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/>
            </a: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" name="Rectangle 5"/>
          <p:cNvSpPr txBox="1">
            <a:spLocks noChangeArrowheads="1"/>
          </p:cNvSpPr>
          <p:nvPr/>
        </p:nvSpPr>
        <p:spPr>
          <a:xfrm>
            <a:off x="6146799" y="2087567"/>
            <a:ext cx="5578281" cy="434388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655" marR="0" lvl="0" indent="-28765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1972: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 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  <a:p>
            <a:pPr marL="523875" marR="0" lvl="1" indent="-23685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ARPAnet 公开演示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Arial" panose="020B0604020202020204" pitchFamily="34" charset="0"/>
              <a:cs typeface="+mn-cs"/>
            </a:endParaRPr>
          </a:p>
          <a:p>
            <a:pPr marL="523875" marR="0" lvl="1" indent="-23685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NCP（网络控制协议）成为第一个主机到主机协议 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Arial" panose="020B0604020202020204" pitchFamily="34" charset="0"/>
              <a:cs typeface="+mn-cs"/>
            </a:endParaRPr>
          </a:p>
          <a:p>
            <a:pPr marL="523875" marR="0" lvl="1" indent="-23685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第一个电子邮件程序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Arial" panose="020B0604020202020204" pitchFamily="34" charset="0"/>
              <a:cs typeface="+mn-cs"/>
            </a:endParaRPr>
          </a:p>
          <a:p>
            <a:pPr marL="523875" marR="0" lvl="1" indent="-23685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ARPAnet 拥有 15 个节点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Arial" panose="020B0604020202020204" pitchFamily="34" charset="0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None/>
              <a:defRPr/>
            </a:pP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3" name="Rectangle 2"/>
          <p:cNvSpPr/>
          <p:nvPr/>
        </p:nvSpPr>
        <p:spPr>
          <a:xfrm>
            <a:off x="799867" y="1211969"/>
            <a:ext cx="7568419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1961-1972：早期分组交换原理</a:t>
            </a:r>
            <a:endParaRPr kumimoji="0" lang="en-US" altLang="en-US" sz="3200" b="0" i="0" u="sng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MS PGothic" panose="020B0600070205080204" pitchFamily="34" charset="-128"/>
              </a:rPr>
              <a:t>互联网历史</a:t>
            </a:r>
            <a:endParaRPr lang="en-US" sz="4400" dirty="0"/>
          </a:p>
        </p:txBody>
      </p:sp>
      <p:sp>
        <p:nvSpPr>
          <p:cNvPr id="17" name="Rectangle 5"/>
          <p:cNvSpPr txBox="1">
            <a:spLocks noChangeArrowheads="1"/>
          </p:cNvSpPr>
          <p:nvPr/>
        </p:nvSpPr>
        <p:spPr>
          <a:xfrm>
            <a:off x="660400" y="2095499"/>
            <a:ext cx="5283200" cy="434758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1970：夏威夷的 ALOHAnet 卫星网络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1974：Cerf 和 Kahn - 互连网络体系结构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1976：Xerox PARC 的 Ethernet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20 世纪 70 年代末：专有体系结构 DECnet、SNA、XNA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endParaRPr kumimoji="0" lang="en-US" altLang="ja-JP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1979：ARPAnet 拥有 200 个节点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3" name="Rectangle 2"/>
          <p:cNvSpPr/>
          <p:nvPr/>
        </p:nvSpPr>
        <p:spPr>
          <a:xfrm>
            <a:off x="790785" y="1202606"/>
            <a:ext cx="10064935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1972-1980：互联网互连、新网络和专有网络</a:t>
            </a:r>
            <a:endParaRPr kumimoji="0" lang="en-US" altLang="en-US" sz="3200" b="0" i="1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4" name="Group 3"/>
          <p:cNvGrpSpPr/>
          <p:nvPr/>
        </p:nvGrpSpPr>
        <p:grpSpPr>
          <a:xfrm>
            <a:off x="6851353" y="2147296"/>
            <a:ext cx="4978399" cy="4075895"/>
            <a:chOff x="6851353" y="2147296"/>
            <a:chExt cx="4978399" cy="4075895"/>
          </a:xfrm>
        </p:grpSpPr>
        <p:sp>
          <p:nvSpPr>
            <p:cNvPr id="8" name="Rectangle 4"/>
            <p:cNvSpPr txBox="1">
              <a:spLocks noChangeArrowheads="1"/>
            </p:cNvSpPr>
            <p:nvPr/>
          </p:nvSpPr>
          <p:spPr>
            <a:xfrm>
              <a:off x="6879929" y="2320332"/>
              <a:ext cx="4735804" cy="3902859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anose="05000000000000000000" pitchFamily="2" charset="2"/>
                <a:buChar char="§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117475" marR="0" lvl="0" indent="1270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panose="05000000000000000000" pitchFamily="2" charset="2"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Cerf 和 Kahn 的互联网互连原则：</a:t>
              </a:r>
              <a:r>
                <a:rPr kumimoji="0" lang="en-US" altLang="ja-JP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/>
              </a:r>
              <a:endPara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srgbClr val="00009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  <a:p>
              <a:pPr marL="473075" marR="0" lvl="1" indent="-288925" algn="l" defTabSz="914400" rtl="0" eaLnBrk="1" fontAlgn="auto" latinLnBrk="0" hangingPunct="1">
                <a:lnSpc>
                  <a:spcPct val="90000"/>
                </a:lnSpc>
                <a:spcBef>
                  <a:spcPts val="500"/>
                </a:spcBef>
                <a:spcAft>
                  <a:spcPts val="0"/>
                </a:spcAft>
                <a:buClr>
                  <a:srgbClr val="0000A8"/>
                </a:buClr>
                <a:buSzTx/>
                <a:buFont typeface="Wingdings" panose="05000000000000000000" pitchFamily="2" charset="2"/>
                <a:buChar char="§"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Arial" panose="020B0604020202020204" pitchFamily="34" charset="0"/>
                  <a:cs typeface="+mn-cs"/>
                </a:rPr>
                <a:t>极简性、自治性：互连网络无需内部改变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endParaRPr>
            </a:p>
            <a:p>
              <a:pPr marL="473075" marR="0" lvl="1" indent="-288925" algn="l" defTabSz="914400" rtl="0" eaLnBrk="1" fontAlgn="auto" latinLnBrk="0" hangingPunct="1">
                <a:lnSpc>
                  <a:spcPct val="90000"/>
                </a:lnSpc>
                <a:spcBef>
                  <a:spcPts val="500"/>
                </a:spcBef>
                <a:spcAft>
                  <a:spcPts val="0"/>
                </a:spcAft>
                <a:buClr>
                  <a:srgbClr val="0000A8"/>
                </a:buClr>
                <a:buSzTx/>
                <a:buFont typeface="Wingdings" panose="05000000000000000000" pitchFamily="2" charset="2"/>
                <a:buChar char="§"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Arial" panose="020B0604020202020204" pitchFamily="34" charset="0"/>
                  <a:cs typeface="+mn-cs"/>
                </a:rPr>
                <a:t>尽力而为服务模型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endParaRPr>
            </a:p>
            <a:p>
              <a:pPr marL="473075" marR="0" lvl="1" indent="-288925" algn="l" defTabSz="914400" rtl="0" eaLnBrk="1" fontAlgn="auto" latinLnBrk="0" hangingPunct="1">
                <a:lnSpc>
                  <a:spcPct val="90000"/>
                </a:lnSpc>
                <a:spcBef>
                  <a:spcPts val="500"/>
                </a:spcBef>
                <a:spcAft>
                  <a:spcPts val="0"/>
                </a:spcAft>
                <a:buClr>
                  <a:srgbClr val="0000A8"/>
                </a:buClr>
                <a:buSzTx/>
                <a:buFont typeface="Wingdings" panose="05000000000000000000" pitchFamily="2" charset="2"/>
                <a:buChar char="§"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Arial" panose="020B0604020202020204" pitchFamily="34" charset="0"/>
                  <a:cs typeface="+mn-cs"/>
                </a:rPr>
                <a:t>无状态路由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endParaRPr>
            </a:p>
            <a:p>
              <a:pPr marL="473075" marR="0" lvl="1" indent="-288925" algn="l" defTabSz="914400" rtl="0" eaLnBrk="1" fontAlgn="auto" latinLnBrk="0" hangingPunct="1">
                <a:lnSpc>
                  <a:spcPct val="90000"/>
                </a:lnSpc>
                <a:spcBef>
                  <a:spcPts val="500"/>
                </a:spcBef>
                <a:spcAft>
                  <a:spcPts val="0"/>
                </a:spcAft>
                <a:buClr>
                  <a:srgbClr val="0000A8"/>
                </a:buClr>
                <a:buSzTx/>
                <a:buFont typeface="Wingdings" panose="05000000000000000000" pitchFamily="2" charset="2"/>
                <a:buChar char="§"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Arial" panose="020B0604020202020204" pitchFamily="34" charset="0"/>
                  <a:cs typeface="+mn-cs"/>
                </a:rPr>
                <a:t>分散控制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endParaRPr>
            </a:p>
            <a:p>
              <a:pPr marL="117475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panose="05000000000000000000" pitchFamily="2" charset="2"/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>奠定了当今互联网体系结构</a:t>
              </a:r>
              <a:r>
                <a:rPr kumimoji="0" lang="en-US" altLang="ja-JP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0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+mn-cs"/>
                </a:rPr>
                <a:t/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9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endParaRPr>
            </a:p>
          </p:txBody>
        </p:sp>
        <p:sp>
          <p:nvSpPr>
            <p:cNvPr id="9" name="Rectangle 6"/>
            <p:cNvSpPr>
              <a:spLocks noChangeArrowheads="1"/>
            </p:cNvSpPr>
            <p:nvPr/>
          </p:nvSpPr>
          <p:spPr bwMode="auto">
            <a:xfrm>
              <a:off x="6851353" y="2147296"/>
              <a:ext cx="4978399" cy="4050304"/>
            </a:xfrm>
            <a:prstGeom prst="rect">
              <a:avLst/>
            </a:prstGeom>
            <a:noFill/>
            <a:ln w="28575">
              <a:solidFill>
                <a:srgbClr val="CC0000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MS PGothic" panose="020B0600070205080204" pitchFamily="34" charset="-128"/>
                <a:cs typeface="+mn-cs"/>
              </a:endParaRPr>
            </a:p>
          </p:txBody>
        </p:sp>
      </p:grpSp>
      <p:sp>
        <p:nvSpPr>
          <p:cNvPr id="10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引言：1-</a:t>
            </a:r>
            <a:fld id="{C4204591-24BD-A542-B9D5-F8D8A88D2FEE}" type="slidenum">
              <a:rPr lang="en-US" smtClean="0"/>
            </a:fld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 uiExpand="1" build="p"/>
    </p:bld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MS PGothic" panose="020B0600070205080204" pitchFamily="34" charset="-128"/>
              </a:rPr>
              <a:t>互联网历史</a:t>
            </a:r>
            <a:endParaRPr lang="en-US" sz="4400" dirty="0"/>
          </a:p>
        </p:txBody>
      </p:sp>
      <p:sp>
        <p:nvSpPr>
          <p:cNvPr id="17" name="Rectangle 5"/>
          <p:cNvSpPr txBox="1">
            <a:spLocks noChangeArrowheads="1"/>
          </p:cNvSpPr>
          <p:nvPr/>
        </p:nvSpPr>
        <p:spPr>
          <a:xfrm>
            <a:off x="762000" y="2095499"/>
            <a:ext cx="4978400" cy="434758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655" marR="0" lvl="0" indent="-28765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1983：部署 TCP/IP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  <a:p>
            <a:pPr marL="287655" marR="0" lvl="0" indent="-28765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1982：定义 SMTP 电子邮件协议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  <a:p>
            <a:pPr marL="287655" marR="0" lvl="0" indent="-28765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1983：定义 DNS，用于名称到 IP 地址的转换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  <a:p>
            <a:pPr marL="287655" marR="0" lvl="0" indent="-28765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1985：定义 FTP 协议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  <a:p>
            <a:pPr marL="287655" marR="0" lvl="0" indent="-28765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1988：TCP 拥塞控制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" name="Rectangle 5"/>
          <p:cNvSpPr txBox="1">
            <a:spLocks noChangeArrowheads="1"/>
          </p:cNvSpPr>
          <p:nvPr/>
        </p:nvSpPr>
        <p:spPr>
          <a:xfrm>
            <a:off x="6146799" y="2087567"/>
            <a:ext cx="5578281" cy="434388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655" marR="0" lvl="0" indent="-28765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新的国家级网络：CSnet、BITnet、NSFnet、Minitel</a:t>
            </a: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287655" marR="0" lvl="0" indent="-28765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10 万台主机连接到网络联盟</a:t>
            </a: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None/>
              <a:defRPr/>
            </a:pP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3" name="Rectangle 2"/>
          <p:cNvSpPr/>
          <p:nvPr/>
        </p:nvSpPr>
        <p:spPr>
          <a:xfrm>
            <a:off x="762000" y="1212520"/>
            <a:ext cx="913346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1980-1990：新协议，网络迅速增多</a:t>
            </a:r>
            <a:endParaRPr kumimoji="0" lang="en-US" altLang="en-US" sz="3200" b="0" i="1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1266" name="Picture 2"/>
          <p:cNvPicPr>
            <a:picLocks noChangeAspect="1" noChangeArrowheads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75398" y="3880533"/>
            <a:ext cx="3906331" cy="287506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引言：1-</a:t>
            </a:r>
            <a:fld id="{C4204591-24BD-A542-B9D5-F8D8A88D2FEE}" type="slidenum">
              <a:rPr lang="en-US" smtClean="0"/>
            </a:fld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112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 build="p"/>
      <p:bldP spid="5" grpId="0"/>
    </p:bldLst>
  </p:timing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MS PGothic" panose="020B0600070205080204" pitchFamily="34" charset="-128"/>
              </a:rPr>
              <a:t>互联网历史</a:t>
            </a:r>
            <a:endParaRPr lang="en-US" sz="4400" dirty="0"/>
          </a:p>
        </p:txBody>
      </p:sp>
      <p:sp>
        <p:nvSpPr>
          <p:cNvPr id="17" name="Rectangle 5"/>
          <p:cNvSpPr txBox="1">
            <a:spLocks noChangeArrowheads="1"/>
          </p:cNvSpPr>
          <p:nvPr/>
        </p:nvSpPr>
        <p:spPr>
          <a:xfrm>
            <a:off x="787167" y="2079634"/>
            <a:ext cx="5578281" cy="471271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655" marR="0" lvl="0" indent="-28765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20 世纪 90 年代初：ARPAnet 退役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srgbClr val="ED7D31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endParaRPr kumimoji="0" lang="en-US" altLang="ja-JP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  <a:p>
            <a:pPr marL="287655" marR="0" lvl="0" indent="-28765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1991：NSF 取消 NSFnet 商业使用限制（1995 年退役）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ED7D31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  <a:p>
            <a:pPr marL="287655" marR="0" lvl="0" indent="-28765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20 世纪 90 年代初：Web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  <a:p>
            <a:pPr marL="570230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超文本 [Bush 1945，Nelson 1960s]</a:t>
            </a: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/>
            </a: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r>
              <a:rPr kumimoji="0" lang="en-US" altLang="ja-JP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endParaRPr kumimoji="0" lang="en-US" altLang="ja-JP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  <a:p>
            <a:pPr marL="570230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HTML、HTTP：Berners-Lee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Arial" panose="020B0604020202020204" pitchFamily="34" charset="0"/>
              <a:cs typeface="+mn-cs"/>
            </a:endParaRPr>
          </a:p>
          <a:p>
            <a:pPr marL="570230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1994：Mosaic，之后是 Netscape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/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Arial" panose="020B0604020202020204" pitchFamily="34" charset="0"/>
              <a:cs typeface="+mn-cs"/>
            </a:endParaRPr>
          </a:p>
          <a:p>
            <a:pPr marL="570230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20 世纪 90 年代末：Web 商业化</a:t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r>
              <a:rPr kumimoji="0" lang="en-US" altLang="ja-JP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endParaRPr kumimoji="0" lang="en-US" altLang="ja-JP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" name="Rectangle 5"/>
          <p:cNvSpPr txBox="1">
            <a:spLocks noChangeArrowheads="1"/>
          </p:cNvSpPr>
          <p:nvPr/>
        </p:nvSpPr>
        <p:spPr>
          <a:xfrm>
            <a:off x="6146799" y="2087567"/>
            <a:ext cx="5578281" cy="434388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None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20 世纪 90 年代末至 21 世纪 00 年代：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endParaRPr kumimoji="0" lang="en-US" altLang="ja-JP" sz="2800" b="0" i="0" u="none" strike="noStrike" kern="120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更多杀手级应用：即时通信、P2P 文件共享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网络安全成为焦点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估计 5000 万台主机、1 亿多用户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骨干链路达到 Gbps 级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None/>
              <a:defRPr/>
            </a:pP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3" name="Rectangle 2"/>
          <p:cNvSpPr/>
          <p:nvPr/>
        </p:nvSpPr>
        <p:spPr>
          <a:xfrm>
            <a:off x="740579" y="1215136"/>
            <a:ext cx="10058908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20 世纪 90 年代和 21 世纪 00 年代：商业化、Web、新应用</a:t>
            </a:r>
            <a:endParaRPr kumimoji="0" lang="en-US" altLang="en-US" sz="3200" b="0" i="1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引言：1-</a:t>
            </a:r>
            <a:fld id="{C4204591-24BD-A542-B9D5-F8D8A88D2FEE}" type="slidenum">
              <a:rPr lang="en-US" smtClean="0"/>
            </a:fld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1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1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MS PGothic" panose="020B0600070205080204" pitchFamily="34" charset="-128"/>
              </a:rPr>
              <a:t>互联网历史</a:t>
            </a:r>
            <a:endParaRPr lang="en-US" sz="4400" dirty="0"/>
          </a:p>
        </p:txBody>
      </p:sp>
      <p:sp>
        <p:nvSpPr>
          <p:cNvPr id="17" name="Rectangle 5"/>
          <p:cNvSpPr txBox="1">
            <a:spLocks noChangeArrowheads="1"/>
          </p:cNvSpPr>
          <p:nvPr/>
        </p:nvSpPr>
        <p:spPr>
          <a:xfrm>
            <a:off x="763532" y="1770592"/>
            <a:ext cx="11142134" cy="473407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519430" marR="0" lvl="1" indent="-389255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宽带家庭接入（10 到数百 Mbps）大规模部署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  <a:p>
            <a:pPr marL="473075" marR="0" lvl="0" indent="-34290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2008：软件定义网络（SDN）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  <a:p>
            <a:pPr marL="473075" marR="0" lvl="0" indent="-34290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高速无线接入日益普及：4G/5G、WiFi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  <a:p>
            <a:pPr marL="473075" marR="0" lvl="0" indent="-34290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服务提供商（Google、Facebook、Microsoft）建设自己的网络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  <a:p>
            <a:pPr marL="812800" marR="0" lvl="2" indent="-2349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绕过商业互联网，连接到“靠近”终端用户的位置，为社交媒体、搜索、视频内容等提供“即时”访问</a:t>
            </a:r>
            <a:r>
              <a:rPr kumimoji="0" lang="ja-JP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r>
              <a:rPr kumimoji="0" lang="ja-JP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endParaRPr kumimoji="0" lang="en-US" altLang="ja-JP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  <a:p>
            <a:pPr marL="473075" marR="0" lvl="0" indent="-34290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企业在“云”中运行服务（如 Amazon Web Services、Microsoft Azure）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endParaRPr kumimoji="0" lang="en-US" altLang="ja-JP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  <a:p>
            <a:pPr marL="473075" marR="0" lvl="0" indent="-34290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智能手机兴起：互联网上移动设备数量超过固定设备（2017）</a:t>
            </a: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  <a:p>
            <a:pPr marL="473075" marR="0" lvl="0" indent="-34290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约 180 亿台设备连接到互联网（2017）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/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  <a:p>
            <a:pPr marL="473075" marR="0" lvl="0" indent="-34290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anose="05000000000000000000" pitchFamily="2" charset="2"/>
              <a:buChar char="§"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3" name="Rectangle 2"/>
          <p:cNvSpPr/>
          <p:nvPr/>
        </p:nvSpPr>
        <p:spPr>
          <a:xfrm>
            <a:off x="800333" y="1211969"/>
            <a:ext cx="6946069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+mn-cs"/>
              </a:rPr>
              <a:t>2005 至今：规模化、SDN、移动性、云</a:t>
            </a:r>
            <a:endParaRPr kumimoji="0" lang="en-US" altLang="en-US" sz="3200" b="0" i="1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引言：1-</a:t>
            </a:r>
            <a:fld id="{C4204591-24BD-A542-B9D5-F8D8A88D2FEE}" type="slidenum">
              <a:rPr lang="en-US" smtClean="0"/>
            </a:fld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1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1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1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MS PGothic" panose="020B0600070205080204" pitchFamily="34" charset="-128"/>
              </a:rPr>
              <a:t>第 1 章：总结</a:t>
            </a:r>
            <a:endParaRPr lang="en-US" sz="4400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引言：1-</a:t>
            </a:r>
            <a:fld id="{C4204591-24BD-A542-B9D5-F8D8A88D2FEE}" type="slidenum">
              <a:rPr lang="en-US" smtClean="0"/>
            </a:fld>
            <a:endParaRPr lang="en-US" dirty="0"/>
          </a:p>
        </p:txBody>
      </p:sp>
      <p:sp>
        <p:nvSpPr>
          <p:cNvPr id="17" name="Rectangle 5"/>
          <p:cNvSpPr txBox="1">
            <a:spLocks noChangeArrowheads="1"/>
          </p:cNvSpPr>
          <p:nvPr/>
        </p:nvSpPr>
        <p:spPr>
          <a:xfrm>
            <a:off x="677332" y="1325518"/>
            <a:ext cx="6189609" cy="52197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None/>
            </a:pPr>
            <a:r>
              <a:rPr lang="en-US" altLang="en-US" sz="3200" i="1" dirty="0">
                <a:solidFill>
                  <a:srgbClr val="C00000"/>
                </a:solidFill>
                <a:ea typeface="MS PGothic" panose="020B0600070205080204" pitchFamily="34" charset="-128"/>
              </a:rPr>
              <a:t>我们已经学习了大量内容！</a:t>
            </a:r>
            <a:r>
              <a:rPr lang="en-US" altLang="ja-JP" sz="3200" i="1" dirty="0">
                <a:solidFill>
                  <a:srgbClr val="C00000"/>
                </a:solidFill>
                <a:ea typeface="MS PGothic" panose="020B0600070205080204" pitchFamily="34" charset="-128"/>
              </a:rPr>
              <a:t/>
            </a:r>
            <a:endParaRPr lang="en-US" altLang="ja-JP" sz="3200" i="1" dirty="0">
              <a:solidFill>
                <a:srgbClr val="C00000"/>
              </a:solidFill>
              <a:ea typeface="MS PGothic" panose="020B0600070205080204" pitchFamily="34" charset="-128"/>
            </a:endParaRPr>
          </a:p>
          <a:p>
            <a:pPr marL="473075" indent="-355600">
              <a:lnSpc>
                <a:spcPct val="80000"/>
              </a:lnSpc>
            </a:pPr>
            <a:r>
              <a:rPr lang="en-US" altLang="en-US" dirty="0">
                <a:ea typeface="MS PGothic" panose="020B0600070205080204" pitchFamily="34" charset="-128"/>
              </a:rPr>
              <a:t>互联网概览</a:t>
            </a:r>
            <a:endParaRPr lang="en-US" altLang="en-US" dirty="0">
              <a:ea typeface="MS PGothic" panose="020B0600070205080204" pitchFamily="34" charset="-128"/>
            </a:endParaRPr>
          </a:p>
          <a:p>
            <a:pPr marL="473075" indent="-355600">
              <a:lnSpc>
                <a:spcPct val="80000"/>
              </a:lnSpc>
            </a:pPr>
            <a:r>
              <a:rPr lang="en-US" altLang="en-US" dirty="0">
                <a:ea typeface="MS PGothic" panose="020B0600070205080204" pitchFamily="34" charset="-128"/>
              </a:rPr>
              <a:t>什么是协议？</a:t>
            </a:r>
            <a:r>
              <a:rPr lang="ja-JP" altLang="en-US">
                <a:ea typeface="MS PGothic" panose="020B0600070205080204" pitchFamily="34" charset="-128"/>
              </a:rPr>
              <a:t/>
            </a:r>
            <a:r>
              <a:rPr lang="en-US" altLang="ja-JP" dirty="0">
                <a:ea typeface="MS PGothic" panose="020B0600070205080204" pitchFamily="34" charset="-128"/>
              </a:rPr>
              <a:t/>
            </a:r>
            <a:endParaRPr lang="en-US" altLang="ja-JP" dirty="0">
              <a:ea typeface="MS PGothic" panose="020B0600070205080204" pitchFamily="34" charset="-128"/>
            </a:endParaRPr>
          </a:p>
          <a:p>
            <a:pPr marL="473075" indent="-355600">
              <a:lnSpc>
                <a:spcPct val="80000"/>
              </a:lnSpc>
            </a:pPr>
            <a:r>
              <a:rPr lang="en-US" altLang="en-US" dirty="0">
                <a:ea typeface="MS PGothic" panose="020B0600070205080204" pitchFamily="34" charset="-128"/>
              </a:rPr>
              <a:t>网络边缘、接入网、核心</a:t>
            </a:r>
            <a:endParaRPr lang="en-US" altLang="en-US" dirty="0">
              <a:ea typeface="MS PGothic" panose="020B0600070205080204" pitchFamily="34" charset="-128"/>
            </a:endParaRPr>
          </a:p>
          <a:p>
            <a:pPr marL="682625" lvl="1" indent="-225425">
              <a:lnSpc>
                <a:spcPct val="80000"/>
              </a:lnSpc>
            </a:pPr>
            <a:r>
              <a:rPr lang="en-US" altLang="en-US" sz="2800" dirty="0">
                <a:ea typeface="Arial" panose="020B0604020202020204" pitchFamily="34" charset="0"/>
              </a:rPr>
              <a:t>分组交换与电路交换</a:t>
            </a:r>
            <a:endParaRPr lang="en-US" altLang="en-US" sz="2800" dirty="0">
              <a:ea typeface="Arial" panose="020B0604020202020204" pitchFamily="34" charset="0"/>
            </a:endParaRPr>
          </a:p>
          <a:p>
            <a:pPr marL="682625" lvl="1" indent="-225425">
              <a:lnSpc>
                <a:spcPct val="80000"/>
              </a:lnSpc>
            </a:pPr>
            <a:r>
              <a:rPr lang="en-US" altLang="en-US" sz="2800" dirty="0">
                <a:ea typeface="Arial" panose="020B0604020202020204" pitchFamily="34" charset="0"/>
              </a:rPr>
              <a:t>互联网结构</a:t>
            </a:r>
            <a:endParaRPr lang="en-US" altLang="en-US" sz="2800" dirty="0">
              <a:ea typeface="Arial" panose="020B0604020202020204" pitchFamily="34" charset="0"/>
            </a:endParaRPr>
          </a:p>
          <a:p>
            <a:pPr marL="473075" indent="-406400">
              <a:lnSpc>
                <a:spcPct val="80000"/>
              </a:lnSpc>
            </a:pPr>
            <a:r>
              <a:rPr lang="en-US" altLang="en-US" dirty="0">
                <a:ea typeface="MS PGothic" panose="020B0600070205080204" pitchFamily="34" charset="-128"/>
              </a:rPr>
              <a:t>性能：丢失、时延、吞吐量</a:t>
            </a:r>
            <a:endParaRPr lang="en-US" altLang="en-US" dirty="0">
              <a:ea typeface="MS PGothic" panose="020B0600070205080204" pitchFamily="34" charset="-128"/>
            </a:endParaRPr>
          </a:p>
          <a:p>
            <a:pPr marL="473075" indent="-406400">
              <a:lnSpc>
                <a:spcPct val="80000"/>
              </a:lnSpc>
            </a:pPr>
            <a:r>
              <a:rPr lang="en-US" altLang="en-US" dirty="0">
                <a:ea typeface="MS PGothic" panose="020B0600070205080204" pitchFamily="34" charset="-128"/>
              </a:rPr>
              <a:t>分层、服务模型</a:t>
            </a:r>
            <a:endParaRPr lang="en-US" altLang="en-US" dirty="0">
              <a:ea typeface="MS PGothic" panose="020B0600070205080204" pitchFamily="34" charset="-128"/>
            </a:endParaRPr>
          </a:p>
          <a:p>
            <a:pPr marL="473075" indent="-406400">
              <a:lnSpc>
                <a:spcPct val="80000"/>
              </a:lnSpc>
            </a:pPr>
            <a:r>
              <a:rPr lang="en-US" altLang="en-US" dirty="0">
                <a:ea typeface="MS PGothic" panose="020B0600070205080204" pitchFamily="34" charset="-128"/>
              </a:rPr>
              <a:t>安全</a:t>
            </a:r>
            <a:endParaRPr lang="en-US" altLang="en-US" dirty="0">
              <a:ea typeface="MS PGothic" panose="020B0600070205080204" pitchFamily="34" charset="-128"/>
            </a:endParaRPr>
          </a:p>
          <a:p>
            <a:pPr marL="473075" indent="-406400">
              <a:lnSpc>
                <a:spcPct val="80000"/>
              </a:lnSpc>
            </a:pPr>
            <a:r>
              <a:rPr lang="en-US" altLang="en-US" dirty="0">
                <a:ea typeface="MS PGothic" panose="020B0600070205080204" pitchFamily="34" charset="-128"/>
              </a:rPr>
              <a:t>历史</a:t>
            </a:r>
            <a:endParaRPr lang="en-US" dirty="0"/>
          </a:p>
        </p:txBody>
      </p:sp>
      <p:sp>
        <p:nvSpPr>
          <p:cNvPr id="7" name="Rectangle 4"/>
          <p:cNvSpPr txBox="1">
            <a:spLocks noChangeArrowheads="1"/>
          </p:cNvSpPr>
          <p:nvPr/>
        </p:nvSpPr>
        <p:spPr>
          <a:xfrm>
            <a:off x="7616592" y="2335167"/>
            <a:ext cx="3724275" cy="362536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anose="05000000000000000000" pitchFamily="2" charset="2"/>
              <a:buNone/>
            </a:pPr>
            <a:r>
              <a:rPr lang="en-US" altLang="en-US" sz="3200" i="1" dirty="0">
                <a:solidFill>
                  <a:srgbClr val="C00000"/>
                </a:solidFill>
                <a:ea typeface="MS PGothic" panose="020B0600070205080204" pitchFamily="34" charset="-128"/>
              </a:rPr>
              <a:t>现在你已经具备： </a:t>
            </a:r>
            <a:r>
              <a:rPr lang="en-US" altLang="en-US" dirty="0">
                <a:solidFill>
                  <a:srgbClr val="C00000"/>
                </a:solidFill>
                <a:ea typeface="MS PGothic" panose="020B0600070205080204" pitchFamily="34" charset="-128"/>
              </a:rPr>
              <a:t/>
            </a:r>
            <a:endParaRPr lang="en-US" altLang="en-US" dirty="0">
              <a:solidFill>
                <a:srgbClr val="C00000"/>
              </a:solidFill>
              <a:ea typeface="MS PGothic" panose="020B0600070205080204" pitchFamily="34" charset="-128"/>
            </a:endParaRPr>
          </a:p>
          <a:p>
            <a:pPr marL="473075" indent="-355600"/>
            <a:r>
              <a:rPr lang="en-US" altLang="en-US" sz="3200" dirty="0">
                <a:ea typeface="MS PGothic" panose="020B0600070205080204" pitchFamily="34" charset="-128"/>
              </a:rPr>
              <a:t>学习网络所需的背景、概览、词汇和直观认识</a:t>
            </a:r>
            <a:r>
              <a:rPr lang="en-US" altLang="ja-JP" sz="3200" dirty="0">
                <a:ea typeface="MS PGothic" panose="020B0600070205080204" pitchFamily="34" charset="-128"/>
              </a:rPr>
              <a:t/>
            </a:r>
            <a:endParaRPr lang="en-US" altLang="ja-JP" sz="3200" dirty="0">
              <a:ea typeface="MS PGothic" panose="020B0600070205080204" pitchFamily="34" charset="-128"/>
            </a:endParaRPr>
          </a:p>
          <a:p>
            <a:pPr marL="473075" indent="-355600"/>
            <a:r>
              <a:rPr lang="en-US" altLang="en-US" sz="3200" dirty="0">
                <a:ea typeface="MS PGothic" panose="020B0600070205080204" pitchFamily="34" charset="-128"/>
              </a:rPr>
              <a:t>后续还会有更深入的内容、更多细节和更多乐趣！</a:t>
            </a:r>
            <a:r>
              <a:rPr lang="en-US" altLang="en-US" sz="3200" i="1" dirty="0">
                <a:ea typeface="MS PGothic" panose="020B0600070205080204" pitchFamily="34" charset="-128"/>
              </a:rPr>
              <a:t/>
            </a:r>
            <a:r>
              <a:rPr lang="en-US" altLang="en-US" sz="3200" dirty="0">
                <a:ea typeface="MS PGothic" panose="020B0600070205080204" pitchFamily="34" charset="-128"/>
              </a:rPr>
              <a:t/>
            </a:r>
            <a:r>
              <a:rPr lang="en-US" altLang="en-US" sz="3200" i="1" dirty="0">
                <a:ea typeface="MS PGothic" panose="020B0600070205080204" pitchFamily="34" charset="-128"/>
              </a:rPr>
              <a:t/>
            </a:r>
            <a:endParaRPr lang="en-US" altLang="en-US" sz="3200" dirty="0">
              <a:ea typeface="MS PGothic" panose="020B0600070205080204" pitchFamily="34" charset="-128"/>
            </a:endParaRPr>
          </a:p>
        </p:txBody>
      </p:sp>
    </p:spTree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8200" y="2981689"/>
            <a:ext cx="10515600" cy="894622"/>
          </a:xfrm>
        </p:spPr>
        <p:txBody>
          <a:bodyPr>
            <a:normAutofit/>
          </a:bodyPr>
          <a:lstStyle/>
          <a:p>
            <a:pPr algn="ctr"/>
            <a:r>
              <a:rPr lang="en-US" altLang="en-US" sz="4400" dirty="0">
                <a:ea typeface="MS PGothic" panose="020B0600070205080204" pitchFamily="34" charset="-128"/>
              </a:rPr>
              <a:t>第 1 章补充幻灯片</a:t>
            </a:r>
            <a:endParaRPr lang="en-US" sz="4400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引言：1-</a:t>
            </a:r>
            <a:fld id="{C4204591-24BD-A542-B9D5-F8D8A88D2FEE}" type="slidenum">
              <a:rPr lang="en-US" smtClean="0"/>
            </a:fld>
            <a:endParaRPr lang="en-US" dirty="0"/>
          </a:p>
        </p:txBody>
      </p:sp>
    </p:spTree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MS PGothic" panose="020B0600070205080204" pitchFamily="34" charset="-128"/>
              </a:rPr>
              <a:t>ISO/OSI 参考模型</a:t>
            </a:r>
            <a:r>
              <a:rPr lang="en-US" altLang="en-US" dirty="0">
                <a:ea typeface="MS PGothic" panose="020B0600070205080204" pitchFamily="34" charset="-128"/>
              </a:rPr>
              <a:t/>
            </a:r>
            <a:r>
              <a:rPr lang="en-US" altLang="en-US" sz="4400" dirty="0">
                <a:ea typeface="MS PGothic" panose="020B0600070205080204" pitchFamily="34" charset="-128"/>
              </a:rPr>
              <a:t/>
            </a:r>
            <a:endParaRPr lang="en-US" sz="4400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引言：1-</a:t>
            </a:r>
            <a:fld id="{C4204591-24BD-A542-B9D5-F8D8A88D2FEE}" type="slidenum">
              <a:rPr lang="en-US" smtClean="0"/>
            </a:fld>
            <a:endParaRPr lang="en-US" dirty="0"/>
          </a:p>
        </p:txBody>
      </p:sp>
      <p:sp>
        <p:nvSpPr>
          <p:cNvPr id="17" name="Rectangle 5"/>
          <p:cNvSpPr txBox="1">
            <a:spLocks noChangeArrowheads="1"/>
          </p:cNvSpPr>
          <p:nvPr/>
        </p:nvSpPr>
        <p:spPr>
          <a:xfrm>
            <a:off x="665343" y="1341922"/>
            <a:ext cx="6765452" cy="51308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anose="05000000000000000000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r>
              <a:rPr lang="en-US" altLang="en-US" sz="3200" dirty="0">
                <a:ea typeface="MS PGothic" panose="020B0600070205080204" pitchFamily="34" charset="-128"/>
              </a:rPr>
              <a:t>互联网协议栈中没有的两层！</a:t>
            </a:r>
            <a:endParaRPr lang="en-US" altLang="en-US" sz="3200" dirty="0">
              <a:ea typeface="MS PGothic" panose="020B0600070205080204" pitchFamily="34" charset="-128"/>
            </a:endParaRPr>
          </a:p>
          <a:p>
            <a:pPr marL="287655" indent="-287655"/>
            <a:r>
              <a:rPr lang="en-US" altLang="en-US" i="1" dirty="0">
                <a:solidFill>
                  <a:srgbClr val="C00000"/>
                </a:solidFill>
                <a:ea typeface="MS PGothic" panose="020B0600070205080204" pitchFamily="34" charset="-128"/>
              </a:rPr>
              <a:t>表示层：使应用能够解释数据含义，例如加密、压缩、机器特定约定</a:t>
            </a:r>
            <a:r>
              <a:rPr lang="en-US" altLang="en-US" dirty="0">
                <a:solidFill>
                  <a:srgbClr val="C00000"/>
                </a:solidFill>
                <a:ea typeface="MS PGothic" panose="020B0600070205080204" pitchFamily="34" charset="-128"/>
              </a:rPr>
              <a:t/>
            </a:r>
            <a:r>
              <a:rPr lang="en-US" altLang="en-US" dirty="0">
                <a:ea typeface="MS PGothic" panose="020B0600070205080204" pitchFamily="34" charset="-128"/>
              </a:rPr>
              <a:t/>
            </a:r>
            <a:endParaRPr lang="en-US" altLang="en-US" dirty="0">
              <a:ea typeface="MS PGothic" panose="020B0600070205080204" pitchFamily="34" charset="-128"/>
            </a:endParaRPr>
          </a:p>
          <a:p>
            <a:pPr marL="287655" indent="-287655"/>
            <a:r>
              <a:rPr lang="en-US" altLang="en-US" i="1" dirty="0">
                <a:solidFill>
                  <a:srgbClr val="C00000"/>
                </a:solidFill>
                <a:ea typeface="MS PGothic" panose="020B0600070205080204" pitchFamily="34" charset="-128"/>
              </a:rPr>
              <a:t>会话层：数据交换的同步、检查点和恢复</a:t>
            </a:r>
            <a:r>
              <a:rPr lang="en-US" altLang="en-US" dirty="0">
                <a:solidFill>
                  <a:srgbClr val="C00000"/>
                </a:solidFill>
                <a:ea typeface="MS PGothic" panose="020B0600070205080204" pitchFamily="34" charset="-128"/>
              </a:rPr>
              <a:t/>
            </a:r>
            <a:r>
              <a:rPr lang="en-US" altLang="en-US" dirty="0">
                <a:ea typeface="MS PGothic" panose="020B0600070205080204" pitchFamily="34" charset="-128"/>
              </a:rPr>
              <a:t/>
            </a:r>
            <a:endParaRPr lang="en-US" altLang="en-US" dirty="0">
              <a:ea typeface="MS PGothic" panose="020B0600070205080204" pitchFamily="34" charset="-128"/>
            </a:endParaRPr>
          </a:p>
          <a:p>
            <a:pPr marL="287655" indent="-287655"/>
            <a:r>
              <a:rPr lang="en-US" altLang="en-US" dirty="0">
                <a:ea typeface="MS PGothic" panose="020B0600070205080204" pitchFamily="34" charset="-128"/>
              </a:rPr>
              <a:t>互联网协议栈“缺少”这些层！</a:t>
            </a:r>
            <a:r>
              <a:rPr lang="en-US" altLang="ja-JP" dirty="0">
                <a:ea typeface="MS PGothic" panose="020B0600070205080204" pitchFamily="34" charset="-128"/>
              </a:rPr>
              <a:t/>
            </a:r>
            <a:endParaRPr lang="en-US" altLang="ja-JP" dirty="0">
              <a:ea typeface="MS PGothic" panose="020B0600070205080204" pitchFamily="34" charset="-128"/>
            </a:endParaRPr>
          </a:p>
          <a:p>
            <a:pPr marL="682625" lvl="1" indent="-225425"/>
            <a:r>
              <a:rPr lang="en-US" altLang="en-US" sz="2800" dirty="0">
                <a:ea typeface="Arial" panose="020B0604020202020204" pitchFamily="34" charset="0"/>
              </a:rPr>
              <a:t>如果需要这些服务，必须在应用中实现</a:t>
            </a:r>
            <a:r>
              <a:rPr lang="en-US" altLang="en-US" sz="2800" i="1" dirty="0">
                <a:ea typeface="Arial" panose="020B0604020202020204" pitchFamily="34" charset="0"/>
              </a:rPr>
              <a:t/>
            </a:r>
            <a:r>
              <a:rPr lang="en-US" altLang="en-US" sz="2800" dirty="0">
                <a:ea typeface="Arial" panose="020B0604020202020204" pitchFamily="34" charset="0"/>
              </a:rPr>
              <a:t/>
            </a:r>
            <a:endParaRPr lang="en-US" altLang="en-US" sz="2800" dirty="0">
              <a:ea typeface="Arial" panose="020B0604020202020204" pitchFamily="34" charset="0"/>
            </a:endParaRPr>
          </a:p>
          <a:p>
            <a:pPr marL="682625" lvl="1" indent="-225425"/>
            <a:r>
              <a:rPr lang="en-US" altLang="en-US" sz="2800" dirty="0">
                <a:ea typeface="Arial" panose="020B0604020202020204" pitchFamily="34" charset="0"/>
              </a:rPr>
              <a:t>需要吗？</a:t>
            </a:r>
            <a:endParaRPr lang="en-US" altLang="en-US" sz="2800" dirty="0">
              <a:ea typeface="MS PGothic" panose="020B0600070205080204" pitchFamily="34" charset="-128"/>
            </a:endParaRPr>
          </a:p>
        </p:txBody>
      </p:sp>
      <p:sp>
        <p:nvSpPr>
          <p:cNvPr id="7" name="Rectangle 2"/>
          <p:cNvSpPr>
            <a:spLocks noChangeArrowheads="1"/>
          </p:cNvSpPr>
          <p:nvPr/>
        </p:nvSpPr>
        <p:spPr bwMode="auto">
          <a:xfrm>
            <a:off x="8622241" y="1413668"/>
            <a:ext cx="1892300" cy="3530600"/>
          </a:xfrm>
          <a:prstGeom prst="rect">
            <a:avLst/>
          </a:pr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 dirty="0">
              <a:latin typeface="Times New Roman" panose="02020603050405020304" pitchFamily="18" charset="0"/>
            </a:endParaRPr>
          </a:p>
        </p:txBody>
      </p:sp>
      <p:sp>
        <p:nvSpPr>
          <p:cNvPr id="8" name="Rectangle 6"/>
          <p:cNvSpPr>
            <a:spLocks noChangeArrowheads="1"/>
          </p:cNvSpPr>
          <p:nvPr/>
        </p:nvSpPr>
        <p:spPr bwMode="auto">
          <a:xfrm>
            <a:off x="8507941" y="1550193"/>
            <a:ext cx="1892300" cy="3586163"/>
          </a:xfrm>
          <a:prstGeom prst="rect">
            <a:avLst/>
          </a:prstGeom>
          <a:solidFill>
            <a:schemeClr val="bg1"/>
          </a:solidFill>
          <a:ln w="38100">
            <a:solidFill>
              <a:schemeClr val="tx1"/>
            </a:solidFill>
            <a:miter lim="800000"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 dirty="0">
              <a:latin typeface="Times New Roman" panose="02020603050405020304" pitchFamily="18" charset="0"/>
            </a:endParaRPr>
          </a:p>
        </p:txBody>
      </p:sp>
      <p:sp>
        <p:nvSpPr>
          <p:cNvPr id="9" name="Text Box 7"/>
          <p:cNvSpPr txBox="1">
            <a:spLocks noChangeArrowheads="1"/>
          </p:cNvSpPr>
          <p:nvPr/>
        </p:nvSpPr>
        <p:spPr bwMode="auto">
          <a:xfrm>
            <a:off x="8465079" y="1721643"/>
            <a:ext cx="1982787" cy="3414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70000"/>
              </a:lnSpc>
            </a:pPr>
            <a:r>
              <a:rPr lang="en-US" altLang="en-US" dirty="0"/>
              <a:t>应用层</a:t>
            </a:r>
            <a:endParaRPr lang="en-US" altLang="en-US" dirty="0"/>
          </a:p>
          <a:p>
            <a:pPr algn="ctr">
              <a:lnSpc>
                <a:spcPct val="70000"/>
              </a:lnSpc>
            </a:pPr>
            <a:endParaRPr lang="en-US" altLang="en-US" dirty="0"/>
          </a:p>
          <a:p>
            <a:pPr algn="ctr">
              <a:lnSpc>
                <a:spcPct val="70000"/>
              </a:lnSpc>
            </a:pPr>
            <a:r>
              <a:rPr lang="en-US" altLang="en-US" dirty="0"/>
              <a:t>表示层</a:t>
            </a:r>
            <a:endParaRPr lang="en-US" altLang="en-US" dirty="0"/>
          </a:p>
          <a:p>
            <a:pPr algn="ctr">
              <a:lnSpc>
                <a:spcPct val="70000"/>
              </a:lnSpc>
            </a:pPr>
            <a:endParaRPr lang="en-US" altLang="en-US" dirty="0"/>
          </a:p>
          <a:p>
            <a:pPr algn="ctr">
              <a:lnSpc>
                <a:spcPct val="70000"/>
              </a:lnSpc>
            </a:pPr>
            <a:r>
              <a:rPr lang="en-US" altLang="en-US" dirty="0"/>
              <a:t>会话层</a:t>
            </a:r>
            <a:endParaRPr lang="en-US" altLang="en-US" dirty="0"/>
          </a:p>
          <a:p>
            <a:pPr algn="ctr">
              <a:lnSpc>
                <a:spcPct val="70000"/>
              </a:lnSpc>
            </a:pPr>
            <a:endParaRPr lang="en-US" altLang="en-US" dirty="0"/>
          </a:p>
          <a:p>
            <a:pPr algn="ctr">
              <a:lnSpc>
                <a:spcPct val="70000"/>
              </a:lnSpc>
            </a:pPr>
            <a:r>
              <a:rPr lang="en-US" altLang="en-US" dirty="0"/>
              <a:t>传输层</a:t>
            </a:r>
            <a:endParaRPr lang="en-US" altLang="en-US" dirty="0"/>
          </a:p>
          <a:p>
            <a:pPr algn="ctr">
              <a:lnSpc>
                <a:spcPct val="70000"/>
              </a:lnSpc>
            </a:pPr>
            <a:endParaRPr lang="en-US" altLang="en-US" dirty="0"/>
          </a:p>
          <a:p>
            <a:pPr algn="ctr">
              <a:lnSpc>
                <a:spcPct val="70000"/>
              </a:lnSpc>
            </a:pPr>
            <a:r>
              <a:rPr lang="en-US" altLang="en-US" dirty="0"/>
              <a:t>网络层</a:t>
            </a:r>
            <a:endParaRPr lang="en-US" altLang="en-US" dirty="0"/>
          </a:p>
          <a:p>
            <a:pPr algn="ctr">
              <a:lnSpc>
                <a:spcPct val="70000"/>
              </a:lnSpc>
            </a:pPr>
            <a:endParaRPr lang="en-US" altLang="en-US" dirty="0"/>
          </a:p>
          <a:p>
            <a:pPr algn="ctr">
              <a:lnSpc>
                <a:spcPct val="70000"/>
              </a:lnSpc>
            </a:pPr>
            <a:r>
              <a:rPr lang="en-US" altLang="en-US" dirty="0"/>
              <a:t>链路层</a:t>
            </a:r>
            <a:endParaRPr lang="en-US" altLang="en-US" dirty="0"/>
          </a:p>
          <a:p>
            <a:pPr algn="ctr">
              <a:lnSpc>
                <a:spcPct val="70000"/>
              </a:lnSpc>
            </a:pPr>
            <a:endParaRPr lang="en-US" altLang="en-US" dirty="0"/>
          </a:p>
          <a:p>
            <a:pPr algn="ctr">
              <a:lnSpc>
                <a:spcPct val="70000"/>
              </a:lnSpc>
            </a:pPr>
            <a:r>
              <a:rPr lang="en-US" altLang="en-US" dirty="0"/>
              <a:t>物理层</a:t>
            </a:r>
            <a:endParaRPr lang="en-US" altLang="en-US" dirty="0"/>
          </a:p>
        </p:txBody>
      </p:sp>
      <p:sp>
        <p:nvSpPr>
          <p:cNvPr id="10" name="Line 8"/>
          <p:cNvSpPr>
            <a:spLocks noChangeShapeType="1"/>
          </p:cNvSpPr>
          <p:nvPr/>
        </p:nvSpPr>
        <p:spPr bwMode="auto">
          <a:xfrm>
            <a:off x="8487304" y="2142331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1" name="Line 9"/>
          <p:cNvSpPr>
            <a:spLocks noChangeShapeType="1"/>
          </p:cNvSpPr>
          <p:nvPr/>
        </p:nvSpPr>
        <p:spPr bwMode="auto">
          <a:xfrm>
            <a:off x="8501591" y="3118643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2" name="Line 10"/>
          <p:cNvSpPr>
            <a:spLocks noChangeShapeType="1"/>
          </p:cNvSpPr>
          <p:nvPr/>
        </p:nvSpPr>
        <p:spPr bwMode="auto">
          <a:xfrm>
            <a:off x="8501591" y="3658393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3" name="Line 11"/>
          <p:cNvSpPr>
            <a:spLocks noChangeShapeType="1"/>
          </p:cNvSpPr>
          <p:nvPr/>
        </p:nvSpPr>
        <p:spPr bwMode="auto">
          <a:xfrm>
            <a:off x="8503179" y="4674393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4" name="Line 12"/>
          <p:cNvSpPr>
            <a:spLocks noChangeShapeType="1"/>
          </p:cNvSpPr>
          <p:nvPr/>
        </p:nvSpPr>
        <p:spPr bwMode="auto">
          <a:xfrm>
            <a:off x="8487304" y="4191793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5" name="Line 13"/>
          <p:cNvSpPr>
            <a:spLocks noChangeShapeType="1"/>
          </p:cNvSpPr>
          <p:nvPr/>
        </p:nvSpPr>
        <p:spPr bwMode="auto">
          <a:xfrm>
            <a:off x="8485716" y="2661443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4" name="TextBox 3"/>
          <p:cNvSpPr txBox="1"/>
          <p:nvPr/>
        </p:nvSpPr>
        <p:spPr>
          <a:xfrm>
            <a:off x="8246534" y="5352939"/>
            <a:ext cx="246644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dirty="0"/>
              <a:t>七层 OSI/ISO </a:t>
            </a:r>
            <a:endParaRPr lang="en-US" dirty="0"/>
          </a:p>
          <a:p>
            <a:pPr algn="ctr"/>
            <a:r>
              <a:rPr lang="en-US" dirty="0"/>
              <a:t>参考模型</a:t>
            </a:r>
            <a:endParaRPr lang="en-US" dirty="0"/>
          </a:p>
        </p:txBody>
      </p:sp>
    </p:spTree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MS PGothic" panose="020B0600070205080204" pitchFamily="34" charset="-128"/>
              </a:rPr>
              <a:t>Wireshark</a:t>
            </a:r>
            <a:endParaRPr lang="en-US" sz="4400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引言：1-</a:t>
            </a:r>
            <a:fld id="{C4204591-24BD-A542-B9D5-F8D8A88D2FEE}" type="slidenum">
              <a:rPr lang="en-US" smtClean="0"/>
            </a:fld>
            <a:endParaRPr lang="en-US" dirty="0"/>
          </a:p>
        </p:txBody>
      </p:sp>
      <p:grpSp>
        <p:nvGrpSpPr>
          <p:cNvPr id="9" name="Group 8"/>
          <p:cNvGrpSpPr/>
          <p:nvPr/>
        </p:nvGrpSpPr>
        <p:grpSpPr bwMode="auto">
          <a:xfrm>
            <a:off x="3064933" y="1186569"/>
            <a:ext cx="5643563" cy="4216400"/>
            <a:chOff x="824874" y="353539"/>
            <a:chExt cx="5643193" cy="4216279"/>
          </a:xfrm>
        </p:grpSpPr>
        <p:sp>
          <p:nvSpPr>
            <p:cNvPr id="10" name="Freeform 9"/>
            <p:cNvSpPr/>
            <p:nvPr/>
          </p:nvSpPr>
          <p:spPr>
            <a:xfrm>
              <a:off x="824874" y="366239"/>
              <a:ext cx="431772" cy="4203579"/>
            </a:xfrm>
            <a:custGeom>
              <a:avLst/>
              <a:gdLst>
                <a:gd name="connsiteX0" fmla="*/ 0 w 432078"/>
                <a:gd name="connsiteY0" fmla="*/ 4203185 h 4255561"/>
                <a:gd name="connsiteX1" fmla="*/ 418984 w 432078"/>
                <a:gd name="connsiteY1" fmla="*/ 3430637 h 4255561"/>
                <a:gd name="connsiteX2" fmla="*/ 432078 w 432078"/>
                <a:gd name="connsiteY2" fmla="*/ 0 h 4255561"/>
                <a:gd name="connsiteX3" fmla="*/ 117839 w 432078"/>
                <a:gd name="connsiteY3" fmla="*/ 4255561 h 4255561"/>
                <a:gd name="connsiteX0-1" fmla="*/ 26187 w 458265"/>
                <a:gd name="connsiteY0-2" fmla="*/ 4203185 h 4216279"/>
                <a:gd name="connsiteX1-3" fmla="*/ 445171 w 458265"/>
                <a:gd name="connsiteY1-4" fmla="*/ 3430637 h 4216279"/>
                <a:gd name="connsiteX2-5" fmla="*/ 458265 w 458265"/>
                <a:gd name="connsiteY2-6" fmla="*/ 0 h 4216279"/>
                <a:gd name="connsiteX3-7" fmla="*/ 0 w 458265"/>
                <a:gd name="connsiteY3-8" fmla="*/ 4216279 h 4216279"/>
                <a:gd name="connsiteX0-9" fmla="*/ 0 w 432078"/>
                <a:gd name="connsiteY0-10" fmla="*/ 4203185 h 4203185"/>
                <a:gd name="connsiteX1-11" fmla="*/ 418984 w 432078"/>
                <a:gd name="connsiteY1-12" fmla="*/ 3430637 h 4203185"/>
                <a:gd name="connsiteX2-13" fmla="*/ 432078 w 432078"/>
                <a:gd name="connsiteY2-14" fmla="*/ 0 h 4203185"/>
                <a:gd name="connsiteX3-15" fmla="*/ 13093 w 432078"/>
                <a:gd name="connsiteY3-16" fmla="*/ 4203185 h 4203185"/>
                <a:gd name="connsiteX0-17" fmla="*/ 0 w 432078"/>
                <a:gd name="connsiteY0-18" fmla="*/ 4203185 h 4203185"/>
                <a:gd name="connsiteX1-19" fmla="*/ 418984 w 432078"/>
                <a:gd name="connsiteY1-20" fmla="*/ 3430637 h 4203185"/>
                <a:gd name="connsiteX2-21" fmla="*/ 432078 w 432078"/>
                <a:gd name="connsiteY2-22" fmla="*/ 0 h 4203185"/>
                <a:gd name="connsiteX3-23" fmla="*/ 13093 w 432078"/>
                <a:gd name="connsiteY3-24" fmla="*/ 4203185 h 4203185"/>
                <a:gd name="connsiteX4" fmla="*/ 0 w 432078"/>
                <a:gd name="connsiteY4" fmla="*/ 4203185 h 4203185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" y="connsiteY4"/>
                </a:cxn>
              </a:cxnLst>
              <a:rect l="l" t="t" r="r" b="b"/>
              <a:pathLst>
                <a:path w="432078" h="4203185">
                  <a:moveTo>
                    <a:pt x="0" y="4203185"/>
                  </a:moveTo>
                  <a:lnTo>
                    <a:pt x="418984" y="3430637"/>
                  </a:lnTo>
                  <a:cubicBezTo>
                    <a:pt x="423349" y="2287091"/>
                    <a:pt x="427713" y="1143546"/>
                    <a:pt x="432078" y="0"/>
                  </a:cubicBezTo>
                  <a:lnTo>
                    <a:pt x="13093" y="4203185"/>
                  </a:lnTo>
                  <a:lnTo>
                    <a:pt x="0" y="4203185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5">
                    <a:lumMod val="40000"/>
                    <a:lumOff val="60000"/>
                  </a:schemeClr>
                </a:gs>
                <a:gs pos="100000">
                  <a:schemeClr val="bg1"/>
                </a:gs>
              </a:gsLst>
              <a:lin ang="10800000" scaled="0"/>
              <a:tileRect/>
            </a:gradFill>
            <a:ln>
              <a:noFill/>
            </a:ln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atin typeface="Arial" panose="020B0604020202020204" pitchFamily="34" charset="0"/>
                <a:ea typeface="MS PGothic" panose="020B0600070205080204" pitchFamily="34" charset="-128"/>
                <a:cs typeface="MS PGothic" panose="020B0600070205080204" pitchFamily="34" charset="-128"/>
              </a:endParaRPr>
            </a:p>
          </p:txBody>
        </p:sp>
        <p:sp>
          <p:nvSpPr>
            <p:cNvPr id="11" name="Rectangle 10"/>
            <p:cNvSpPr/>
            <p:nvPr/>
          </p:nvSpPr>
          <p:spPr bwMode="auto">
            <a:xfrm>
              <a:off x="1243947" y="353539"/>
              <a:ext cx="5224120" cy="3430489"/>
            </a:xfrm>
            <a:prstGeom prst="rect">
              <a:avLst/>
            </a:prstGeom>
            <a:solidFill>
              <a:schemeClr val="accent5">
                <a:lumMod val="40000"/>
                <a:lumOff val="6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en-US" dirty="0">
                <a:latin typeface="Arial" panose="020B0604020202020204" pitchFamily="34" charset="0"/>
                <a:ea typeface="MS PGothic" panose="020B0600070205080204" pitchFamily="34" charset="-128"/>
                <a:cs typeface="MS PGothic" panose="020B0600070205080204" pitchFamily="34" charset="-128"/>
              </a:endParaRPr>
            </a:p>
          </p:txBody>
        </p:sp>
      </p:grpSp>
      <p:pic>
        <p:nvPicPr>
          <p:cNvPr id="12" name="Picture 12" descr="segment.png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30146" y="5561719"/>
            <a:ext cx="3959225" cy="1000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3" name="Picture 120" descr="access_point_stylized_small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19596" y="4609219"/>
            <a:ext cx="1389062" cy="1270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4" name="Picture 10" descr="ethernet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2909358" y="4955294"/>
            <a:ext cx="1231900" cy="1231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5" name="Picture 11" descr="ethernet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856008" y="4958469"/>
            <a:ext cx="1231900" cy="1231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6" name="Picture 20" descr="ethernet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9602258" y="4977519"/>
            <a:ext cx="1231900" cy="1231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8" name="Group 17"/>
          <p:cNvGrpSpPr/>
          <p:nvPr/>
        </p:nvGrpSpPr>
        <p:grpSpPr bwMode="auto">
          <a:xfrm>
            <a:off x="6351058" y="1550106"/>
            <a:ext cx="2327275" cy="3171825"/>
            <a:chOff x="4556452" y="1162095"/>
            <a:chExt cx="2326213" cy="3172030"/>
          </a:xfrm>
        </p:grpSpPr>
        <p:cxnSp>
          <p:nvCxnSpPr>
            <p:cNvPr id="19" name="Straight Connector 46"/>
            <p:cNvCxnSpPr>
              <a:cxnSpLocks noChangeShapeType="1"/>
            </p:cNvCxnSpPr>
            <p:nvPr/>
          </p:nvCxnSpPr>
          <p:spPr bwMode="auto">
            <a:xfrm>
              <a:off x="5630098" y="2252175"/>
              <a:ext cx="0" cy="2081950"/>
            </a:xfrm>
            <a:prstGeom prst="line">
              <a:avLst/>
            </a:prstGeom>
            <a:noFill/>
            <a:ln w="25400">
              <a:solidFill>
                <a:srgbClr val="000090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grpSp>
          <p:nvGrpSpPr>
            <p:cNvPr id="20" name="Group 31"/>
            <p:cNvGrpSpPr/>
            <p:nvPr/>
          </p:nvGrpSpPr>
          <p:grpSpPr bwMode="auto">
            <a:xfrm>
              <a:off x="4635010" y="2856756"/>
              <a:ext cx="2190234" cy="1214863"/>
              <a:chOff x="3862510" y="4375664"/>
              <a:chExt cx="2190234" cy="1214863"/>
            </a:xfrm>
          </p:grpSpPr>
          <p:sp>
            <p:nvSpPr>
              <p:cNvPr id="27" name="Rectangle 26"/>
              <p:cNvSpPr>
                <a:spLocks noChangeArrowheads="1"/>
              </p:cNvSpPr>
              <p:nvPr/>
            </p:nvSpPr>
            <p:spPr bwMode="auto">
              <a:xfrm>
                <a:off x="3871225" y="4425779"/>
                <a:ext cx="2164362" cy="115260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0090"/>
                </a:solidFill>
                <a:round/>
              </a:ln>
              <a:effectLst>
                <a:outerShdw blurRad="50800" dist="38100" dir="2700000" algn="tl" rotWithShape="0">
                  <a:srgbClr val="000090">
                    <a:alpha val="42999"/>
                  </a:srgbClr>
                </a:outerShdw>
              </a:effectLst>
            </p:spPr>
            <p:txBody>
              <a:bodyPr/>
              <a:lstStyle/>
              <a:p>
                <a:pPr>
                  <a:defRPr/>
                </a:pPr>
                <a:endParaRPr lang="en-US" dirty="0">
                  <a:latin typeface="Arial" panose="020B0604020202020204" pitchFamily="34" charset="0"/>
                  <a:ea typeface="MS PGothic" panose="020B0600070205080204" pitchFamily="34" charset="-128"/>
                  <a:cs typeface="MS PGothic" panose="020B0600070205080204" pitchFamily="34" charset="-128"/>
                </a:endParaRPr>
              </a:p>
            </p:txBody>
          </p:sp>
          <p:sp>
            <p:nvSpPr>
              <p:cNvPr id="28" name="TextBox 26"/>
              <p:cNvSpPr txBox="1">
                <a:spLocks noChangeArrowheads="1"/>
              </p:cNvSpPr>
              <p:nvPr/>
            </p:nvSpPr>
            <p:spPr bwMode="auto">
              <a:xfrm>
                <a:off x="3908617" y="4375664"/>
                <a:ext cx="2012565" cy="121486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ts val="2200"/>
                  </a:lnSpc>
                </a:pPr>
                <a:r>
                  <a:rPr lang="en-US" altLang="en-US" sz="1600" dirty="0"/>
                  <a:t>传输层（TCP/UDP）</a:t>
                </a:r>
                <a:r>
                  <a:rPr lang="en-US" altLang="en-US" sz="1400" dirty="0"/>
                  <a:t/>
                </a:r>
                <a:endParaRPr lang="en-US" altLang="en-US" sz="1400" dirty="0"/>
              </a:p>
              <a:p>
                <a:pPr algn="ctr">
                  <a:lnSpc>
                    <a:spcPts val="2200"/>
                  </a:lnSpc>
                </a:pPr>
                <a:r>
                  <a:rPr lang="en-US" altLang="en-US" sz="1600" dirty="0"/>
                  <a:t>网络层（IP）</a:t>
                </a:r>
                <a:r>
                  <a:rPr lang="en-US" altLang="en-US" sz="1400" dirty="0"/>
                  <a:t/>
                </a:r>
                <a:endParaRPr lang="en-US" altLang="en-US" sz="1400" dirty="0"/>
              </a:p>
              <a:p>
                <a:pPr algn="ctr">
                  <a:lnSpc>
                    <a:spcPts val="2200"/>
                  </a:lnSpc>
                </a:pPr>
                <a:r>
                  <a:rPr lang="en-US" altLang="en-US" sz="1600" dirty="0"/>
                  <a:t>链路层（Ethernet）</a:t>
                </a:r>
                <a:r>
                  <a:rPr lang="en-US" altLang="en-US" sz="1400" dirty="0"/>
                  <a:t/>
                </a:r>
                <a:endParaRPr lang="en-US" altLang="en-US" sz="1400" dirty="0"/>
              </a:p>
              <a:p>
                <a:pPr algn="ctr">
                  <a:lnSpc>
                    <a:spcPts val="2200"/>
                  </a:lnSpc>
                </a:pPr>
                <a:r>
                  <a:rPr lang="en-US" altLang="en-US" sz="1600" dirty="0"/>
                  <a:t>物理层</a:t>
                </a:r>
                <a:endParaRPr lang="en-US" altLang="en-US" sz="1600" dirty="0"/>
              </a:p>
            </p:txBody>
          </p:sp>
          <p:cxnSp>
            <p:nvCxnSpPr>
              <p:cNvPr id="29" name="Straight Connector 28"/>
              <p:cNvCxnSpPr>
                <a:cxnSpLocks noChangeShapeType="1"/>
              </p:cNvCxnSpPr>
              <p:nvPr/>
            </p:nvCxnSpPr>
            <p:spPr bwMode="auto">
              <a:xfrm>
                <a:off x="3862510" y="4740040"/>
                <a:ext cx="217348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" name="Straight Connector 29"/>
              <p:cNvCxnSpPr>
                <a:cxnSpLocks noChangeShapeType="1"/>
              </p:cNvCxnSpPr>
              <p:nvPr/>
            </p:nvCxnSpPr>
            <p:spPr bwMode="auto">
              <a:xfrm>
                <a:off x="3870887" y="5023380"/>
                <a:ext cx="217348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1" name="Straight Connector 30"/>
              <p:cNvCxnSpPr>
                <a:cxnSpLocks noChangeShapeType="1"/>
              </p:cNvCxnSpPr>
              <p:nvPr/>
            </p:nvCxnSpPr>
            <p:spPr bwMode="auto">
              <a:xfrm>
                <a:off x="3879264" y="5306720"/>
                <a:ext cx="217348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21" name="Group 35"/>
            <p:cNvGrpSpPr/>
            <p:nvPr/>
          </p:nvGrpSpPr>
          <p:grpSpPr bwMode="auto">
            <a:xfrm>
              <a:off x="4811526" y="1162095"/>
              <a:ext cx="1529986" cy="1021335"/>
              <a:chOff x="4130677" y="5836665"/>
              <a:chExt cx="1529986" cy="1021335"/>
            </a:xfrm>
          </p:grpSpPr>
          <p:sp>
            <p:nvSpPr>
              <p:cNvPr id="25" name="Rectangle 24"/>
              <p:cNvSpPr>
                <a:spLocks noChangeArrowheads="1"/>
              </p:cNvSpPr>
              <p:nvPr/>
            </p:nvSpPr>
            <p:spPr bwMode="auto">
              <a:xfrm>
                <a:off x="4191372" y="5836665"/>
                <a:ext cx="1464594" cy="1020829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0090"/>
                </a:solidFill>
                <a:round/>
              </a:ln>
              <a:effectLst>
                <a:outerShdw blurRad="50800" dist="38100" dir="2700000" algn="tl" rotWithShape="0">
                  <a:srgbClr val="000090">
                    <a:alpha val="42999"/>
                  </a:srgbClr>
                </a:outerShdw>
              </a:effectLst>
            </p:spPr>
            <p:txBody>
              <a:bodyPr/>
              <a:lstStyle/>
              <a:p>
                <a:pPr>
                  <a:defRPr/>
                </a:pPr>
                <a:endParaRPr lang="en-US" dirty="0">
                  <a:latin typeface="Arial" panose="020B0604020202020204" pitchFamily="34" charset="0"/>
                  <a:ea typeface="MS PGothic" panose="020B0600070205080204" pitchFamily="34" charset="-128"/>
                  <a:cs typeface="MS PGothic" panose="020B0600070205080204" pitchFamily="34" charset="-128"/>
                </a:endParaRPr>
              </a:p>
            </p:txBody>
          </p:sp>
          <p:sp>
            <p:nvSpPr>
              <p:cNvPr id="26" name="TextBox 34"/>
              <p:cNvSpPr txBox="1">
                <a:spLocks noChangeArrowheads="1"/>
              </p:cNvSpPr>
              <p:nvPr/>
            </p:nvSpPr>
            <p:spPr bwMode="auto">
              <a:xfrm>
                <a:off x="4130677" y="5913072"/>
                <a:ext cx="1529986" cy="8925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r>
                  <a:rPr lang="en-US" altLang="en-US" sz="1600" dirty="0"/>
                  <a:t>应用层</a:t>
                </a:r>
                <a:endParaRPr lang="en-US" altLang="en-US" sz="1600" dirty="0"/>
              </a:p>
              <a:p>
                <a:pPr algn="ctr"/>
                <a:r>
                  <a:rPr lang="en-US" altLang="en-US" sz="1600" dirty="0"/>
                  <a:t>（www 浏览器， </a:t>
                </a:r>
                <a:endParaRPr lang="en-US" altLang="en-US" sz="1600" dirty="0"/>
              </a:p>
              <a:p>
                <a:pPr algn="ctr"/>
                <a:r>
                  <a:rPr lang="en-US" altLang="en-US" sz="1600" dirty="0"/>
                  <a:t>电子邮件客户端）</a:t>
                </a:r>
                <a:r>
                  <a:rPr lang="en-US" altLang="en-US" sz="2000" dirty="0"/>
                  <a:t/>
                </a:r>
                <a:endParaRPr lang="en-US" altLang="en-US" sz="2000" dirty="0"/>
              </a:p>
            </p:txBody>
          </p:sp>
        </p:grpSp>
        <p:cxnSp>
          <p:nvCxnSpPr>
            <p:cNvPr id="22" name="Straight Connector 37"/>
            <p:cNvCxnSpPr>
              <a:cxnSpLocks noChangeShapeType="1"/>
            </p:cNvCxnSpPr>
            <p:nvPr/>
          </p:nvCxnSpPr>
          <p:spPr bwMode="auto">
            <a:xfrm flipV="1">
              <a:off x="4556452" y="2631900"/>
              <a:ext cx="2108014" cy="1309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23" name="TextBox 38"/>
            <p:cNvSpPr txBox="1">
              <a:spLocks noChangeArrowheads="1"/>
            </p:cNvSpPr>
            <p:nvPr/>
          </p:nvSpPr>
          <p:spPr bwMode="auto">
            <a:xfrm>
              <a:off x="5839591" y="2252173"/>
              <a:ext cx="1043074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r>
                <a:rPr lang="en-US" altLang="en-US" sz="1400" dirty="0"/>
                <a:t>应用层</a:t>
              </a:r>
              <a:endParaRPr lang="en-US" altLang="en-US" sz="1400" dirty="0"/>
            </a:p>
          </p:txBody>
        </p:sp>
        <p:sp>
          <p:nvSpPr>
            <p:cNvPr id="24" name="TextBox 39"/>
            <p:cNvSpPr txBox="1">
              <a:spLocks noChangeArrowheads="1"/>
            </p:cNvSpPr>
            <p:nvPr/>
          </p:nvSpPr>
          <p:spPr bwMode="auto">
            <a:xfrm>
              <a:off x="6105684" y="2627171"/>
              <a:ext cx="444064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r>
                <a:rPr lang="en-US" altLang="en-US" sz="1400" dirty="0"/>
                <a:t>OS</a:t>
              </a:r>
              <a:endParaRPr lang="en-US" altLang="en-US" sz="1400" dirty="0"/>
            </a:p>
          </p:txBody>
        </p:sp>
      </p:grpSp>
      <p:grpSp>
        <p:nvGrpSpPr>
          <p:cNvPr id="32" name="Group 31"/>
          <p:cNvGrpSpPr/>
          <p:nvPr/>
        </p:nvGrpSpPr>
        <p:grpSpPr bwMode="auto">
          <a:xfrm>
            <a:off x="3571346" y="1265944"/>
            <a:ext cx="2925231" cy="3168113"/>
            <a:chOff x="1775964" y="877299"/>
            <a:chExt cx="2925206" cy="3168757"/>
          </a:xfrm>
        </p:grpSpPr>
        <p:grpSp>
          <p:nvGrpSpPr>
            <p:cNvPr id="33" name="Group 44"/>
            <p:cNvGrpSpPr/>
            <p:nvPr/>
          </p:nvGrpSpPr>
          <p:grpSpPr bwMode="auto">
            <a:xfrm>
              <a:off x="1846152" y="877299"/>
              <a:ext cx="1597376" cy="3168757"/>
              <a:chOff x="1636659" y="183316"/>
              <a:chExt cx="1597376" cy="3168757"/>
            </a:xfrm>
          </p:grpSpPr>
          <p:grpSp>
            <p:nvGrpSpPr>
              <p:cNvPr id="38" name="Group 22"/>
              <p:cNvGrpSpPr/>
              <p:nvPr/>
            </p:nvGrpSpPr>
            <p:grpSpPr bwMode="auto">
              <a:xfrm>
                <a:off x="1780781" y="2206785"/>
                <a:ext cx="1295389" cy="1041028"/>
                <a:chOff x="3116291" y="4275642"/>
                <a:chExt cx="1295389" cy="1041028"/>
              </a:xfrm>
            </p:grpSpPr>
            <p:sp>
              <p:nvSpPr>
                <p:cNvPr id="44" name="Rectangle 43"/>
                <p:cNvSpPr>
                  <a:spLocks noChangeArrowheads="1"/>
                </p:cNvSpPr>
                <p:nvPr/>
              </p:nvSpPr>
              <p:spPr bwMode="auto">
                <a:xfrm>
                  <a:off x="3116291" y="4298876"/>
                  <a:ext cx="1295389" cy="1017794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rgbClr val="000090"/>
                  </a:solidFill>
                  <a:round/>
                </a:ln>
                <a:effectLst>
                  <a:outerShdw blurRad="50800" dist="38100" dir="2700000" algn="tl" rotWithShape="0">
                    <a:srgbClr val="000090">
                      <a:alpha val="42999"/>
                    </a:srgbClr>
                  </a:outerShdw>
                </a:effectLst>
              </p:spPr>
              <p:txBody>
                <a:bodyPr/>
                <a:lstStyle/>
                <a:p>
                  <a:pPr>
                    <a:defRPr/>
                  </a:pPr>
                  <a:endParaRPr lang="en-US" dirty="0">
                    <a:latin typeface="Arial" panose="020B0604020202020204" pitchFamily="34" charset="0"/>
                    <a:ea typeface="MS PGothic" panose="020B0600070205080204" pitchFamily="34" charset="-128"/>
                    <a:cs typeface="MS PGothic" panose="020B0600070205080204" pitchFamily="34" charset="-128"/>
                  </a:endParaRPr>
                </a:p>
              </p:txBody>
            </p:sp>
            <p:sp>
              <p:nvSpPr>
                <p:cNvPr id="45" name="TextBox 14"/>
                <p:cNvSpPr txBox="1">
                  <a:spLocks noChangeArrowheads="1"/>
                </p:cNvSpPr>
                <p:nvPr/>
              </p:nvSpPr>
              <p:spPr bwMode="auto">
                <a:xfrm>
                  <a:off x="3151788" y="4275642"/>
                  <a:ext cx="1197377" cy="101566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algn="ctr"/>
                  <a:r>
                    <a:rPr lang="en-US" altLang="en-US" sz="2000" dirty="0"/>
                    <a:t>分组</a:t>
                  </a:r>
                  <a:endParaRPr lang="en-US" altLang="en-US" sz="2000" dirty="0"/>
                </a:p>
                <a:p>
                  <a:pPr algn="ctr"/>
                  <a:r>
                    <a:rPr lang="en-US" altLang="en-US" sz="2000" dirty="0"/>
                    <a:t>捕获</a:t>
                  </a:r>
                  <a:endParaRPr lang="en-US" altLang="en-US" sz="2000" dirty="0"/>
                </a:p>
                <a:p>
                  <a:pPr algn="ctr"/>
                  <a:r>
                    <a:rPr lang="en-US" altLang="en-US" sz="2000" dirty="0"/>
                    <a:t>(pcap)</a:t>
                  </a:r>
                  <a:endParaRPr lang="en-US" altLang="en-US" sz="2000" dirty="0"/>
                </a:p>
              </p:txBody>
            </p:sp>
          </p:grpSp>
          <p:grpSp>
            <p:nvGrpSpPr>
              <p:cNvPr id="39" name="Group 23"/>
              <p:cNvGrpSpPr/>
              <p:nvPr/>
            </p:nvGrpSpPr>
            <p:grpSpPr bwMode="auto">
              <a:xfrm>
                <a:off x="1773794" y="863478"/>
                <a:ext cx="1296233" cy="707886"/>
                <a:chOff x="865524" y="5161570"/>
                <a:chExt cx="1296233" cy="707886"/>
              </a:xfrm>
            </p:grpSpPr>
            <p:sp>
              <p:nvSpPr>
                <p:cNvPr id="42" name="Rectangle 41"/>
                <p:cNvSpPr>
                  <a:spLocks noChangeArrowheads="1"/>
                </p:cNvSpPr>
                <p:nvPr/>
              </p:nvSpPr>
              <p:spPr bwMode="auto">
                <a:xfrm>
                  <a:off x="861399" y="5200691"/>
                  <a:ext cx="1300151" cy="668474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rgbClr val="000090"/>
                  </a:solidFill>
                  <a:round/>
                </a:ln>
                <a:effectLst>
                  <a:outerShdw blurRad="50800" dist="38100" dir="2700000" algn="tl" rotWithShape="0">
                    <a:srgbClr val="000090">
                      <a:alpha val="42999"/>
                    </a:srgbClr>
                  </a:outerShdw>
                </a:effectLst>
              </p:spPr>
              <p:txBody>
                <a:bodyPr/>
                <a:lstStyle/>
                <a:p>
                  <a:pPr>
                    <a:defRPr/>
                  </a:pPr>
                  <a:endParaRPr lang="en-US" dirty="0">
                    <a:latin typeface="Arial" panose="020B0604020202020204" pitchFamily="34" charset="0"/>
                    <a:ea typeface="MS PGothic" panose="020B0600070205080204" pitchFamily="34" charset="-128"/>
                    <a:cs typeface="MS PGothic" panose="020B0600070205080204" pitchFamily="34" charset="-128"/>
                  </a:endParaRPr>
                </a:p>
              </p:txBody>
            </p:sp>
            <p:sp>
              <p:nvSpPr>
                <p:cNvPr id="43" name="TextBox 16"/>
                <p:cNvSpPr txBox="1">
                  <a:spLocks noChangeArrowheads="1"/>
                </p:cNvSpPr>
                <p:nvPr/>
              </p:nvSpPr>
              <p:spPr bwMode="auto">
                <a:xfrm>
                  <a:off x="937846" y="5161570"/>
                  <a:ext cx="1159292" cy="70788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algn="ctr"/>
                  <a:r>
                    <a:rPr lang="en-US" altLang="en-US" sz="2000" dirty="0"/>
                    <a:t>分组</a:t>
                  </a:r>
                  <a:endParaRPr lang="en-US" altLang="en-US" sz="2000" dirty="0"/>
                </a:p>
                <a:p>
                  <a:pPr algn="ctr"/>
                  <a:r>
                    <a:rPr lang="en-US" altLang="en-US" sz="2000" dirty="0"/>
                    <a:t>分析器</a:t>
                  </a:r>
                  <a:endParaRPr lang="en-US" altLang="en-US" sz="2000" dirty="0"/>
                </a:p>
              </p:txBody>
            </p:sp>
          </p:grpSp>
          <p:sp>
            <p:nvSpPr>
              <p:cNvPr id="40" name="Rectangle 42"/>
              <p:cNvSpPr>
                <a:spLocks noChangeArrowheads="1"/>
              </p:cNvSpPr>
              <p:nvPr/>
            </p:nvSpPr>
            <p:spPr bwMode="auto">
              <a:xfrm>
                <a:off x="1636659" y="183316"/>
                <a:ext cx="1597376" cy="3168757"/>
              </a:xfrm>
              <a:prstGeom prst="rect">
                <a:avLst/>
              </a:prstGeom>
              <a:noFill/>
              <a:ln w="22225">
                <a:solidFill>
                  <a:srgbClr val="000090"/>
                </a:solidFill>
                <a:prstDash val="sysDash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dirty="0"/>
              </a:p>
            </p:txBody>
          </p:sp>
          <p:pic>
            <p:nvPicPr>
              <p:cNvPr id="41" name="Picture 43"/>
              <p:cNvPicPr>
                <a:picLocks noChangeAspect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59241" y="230951"/>
                <a:ext cx="1089265" cy="3685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cxnSp>
          <p:nvCxnSpPr>
            <p:cNvPr id="34" name="Straight Connector 47"/>
            <p:cNvCxnSpPr>
              <a:cxnSpLocks noChangeShapeType="1"/>
            </p:cNvCxnSpPr>
            <p:nvPr/>
          </p:nvCxnSpPr>
          <p:spPr bwMode="auto">
            <a:xfrm>
              <a:off x="2640118" y="2330738"/>
              <a:ext cx="0" cy="558315"/>
            </a:xfrm>
            <a:prstGeom prst="line">
              <a:avLst/>
            </a:prstGeom>
            <a:noFill/>
            <a:ln w="25400">
              <a:solidFill>
                <a:srgbClr val="000090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" name="Straight Connector 50"/>
            <p:cNvCxnSpPr>
              <a:cxnSpLocks noChangeShapeType="1"/>
            </p:cNvCxnSpPr>
            <p:nvPr/>
          </p:nvCxnSpPr>
          <p:spPr bwMode="auto">
            <a:xfrm>
              <a:off x="3116195" y="3653236"/>
              <a:ext cx="1427164" cy="0"/>
            </a:xfrm>
            <a:prstGeom prst="line">
              <a:avLst/>
            </a:prstGeom>
            <a:noFill/>
            <a:ln w="25400">
              <a:solidFill>
                <a:srgbClr val="000090"/>
              </a:solidFill>
              <a:round/>
              <a:head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36" name="TextBox 56"/>
            <p:cNvSpPr txBox="1">
              <a:spLocks noChangeArrowheads="1"/>
            </p:cNvSpPr>
            <p:nvPr/>
          </p:nvSpPr>
          <p:spPr bwMode="auto">
            <a:xfrm>
              <a:off x="3404194" y="3242589"/>
              <a:ext cx="1296976" cy="646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r>
                <a:rPr lang="en-US" altLang="en-US" sz="1200" dirty="0"/>
                <a:t>发送/接收的所有 Ethernet 帧的副本</a:t>
              </a:r>
              <a:endParaRPr lang="en-US" altLang="en-US" sz="1200" dirty="0"/>
            </a:p>
          </p:txBody>
        </p:sp>
        <p:cxnSp>
          <p:nvCxnSpPr>
            <p:cNvPr id="37" name="Straight Connector 64"/>
            <p:cNvCxnSpPr>
              <a:cxnSpLocks noChangeShapeType="1"/>
            </p:cNvCxnSpPr>
            <p:nvPr/>
          </p:nvCxnSpPr>
          <p:spPr bwMode="auto">
            <a:xfrm flipV="1">
              <a:off x="1775964" y="2640266"/>
              <a:ext cx="2108014" cy="1309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46" name="Group 48"/>
          <p:cNvGrpSpPr/>
          <p:nvPr/>
        </p:nvGrpSpPr>
        <p:grpSpPr bwMode="auto">
          <a:xfrm>
            <a:off x="1570775" y="4459441"/>
            <a:ext cx="1562100" cy="1511300"/>
            <a:chOff x="-44" y="1473"/>
            <a:chExt cx="981" cy="1105"/>
          </a:xfrm>
        </p:grpSpPr>
        <p:pic>
          <p:nvPicPr>
            <p:cNvPr id="47" name="Picture 49" descr="desktop_computer_stylized_medium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8" name="Freeform 50"/>
            <p:cNvSpPr/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0</TotalTime>
  <Words>44366</Words>
  <Application>WPS 演示</Application>
  <PresentationFormat>宽屏</PresentationFormat>
  <Paragraphs>3928</Paragraphs>
  <Slides>88</Slides>
  <Notes>83</Notes>
  <HiddenSlides>0</HiddenSlides>
  <MMClips>0</MMClips>
  <ScaleCrop>false</ScaleCrop>
  <HeadingPairs>
    <vt:vector size="8" baseType="variant">
      <vt:variant>
        <vt:lpstr>已用的字体</vt:lpstr>
      </vt:variant>
      <vt:variant>
        <vt:i4>20</vt:i4>
      </vt:variant>
      <vt:variant>
        <vt:lpstr>主题</vt:lpstr>
      </vt:variant>
      <vt:variant>
        <vt:i4>1</vt:i4>
      </vt:variant>
      <vt:variant>
        <vt:lpstr>嵌入 OLE 服务器</vt:lpstr>
      </vt:variant>
      <vt:variant>
        <vt:i4>1</vt:i4>
      </vt:variant>
      <vt:variant>
        <vt:lpstr>幻灯片标题</vt:lpstr>
      </vt:variant>
      <vt:variant>
        <vt:i4>88</vt:i4>
      </vt:variant>
    </vt:vector>
  </HeadingPairs>
  <TitlesOfParts>
    <vt:vector size="110" baseType="lpstr">
      <vt:lpstr>Arial</vt:lpstr>
      <vt:lpstr>宋体</vt:lpstr>
      <vt:lpstr>Wingdings</vt:lpstr>
      <vt:lpstr>微软雅黑</vt:lpstr>
      <vt:lpstr>Times New Roman</vt:lpstr>
      <vt:lpstr>MS PGothic</vt:lpstr>
      <vt:lpstr>Gill Sans MT</vt:lpstr>
      <vt:lpstr>Calibri</vt:lpstr>
      <vt:lpstr>Gill Sans MT</vt:lpstr>
      <vt:lpstr>Comic Sans MS</vt:lpstr>
      <vt:lpstr>Franklin Gothic Book</vt:lpstr>
      <vt:lpstr>Arial Unicode MS</vt:lpstr>
      <vt:lpstr>Calibri Light</vt:lpstr>
      <vt:lpstr>等线</vt:lpstr>
      <vt:lpstr>Calibri</vt:lpstr>
      <vt:lpstr>Arial</vt:lpstr>
      <vt:lpstr>Wingdings</vt:lpstr>
      <vt:lpstr>Yu Gothic</vt:lpstr>
      <vt:lpstr>Gill Sans MT</vt:lpstr>
      <vt:lpstr>ZapfDingbats</vt:lpstr>
      <vt:lpstr>Office Theme</vt:lpstr>
      <vt:lpstr>MS_ClipArt_Gallery.2</vt:lpstr>
      <vt:lpstr>计算机网络 刘秀龙</vt:lpstr>
      <vt:lpstr>PowerPoint 演示文稿</vt:lpstr>
      <vt:lpstr>PowerPoint 演示文稿</vt:lpstr>
      <vt:lpstr>Chapter 1: introduction</vt:lpstr>
      <vt:lpstr>The Internet: a “nuts and bolts” view</vt:lpstr>
      <vt:lpstr>“Fun” Internet-connected devices</vt:lpstr>
      <vt:lpstr>The Internet: a “nuts and bolts” view</vt:lpstr>
      <vt:lpstr>The Internet: a “services” view</vt:lpstr>
      <vt:lpstr>What’s a protocol?</vt:lpstr>
      <vt:lpstr>What’s a protocol?</vt:lpstr>
      <vt:lpstr>Chapter 1: roadmap</vt:lpstr>
      <vt:lpstr>A closer look at Internet structure</vt:lpstr>
      <vt:lpstr>A closer look at Internet structure</vt:lpstr>
      <vt:lpstr>A closer look at Internet structure</vt:lpstr>
      <vt:lpstr>Access networks and physical media</vt:lpstr>
      <vt:lpstr>Access networks: cable-based access</vt:lpstr>
      <vt:lpstr>Access networks: cable-based access</vt:lpstr>
      <vt:lpstr>Access networks: digital subscriber line (DSL)</vt:lpstr>
      <vt:lpstr>Access networks: home networks</vt:lpstr>
      <vt:lpstr>Wireless access networks</vt:lpstr>
      <vt:lpstr>Access networks: enterprise networks</vt:lpstr>
      <vt:lpstr>Access networks: data center networks</vt:lpstr>
      <vt:lpstr>Host: sends packets of data</vt:lpstr>
      <vt:lpstr>Links: physical media</vt:lpstr>
      <vt:lpstr>Links: physical media</vt:lpstr>
      <vt:lpstr>Links: physical media</vt:lpstr>
      <vt:lpstr>Chapter 1: roadmap</vt:lpstr>
      <vt:lpstr>The network core</vt:lpstr>
      <vt:lpstr>Two key network-core functions</vt:lpstr>
      <vt:lpstr>PowerPoint 演示文稿</vt:lpstr>
      <vt:lpstr>PowerPoint 演示文稿</vt:lpstr>
      <vt:lpstr>Packet-switching: store-and-forward</vt:lpstr>
      <vt:lpstr>Packet-switching: queueing</vt:lpstr>
      <vt:lpstr>Packet-switching: queueing</vt:lpstr>
      <vt:lpstr>Alternative to packet switching: circuit switching</vt:lpstr>
      <vt:lpstr>Circuit switching: FDM and TDM</vt:lpstr>
      <vt:lpstr>Packet switching versus circuit switching</vt:lpstr>
      <vt:lpstr>Packet switching versus circuit switching</vt:lpstr>
      <vt:lpstr>Internet structure: a “network of networks”</vt:lpstr>
      <vt:lpstr>Internet structure: a “network of networks”</vt:lpstr>
      <vt:lpstr>Internet structure: a “network of networks”</vt:lpstr>
      <vt:lpstr>Internet structure: a “network of networks”</vt:lpstr>
      <vt:lpstr>Internet structure: a “network of networks”</vt:lpstr>
      <vt:lpstr>Internet structure: a “network of networks”</vt:lpstr>
      <vt:lpstr>Internet structure: a “network of networks”</vt:lpstr>
      <vt:lpstr>Internet structure: a “network of networks”</vt:lpstr>
      <vt:lpstr>Internet structure: a “network of networks”</vt:lpstr>
      <vt:lpstr>Chapter 1: roadmap</vt:lpstr>
      <vt:lpstr>How do packet delay and loss occur?</vt:lpstr>
      <vt:lpstr>Packet delay: four sources</vt:lpstr>
      <vt:lpstr>Packet delay: four sources</vt:lpstr>
      <vt:lpstr>Caravan analogy</vt:lpstr>
      <vt:lpstr>Caravan analogy</vt:lpstr>
      <vt:lpstr>Packet queueing delay (revisited)</vt:lpstr>
      <vt:lpstr>“Real” Internet delays and routes</vt:lpstr>
      <vt:lpstr>Real Internet delays and routes</vt:lpstr>
      <vt:lpstr>Packet loss</vt:lpstr>
      <vt:lpstr>Throughput</vt:lpstr>
      <vt:lpstr>Throughput</vt:lpstr>
      <vt:lpstr>Throughput: network scenario</vt:lpstr>
      <vt:lpstr>Chapter 1: roadmap</vt:lpstr>
      <vt:lpstr>Network security</vt:lpstr>
      <vt:lpstr>Network security</vt:lpstr>
      <vt:lpstr>Bad guys: packet interception</vt:lpstr>
      <vt:lpstr>Bad guys:  fake identity</vt:lpstr>
      <vt:lpstr>Bad guys: denial of service</vt:lpstr>
      <vt:lpstr>Lines of defense:</vt:lpstr>
      <vt:lpstr>Chapter 1: roadmap</vt:lpstr>
      <vt:lpstr>Protocol “layers” and reference models</vt:lpstr>
      <vt:lpstr>Example: organization of air travel</vt:lpstr>
      <vt:lpstr>Example: organization of air travel</vt:lpstr>
      <vt:lpstr>Why layering?</vt:lpstr>
      <vt:lpstr>Layered Internet protocol stack</vt:lpstr>
      <vt:lpstr>Services, Layering and Encapsulation</vt:lpstr>
      <vt:lpstr>Services, Layering and Encapsulation</vt:lpstr>
      <vt:lpstr>Services, Layering and Encapsulation</vt:lpstr>
      <vt:lpstr>Services, Layering and Encapsulation</vt:lpstr>
      <vt:lpstr>Encapsulation: an end-end view</vt:lpstr>
      <vt:lpstr>Chapter 1: roadmap</vt:lpstr>
      <vt:lpstr>Internet history</vt:lpstr>
      <vt:lpstr>Internet history</vt:lpstr>
      <vt:lpstr>Internet history</vt:lpstr>
      <vt:lpstr>Internet history</vt:lpstr>
      <vt:lpstr>Internet history</vt:lpstr>
      <vt:lpstr>Chapter 1: summary</vt:lpstr>
      <vt:lpstr>Additional Chapter 1 slides</vt:lpstr>
      <vt:lpstr>ISO/OSI reference model</vt:lpstr>
      <vt:lpstr>Wireshark</vt:lpstr>
    </vt:vector>
  </TitlesOfParts>
  <LinksUpToDate>false</LinksUpToDate>
  <SharedDoc>false</SharedDoc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James Kurose</dc:creator>
  <cp:lastModifiedBy>王赫</cp:lastModifiedBy>
  <cp:revision>183</cp:revision>
  <dcterms:created xsi:type="dcterms:W3CDTF">2020-01-18T07:24:00Z</dcterms:created>
  <dcterms:modified xsi:type="dcterms:W3CDTF">2026-03-10T02:59:47Z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ICV">
    <vt:lpwstr>6D3FFE1919594231A7250EFF6B3B797F_13</vt:lpwstr>
  </property>
  <property fmtid="{D5CDD505-2E9C-101B-9397-08002B2CF9AE}" pid="3" name="KSOProductBuildVer">
    <vt:lpwstr>2052-12.1.0.25225</vt:lpwstr>
  </property>
</Properties>
</file>